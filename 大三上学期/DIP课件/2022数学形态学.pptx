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ink/ink1048.xml" ContentType="application/inkml+xml"/>
  <Override PartName="/ppt/ink/ink1049.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ink/ink1120.xml" ContentType="application/inkml+xml"/>
  <Override PartName="/ppt/ink/ink1121.xml" ContentType="application/inkml+xml"/>
  <Override PartName="/ppt/ink/ink1122.xml" ContentType="application/inkml+xml"/>
  <Override PartName="/ppt/ink/ink1123.xml" ContentType="application/inkml+xml"/>
  <Override PartName="/ppt/ink/ink1124.xml" ContentType="application/inkml+xml"/>
  <Override PartName="/ppt/ink/ink1125.xml" ContentType="application/inkml+xml"/>
  <Override PartName="/ppt/ink/ink1126.xml" ContentType="application/inkml+xml"/>
  <Override PartName="/ppt/ink/ink1127.xml" ContentType="application/inkml+xml"/>
  <Override PartName="/ppt/ink/ink1128.xml" ContentType="application/inkml+xml"/>
  <Override PartName="/ppt/ink/ink1129.xml" ContentType="application/inkml+xml"/>
  <Override PartName="/ppt/ink/ink1130.xml" ContentType="application/inkml+xml"/>
  <Override PartName="/ppt/ink/ink1131.xml" ContentType="application/inkml+xml"/>
  <Override PartName="/ppt/ink/ink1132.xml" ContentType="application/inkml+xml"/>
  <Override PartName="/ppt/ink/ink1133.xml" ContentType="application/inkml+xml"/>
  <Override PartName="/ppt/ink/ink1134.xml" ContentType="application/inkml+xml"/>
  <Override PartName="/ppt/ink/ink1135.xml" ContentType="application/inkml+xml"/>
  <Override PartName="/ppt/ink/ink1136.xml" ContentType="application/inkml+xml"/>
  <Override PartName="/ppt/ink/ink1137.xml" ContentType="application/inkml+xml"/>
  <Override PartName="/ppt/ink/ink1138.xml" ContentType="application/inkml+xml"/>
  <Override PartName="/ppt/ink/ink1139.xml" ContentType="application/inkml+xml"/>
  <Override PartName="/ppt/ink/ink1140.xml" ContentType="application/inkml+xml"/>
  <Override PartName="/ppt/ink/ink1141.xml" ContentType="application/inkml+xml"/>
  <Override PartName="/ppt/ink/ink1142.xml" ContentType="application/inkml+xml"/>
  <Override PartName="/ppt/ink/ink1143.xml" ContentType="application/inkml+xml"/>
  <Override PartName="/ppt/ink/ink1144.xml" ContentType="application/inkml+xml"/>
  <Override PartName="/ppt/ink/ink1145.xml" ContentType="application/inkml+xml"/>
  <Override PartName="/ppt/ink/ink1146.xml" ContentType="application/inkml+xml"/>
  <Override PartName="/ppt/ink/ink1147.xml" ContentType="application/inkml+xml"/>
  <Override PartName="/ppt/ink/ink1148.xml" ContentType="application/inkml+xml"/>
  <Override PartName="/ppt/ink/ink1149.xml" ContentType="application/inkml+xml"/>
  <Override PartName="/ppt/ink/ink1150.xml" ContentType="application/inkml+xml"/>
  <Override PartName="/ppt/ink/ink1151.xml" ContentType="application/inkml+xml"/>
  <Override PartName="/ppt/ink/ink1152.xml" ContentType="application/inkml+xml"/>
  <Override PartName="/ppt/ink/ink1153.xml" ContentType="application/inkml+xml"/>
  <Override PartName="/ppt/ink/ink1154.xml" ContentType="application/inkml+xml"/>
  <Override PartName="/ppt/ink/ink1155.xml" ContentType="application/inkml+xml"/>
  <Override PartName="/ppt/ink/ink1156.xml" ContentType="application/inkml+xml"/>
  <Override PartName="/ppt/ink/ink1157.xml" ContentType="application/inkml+xml"/>
  <Override PartName="/ppt/ink/ink1158.xml" ContentType="application/inkml+xml"/>
  <Override PartName="/ppt/ink/ink1159.xml" ContentType="application/inkml+xml"/>
  <Override PartName="/ppt/ink/ink1160.xml" ContentType="application/inkml+xml"/>
  <Override PartName="/ppt/ink/ink1161.xml" ContentType="application/inkml+xml"/>
  <Override PartName="/ppt/ink/ink1162.xml" ContentType="application/inkml+xml"/>
  <Override PartName="/ppt/ink/ink1163.xml" ContentType="application/inkml+xml"/>
  <Override PartName="/ppt/ink/ink1164.xml" ContentType="application/inkml+xml"/>
  <Override PartName="/ppt/ink/ink1165.xml" ContentType="application/inkml+xml"/>
  <Override PartName="/ppt/ink/ink1166.xml" ContentType="application/inkml+xml"/>
  <Override PartName="/ppt/ink/ink1167.xml" ContentType="application/inkml+xml"/>
  <Override PartName="/ppt/ink/ink1168.xml" ContentType="application/inkml+xml"/>
  <Override PartName="/ppt/ink/ink1169.xml" ContentType="application/inkml+xml"/>
  <Override PartName="/ppt/ink/ink1170.xml" ContentType="application/inkml+xml"/>
  <Override PartName="/ppt/ink/ink1171.xml" ContentType="application/inkml+xml"/>
  <Override PartName="/ppt/ink/ink1172.xml" ContentType="application/inkml+xml"/>
  <Override PartName="/ppt/ink/ink1173.xml" ContentType="application/inkml+xml"/>
  <Override PartName="/ppt/ink/ink1174.xml" ContentType="application/inkml+xml"/>
  <Override PartName="/ppt/ink/ink1175.xml" ContentType="application/inkml+xml"/>
  <Override PartName="/ppt/ink/ink1176.xml" ContentType="application/inkml+xml"/>
  <Override PartName="/ppt/ink/ink1177.xml" ContentType="application/inkml+xml"/>
  <Override PartName="/ppt/ink/ink1178.xml" ContentType="application/inkml+xml"/>
  <Override PartName="/ppt/ink/ink1179.xml" ContentType="application/inkml+xml"/>
  <Override PartName="/ppt/ink/ink1180.xml" ContentType="application/inkml+xml"/>
  <Override PartName="/ppt/ink/ink1181.xml" ContentType="application/inkml+xml"/>
  <Override PartName="/ppt/ink/ink1182.xml" ContentType="application/inkml+xml"/>
  <Override PartName="/ppt/ink/ink1183.xml" ContentType="application/inkml+xml"/>
  <Override PartName="/ppt/ink/ink1184.xml" ContentType="application/inkml+xml"/>
  <Override PartName="/ppt/ink/ink1185.xml" ContentType="application/inkml+xml"/>
  <Override PartName="/ppt/ink/ink1186.xml" ContentType="application/inkml+xml"/>
  <Override PartName="/ppt/ink/ink1187.xml" ContentType="application/inkml+xml"/>
  <Override PartName="/ppt/ink/ink1188.xml" ContentType="application/inkml+xml"/>
  <Override PartName="/ppt/ink/ink1189.xml" ContentType="application/inkml+xml"/>
  <Override PartName="/ppt/ink/ink1190.xml" ContentType="application/inkml+xml"/>
  <Override PartName="/ppt/ink/ink1191.xml" ContentType="application/inkml+xml"/>
  <Override PartName="/ppt/ink/ink1192.xml" ContentType="application/inkml+xml"/>
  <Override PartName="/ppt/ink/ink1193.xml" ContentType="application/inkml+xml"/>
  <Override PartName="/ppt/ink/ink1194.xml" ContentType="application/inkml+xml"/>
  <Override PartName="/ppt/ink/ink1195.xml" ContentType="application/inkml+xml"/>
  <Override PartName="/ppt/ink/ink1196.xml" ContentType="application/inkml+xml"/>
  <Override PartName="/ppt/ink/ink1197.xml" ContentType="application/inkml+xml"/>
  <Override PartName="/ppt/ink/ink1198.xml" ContentType="application/inkml+xml"/>
  <Override PartName="/ppt/ink/ink1199.xml" ContentType="application/inkml+xml"/>
  <Override PartName="/ppt/ink/ink1200.xml" ContentType="application/inkml+xml"/>
  <Override PartName="/ppt/ink/ink1201.xml" ContentType="application/inkml+xml"/>
  <Override PartName="/ppt/ink/ink1202.xml" ContentType="application/inkml+xml"/>
  <Override PartName="/ppt/ink/ink1203.xml" ContentType="application/inkml+xml"/>
  <Override PartName="/ppt/ink/ink1204.xml" ContentType="application/inkml+xml"/>
  <Override PartName="/ppt/ink/ink1205.xml" ContentType="application/inkml+xml"/>
  <Override PartName="/ppt/ink/ink1206.xml" ContentType="application/inkml+xml"/>
  <Override PartName="/ppt/ink/ink1207.xml" ContentType="application/inkml+xml"/>
  <Override PartName="/ppt/ink/ink1208.xml" ContentType="application/inkml+xml"/>
  <Override PartName="/ppt/ink/ink1209.xml" ContentType="application/inkml+xml"/>
  <Override PartName="/ppt/ink/ink1210.xml" ContentType="application/inkml+xml"/>
  <Override PartName="/ppt/ink/ink1211.xml" ContentType="application/inkml+xml"/>
  <Override PartName="/ppt/ink/ink1212.xml" ContentType="application/inkml+xml"/>
  <Override PartName="/ppt/ink/ink1213.xml" ContentType="application/inkml+xml"/>
  <Override PartName="/ppt/ink/ink1214.xml" ContentType="application/inkml+xml"/>
  <Override PartName="/ppt/ink/ink1215.xml" ContentType="application/inkml+xml"/>
  <Override PartName="/ppt/ink/ink1216.xml" ContentType="application/inkml+xml"/>
  <Override PartName="/ppt/ink/ink1217.xml" ContentType="application/inkml+xml"/>
  <Override PartName="/ppt/ink/ink1218.xml" ContentType="application/inkml+xml"/>
  <Override PartName="/ppt/ink/ink1219.xml" ContentType="application/inkml+xml"/>
  <Override PartName="/ppt/ink/ink1220.xml" ContentType="application/inkml+xml"/>
  <Override PartName="/ppt/ink/ink1221.xml" ContentType="application/inkml+xml"/>
  <Override PartName="/ppt/ink/ink1222.xml" ContentType="application/inkml+xml"/>
  <Override PartName="/ppt/ink/ink1223.xml" ContentType="application/inkml+xml"/>
  <Override PartName="/ppt/ink/ink1224.xml" ContentType="application/inkml+xml"/>
  <Override PartName="/ppt/ink/ink1225.xml" ContentType="application/inkml+xml"/>
  <Override PartName="/ppt/ink/ink1226.xml" ContentType="application/inkml+xml"/>
  <Override PartName="/ppt/ink/ink1227.xml" ContentType="application/inkml+xml"/>
  <Override PartName="/ppt/ink/ink1228.xml" ContentType="application/inkml+xml"/>
  <Override PartName="/ppt/ink/ink1229.xml" ContentType="application/inkml+xml"/>
  <Override PartName="/ppt/ink/ink1230.xml" ContentType="application/inkml+xml"/>
  <Override PartName="/ppt/ink/ink1231.xml" ContentType="application/inkml+xml"/>
  <Override PartName="/ppt/ink/ink1232.xml" ContentType="application/inkml+xml"/>
  <Override PartName="/ppt/ink/ink1233.xml" ContentType="application/inkml+xml"/>
  <Override PartName="/ppt/ink/ink1234.xml" ContentType="application/inkml+xml"/>
  <Override PartName="/ppt/ink/ink1235.xml" ContentType="application/inkml+xml"/>
  <Override PartName="/ppt/ink/ink1236.xml" ContentType="application/inkml+xml"/>
  <Override PartName="/ppt/ink/ink1237.xml" ContentType="application/inkml+xml"/>
  <Override PartName="/ppt/ink/ink1238.xml" ContentType="application/inkml+xml"/>
  <Override PartName="/ppt/ink/ink1239.xml" ContentType="application/inkml+xml"/>
  <Override PartName="/ppt/ink/ink1240.xml" ContentType="application/inkml+xml"/>
  <Override PartName="/ppt/ink/ink1241.xml" ContentType="application/inkml+xml"/>
  <Override PartName="/ppt/ink/ink1242.xml" ContentType="application/inkml+xml"/>
  <Override PartName="/ppt/ink/ink1243.xml" ContentType="application/inkml+xml"/>
  <Override PartName="/ppt/ink/ink1244.xml" ContentType="application/inkml+xml"/>
  <Override PartName="/ppt/ink/ink1245.xml" ContentType="application/inkml+xml"/>
  <Override PartName="/ppt/ink/ink1246.xml" ContentType="application/inkml+xml"/>
  <Override PartName="/ppt/ink/ink1247.xml" ContentType="application/inkml+xml"/>
  <Override PartName="/ppt/ink/ink1248.xml" ContentType="application/inkml+xml"/>
  <Override PartName="/ppt/ink/ink1249.xml" ContentType="application/inkml+xml"/>
  <Override PartName="/ppt/ink/ink1250.xml" ContentType="application/inkml+xml"/>
  <Override PartName="/ppt/ink/ink1251.xml" ContentType="application/inkml+xml"/>
  <Override PartName="/ppt/ink/ink1252.xml" ContentType="application/inkml+xml"/>
  <Override PartName="/ppt/ink/ink1253.xml" ContentType="application/inkml+xml"/>
  <Override PartName="/ppt/ink/ink1254.xml" ContentType="application/inkml+xml"/>
  <Override PartName="/ppt/ink/ink1255.xml" ContentType="application/inkml+xml"/>
  <Override PartName="/ppt/ink/ink1256.xml" ContentType="application/inkml+xml"/>
  <Override PartName="/ppt/ink/ink1257.xml" ContentType="application/inkml+xml"/>
  <Override PartName="/ppt/ink/ink1258.xml" ContentType="application/inkml+xml"/>
  <Override PartName="/ppt/ink/ink1259.xml" ContentType="application/inkml+xml"/>
  <Override PartName="/ppt/ink/ink1260.xml" ContentType="application/inkml+xml"/>
  <Override PartName="/ppt/ink/ink1261.xml" ContentType="application/inkml+xml"/>
  <Override PartName="/ppt/ink/ink1262.xml" ContentType="application/inkml+xml"/>
  <Override PartName="/ppt/ink/ink1263.xml" ContentType="application/inkml+xml"/>
  <Override PartName="/ppt/ink/ink1264.xml" ContentType="application/inkml+xml"/>
  <Override PartName="/ppt/ink/ink1265.xml" ContentType="application/inkml+xml"/>
  <Override PartName="/ppt/ink/ink1266.xml" ContentType="application/inkml+xml"/>
  <Override PartName="/ppt/ink/ink1267.xml" ContentType="application/inkml+xml"/>
  <Override PartName="/ppt/ink/ink1268.xml" ContentType="application/inkml+xml"/>
  <Override PartName="/ppt/ink/ink1269.xml" ContentType="application/inkml+xml"/>
  <Override PartName="/ppt/ink/ink1270.xml" ContentType="application/inkml+xml"/>
  <Override PartName="/ppt/ink/ink1271.xml" ContentType="application/inkml+xml"/>
  <Override PartName="/ppt/ink/ink1272.xml" ContentType="application/inkml+xml"/>
  <Override PartName="/ppt/ink/ink1273.xml" ContentType="application/inkml+xml"/>
  <Override PartName="/ppt/ink/ink1274.xml" ContentType="application/inkml+xml"/>
  <Override PartName="/ppt/ink/ink1275.xml" ContentType="application/inkml+xml"/>
  <Override PartName="/ppt/ink/ink1276.xml" ContentType="application/inkml+xml"/>
  <Override PartName="/ppt/ink/ink1277.xml" ContentType="application/inkml+xml"/>
  <Override PartName="/ppt/ink/ink1278.xml" ContentType="application/inkml+xml"/>
  <Override PartName="/ppt/ink/ink1279.xml" ContentType="application/inkml+xml"/>
  <Override PartName="/ppt/ink/ink1280.xml" ContentType="application/inkml+xml"/>
  <Override PartName="/ppt/ink/ink1281.xml" ContentType="application/inkml+xml"/>
  <Override PartName="/ppt/ink/ink1282.xml" ContentType="application/inkml+xml"/>
  <Override PartName="/ppt/ink/ink1283.xml" ContentType="application/inkml+xml"/>
  <Override PartName="/ppt/ink/ink1284.xml" ContentType="application/inkml+xml"/>
  <Override PartName="/ppt/ink/ink1285.xml" ContentType="application/inkml+xml"/>
  <Override PartName="/ppt/ink/ink1286.xml" ContentType="application/inkml+xml"/>
  <Override PartName="/ppt/ink/ink1287.xml" ContentType="application/inkml+xml"/>
  <Override PartName="/ppt/ink/ink1288.xml" ContentType="application/inkml+xml"/>
  <Override PartName="/ppt/ink/ink1289.xml" ContentType="application/inkml+xml"/>
  <Override PartName="/ppt/ink/ink1290.xml" ContentType="application/inkml+xml"/>
  <Override PartName="/ppt/ink/ink1291.xml" ContentType="application/inkml+xml"/>
  <Override PartName="/ppt/ink/ink1292.xml" ContentType="application/inkml+xml"/>
  <Override PartName="/ppt/ink/ink1293.xml" ContentType="application/inkml+xml"/>
  <Override PartName="/ppt/ink/ink1294.xml" ContentType="application/inkml+xml"/>
  <Override PartName="/ppt/ink/ink1295.xml" ContentType="application/inkml+xml"/>
  <Override PartName="/ppt/ink/ink1296.xml" ContentType="application/inkml+xml"/>
  <Override PartName="/ppt/ink/ink1297.xml" ContentType="application/inkml+xml"/>
  <Override PartName="/ppt/ink/ink1298.xml" ContentType="application/inkml+xml"/>
  <Override PartName="/ppt/ink/ink1299.xml" ContentType="application/inkml+xml"/>
  <Override PartName="/ppt/ink/ink1300.xml" ContentType="application/inkml+xml"/>
  <Override PartName="/ppt/ink/ink1301.xml" ContentType="application/inkml+xml"/>
  <Override PartName="/ppt/ink/ink1302.xml" ContentType="application/inkml+xml"/>
  <Override PartName="/ppt/ink/ink1303.xml" ContentType="application/inkml+xml"/>
  <Override PartName="/ppt/ink/ink1304.xml" ContentType="application/inkml+xml"/>
  <Override PartName="/ppt/ink/ink1305.xml" ContentType="application/inkml+xml"/>
  <Override PartName="/ppt/ink/ink1306.xml" ContentType="application/inkml+xml"/>
  <Override PartName="/ppt/ink/ink1307.xml" ContentType="application/inkml+xml"/>
  <Override PartName="/ppt/ink/ink1308.xml" ContentType="application/inkml+xml"/>
  <Override PartName="/ppt/ink/ink1309.xml" ContentType="application/inkml+xml"/>
  <Override PartName="/ppt/ink/ink1310.xml" ContentType="application/inkml+xml"/>
  <Override PartName="/ppt/ink/ink1311.xml" ContentType="application/inkml+xml"/>
  <Override PartName="/ppt/ink/ink1312.xml" ContentType="application/inkml+xml"/>
  <Override PartName="/ppt/ink/ink1313.xml" ContentType="application/inkml+xml"/>
  <Override PartName="/ppt/ink/ink1314.xml" ContentType="application/inkml+xml"/>
  <Override PartName="/ppt/ink/ink1315.xml" ContentType="application/inkml+xml"/>
  <Override PartName="/ppt/ink/ink1316.xml" ContentType="application/inkml+xml"/>
  <Override PartName="/ppt/ink/ink1317.xml" ContentType="application/inkml+xml"/>
  <Override PartName="/ppt/ink/ink1318.xml" ContentType="application/inkml+xml"/>
  <Override PartName="/ppt/ink/ink1319.xml" ContentType="application/inkml+xml"/>
  <Override PartName="/ppt/ink/ink1320.xml" ContentType="application/inkml+xml"/>
  <Override PartName="/ppt/ink/ink1321.xml" ContentType="application/inkml+xml"/>
  <Override PartName="/ppt/ink/ink1322.xml" ContentType="application/inkml+xml"/>
  <Override PartName="/ppt/ink/ink1323.xml" ContentType="application/inkml+xml"/>
  <Override PartName="/ppt/ink/ink1324.xml" ContentType="application/inkml+xml"/>
  <Override PartName="/ppt/ink/ink1325.xml" ContentType="application/inkml+xml"/>
  <Override PartName="/ppt/ink/ink1326.xml" ContentType="application/inkml+xml"/>
  <Override PartName="/ppt/ink/ink1327.xml" ContentType="application/inkml+xml"/>
  <Override PartName="/ppt/ink/ink1328.xml" ContentType="application/inkml+xml"/>
  <Override PartName="/ppt/ink/ink1329.xml" ContentType="application/inkml+xml"/>
  <Override PartName="/ppt/ink/ink1330.xml" ContentType="application/inkml+xml"/>
  <Override PartName="/ppt/ink/ink1331.xml" ContentType="application/inkml+xml"/>
  <Override PartName="/ppt/ink/ink1332.xml" ContentType="application/inkml+xml"/>
  <Override PartName="/ppt/ink/ink1333.xml" ContentType="application/inkml+xml"/>
  <Override PartName="/ppt/ink/ink1334.xml" ContentType="application/inkml+xml"/>
  <Override PartName="/ppt/ink/ink1335.xml" ContentType="application/inkml+xml"/>
  <Override PartName="/ppt/ink/ink1336.xml" ContentType="application/inkml+xml"/>
  <Override PartName="/ppt/ink/ink1337.xml" ContentType="application/inkml+xml"/>
  <Override PartName="/ppt/ink/ink1338.xml" ContentType="application/inkml+xml"/>
  <Override PartName="/ppt/ink/ink1339.xml" ContentType="application/inkml+xml"/>
  <Override PartName="/ppt/ink/ink1340.xml" ContentType="application/inkml+xml"/>
  <Override PartName="/ppt/ink/ink1341.xml" ContentType="application/inkml+xml"/>
  <Override PartName="/ppt/ink/ink1342.xml" ContentType="application/inkml+xml"/>
  <Override PartName="/ppt/ink/ink1343.xml" ContentType="application/inkml+xml"/>
  <Override PartName="/ppt/ink/ink1344.xml" ContentType="application/inkml+xml"/>
  <Override PartName="/ppt/ink/ink1345.xml" ContentType="application/inkml+xml"/>
  <Override PartName="/ppt/ink/ink1346.xml" ContentType="application/inkml+xml"/>
  <Override PartName="/ppt/ink/ink1347.xml" ContentType="application/inkml+xml"/>
  <Override PartName="/ppt/ink/ink1348.xml" ContentType="application/inkml+xml"/>
  <Override PartName="/ppt/ink/ink1349.xml" ContentType="application/inkml+xml"/>
  <Override PartName="/ppt/ink/ink1350.xml" ContentType="application/inkml+xml"/>
  <Override PartName="/ppt/ink/ink1351.xml" ContentType="application/inkml+xml"/>
  <Override PartName="/ppt/ink/ink1352.xml" ContentType="application/inkml+xml"/>
  <Override PartName="/ppt/ink/ink1353.xml" ContentType="application/inkml+xml"/>
  <Override PartName="/ppt/ink/ink1354.xml" ContentType="application/inkml+xml"/>
  <Override PartName="/ppt/ink/ink1355.xml" ContentType="application/inkml+xml"/>
  <Override PartName="/ppt/ink/ink1356.xml" ContentType="application/inkml+xml"/>
  <Override PartName="/ppt/ink/ink1357.xml" ContentType="application/inkml+xml"/>
  <Override PartName="/ppt/ink/ink1358.xml" ContentType="application/inkml+xml"/>
  <Override PartName="/ppt/ink/ink1359.xml" ContentType="application/inkml+xml"/>
  <Override PartName="/ppt/ink/ink1360.xml" ContentType="application/inkml+xml"/>
  <Override PartName="/ppt/ink/ink1361.xml" ContentType="application/inkml+xml"/>
  <Override PartName="/ppt/ink/ink1362.xml" ContentType="application/inkml+xml"/>
  <Override PartName="/ppt/ink/ink1363.xml" ContentType="application/inkml+xml"/>
  <Override PartName="/ppt/ink/ink1364.xml" ContentType="application/inkml+xml"/>
  <Override PartName="/ppt/ink/ink1365.xml" ContentType="application/inkml+xml"/>
  <Override PartName="/ppt/ink/ink1366.xml" ContentType="application/inkml+xml"/>
  <Override PartName="/ppt/ink/ink1367.xml" ContentType="application/inkml+xml"/>
  <Override PartName="/ppt/ink/ink1368.xml" ContentType="application/inkml+xml"/>
  <Override PartName="/ppt/ink/ink1369.xml" ContentType="application/inkml+xml"/>
  <Override PartName="/ppt/ink/ink1370.xml" ContentType="application/inkml+xml"/>
  <Override PartName="/ppt/ink/ink1371.xml" ContentType="application/inkml+xml"/>
  <Override PartName="/ppt/ink/ink1372.xml" ContentType="application/inkml+xml"/>
  <Override PartName="/ppt/ink/ink1373.xml" ContentType="application/inkml+xml"/>
  <Override PartName="/ppt/ink/ink1374.xml" ContentType="application/inkml+xml"/>
  <Override PartName="/ppt/ink/ink1375.xml" ContentType="application/inkml+xml"/>
  <Override PartName="/ppt/ink/ink1376.xml" ContentType="application/inkml+xml"/>
  <Override PartName="/ppt/ink/ink1377.xml" ContentType="application/inkml+xml"/>
  <Override PartName="/ppt/ink/ink1378.xml" ContentType="application/inkml+xml"/>
  <Override PartName="/ppt/ink/ink1379.xml" ContentType="application/inkml+xml"/>
  <Override PartName="/ppt/ink/ink1380.xml" ContentType="application/inkml+xml"/>
  <Override PartName="/ppt/ink/ink1381.xml" ContentType="application/inkml+xml"/>
  <Override PartName="/ppt/ink/ink1382.xml" ContentType="application/inkml+xml"/>
  <Override PartName="/ppt/ink/ink1383.xml" ContentType="application/inkml+xml"/>
  <Override PartName="/ppt/ink/ink1384.xml" ContentType="application/inkml+xml"/>
  <Override PartName="/ppt/ink/ink1385.xml" ContentType="application/inkml+xml"/>
  <Override PartName="/ppt/ink/ink1386.xml" ContentType="application/inkml+xml"/>
  <Override PartName="/ppt/ink/ink1387.xml" ContentType="application/inkml+xml"/>
  <Override PartName="/ppt/ink/ink1388.xml" ContentType="application/inkml+xml"/>
  <Override PartName="/ppt/ink/ink1389.xml" ContentType="application/inkml+xml"/>
  <Override PartName="/ppt/ink/ink1390.xml" ContentType="application/inkml+xml"/>
  <Override PartName="/ppt/ink/ink1391.xml" ContentType="application/inkml+xml"/>
  <Override PartName="/ppt/ink/ink1392.xml" ContentType="application/inkml+xml"/>
  <Override PartName="/ppt/ink/ink1393.xml" ContentType="application/inkml+xml"/>
  <Override PartName="/ppt/ink/ink1394.xml" ContentType="application/inkml+xml"/>
  <Override PartName="/ppt/ink/ink1395.xml" ContentType="application/inkml+xml"/>
  <Override PartName="/ppt/ink/ink1396.xml" ContentType="application/inkml+xml"/>
  <Override PartName="/ppt/ink/ink1397.xml" ContentType="application/inkml+xml"/>
  <Override PartName="/ppt/ink/ink1398.xml" ContentType="application/inkml+xml"/>
  <Override PartName="/ppt/ink/ink1399.xml" ContentType="application/inkml+xml"/>
  <Override PartName="/ppt/ink/ink1400.xml" ContentType="application/inkml+xml"/>
  <Override PartName="/ppt/ink/ink1401.xml" ContentType="application/inkml+xml"/>
  <Override PartName="/ppt/ink/ink1402.xml" ContentType="application/inkml+xml"/>
  <Override PartName="/ppt/ink/ink1403.xml" ContentType="application/inkml+xml"/>
  <Override PartName="/ppt/ink/ink1404.xml" ContentType="application/inkml+xml"/>
  <Override PartName="/ppt/ink/ink1405.xml" ContentType="application/inkml+xml"/>
  <Override PartName="/ppt/ink/ink1406.xml" ContentType="application/inkml+xml"/>
  <Override PartName="/ppt/ink/ink1407.xml" ContentType="application/inkml+xml"/>
  <Override PartName="/ppt/ink/ink1408.xml" ContentType="application/inkml+xml"/>
  <Override PartName="/ppt/ink/ink1409.xml" ContentType="application/inkml+xml"/>
  <Override PartName="/ppt/ink/ink1410.xml" ContentType="application/inkml+xml"/>
  <Override PartName="/ppt/ink/ink1411.xml" ContentType="application/inkml+xml"/>
  <Override PartName="/ppt/ink/ink1412.xml" ContentType="application/inkml+xml"/>
  <Override PartName="/ppt/ink/ink1413.xml" ContentType="application/inkml+xml"/>
  <Override PartName="/ppt/ink/ink1414.xml" ContentType="application/inkml+xml"/>
  <Override PartName="/ppt/ink/ink1415.xml" ContentType="application/inkml+xml"/>
  <Override PartName="/ppt/ink/ink1416.xml" ContentType="application/inkml+xml"/>
  <Override PartName="/ppt/ink/ink1417.xml" ContentType="application/inkml+xml"/>
  <Override PartName="/ppt/ink/ink1418.xml" ContentType="application/inkml+xml"/>
  <Override PartName="/ppt/ink/ink1419.xml" ContentType="application/inkml+xml"/>
  <Override PartName="/ppt/ink/ink1420.xml" ContentType="application/inkml+xml"/>
  <Override PartName="/ppt/ink/ink1421.xml" ContentType="application/inkml+xml"/>
  <Override PartName="/ppt/ink/ink1422.xml" ContentType="application/inkml+xml"/>
  <Override PartName="/ppt/ink/ink1423.xml" ContentType="application/inkml+xml"/>
  <Override PartName="/ppt/ink/ink1424.xml" ContentType="application/inkml+xml"/>
  <Override PartName="/ppt/ink/ink1425.xml" ContentType="application/inkml+xml"/>
  <Override PartName="/ppt/ink/ink1426.xml" ContentType="application/inkml+xml"/>
  <Override PartName="/ppt/ink/ink1427.xml" ContentType="application/inkml+xml"/>
  <Override PartName="/ppt/ink/ink1428.xml" ContentType="application/inkml+xml"/>
  <Override PartName="/ppt/ink/ink1429.xml" ContentType="application/inkml+xml"/>
  <Override PartName="/ppt/ink/ink1430.xml" ContentType="application/inkml+xml"/>
  <Override PartName="/ppt/ink/ink1431.xml" ContentType="application/inkml+xml"/>
  <Override PartName="/ppt/ink/ink1432.xml" ContentType="application/inkml+xml"/>
  <Override PartName="/ppt/ink/ink1433.xml" ContentType="application/inkml+xml"/>
  <Override PartName="/ppt/ink/ink1434.xml" ContentType="application/inkml+xml"/>
  <Override PartName="/ppt/ink/ink1435.xml" ContentType="application/inkml+xml"/>
  <Override PartName="/ppt/ink/ink1436.xml" ContentType="application/inkml+xml"/>
  <Override PartName="/ppt/ink/ink1437.xml" ContentType="application/inkml+xml"/>
  <Override PartName="/ppt/ink/ink1438.xml" ContentType="application/inkml+xml"/>
  <Override PartName="/ppt/ink/ink1439.xml" ContentType="application/inkml+xml"/>
  <Override PartName="/ppt/ink/ink1440.xml" ContentType="application/inkml+xml"/>
  <Override PartName="/ppt/ink/ink1441.xml" ContentType="application/inkml+xml"/>
  <Override PartName="/ppt/ink/ink1442.xml" ContentType="application/inkml+xml"/>
  <Override PartName="/ppt/ink/ink1443.xml" ContentType="application/inkml+xml"/>
  <Override PartName="/ppt/ink/ink1444.xml" ContentType="application/inkml+xml"/>
  <Override PartName="/ppt/ink/ink1445.xml" ContentType="application/inkml+xml"/>
  <Override PartName="/ppt/ink/ink1446.xml" ContentType="application/inkml+xml"/>
  <Override PartName="/ppt/ink/ink1447.xml" ContentType="application/inkml+xml"/>
  <Override PartName="/ppt/ink/ink1448.xml" ContentType="application/inkml+xml"/>
  <Override PartName="/ppt/ink/ink1449.xml" ContentType="application/inkml+xml"/>
  <Override PartName="/ppt/ink/ink1450.xml" ContentType="application/inkml+xml"/>
  <Override PartName="/ppt/ink/ink1451.xml" ContentType="application/inkml+xml"/>
  <Override PartName="/ppt/ink/ink1452.xml" ContentType="application/inkml+xml"/>
  <Override PartName="/ppt/ink/ink1453.xml" ContentType="application/inkml+xml"/>
  <Override PartName="/ppt/ink/ink1454.xml" ContentType="application/inkml+xml"/>
  <Override PartName="/ppt/ink/ink1455.xml" ContentType="application/inkml+xml"/>
  <Override PartName="/ppt/ink/ink1456.xml" ContentType="application/inkml+xml"/>
  <Override PartName="/ppt/ink/ink1457.xml" ContentType="application/inkml+xml"/>
  <Override PartName="/ppt/ink/ink1458.xml" ContentType="application/inkml+xml"/>
  <Override PartName="/ppt/ink/ink1459.xml" ContentType="application/inkml+xml"/>
  <Override PartName="/ppt/ink/ink1460.xml" ContentType="application/inkml+xml"/>
  <Override PartName="/ppt/ink/ink1461.xml" ContentType="application/inkml+xml"/>
  <Override PartName="/ppt/ink/ink1462.xml" ContentType="application/inkml+xml"/>
  <Override PartName="/ppt/ink/ink1463.xml" ContentType="application/inkml+xml"/>
  <Override PartName="/ppt/ink/ink1464.xml" ContentType="application/inkml+xml"/>
  <Override PartName="/ppt/ink/ink1465.xml" ContentType="application/inkml+xml"/>
  <Override PartName="/ppt/ink/ink1466.xml" ContentType="application/inkml+xml"/>
  <Override PartName="/ppt/ink/ink1467.xml" ContentType="application/inkml+xml"/>
  <Override PartName="/ppt/ink/ink1468.xml" ContentType="application/inkml+xml"/>
  <Override PartName="/ppt/ink/ink1469.xml" ContentType="application/inkml+xml"/>
  <Override PartName="/ppt/ink/ink1470.xml" ContentType="application/inkml+xml"/>
  <Override PartName="/ppt/ink/ink1471.xml" ContentType="application/inkml+xml"/>
  <Override PartName="/ppt/ink/ink1472.xml" ContentType="application/inkml+xml"/>
  <Override PartName="/ppt/ink/ink1473.xml" ContentType="application/inkml+xml"/>
  <Override PartName="/ppt/ink/ink1474.xml" ContentType="application/inkml+xml"/>
  <Override PartName="/ppt/ink/ink1475.xml" ContentType="application/inkml+xml"/>
  <Override PartName="/ppt/ink/ink1476.xml" ContentType="application/inkml+xml"/>
  <Override PartName="/ppt/ink/ink1477.xml" ContentType="application/inkml+xml"/>
  <Override PartName="/ppt/ink/ink1478.xml" ContentType="application/inkml+xml"/>
  <Override PartName="/ppt/ink/ink1479.xml" ContentType="application/inkml+xml"/>
  <Override PartName="/ppt/ink/ink1480.xml" ContentType="application/inkml+xml"/>
  <Override PartName="/ppt/ink/ink1481.xml" ContentType="application/inkml+xml"/>
  <Override PartName="/ppt/ink/ink1482.xml" ContentType="application/inkml+xml"/>
  <Override PartName="/ppt/ink/ink1483.xml" ContentType="application/inkml+xml"/>
  <Override PartName="/ppt/ink/ink1484.xml" ContentType="application/inkml+xml"/>
  <Override PartName="/ppt/ink/ink1485.xml" ContentType="application/inkml+xml"/>
  <Override PartName="/ppt/ink/ink1486.xml" ContentType="application/inkml+xml"/>
  <Override PartName="/ppt/ink/ink1487.xml" ContentType="application/inkml+xml"/>
  <Override PartName="/ppt/ink/ink1488.xml" ContentType="application/inkml+xml"/>
  <Override PartName="/ppt/ink/ink1489.xml" ContentType="application/inkml+xml"/>
  <Override PartName="/ppt/ink/ink1490.xml" ContentType="application/inkml+xml"/>
  <Override PartName="/ppt/ink/ink1491.xml" ContentType="application/inkml+xml"/>
  <Override PartName="/ppt/ink/ink1492.xml" ContentType="application/inkml+xml"/>
  <Override PartName="/ppt/ink/ink1493.xml" ContentType="application/inkml+xml"/>
  <Override PartName="/ppt/ink/ink1494.xml" ContentType="application/inkml+xml"/>
  <Override PartName="/ppt/ink/ink1495.xml" ContentType="application/inkml+xml"/>
  <Override PartName="/ppt/ink/ink1496.xml" ContentType="application/inkml+xml"/>
  <Override PartName="/ppt/ink/ink1497.xml" ContentType="application/inkml+xml"/>
  <Override PartName="/ppt/ink/ink1498.xml" ContentType="application/inkml+xml"/>
  <Override PartName="/ppt/ink/ink1499.xml" ContentType="application/inkml+xml"/>
  <Override PartName="/ppt/ink/ink1500.xml" ContentType="application/inkml+xml"/>
  <Override PartName="/ppt/ink/ink1501.xml" ContentType="application/inkml+xml"/>
  <Override PartName="/ppt/ink/ink1502.xml" ContentType="application/inkml+xml"/>
  <Override PartName="/ppt/ink/ink1503.xml" ContentType="application/inkml+xml"/>
  <Override PartName="/ppt/ink/ink1504.xml" ContentType="application/inkml+xml"/>
  <Override PartName="/ppt/ink/ink1505.xml" ContentType="application/inkml+xml"/>
  <Override PartName="/ppt/ink/ink1506.xml" ContentType="application/inkml+xml"/>
  <Override PartName="/ppt/ink/ink1507.xml" ContentType="application/inkml+xml"/>
  <Override PartName="/ppt/ink/ink1508.xml" ContentType="application/inkml+xml"/>
  <Override PartName="/ppt/ink/ink1509.xml" ContentType="application/inkml+xml"/>
  <Override PartName="/ppt/ink/ink1510.xml" ContentType="application/inkml+xml"/>
  <Override PartName="/ppt/ink/ink1511.xml" ContentType="application/inkml+xml"/>
  <Override PartName="/ppt/ink/ink1512.xml" ContentType="application/inkml+xml"/>
  <Override PartName="/ppt/ink/ink1513.xml" ContentType="application/inkml+xml"/>
  <Override PartName="/ppt/ink/ink1514.xml" ContentType="application/inkml+xml"/>
  <Override PartName="/ppt/ink/ink1515.xml" ContentType="application/inkml+xml"/>
  <Override PartName="/ppt/ink/ink1516.xml" ContentType="application/inkml+xml"/>
  <Override PartName="/ppt/ink/ink1517.xml" ContentType="application/inkml+xml"/>
  <Override PartName="/ppt/ink/ink1518.xml" ContentType="application/inkml+xml"/>
  <Override PartName="/ppt/ink/ink1519.xml" ContentType="application/inkml+xml"/>
  <Override PartName="/ppt/ink/ink1520.xml" ContentType="application/inkml+xml"/>
  <Override PartName="/ppt/ink/ink1521.xml" ContentType="application/inkml+xml"/>
  <Override PartName="/ppt/ink/ink1522.xml" ContentType="application/inkml+xml"/>
  <Override PartName="/ppt/ink/ink1523.xml" ContentType="application/inkml+xml"/>
  <Override PartName="/ppt/ink/ink1524.xml" ContentType="application/inkml+xml"/>
  <Override PartName="/ppt/ink/ink1525.xml" ContentType="application/inkml+xml"/>
  <Override PartName="/ppt/ink/ink1526.xml" ContentType="application/inkml+xml"/>
  <Override PartName="/ppt/ink/ink1527.xml" ContentType="application/inkml+xml"/>
  <Override PartName="/ppt/ink/ink1528.xml" ContentType="application/inkml+xml"/>
  <Override PartName="/ppt/ink/ink1529.xml" ContentType="application/inkml+xml"/>
  <Override PartName="/ppt/ink/ink1530.xml" ContentType="application/inkml+xml"/>
  <Override PartName="/ppt/ink/ink1531.xml" ContentType="application/inkml+xml"/>
  <Override PartName="/ppt/ink/ink1532.xml" ContentType="application/inkml+xml"/>
  <Override PartName="/ppt/ink/ink1533.xml" ContentType="application/inkml+xml"/>
  <Override PartName="/ppt/ink/ink1534.xml" ContentType="application/inkml+xml"/>
  <Override PartName="/ppt/ink/ink1535.xml" ContentType="application/inkml+xml"/>
  <Override PartName="/ppt/ink/ink1536.xml" ContentType="application/inkml+xml"/>
  <Override PartName="/ppt/ink/ink1537.xml" ContentType="application/inkml+xml"/>
  <Override PartName="/ppt/ink/ink1538.xml" ContentType="application/inkml+xml"/>
  <Override PartName="/ppt/ink/ink1539.xml" ContentType="application/inkml+xml"/>
  <Override PartName="/ppt/ink/ink1540.xml" ContentType="application/inkml+xml"/>
  <Override PartName="/ppt/ink/ink1541.xml" ContentType="application/inkml+xml"/>
  <Override PartName="/ppt/ink/ink1542.xml" ContentType="application/inkml+xml"/>
  <Override PartName="/ppt/ink/ink1543.xml" ContentType="application/inkml+xml"/>
  <Override PartName="/ppt/ink/ink1544.xml" ContentType="application/inkml+xml"/>
  <Override PartName="/ppt/ink/ink1545.xml" ContentType="application/inkml+xml"/>
  <Override PartName="/ppt/ink/ink1546.xml" ContentType="application/inkml+xml"/>
  <Override PartName="/ppt/ink/ink1547.xml" ContentType="application/inkml+xml"/>
  <Override PartName="/ppt/ink/ink1548.xml" ContentType="application/inkml+xml"/>
  <Override PartName="/ppt/ink/ink1549.xml" ContentType="application/inkml+xml"/>
  <Override PartName="/ppt/ink/ink1550.xml" ContentType="application/inkml+xml"/>
  <Override PartName="/ppt/ink/ink1551.xml" ContentType="application/inkml+xml"/>
  <Override PartName="/ppt/ink/ink1552.xml" ContentType="application/inkml+xml"/>
  <Override PartName="/ppt/ink/ink1553.xml" ContentType="application/inkml+xml"/>
  <Override PartName="/ppt/ink/ink1554.xml" ContentType="application/inkml+xml"/>
  <Override PartName="/ppt/ink/ink1555.xml" ContentType="application/inkml+xml"/>
  <Override PartName="/ppt/ink/ink1556.xml" ContentType="application/inkml+xml"/>
  <Override PartName="/ppt/ink/ink1557.xml" ContentType="application/inkml+xml"/>
  <Override PartName="/ppt/ink/ink1558.xml" ContentType="application/inkml+xml"/>
  <Override PartName="/ppt/ink/ink1559.xml" ContentType="application/inkml+xml"/>
  <Override PartName="/ppt/ink/ink1560.xml" ContentType="application/inkml+xml"/>
  <Override PartName="/ppt/ink/ink1561.xml" ContentType="application/inkml+xml"/>
  <Override PartName="/ppt/ink/ink1562.xml" ContentType="application/inkml+xml"/>
  <Override PartName="/ppt/ink/ink1563.xml" ContentType="application/inkml+xml"/>
  <Override PartName="/ppt/ink/ink1564.xml" ContentType="application/inkml+xml"/>
  <Override PartName="/ppt/ink/ink1565.xml" ContentType="application/inkml+xml"/>
  <Override PartName="/ppt/ink/ink1566.xml" ContentType="application/inkml+xml"/>
  <Override PartName="/ppt/ink/ink1567.xml" ContentType="application/inkml+xml"/>
  <Override PartName="/ppt/ink/ink1568.xml" ContentType="application/inkml+xml"/>
  <Override PartName="/ppt/ink/ink1569.xml" ContentType="application/inkml+xml"/>
  <Override PartName="/ppt/ink/ink1570.xml" ContentType="application/inkml+xml"/>
  <Override PartName="/ppt/ink/ink1571.xml" ContentType="application/inkml+xml"/>
  <Override PartName="/ppt/ink/ink1572.xml" ContentType="application/inkml+xml"/>
  <Override PartName="/ppt/ink/ink1573.xml" ContentType="application/inkml+xml"/>
  <Override PartName="/ppt/ink/ink1574.xml" ContentType="application/inkml+xml"/>
  <Override PartName="/ppt/ink/ink1575.xml" ContentType="application/inkml+xml"/>
  <Override PartName="/ppt/ink/ink1576.xml" ContentType="application/inkml+xml"/>
  <Override PartName="/ppt/ink/ink1577.xml" ContentType="application/inkml+xml"/>
  <Override PartName="/ppt/ink/ink1578.xml" ContentType="application/inkml+xml"/>
  <Override PartName="/ppt/ink/ink1579.xml" ContentType="application/inkml+xml"/>
  <Override PartName="/ppt/ink/ink1580.xml" ContentType="application/inkml+xml"/>
  <Override PartName="/ppt/ink/ink1581.xml" ContentType="application/inkml+xml"/>
  <Override PartName="/ppt/ink/ink1582.xml" ContentType="application/inkml+xml"/>
  <Override PartName="/ppt/ink/ink1583.xml" ContentType="application/inkml+xml"/>
  <Override PartName="/ppt/ink/ink1584.xml" ContentType="application/inkml+xml"/>
  <Override PartName="/ppt/ink/ink1585.xml" ContentType="application/inkml+xml"/>
  <Override PartName="/ppt/ink/ink1586.xml" ContentType="application/inkml+xml"/>
  <Override PartName="/ppt/ink/ink1587.xml" ContentType="application/inkml+xml"/>
  <Override PartName="/ppt/ink/ink1588.xml" ContentType="application/inkml+xml"/>
  <Override PartName="/ppt/ink/ink1589.xml" ContentType="application/inkml+xml"/>
  <Override PartName="/ppt/ink/ink1590.xml" ContentType="application/inkml+xml"/>
  <Override PartName="/ppt/ink/ink1591.xml" ContentType="application/inkml+xml"/>
  <Override PartName="/ppt/ink/ink1592.xml" ContentType="application/inkml+xml"/>
  <Override PartName="/ppt/ink/ink1593.xml" ContentType="application/inkml+xml"/>
  <Override PartName="/ppt/ink/ink1594.xml" ContentType="application/inkml+xml"/>
  <Override PartName="/ppt/ink/ink1595.xml" ContentType="application/inkml+xml"/>
  <Override PartName="/ppt/ink/ink1596.xml" ContentType="application/inkml+xml"/>
  <Override PartName="/ppt/ink/ink1597.xml" ContentType="application/inkml+xml"/>
  <Override PartName="/ppt/ink/ink1598.xml" ContentType="application/inkml+xml"/>
  <Override PartName="/ppt/ink/ink1599.xml" ContentType="application/inkml+xml"/>
  <Override PartName="/ppt/ink/ink1600.xml" ContentType="application/inkml+xml"/>
  <Override PartName="/ppt/ink/ink1601.xml" ContentType="application/inkml+xml"/>
  <Override PartName="/ppt/ink/ink1602.xml" ContentType="application/inkml+xml"/>
  <Override PartName="/ppt/ink/ink1603.xml" ContentType="application/inkml+xml"/>
  <Override PartName="/ppt/ink/ink1604.xml" ContentType="application/inkml+xml"/>
  <Override PartName="/ppt/ink/ink1605.xml" ContentType="application/inkml+xml"/>
  <Override PartName="/ppt/ink/ink1606.xml" ContentType="application/inkml+xml"/>
  <Override PartName="/ppt/ink/ink1607.xml" ContentType="application/inkml+xml"/>
  <Override PartName="/ppt/ink/ink1608.xml" ContentType="application/inkml+xml"/>
  <Override PartName="/ppt/ink/ink1609.xml" ContentType="application/inkml+xml"/>
  <Override PartName="/ppt/ink/ink1610.xml" ContentType="application/inkml+xml"/>
  <Override PartName="/ppt/ink/ink1611.xml" ContentType="application/inkml+xml"/>
  <Override PartName="/ppt/ink/ink1612.xml" ContentType="application/inkml+xml"/>
  <Override PartName="/ppt/ink/ink1613.xml" ContentType="application/inkml+xml"/>
  <Override PartName="/ppt/ink/ink1614.xml" ContentType="application/inkml+xml"/>
  <Override PartName="/ppt/ink/ink1615.xml" ContentType="application/inkml+xml"/>
  <Override PartName="/ppt/ink/ink1616.xml" ContentType="application/inkml+xml"/>
  <Override PartName="/ppt/ink/ink1617.xml" ContentType="application/inkml+xml"/>
  <Override PartName="/ppt/ink/ink1618.xml" ContentType="application/inkml+xml"/>
  <Override PartName="/ppt/ink/ink1619.xml" ContentType="application/inkml+xml"/>
  <Override PartName="/ppt/ink/ink1620.xml" ContentType="application/inkml+xml"/>
  <Override PartName="/ppt/ink/ink1621.xml" ContentType="application/inkml+xml"/>
  <Override PartName="/ppt/ink/ink1622.xml" ContentType="application/inkml+xml"/>
  <Override PartName="/ppt/ink/ink1623.xml" ContentType="application/inkml+xml"/>
  <Override PartName="/ppt/ink/ink1624.xml" ContentType="application/inkml+xml"/>
  <Override PartName="/ppt/ink/ink1625.xml" ContentType="application/inkml+xml"/>
  <Override PartName="/ppt/ink/ink1626.xml" ContentType="application/inkml+xml"/>
  <Override PartName="/ppt/ink/ink1627.xml" ContentType="application/inkml+xml"/>
  <Override PartName="/ppt/ink/ink1628.xml" ContentType="application/inkml+xml"/>
  <Override PartName="/ppt/ink/ink1629.xml" ContentType="application/inkml+xml"/>
  <Override PartName="/ppt/ink/ink1630.xml" ContentType="application/inkml+xml"/>
  <Override PartName="/ppt/ink/ink1631.xml" ContentType="application/inkml+xml"/>
  <Override PartName="/ppt/ink/ink1632.xml" ContentType="application/inkml+xml"/>
  <Override PartName="/ppt/ink/ink1633.xml" ContentType="application/inkml+xml"/>
  <Override PartName="/ppt/ink/ink1634.xml" ContentType="application/inkml+xml"/>
  <Override PartName="/ppt/ink/ink1635.xml" ContentType="application/inkml+xml"/>
  <Override PartName="/ppt/ink/ink1636.xml" ContentType="application/inkml+xml"/>
  <Override PartName="/ppt/ink/ink1637.xml" ContentType="application/inkml+xml"/>
  <Override PartName="/ppt/ink/ink1638.xml" ContentType="application/inkml+xml"/>
  <Override PartName="/ppt/ink/ink1639.xml" ContentType="application/inkml+xml"/>
  <Override PartName="/ppt/ink/ink1640.xml" ContentType="application/inkml+xml"/>
  <Override PartName="/ppt/ink/ink1641.xml" ContentType="application/inkml+xml"/>
  <Override PartName="/ppt/ink/ink1642.xml" ContentType="application/inkml+xml"/>
  <Override PartName="/ppt/ink/ink1643.xml" ContentType="application/inkml+xml"/>
  <Override PartName="/ppt/ink/ink1644.xml" ContentType="application/inkml+xml"/>
  <Override PartName="/ppt/ink/ink1645.xml" ContentType="application/inkml+xml"/>
  <Override PartName="/ppt/ink/ink1646.xml" ContentType="application/inkml+xml"/>
  <Override PartName="/ppt/ink/ink1647.xml" ContentType="application/inkml+xml"/>
  <Override PartName="/ppt/ink/ink1648.xml" ContentType="application/inkml+xml"/>
  <Override PartName="/ppt/ink/ink1649.xml" ContentType="application/inkml+xml"/>
  <Override PartName="/ppt/ink/ink1650.xml" ContentType="application/inkml+xml"/>
  <Override PartName="/ppt/ink/ink1651.xml" ContentType="application/inkml+xml"/>
  <Override PartName="/ppt/ink/ink1652.xml" ContentType="application/inkml+xml"/>
  <Override PartName="/ppt/ink/ink1653.xml" ContentType="application/inkml+xml"/>
  <Override PartName="/ppt/ink/ink1654.xml" ContentType="application/inkml+xml"/>
  <Override PartName="/ppt/ink/ink1655.xml" ContentType="application/inkml+xml"/>
  <Override PartName="/ppt/ink/ink1656.xml" ContentType="application/inkml+xml"/>
  <Override PartName="/ppt/ink/ink1657.xml" ContentType="application/inkml+xml"/>
  <Override PartName="/ppt/ink/ink1658.xml" ContentType="application/inkml+xml"/>
  <Override PartName="/ppt/ink/ink1659.xml" ContentType="application/inkml+xml"/>
  <Override PartName="/ppt/ink/ink1660.xml" ContentType="application/inkml+xml"/>
  <Override PartName="/ppt/ink/ink1661.xml" ContentType="application/inkml+xml"/>
  <Override PartName="/ppt/ink/ink1662.xml" ContentType="application/inkml+xml"/>
  <Override PartName="/ppt/ink/ink1663.xml" ContentType="application/inkml+xml"/>
  <Override PartName="/ppt/ink/ink1664.xml" ContentType="application/inkml+xml"/>
  <Override PartName="/ppt/ink/ink1665.xml" ContentType="application/inkml+xml"/>
  <Override PartName="/ppt/ink/ink1666.xml" ContentType="application/inkml+xml"/>
  <Override PartName="/ppt/ink/ink1667.xml" ContentType="application/inkml+xml"/>
  <Override PartName="/ppt/ink/ink1668.xml" ContentType="application/inkml+xml"/>
  <Override PartName="/ppt/ink/ink1669.xml" ContentType="application/inkml+xml"/>
  <Override PartName="/ppt/ink/ink1670.xml" ContentType="application/inkml+xml"/>
  <Override PartName="/ppt/ink/ink1671.xml" ContentType="application/inkml+xml"/>
  <Override PartName="/ppt/ink/ink1672.xml" ContentType="application/inkml+xml"/>
  <Override PartName="/ppt/ink/ink1673.xml" ContentType="application/inkml+xml"/>
  <Override PartName="/ppt/ink/ink1674.xml" ContentType="application/inkml+xml"/>
  <Override PartName="/ppt/ink/ink1675.xml" ContentType="application/inkml+xml"/>
  <Override PartName="/ppt/ink/ink1676.xml" ContentType="application/inkml+xml"/>
  <Override PartName="/ppt/ink/ink1677.xml" ContentType="application/inkml+xml"/>
  <Override PartName="/ppt/ink/ink1678.xml" ContentType="application/inkml+xml"/>
  <Override PartName="/ppt/ink/ink1679.xml" ContentType="application/inkml+xml"/>
  <Override PartName="/ppt/ink/ink1680.xml" ContentType="application/inkml+xml"/>
  <Override PartName="/ppt/ink/ink1681.xml" ContentType="application/inkml+xml"/>
  <Override PartName="/ppt/ink/ink1682.xml" ContentType="application/inkml+xml"/>
  <Override PartName="/ppt/ink/ink1683.xml" ContentType="application/inkml+xml"/>
  <Override PartName="/ppt/ink/ink1684.xml" ContentType="application/inkml+xml"/>
  <Override PartName="/ppt/ink/ink1685.xml" ContentType="application/inkml+xml"/>
  <Override PartName="/ppt/ink/ink1686.xml" ContentType="application/inkml+xml"/>
  <Override PartName="/ppt/ink/ink1687.xml" ContentType="application/inkml+xml"/>
  <Override PartName="/ppt/ink/ink1688.xml" ContentType="application/inkml+xml"/>
  <Override PartName="/ppt/ink/ink1689.xml" ContentType="application/inkml+xml"/>
  <Override PartName="/ppt/ink/ink1690.xml" ContentType="application/inkml+xml"/>
  <Override PartName="/ppt/ink/ink1691.xml" ContentType="application/inkml+xml"/>
  <Override PartName="/ppt/ink/ink1692.xml" ContentType="application/inkml+xml"/>
  <Override PartName="/ppt/ink/ink1693.xml" ContentType="application/inkml+xml"/>
  <Override PartName="/ppt/ink/ink1694.xml" ContentType="application/inkml+xml"/>
  <Override PartName="/ppt/ink/ink1695.xml" ContentType="application/inkml+xml"/>
  <Override PartName="/ppt/ink/ink1696.xml" ContentType="application/inkml+xml"/>
  <Override PartName="/ppt/ink/ink1697.xml" ContentType="application/inkml+xml"/>
  <Override PartName="/ppt/ink/ink1698.xml" ContentType="application/inkml+xml"/>
  <Override PartName="/ppt/ink/ink1699.xml" ContentType="application/inkml+xml"/>
  <Override PartName="/ppt/ink/ink1700.xml" ContentType="application/inkml+xml"/>
  <Override PartName="/ppt/ink/ink1701.xml" ContentType="application/inkml+xml"/>
  <Override PartName="/ppt/ink/ink1702.xml" ContentType="application/inkml+xml"/>
  <Override PartName="/ppt/ink/ink1703.xml" ContentType="application/inkml+xml"/>
  <Override PartName="/ppt/ink/ink1704.xml" ContentType="application/inkml+xml"/>
  <Override PartName="/ppt/ink/ink1705.xml" ContentType="application/inkml+xml"/>
  <Override PartName="/ppt/ink/ink1706.xml" ContentType="application/inkml+xml"/>
  <Override PartName="/ppt/ink/ink1707.xml" ContentType="application/inkml+xml"/>
  <Override PartName="/ppt/ink/ink1708.xml" ContentType="application/inkml+xml"/>
  <Override PartName="/ppt/ink/ink1709.xml" ContentType="application/inkml+xml"/>
  <Override PartName="/ppt/ink/ink1710.xml" ContentType="application/inkml+xml"/>
  <Override PartName="/ppt/ink/ink1711.xml" ContentType="application/inkml+xml"/>
  <Override PartName="/ppt/ink/ink1712.xml" ContentType="application/inkml+xml"/>
  <Override PartName="/ppt/ink/ink1713.xml" ContentType="application/inkml+xml"/>
  <Override PartName="/ppt/ink/ink1714.xml" ContentType="application/inkml+xml"/>
  <Override PartName="/ppt/ink/ink1715.xml" ContentType="application/inkml+xml"/>
  <Override PartName="/ppt/ink/ink1716.xml" ContentType="application/inkml+xml"/>
  <Override PartName="/ppt/ink/ink1717.xml" ContentType="application/inkml+xml"/>
  <Override PartName="/ppt/ink/ink1718.xml" ContentType="application/inkml+xml"/>
  <Override PartName="/ppt/ink/ink1719.xml" ContentType="application/inkml+xml"/>
  <Override PartName="/ppt/ink/ink1720.xml" ContentType="application/inkml+xml"/>
  <Override PartName="/ppt/ink/ink1721.xml" ContentType="application/inkml+xml"/>
  <Override PartName="/ppt/ink/ink1722.xml" ContentType="application/inkml+xml"/>
  <Override PartName="/ppt/ink/ink1723.xml" ContentType="application/inkml+xml"/>
  <Override PartName="/ppt/ink/ink1724.xml" ContentType="application/inkml+xml"/>
  <Override PartName="/ppt/ink/ink1725.xml" ContentType="application/inkml+xml"/>
  <Override PartName="/ppt/ink/ink1726.xml" ContentType="application/inkml+xml"/>
  <Override PartName="/ppt/ink/ink1727.xml" ContentType="application/inkml+xml"/>
  <Override PartName="/ppt/ink/ink1728.xml" ContentType="application/inkml+xml"/>
  <Override PartName="/ppt/ink/ink1729.xml" ContentType="application/inkml+xml"/>
  <Override PartName="/ppt/ink/ink1730.xml" ContentType="application/inkml+xml"/>
  <Override PartName="/ppt/ink/ink1731.xml" ContentType="application/inkml+xml"/>
  <Override PartName="/ppt/ink/ink1732.xml" ContentType="application/inkml+xml"/>
  <Override PartName="/ppt/ink/ink1733.xml" ContentType="application/inkml+xml"/>
  <Override PartName="/ppt/ink/ink1734.xml" ContentType="application/inkml+xml"/>
  <Override PartName="/ppt/ink/ink1735.xml" ContentType="application/inkml+xml"/>
  <Override PartName="/ppt/ink/ink1736.xml" ContentType="application/inkml+xml"/>
  <Override PartName="/ppt/ink/ink1737.xml" ContentType="application/inkml+xml"/>
  <Override PartName="/ppt/ink/ink1738.xml" ContentType="application/inkml+xml"/>
  <Override PartName="/ppt/ink/ink1739.xml" ContentType="application/inkml+xml"/>
  <Override PartName="/ppt/ink/ink1740.xml" ContentType="application/inkml+xml"/>
  <Override PartName="/ppt/ink/ink1741.xml" ContentType="application/inkml+xml"/>
  <Override PartName="/ppt/ink/ink1742.xml" ContentType="application/inkml+xml"/>
  <Override PartName="/ppt/ink/ink1743.xml" ContentType="application/inkml+xml"/>
  <Override PartName="/ppt/ink/ink1744.xml" ContentType="application/inkml+xml"/>
  <Override PartName="/ppt/ink/ink1745.xml" ContentType="application/inkml+xml"/>
  <Override PartName="/ppt/ink/ink1746.xml" ContentType="application/inkml+xml"/>
  <Override PartName="/ppt/ink/ink1747.xml" ContentType="application/inkml+xml"/>
  <Override PartName="/ppt/ink/ink1748.xml" ContentType="application/inkml+xml"/>
  <Override PartName="/ppt/ink/ink1749.xml" ContentType="application/inkml+xml"/>
  <Override PartName="/ppt/ink/ink1750.xml" ContentType="application/inkml+xml"/>
  <Override PartName="/ppt/ink/ink1751.xml" ContentType="application/inkml+xml"/>
  <Override PartName="/ppt/ink/ink1752.xml" ContentType="application/inkml+xml"/>
  <Override PartName="/ppt/ink/ink1753.xml" ContentType="application/inkml+xml"/>
  <Override PartName="/ppt/ink/ink1754.xml" ContentType="application/inkml+xml"/>
  <Override PartName="/ppt/ink/ink1755.xml" ContentType="application/inkml+xml"/>
  <Override PartName="/ppt/ink/ink1756.xml" ContentType="application/inkml+xml"/>
  <Override PartName="/ppt/ink/ink1757.xml" ContentType="application/inkml+xml"/>
  <Override PartName="/ppt/ink/ink1758.xml" ContentType="application/inkml+xml"/>
  <Override PartName="/ppt/ink/ink1759.xml" ContentType="application/inkml+xml"/>
  <Override PartName="/ppt/ink/ink1760.xml" ContentType="application/inkml+xml"/>
  <Override PartName="/ppt/ink/ink1761.xml" ContentType="application/inkml+xml"/>
  <Override PartName="/ppt/ink/ink1762.xml" ContentType="application/inkml+xml"/>
  <Override PartName="/ppt/ink/ink1763.xml" ContentType="application/inkml+xml"/>
  <Override PartName="/ppt/ink/ink1764.xml" ContentType="application/inkml+xml"/>
  <Override PartName="/ppt/ink/ink1765.xml" ContentType="application/inkml+xml"/>
  <Override PartName="/ppt/ink/ink1766.xml" ContentType="application/inkml+xml"/>
  <Override PartName="/ppt/ink/ink1767.xml" ContentType="application/inkml+xml"/>
  <Override PartName="/ppt/ink/ink1768.xml" ContentType="application/inkml+xml"/>
  <Override PartName="/ppt/ink/ink1769.xml" ContentType="application/inkml+xml"/>
  <Override PartName="/ppt/ink/ink1770.xml" ContentType="application/inkml+xml"/>
  <Override PartName="/ppt/ink/ink1771.xml" ContentType="application/inkml+xml"/>
  <Override PartName="/ppt/ink/ink1772.xml" ContentType="application/inkml+xml"/>
  <Override PartName="/ppt/ink/ink1773.xml" ContentType="application/inkml+xml"/>
  <Override PartName="/ppt/ink/ink1774.xml" ContentType="application/inkml+xml"/>
  <Override PartName="/ppt/ink/ink1775.xml" ContentType="application/inkml+xml"/>
  <Override PartName="/ppt/ink/ink1776.xml" ContentType="application/inkml+xml"/>
  <Override PartName="/ppt/ink/ink1777.xml" ContentType="application/inkml+xml"/>
  <Override PartName="/ppt/ink/ink1778.xml" ContentType="application/inkml+xml"/>
  <Override PartName="/ppt/ink/ink1779.xml" ContentType="application/inkml+xml"/>
  <Override PartName="/ppt/ink/ink1780.xml" ContentType="application/inkml+xml"/>
  <Override PartName="/ppt/ink/ink1781.xml" ContentType="application/inkml+xml"/>
  <Override PartName="/ppt/ink/ink1782.xml" ContentType="application/inkml+xml"/>
  <Override PartName="/ppt/ink/ink1783.xml" ContentType="application/inkml+xml"/>
  <Override PartName="/ppt/ink/ink1784.xml" ContentType="application/inkml+xml"/>
  <Override PartName="/ppt/ink/ink1785.xml" ContentType="application/inkml+xml"/>
  <Override PartName="/ppt/ink/ink1786.xml" ContentType="application/inkml+xml"/>
  <Override PartName="/ppt/ink/ink1787.xml" ContentType="application/inkml+xml"/>
  <Override PartName="/ppt/ink/ink1788.xml" ContentType="application/inkml+xml"/>
  <Override PartName="/ppt/ink/ink1789.xml" ContentType="application/inkml+xml"/>
  <Override PartName="/ppt/ink/ink1790.xml" ContentType="application/inkml+xml"/>
  <Override PartName="/ppt/ink/ink1791.xml" ContentType="application/inkml+xml"/>
  <Override PartName="/ppt/ink/ink1792.xml" ContentType="application/inkml+xml"/>
  <Override PartName="/ppt/ink/ink1793.xml" ContentType="application/inkml+xml"/>
  <Override PartName="/ppt/ink/ink1794.xml" ContentType="application/inkml+xml"/>
  <Override PartName="/ppt/ink/ink1795.xml" ContentType="application/inkml+xml"/>
  <Override PartName="/ppt/ink/ink1796.xml" ContentType="application/inkml+xml"/>
  <Override PartName="/ppt/ink/ink1797.xml" ContentType="application/inkml+xml"/>
  <Override PartName="/ppt/ink/ink1798.xml" ContentType="application/inkml+xml"/>
  <Override PartName="/ppt/ink/ink1799.xml" ContentType="application/inkml+xml"/>
  <Override PartName="/ppt/ink/ink1800.xml" ContentType="application/inkml+xml"/>
  <Override PartName="/ppt/ink/ink1801.xml" ContentType="application/inkml+xml"/>
  <Override PartName="/ppt/ink/ink1802.xml" ContentType="application/inkml+xml"/>
  <Override PartName="/ppt/ink/ink1803.xml" ContentType="application/inkml+xml"/>
  <Override PartName="/ppt/ink/ink1804.xml" ContentType="application/inkml+xml"/>
  <Override PartName="/ppt/ink/ink1805.xml" ContentType="application/inkml+xml"/>
  <Override PartName="/ppt/ink/ink1806.xml" ContentType="application/inkml+xml"/>
  <Override PartName="/ppt/ink/ink1807.xml" ContentType="application/inkml+xml"/>
  <Override PartName="/ppt/ink/ink1808.xml" ContentType="application/inkml+xml"/>
  <Override PartName="/ppt/ink/ink1809.xml" ContentType="application/inkml+xml"/>
  <Override PartName="/ppt/ink/ink1810.xml" ContentType="application/inkml+xml"/>
  <Override PartName="/ppt/ink/ink1811.xml" ContentType="application/inkml+xml"/>
  <Override PartName="/ppt/ink/ink1812.xml" ContentType="application/inkml+xml"/>
  <Override PartName="/ppt/ink/ink1813.xml" ContentType="application/inkml+xml"/>
  <Override PartName="/ppt/ink/ink1814.xml" ContentType="application/inkml+xml"/>
  <Override PartName="/ppt/ink/ink1815.xml" ContentType="application/inkml+xml"/>
  <Override PartName="/ppt/ink/ink1816.xml" ContentType="application/inkml+xml"/>
  <Override PartName="/ppt/ink/ink1817.xml" ContentType="application/inkml+xml"/>
  <Override PartName="/ppt/ink/ink1818.xml" ContentType="application/inkml+xml"/>
  <Override PartName="/ppt/ink/ink1819.xml" ContentType="application/inkml+xml"/>
  <Override PartName="/ppt/ink/ink1820.xml" ContentType="application/inkml+xml"/>
  <Override PartName="/ppt/ink/ink1821.xml" ContentType="application/inkml+xml"/>
  <Override PartName="/ppt/ink/ink1822.xml" ContentType="application/inkml+xml"/>
  <Override PartName="/ppt/ink/ink1823.xml" ContentType="application/inkml+xml"/>
  <Override PartName="/ppt/ink/ink1824.xml" ContentType="application/inkml+xml"/>
  <Override PartName="/ppt/ink/ink1825.xml" ContentType="application/inkml+xml"/>
  <Override PartName="/ppt/ink/ink1826.xml" ContentType="application/inkml+xml"/>
  <Override PartName="/ppt/ink/ink1827.xml" ContentType="application/inkml+xml"/>
  <Override PartName="/ppt/ink/ink1828.xml" ContentType="application/inkml+xml"/>
  <Override PartName="/ppt/ink/ink1829.xml" ContentType="application/inkml+xml"/>
  <Override PartName="/ppt/ink/ink1830.xml" ContentType="application/inkml+xml"/>
  <Override PartName="/ppt/ink/ink1831.xml" ContentType="application/inkml+xml"/>
  <Override PartName="/ppt/ink/ink1832.xml" ContentType="application/inkml+xml"/>
  <Override PartName="/ppt/ink/ink1833.xml" ContentType="application/inkml+xml"/>
  <Override PartName="/ppt/ink/ink1834.xml" ContentType="application/inkml+xml"/>
  <Override PartName="/ppt/ink/ink1835.xml" ContentType="application/inkml+xml"/>
  <Override PartName="/ppt/ink/ink1836.xml" ContentType="application/inkml+xml"/>
  <Override PartName="/ppt/ink/ink1837.xml" ContentType="application/inkml+xml"/>
  <Override PartName="/ppt/ink/ink1838.xml" ContentType="application/inkml+xml"/>
  <Override PartName="/ppt/ink/ink1839.xml" ContentType="application/inkml+xml"/>
  <Override PartName="/ppt/ink/ink1840.xml" ContentType="application/inkml+xml"/>
  <Override PartName="/ppt/ink/ink1841.xml" ContentType="application/inkml+xml"/>
  <Override PartName="/ppt/ink/ink1842.xml" ContentType="application/inkml+xml"/>
  <Override PartName="/ppt/ink/ink1843.xml" ContentType="application/inkml+xml"/>
  <Override PartName="/ppt/ink/ink1844.xml" ContentType="application/inkml+xml"/>
  <Override PartName="/ppt/ink/ink1845.xml" ContentType="application/inkml+xml"/>
  <Override PartName="/ppt/ink/ink1846.xml" ContentType="application/inkml+xml"/>
  <Override PartName="/ppt/ink/ink1847.xml" ContentType="application/inkml+xml"/>
  <Override PartName="/ppt/ink/ink1848.xml" ContentType="application/inkml+xml"/>
  <Override PartName="/ppt/ink/ink1849.xml" ContentType="application/inkml+xml"/>
  <Override PartName="/ppt/ink/ink1850.xml" ContentType="application/inkml+xml"/>
  <Override PartName="/ppt/ink/ink1851.xml" ContentType="application/inkml+xml"/>
  <Override PartName="/ppt/ink/ink1852.xml" ContentType="application/inkml+xml"/>
  <Override PartName="/ppt/ink/ink1853.xml" ContentType="application/inkml+xml"/>
  <Override PartName="/ppt/ink/ink1854.xml" ContentType="application/inkml+xml"/>
  <Override PartName="/ppt/ink/ink1855.xml" ContentType="application/inkml+xml"/>
  <Override PartName="/ppt/ink/ink1856.xml" ContentType="application/inkml+xml"/>
  <Override PartName="/ppt/ink/ink1857.xml" ContentType="application/inkml+xml"/>
  <Override PartName="/ppt/ink/ink1858.xml" ContentType="application/inkml+xml"/>
  <Override PartName="/ppt/ink/ink1859.xml" ContentType="application/inkml+xml"/>
  <Override PartName="/ppt/ink/ink1860.xml" ContentType="application/inkml+xml"/>
  <Override PartName="/ppt/ink/ink1861.xml" ContentType="application/inkml+xml"/>
  <Override PartName="/ppt/ink/ink1862.xml" ContentType="application/inkml+xml"/>
  <Override PartName="/ppt/ink/ink1863.xml" ContentType="application/inkml+xml"/>
  <Override PartName="/ppt/ink/ink1864.xml" ContentType="application/inkml+xml"/>
  <Override PartName="/ppt/ink/ink1865.xml" ContentType="application/inkml+xml"/>
  <Override PartName="/ppt/ink/ink1866.xml" ContentType="application/inkml+xml"/>
  <Override PartName="/ppt/ink/ink1867.xml" ContentType="application/inkml+xml"/>
  <Override PartName="/ppt/ink/ink1868.xml" ContentType="application/inkml+xml"/>
  <Override PartName="/ppt/ink/ink1869.xml" ContentType="application/inkml+xml"/>
  <Override PartName="/ppt/ink/ink1870.xml" ContentType="application/inkml+xml"/>
  <Override PartName="/ppt/ink/ink1871.xml" ContentType="application/inkml+xml"/>
  <Override PartName="/ppt/ink/ink1872.xml" ContentType="application/inkml+xml"/>
  <Override PartName="/ppt/ink/ink1873.xml" ContentType="application/inkml+xml"/>
  <Override PartName="/ppt/ink/ink1874.xml" ContentType="application/inkml+xml"/>
  <Override PartName="/ppt/ink/ink1875.xml" ContentType="application/inkml+xml"/>
  <Override PartName="/ppt/ink/ink1876.xml" ContentType="application/inkml+xml"/>
  <Override PartName="/ppt/ink/ink1877.xml" ContentType="application/inkml+xml"/>
  <Override PartName="/ppt/ink/ink1878.xml" ContentType="application/inkml+xml"/>
  <Override PartName="/ppt/ink/ink1879.xml" ContentType="application/inkml+xml"/>
  <Override PartName="/ppt/ink/ink1880.xml" ContentType="application/inkml+xml"/>
  <Override PartName="/ppt/ink/ink1881.xml" ContentType="application/inkml+xml"/>
  <Override PartName="/ppt/ink/ink1882.xml" ContentType="application/inkml+xml"/>
  <Override PartName="/ppt/ink/ink1883.xml" ContentType="application/inkml+xml"/>
  <Override PartName="/ppt/ink/ink1884.xml" ContentType="application/inkml+xml"/>
  <Override PartName="/ppt/ink/ink1885.xml" ContentType="application/inkml+xml"/>
  <Override PartName="/ppt/ink/ink1886.xml" ContentType="application/inkml+xml"/>
  <Override PartName="/ppt/ink/ink1887.xml" ContentType="application/inkml+xml"/>
  <Override PartName="/ppt/ink/ink1888.xml" ContentType="application/inkml+xml"/>
  <Override PartName="/ppt/ink/ink1889.xml" ContentType="application/inkml+xml"/>
  <Override PartName="/ppt/ink/ink1890.xml" ContentType="application/inkml+xml"/>
  <Override PartName="/ppt/ink/ink1891.xml" ContentType="application/inkml+xml"/>
  <Override PartName="/ppt/ink/ink1892.xml" ContentType="application/inkml+xml"/>
  <Override PartName="/ppt/ink/ink1893.xml" ContentType="application/inkml+xml"/>
  <Override PartName="/ppt/ink/ink1894.xml" ContentType="application/inkml+xml"/>
  <Override PartName="/ppt/ink/ink1895.xml" ContentType="application/inkml+xml"/>
  <Override PartName="/ppt/ink/ink1896.xml" ContentType="application/inkml+xml"/>
  <Override PartName="/ppt/ink/ink1897.xml" ContentType="application/inkml+xml"/>
  <Override PartName="/ppt/ink/ink1898.xml" ContentType="application/inkml+xml"/>
  <Override PartName="/ppt/ink/ink1899.xml" ContentType="application/inkml+xml"/>
  <Override PartName="/ppt/ink/ink1900.xml" ContentType="application/inkml+xml"/>
  <Override PartName="/ppt/ink/ink1901.xml" ContentType="application/inkml+xml"/>
  <Override PartName="/ppt/ink/ink1902.xml" ContentType="application/inkml+xml"/>
  <Override PartName="/ppt/ink/ink1903.xml" ContentType="application/inkml+xml"/>
  <Override PartName="/ppt/ink/ink1904.xml" ContentType="application/inkml+xml"/>
  <Override PartName="/ppt/ink/ink1905.xml" ContentType="application/inkml+xml"/>
  <Override PartName="/ppt/ink/ink1906.xml" ContentType="application/inkml+xml"/>
  <Override PartName="/ppt/notesSlides/notesSlide2.xml" ContentType="application/vnd.openxmlformats-officedocument.presentationml.notesSlide+xml"/>
  <Override PartName="/ppt/ink/ink1907.xml" ContentType="application/inkml+xml"/>
  <Override PartName="/ppt/ink/ink1908.xml" ContentType="application/inkml+xml"/>
  <Override PartName="/ppt/ink/ink1909.xml" ContentType="application/inkml+xml"/>
  <Override PartName="/ppt/ink/ink1910.xml" ContentType="application/inkml+xml"/>
  <Override PartName="/ppt/ink/ink1911.xml" ContentType="application/inkml+xml"/>
  <Override PartName="/ppt/ink/ink1912.xml" ContentType="application/inkml+xml"/>
  <Override PartName="/ppt/ink/ink1913.xml" ContentType="application/inkml+xml"/>
  <Override PartName="/ppt/ink/ink1914.xml" ContentType="application/inkml+xml"/>
  <Override PartName="/ppt/ink/ink1915.xml" ContentType="application/inkml+xml"/>
  <Override PartName="/ppt/ink/ink1916.xml" ContentType="application/inkml+xml"/>
  <Override PartName="/ppt/ink/ink1917.xml" ContentType="application/inkml+xml"/>
  <Override PartName="/ppt/ink/ink1918.xml" ContentType="application/inkml+xml"/>
  <Override PartName="/ppt/ink/ink1919.xml" ContentType="application/inkml+xml"/>
  <Override PartName="/ppt/ink/ink1920.xml" ContentType="application/inkml+xml"/>
  <Override PartName="/ppt/ink/ink1921.xml" ContentType="application/inkml+xml"/>
  <Override PartName="/ppt/ink/ink1922.xml" ContentType="application/inkml+xml"/>
  <Override PartName="/ppt/ink/ink1923.xml" ContentType="application/inkml+xml"/>
  <Override PartName="/ppt/ink/ink1924.xml" ContentType="application/inkml+xml"/>
  <Override PartName="/ppt/ink/ink1925.xml" ContentType="application/inkml+xml"/>
  <Override PartName="/ppt/ink/ink1926.xml" ContentType="application/inkml+xml"/>
  <Override PartName="/ppt/ink/ink1927.xml" ContentType="application/inkml+xml"/>
  <Override PartName="/ppt/ink/ink1928.xml" ContentType="application/inkml+xml"/>
  <Override PartName="/ppt/ink/ink1929.xml" ContentType="application/inkml+xml"/>
  <Override PartName="/ppt/ink/ink1930.xml" ContentType="application/inkml+xml"/>
  <Override PartName="/ppt/ink/ink1931.xml" ContentType="application/inkml+xml"/>
  <Override PartName="/ppt/ink/ink1932.xml" ContentType="application/inkml+xml"/>
  <Override PartName="/ppt/ink/ink1933.xml" ContentType="application/inkml+xml"/>
  <Override PartName="/ppt/ink/ink1934.xml" ContentType="application/inkml+xml"/>
  <Override PartName="/ppt/ink/ink1935.xml" ContentType="application/inkml+xml"/>
  <Override PartName="/ppt/ink/ink1936.xml" ContentType="application/inkml+xml"/>
  <Override PartName="/ppt/ink/ink1937.xml" ContentType="application/inkml+xml"/>
  <Override PartName="/ppt/ink/ink1938.xml" ContentType="application/inkml+xml"/>
  <Override PartName="/ppt/ink/ink1939.xml" ContentType="application/inkml+xml"/>
  <Override PartName="/ppt/ink/ink1940.xml" ContentType="application/inkml+xml"/>
  <Override PartName="/ppt/ink/ink1941.xml" ContentType="application/inkml+xml"/>
  <Override PartName="/ppt/ink/ink1942.xml" ContentType="application/inkml+xml"/>
  <Override PartName="/ppt/ink/ink1943.xml" ContentType="application/inkml+xml"/>
  <Override PartName="/ppt/ink/ink1944.xml" ContentType="application/inkml+xml"/>
  <Override PartName="/ppt/ink/ink1945.xml" ContentType="application/inkml+xml"/>
  <Override PartName="/ppt/ink/ink1946.xml" ContentType="application/inkml+xml"/>
  <Override PartName="/ppt/ink/ink1947.xml" ContentType="application/inkml+xml"/>
  <Override PartName="/ppt/ink/ink1948.xml" ContentType="application/inkml+xml"/>
  <Override PartName="/ppt/ink/ink1949.xml" ContentType="application/inkml+xml"/>
  <Override PartName="/ppt/ink/ink1950.xml" ContentType="application/inkml+xml"/>
  <Override PartName="/ppt/ink/ink1951.xml" ContentType="application/inkml+xml"/>
  <Override PartName="/ppt/ink/ink1952.xml" ContentType="application/inkml+xml"/>
  <Override PartName="/ppt/ink/ink1953.xml" ContentType="application/inkml+xml"/>
  <Override PartName="/ppt/ink/ink1954.xml" ContentType="application/inkml+xml"/>
  <Override PartName="/ppt/ink/ink1955.xml" ContentType="application/inkml+xml"/>
  <Override PartName="/ppt/ink/ink1956.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91"/>
  </p:notesMasterIdLst>
  <p:handoutMasterIdLst>
    <p:handoutMasterId r:id="rId92"/>
  </p:handoutMasterIdLst>
  <p:sldIdLst>
    <p:sldId id="365" r:id="rId2"/>
    <p:sldId id="366" r:id="rId3"/>
    <p:sldId id="367" r:id="rId4"/>
    <p:sldId id="368" r:id="rId5"/>
    <p:sldId id="369" r:id="rId6"/>
    <p:sldId id="370" r:id="rId7"/>
    <p:sldId id="371" r:id="rId8"/>
    <p:sldId id="372" r:id="rId9"/>
    <p:sldId id="373" r:id="rId10"/>
    <p:sldId id="374" r:id="rId11"/>
    <p:sldId id="375" r:id="rId12"/>
    <p:sldId id="376" r:id="rId13"/>
    <p:sldId id="377" r:id="rId14"/>
    <p:sldId id="378" r:id="rId15"/>
    <p:sldId id="379" r:id="rId16"/>
    <p:sldId id="380" r:id="rId17"/>
    <p:sldId id="381" r:id="rId18"/>
    <p:sldId id="382" r:id="rId19"/>
    <p:sldId id="383" r:id="rId20"/>
    <p:sldId id="384" r:id="rId21"/>
    <p:sldId id="385" r:id="rId22"/>
    <p:sldId id="386" r:id="rId23"/>
    <p:sldId id="387" r:id="rId24"/>
    <p:sldId id="388" r:id="rId25"/>
    <p:sldId id="389" r:id="rId26"/>
    <p:sldId id="390" r:id="rId27"/>
    <p:sldId id="391" r:id="rId28"/>
    <p:sldId id="392" r:id="rId29"/>
    <p:sldId id="393" r:id="rId30"/>
    <p:sldId id="394" r:id="rId31"/>
    <p:sldId id="395" r:id="rId32"/>
    <p:sldId id="396" r:id="rId33"/>
    <p:sldId id="397" r:id="rId34"/>
    <p:sldId id="398" r:id="rId35"/>
    <p:sldId id="399" r:id="rId36"/>
    <p:sldId id="400" r:id="rId37"/>
    <p:sldId id="401" r:id="rId38"/>
    <p:sldId id="402" r:id="rId39"/>
    <p:sldId id="403" r:id="rId40"/>
    <p:sldId id="404" r:id="rId41"/>
    <p:sldId id="405" r:id="rId42"/>
    <p:sldId id="406" r:id="rId43"/>
    <p:sldId id="407" r:id="rId44"/>
    <p:sldId id="408" r:id="rId45"/>
    <p:sldId id="409" r:id="rId46"/>
    <p:sldId id="410" r:id="rId47"/>
    <p:sldId id="411" r:id="rId48"/>
    <p:sldId id="412" r:id="rId49"/>
    <p:sldId id="413" r:id="rId50"/>
    <p:sldId id="414" r:id="rId51"/>
    <p:sldId id="415" r:id="rId52"/>
    <p:sldId id="416" r:id="rId53"/>
    <p:sldId id="417" r:id="rId54"/>
    <p:sldId id="418" r:id="rId55"/>
    <p:sldId id="419" r:id="rId56"/>
    <p:sldId id="420" r:id="rId57"/>
    <p:sldId id="421" r:id="rId58"/>
    <p:sldId id="422" r:id="rId59"/>
    <p:sldId id="423" r:id="rId60"/>
    <p:sldId id="424" r:id="rId61"/>
    <p:sldId id="425" r:id="rId62"/>
    <p:sldId id="426" r:id="rId63"/>
    <p:sldId id="427" r:id="rId64"/>
    <p:sldId id="428" r:id="rId65"/>
    <p:sldId id="429" r:id="rId66"/>
    <p:sldId id="430" r:id="rId67"/>
    <p:sldId id="431" r:id="rId68"/>
    <p:sldId id="432" r:id="rId69"/>
    <p:sldId id="433" r:id="rId70"/>
    <p:sldId id="434" r:id="rId71"/>
    <p:sldId id="435" r:id="rId72"/>
    <p:sldId id="436" r:id="rId73"/>
    <p:sldId id="437" r:id="rId74"/>
    <p:sldId id="438" r:id="rId75"/>
    <p:sldId id="439" r:id="rId76"/>
    <p:sldId id="440" r:id="rId77"/>
    <p:sldId id="441" r:id="rId78"/>
    <p:sldId id="442" r:id="rId79"/>
    <p:sldId id="443" r:id="rId80"/>
    <p:sldId id="444" r:id="rId81"/>
    <p:sldId id="445" r:id="rId82"/>
    <p:sldId id="446" r:id="rId83"/>
    <p:sldId id="447" r:id="rId84"/>
    <p:sldId id="448" r:id="rId85"/>
    <p:sldId id="449" r:id="rId86"/>
    <p:sldId id="450" r:id="rId87"/>
    <p:sldId id="451" r:id="rId88"/>
    <p:sldId id="452" r:id="rId89"/>
    <p:sldId id="453" r:id="rId90"/>
  </p:sldIdLst>
  <p:sldSz cx="12192000" cy="6858000"/>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5"/>
    <a:srgbClr val="F9F9F9"/>
    <a:srgbClr val="F7F7F7"/>
    <a:srgbClr val="FAFAFA"/>
    <a:srgbClr val="FBFBFB"/>
    <a:srgbClr val="F1F1F1"/>
    <a:srgbClr val="00CC99"/>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80" autoAdjust="0"/>
    <p:restoredTop sz="89320" autoAdjust="0"/>
  </p:normalViewPr>
  <p:slideViewPr>
    <p:cSldViewPr>
      <p:cViewPr varScale="1">
        <p:scale>
          <a:sx n="79" d="100"/>
          <a:sy n="79" d="100"/>
        </p:scale>
        <p:origin x="60" y="40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2656"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52657"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2092AD-8239-43C8-BF09-CA1435120B02}" type="datetimeFigureOut">
              <a:rPr lang="zh-CN" altLang="en-US" smtClean="0"/>
              <a:t>2025/12/15</a:t>
            </a:fld>
            <a:endParaRPr lang="zh-CN" altLang="en-US"/>
          </a:p>
        </p:txBody>
      </p:sp>
      <p:sp>
        <p:nvSpPr>
          <p:cNvPr id="1052658"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52659"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3E1A2B-F9F7-436F-B0FB-F6177494B8E8}"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ink/ink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73"/>
    </inkml:context>
    <inkml:brush xml:id="br0">
      <inkml:brushProperty name="width" value="0.05953" units="cm"/>
      <inkml:brushProperty name="height" value="0.05953" units="cm"/>
      <inkml:brushProperty name="fitToCurve" value="1"/>
    </inkml:brush>
  </inkml:definitions>
  <inkml:trace contextRef="#ctx0" brushRef="#br0">19619 12985 533</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75"/>
    </inkml:context>
    <inkml:brush xml:id="br0">
      <inkml:brushProperty name="width" value="0.05953" units="cm"/>
      <inkml:brushProperty name="height" value="0.05953" units="cm"/>
      <inkml:brushProperty name="fitToCurve" value="1"/>
    </inkml:brush>
  </inkml:definitions>
  <inkml:trace contextRef="#ctx0" brushRef="#br0">16041 9515 136,'-115'37'454,"25"22"-343,-40 32-51,-19 9-24,-24 21-15,60-34-11,-43 51 0,55-23-6,-15 35-2,24-23-4,-1 21-6,2 20-5,15-20 0,-5 24-18,6 20-15,29-52-3,3 4 3,15-3 6,16-42 7,4-6-1,11-5-28,-30-1-401</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76"/>
    </inkml:context>
    <inkml:brush xml:id="br0">
      <inkml:brushProperty name="width" value="0.05953" units="cm"/>
      <inkml:brushProperty name="height" value="0.05953" units="cm"/>
      <inkml:brushProperty name="fitToCurve" value="1"/>
    </inkml:brush>
  </inkml:definitions>
  <inkml:trace contextRef="#ctx0" brushRef="#br0">14008 11063 153,'-56'123'84,"28"23"15,21-67-39,7-1 13,10 24 6,11 26 38,9-22-23,27 8-12,83-54-69,-41-168-30,-38-31-57,18 51-313</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77"/>
    </inkml:context>
    <inkml:brush xml:id="br0">
      <inkml:brushProperty name="width" value="0.05953" units="cm"/>
      <inkml:brushProperty name="height" value="0.05953" units="cm"/>
      <inkml:brushProperty name="fitToCurve" value="1"/>
    </inkml:brush>
  </inkml:definitions>
  <inkml:trace contextRef="#ctx0" brushRef="#br0">13626 12480 486,'81'8'326,"27"81"-306,-17 63-16,-34 0-2,-18-11 1,-11 36 5,-19-36 4,-64-288 11,85-31-22,19 35 0,11 6-1,21-2 0,27 13-1,19 32-4,10 142-70,-50 20-199</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78"/>
    </inkml:context>
    <inkml:brush xml:id="br0">
      <inkml:brushProperty name="width" value="0.05953" units="cm"/>
      <inkml:brushProperty name="height" value="0.05953" units="cm"/>
      <inkml:brushProperty name="fitToCurve" value="1"/>
    </inkml:brush>
  </inkml:definitions>
  <inkml:trace contextRef="#ctx0" brushRef="#br0">14485 12992 837</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79"/>
    </inkml:context>
    <inkml:brush xml:id="br0">
      <inkml:brushProperty name="width" value="0.05953" units="cm"/>
      <inkml:brushProperty name="height" value="0.05953" units="cm"/>
      <inkml:brushProperty name="fitToCurve" value="1"/>
    </inkml:brush>
  </inkml:definitions>
  <inkml:trace contextRef="#ctx0" brushRef="#br0">2276 12063 279,'-107'74'335,"37"13"-181,-24 35-121,6-10-24,-5-12-5,9 13-1,237-141-157,-41-22 59,-93 141 89,-79 11 80,2-13-13,-21 38 23,14-10-32,10 24-27,77-4-38,80-12-61,-29-15-283,-49-191 133</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80"/>
    </inkml:context>
    <inkml:brush xml:id="br0">
      <inkml:brushProperty name="width" value="0.05953" units="cm"/>
      <inkml:brushProperty name="height" value="0.05953" units="cm"/>
      <inkml:brushProperty name="fitToCurve" value="1"/>
    </inkml:brush>
  </inkml:definitions>
  <inkml:trace contextRef="#ctx0" brushRef="#br0">2030 12714 311,'75'-96'165,"128"6"157,-68 45-599,-52 45 13</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81"/>
    </inkml:context>
    <inkml:brush xml:id="br0">
      <inkml:brushProperty name="width" value="0.05953" units="cm"/>
      <inkml:brushProperty name="height" value="0.05953" units="cm"/>
      <inkml:brushProperty name="fitToCurve" value="1"/>
    </inkml:brush>
  </inkml:definitions>
  <inkml:trace contextRef="#ctx0" brushRef="#br0">2288 12196 136,'30'110'83,"-26"4"11,-41 5 140,-11-31-45,15 31-93,186-78-193,-63 14-153</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82"/>
    </inkml:context>
    <inkml:brush xml:id="br0">
      <inkml:brushProperty name="width" value="0.05953" units="cm"/>
      <inkml:brushProperty name="height" value="0.05953" units="cm"/>
      <inkml:brushProperty name="fitToCurve" value="1"/>
    </inkml:brush>
  </inkml:definitions>
  <inkml:trace contextRef="#ctx0" brushRef="#br0">2206 12776 147,'25'141'514,"-86"-45"-336,180 14-441,-77-27-29</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83"/>
    </inkml:context>
    <inkml:brush xml:id="br0">
      <inkml:brushProperty name="width" value="0.05953" units="cm"/>
      <inkml:brushProperty name="height" value="0.05953" units="cm"/>
      <inkml:brushProperty name="fitToCurve" value="1"/>
    </inkml:brush>
  </inkml:definitions>
  <inkml:trace contextRef="#ctx0" brushRef="#br0">2870 12120 509,'34'81'299,"11"54"-280,-36 3-42,-39-48-149</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84"/>
    </inkml:context>
    <inkml:brush xml:id="br0">
      <inkml:brushProperty name="width" value="0.05953" units="cm"/>
      <inkml:brushProperty name="height" value="0.05953" units="cm"/>
      <inkml:brushProperty name="fitToCurve" value="1"/>
    </inkml:brush>
  </inkml:definitions>
  <inkml:trace contextRef="#ctx0" brushRef="#br0">2884 12200 261,'90'-66'83,"60"34"86,-53 24-102,9 20-39,-93 98 104,-88-11-64,-37-22-442,139-197 272,-145 250 473,19-25-280,9 8-63,164 2-272,23-162 118,3 74 170,-91 56 4,-5 10-17,-2 38 30,-4 2 12,-5-1-7,-3 22-2,-5-18-39,-56-275-90,50 1-66,8 23 12,30 32-159</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85"/>
    </inkml:context>
    <inkml:brush xml:id="br0">
      <inkml:brushProperty name="width" value="0.05953" units="cm"/>
      <inkml:brushProperty name="height" value="0.05953" units="cm"/>
      <inkml:brushProperty name="fitToCurve" value="1"/>
    </inkml:brush>
  </inkml:definitions>
  <inkml:trace contextRef="#ctx0" brushRef="#br0">3111 12663 136,'-58'88'382,"-4"17"-296,1-15-58,-18 7-39,8-9-23,0-5-26,-18-39-137</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86"/>
    </inkml:context>
    <inkml:brush xml:id="br0">
      <inkml:brushProperty name="width" value="0.05953" units="cm"/>
      <inkml:brushProperty name="height" value="0.05953" units="cm"/>
      <inkml:brushProperty name="fitToCurve" value="1"/>
    </inkml:brush>
  </inkml:definitions>
  <inkml:trace contextRef="#ctx0" brushRef="#br0">3113 12767 575,'80'76'24,"-12"3"79,34 10-5,10-21-97,29-28-67,-58 16-183</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87"/>
    </inkml:context>
    <inkml:brush xml:id="br0">
      <inkml:brushProperty name="width" value="0.05953" units="cm"/>
      <inkml:brushProperty name="height" value="0.05953" units="cm"/>
      <inkml:brushProperty name="fitToCurve" value="1"/>
    </inkml:brush>
  </inkml:definitions>
  <inkml:trace contextRef="#ctx0" brushRef="#br0">4391 12267 212,'-78'126'564,"64"-1"-552,64 1-34,31-15-26,23-35-44,-3-10 18,-9 86 233,-155-38-23,-69-40-126,-20-108-35,30-80-2,24-16-35,29 30-173,46 15-132</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88"/>
    </inkml:context>
    <inkml:brush xml:id="br0">
      <inkml:brushProperty name="width" value="0.05953" units="cm"/>
      <inkml:brushProperty name="height" value="0.05953" units="cm"/>
      <inkml:brushProperty name="fitToCurve" value="1"/>
    </inkml:brush>
  </inkml:definitions>
  <inkml:trace contextRef="#ctx0" brushRef="#br0">4163 12336 230,'91'-25'-17,"2"7"42,-3 40-20,-54 67-68,-91 35 25,-14-37 35,-37 2 9,-3-14 28,10-6 51,2 5 112,159 49 179,126-169-413,-60 1-139,-40 43-36</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89"/>
    </inkml:context>
    <inkml:brush xml:id="br0">
      <inkml:brushProperty name="width" value="0.05953" units="cm"/>
      <inkml:brushProperty name="height" value="0.05953" units="cm"/>
      <inkml:brushProperty name="fitToCurve" value="1"/>
    </inkml:brush>
  </inkml:definitions>
  <inkml:trace contextRef="#ctx0" brushRef="#br0">5079 12321 234,'139'-42'432,"-11"15"-381,-6 19-53,-169 122-2,-58-31 55,-3-5-9,-13 15-26,8 2 0,114 42-5,147-128-44,-5-18-98,-54 33-101</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90"/>
    </inkml:context>
    <inkml:brush xml:id="br0">
      <inkml:brushProperty name="width" value="0.05953" units="cm"/>
      <inkml:brushProperty name="height" value="0.05953" units="cm"/>
      <inkml:brushProperty name="fitToCurve" value="1"/>
    </inkml:brush>
  </inkml:definitions>
  <inkml:trace contextRef="#ctx0" brushRef="#br0">5177 12420 136,'-37'105'15,"-3"19"17,5-27 5,10-13 21,2 26 69,147-97-9,-47-106-121,46-68-5,-15 31 102,-120 244 131,-18 21-202,8 7-23,-25-54-183</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91"/>
    </inkml:context>
    <inkml:brush xml:id="br0">
      <inkml:brushProperty name="width" value="0.05953" units="cm"/>
      <inkml:brushProperty name="height" value="0.05953" units="cm"/>
      <inkml:brushProperty name="fitToCurve" value="1"/>
    </inkml:brush>
  </inkml:definitions>
  <inkml:trace contextRef="#ctx0" brushRef="#br0">5704 12120 269,'-94'128'562,"11"-15"-567,-5 22-12,40-13 3,162-58-157,5-85 59,-27 0 51,-11 113 274,-136 25-77,-7 2-76,2 11-49,9 13-18,-10-63-178</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92"/>
    </inkml:context>
    <inkml:brush xml:id="br0">
      <inkml:brushProperty name="width" value="0.05953" units="cm"/>
      <inkml:brushProperty name="height" value="0.05953" units="cm"/>
      <inkml:brushProperty name="fitToCurve" value="1"/>
    </inkml:brush>
  </inkml:definitions>
  <inkml:trace contextRef="#ctx0" brushRef="#br0">5014 13029 238,'-94'153'569,"-1"-15"-525,-12-8-36,-11-3-17,10-35-32,20-56-132</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93"/>
    </inkml:context>
    <inkml:brush xml:id="br0">
      <inkml:brushProperty name="width" value="0.05953" units="cm"/>
      <inkml:brushProperty name="height" value="0.05953" units="cm"/>
      <inkml:brushProperty name="fitToCurve" value="1"/>
    </inkml:brush>
  </inkml:definitions>
  <inkml:trace contextRef="#ctx0" brushRef="#br0">4834 13062 581,'80'81'200,"37"2"-113,6-11-78,8-3-11,-17 14-9,-130 57-466</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94"/>
    </inkml:context>
    <inkml:brush xml:id="br0">
      <inkml:brushProperty name="width" value="0.05953" units="cm"/>
      <inkml:brushProperty name="height" value="0.05953" units="cm"/>
      <inkml:brushProperty name="fitToCurve" value="1"/>
    </inkml:brush>
  </inkml:definitions>
  <inkml:trace contextRef="#ctx0" brushRef="#br0">4828 13348 363,'0'85'75,"0"14"32,0 26 14,-10 15-13,-15-9-51,-8 10-34,-15 15-54,-17-65-249</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95"/>
    </inkml:context>
    <inkml:brush xml:id="br0">
      <inkml:brushProperty name="width" value="0.05953" units="cm"/>
      <inkml:brushProperty name="height" value="0.05953" units="cm"/>
      <inkml:brushProperty name="fitToCurve" value="1"/>
    </inkml:brush>
  </inkml:definitions>
  <inkml:trace contextRef="#ctx0" brushRef="#br0">4729 13422 221,'100'-36'234,"88"51"107,-64 51-284,-97 77-53,-151-66-1,65 54-105,183-59-48,-42 6 91,-106 12 113,-60-31 52,-34-29 24,37-35-234,-2-2-623</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96"/>
    </inkml:context>
    <inkml:brush xml:id="br0">
      <inkml:brushProperty name="width" value="0.05953" units="cm"/>
      <inkml:brushProperty name="height" value="0.05953" units="cm"/>
      <inkml:brushProperty name="fitToCurve" value="1"/>
    </inkml:brush>
  </inkml:definitions>
  <inkml:trace contextRef="#ctx0" brushRef="#br0">6129 12251 822,'-15'133'48,"7"9"-65,-25 26-236,-12-87-51</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97"/>
    </inkml:context>
    <inkml:brush xml:id="br0">
      <inkml:brushProperty name="width" value="0.05953" units="cm"/>
      <inkml:brushProperty name="height" value="0.05953" units="cm"/>
      <inkml:brushProperty name="fitToCurve" value="1"/>
    </inkml:brush>
  </inkml:definitions>
  <inkml:trace contextRef="#ctx0" brushRef="#br0">5942 12937 492,'-4'-80'331,"89"-41"-302,14 4-179,-16 66-89</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98"/>
    </inkml:context>
    <inkml:brush xml:id="br0">
      <inkml:brushProperty name="width" value="0.05953" units="cm"/>
      <inkml:brushProperty name="height" value="0.05953" units="cm"/>
      <inkml:brushProperty name="fitToCurve" value="1"/>
    </inkml:brush>
  </inkml:definitions>
  <inkml:trace contextRef="#ctx0" brushRef="#br0">6226 12025 210,'47'143'551,"-41"22"-480,-9-21-51,-7 16-12,-3 6-7,-3-3-7,3-24-28,4-6-128,-25-50-62</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199"/>
    </inkml:context>
    <inkml:brush xml:id="br0">
      <inkml:brushProperty name="width" value="0.05953" units="cm"/>
      <inkml:brushProperty name="height" value="0.05953" units="cm"/>
      <inkml:brushProperty name="fitToCurve" value="1"/>
    </inkml:brush>
  </inkml:definitions>
  <inkml:trace contextRef="#ctx0" brushRef="#br0">6325 12581 409,'141'-117'311,"-14"70"-209,5 17-276,-44 40-46</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00"/>
    </inkml:context>
    <inkml:brush xml:id="br0">
      <inkml:brushProperty name="width" value="0.05953" units="cm"/>
      <inkml:brushProperty name="height" value="0.05953" units="cm"/>
      <inkml:brushProperty name="fitToCurve" value="1"/>
    </inkml:brush>
  </inkml:definitions>
  <inkml:trace contextRef="#ctx0" brushRef="#br0">6586 12069 290,'29'159'471,"-48"-4"-418,-7-20-33,-5 6-6,-11 22-3,-10 1-13,1-25-63,-18-53-204</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01"/>
    </inkml:context>
    <inkml:brush xml:id="br0">
      <inkml:brushProperty name="width" value="0.05953" units="cm"/>
      <inkml:brushProperty name="height" value="0.05953" units="cm"/>
      <inkml:brushProperty name="fitToCurve" value="1"/>
    </inkml:brush>
  </inkml:definitions>
  <inkml:trace contextRef="#ctx0" brushRef="#br0">6582 12793 413,'125'104'177,"-33"-147"-295,-65-109-15,-15 60 81,-2-15 10,-6 24 18,5-46 14,-1 24 35,2 4 96,42 250 30,-60-69-409</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02"/>
    </inkml:context>
    <inkml:brush xml:id="br0">
      <inkml:brushProperty name="width" value="0.05953" units="cm"/>
      <inkml:brushProperty name="height" value="0.05953" units="cm"/>
      <inkml:brushProperty name="fitToCurve" value="1"/>
    </inkml:brush>
  </inkml:definitions>
  <inkml:trace contextRef="#ctx0" brushRef="#br0">7245 12856 832,'4'149'9,"-33"-55"-189</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03"/>
    </inkml:context>
    <inkml:brush xml:id="br0">
      <inkml:brushProperty name="width" value="0.05953" units="cm"/>
      <inkml:brushProperty name="height" value="0.05953" units="cm"/>
      <inkml:brushProperty name="fitToCurve" value="1"/>
    </inkml:brush>
  </inkml:definitions>
  <inkml:trace contextRef="#ctx0" brushRef="#br0">7621 12187 384,'197'-10'292,"-73"-2"-203,15-4-60,9 7-26,-232 130 55,-39-43-50,40 38-10,2-56-182</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04"/>
    </inkml:context>
    <inkml:brush xml:id="br0">
      <inkml:brushProperty name="width" value="0.05953" units="cm"/>
      <inkml:brushProperty name="height" value="0.05953" units="cm"/>
      <inkml:brushProperty name="fitToCurve" value="1"/>
    </inkml:brush>
  </inkml:definitions>
  <inkml:trace contextRef="#ctx0" brushRef="#br0">7899 12222 212,'-22'107'189,"-23"51"119,4-41-208,-28 22-58,-23-3-36,-2-22-65,2-55-212</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05"/>
    </inkml:context>
    <inkml:brush xml:id="br0">
      <inkml:brushProperty name="width" value="0.05953" units="cm"/>
      <inkml:brushProperty name="height" value="0.05953" units="cm"/>
      <inkml:brushProperty name="fitToCurve" value="1"/>
    </inkml:brush>
  </inkml:definitions>
  <inkml:trace contextRef="#ctx0" brushRef="#br0">7715 12464 422,'101'138'270,"-12"-49"-135,42-5-93,42-47-63,-28-61-6,-66 38-75,1-2-609</inkml:trace>
</inkml:ink>
</file>

<file path=ppt/ink/ink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06"/>
    </inkml:context>
    <inkml:brush xml:id="br0">
      <inkml:brushProperty name="width" value="0.05953" units="cm"/>
      <inkml:brushProperty name="height" value="0.05953" units="cm"/>
      <inkml:brushProperty name="fitToCurve" value="1"/>
    </inkml:brush>
  </inkml:definitions>
  <inkml:trace contextRef="#ctx0" brushRef="#br0">8383 12449 419,'79'-43'377,"58"3"-307,24 6-65,-5-1-33,-74 43-77,1 1-625</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07"/>
    </inkml:context>
    <inkml:brush xml:id="br0">
      <inkml:brushProperty name="width" value="0.05953" units="cm"/>
      <inkml:brushProperty name="height" value="0.05953" units="cm"/>
      <inkml:brushProperty name="fitToCurve" value="1"/>
    </inkml:brush>
  </inkml:definitions>
  <inkml:trace contextRef="#ctx0" brushRef="#br0">8804 11950 250,'0'100'37,"0"77"162,3-85-85,-2 18-10,5 11-25,-2 22-18,0 10-37,-4-13-14,-6 1-3,-156-180-6,86-86-15,7-15-90,57 52-61</inkml:trace>
</inkml:ink>
</file>

<file path=ppt/ink/ink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08"/>
    </inkml:context>
    <inkml:brush xml:id="br0">
      <inkml:brushProperty name="width" value="0.05953" units="cm"/>
      <inkml:brushProperty name="height" value="0.05953" units="cm"/>
      <inkml:brushProperty name="fitToCurve" value="1"/>
    </inkml:brush>
  </inkml:definitions>
  <inkml:trace contextRef="#ctx0" brushRef="#br0">8485 12393 497,'84'46'220,"38"-3"-149,-37 23-338</inkml:trace>
</inkml:ink>
</file>

<file path=ppt/ink/ink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09"/>
    </inkml:context>
    <inkml:brush xml:id="br0">
      <inkml:brushProperty name="width" value="0.05953" units="cm"/>
      <inkml:brushProperty name="height" value="0.05953" units="cm"/>
      <inkml:brushProperty name="fitToCurve" value="1"/>
    </inkml:brush>
  </inkml:definitions>
  <inkml:trace contextRef="#ctx0" brushRef="#br0">9149 12294 526,'88'-46'227,"40"7"-133,9 7-74,18 9-18,-1 7-20,-15-7-302,-56 39 50</inkml:trace>
</inkml:ink>
</file>

<file path=ppt/ink/ink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10"/>
    </inkml:context>
    <inkml:brush xml:id="br0">
      <inkml:brushProperty name="width" value="0.05953" units="cm"/>
      <inkml:brushProperty name="height" value="0.05953" units="cm"/>
      <inkml:brushProperty name="fitToCurve" value="1"/>
    </inkml:brush>
  </inkml:definitions>
  <inkml:trace contextRef="#ctx0" brushRef="#br0">9753 11805 338,'-40'136'222,"-5"-25"-84,-23 37-42,-17 22-50,-5 7-31,4-12-10,1-29 0,-6-3-1,5-7-18,6-66-169</inkml:trace>
</inkml:ink>
</file>

<file path=ppt/ink/ink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11"/>
    </inkml:context>
    <inkml:brush xml:id="br0">
      <inkml:brushProperty name="width" value="0.05953" units="cm"/>
      <inkml:brushProperty name="height" value="0.05953" units="cm"/>
      <inkml:brushProperty name="fitToCurve" value="1"/>
    </inkml:brush>
  </inkml:definitions>
  <inkml:trace contextRef="#ctx0" brushRef="#br0">9430 12293 136,'24'123'162,"-35"-37"-86,-19 81 128,11-65-105,-9 33 6,-1 10-50,1-1-71,-23-60-160</inkml:trace>
</inkml:ink>
</file>

<file path=ppt/ink/ink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12"/>
    </inkml:context>
    <inkml:brush xml:id="br0">
      <inkml:brushProperty name="width" value="0.05953" units="cm"/>
      <inkml:brushProperty name="height" value="0.05953" units="cm"/>
      <inkml:brushProperty name="fitToCurve" value="1"/>
    </inkml:brush>
  </inkml:definitions>
  <inkml:trace contextRef="#ctx0" brushRef="#br0">9375 12471 163,'112'-72'49,"-21"21"58,36 9 127,-36 55-2,-23 120-150,-32 31-73,-20-18-6,-5-2-1,-21 3-2,-84-27-1,-48-80-24,59-44-81,-1 0-635</inkml:trace>
</inkml:ink>
</file>

<file path=ppt/ink/ink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13"/>
    </inkml:context>
    <inkml:brush xml:id="br0">
      <inkml:brushProperty name="width" value="0.05953" units="cm"/>
      <inkml:brushProperty name="height" value="0.05953" units="cm"/>
      <inkml:brushProperty name="fitToCurve" value="1"/>
    </inkml:brush>
  </inkml:definitions>
  <inkml:trace contextRef="#ctx0" brushRef="#br0">9416 12576 345,'144'-92'37,"3"32"93,-51 30 10,-136 133 77,-73-4-206,-7 11-6,200 17-11,84-180-71,-52-14-213,-24 47-80</inkml:trace>
</inkml:ink>
</file>

<file path=ppt/ink/ink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14"/>
    </inkml:context>
    <inkml:brush xml:id="br0">
      <inkml:brushProperty name="width" value="0.05953" units="cm"/>
      <inkml:brushProperty name="height" value="0.05953" units="cm"/>
      <inkml:brushProperty name="fitToCurve" value="1"/>
    </inkml:brush>
  </inkml:definitions>
  <inkml:trace contextRef="#ctx0" brushRef="#br0">10180 11916 850</inkml:trace>
</inkml:ink>
</file>

<file path=ppt/ink/ink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15"/>
    </inkml:context>
    <inkml:brush xml:id="br0">
      <inkml:brushProperty name="width" value="0.05953" units="cm"/>
      <inkml:brushProperty name="height" value="0.05953" units="cm"/>
      <inkml:brushProperty name="fitToCurve" value="1"/>
    </inkml:brush>
  </inkml:definitions>
  <inkml:trace contextRef="#ctx0" brushRef="#br0">10696 11854 565,'-205'171'309,"62"-79"-304,21-12-3,-1 9 1,239 16-6,39-129-1,-12-10-2,-2-12-3,-232 164 22,-33-20-5,-7 16-5,16-8-2,77 33-6,194-155-28,-20-55-103,-56-15 3,-163 136 385,-15 54-224,-4 10-24,-23 11-13,15-38-244,22-55-52</inkml:trace>
</inkml:ink>
</file>

<file path=ppt/ink/ink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16"/>
    </inkml:context>
    <inkml:brush xml:id="br0">
      <inkml:brushProperty name="width" value="0.05953" units="cm"/>
      <inkml:brushProperty name="height" value="0.05953" units="cm"/>
      <inkml:brushProperty name="fitToCurve" value="1"/>
    </inkml:brush>
  </inkml:definitions>
  <inkml:trace contextRef="#ctx0" brushRef="#br0">10312 12644 492,'173'133'366,"-43"-51"-338,17-79-78,-55 29-129</inkml:trace>
</inkml:ink>
</file>

<file path=ppt/ink/ink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17"/>
    </inkml:context>
    <inkml:brush xml:id="br0">
      <inkml:brushProperty name="width" value="0.05953" units="cm"/>
      <inkml:brushProperty name="height" value="0.05953" units="cm"/>
      <inkml:brushProperty name="fitToCurve" value="1"/>
    </inkml:brush>
  </inkml:definitions>
  <inkml:trace contextRef="#ctx0" brushRef="#br0">9082 9279 713,'187'0'-39,"-56"-11"37,-16-4 20,40-14 4,6-9-2,12-10-2,-30 8 1,72-23 12,13-34-1,-82 23-24,-26-19-18,-14-38-14,-54-16 9,-57-22 28,-74-9 17,-12 62-9,-19 11-3,-72-23-4,15 36-6,7 26-2,-74 29-1,41 33-2,23 25 0,-25 57-1,53 4 0,30 11 0,8 70 0,39-2 1,32-12-1,42 57 1,22-46 0,23-19 0,83 20 0,11-46 0,0-31-2,114-24 1,-24-43-2,-16-26-2,-67-14 1,21-11-8,87-25-91,-141 30-52,6-4-248</inkml:trace>
</inkml:ink>
</file>

<file path=ppt/ink/ink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18"/>
    </inkml:context>
    <inkml:brush xml:id="br0">
      <inkml:brushProperty name="width" value="0.05953" units="cm"/>
      <inkml:brushProperty name="height" value="0.05953" units="cm"/>
      <inkml:brushProperty name="fitToCurve" value="1"/>
    </inkml:brush>
  </inkml:definitions>
  <inkml:trace contextRef="#ctx0" brushRef="#br0">10230 6874 594,'100'-47'208,"34"0"-144,45-7-51,9 9-15,-43 23-11,4 2-126,-65 37-16</inkml:trace>
</inkml:ink>
</file>

<file path=ppt/ink/ink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19"/>
    </inkml:context>
    <inkml:brush xml:id="br0">
      <inkml:brushProperty name="width" value="0.05953" units="cm"/>
      <inkml:brushProperty name="height" value="0.05953" units="cm"/>
      <inkml:brushProperty name="fitToCurve" value="1"/>
    </inkml:brush>
  </inkml:definitions>
  <inkml:trace contextRef="#ctx0" brushRef="#br0">11075 6621 415,'-86'127'120,"24"-31"3,-13 22-22,-11 16-37,-6 1-37,-4 6-15,12-22-9,-13 3-2,1-16-16,9-58-167</inkml:trace>
</inkml:ink>
</file>

<file path=ppt/ink/ink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20"/>
    </inkml:context>
    <inkml:brush xml:id="br0">
      <inkml:brushProperty name="width" value="0.05953" units="cm"/>
      <inkml:brushProperty name="height" value="0.05953" units="cm"/>
      <inkml:brushProperty name="fitToCurve" value="1"/>
    </inkml:brush>
  </inkml:definitions>
  <inkml:trace contextRef="#ctx0" brushRef="#br0">10742 6923 356,'0'122'52,"0"29"50,0-55-80,-4 8-137</inkml:trace>
</inkml:ink>
</file>

<file path=ppt/ink/ink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21"/>
    </inkml:context>
    <inkml:brush xml:id="br0">
      <inkml:brushProperty name="width" value="0.05953" units="cm"/>
      <inkml:brushProperty name="height" value="0.05953" units="cm"/>
      <inkml:brushProperty name="fitToCurve" value="1"/>
    </inkml:brush>
  </inkml:definitions>
  <inkml:trace contextRef="#ctx0" brushRef="#br0">10877 7032 606,'0'110'81,"90"-29"13,-45-1-261</inkml:trace>
</inkml:ink>
</file>

<file path=ppt/ink/ink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22"/>
    </inkml:context>
    <inkml:brush xml:id="br0">
      <inkml:brushProperty name="width" value="0.05953" units="cm"/>
      <inkml:brushProperty name="height" value="0.05953" units="cm"/>
      <inkml:brushProperty name="fitToCurve" value="1"/>
    </inkml:brush>
  </inkml:definitions>
  <inkml:trace contextRef="#ctx0" brushRef="#br0">11371 6433 528,'-11'96'271,"49"37"-219,10 22-208,-61-76 7</inkml:trace>
</inkml:ink>
</file>

<file path=ppt/ink/ink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23"/>
    </inkml:context>
    <inkml:brush xml:id="br0">
      <inkml:brushProperty name="width" value="0.05953" units="cm"/>
      <inkml:brushProperty name="height" value="0.05953" units="cm"/>
      <inkml:brushProperty name="fitToCurve" value="1"/>
    </inkml:brush>
  </inkml:definitions>
  <inkml:trace contextRef="#ctx0" brushRef="#br0">11425 6458 798,'122'-71'-10,"-1"30"44,14 37 4,-36 109-30,-165 42-30,-39-46-63,-23-24-15,40-56-125</inkml:trace>
</inkml:ink>
</file>

<file path=ppt/ink/ink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24"/>
    </inkml:context>
    <inkml:brush xml:id="br0">
      <inkml:brushProperty name="width" value="0.05953" units="cm"/>
      <inkml:brushProperty name="height" value="0.05953" units="cm"/>
      <inkml:brushProperty name="fitToCurve" value="1"/>
    </inkml:brush>
  </inkml:definitions>
  <inkml:trace contextRef="#ctx0" brushRef="#br0">11485 6638 136,'13'-100'43,"69"63"303,7 58-127,-133 104-200,-63-20-3,-10-14 13,0-6 12,259-119-21,1-12-19,6 31-31,-69 34-74,0 0-624</inkml:trace>
</inkml:ink>
</file>

<file path=ppt/ink/ink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25"/>
    </inkml:context>
    <inkml:brush xml:id="br0">
      <inkml:brushProperty name="width" value="0.05953" units="cm"/>
      <inkml:brushProperty name="height" value="0.05953" units="cm"/>
      <inkml:brushProperty name="fitToCurve" value="1"/>
    </inkml:brush>
  </inkml:definitions>
  <inkml:trace contextRef="#ctx0" brushRef="#br0">11754 6795 171,'-43'161'687,"20"-23"-699,-15 5-94,146-220-235,-70-57 225,-84 55 110,-74 65 97,-13 66-63,-1 24-45,-23 24-10,33-16-57</inkml:trace>
</inkml:ink>
</file>

<file path=ppt/ink/ink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26"/>
    </inkml:context>
    <inkml:brush xml:id="br0">
      <inkml:brushProperty name="width" value="0.05953" units="cm"/>
      <inkml:brushProperty name="height" value="0.05953" units="cm"/>
      <inkml:brushProperty name="fitToCurve" value="1"/>
    </inkml:brush>
  </inkml:definitions>
  <inkml:trace contextRef="#ctx0" brushRef="#br0">11199 7072 136,'80'0'25,"52"12"166,25 94 202,-69-13-299,30-21-76,38-84-19,2-71-6,-38 12-29,-26 50-138</inkml:trace>
</inkml:ink>
</file>

<file path=ppt/ink/ink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27"/>
    </inkml:context>
    <inkml:brush xml:id="br0">
      <inkml:brushProperty name="width" value="0.05953" units="cm"/>
      <inkml:brushProperty name="height" value="0.05953" units="cm"/>
      <inkml:brushProperty name="fitToCurve" value="1"/>
    </inkml:brush>
  </inkml:definitions>
  <inkml:trace contextRef="#ctx0" brushRef="#br0">12277 6715 584,'103'-21'234,"63"-51"-186,-28 18-40,15 10-8,-203 190-56,-79-54 52,-7 7 5,5-8 3,16-12 5,218 23 34,43-134-68,-2-31-243,-54 58-25</inkml:trace>
</inkml:ink>
</file>

<file path=ppt/ink/ink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28"/>
    </inkml:context>
    <inkml:brush xml:id="br0">
      <inkml:brushProperty name="width" value="0.05953" units="cm"/>
      <inkml:brushProperty name="height" value="0.05953" units="cm"/>
      <inkml:brushProperty name="fitToCurve" value="1"/>
    </inkml:brush>
  </inkml:definitions>
  <inkml:trace contextRef="#ctx0" brushRef="#br0">12441 6282 345,'0'135'119,"0"-49"-63,0 5 12,0 36-3,0-22-15,0 52 2,5-5-41,-3 18-115,-30-86-121</inkml:trace>
</inkml:ink>
</file>

<file path=ppt/ink/ink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29"/>
    </inkml:context>
    <inkml:brush xml:id="br0">
      <inkml:brushProperty name="width" value="0.05953" units="cm"/>
      <inkml:brushProperty name="height" value="0.05953" units="cm"/>
      <inkml:brushProperty name="fitToCurve" value="1"/>
    </inkml:brush>
  </inkml:definitions>
  <inkml:trace contextRef="#ctx0" brushRef="#br0">12244 7059 136,'-47'85'499,"33"34"-385,36 9-75,120-106-20,-14-85-4,14-36 0,6 5-1,-24 16-4,14 31-5,-100 188-4,-91 9-7,2-10-98,-14-59-154</inkml:trace>
</inkml:ink>
</file>

<file path=ppt/ink/ink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30"/>
    </inkml:context>
    <inkml:brush xml:id="br0">
      <inkml:brushProperty name="width" value="0.05953" units="cm"/>
      <inkml:brushProperty name="height" value="0.05953" units="cm"/>
      <inkml:brushProperty name="fitToCurve" value="1"/>
    </inkml:brush>
  </inkml:definitions>
  <inkml:trace contextRef="#ctx0" brushRef="#br0">13061 6624 358,'15'202'449,"-36"-111"-622</inkml:trace>
</inkml:ink>
</file>

<file path=ppt/ink/ink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31"/>
    </inkml:context>
    <inkml:brush xml:id="br0">
      <inkml:brushProperty name="width" value="0.05953" units="cm"/>
      <inkml:brushProperty name="height" value="0.05953" units="cm"/>
      <inkml:brushProperty name="fitToCurve" value="1"/>
    </inkml:brush>
  </inkml:definitions>
  <inkml:trace contextRef="#ctx0" brushRef="#br0">12994 6733 180,'136'-78'209,"47"25"43,-70 30-157,39 9-47,-10 37-38,-140 114 9,-97-21 5,-48 8-5,-20-16-9,34-35-4,3-5 0,273-113-58,-35-63-6,-29 68-106</inkml:trace>
</inkml:ink>
</file>

<file path=ppt/ink/ink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32"/>
    </inkml:context>
    <inkml:brush xml:id="br0">
      <inkml:brushProperty name="width" value="0.05953" units="cm"/>
      <inkml:brushProperty name="height" value="0.05953" units="cm"/>
      <inkml:brushProperty name="fitToCurve" value="1"/>
    </inkml:brush>
  </inkml:definitions>
  <inkml:trace contextRef="#ctx0" brushRef="#br0">13336 6342 136,'-29'89'484,"40"19"-381,2 19-29,3 109-27,-4-31-28,-4-28-10,3 66-4,-3-47-2,0-38-2,4 2 0,9-4-1,11 8-5,-48-80-104,-2-1-651</inkml:trace>
</inkml:ink>
</file>

<file path=ppt/ink/ink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33"/>
    </inkml:context>
    <inkml:brush xml:id="br0">
      <inkml:brushProperty name="width" value="0.05953" units="cm"/>
      <inkml:brushProperty name="height" value="0.05953" units="cm"/>
      <inkml:brushProperty name="fitToCurve" value="1"/>
    </inkml:brush>
  </inkml:definitions>
  <inkml:trace contextRef="#ctx0" brushRef="#br0">747 4627 140,'1'-119'239,"-4"212"198,5 61-416,-4 28-7,-3 3-8,3-46-7,3 58-6,0-13-13,0-39-86,0-19-159,-25-42-189</inkml:trace>
</inkml:ink>
</file>

<file path=ppt/ink/ink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34"/>
    </inkml:context>
    <inkml:brush xml:id="br0">
      <inkml:brushProperty name="width" value="0.05953" units="cm"/>
      <inkml:brushProperty name="height" value="0.05953" units="cm"/>
      <inkml:brushProperty name="fitToCurve" value="1"/>
    </inkml:brush>
  </inkml:definitions>
  <inkml:trace contextRef="#ctx0" brushRef="#br0">576 4461 274,'84'-100'50,"33"19"16,-30 32 4,33-2 3,-26 17-18,46 4-4,-8 25-20,4 34 20,-31 46 18,-52 56-26,-33 30-21,-12-13-13,2 13-2,4 10-1,1-15-2,4-16-3,3 30-3,-6-16-8,-14 6-43,-32-71-122</inkml:trace>
</inkml:ink>
</file>

<file path=ppt/ink/ink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35"/>
    </inkml:context>
    <inkml:brush xml:id="br0">
      <inkml:brushProperty name="width" value="0.05953" units="cm"/>
      <inkml:brushProperty name="height" value="0.05953" units="cm"/>
      <inkml:brushProperty name="fitToCurve" value="1"/>
    </inkml:brush>
  </inkml:definitions>
  <inkml:trace contextRef="#ctx0" brushRef="#br0">866 4533 502,'23'98'238,"0"26"-241,0 1-87,-44-38-130</inkml:trace>
</inkml:ink>
</file>

<file path=ppt/ink/ink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36"/>
    </inkml:context>
    <inkml:brush xml:id="br0">
      <inkml:brushProperty name="width" value="0.05953" units="cm"/>
      <inkml:brushProperty name="height" value="0.05953" units="cm"/>
      <inkml:brushProperty name="fitToCurve" value="1"/>
    </inkml:brush>
  </inkml:definitions>
  <inkml:trace contextRef="#ctx0" brushRef="#br0">933 4624 255,'118'-82'362,"-15"63"-196,-141 158-106,-20 7-150,10-32-114,-22-34-340</inkml:trace>
</inkml:ink>
</file>

<file path=ppt/ink/ink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37"/>
    </inkml:context>
    <inkml:brush xml:id="br0">
      <inkml:brushProperty name="width" value="0.05953" units="cm"/>
      <inkml:brushProperty name="height" value="0.05953" units="cm"/>
      <inkml:brushProperty name="fitToCurve" value="1"/>
    </inkml:brush>
  </inkml:definitions>
  <inkml:trace contextRef="#ctx0" brushRef="#br0">877 4941 308,'0'133'185,"1"-49"-146,0 16-72,-1-13-136</inkml:trace>
</inkml:ink>
</file>

<file path=ppt/ink/ink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38"/>
    </inkml:context>
    <inkml:brush xml:id="br0">
      <inkml:brushProperty name="width" value="0.05953" units="cm"/>
      <inkml:brushProperty name="height" value="0.05953" units="cm"/>
      <inkml:brushProperty name="fitToCurve" value="1"/>
    </inkml:brush>
  </inkml:definitions>
  <inkml:trace contextRef="#ctx0" brushRef="#br0">983 4957 177,'90'-84'38,"43"8"208,-67 253 91,-93-41-347,-35-7-125,-22-43-337</inkml:trace>
</inkml:ink>
</file>

<file path=ppt/ink/ink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39"/>
    </inkml:context>
    <inkml:brush xml:id="br0">
      <inkml:brushProperty name="width" value="0.05953" units="cm"/>
      <inkml:brushProperty name="height" value="0.05953" units="cm"/>
      <inkml:brushProperty name="fitToCurve" value="1"/>
    </inkml:brush>
  </inkml:definitions>
  <inkml:trace contextRef="#ctx0" brushRef="#br0">1082 5005 136,'-43'165'545,"-17"-58"-493,122 0-270,-212 39 558,291-121-334,1-66-45,-12-16-48,-43 48-70</inkml:trace>
</inkml:ink>
</file>

<file path=ppt/ink/ink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40"/>
    </inkml:context>
    <inkml:brush xml:id="br0">
      <inkml:brushProperty name="width" value="0.05953" units="cm"/>
      <inkml:brushProperty name="height" value="0.05953" units="cm"/>
      <inkml:brushProperty name="fitToCurve" value="1"/>
    </inkml:brush>
  </inkml:definitions>
  <inkml:trace contextRef="#ctx0" brushRef="#br0">1778 4850 271,'-10'201'579,"23"-62"-1077</inkml:trace>
</inkml:ink>
</file>

<file path=ppt/ink/ink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41"/>
    </inkml:context>
    <inkml:brush xml:id="br0">
      <inkml:brushProperty name="width" value="0.05953" units="cm"/>
      <inkml:brushProperty name="height" value="0.05953" units="cm"/>
      <inkml:brushProperty name="fitToCurve" value="1"/>
    </inkml:brush>
  </inkml:definitions>
  <inkml:trace contextRef="#ctx0" brushRef="#br0">1976 4848 161,'3'104'503,"33"1"-411,29 3-64,64-128-22,-24-90 2,-25-15 0,-11 16 47,23 35-347</inkml:trace>
</inkml:ink>
</file>

<file path=ppt/ink/ink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42"/>
    </inkml:context>
    <inkml:brush xml:id="br0">
      <inkml:brushProperty name="width" value="0.05953" units="cm"/>
      <inkml:brushProperty name="height" value="0.05953" units="cm"/>
      <inkml:brushProperty name="fitToCurve" value="1"/>
    </inkml:brush>
  </inkml:definitions>
  <inkml:trace contextRef="#ctx0" brushRef="#br0">3230 4479 285,'-200'-38'589,"47"12"-595,54 154 4,85 23 1,7-2-1,-2 5-2,0-4-9,-3 9-30,1-23-173,-25-50-82</inkml:trace>
</inkml:ink>
</file>

<file path=ppt/ink/ink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43"/>
    </inkml:context>
    <inkml:brush xml:id="br0">
      <inkml:brushProperty name="width" value="0.05953" units="cm"/>
      <inkml:brushProperty name="height" value="0.05953" units="cm"/>
      <inkml:brushProperty name="fitToCurve" value="1"/>
    </inkml:brush>
  </inkml:definitions>
  <inkml:trace contextRef="#ctx0" brushRef="#br0">2816 4797 184,'84'-60'29,"8"12"119,9 125 243,-96 59-313,-6 35-43,-1-7-32,16-11-42,-31-74-63,-2 2-617</inkml:trace>
</inkml:ink>
</file>

<file path=ppt/ink/ink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44"/>
    </inkml:context>
    <inkml:brush xml:id="br0">
      <inkml:brushProperty name="width" value="0.05953" units="cm"/>
      <inkml:brushProperty name="height" value="0.05953" units="cm"/>
      <inkml:brushProperty name="fitToCurve" value="1"/>
    </inkml:brush>
  </inkml:definitions>
  <inkml:trace contextRef="#ctx0" brushRef="#br0">2804 4967 316,'112'-83'293,"-117"207"-129,-49 9-90,-18 15-47,224-231-302,-77-9-40</inkml:trace>
</inkml:ink>
</file>

<file path=ppt/ink/ink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45"/>
    </inkml:context>
    <inkml:brush xml:id="br0">
      <inkml:brushProperty name="width" value="0.05953" units="cm"/>
      <inkml:brushProperty name="height" value="0.05953" units="cm"/>
      <inkml:brushProperty name="fitToCurve" value="1"/>
    </inkml:brush>
  </inkml:definitions>
  <inkml:trace contextRef="#ctx0" brushRef="#br0">3338 4424 148,'-82'110'602,"42"11"-568,64 11-56,66-11-67,-14-29 34,-18 0 28,-24 12 60,-39-1 95,-80-3-23,-60-44-86,2-102-9,183-117-10,69 45-5,46-1-13,-22 38-36,40-10-77,-66 35-186</inkml:trace>
</inkml:ink>
</file>

<file path=ppt/ink/ink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46"/>
    </inkml:context>
    <inkml:brush xml:id="br0">
      <inkml:brushProperty name="width" value="0.05953" units="cm"/>
      <inkml:brushProperty name="height" value="0.05953" units="cm"/>
      <inkml:brushProperty name="fitToCurve" value="1"/>
    </inkml:brush>
  </inkml:definitions>
  <inkml:trace contextRef="#ctx0" brushRef="#br0">4487 4253 258,'-99'51'0,"-27"54"48,37-26-40</inkml:trace>
</inkml:ink>
</file>

<file path=ppt/ink/ink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47"/>
    </inkml:context>
    <inkml:brush xml:id="br0">
      <inkml:brushProperty name="width" value="0.05953" units="cm"/>
      <inkml:brushProperty name="height" value="0.05953" units="cm"/>
      <inkml:brushProperty name="fitToCurve" value="1"/>
    </inkml:brush>
  </inkml:definitions>
  <inkml:trace contextRef="#ctx0" brushRef="#br0">3803 4801 266,'103'-45'165,"63"-15"22,-64 30-145,5 2-56,-1-8-45,-24 36-141</inkml:trace>
</inkml:ink>
</file>

<file path=ppt/ink/ink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48"/>
    </inkml:context>
    <inkml:brush xml:id="br0">
      <inkml:brushProperty name="width" value="0.05953" units="cm"/>
      <inkml:brushProperty name="height" value="0.05953" units="cm"/>
      <inkml:brushProperty name="fitToCurve" value="1"/>
    </inkml:brush>
  </inkml:definitions>
  <inkml:trace contextRef="#ctx0" brushRef="#br0">4350 4418 136,'-10'79'148,"4"71"-3,4-63-66,-1 1 14,-3 30-16,-9 36 3,-3-30-32,-14 13-17,-16-8-2,-50-22-10,17-247-80,70 6-146,31 53-3</inkml:trace>
</inkml:ink>
</file>

<file path=ppt/ink/ink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49"/>
    </inkml:context>
    <inkml:brush xml:id="br0">
      <inkml:brushProperty name="width" value="0.05953" units="cm"/>
      <inkml:brushProperty name="height" value="0.05953" units="cm"/>
      <inkml:brushProperty name="fitToCurve" value="1"/>
    </inkml:brush>
  </inkml:definitions>
  <inkml:trace contextRef="#ctx0" brushRef="#br0">4229 4697 266,'-130'166'546,"49"-50"-548,6-5-169,-14-43-291</inkml:trace>
</inkml:ink>
</file>

<file path=ppt/ink/ink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50"/>
    </inkml:context>
    <inkml:brush xml:id="br0">
      <inkml:brushProperty name="width" value="0.05953" units="cm"/>
      <inkml:brushProperty name="height" value="0.05953" units="cm"/>
      <inkml:brushProperty name="fitToCurve" value="1"/>
    </inkml:brush>
  </inkml:definitions>
  <inkml:trace contextRef="#ctx0" brushRef="#br0">4228 4865 296,'0'120'5,"11"-6"136,82-98-128</inkml:trace>
</inkml:ink>
</file>

<file path=ppt/ink/ink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51"/>
    </inkml:context>
    <inkml:brush xml:id="br0">
      <inkml:brushProperty name="width" value="0.05953" units="cm"/>
      <inkml:brushProperty name="height" value="0.05953" units="cm"/>
      <inkml:brushProperty name="fitToCurve" value="1"/>
    </inkml:brush>
  </inkml:definitions>
  <inkml:trace contextRef="#ctx0" brushRef="#br0">4649 4231 497,'-19'79'303,"-37"43"-264,-11 7-59,-13-3-70,16-26-305</inkml:trace>
</inkml:ink>
</file>

<file path=ppt/ink/ink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52"/>
    </inkml:context>
    <inkml:brush xml:id="br0">
      <inkml:brushProperty name="width" value="0.05953" units="cm"/>
      <inkml:brushProperty name="height" value="0.05953" units="cm"/>
      <inkml:brushProperty name="fitToCurve" value="1"/>
    </inkml:brush>
  </inkml:definitions>
  <inkml:trace contextRef="#ctx0" brushRef="#br0">4767 4515 152,'-43'133'695,"-45"-18"-680,-17-12-20,-30-52-195,46-48-23</inkml:trace>
</inkml:ink>
</file>

<file path=ppt/ink/ink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53"/>
    </inkml:context>
    <inkml:brush xml:id="br0">
      <inkml:brushProperty name="width" value="0.05953" units="cm"/>
      <inkml:brushProperty name="height" value="0.05953" units="cm"/>
      <inkml:brushProperty name="fitToCurve" value="1"/>
    </inkml:brush>
  </inkml:definitions>
  <inkml:trace contextRef="#ctx0" brushRef="#br0">4646 4652 136,'18'95'250,"-44"43"-190,-20 0-143,95-36 10,38 20 44,-127-23 188,-98 0 184,17-57-254,110-203-77,128-4-52,-21 37-25,10-12-63,15 0-20,-27 35-200</inkml:trace>
</inkml:ink>
</file>

<file path=ppt/ink/ink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54"/>
    </inkml:context>
    <inkml:brush xml:id="br0">
      <inkml:brushProperty name="width" value="0.05953" units="cm"/>
      <inkml:brushProperty name="height" value="0.05953" units="cm"/>
      <inkml:brushProperty name="fitToCurve" value="1"/>
    </inkml:brush>
  </inkml:definitions>
  <inkml:trace contextRef="#ctx0" brushRef="#br0">5122 4441 374,'166'-53'367,"-45"33"-391,-189 135 45,-41-2 51,0-2-35,11-9-21,248-77-69,-9-74-182,-51 48-57</inkml:trace>
</inkml:ink>
</file>

<file path=ppt/ink/ink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55"/>
    </inkml:context>
    <inkml:brush xml:id="br0">
      <inkml:brushProperty name="width" value="0.05953" units="cm"/>
      <inkml:brushProperty name="height" value="0.05953" units="cm"/>
      <inkml:brushProperty name="fitToCurve" value="1"/>
    </inkml:brush>
  </inkml:definitions>
  <inkml:trace contextRef="#ctx0" brushRef="#br0">5217 4668 175,'-25'129'419,"-5"-40"-319,-14 31-7,-10-10-37,143-216-632</inkml:trace>
</inkml:ink>
</file>

<file path=ppt/ink/ink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56"/>
    </inkml:context>
    <inkml:brush xml:id="br0">
      <inkml:brushProperty name="width" value="0.05953" units="cm"/>
      <inkml:brushProperty name="height" value="0.05953" units="cm"/>
      <inkml:brushProperty name="fitToCurve" value="1"/>
    </inkml:brush>
  </inkml:definitions>
  <inkml:trace contextRef="#ctx0" brushRef="#br0">5379 4794 136,'105'-93'16,"-21"44"22,9-13 19,11 12 11,15 25-18,-31 134 129,-104 17-22,-22 1-47,-19 23-61,-16-21-41,-51-230-77,126-44-61,16 9-67,1 26 25,7-4 48,-2 28 115,-104 236 586,19-29-496,-16 23-57,-5 1-16,9-20-6,-6 12-3,6-17-95,-17-41-291</inkml:trace>
</inkml:ink>
</file>

<file path=ppt/ink/ink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57"/>
    </inkml:context>
    <inkml:brush xml:id="br0">
      <inkml:brushProperty name="width" value="0.05953" units="cm"/>
      <inkml:brushProperty name="height" value="0.05953" units="cm"/>
      <inkml:brushProperty name="fitToCurve" value="1"/>
    </inkml:brush>
  </inkml:definitions>
  <inkml:trace contextRef="#ctx0" brushRef="#br0">6007 4545 489,'170'-105'169,"-39"37"-62,-1 1-42,21-2-44,1 24-18,-77 178 6,-124 16 2,1-10-6,3-1-20,-16-54-170</inkml:trace>
</inkml:ink>
</file>

<file path=ppt/ink/ink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58"/>
    </inkml:context>
    <inkml:brush xml:id="br0">
      <inkml:brushProperty name="width" value="0.05953" units="cm"/>
      <inkml:brushProperty name="height" value="0.05953" units="cm"/>
      <inkml:brushProperty name="fitToCurve" value="1"/>
    </inkml:brush>
  </inkml:definitions>
  <inkml:trace contextRef="#ctx0" brushRef="#br0">6249 4537 449,'175'-53'301,"-165"187"-214,-92-20-61,123-247-629,-100 237 826,33 8-183,5-23-2,1 16 23,-4 17 24,6-4 7,28 13-25,139-221-67,-59-19-2,-6-4 1,1-10 0,5 6 5,-121 263 8,-4-4-20,-20-57-178</inkml:trace>
</inkml:ink>
</file>

<file path=ppt/ink/ink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59"/>
    </inkml:context>
    <inkml:brush xml:id="br0">
      <inkml:brushProperty name="width" value="0.05953" units="cm"/>
      <inkml:brushProperty name="height" value="0.05953" units="cm"/>
      <inkml:brushProperty name="fitToCurve" value="1"/>
    </inkml:brush>
  </inkml:definitions>
  <inkml:trace contextRef="#ctx0" brushRef="#br0">6755 4243 157,'41'123'497,"-33"2"-394,-8-3-58,-15 52-12,-3-17-15,-5 19-6,-7 24-3,9-50-5,-2 7-1,4 5-2,5 30-1,10-35-2,8-15 0,-29-62-107,-1 2-652</inkml:trace>
</inkml:ink>
</file>

<file path=ppt/ink/ink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60"/>
    </inkml:context>
    <inkml:brush xml:id="br0">
      <inkml:brushProperty name="width" value="0.05953" units="cm"/>
      <inkml:brushProperty name="height" value="0.05953" units="cm"/>
      <inkml:brushProperty name="fitToCurve" value="1"/>
    </inkml:brush>
  </inkml:definitions>
  <inkml:trace contextRef="#ctx0" brushRef="#br0">6693 4378 440,'81'-53'-4,"83"-8"217,-62 85-88,-56 122-68,-42 21-27,-6-2-15,-4-5-7,-16-8-3,-113-96-2,22-166-4,99-87-17,35 113-90,0-1-649</inkml:trace>
</inkml:ink>
</file>

<file path=ppt/ink/ink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61"/>
    </inkml:context>
    <inkml:brush xml:id="br0">
      <inkml:brushProperty name="width" value="0.05953" units="cm"/>
      <inkml:brushProperty name="height" value="0.05953" units="cm"/>
      <inkml:brushProperty name="fitToCurve" value="1"/>
    </inkml:brush>
  </inkml:definitions>
  <inkml:trace contextRef="#ctx0" brushRef="#br0">7167 4831 403,'112'-140'159,"-31"76"2,30 9-38,25 137-95,-74 91-20,-23-1-4,1-18-2,57-45-15,-28-249-122,13 58-240</inkml:trace>
</inkml:ink>
</file>

<file path=ppt/ink/ink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62"/>
    </inkml:context>
    <inkml:brush xml:id="br0">
      <inkml:brushProperty name="width" value="0.05953" units="cm"/>
      <inkml:brushProperty name="height" value="0.05953" units="cm"/>
      <inkml:brushProperty name="fitToCurve" value="1"/>
    </inkml:brush>
  </inkml:definitions>
  <inkml:trace contextRef="#ctx0" brushRef="#br0">7930 4630 136,'-144'-24'480,"44"80"-255,-12 49-186,11 16-36,4 12-6,12-71-186</inkml:trace>
</inkml:ink>
</file>

<file path=ppt/ink/ink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63"/>
    </inkml:context>
    <inkml:brush xml:id="br0">
      <inkml:brushProperty name="width" value="0.05953" units="cm"/>
      <inkml:brushProperty name="height" value="0.05953" units="cm"/>
      <inkml:brushProperty name="fitToCurve" value="1"/>
    </inkml:brush>
  </inkml:definitions>
  <inkml:trace contextRef="#ctx0" brushRef="#br0">8031 4879 212,'-30'59'244</inkml:trace>
</inkml:ink>
</file>

<file path=ppt/ink/ink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64"/>
    </inkml:context>
    <inkml:brush xml:id="br0">
      <inkml:brushProperty name="width" value="0.05953" units="cm"/>
      <inkml:brushProperty name="height" value="0.05953" units="cm"/>
      <inkml:brushProperty name="fitToCurve" value="1"/>
    </inkml:brush>
  </inkml:definitions>
  <inkml:trace contextRef="#ctx0" brushRef="#br0">857 6058 263,'-92'53'107,"-3"87"117,57-22-99,19 7-49,17 9-38,23 40-21,14-37-31,34-12-131,14-47-279</inkml:trace>
</inkml:ink>
</file>

<file path=ppt/ink/ink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65"/>
    </inkml:context>
    <inkml:brush xml:id="br0">
      <inkml:brushProperty name="width" value="0.05953" units="cm"/>
      <inkml:brushProperty name="height" value="0.05953" units="cm"/>
      <inkml:brushProperty name="fitToCurve" value="1"/>
    </inkml:brush>
  </inkml:definitions>
  <inkml:trace contextRef="#ctx0" brushRef="#br0">1030 6192 671,'104'-40'78,"16"1"-62,13 0-189,-53 43-28</inkml:trace>
</inkml:ink>
</file>

<file path=ppt/ink/ink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66"/>
    </inkml:context>
    <inkml:brush xml:id="br0">
      <inkml:brushProperty name="width" value="0.05953" units="cm"/>
      <inkml:brushProperty name="height" value="0.05953" units="cm"/>
      <inkml:brushProperty name="fitToCurve" value="1"/>
    </inkml:brush>
  </inkml:definitions>
  <inkml:trace contextRef="#ctx0" brushRef="#br0">1033 6326 489,'82'22'62,"19"-32"-156,-21-15-5,3-6 8,25-13-13,-174 139 503,-17-30-248,-27 19-89,-17 4-10,16-5-17,272-27-22,0-90-28,-8-30-146,-71-23-249</inkml:trace>
</inkml:ink>
</file>

<file path=ppt/ink/ink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67"/>
    </inkml:context>
    <inkml:brush xml:id="br0">
      <inkml:brushProperty name="width" value="0.05953" units="cm"/>
      <inkml:brushProperty name="height" value="0.05953" units="cm"/>
      <inkml:brushProperty name="fitToCurve" value="1"/>
    </inkml:brush>
  </inkml:definitions>
  <inkml:trace contextRef="#ctx0" brushRef="#br0">1325 6264 136,'-87'28'286,"61"63"-102,9 66-59,14 7-58,7 37-48,8-13-39,8-21-60,-1-34-28,-32-51-99</inkml:trace>
</inkml:ink>
</file>

<file path=ppt/ink/ink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68"/>
    </inkml:context>
    <inkml:brush xml:id="br0">
      <inkml:brushProperty name="width" value="0.05953" units="cm"/>
      <inkml:brushProperty name="height" value="0.05953" units="cm"/>
      <inkml:brushProperty name="fitToCurve" value="1"/>
    </inkml:brush>
  </inkml:definitions>
  <inkml:trace contextRef="#ctx0" brushRef="#br0">2077 5998 500,'-88'58'301,"1"62"-486,3-9-18,-24 14 48,25-51 143,122 17 529,113-137-617,-45-10 15,-14-16-47</inkml:trace>
</inkml:ink>
</file>

<file path=ppt/ink/ink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69"/>
    </inkml:context>
    <inkml:brush xml:id="br0">
      <inkml:brushProperty name="width" value="0.05953" units="cm"/>
      <inkml:brushProperty name="height" value="0.05953" units="cm"/>
      <inkml:brushProperty name="fitToCurve" value="1"/>
    </inkml:brush>
  </inkml:definitions>
  <inkml:trace contextRef="#ctx0" brushRef="#br0">1992 6096 136,'-17'96'123,"16"40"10,1 53-1,0-100-71,-1 31 30,-3-3-17,-5 4-19,-18 21-7,-114-169-55,99-125-252,46 74 60</inkml:trace>
</inkml:ink>
</file>

<file path=ppt/ink/ink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70"/>
    </inkml:context>
    <inkml:brush xml:id="br0">
      <inkml:brushProperty name="width" value="0.05953" units="cm"/>
      <inkml:brushProperty name="height" value="0.05953" units="cm"/>
      <inkml:brushProperty name="fitToCurve" value="1"/>
    </inkml:brush>
  </inkml:definitions>
  <inkml:trace contextRef="#ctx0" brushRef="#br0">1859 6391 179,'-34'106'411,"-24"2"-354,-5-4-132,-22-32-492</inkml:trace>
</inkml:ink>
</file>

<file path=ppt/ink/ink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71"/>
    </inkml:context>
    <inkml:brush xml:id="br0">
      <inkml:brushProperty name="width" value="0.05953" units="cm"/>
      <inkml:brushProperty name="height" value="0.05953" units="cm"/>
      <inkml:brushProperty name="fitToCurve" value="1"/>
    </inkml:brush>
  </inkml:definitions>
  <inkml:trace contextRef="#ctx0" brushRef="#br0">1868 6475 139,'81'30'198</inkml:trace>
</inkml:ink>
</file>

<file path=ppt/ink/ink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72"/>
    </inkml:context>
    <inkml:brush xml:id="br0">
      <inkml:brushProperty name="width" value="0.05953" units="cm"/>
      <inkml:brushProperty name="height" value="0.05953" units="cm"/>
      <inkml:brushProperty name="fitToCurve" value="1"/>
    </inkml:brush>
  </inkml:definitions>
  <inkml:trace contextRef="#ctx0" brushRef="#br0">2206 5910 376,'-65'169'473,"-14"-52"-491,-10-1-85,210-161-475,-34 1 574,-1 4 13,13 5 83,-182 187 495,-14-35-568,-16-18-75,28-63-114</inkml:trace>
</inkml:ink>
</file>

<file path=ppt/ink/ink1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73"/>
    </inkml:context>
    <inkml:brush xml:id="br0">
      <inkml:brushProperty name="width" value="0.05953" units="cm"/>
      <inkml:brushProperty name="height" value="0.05953" units="cm"/>
      <inkml:brushProperty name="fitToCurve" value="1"/>
    </inkml:brush>
  </inkml:definitions>
  <inkml:trace contextRef="#ctx0" brushRef="#br0">2122 6214 165,'108'85'127,"-76"11"-78,-75 22-18,-6-1-7,197-69-21,-241 80 397,-70-143-340,242-156-138,24 27-96,-39 58-210</inkml:trace>
</inkml:ink>
</file>

<file path=ppt/ink/ink1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74"/>
    </inkml:context>
    <inkml:brush xml:id="br0">
      <inkml:brushProperty name="width" value="0.05953" units="cm"/>
      <inkml:brushProperty name="height" value="0.05953" units="cm"/>
      <inkml:brushProperty name="fitToCurve" value="1"/>
    </inkml:brush>
  </inkml:definitions>
  <inkml:trace contextRef="#ctx0" brushRef="#br0">2464 6413 311,'67'0'189</inkml:trace>
</inkml:ink>
</file>

<file path=ppt/ink/ink1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75"/>
    </inkml:context>
    <inkml:brush xml:id="br0">
      <inkml:brushProperty name="width" value="0.05953" units="cm"/>
      <inkml:brushProperty name="height" value="0.05953" units="cm"/>
      <inkml:brushProperty name="fitToCurve" value="1"/>
    </inkml:brush>
  </inkml:definitions>
  <inkml:trace contextRef="#ctx0" brushRef="#br0">2442 6631 446,'69'-1'203,"-5"20"-424</inkml:trace>
</inkml:ink>
</file>

<file path=ppt/ink/ink1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76"/>
    </inkml:context>
    <inkml:brush xml:id="br0">
      <inkml:brushProperty name="width" value="0.05953" units="cm"/>
      <inkml:brushProperty name="height" value="0.05953" units="cm"/>
      <inkml:brushProperty name="fitToCurve" value="1"/>
    </inkml:brush>
  </inkml:definitions>
  <inkml:trace contextRef="#ctx0" brushRef="#br0">3300 5914 180,'-153'12'615,"15"-20"-574,58 119-15,85 41-26,-5 13 0,-6 15-3,-5-24-16,5-5-4,-29-63-152</inkml:trace>
</inkml:ink>
</file>

<file path=ppt/ink/ink1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77"/>
    </inkml:context>
    <inkml:brush xml:id="br0">
      <inkml:brushProperty name="width" value="0.05953" units="cm"/>
      <inkml:brushProperty name="height" value="0.05953" units="cm"/>
      <inkml:brushProperty name="fitToCurve" value="1"/>
    </inkml:brush>
  </inkml:definitions>
  <inkml:trace contextRef="#ctx0" brushRef="#br0">2987 6350 141,'153'-102'313,"-102"184"-24,-149 22-198,-19-9-91,13-52-179</inkml:trace>
</inkml:ink>
</file>

<file path=ppt/ink/ink1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78"/>
    </inkml:context>
    <inkml:brush xml:id="br0">
      <inkml:brushProperty name="width" value="0.05953" units="cm"/>
      <inkml:brushProperty name="height" value="0.05953" units="cm"/>
      <inkml:brushProperty name="fitToCurve" value="1"/>
    </inkml:brush>
  </inkml:definitions>
  <inkml:trace contextRef="#ctx0" brushRef="#br0">3584 5950 474,'-194'-1'362,"84"82"-348,36 44-5,44 17-22,20-5-16,2-2-35,8-13-99,101-164-144,-47-61 275,-9 8 49,1 9 75,-2 279 389,-55-37-464,12-4-18,29-9-19,-39-63-84,0 0-621</inkml:trace>
</inkml:ink>
</file>

<file path=ppt/ink/ink1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79"/>
    </inkml:context>
    <inkml:brush xml:id="br0">
      <inkml:brushProperty name="width" value="0.05953" units="cm"/>
      <inkml:brushProperty name="height" value="0.05953" units="cm"/>
      <inkml:brushProperty name="fitToCurve" value="1"/>
    </inkml:brush>
  </inkml:definitions>
  <inkml:trace contextRef="#ctx0" brushRef="#br0">3725 6064 576,'104'-46'244,"41"-2"-195,6 0-52,-7-13-149,-62-23-224</inkml:trace>
</inkml:ink>
</file>

<file path=ppt/ink/ink1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80"/>
    </inkml:context>
    <inkml:brush xml:id="br0">
      <inkml:brushProperty name="width" value="0.05953" units="cm"/>
      <inkml:brushProperty name="height" value="0.05953" units="cm"/>
      <inkml:brushProperty name="fitToCurve" value="1"/>
    </inkml:brush>
  </inkml:definitions>
  <inkml:trace contextRef="#ctx0" brushRef="#br0">4049 5684 198,'-26'116'132,"-19"24"27,17-59-76,-17 44 33,-6 2-39,-6 13-32,-2-11-89,-22-41-344</inkml:trace>
</inkml:ink>
</file>

<file path=ppt/ink/ink1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81"/>
    </inkml:context>
    <inkml:brush xml:id="br0">
      <inkml:brushProperty name="width" value="0.05953" units="cm"/>
      <inkml:brushProperty name="height" value="0.05953" units="cm"/>
      <inkml:brushProperty name="fitToCurve" value="1"/>
    </inkml:brush>
  </inkml:definitions>
  <inkml:trace contextRef="#ctx0" brushRef="#br0">3912 6145 136,'0'87'2,"-12"19"19,-10 15 33,4-40-3,-5 36 36,-2 27-10,13 15-165</inkml:trace>
</inkml:ink>
</file>

<file path=ppt/ink/ink1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82"/>
    </inkml:context>
    <inkml:brush xml:id="br0">
      <inkml:brushProperty name="width" value="0.05953" units="cm"/>
      <inkml:brushProperty name="height" value="0.05953" units="cm"/>
      <inkml:brushProperty name="fitToCurve" value="1"/>
    </inkml:brush>
  </inkml:definitions>
  <inkml:trace contextRef="#ctx0" brushRef="#br0">3971 6142 137,'114'-95'101,"2"50"104,-28 202 85,-81-32-256,3 3-10,-1 12-4,-3-8-2,1 23 3,-12-18-13,-35 2 1,-124-165-26,101-128-157,36 29-43,14 28 72,7-16 30,0 14 71,4 18 58,8 1 108,-62 266 461,-2-54-578,232-106-45,-13-134-115,-56 24 5,4-11-298</inkml:trace>
</inkml:ink>
</file>

<file path=ppt/ink/ink1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83"/>
    </inkml:context>
    <inkml:brush xml:id="br0">
      <inkml:brushProperty name="width" value="0.05953" units="cm"/>
      <inkml:brushProperty name="height" value="0.05953" units="cm"/>
      <inkml:brushProperty name="fitToCurve" value="1"/>
    </inkml:brush>
  </inkml:definitions>
  <inkml:trace contextRef="#ctx0" brushRef="#br0">4611 5715 208,'57'157'589,"-42"-16"-597,0-11-83,-37-51-58</inkml:trace>
</inkml:ink>
</file>

<file path=ppt/ink/ink1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84"/>
    </inkml:context>
    <inkml:brush xml:id="br0">
      <inkml:brushProperty name="width" value="0.05953" units="cm"/>
      <inkml:brushProperty name="height" value="0.05953" units="cm"/>
      <inkml:brushProperty name="fitToCurve" value="1"/>
    </inkml:brush>
  </inkml:definitions>
  <inkml:trace contextRef="#ctx0" brushRef="#br0">4691 5979 154,'78'-20'93,"1"18"-67</inkml:trace>
</inkml:ink>
</file>

<file path=ppt/ink/ink1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85"/>
    </inkml:context>
    <inkml:brush xml:id="br0">
      <inkml:brushProperty name="width" value="0.05953" units="cm"/>
      <inkml:brushProperty name="height" value="0.05953" units="cm"/>
      <inkml:brushProperty name="fitToCurve" value="1"/>
    </inkml:brush>
  </inkml:definitions>
  <inkml:trace contextRef="#ctx0" brushRef="#br0">4517 6156 266,'-12'136'239,"13"-50"-158,-1 8-162,-29-11-284</inkml:trace>
</inkml:ink>
</file>

<file path=ppt/ink/ink1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86"/>
    </inkml:context>
    <inkml:brush xml:id="br0">
      <inkml:brushProperty name="width" value="0.05953" units="cm"/>
      <inkml:brushProperty name="height" value="0.05953" units="cm"/>
      <inkml:brushProperty name="fitToCurve" value="1"/>
    </inkml:brush>
  </inkml:definitions>
  <inkml:trace contextRef="#ctx0" brushRef="#br0">4530 6205 148,'116'-23'7,"6"-3"72,-10 11 54,-77 94 351,-171 8-481,1 9-3,16-5 2,271-83-215,-66 24-6</inkml:trace>
</inkml:ink>
</file>

<file path=ppt/ink/ink1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87"/>
    </inkml:context>
    <inkml:brush xml:id="br0">
      <inkml:brushProperty name="width" value="0.05953" units="cm"/>
      <inkml:brushProperty name="height" value="0.05953" units="cm"/>
      <inkml:brushProperty name="fitToCurve" value="1"/>
    </inkml:brush>
  </inkml:definitions>
  <inkml:trace contextRef="#ctx0" brushRef="#br0">4481 6522 159,'0'89'227,"71"16"-76,30-126-134,-15-21 3,-1-20 34,-2-8 82,41 105-45,-1 32-141,-45 15-224</inkml:trace>
</inkml:ink>
</file>

<file path=ppt/ink/ink1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88"/>
    </inkml:context>
    <inkml:brush xml:id="br0">
      <inkml:brushProperty name="width" value="0.05953" units="cm"/>
      <inkml:brushProperty name="height" value="0.05953" units="cm"/>
      <inkml:brushProperty name="fitToCurve" value="1"/>
    </inkml:brush>
  </inkml:definitions>
  <inkml:trace contextRef="#ctx0" brushRef="#br0">5321 6054 419,'82'-3'317,"53"-29"-235,10-1-200,-27-21-133,-31 43-194</inkml:trace>
</inkml:ink>
</file>

<file path=ppt/ink/ink1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89"/>
    </inkml:context>
    <inkml:brush xml:id="br0">
      <inkml:brushProperty name="width" value="0.05953" units="cm"/>
      <inkml:brushProperty name="height" value="0.05953" units="cm"/>
      <inkml:brushProperty name="fitToCurve" value="1"/>
    </inkml:brush>
  </inkml:definitions>
  <inkml:trace contextRef="#ctx0" brushRef="#br0">5574 5723 230,'32'95'116,"0"26"-10,-24-28-52,-28 4-14,-30-6-21,-20-14-6,-93 60 82,66-75 57,241-126-116,-10 8-37,24-3-16,-16 1-82,-27-1-126,-35 46-38</inkml:trace>
</inkml:ink>
</file>

<file path=ppt/ink/ink1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90"/>
    </inkml:context>
    <inkml:brush xml:id="br0">
      <inkml:brushProperty name="width" value="0.05953" units="cm"/>
      <inkml:brushProperty name="height" value="0.05953" units="cm"/>
      <inkml:brushProperty name="fitToCurve" value="1"/>
    </inkml:brush>
  </inkml:definitions>
  <inkml:trace contextRef="#ctx0" brushRef="#br0">6111 5737 136,'-112'139'368,"44"-23"-258,-16 22-33,-14 6-30,-14 2-21,0-9-11,5-16-5,-1-11-6,5-14-136,136-207-386</inkml:trace>
</inkml:ink>
</file>

<file path=ppt/ink/ink1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91"/>
    </inkml:context>
    <inkml:brush xml:id="br0">
      <inkml:brushProperty name="width" value="0.05953" units="cm"/>
      <inkml:brushProperty name="height" value="0.05953" units="cm"/>
      <inkml:brushProperty name="fitToCurve" value="1"/>
    </inkml:brush>
  </inkml:definitions>
  <inkml:trace contextRef="#ctx0" brushRef="#br0">5521 6180 136,'16'85'52,"-53"42"51,12 8 88,11-43-72,-34-9-424</inkml:trace>
</inkml:ink>
</file>

<file path=ppt/ink/ink1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92"/>
    </inkml:context>
    <inkml:brush xml:id="br0">
      <inkml:brushProperty name="width" value="0.05953" units="cm"/>
      <inkml:brushProperty name="height" value="0.05953" units="cm"/>
      <inkml:brushProperty name="fitToCurve" value="1"/>
    </inkml:brush>
  </inkml:definitions>
  <inkml:trace contextRef="#ctx0" brushRef="#br0">5554 6245 136,'107'-21'26,"-40"109"383,-82 20-210,-2 27-142,-26 1-547</inkml:trace>
</inkml:ink>
</file>

<file path=ppt/ink/ink1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93"/>
    </inkml:context>
    <inkml:brush xml:id="br0">
      <inkml:brushProperty name="width" value="0.05953" units="cm"/>
      <inkml:brushProperty name="height" value="0.05953" units="cm"/>
      <inkml:brushProperty name="fitToCurve" value="1"/>
    </inkml:brush>
  </inkml:definitions>
  <inkml:trace contextRef="#ctx0" brushRef="#br0">5535 6571 136,'0'-92'2,"80"136"434,-8-131-556,20-50-24,-39 41 82,3-10-30</inkml:trace>
</inkml:ink>
</file>

<file path=ppt/ink/ink1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94"/>
    </inkml:context>
    <inkml:brush xml:id="br0">
      <inkml:brushProperty name="width" value="0.05953" units="cm"/>
      <inkml:brushProperty name="height" value="0.05953" units="cm"/>
      <inkml:brushProperty name="fitToCurve" value="1"/>
    </inkml:brush>
  </inkml:definitions>
  <inkml:trace contextRef="#ctx0" brushRef="#br0">5929 5907 136,'-35'89'667,"33"71"-639,-6 42-11,-5 2-8,-3-6-6,1-20-1,6-29-1,2 2-3,9-11-14,-34-48-165</inkml:trace>
</inkml:ink>
</file>

<file path=ppt/ink/ink1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95"/>
    </inkml:context>
    <inkml:brush xml:id="br0">
      <inkml:brushProperty name="width" value="0.05953" units="cm"/>
      <inkml:brushProperty name="height" value="0.05953" units="cm"/>
      <inkml:brushProperty name="fitToCurve" value="1"/>
    </inkml:brush>
  </inkml:definitions>
  <inkml:trace contextRef="#ctx0" brushRef="#br0">5821 5971 136,'88'-20'326,"105"-17"26,-100 133-294,-178 42-61,38-3-7,101-1-44,54-58 42,-212 23 80,-39-45-289,55-50 3</inkml:trace>
</inkml:ink>
</file>

<file path=ppt/ink/ink1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96"/>
    </inkml:context>
    <inkml:brush xml:id="br0">
      <inkml:brushProperty name="width" value="0.05953" units="cm"/>
      <inkml:brushProperty name="height" value="0.05953" units="cm"/>
      <inkml:brushProperty name="fitToCurve" value="1"/>
    </inkml:brush>
  </inkml:definitions>
  <inkml:trace contextRef="#ctx0" brushRef="#br0">6327 6268 806,'144'-7'60,"-8"-37"-59,13-29-101,-58 60-65</inkml:trace>
</inkml:ink>
</file>

<file path=ppt/ink/ink1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97"/>
    </inkml:context>
    <inkml:brush xml:id="br0">
      <inkml:brushProperty name="width" value="0.05953" units="cm"/>
      <inkml:brushProperty name="height" value="0.05953" units="cm"/>
      <inkml:brushProperty name="fitToCurve" value="1"/>
    </inkml:brush>
  </inkml:definitions>
  <inkml:trace contextRef="#ctx0" brushRef="#br0">6805 6148 584,'116'-48'225,"21"0"-174,15-3-51,-18-32-201,-46 60-23</inkml:trace>
</inkml:ink>
</file>

<file path=ppt/ink/ink1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98"/>
    </inkml:context>
    <inkml:brush xml:id="br0">
      <inkml:brushProperty name="width" value="0.05953" units="cm"/>
      <inkml:brushProperty name="height" value="0.05953" units="cm"/>
      <inkml:brushProperty name="fitToCurve" value="1"/>
    </inkml:brush>
  </inkml:definitions>
  <inkml:trace contextRef="#ctx0" brushRef="#br0">7197 5677 147,'-15'84'92,"20"85"67,-1-70-60,0 1 6,-6 39-15,-2-18-22,-7 36-4,-8-14-36,-12-6-11,-17-2-5,13-287-118,33 5-81,5 52 14</inkml:trace>
</inkml:ink>
</file>

<file path=ppt/ink/ink1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299"/>
    </inkml:context>
    <inkml:brush xml:id="br0">
      <inkml:brushProperty name="width" value="0.05953" units="cm"/>
      <inkml:brushProperty name="height" value="0.05953" units="cm"/>
      <inkml:brushProperty name="fitToCurve" value="1"/>
    </inkml:brush>
  </inkml:definitions>
  <inkml:trace contextRef="#ctx0" brushRef="#br0">7196 6032 219,'-55'138'509,"-29"-17"-455,-16-10-27,-9-6-14,0-23-188,25-52-45</inkml:trace>
</inkml:ink>
</file>

<file path=ppt/ink/ink1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300"/>
    </inkml:context>
    <inkml:brush xml:id="br0">
      <inkml:brushProperty name="width" value="0.05953" units="cm"/>
      <inkml:brushProperty name="height" value="0.05953" units="cm"/>
      <inkml:brushProperty name="fitToCurve" value="1"/>
    </inkml:brush>
  </inkml:definitions>
  <inkml:trace contextRef="#ctx0" brushRef="#br0">7119 6234 201,'62'-45'231</inkml:trace>
</inkml:ink>
</file>

<file path=ppt/ink/ink1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301"/>
    </inkml:context>
    <inkml:brush xml:id="br0">
      <inkml:brushProperty name="width" value="0.05953" units="cm"/>
      <inkml:brushProperty name="height" value="0.05953" units="cm"/>
      <inkml:brushProperty name="fitToCurve" value="1"/>
    </inkml:brush>
  </inkml:definitions>
  <inkml:trace contextRef="#ctx0" brushRef="#br0">7221 5661 143,'80'-16'132,"19"0"-167,-17 0-44,13-15 66,-140 176 681,-42-29-666,211-61-91,-123 69 202,-93-17-94,78 36-244,-57-60 315,-16 21-13,7 1-46,226-121-11,-30-65-20,-8-19-48,-130 231 84,-12 24-15,16-12-17,25-1-60,-34-51-118</inkml:trace>
</inkml:ink>
</file>

<file path=ppt/ink/ink1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2.302"/>
    </inkml:context>
    <inkml:brush xml:id="br0">
      <inkml:brushProperty name="width" value="0.05953" units="cm"/>
      <inkml:brushProperty name="height" value="0.05953" units="cm"/>
      <inkml:brushProperty name="fitToCurve" value="1"/>
    </inkml:brush>
  </inkml:definitions>
  <inkml:trace contextRef="#ctx0" brushRef="#br0">7942 5533 581,'46'92'216,"-5"84"-157,-34 8-41,-29 38-13,-7-69-4,-22 51-2,-6-32-5,-16-10-31,-9-39-90,-7-55-233</inkml:trace>
</inkml:ink>
</file>

<file path=ppt/ink/ink1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283"/>
    </inkml:context>
    <inkml:brush xml:id="br0">
      <inkml:brushProperty name="width" value="0.05953" units="cm"/>
      <inkml:brushProperty name="height" value="0.05953" units="cm"/>
      <inkml:brushProperty name="fitToCurve" value="1"/>
    </inkml:brush>
  </inkml:definitions>
  <inkml:trace contextRef="#ctx0" brushRef="#br0">24544 14422 533</inkml:trace>
</inkml:ink>
</file>

<file path=ppt/ink/ink1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284"/>
    </inkml:context>
    <inkml:brush xml:id="br0">
      <inkml:brushProperty name="width" value="0.05953" units="cm"/>
      <inkml:brushProperty name="height" value="0.05953" units="cm"/>
      <inkml:brushProperty name="fitToCurve" value="1"/>
    </inkml:brush>
  </inkml:definitions>
  <inkml:trace contextRef="#ctx0" brushRef="#br0">21523 10660 793,'152'-14'-231,"-60"-5"209,-1 0 17,14-9-12,33-7 2,-22 4 6,24-9 4,6-3 2,10-2 1,-56 17-2,-16 4 1,33-9-2,-10 6-7,44-10-13,28 2-21,-84 23 15,53 34-24,-151 105 33,-86-9 21,-47 20 15,20-34 9,5-11 6,-46 18 6,26-21 6,-57 29 24,-4-12-17,94-57-25,-6-19 8,-10-16 9,10-58 2,82-114-22,72-14-16,-3 59-17,24-26-14,-2 18-2,-1 18 1,19-9 2,-15 29 8,88-57-4,-46 77 11,-4 37 5,-13 33 2,3 57 3,20 87 41,-58-18 5,-15-9 0,-14-14-5,6 39 3,-15-28-12,3 52 5,-15-18-11,-22 12-8,-34-33 0,-76-50 4,-48-143-9,43-23-9,-9-34-1,-10-22-2,-15-14 0,39 53-2,-75-25-4,45 47-1,-29 22-22,41 19-44,-1 16-128,59-22-88</inkml:trace>
</inkml:ink>
</file>

<file path=ppt/ink/ink1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285"/>
    </inkml:context>
    <inkml:brush xml:id="br0">
      <inkml:brushProperty name="width" value="0.05953" units="cm"/>
      <inkml:brushProperty name="height" value="0.05953" units="cm"/>
      <inkml:brushProperty name="fitToCurve" value="1"/>
    </inkml:brush>
  </inkml:definitions>
  <inkml:trace contextRef="#ctx0" brushRef="#br0">22971 8854 136,'-18'109'212,"-58"-6"-178,-14 3-31,-13-14-12,28 16 12,6 7-10,-19-18 2,-8-20-2,14 14 11,-9-7 28</inkml:trace>
</inkml:ink>
</file>

<file path=ppt/ink/ink1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286"/>
    </inkml:context>
    <inkml:brush xml:id="br0">
      <inkml:brushProperty name="width" value="0.05953" units="cm"/>
      <inkml:brushProperty name="height" value="0.05953" units="cm"/>
      <inkml:brushProperty name="fitToCurve" value="1"/>
    </inkml:brush>
  </inkml:definitions>
  <inkml:trace contextRef="#ctx0" brushRef="#br0">931 12127 250,'0'149'446,"0"-9"-344,0 5-63,0 23-28,0-6-13,-6 15-10,-15-18 0,-5-19-8,-18-60-151</inkml:trace>
</inkml:ink>
</file>

<file path=ppt/ink/ink1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287"/>
    </inkml:context>
    <inkml:brush xml:id="br0">
      <inkml:brushProperty name="width" value="0.05953" units="cm"/>
      <inkml:brushProperty name="height" value="0.05953" units="cm"/>
      <inkml:brushProperty name="fitToCurve" value="1"/>
    </inkml:brush>
  </inkml:definitions>
  <inkml:trace contextRef="#ctx0" brushRef="#br0">824 12495 443,'29'-86'132,"80"10"-25,6 19-35,12 10-25,14 6-7,-1 34-26,-182 139-21,-64-7 8,-8-7 2,-20 14 1,10-16-1,27-14-1,20 19-2,168-12-22,74-91-1,-23-22 3,-6 0-10,-234 105 134,8-53-291</inkml:trace>
</inkml:ink>
</file>

<file path=ppt/ink/ink1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288"/>
    </inkml:context>
    <inkml:brush xml:id="br0">
      <inkml:brushProperty name="width" value="0.05953" units="cm"/>
      <inkml:brushProperty name="height" value="0.05953" units="cm"/>
      <inkml:brushProperty name="fitToCurve" value="1"/>
    </inkml:brush>
  </inkml:definitions>
  <inkml:trace contextRef="#ctx0" brushRef="#br0">1638 12501 809,'78'74'-132,"-45"-14"-98</inkml:trace>
</inkml:ink>
</file>

<file path=ppt/ink/ink1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289"/>
    </inkml:context>
    <inkml:brush xml:id="br0">
      <inkml:brushProperty name="width" value="0.05953" units="cm"/>
      <inkml:brushProperty name="height" value="0.05953" units="cm"/>
      <inkml:brushProperty name="fitToCurve" value="1"/>
    </inkml:brush>
  </inkml:definitions>
  <inkml:trace contextRef="#ctx0" brushRef="#br0">1705 12770 327,'70'105'427,"-51"-43"-589</inkml:trace>
</inkml:ink>
</file>

<file path=ppt/ink/ink1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290"/>
    </inkml:context>
    <inkml:brush xml:id="br0">
      <inkml:brushProperty name="width" value="0.05953" units="cm"/>
      <inkml:brushProperty name="height" value="0.05953" units="cm"/>
      <inkml:brushProperty name="fitToCurve" value="1"/>
    </inkml:brush>
  </inkml:definitions>
  <inkml:trace contextRef="#ctx0" brushRef="#br0">2497 12149 618,'104'216'232,"-118"-135"-337,1-1-632</inkml:trace>
</inkml:ink>
</file>

<file path=ppt/ink/ink1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291"/>
    </inkml:context>
    <inkml:brush xml:id="br0">
      <inkml:brushProperty name="width" value="0.05953" units="cm"/>
      <inkml:brushProperty name="height" value="0.05953" units="cm"/>
      <inkml:brushProperty name="fitToCurve" value="1"/>
    </inkml:brush>
  </inkml:definitions>
  <inkml:trace contextRef="#ctx0" brushRef="#br0">2574 12488 565,'0'102'252,"-8"43"-216,-12-5-47,-23-53-170</inkml:trace>
</inkml:ink>
</file>

<file path=ppt/ink/ink1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292"/>
    </inkml:context>
    <inkml:brush xml:id="br0">
      <inkml:brushProperty name="width" value="0.05953" units="cm"/>
      <inkml:brushProperty name="height" value="0.05953" units="cm"/>
      <inkml:brushProperty name="fitToCurve" value="1"/>
    </inkml:brush>
  </inkml:definitions>
  <inkml:trace contextRef="#ctx0" brushRef="#br0">2916 12742 584,'68'-108'-4,"19"23"101,2-9 8,5-19-40,-29-9-82,-89-23-6,-122 142-35,81 147 57,28 37 13,18-45-2,1 48-1,0 37 3,5-35 0,-4 14 5,-3 2-1,2-56-4,8-5-1,-6 36-1,-12 1-3,-13-34-2,-92-247-21,107-35-29,8 6-50,1-41-50,6 57 63,3 29-75,-4-30-106</inkml:trace>
</inkml:ink>
</file>

<file path=ppt/ink/ink1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293"/>
    </inkml:context>
    <inkml:brush xml:id="br0">
      <inkml:brushProperty name="width" value="0.05953" units="cm"/>
      <inkml:brushProperty name="height" value="0.05953" units="cm"/>
      <inkml:brushProperty name="fitToCurve" value="1"/>
    </inkml:brush>
  </inkml:definitions>
  <inkml:trace contextRef="#ctx0" brushRef="#br0">3920 11796 716,'16'119'16,"-32"0"-160,-31-37-154</inkml:trace>
</inkml:ink>
</file>

<file path=ppt/ink/ink1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294"/>
    </inkml:context>
    <inkml:brush xml:id="br0">
      <inkml:brushProperty name="width" value="0.05953" units="cm"/>
      <inkml:brushProperty name="height" value="0.05953" units="cm"/>
      <inkml:brushProperty name="fitToCurve" value="1"/>
    </inkml:brush>
  </inkml:definitions>
  <inkml:trace contextRef="#ctx0" brushRef="#br0">3616 12173 832,'127'-66'41,"23"11"-32,16 3-8,-12 21-19,-71 40-89,3 1-643</inkml:trace>
</inkml:ink>
</file>

<file path=ppt/ink/ink1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295"/>
    </inkml:context>
    <inkml:brush xml:id="br0">
      <inkml:brushProperty name="width" value="0.05953" units="cm"/>
      <inkml:brushProperty name="height" value="0.05953" units="cm"/>
      <inkml:brushProperty name="fitToCurve" value="1"/>
    </inkml:brush>
  </inkml:definitions>
  <inkml:trace contextRef="#ctx0" brushRef="#br0">4110 11985 548,'-11'104'192,"-29"51"-95,-6 4-71,-18 15-21,-7 11-2,-3-8 1,-3-10-1,8-27-1,-6-2-9,-11-56-290</inkml:trace>
</inkml:ink>
</file>

<file path=ppt/ink/ink1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296"/>
    </inkml:context>
    <inkml:brush xml:id="br0">
      <inkml:brushProperty name="width" value="0.05953" units="cm"/>
      <inkml:brushProperty name="height" value="0.05953" units="cm"/>
      <inkml:brushProperty name="fitToCurve" value="1"/>
    </inkml:brush>
  </inkml:definitions>
  <inkml:trace contextRef="#ctx0" brushRef="#br0">4027 12377 137,'87'-8'15,"5"2"37,13 27 137,-43 144 191,-97-40-311,-36 14-43,-19-8-14,-14-3-5,-13-26-5,69-240-47,70-31-19,20 88-103</inkml:trace>
</inkml:ink>
</file>

<file path=ppt/ink/ink1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297"/>
    </inkml:context>
    <inkml:brush xml:id="br0">
      <inkml:brushProperty name="width" value="0.05953" units="cm"/>
      <inkml:brushProperty name="height" value="0.05953" units="cm"/>
      <inkml:brushProperty name="fitToCurve" value="1"/>
    </inkml:brush>
  </inkml:definitions>
  <inkml:trace contextRef="#ctx0" brushRef="#br0">4656 12117 288,'129'-59'404,"0"39"-285,19-8-79,4-1-44,-166 186-38,-91-58 67,-7-3-5,-17 6-8,-9 2-6,22-22 0,305-109 6,-20-24-14,-1 2-7,-83 52-100,2-1-649</inkml:trace>
</inkml:ink>
</file>

<file path=ppt/ink/ink1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298"/>
    </inkml:context>
    <inkml:brush xml:id="br0">
      <inkml:brushProperty name="width" value="0.05953" units="cm"/>
      <inkml:brushProperty name="height" value="0.05953" units="cm"/>
      <inkml:brushProperty name="fitToCurve" value="1"/>
    </inkml:brush>
  </inkml:definitions>
  <inkml:trace contextRef="#ctx0" brushRef="#br0">4854 12195 201,'-17'80'11,"-26"48"73,-1 22 64,19-58-62,0 23 23,3 7-15,26-2-71,128-190-233,-51-45 130,-33 37 48,6-16 20,21-38 25,16 2 180,-65 251 38,-36 60-216,-5-10-13,5-19-13,-31-60-174</inkml:trace>
</inkml:ink>
</file>

<file path=ppt/ink/ink1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299"/>
    </inkml:context>
    <inkml:brush xml:id="br0">
      <inkml:brushProperty name="width" value="0.05953" units="cm"/>
      <inkml:brushProperty name="height" value="0.05953" units="cm"/>
      <inkml:brushProperty name="fitToCurve" value="1"/>
    </inkml:brush>
  </inkml:definitions>
  <inkml:trace contextRef="#ctx0" brushRef="#br0">5322 11848 816,'-45'141'54,"-34"6"-59,15-6 1,51 0-64,156-164-347,-21-42 386,16 98 464,-172 103-390,-18 7-20,16-5-46,22 6-114,71-44 179,-25 16-395</inkml:trace>
</inkml:ink>
</file>

<file path=ppt/ink/ink1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00"/>
    </inkml:context>
    <inkml:brush xml:id="br0">
      <inkml:brushProperty name="width" value="0.05953" units="cm"/>
      <inkml:brushProperty name="height" value="0.05953" units="cm"/>
      <inkml:brushProperty name="fitToCurve" value="1"/>
    </inkml:brush>
  </inkml:definitions>
  <inkml:trace contextRef="#ctx0" brushRef="#br0">5659 12583 606,'-68'91'238,"-25"78"-210,-3-5-26,3-20-8,-11-1-35,24-33-348</inkml:trace>
</inkml:ink>
</file>

<file path=ppt/ink/ink1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01"/>
    </inkml:context>
    <inkml:brush xml:id="br0">
      <inkml:brushProperty name="width" value="0.05953" units="cm"/>
      <inkml:brushProperty name="height" value="0.05953" units="cm"/>
      <inkml:brushProperty name="fitToCurve" value="1"/>
    </inkml:brush>
  </inkml:definitions>
  <inkml:trace contextRef="#ctx0" brushRef="#br0">6231 12251 495,'-111'214'377,"63"-47"-371,14-20-7,-19-60-186</inkml:trace>
</inkml:ink>
</file>

<file path=ppt/ink/ink1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02"/>
    </inkml:context>
    <inkml:brush xml:id="br0">
      <inkml:brushProperty name="width" value="0.05953" units="cm"/>
      <inkml:brushProperty name="height" value="0.05953" units="cm"/>
      <inkml:brushProperty name="fitToCurve" value="1"/>
    </inkml:brush>
  </inkml:definitions>
  <inkml:trace contextRef="#ctx0" brushRef="#br0">6327 12507 685,'62'99'141,"-24"30"-102,15 6-25,64-44-9,-11-203-11,-75-29 0,-27-21-2,-42 3-4,-43 38-72,-39 84-126,42-20-193</inkml:trace>
</inkml:ink>
</file>

<file path=ppt/ink/ink1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03"/>
    </inkml:context>
    <inkml:brush xml:id="br0">
      <inkml:brushProperty name="width" value="0.05953" units="cm"/>
      <inkml:brushProperty name="height" value="0.05953" units="cm"/>
      <inkml:brushProperty name="fitToCurve" value="1"/>
    </inkml:brush>
  </inkml:definitions>
  <inkml:trace contextRef="#ctx0" brushRef="#br0">6842 11883 136,'-67'117'298,"27"-31"-107,-9 28-54,-14 25-68,-20 15-52,-11-2-28,-9-6-33,4-21-64,10-66-239</inkml:trace>
</inkml:ink>
</file>

<file path=ppt/ink/ink1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04"/>
    </inkml:context>
    <inkml:brush xml:id="br0">
      <inkml:brushProperty name="width" value="0.05953" units="cm"/>
      <inkml:brushProperty name="height" value="0.05953" units="cm"/>
      <inkml:brushProperty name="fitToCurve" value="1"/>
    </inkml:brush>
  </inkml:definitions>
  <inkml:trace contextRef="#ctx0" brushRef="#br0">6766 12428 801,'91'46'66,"-28"17"-361</inkml:trace>
</inkml:ink>
</file>

<file path=ppt/ink/ink1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05"/>
    </inkml:context>
    <inkml:brush xml:id="br0">
      <inkml:brushProperty name="width" value="0.05953" units="cm"/>
      <inkml:brushProperty name="height" value="0.05953" units="cm"/>
      <inkml:brushProperty name="fitToCurve" value="1"/>
    </inkml:brush>
  </inkml:definitions>
  <inkml:trace contextRef="#ctx0" brushRef="#br0">7343 12067 302,'-65'184'540,"8"-37"-653,-14-60-257</inkml:trace>
</inkml:ink>
</file>

<file path=ppt/ink/ink1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06"/>
    </inkml:context>
    <inkml:brush xml:id="br0">
      <inkml:brushProperty name="width" value="0.05953" units="cm"/>
      <inkml:brushProperty name="height" value="0.05953" units="cm"/>
      <inkml:brushProperty name="fitToCurve" value="1"/>
    </inkml:brush>
  </inkml:definitions>
  <inkml:trace contextRef="#ctx0" brushRef="#br0">7546 12207 522,'-139'198'339,"189"-66"-355,106-135 22,-147 171 17,-99-30-19,-3 3-2,5-26 0,10-236-354,59 42 83</inkml:trace>
</inkml:ink>
</file>

<file path=ppt/ink/ink1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07"/>
    </inkml:context>
    <inkml:brush xml:id="br0">
      <inkml:brushProperty name="width" value="0.05953" units="cm"/>
      <inkml:brushProperty name="height" value="0.05953" units="cm"/>
      <inkml:brushProperty name="fitToCurve" value="1"/>
    </inkml:brush>
  </inkml:definitions>
  <inkml:trace contextRef="#ctx0" brushRef="#br0">7433 12053 782,'148'-34'-24,"-20"4"59,9 4 6,17 0-7,-3 19-30,-70 32-112,2-3-648</inkml:trace>
</inkml:ink>
</file>

<file path=ppt/ink/ink1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08"/>
    </inkml:context>
    <inkml:brush xml:id="br0">
      <inkml:brushProperty name="width" value="0.05953" units="cm"/>
      <inkml:brushProperty name="height" value="0.05953" units="cm"/>
      <inkml:brushProperty name="fitToCurve" value="1"/>
    </inkml:brush>
  </inkml:definitions>
  <inkml:trace contextRef="#ctx0" brushRef="#br0">7907 11980 191,'-48'113'616,"-73"-43"-566,38 59-41,68 20-6,-5-2-6,4-5-43,-25-56-129</inkml:trace>
</inkml:ink>
</file>

<file path=ppt/ink/ink1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09"/>
    </inkml:context>
    <inkml:brush xml:id="br0">
      <inkml:brushProperty name="width" value="0.05953" units="cm"/>
      <inkml:brushProperty name="height" value="0.05953" units="cm"/>
      <inkml:brushProperty name="fitToCurve" value="1"/>
    </inkml:brush>
  </inkml:definitions>
  <inkml:trace contextRef="#ctx0" brushRef="#br0">7917 12289 141,'80'-41'14,"26"-25"88,2 36 165,-25 81 41,-106 93-271,-36-3-41,-51-42-289,25-151-53,54-31 289,-46 297 749,-20-64-688,6-31-10,-19-5-4,1-27-174,22-56-42</inkml:trace>
</inkml:ink>
</file>

<file path=ppt/ink/ink1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10"/>
    </inkml:context>
    <inkml:brush xml:id="br0">
      <inkml:brushProperty name="width" value="0.05953" units="cm"/>
      <inkml:brushProperty name="height" value="0.05953" units="cm"/>
      <inkml:brushProperty name="fitToCurve" value="1"/>
    </inkml:brush>
  </inkml:definitions>
  <inkml:trace contextRef="#ctx0" brushRef="#br0">7764 12546 390,'84'25'181,"21"34"-25,8 6-38,29 16-105,6-65-43,-59 23-147</inkml:trace>
</inkml:ink>
</file>

<file path=ppt/ink/ink1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11"/>
    </inkml:context>
    <inkml:brush xml:id="br0">
      <inkml:brushProperty name="width" value="0.05953" units="cm"/>
      <inkml:brushProperty name="height" value="0.05953" units="cm"/>
      <inkml:brushProperty name="fitToCurve" value="1"/>
    </inkml:brush>
  </inkml:definitions>
  <inkml:trace contextRef="#ctx0" brushRef="#br0">8625 11940 253,'144'-43'438,"-16"10"-307,15 9-86,18 12-35,-10 11-12,-70 28-107,2-1-649</inkml:trace>
</inkml:ink>
</file>

<file path=ppt/ink/ink1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12"/>
    </inkml:context>
    <inkml:brush xml:id="br0">
      <inkml:brushProperty name="width" value="0.05953" units="cm"/>
      <inkml:brushProperty name="height" value="0.05953" units="cm"/>
      <inkml:brushProperty name="fitToCurve" value="1"/>
    </inkml:brush>
  </inkml:definitions>
  <inkml:trace contextRef="#ctx0" brushRef="#br0">9175 11544 279,'-35'120'222,"11"-37"-116,-12 18-41,-12 8-18,-8-5-15,-11 16-4,-1-4-96,-16-44-292</inkml:trace>
</inkml:ink>
</file>

<file path=ppt/ink/ink1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13"/>
    </inkml:context>
    <inkml:brush xml:id="br0">
      <inkml:brushProperty name="width" value="0.05953" units="cm"/>
      <inkml:brushProperty name="height" value="0.05953" units="cm"/>
      <inkml:brushProperty name="fitToCurve" value="1"/>
    </inkml:brush>
  </inkml:definitions>
  <inkml:trace contextRef="#ctx0" brushRef="#br0">9034 12003 191,'63'10'65,"-3"69"-76</inkml:trace>
</inkml:ink>
</file>

<file path=ppt/ink/ink1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14"/>
    </inkml:context>
    <inkml:brush xml:id="br0">
      <inkml:brushProperty name="width" value="0.05953" units="cm"/>
      <inkml:brushProperty name="height" value="0.05953" units="cm"/>
      <inkml:brushProperty name="fitToCurve" value="1"/>
    </inkml:brush>
  </inkml:definitions>
  <inkml:trace contextRef="#ctx0" brushRef="#br0">8676 12338 136,'-94'0'0,"1"0"24,206-68 490,53 19-445,-41 18-40,50-24-4,-30 12-8,-2 4 0,0 2-2,6-2-1,-2 9-16,-186 167-228,-17-59-89</inkml:trace>
</inkml:ink>
</file>

<file path=ppt/ink/ink1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15"/>
    </inkml:context>
    <inkml:brush xml:id="br0">
      <inkml:brushProperty name="width" value="0.05953" units="cm"/>
      <inkml:brushProperty name="height" value="0.05953" units="cm"/>
      <inkml:brushProperty name="fitToCurve" value="1"/>
    </inkml:brush>
  </inkml:definitions>
  <inkml:trace contextRef="#ctx0" brushRef="#br0">8692 12233 409,'0'154'152,"0"-50"-9,0 21-150,-30-35-230</inkml:trace>
</inkml:ink>
</file>

<file path=ppt/ink/ink1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16"/>
    </inkml:context>
    <inkml:brush xml:id="br0">
      <inkml:brushProperty name="width" value="0.05953" units="cm"/>
      <inkml:brushProperty name="height" value="0.05953" units="cm"/>
      <inkml:brushProperty name="fitToCurve" value="1"/>
    </inkml:brush>
  </inkml:definitions>
  <inkml:trace contextRef="#ctx0" brushRef="#br0">8747 12437 136,'67'-81'71,"72"26"63,23 20 31,-194 200 74,-64-71-167,3 2-40,216-196-202,-25 25 51,-5 9-3,-10 16 28,28 38 9,-106 102 94,-32 20 32,-41 62 121,-22 14 97,29-84-161,-43 11-51,-34-38-36,-23-76-8,6-81-5,65-54-12,60-34-123,44 87-21</inkml:trace>
</inkml:ink>
</file>

<file path=ppt/ink/ink1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17"/>
    </inkml:context>
    <inkml:brush xml:id="br0">
      <inkml:brushProperty name="width" value="0.05953" units="cm"/>
      <inkml:brushProperty name="height" value="0.05953" units="cm"/>
      <inkml:brushProperty name="fitToCurve" value="1"/>
    </inkml:brush>
  </inkml:definitions>
  <inkml:trace contextRef="#ctx0" brushRef="#br0">9550 12248 611,'107'-56'21,"-9"19"46,19 2 9,10 4-14,29 3-32,-3 9-25,-69 37-113,0-2-648</inkml:trace>
</inkml:ink>
</file>

<file path=ppt/ink/ink1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18"/>
    </inkml:context>
    <inkml:brush xml:id="br0">
      <inkml:brushProperty name="width" value="0.05953" units="cm"/>
      <inkml:brushProperty name="height" value="0.05953" units="cm"/>
      <inkml:brushProperty name="fitToCurve" value="1"/>
    </inkml:brush>
  </inkml:definitions>
  <inkml:trace contextRef="#ctx0" brushRef="#br0">10007 11648 340,'0'137'65,"-3"-35"-9,-1-12 7,-3 11 9,-2 11-5,-7 27 1,-2-19-41,-7 2-79,-20-12-230</inkml:trace>
</inkml:ink>
</file>

<file path=ppt/ink/ink1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19"/>
    </inkml:context>
    <inkml:brush xml:id="br0">
      <inkml:brushProperty name="width" value="0.05953" units="cm"/>
      <inkml:brushProperty name="height" value="0.05953" units="cm"/>
      <inkml:brushProperty name="fitToCurve" value="1"/>
    </inkml:brush>
  </inkml:definitions>
  <inkml:trace contextRef="#ctx0" brushRef="#br0">9653 11922 403,'187'0'187,"-82"-5"-295,-23 31-240</inkml:trace>
</inkml:ink>
</file>

<file path=ppt/ink/ink1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20"/>
    </inkml:context>
    <inkml:brush xml:id="br0">
      <inkml:brushProperty name="width" value="0.05953" units="cm"/>
      <inkml:brushProperty name="height" value="0.05953" units="cm"/>
      <inkml:brushProperty name="fitToCurve" value="1"/>
    </inkml:brush>
  </inkml:definitions>
  <inkml:trace contextRef="#ctx0" brushRef="#br0">10205 11816 136,'-30'91'19,"-18"-4"-14,3-3-13,-3-2-1,4-4 3,-3 6 5,10-5-32</inkml:trace>
</inkml:ink>
</file>

<file path=ppt/ink/ink1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21"/>
    </inkml:context>
    <inkml:brush xml:id="br0">
      <inkml:brushProperty name="width" value="0.05953" units="cm"/>
      <inkml:brushProperty name="height" value="0.05953" units="cm"/>
      <inkml:brushProperty name="fitToCurve" value="1"/>
    </inkml:brush>
  </inkml:definitions>
  <inkml:trace contextRef="#ctx0" brushRef="#br0">9931 12111 136</inkml:trace>
</inkml:ink>
</file>

<file path=ppt/ink/ink1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22"/>
    </inkml:context>
    <inkml:brush xml:id="br0">
      <inkml:brushProperty name="width" value="0.05953" units="cm"/>
      <inkml:brushProperty name="height" value="0.05953" units="cm"/>
      <inkml:brushProperty name="fitToCurve" value="1"/>
    </inkml:brush>
  </inkml:definitions>
  <inkml:trace contextRef="#ctx0" brushRef="#br0">10117 12036 169,'-102'84'482,"14"-18"-394,-12 6-44,-12-2-35,255-78 10,-8-27-22,-4 11-75,-239 123 9,-12-40 168,4-7-39,-13 15-37,8 22-3,159 46-4,109-137-18,22-27-11,-33-15-185,-46 44-28</inkml:trace>
</inkml:ink>
</file>

<file path=ppt/ink/ink1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23"/>
    </inkml:context>
    <inkml:brush xml:id="br0">
      <inkml:brushProperty name="width" value="0.05953" units="cm"/>
      <inkml:brushProperty name="height" value="0.05953" units="cm"/>
      <inkml:brushProperty name="fitToCurve" value="1"/>
    </inkml:brush>
  </inkml:definitions>
  <inkml:trace contextRef="#ctx0" brushRef="#br0">9999 12331 136,'-126'15'413,"-33"170"-135,89-44-241,81 19-28,108-38-5,42-62-4,1-58-10,-25-48-38,-36-64-146,-77 13 94,-37 10 146,-86 51 146,-24 95-157,-9 47-21,0 17 5,32-27-8,-9-6-134,17-52-121</inkml:trace>
</inkml:ink>
</file>

<file path=ppt/ink/ink1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24"/>
    </inkml:context>
    <inkml:brush xml:id="br0">
      <inkml:brushProperty name="width" value="0.05953" units="cm"/>
      <inkml:brushProperty name="height" value="0.05953" units="cm"/>
      <inkml:brushProperty name="fitToCurve" value="1"/>
    </inkml:brush>
  </inkml:definitions>
  <inkml:trace contextRef="#ctx0" brushRef="#br0">10374 11650 452,'16'84'196,"-18"40"-64,-28 25-72,-12-15-46,-7 2-9,-3-7-3,-17 14-4,1-15-24,188-222-51,-7-11 70,-14 21 4,-2-4-82,-14 52-140</inkml:trace>
</inkml:ink>
</file>

<file path=ppt/ink/ink1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25"/>
    </inkml:context>
    <inkml:brush xml:id="br0">
      <inkml:brushProperty name="width" value="0.05953" units="cm"/>
      <inkml:brushProperty name="height" value="0.05953" units="cm"/>
      <inkml:brushProperty name="fitToCurve" value="1"/>
    </inkml:brush>
  </inkml:definitions>
  <inkml:trace contextRef="#ctx0" brushRef="#br0">10534 12085 136,'-10'85'186,"1"62"-57,-9-55-23,-10 30 34,-8-11-57,-35 25-40,-17-19-27,-20-6-24,32-225-463,99 33 382,19-9 48,64 8 45,12 80 176,42 79 157,-53-9-252,32 12-64,10-35-59,-7-88-359,-57 43-21</inkml:trace>
</inkml:ink>
</file>

<file path=ppt/ink/ink1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26"/>
    </inkml:context>
    <inkml:brush xml:id="br0">
      <inkml:brushProperty name="width" value="0.05953" units="cm"/>
      <inkml:brushProperty name="height" value="0.05953" units="cm"/>
      <inkml:brushProperty name="fitToCurve" value="1"/>
    </inkml:brush>
  </inkml:definitions>
  <inkml:trace contextRef="#ctx0" brushRef="#br0">14868 16570 533</inkml:trace>
</inkml:ink>
</file>

<file path=ppt/ink/ink1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27"/>
    </inkml:context>
    <inkml:brush xml:id="br0">
      <inkml:brushProperty name="width" value="0.05953" units="cm"/>
      <inkml:brushProperty name="height" value="0.05953" units="cm"/>
      <inkml:brushProperty name="fitToCurve" value="1"/>
    </inkml:brush>
  </inkml:definitions>
  <inkml:trace contextRef="#ctx0" brushRef="#br0">10098 13162 500,'14'83'372,"-15"69"-371,2-10-1,67-10 6,95-120-2,-11-37-3,-9 1-4,20 7-19,-81 34-85,1 0-637</inkml:trace>
</inkml:ink>
</file>

<file path=ppt/ink/ink1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28"/>
    </inkml:context>
    <inkml:brush xml:id="br0">
      <inkml:brushProperty name="width" value="0.05953" units="cm"/>
      <inkml:brushProperty name="height" value="0.05953" units="cm"/>
      <inkml:brushProperty name="fitToCurve" value="1"/>
    </inkml:brush>
  </inkml:definitions>
  <inkml:trace contextRef="#ctx0" brushRef="#br0">10593 13277 748,'129'25'85,"34"10"-47,3 22-29,-66 67-11,-110 34-3,-37-14-1,-24-7-20,-15-26-21,-2-51-223</inkml:trace>
</inkml:ink>
</file>

<file path=ppt/ink/ink1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29"/>
    </inkml:context>
    <inkml:brush xml:id="br0">
      <inkml:brushProperty name="width" value="0.05953" units="cm"/>
      <inkml:brushProperty name="height" value="0.05953" units="cm"/>
      <inkml:brushProperty name="fitToCurve" value="1"/>
    </inkml:brush>
  </inkml:definitions>
  <inkml:trace contextRef="#ctx0" brushRef="#br0">11851 13131 407,'69'212'459,"-61"-57"-470,-46-15-82,-25-52-166</inkml:trace>
</inkml:ink>
</file>

<file path=ppt/ink/ink1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30"/>
    </inkml:context>
    <inkml:brush xml:id="br0">
      <inkml:brushProperty name="width" value="0.05953" units="cm"/>
      <inkml:brushProperty name="height" value="0.05953" units="cm"/>
      <inkml:brushProperty name="fitToCurve" value="1"/>
    </inkml:brush>
  </inkml:definitions>
  <inkml:trace contextRef="#ctx0" brushRef="#br0">11744 13196 729,'121'-81'103,"40"37"-70,12 13-27,-25 14-3,3 22-3,-163 145 3,-96-48-1,-9 11-3,-9 10-6,23-27-31,13-56-141</inkml:trace>
</inkml:ink>
</file>

<file path=ppt/ink/ink1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31"/>
    </inkml:context>
    <inkml:brush xml:id="br0">
      <inkml:brushProperty name="width" value="0.05953" units="cm"/>
      <inkml:brushProperty name="height" value="0.05953" units="cm"/>
      <inkml:brushProperty name="fitToCurve" value="1"/>
    </inkml:brush>
  </inkml:definitions>
  <inkml:trace contextRef="#ctx0" brushRef="#br0">12237 12699 147,'-35'99'422,"10"19"-302,-16 98-29,7-18-38,6-12-27,-9 75-14,12-58-9,8-44-1,10-7-5,16 8-13,23-18-133,-41-60-2</inkml:trace>
</inkml:ink>
</file>

<file path=ppt/ink/ink1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32"/>
    </inkml:context>
    <inkml:brush xml:id="br0">
      <inkml:brushProperty name="width" value="0.05953" units="cm"/>
      <inkml:brushProperty name="height" value="0.05953" units="cm"/>
      <inkml:brushProperty name="fitToCurve" value="1"/>
    </inkml:brush>
  </inkml:definitions>
  <inkml:trace contextRef="#ctx0" brushRef="#br0">12594 13304 798,'-78'151'68,"22"2"-62,10-5-69,-20-60-212</inkml:trace>
</inkml:ink>
</file>

<file path=ppt/ink/ink1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33"/>
    </inkml:context>
    <inkml:brush xml:id="br0">
      <inkml:brushProperty name="width" value="0.05953" units="cm"/>
      <inkml:brushProperty name="height" value="0.05953" units="cm"/>
      <inkml:brushProperty name="fitToCurve" value="1"/>
    </inkml:brush>
  </inkml:definitions>
  <inkml:trace contextRef="#ctx0" brushRef="#br0">12708 13310 203,'33'128'635,"-51"10"-615,153-192-4,-46-60-16,20 9-1,3 198 5,-110 62-2,78-31-20,-59-44-89,1 0-639</inkml:trace>
</inkml:ink>
</file>

<file path=ppt/ink/ink1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34"/>
    </inkml:context>
    <inkml:brush xml:id="br0">
      <inkml:brushProperty name="width" value="0.05953" units="cm"/>
      <inkml:brushProperty name="height" value="0.05953" units="cm"/>
      <inkml:brushProperty name="fitToCurve" value="1"/>
    </inkml:brush>
  </inkml:definitions>
  <inkml:trace contextRef="#ctx0" brushRef="#br0">14038 12706 852,'-124'84'11,"24"40"1,-13 22-14,-5-15-25,13-38-141,20-57-63</inkml:trace>
</inkml:ink>
</file>

<file path=ppt/ink/ink1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35"/>
    </inkml:context>
    <inkml:brush xml:id="br0">
      <inkml:brushProperty name="width" value="0.05953" units="cm"/>
      <inkml:brushProperty name="height" value="0.05953" units="cm"/>
      <inkml:brushProperty name="fitToCurve" value="1"/>
    </inkml:brush>
  </inkml:definitions>
  <inkml:trace contextRef="#ctx0" brushRef="#br0">13771 12858 171,'0'89'164,"0"45"55,-4-32-108,-6 45 5,-4 13-57,-7-8-41,-7-15-13,4 3-4,11 1-58,-26-55-115</inkml:trace>
</inkml:ink>
</file>

<file path=ppt/ink/ink1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36"/>
    </inkml:context>
    <inkml:brush xml:id="br0">
      <inkml:brushProperty name="width" value="0.05953" units="cm"/>
      <inkml:brushProperty name="height" value="0.05953" units="cm"/>
      <inkml:brushProperty name="fitToCurve" value="1"/>
    </inkml:brush>
  </inkml:definitions>
  <inkml:trace contextRef="#ctx0" brushRef="#br0">14129 12606 532,'0'94'205,"-27"24"-366,-24-33-255</inkml:trace>
</inkml:ink>
</file>

<file path=ppt/ink/ink1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37"/>
    </inkml:context>
    <inkml:brush xml:id="br0">
      <inkml:brushProperty name="width" value="0.05953" units="cm"/>
      <inkml:brushProperty name="height" value="0.05953" units="cm"/>
      <inkml:brushProperty name="fitToCurve" value="1"/>
    </inkml:brush>
  </inkml:definitions>
  <inkml:trace contextRef="#ctx0" brushRef="#br0">14124 12847 358,'228'-91'507,"-62"71"-498,-123 164-12,-155-26-1,-28-36-18,-7-53-159,133 84 99,-14-9 146,-23 46 26,-14 8-17,6-7-35,4-18-28,-5 4-17,-6-10-168,-22-43-312</inkml:trace>
</inkml:ink>
</file>

<file path=ppt/ink/ink1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38"/>
    </inkml:context>
    <inkml:brush xml:id="br0">
      <inkml:brushProperty name="width" value="0.05953" units="cm"/>
      <inkml:brushProperty name="height" value="0.05953" units="cm"/>
      <inkml:brushProperty name="fitToCurve" value="1"/>
    </inkml:brush>
  </inkml:definitions>
  <inkml:trace contextRef="#ctx0" brushRef="#br0">13966 13176 356,'0'153'13,"0"-63"52,0 10-2,0-20-15,0 18-65,-25-10-364</inkml:trace>
</inkml:ink>
</file>

<file path=ppt/ink/ink1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39"/>
    </inkml:context>
    <inkml:brush xml:id="br0">
      <inkml:brushProperty name="width" value="0.05953" units="cm"/>
      <inkml:brushProperty name="height" value="0.05953" units="cm"/>
      <inkml:brushProperty name="fitToCurve" value="1"/>
    </inkml:brush>
  </inkml:definitions>
  <inkml:trace contextRef="#ctx0" brushRef="#br0">14130 13193 258,'107'-43'29,"27"-15"89,-47 28 9,4 16 29,15 56-20,-38 101-86,-76 20-42,-32-20-5,-16 6-1,-7-12-1,-81-172-7,58-20-183</inkml:trace>
</inkml:ink>
</file>

<file path=ppt/ink/ink1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40"/>
    </inkml:context>
    <inkml:brush xml:id="br0">
      <inkml:brushProperty name="width" value="0.05953" units="cm"/>
      <inkml:brushProperty name="height" value="0.05953" units="cm"/>
      <inkml:brushProperty name="fitToCurve" value="1"/>
    </inkml:brush>
  </inkml:definitions>
  <inkml:trace contextRef="#ctx0" brushRef="#br0">13991 13501 835,'156'-71'11,"-9"1"13,-5 11-18,-2 1-48,-59 51-61,1-1-620</inkml:trace>
</inkml:ink>
</file>

<file path=ppt/ink/ink1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41"/>
    </inkml:context>
    <inkml:brush xml:id="br0">
      <inkml:brushProperty name="width" value="0.05953" units="cm"/>
      <inkml:brushProperty name="height" value="0.05953" units="cm"/>
      <inkml:brushProperty name="fitToCurve" value="1"/>
    </inkml:brush>
  </inkml:definitions>
  <inkml:trace contextRef="#ctx0" brushRef="#br0">14169 13162 190,'-20'88'88,"-25"36"68,24-42-1,-2 15-7,168-151-65,-55-66-61,12-16-9,2 27-4,-54 255 16,-91 0-24,-1 11 0,2-1-1,10 5-1,20-9-7,-24-74-101,-1 1-656</inkml:trace>
</inkml:ink>
</file>

<file path=ppt/ink/ink1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42"/>
    </inkml:context>
    <inkml:brush xml:id="br0">
      <inkml:brushProperty name="width" value="0.05953" units="cm"/>
      <inkml:brushProperty name="height" value="0.05953" units="cm"/>
      <inkml:brushProperty name="fitToCurve" value="1"/>
    </inkml:brush>
  </inkml:definitions>
  <inkml:trace contextRef="#ctx0" brushRef="#br0">15662 12619 809,'-149'81'50,"18"35"-52,9-13-21,-18 3-72,5 5-40,20-15 21,25-20 61,-44 44 186,259-112 121,37-60-215,-7 3-25,17-7-9,-15-4-4,15-15-6,-48-12-36,-182-46-397,-99 162 458,66 114 108,55-15-21,10-25-37,-4 56 14,-7 24-38,1-23-30,5-11-10,-7 6 0,-11 5 0,-99-224-15,165-95 1,11 22-10,24 52-164</inkml:trace>
</inkml:ink>
</file>

<file path=ppt/ink/ink1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43"/>
    </inkml:context>
    <inkml:brush xml:id="br0">
      <inkml:brushProperty name="width" value="0.05953" units="cm"/>
      <inkml:brushProperty name="height" value="0.05953" units="cm"/>
      <inkml:brushProperty name="fitToCurve" value="1"/>
    </inkml:brush>
  </inkml:definitions>
  <inkml:trace contextRef="#ctx0" brushRef="#br0">15244 13156 470,'-80'52'386,"-15"54"-372,-19 21-11,-2-2-3,19-22-6,8-53-180</inkml:trace>
</inkml:ink>
</file>

<file path=ppt/ink/ink1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44"/>
    </inkml:context>
    <inkml:brush xml:id="br0">
      <inkml:brushProperty name="width" value="0.05953" units="cm"/>
      <inkml:brushProperty name="height" value="0.05953" units="cm"/>
      <inkml:brushProperty name="fitToCurve" value="1"/>
    </inkml:brush>
  </inkml:definitions>
  <inkml:trace contextRef="#ctx0" brushRef="#br0">15212 13195 449,'10'96'218,"-23"19"-89,34 19-64,-40-53-172,0 1-639</inkml:trace>
</inkml:ink>
</file>

<file path=ppt/ink/ink1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45"/>
    </inkml:context>
    <inkml:brush xml:id="br0">
      <inkml:brushProperty name="width" value="0.05953" units="cm"/>
      <inkml:brushProperty name="height" value="0.05953" units="cm"/>
      <inkml:brushProperty name="fitToCurve" value="1"/>
    </inkml:brush>
  </inkml:definitions>
  <inkml:trace contextRef="#ctx0" brushRef="#br0">15801 12484 683,'-71'124'186,"-7"3"-178,-7 6-7,6-13-12,239-99-50,-20-81 30,-17 7-27,-150 167 202,-74 5-130,-19 12-9,11-25-4,-6 2-6,22-65-182</inkml:trace>
</inkml:ink>
</file>

<file path=ppt/ink/ink1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1:46.346"/>
    </inkml:context>
    <inkml:brush xml:id="br0">
      <inkml:brushProperty name="width" value="0.05953" units="cm"/>
      <inkml:brushProperty name="height" value="0.05953" units="cm"/>
      <inkml:brushProperty name="fitToCurve" value="1"/>
    </inkml:brush>
  </inkml:definitions>
  <inkml:trace contextRef="#ctx0" brushRef="#br0">15650 12996 136,'129'-43'608,"-86"171"-552,-129-11-66,-9-20-12,-4-1-6,-13 3 25,22-11 65,225-104-19,-1-24-44,21-13-10,-24 11-11,9 22-57,-215 144 163,-37-21-41,-34 2-23,-13-2-14,25-19-4,6-8 1,309-170-10,-32-18-7,-20-2-34,-29 19-122,-19 58-50</inkml:trace>
</inkml:ink>
</file>

<file path=ppt/ink/ink1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40"/>
    </inkml:context>
    <inkml:brush xml:id="br0">
      <inkml:brushProperty name="width" value="0.05953" units="cm"/>
      <inkml:brushProperty name="height" value="0.05953" units="cm"/>
      <inkml:brushProperty name="fitToCurve" value="1"/>
    </inkml:brush>
  </inkml:definitions>
  <inkml:trace contextRef="#ctx0" brushRef="#br0">1105 10812 136,'110'-96'82,"-23"40"131,16 139 137,-129 40-335,-17 13-4,-24 14-6,0-26-4,-22-21-14,4-223-336,75 39 173,30-15 203,99 79 237,-25 71-238,5-18-240</inkml:trace>
</inkml:ink>
</file>

<file path=ppt/ink/ink1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41"/>
    </inkml:context>
    <inkml:brush xml:id="br0">
      <inkml:brushProperty name="width" value="0.05953" units="cm"/>
      <inkml:brushProperty name="height" value="0.05953" units="cm"/>
      <inkml:brushProperty name="fitToCurve" value="1"/>
    </inkml:brush>
  </inkml:definitions>
  <inkml:trace contextRef="#ctx0" brushRef="#br0">1509 10615 136</inkml:trace>
</inkml:ink>
</file>

<file path=ppt/ink/ink1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42"/>
    </inkml:context>
    <inkml:brush xml:id="br0">
      <inkml:brushProperty name="width" value="0.05953" units="cm"/>
      <inkml:brushProperty name="height" value="0.05953" units="cm"/>
      <inkml:brushProperty name="fitToCurve" value="1"/>
    </inkml:brush>
  </inkml:definitions>
  <inkml:trace contextRef="#ctx0" brushRef="#br0">1754 10470 550,'73'0'94,"-10"20"-313</inkml:trace>
</inkml:ink>
</file>

<file path=ppt/ink/ink1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43"/>
    </inkml:context>
    <inkml:brush xml:id="br0">
      <inkml:brushProperty name="width" value="0.05953" units="cm"/>
      <inkml:brushProperty name="height" value="0.05953" units="cm"/>
      <inkml:brushProperty name="fitToCurve" value="1"/>
    </inkml:brush>
  </inkml:definitions>
  <inkml:trace contextRef="#ctx0" brushRef="#br0">1912 10439 159,'-30'88'47,"-15"35"19,-4-13-15,-19 34 26,20-55-27,-14 23 2,15-26-7,-17 30-16,4-17-42,11-12-78</inkml:trace>
</inkml:ink>
</file>

<file path=ppt/ink/ink1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44"/>
    </inkml:context>
    <inkml:brush xml:id="br0">
      <inkml:brushProperty name="width" value="0.05953" units="cm"/>
      <inkml:brushProperty name="height" value="0.05953" units="cm"/>
      <inkml:brushProperty name="fitToCurve" value="1"/>
    </inkml:brush>
  </inkml:definitions>
  <inkml:trace contextRef="#ctx0" brushRef="#br0">1785 10734 232,'7'111'236,"1"-21"-122,0 17-40,-8 2-53,-7 9-48,-6 3-103,5-38-139</inkml:trace>
</inkml:ink>
</file>

<file path=ppt/ink/ink1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45"/>
    </inkml:context>
    <inkml:brush xml:id="br0">
      <inkml:brushProperty name="width" value="0.05953" units="cm"/>
      <inkml:brushProperty name="height" value="0.05953" units="cm"/>
      <inkml:brushProperty name="fitToCurve" value="1"/>
    </inkml:brush>
  </inkml:definitions>
  <inkml:trace contextRef="#ctx0" brushRef="#br0">1877 10827 311,'108'63'374,"-59"0"-721</inkml:trace>
</inkml:ink>
</file>

<file path=ppt/ink/ink2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46"/>
    </inkml:context>
    <inkml:brush xml:id="br0">
      <inkml:brushProperty name="width" value="0.05953" units="cm"/>
      <inkml:brushProperty name="height" value="0.05953" units="cm"/>
      <inkml:brushProperty name="fitToCurve" value="1"/>
    </inkml:brush>
  </inkml:definitions>
  <inkml:trace contextRef="#ctx0" brushRef="#br0">2198 10753 222,'89'-121'176,"45"39"-55,-45 75-112,-81 107 167,-30 14-54,-9 23-95,-30 7-25,-15-28-2,-22-2-29,14-63-148</inkml:trace>
</inkml:ink>
</file>

<file path=ppt/ink/ink2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47"/>
    </inkml:context>
    <inkml:brush xml:id="br0">
      <inkml:brushProperty name="width" value="0.05953" units="cm"/>
      <inkml:brushProperty name="height" value="0.05953" units="cm"/>
      <inkml:brushProperty name="fitToCurve" value="1"/>
    </inkml:brush>
  </inkml:definitions>
  <inkml:trace contextRef="#ctx0" brushRef="#br0">2152 10993 136,'93'-4'218,"11"68"-284,-19-84-56,-1-25 94,14-31 26,-16-23 2,-42 12 0,-10 3 0,-2-11 0,-23 10 28,19 191 188,-4 44-163,-5 18-23,-15-71-20,-3 19 15,-4-22 21,-11 5 81,-94-84 45,28-146-159,38-6-15,84-33-2,92 41-22,26 41-34,-41 31-83,-31 45-68</inkml:trace>
</inkml:ink>
</file>

<file path=ppt/ink/ink2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48"/>
    </inkml:context>
    <inkml:brush xml:id="br0">
      <inkml:brushProperty name="width" value="0.05953" units="cm"/>
      <inkml:brushProperty name="height" value="0.05953" units="cm"/>
      <inkml:brushProperty name="fitToCurve" value="1"/>
    </inkml:brush>
  </inkml:definitions>
  <inkml:trace contextRef="#ctx0" brushRef="#br0">3458 10202 266,'-172'108'571,"70"6"-677,18-6-60,23-27 70,-40 42 99,290-117 356,-71-93-388,-24-28-86,-14 65-118</inkml:trace>
</inkml:ink>
</file>

<file path=ppt/ink/ink2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49"/>
    </inkml:context>
    <inkml:brush xml:id="br0">
      <inkml:brushProperty name="width" value="0.05953" units="cm"/>
      <inkml:brushProperty name="height" value="0.05953" units="cm"/>
      <inkml:brushProperty name="fitToCurve" value="1"/>
    </inkml:brush>
  </inkml:definitions>
  <inkml:trace contextRef="#ctx0" brushRef="#br0">3320 10399 151,'-26'115'117,"16"-7"47,12 60 89,6-47-135,-6 12-64,-41 5-33,-111-114-18,90-169-80,55 52-95</inkml:trace>
</inkml:ink>
</file>

<file path=ppt/ink/ink2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50"/>
    </inkml:context>
    <inkml:brush xml:id="br0">
      <inkml:brushProperty name="width" value="0.05953" units="cm"/>
      <inkml:brushProperty name="height" value="0.05953" units="cm"/>
      <inkml:brushProperty name="fitToCurve" value="1"/>
    </inkml:brush>
  </inkml:definitions>
  <inkml:trace contextRef="#ctx0" brushRef="#br0">3117 10632 250,'-45'149'500,"-23"-34"-490,-22-37-395</inkml:trace>
</inkml:ink>
</file>

<file path=ppt/ink/ink2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51"/>
    </inkml:context>
    <inkml:brush xml:id="br0">
      <inkml:brushProperty name="width" value="0.05953" units="cm"/>
      <inkml:brushProperty name="height" value="0.05953" units="cm"/>
      <inkml:brushProperty name="fitToCurve" value="1"/>
    </inkml:brush>
  </inkml:definitions>
  <inkml:trace contextRef="#ctx0" brushRef="#br0">3266 10664 261,'63'43'483</inkml:trace>
</inkml:ink>
</file>

<file path=ppt/ink/ink2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52"/>
    </inkml:context>
    <inkml:brush xml:id="br0">
      <inkml:brushProperty name="width" value="0.05953" units="cm"/>
      <inkml:brushProperty name="height" value="0.05953" units="cm"/>
      <inkml:brushProperty name="fitToCurve" value="1"/>
    </inkml:brush>
  </inkml:definitions>
  <inkml:trace contextRef="#ctx0" brushRef="#br0">3526 10245 497,'-94'167'287,"25"-52"-388,16-17-66,142-106-47,49-68 223,7-5 26,-27 13 37,30 7 92,-123 151 77,-70 37-204,-67-28-246,11-149-173,148 189 679,-22-41-149,-4 16-28,-16 21-82,-155-176-137,105-80-28,44 36-93</inkml:trace>
</inkml:ink>
</file>

<file path=ppt/ink/ink2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53"/>
    </inkml:context>
    <inkml:brush xml:id="br0">
      <inkml:brushProperty name="width" value="0.05953" units="cm"/>
      <inkml:brushProperty name="height" value="0.05953" units="cm"/>
      <inkml:brushProperty name="fitToCurve" value="1"/>
    </inkml:brush>
  </inkml:definitions>
  <inkml:trace contextRef="#ctx0" brushRef="#br0">3539 10577 149,'-80'144'708,"64"-4"-758,160-176-253,-65-4 156,32-9 35,-28 19 100,14 18 204,-5 57 68,-8 22-939</inkml:trace>
</inkml:ink>
</file>

<file path=ppt/ink/ink2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54"/>
    </inkml:context>
    <inkml:brush xml:id="br0">
      <inkml:brushProperty name="width" value="0.05953" units="cm"/>
      <inkml:brushProperty name="height" value="0.05953" units="cm"/>
      <inkml:brushProperty name="fitToCurve" value="1"/>
    </inkml:brush>
  </inkml:definitions>
  <inkml:trace contextRef="#ctx0" brushRef="#br0">1232 11748 791,'21'95'-328,"-28"-35"-7</inkml:trace>
</inkml:ink>
</file>

<file path=ppt/ink/ink2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55"/>
    </inkml:context>
    <inkml:brush xml:id="br0">
      <inkml:brushProperty name="width" value="0.05953" units="cm"/>
      <inkml:brushProperty name="height" value="0.05953" units="cm"/>
      <inkml:brushProperty name="fitToCurve" value="1"/>
    </inkml:brush>
  </inkml:definitions>
  <inkml:trace contextRef="#ctx0" brushRef="#br0">1098 12001 244,'97'9'95,"-147"95"93,50 29 148,141-41-329,3 0-2,3-8-3,3-4-4,-27-10-19,-45 16-269</inkml:trace>
</inkml:ink>
</file>

<file path=ppt/ink/ink2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56"/>
    </inkml:context>
    <inkml:brush xml:id="br0">
      <inkml:brushProperty name="width" value="0.05953" units="cm"/>
      <inkml:brushProperty name="height" value="0.05953" units="cm"/>
      <inkml:brushProperty name="fitToCurve" value="1"/>
    </inkml:brush>
  </inkml:definitions>
  <inkml:trace contextRef="#ctx0" brushRef="#br0">1353 11817 403,'134'-130'461,"1"81"-544,-43 45-84</inkml:trace>
</inkml:ink>
</file>

<file path=ppt/ink/ink2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57"/>
    </inkml:context>
    <inkml:brush xml:id="br0">
      <inkml:brushProperty name="width" value="0.05953" units="cm"/>
      <inkml:brushProperty name="height" value="0.05953" units="cm"/>
      <inkml:brushProperty name="fitToCurve" value="1"/>
    </inkml:brush>
  </inkml:definitions>
  <inkml:trace contextRef="#ctx0" brushRef="#br0">1657 11663 198,'-30'81'174,"-48"79"61,30-69-147,-13 17-7,-11 3-42,-15-41-316</inkml:trace>
</inkml:ink>
</file>

<file path=ppt/ink/ink2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58"/>
    </inkml:context>
    <inkml:brush xml:id="br0">
      <inkml:brushProperty name="width" value="0.05953" units="cm"/>
      <inkml:brushProperty name="height" value="0.05953" units="cm"/>
      <inkml:brushProperty name="fitToCurve" value="1"/>
    </inkml:brush>
  </inkml:definitions>
  <inkml:trace contextRef="#ctx0" brushRef="#br0">1548 11843 136,'0'59'203,"0"49"-38,0-44-131,0 14-54,0-8-84</inkml:trace>
</inkml:ink>
</file>

<file path=ppt/ink/ink2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59"/>
    </inkml:context>
    <inkml:brush xml:id="br0">
      <inkml:brushProperty name="width" value="0.05953" units="cm"/>
      <inkml:brushProperty name="height" value="0.05953" units="cm"/>
      <inkml:brushProperty name="fitToCurve" value="1"/>
    </inkml:brush>
  </inkml:definitions>
  <inkml:trace contextRef="#ctx0" brushRef="#br0">1678 11941 271,'74'113'285,"11"-51"-343,-29 17-436</inkml:trace>
</inkml:ink>
</file>

<file path=ppt/ink/ink2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60"/>
    </inkml:context>
    <inkml:brush xml:id="br0">
      <inkml:brushProperty name="width" value="0.05953" units="cm"/>
      <inkml:brushProperty name="height" value="0.05953" units="cm"/>
      <inkml:brushProperty name="fitToCurve" value="1"/>
    </inkml:brush>
  </inkml:definitions>
  <inkml:trace contextRef="#ctx0" brushRef="#br0">2165 11699 446,'80'-30'371,"50"-5"-326,-50 173-64,-150 3 30,-10-16 0,-5-1-6,2 12 4,237-121-25,-43-117-72,-27 63-78</inkml:trace>
</inkml:ink>
</file>

<file path=ppt/ink/ink2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61"/>
    </inkml:context>
    <inkml:brush xml:id="br0">
      <inkml:brushProperty name="width" value="0.05953" units="cm"/>
      <inkml:brushProperty name="height" value="0.05953" units="cm"/>
      <inkml:brushProperty name="fitToCurve" value="1"/>
    </inkml:brush>
  </inkml:definitions>
  <inkml:trace contextRef="#ctx0" brushRef="#br0">2543 11788 261,'102'27'255,"-6"10"-46,19 17-223,-35 22-347</inkml:trace>
</inkml:ink>
</file>

<file path=ppt/ink/ink2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62"/>
    </inkml:context>
    <inkml:brush xml:id="br0">
      <inkml:brushProperty name="width" value="0.05953" units="cm"/>
      <inkml:brushProperty name="height" value="0.05953" units="cm"/>
      <inkml:brushProperty name="fitToCurve" value="1"/>
    </inkml:brush>
  </inkml:definitions>
  <inkml:trace contextRef="#ctx0" brushRef="#br0">2920 11752 136,'-81'47'422,"4"32"-183,-7 25-180,-9 5-74,9-58-165</inkml:trace>
</inkml:ink>
</file>

<file path=ppt/ink/ink2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63"/>
    </inkml:context>
    <inkml:brush xml:id="br0">
      <inkml:brushProperty name="width" value="0.05953" units="cm"/>
      <inkml:brushProperty name="height" value="0.05953" units="cm"/>
      <inkml:brushProperty name="fitToCurve" value="1"/>
    </inkml:brush>
  </inkml:definitions>
  <inkml:trace contextRef="#ctx0" brushRef="#br0">2864 11659 699,'128'-6'118,"14"-11"-78,-28 96-37,-150 54 8,-8 6-3,209-160-44,-73-86-216,-4 54-175</inkml:trace>
</inkml:ink>
</file>

<file path=ppt/ink/ink2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64"/>
    </inkml:context>
    <inkml:brush xml:id="br0">
      <inkml:brushProperty name="width" value="0.05953" units="cm"/>
      <inkml:brushProperty name="height" value="0.05953" units="cm"/>
      <inkml:brushProperty name="fitToCurve" value="1"/>
    </inkml:brush>
  </inkml:definitions>
  <inkml:trace contextRef="#ctx0" brushRef="#br0">1277 12887 387,'229'-104'462,"-53"48"-437,-34 26-26,12 6-21,-72 39-84,1-2-631</inkml:trace>
</inkml:ink>
</file>

<file path=ppt/ink/ink2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65"/>
    </inkml:context>
    <inkml:brush xml:id="br0">
      <inkml:brushProperty name="width" value="0.05953" units="cm"/>
      <inkml:brushProperty name="height" value="0.05953" units="cm"/>
      <inkml:brushProperty name="fitToCurve" value="1"/>
    </inkml:brush>
  </inkml:definitions>
  <inkml:trace contextRef="#ctx0" brushRef="#br0">1545 12719 248,'-32'130'234,"22"-50"-181,0 42 7,-1-23-3,2 15-2,-13 15-2,-6 37 4,3-14-30,0 8-12,-3-14-24,-20-59-173</inkml:trace>
</inkml:ink>
</file>

<file path=ppt/ink/ink2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66"/>
    </inkml:context>
    <inkml:brush xml:id="br0">
      <inkml:brushProperty name="width" value="0.05953" units="cm"/>
      <inkml:brushProperty name="height" value="0.05953" units="cm"/>
      <inkml:brushProperty name="fitToCurve" value="1"/>
    </inkml:brush>
  </inkml:definitions>
  <inkml:trace contextRef="#ctx0" brushRef="#br0">1973 12757 206,'-109'67'409,"14"-14"-322,-15-5-12,33 61-5,66 28-71,20 8-50,10-19-245,-34-40-64</inkml:trace>
</inkml:ink>
</file>

<file path=ppt/ink/ink2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67"/>
    </inkml:context>
    <inkml:brush xml:id="br0">
      <inkml:brushProperty name="width" value="0.05953" units="cm"/>
      <inkml:brushProperty name="height" value="0.05953" units="cm"/>
      <inkml:brushProperty name="fitToCurve" value="1"/>
    </inkml:brush>
  </inkml:definitions>
  <inkml:trace contextRef="#ctx0" brushRef="#br0">1596 13184 136,'39'-86'0,"71"-21"54,-18 47 57,41 13 102,-50 76-54,-74 94-57,-44 6-62,-25-4-179,-39-74-370</inkml:trace>
</inkml:ink>
</file>

<file path=ppt/ink/ink2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68"/>
    </inkml:context>
    <inkml:brush xml:id="br0">
      <inkml:brushProperty name="width" value="0.05953" units="cm"/>
      <inkml:brushProperty name="height" value="0.05953" units="cm"/>
      <inkml:brushProperty name="fitToCurve" value="1"/>
    </inkml:brush>
  </inkml:definitions>
  <inkml:trace contextRef="#ctx0" brushRef="#br0">1772 13187 136,'-21'-84'68,"36"229"272,-56-52-292,31 14-11,118-46-184,-10 50 166,-224 84 348,28-134-552</inkml:trace>
</inkml:ink>
</file>

<file path=ppt/ink/ink2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69"/>
    </inkml:context>
    <inkml:brush xml:id="br0">
      <inkml:brushProperty name="width" value="0.05953" units="cm"/>
      <inkml:brushProperty name="height" value="0.05953" units="cm"/>
      <inkml:brushProperty name="fitToCurve" value="1"/>
    </inkml:brush>
  </inkml:definitions>
  <inkml:trace contextRef="#ctx0" brushRef="#br0">1629 13320 171,'-81'51'73,"81"37"-58,96 1-14,-5-110-5,15-36 0,-12-7 3,13 8-1,-20 67-16,-65 78-45</inkml:trace>
</inkml:ink>
</file>

<file path=ppt/ink/ink2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70"/>
    </inkml:context>
    <inkml:brush xml:id="br0">
      <inkml:brushProperty name="width" value="0.05953" units="cm"/>
      <inkml:brushProperty name="height" value="0.05953" units="cm"/>
      <inkml:brushProperty name="fitToCurve" value="1"/>
    </inkml:brush>
  </inkml:definitions>
  <inkml:trace contextRef="#ctx0" brushRef="#br0">2463 12539 246,'25'119'333,"-20"-14"-300,-15 3-51,-32-24-283</inkml:trace>
</inkml:ink>
</file>

<file path=ppt/ink/ink2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71"/>
    </inkml:context>
    <inkml:brush xml:id="br0">
      <inkml:brushProperty name="width" value="0.05953" units="cm"/>
      <inkml:brushProperty name="height" value="0.05953" units="cm"/>
      <inkml:brushProperty name="fitToCurve" value="1"/>
    </inkml:brush>
  </inkml:definitions>
  <inkml:trace contextRef="#ctx0" brushRef="#br0">2544 12730 136,'67'-22'124,"-50"88"-178</inkml:trace>
</inkml:ink>
</file>

<file path=ppt/ink/ink2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72"/>
    </inkml:context>
    <inkml:brush xml:id="br0">
      <inkml:brushProperty name="width" value="0.05953" units="cm"/>
      <inkml:brushProperty name="height" value="0.05953" units="cm"/>
      <inkml:brushProperty name="fitToCurve" value="1"/>
    </inkml:brush>
  </inkml:definitions>
  <inkml:trace contextRef="#ctx0" brushRef="#br0">2312 12934 136,'0'134'344,"14"-55"-281,13 15-151,-41-16-241</inkml:trace>
</inkml:ink>
</file>

<file path=ppt/ink/ink2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73"/>
    </inkml:context>
    <inkml:brush xml:id="br0">
      <inkml:brushProperty name="width" value="0.05953" units="cm"/>
      <inkml:brushProperty name="height" value="0.05953" units="cm"/>
      <inkml:brushProperty name="fitToCurve" value="1"/>
    </inkml:brush>
  </inkml:definitions>
  <inkml:trace contextRef="#ctx0" brushRef="#br0">2310 12996 136,'106'-4'91,"-6"0"4,14 5-42,-167 144 423,-40-40-500,61 35-373</inkml:trace>
</inkml:ink>
</file>

<file path=ppt/ink/ink2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74"/>
    </inkml:context>
    <inkml:brush xml:id="br0">
      <inkml:brushProperty name="width" value="0.05953" units="cm"/>
      <inkml:brushProperty name="height" value="0.05953" units="cm"/>
      <inkml:brushProperty name="fitToCurve" value="1"/>
    </inkml:brush>
  </inkml:definitions>
  <inkml:trace contextRef="#ctx0" brushRef="#br0">2269 13267 136,'-16'78'123,"58"15"119,48-64-166,8-28 3,11-42-48,-4-19 33,18 6-84,-34 44-136</inkml:trace>
</inkml:ink>
</file>

<file path=ppt/ink/ink2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75"/>
    </inkml:context>
    <inkml:brush xml:id="br0">
      <inkml:brushProperty name="width" value="0.05953" units="cm"/>
      <inkml:brushProperty name="height" value="0.05953" units="cm"/>
      <inkml:brushProperty name="fitToCurve" value="1"/>
    </inkml:brush>
  </inkml:definitions>
  <inkml:trace contextRef="#ctx0" brushRef="#br0">2918 13081 360,'144'-64'164,"-49"19"-25,17 0-31,33-9-42,-9 8-72,-55 44-97,2 1-617</inkml:trace>
</inkml:ink>
</file>

<file path=ppt/ink/ink2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76"/>
    </inkml:context>
    <inkml:brush xml:id="br0">
      <inkml:brushProperty name="width" value="0.05953" units="cm"/>
      <inkml:brushProperty name="height" value="0.05953" units="cm"/>
      <inkml:brushProperty name="fitToCurve" value="1"/>
    </inkml:brush>
  </inkml:definitions>
  <inkml:trace contextRef="#ctx0" brushRef="#br0">3308 12439 166,'0'87'145,"7"-10"-58,1 25-8,-6-24-35,-2 42-2,-4 5-4,-1-16 1,-10 16 4,-15-16-61,-28-23-319</inkml:trace>
</inkml:ink>
</file>

<file path=ppt/ink/ink2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77"/>
    </inkml:context>
    <inkml:brush xml:id="br0">
      <inkml:brushProperty name="width" value="0.05953" units="cm"/>
      <inkml:brushProperty name="height" value="0.05953" units="cm"/>
      <inkml:brushProperty name="fitToCurve" value="1"/>
    </inkml:brush>
  </inkml:definitions>
  <inkml:trace contextRef="#ctx0" brushRef="#br0">3478 12849 203,'0'120'263,"-23"49"-338,-25-89-315</inkml:trace>
</inkml:ink>
</file>

<file path=ppt/ink/ink2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78"/>
    </inkml:context>
    <inkml:brush xml:id="br0">
      <inkml:brushProperty name="width" value="0.05953" units="cm"/>
      <inkml:brushProperty name="height" value="0.05953" units="cm"/>
      <inkml:brushProperty name="fitToCurve" value="1"/>
    </inkml:brush>
  </inkml:definitions>
  <inkml:trace contextRef="#ctx0" brushRef="#br0">3097 12657 210,'0'103'71,"-5"-7"4,-11 43 11,3-29-14,2 15 15,3-8-24,8-5-3,15 11 2,42-2 0,87-133-52,-23-97-22,-28 2-6,24-36-40,2-22-67,-54 77-129</inkml:trace>
</inkml:ink>
</file>

<file path=ppt/ink/ink2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79"/>
    </inkml:context>
    <inkml:brush xml:id="br0">
      <inkml:brushProperty name="width" value="0.05953" units="cm"/>
      <inkml:brushProperty name="height" value="0.05953" units="cm"/>
      <inkml:brushProperty name="fitToCurve" value="1"/>
    </inkml:brush>
  </inkml:definitions>
  <inkml:trace contextRef="#ctx0" brushRef="#br0">3751 12699 276,'139'-69'497,"-4"30"-456,11 25-87,-58 38-119</inkml:trace>
</inkml:ink>
</file>

<file path=ppt/ink/ink2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80"/>
    </inkml:context>
    <inkml:brush xml:id="br0">
      <inkml:brushProperty name="width" value="0.05953" units="cm"/>
      <inkml:brushProperty name="height" value="0.05953" units="cm"/>
      <inkml:brushProperty name="fitToCurve" value="1"/>
    </inkml:brush>
  </inkml:definitions>
  <inkml:trace contextRef="#ctx0" brushRef="#br0">4081 12674 199,'-8'91'256,"-47"90"-11,6-74-174,-14 3-32,-23 29-22,0-17-36,-3-56-256</inkml:trace>
</inkml:ink>
</file>

<file path=ppt/ink/ink2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81"/>
    </inkml:context>
    <inkml:brush xml:id="br0">
      <inkml:brushProperty name="width" value="0.05953" units="cm"/>
      <inkml:brushProperty name="height" value="0.05953" units="cm"/>
      <inkml:brushProperty name="fitToCurve" value="1"/>
    </inkml:brush>
  </inkml:definitions>
  <inkml:trace contextRef="#ctx0" brushRef="#br0">4032 12896 171,'0'115'311,"-2"-27"-242,-17 14 34,-4 15 6,-27-27-368</inkml:trace>
</inkml:ink>
</file>

<file path=ppt/ink/ink2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82"/>
    </inkml:context>
    <inkml:brush xml:id="br0">
      <inkml:brushProperty name="width" value="0.05953" units="cm"/>
      <inkml:brushProperty name="height" value="0.05953" units="cm"/>
      <inkml:brushProperty name="fitToCurve" value="1"/>
    </inkml:brush>
  </inkml:definitions>
  <inkml:trace contextRef="#ctx0" brushRef="#br0">4070 12890 136,'184'23'694,"-46"14"-753,-50 20-203</inkml:trace>
</inkml:ink>
</file>

<file path=ppt/ink/ink2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83"/>
    </inkml:context>
    <inkml:brush xml:id="br0">
      <inkml:brushProperty name="width" value="0.05953" units="cm"/>
      <inkml:brushProperty name="height" value="0.05953" units="cm"/>
      <inkml:brushProperty name="fitToCurve" value="1"/>
    </inkml:brush>
  </inkml:definitions>
  <inkml:trace contextRef="#ctx0" brushRef="#br0">4459 12784 255,'96'-44'207,"-7"17"-13,16 5-65,36 0-92,-15-24-472</inkml:trace>
</inkml:ink>
</file>

<file path=ppt/ink/ink2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84"/>
    </inkml:context>
    <inkml:brush xml:id="br0">
      <inkml:brushProperty name="width" value="0.05953" units="cm"/>
      <inkml:brushProperty name="height" value="0.05953" units="cm"/>
      <inkml:brushProperty name="fitToCurve" value="1"/>
    </inkml:brush>
  </inkml:definitions>
  <inkml:trace contextRef="#ctx0" brushRef="#br0">4851 12375 174,'-10'101'189,"-8"-20"-25,-9 29-16,-17 10-44,-17 23-47,-3-5-34,-9 3-14,-18 9-8,10-33-30,-11-47-256</inkml:trace>
</inkml:ink>
</file>

<file path=ppt/ink/ink2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85"/>
    </inkml:context>
    <inkml:brush xml:id="br0">
      <inkml:brushProperty name="width" value="0.05953" units="cm"/>
      <inkml:brushProperty name="height" value="0.05953" units="cm"/>
      <inkml:brushProperty name="fitToCurve" value="1"/>
    </inkml:brush>
  </inkml:definitions>
  <inkml:trace contextRef="#ctx0" brushRef="#br0">4556 12814 136,'12'89'296,"-17"-8"-121,-5 47-20,-3 6-106,2 0-129,-24-55-76</inkml:trace>
</inkml:ink>
</file>

<file path=ppt/ink/ink2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86"/>
    </inkml:context>
    <inkml:brush xml:id="br0">
      <inkml:brushProperty name="width" value="0.05953" units="cm"/>
      <inkml:brushProperty name="height" value="0.05953" units="cm"/>
      <inkml:brushProperty name="fitToCurve" value="1"/>
    </inkml:brush>
  </inkml:definitions>
  <inkml:trace contextRef="#ctx0" brushRef="#br0">4595 13169 136,'85'-74'304,"94"-27"-32,-85 20-521,-11 46-210</inkml:trace>
</inkml:ink>
</file>

<file path=ppt/ink/ink2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87"/>
    </inkml:context>
    <inkml:brush xml:id="br0">
      <inkml:brushProperty name="width" value="0.05953" units="cm"/>
      <inkml:brushProperty name="height" value="0.05953" units="cm"/>
      <inkml:brushProperty name="fitToCurve" value="1"/>
    </inkml:brush>
  </inkml:definitions>
  <inkml:trace contextRef="#ctx0" brushRef="#br0">4797 12803 136,'0'151'292,"0"-68"-228,0 2-28,-18 14 50,48 33 168,124-185-336,-62 52-86</inkml:trace>
</inkml:ink>
</file>

<file path=ppt/ink/ink2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88"/>
    </inkml:context>
    <inkml:brush xml:id="br0">
      <inkml:brushProperty name="width" value="0.05953" units="cm"/>
      <inkml:brushProperty name="height" value="0.05953" units="cm"/>
      <inkml:brushProperty name="fitToCurve" value="1"/>
    </inkml:brush>
  </inkml:definitions>
  <inkml:trace contextRef="#ctx0" brushRef="#br0">5102 12701 542,'87'47'283,"-40"80"-276,-19 6-152,-39-54-2</inkml:trace>
</inkml:ink>
</file>

<file path=ppt/ink/ink2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89"/>
    </inkml:context>
    <inkml:brush xml:id="br0">
      <inkml:brushProperty name="width" value="0.05953" units="cm"/>
      <inkml:brushProperty name="height" value="0.05953" units="cm"/>
      <inkml:brushProperty name="fitToCurve" value="1"/>
    </inkml:brush>
  </inkml:definitions>
  <inkml:trace contextRef="#ctx0" brushRef="#br0">5222 12673 296,'120'-32'115,"-32"18"11,31-6 33,-3 9-69,-127 145-5,-104-35-81,-5 1-11,-16-7-4,56-70-95,-1 1-637</inkml:trace>
</inkml:ink>
</file>

<file path=ppt/ink/ink2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90"/>
    </inkml:context>
    <inkml:brush xml:id="br0">
      <inkml:brushProperty name="width" value="0.05953" units="cm"/>
      <inkml:brushProperty name="height" value="0.05953" units="cm"/>
      <inkml:brushProperty name="fitToCurve" value="1"/>
    </inkml:brush>
  </inkml:definitions>
  <inkml:trace contextRef="#ctx0" brushRef="#br0">5324 12346 325,'0'203'341,"0"-90"-261,1 54-23,-1-29-23,-2 12-20,-1 7-5,0 26-4,2-33-1,10-2-5,-28-66-106,0-2-646</inkml:trace>
</inkml:ink>
</file>

<file path=ppt/ink/ink2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91"/>
    </inkml:context>
    <inkml:brush xml:id="br0">
      <inkml:brushProperty name="width" value="0.05953" units="cm"/>
      <inkml:brushProperty name="height" value="0.05953" units="cm"/>
      <inkml:brushProperty name="fitToCurve" value="1"/>
    </inkml:brush>
  </inkml:definitions>
  <inkml:trace contextRef="#ctx0" brushRef="#br0">5823 12748 489,'0'96'352,"-23"67"-325,-23-22-50,-12-62-158</inkml:trace>
</inkml:ink>
</file>

<file path=ppt/ink/ink2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92"/>
    </inkml:context>
    <inkml:brush xml:id="br0">
      <inkml:brushProperty name="width" value="0.05953" units="cm"/>
      <inkml:brushProperty name="height" value="0.05953" units="cm"/>
      <inkml:brushProperty name="fitToCurve" value="1"/>
    </inkml:brush>
  </inkml:definitions>
  <inkml:trace contextRef="#ctx0" brushRef="#br0">5942 12841 136,'33'128'698,"-30"17"-677,139-250-12,-75-47-9,13 17 4,31 244 11,-137 49-65,-22-73-128</inkml:trace>
</inkml:ink>
</file>

<file path=ppt/ink/ink2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93"/>
    </inkml:context>
    <inkml:brush xml:id="br0">
      <inkml:brushProperty name="width" value="0.05953" units="cm"/>
      <inkml:brushProperty name="height" value="0.05953" units="cm"/>
      <inkml:brushProperty name="fitToCurve" value="1"/>
    </inkml:brush>
  </inkml:definitions>
  <inkml:trace contextRef="#ctx0" brushRef="#br0">4667 13158 147,'176'8'703,"-83"26"-885</inkml:trace>
</inkml:ink>
</file>

<file path=ppt/ink/ink2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9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8936 11038 136,'21'93'497,"-22"9"-418,5 25-59,-10-12-8,2 17-2,0-10-2,-5 3-2,5 2-2,8-6-1,-7 5-1,6 3-3,4-3 0,-7-5 2,50-7 12,89-88 50,9-26-55,15-4-3,-1-5 0,6-1-1,3 4-1,-8 0-1,-9 10 1,4-2-1,0 1-1,-12-5 0,14 4 0,-16 32 1,-178-174-507</inkml:trace>
</inkml:ink>
</file>

<file path=ppt/ink/ink2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9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22732 14832 533</inkml:trace>
</inkml:ink>
</file>

<file path=ppt/ink/ink2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9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19308 13382 533</inkml:trace>
</inkml:ink>
</file>

<file path=ppt/ink/ink2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9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10231 12091 147,'-92'-12'616,"-24"84"-581,51 44-34,22 27-20,33-7-4,49-9 15,69-60 12,16-109 10,-29-43 17,-31-34 11,-50-30-13,-99 29-13,-58 101-14,54-25-192</inkml:trace>
</inkml:ink>
</file>

<file path=ppt/ink/ink2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9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7578 7342 136,'0'135'562,"0"-7"-522,0 8-28,0 6-3,0-10-3,0 18-2,0-3-3,0 5-1,-1-10-5,-10-5-16,1-2 0,24-14 49,92-52 15,33-59 12,2-21-45,11 4-8,-7 3 0,19 12 4,-4-10 0,-11 6-2,-67 24-113,0 0-653</inkml:trace>
</inkml:ink>
</file>

<file path=ppt/ink/ink2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29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8470 8406 136,'-89'49'150,"48"52"-58,43 53-26,122-75 36,-6-212 66,-125 10-28,30 45-245,0-2-636</inkml:trace>
</inkml:ink>
</file>

<file path=ppt/ink/ink2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0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7549 8635 141,'0'119'161,"0"-5"-90,0 27-13,0 21-36,-6-82-14,-3 10-2,-2-11 1,2 19 5,2-4 5,11 0 4,0-6 0,14 3-7,-9-1 14,81-46 116,48-22-50,7-20-72,-1-8-13,1 0-3,9 8-1,-7 7-2,4-1 0,-9 0-1,-61 24-110,-1-1-651</inkml:trace>
</inkml:ink>
</file>

<file path=ppt/ink/ink2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0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8499 9529 136,'-110'0'499,"37"72"-395,41 57-81,50-3-24,76-60 3,15-104 5,-32-60 22,-53-42 13,-56 0-15,-80 75-15,37-20-311</inkml:trace>
</inkml:ink>
</file>

<file path=ppt/ink/ink2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0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8631 8533 136,'0'125'226,"0"14"-126,0-58-74,0 26-13,0-25-10,0 12 1,0-6 3,0 2 0,0-5-2,0 11-2,0 4 0,0-6 0,0-1-8,4-5 0,18-2 16,153-14 117,-63-73-60,17-6-10,1-3-16,19 4-18,-7 24-15,-8 14-17,-51 20-176</inkml:trace>
</inkml:ink>
</file>

<file path=ppt/ink/ink2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0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9504 9431 136,'-86'29'171,"2"75"48,48-15-170,24 11-24,34 4 7,84-50-8,2-100 25,-27-54 35,-47-51-15,-115 25-45,-64 131-64,68-29-64,-1 1-626</inkml:trace>
</inkml:ink>
</file>

<file path=ppt/ink/ink2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1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24927 17566 533</inkml:trace>
</inkml:ink>
</file>

<file path=ppt/ink/ink2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1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738 11251 753,'58'159'72,"-6"-2"-45,-21 11-85,-47-77-112</inkml:trace>
</inkml:ink>
</file>

<file path=ppt/ink/ink2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1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613 11508 401,'85'-48'238,"16"6"-151,45-3-26,-8 9-37,9 11-12,-18 87 15,-195 97-10,-9-41-11,-25 11 0,0-22 0,9-56-196</inkml:trace>
</inkml:ink>
</file>

<file path=ppt/ink/ink2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1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991 11113 347,'0'149'83,"1"-54"-32,-2 7 34,-4 53-1,3-27-16,-1-11-16,1 45-10,5-28-43,19 11-170,-41-59-46</inkml:trace>
</inkml:ink>
</file>

<file path=ppt/ink/ink2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1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1360 11442 464,'-3'89'359,"-25"44"-326,4 6-36,168-199-342,-79-21 237,47-55 104,17 129 393,-82 127-317,-1 13-58,117-154-25,-81 35-96,1 1-638</inkml:trace>
</inkml:ink>
</file>

<file path=ppt/ink/ink2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1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2280 11210 443,'94'-27'-64,"-11"-5"80,82-9 39,-143 120 153,-90 40-73,-1-9-90,-2 7-32,-10 11-28,-6-8-37,-2-56-214</inkml:trace>
</inkml:ink>
</file>

<file path=ppt/ink/ink2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1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2236 11464 136,'115'0'292,"14"104"-188,-96-17-279,53-117-26,-22-70 182,-13 10 18,4-9 2,8-3 3,1 3 4,-12 14-1,2-10 5,-56 207 99,-4 68 13,9-91-54,5 2-3,1 37 0,-5-28-14,-6 26 9,-16 17-24,-50-31-11,-69-81 31,47-145-38,103-43-20,65-2-2,22 53 0,32 18-6,-50 67-97,-2-1-635</inkml:trace>
</inkml:ink>
</file>

<file path=ppt/ink/ink2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1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3929 10781 175,'-147'139'284,"52"-64"-259,-51 34-50,55-46-17,-42 25-41,21 1 62,20-7 326,209-45-80,22-65-213,21-38-17,-46-30-72,-162 234 83,32 0 40,-4 5-21,0 21-4,-2 1-10,-81-278-19,78-38-111,40 64-42</inkml:trace>
</inkml:ink>
</file>

<file path=ppt/ink/ink2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1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3418 11264 212,'-60'100'431,"0"-12"-328,-17 28-91,0 13-145,-7-58-319</inkml:trace>
</inkml:ink>
</file>

<file path=ppt/ink/ink2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2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3446 11439 184,'85'-19'366,"-17"-31"-476</inkml:trace>
</inkml:ink>
</file>

<file path=ppt/ink/ink2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2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3989 10823 230,'-83'140'500,"3"-36"-421,-18 10-70,7-2-52,230-99-483,-38-66 516,-3 6 17,10 7 30,4 20 103,-141 202 245,-67-85-517,40-3 35,29-3 81,19 11 47,23-6 149,-62-212-321,38 3-15,1 25 106,-106 48 135,-28 171-27,68-41-50,22-1-16,136-42-155,22-75 118,23-22 40,-42 16 17,69-20 22,-67 39 5,-7 39 26,-15 74 52,-40-16-566</inkml:trace>
</inkml:ink>
</file>

<file path=ppt/ink/ink2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2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615 13104 311,'93'-165'494,"31"73"-438,1 25-45,20 15-10,28 21-15,-29 31-38,-53 30-121</inkml:trace>
</inkml:ink>
</file>

<file path=ppt/ink/ink2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2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1055 12404 382,'0'95'181,"10"25"-85,4 25-39,0 42-20,-3-9-3,-5-4 2,-4-38-9,-13 35-7,-10-19-10,-22-1-4,-61-266-54,64 25-131</inkml:trace>
</inkml:ink>
</file>

<file path=ppt/ink/ink2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2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854 13048 151,'-37'124'409,"1"-39"-313,-9 17 3,175-84-228,-42-104 91,76-79 3,0 84 11,-112 164 27,-46 19 42,-6 1 43,0 17 17,103-231-20,-68-74-85,-7 4-1,-18 42-4,-31-2-9,-83 48-10,58 10-149</inkml:trace>
</inkml:ink>
</file>

<file path=ppt/ink/ink2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2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2356 12505 504,'-87'0'254,"-42"0"-188,-14 0-63,-1 0 0,60 112 2,65 27-3,6 3-1,-1 3 1,-7 8 0,-6-14 0,-6 2-4,-6 5-31,-6-22-318</inkml:trace>
</inkml:ink>
</file>

<file path=ppt/ink/ink2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2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1785 12996 199,'122'-90'22,"-9"26"115,35 13 168,-84 147-152,-123 62-123,-10-38-28,-35 28-25,-20-12-69,16-44-31,14-52-186</inkml:trace>
</inkml:ink>
</file>

<file path=ppt/ink/ink2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2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1734 12949 409,'172'125'370,"-41"-30"-292,20-6-67,-13-32-10,33-28-19,-82 18-164</inkml:trace>
</inkml:ink>
</file>

<file path=ppt/ink/ink2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2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2922 12422 461,'-56'93'346,"-28"19"-304,-12-7-50,1-5-15,-11 5-93,20-30-252</inkml:trace>
</inkml:ink>
</file>

<file path=ppt/ink/ink2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2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2587 12683 136,'55'115'92,"-41"2"44,-7-34-27,-5 7 6,-2 11-22,4 21-7,3 0-55,1 14-232,-32-46-102</inkml:trace>
</inkml:ink>
</file>

<file path=ppt/ink/ink2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3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2807 12639 504,'166'-117'-74,"-15"49"121,-66 34 67,24 33 41,-98 162-124,-58 1-5,13-30-8,12-3-5,18 27-4,27 4-5,10-21-2,-8 14-2,-88-27 10,-91-129 2,28-133-14,49-13-20,34 10-61,24 8-75,19 6 21,-3 45-4</inkml:trace>
</inkml:ink>
</file>

<file path=ppt/ink/ink2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3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2907 12719 136,'10'85'321,"-23"119"-76,-14-65-172,-12-8-41,-12 21-22,9-25-21,-26-39-263</inkml:trace>
</inkml:ink>
</file>

<file path=ppt/ink/ink2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3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3479 12326 419,'131'122'252,"-135"3"-286,-22-17-21,-30-21-365</inkml:trace>
</inkml:ink>
</file>

<file path=ppt/ink/ink2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3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3530 12340 656,'137'-55'28,"-5"15"69,0 20-53,-64 141-8,-122 10-37,-11-4-81,-21-43-313</inkml:trace>
</inkml:ink>
</file>

<file path=ppt/ink/ink2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3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3644 12517 232,'106'-48'14,"-7"8"80,50 12 118,-190 129-24,-82-17-97,-6-5-65,2-2-20,271-53-11,3-44-42,-106 145 48,-33 23 11,-4 11-15,6-19-40,87-232-271,-104-7 221,-8 21 22,-24-45 12,-8 39 37,-51 7 52,2 94 15,4 74 31,-1 26-8,28-28-37,8 1-25,3-12-24,-35 48-155</inkml:trace>
</inkml:ink>
</file>

<file path=ppt/ink/ink2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3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3403 12921 136,'93'0'25,"-8"5"49,46 38 99,47 61 93,-78-41-173,24 7-43,15-22-62,-51 17-262</inkml:trace>
</inkml:ink>
</file>

<file path=ppt/ink/ink2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3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4864 12312 210,'-173'0'640,"23"-17"-635,8 26 4,69 139-4,57 30-5,6-36-1,0 17 0,-5-4-3,-3-8-5,-8 5-30,-19-70-136</inkml:trace>
</inkml:ink>
</file>

<file path=ppt/ink/ink2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3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4361 12659 153,'103'-95'93,"-8"48"45,73 15 199,-94 151-200,-74 40-122,-10 10-9,4-26-4,8 23-6,-2-13-23,-29-60-155</inkml:trace>
</inkml:ink>
</file>

<file path=ppt/ink/ink2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3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4316 12768 579,'97'-35'180,"26"3"-109,20 27-66,-194 145-71,-54-66 74,-13-6 34,250-24-16,-201 77 5,-34 2-27,286-203-44,-60-64-54,-47 46-103,4 44-200</inkml:trace>
</inkml:ink>
</file>

<file path=ppt/ink/ink2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3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4855 12471 350,'125'-91'285,"-17"56"-205,21 35-14,-144 152-3,-66-11-44,6-19-7,24 10-27,-24-43-277</inkml:trace>
</inkml:ink>
</file>

<file path=ppt/ink/ink2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4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4953 12699 196,'-34'109'421,"12"-5"-296,11 30-30,48 14-63,91-49-23,16-73-6,-2-46 1,-26-83-1,-39-42-2,-19 12-7,23 44-294</inkml:trace>
</inkml:ink>
</file>

<file path=ppt/ink/ink2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4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5611 12994 748</inkml:trace>
</inkml:ink>
</file>

<file path=ppt/ink/ink2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4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6740 12468 838,'60'139'23,"8"-18"-228,-50-33-18</inkml:trace>
</inkml:ink>
</file>

<file path=ppt/ink/ink2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4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6641 12768 635,'120'212'209,"-147"-67"-194,-18-12-21,-25-51-176</inkml:trace>
</inkml:ink>
</file>

<file path=ppt/ink/ink2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4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6916 12951 531,'119'-84'-147</inkml:trace>
</inkml:ink>
</file>

<file path=ppt/ink/ink2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4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7575 12426 409,'-139'-17'170,"91"133"2,13 54-136,4 46-21,11-39-3,-6 21-2,4-29-1,-1 13-1,-6 24 0,5-55-3,-5-7 1,-4 0 0,-5-4 1,-13-8 0,-53-17 0,-6-222-9,70-31-6,20-45-12,23-4-60,34-36-119,-16 120-85,4 24 93</inkml:trace>
</inkml:ink>
</file>

<file path=ppt/ink/ink2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4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7680 12753 847,'136'-34'-4,"13"-6"27,20 10-15,-24 44-32,-53 27-158</inkml:trace>
</inkml:ink>
</file>

<file path=ppt/ink/ink2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4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8148 12674 535,'-130'207'312,"60"-70"-294,-18 2-9,1-22-4,-27 20-4,6-29-9,17-62-179</inkml:trace>
</inkml:ink>
</file>

<file path=ppt/ink/ink2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4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7878 12879 299,'0'149'319,"0"-27"-210,0 18-124,0-12-105,-11-27 25,-7-21 19</inkml:trace>
</inkml:ink>
</file>

<file path=ppt/ink/ink2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4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7940 13060 238,'125'68'305,"7"88"-384,-101-72-381</inkml:trace>
</inkml:ink>
</file>

<file path=ppt/ink/ink2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5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8373 12930 594,'5'109'154,"47"11"-94,12-3-168,-49-38-42</inkml:trace>
</inkml:ink>
</file>

<file path=ppt/ink/ink2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5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8310 12933 428,'164'-92'240,"-42"59"-131,10 10-51,28 8-38,-11 31-16,-129 147-2,-102-45 4,-50 5 0,7-36-3,-22-38-12,85-179-229,50 44 24</inkml:trace>
</inkml:ink>
</file>

<file path=ppt/ink/ink2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5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8610 12515 340,'0'152'112,"0"-64"-37,0 36 18,0 28-11,0-32-18,0 72-6,5-32-38,11 5-42,16-30-306,-44-51-29</inkml:trace>
</inkml:ink>
</file>

<file path=ppt/ink/ink3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5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9058 12878 483,'13'81'357,"-26"67"-334,-28-9-22,-19-55-186</inkml:trace>
</inkml:ink>
</file>

<file path=ppt/ink/ink3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5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9264 12991 136,'1'103'494,"21"10"-353,106-150-110,-74-101-25,5 1-2,77 197 46,-91 114-49,76-44-39,27-171-133,-58 47-51</inkml:trace>
</inkml:ink>
</file>

<file path=ppt/ink/ink3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5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10001 12915 443,'92'-59'-39,"-11"14"97,26-6 39,10 8 18,-12 4-35,19 3-31,-162 182 26,-57 1-70,4-7-6,3-15 0,-23-12-3,-20-53-22,47-51-79,2 2-633</inkml:trace>
</inkml:ink>
</file>

<file path=ppt/ink/ink3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5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10054 12852 142,'101'68'621,"-11"47"-541,6-20-76,33-152-694,-65-57 840,36 23 64,-9 38-111,3 10-101,10 13-80,-75-53-298,-38-3 367,37 198 366,-29-29-296,-2 22 3,-4 25-4,-5 32 10,-2-19-25,-8-7-19,-27 1-8,-105-115 1,50-118-16,102-58-5,124 32-7,20 33-6,31-1-42,-31 30-30,32-10 2,-43 20 13,-16 12-84,-35 17-46</inkml:trace>
</inkml:ink>
</file>

<file path=ppt/ink/ink3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5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11886 12457 623,'-94'47'140,"17"54"-205,-32 21-13,16-28-32,-34 27-84,47-50 86,-28 3 44,239-106 785,29-14-720,-14-4-13,-5-10-39,-27-9-72,-225 69-387,51 120 611,35-1 21,-1 46 79,17-53-71,-4 22-28,-26 7-58,-38-19-31,-18-250-19,81-25-29,32 74-69,2 0-626</inkml:trace>
</inkml:ink>
</file>

<file path=ppt/ink/ink3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5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11594 12847 234,'-72'132'449,"-7"-21"-388,-14 9-99,23-16-159</inkml:trace>
</inkml:ink>
</file>

<file path=ppt/ink/ink3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5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11624 12934 345,'12'92'95,"-19"-29"-531</inkml:trace>
</inkml:ink>
</file>

<file path=ppt/ink/ink3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6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12043 12495 424,'-98'190'350,"8"-78"-381,-8-4-90,211-140-85,71-60 345,-85 56-41,26 15 12,-49 129-19,-121 32-82,-19 5-7,-79-87-287,98 40 323,42 17 75,14 19-38,1 7-35,-100-276-25,68-23-145,40 75-26</inkml:trace>
</inkml:ink>
</file>

<file path=ppt/ink/ink3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6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11992 12883 146,'-38'125'604,"-17"-11"-525,-20 10-59,6-3-36,7-1-193,-26-36-409</inkml:trace>
</inkml:ink>
</file>

<file path=ppt/ink/ink3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6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12022 13116 136,'88'-5'76,"-5"48"370,-10 52-277,38-10-536</inkml:trace>
</inkml:ink>
</file>

<file path=ppt/ink/ink3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6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12622 13215 396,'-4'68'84</inkml:trace>
</inkml:ink>
</file>

<file path=ppt/ink/ink3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6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13182 12896 633,'111'-62'201,"67"4"-164,-35 15-29,16 5-6,4 6-5,-14 12-130,-62 37-26</inkml:trace>
</inkml:ink>
</file>

<file path=ppt/ink/ink3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6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13611 12338 279,'2'152'229,"2"-64"-146,3 32-7,-3 53-3,-5 11-20,-2-13-19,-4-23-10,-8 12-6,-4-15-10,-112-107 1,61-179-24,24 9-198,45 45-11</inkml:trace>
</inkml:ink>
</file>

<file path=ppt/ink/ink3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6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13398 13092 152,'-29'85'275,"-64"67"6,15-64-203,215-156-204,-46 1 77,12-1 20,-3 12 14,11 12 4,-13 18 25,16 14 41,12 26 50,-17 49-7,-43 55-62,-58 25-29,-33-304-6,36 14-2,-5-18 0,-6 6-2,-13-16-8,-43 40-28,-83 87-105,57-16-197</inkml:trace>
</inkml:ink>
</file>

<file path=ppt/ink/ink3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6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15035 12476 193,'-131'-25'495,"-8"26"-455,15-13-23,3-1 11,-11 21 14,104 124 2,33 17-42,1 7-2,-8 22 0,-7-5 0,-12-12-1,-6-4-11,-6-25-24,-10-1-80,-21-44-237</inkml:trace>
</inkml:ink>
</file>

<file path=ppt/ink/ink3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6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14279 12967 345,'145'-61'85,"-51"28"43,26-1-5,-11 11-39,31 6-34,-6 49-27,-198 98-7,-28-12-4,-20 14-8,-5-10-8,12-14-25,-10-31-183,33-54 0</inkml:trace>
</inkml:ink>
</file>

<file path=ppt/ink/ink3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6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14390 12900 382,'122'94'220,"-55"-9"-84,46 36-26,4-16-86,35-25-23,61-71-43,-51-59-175,-76 52 9</inkml:trace>
</inkml:ink>
</file>

<file path=ppt/ink/ink3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7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15386 12665 618,'97'-49'139,"66"-9"-59,23 0-53,-50 16-19,27-2-3,-14 19-3,-64 39-111,1 0-653</inkml:trace>
</inkml:ink>
</file>

<file path=ppt/ink/ink3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7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16042 12491 353,'-133'145'422,"51"-48"-355,-9 26-42,-5-4-16,-1-10-6,-5-6-8,12-55-182</inkml:trace>
</inkml:ink>
</file>

<file path=ppt/ink/ink3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7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15874 12659 210,'0'99'209,"-3"-21"-110,-9 22-12,-8 8-29,-5 7-18,-3 12-19,3-8-118,-25-36-221</inkml:trace>
</inkml:ink>
</file>

<file path=ppt/ink/ink3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7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15857 12932 210,'113'13'516,"-39"92"-427,19-3-76,-54-14-190</inkml:trace>
</inkml:ink>
</file>

<file path=ppt/ink/ink3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7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16896 12220 187,'-70'96'473,"-9"4"-380,-19 6-61,-2-9 18,248-66-21,-4-75-31,-220 165-453,-31-45 292,53 15 314,8 88 124,20-72-185,0 30-36,-14 18-44,-14-18-26,67-268-649,28 50 663,10-10 17,7 1 17,10 0 19,36-11 37,17 3 44,-3 154 16,-121 72-14,5-9-42,0 32-60,-12 0-27,-48-14-13,-76-177-244,47-21-189</inkml:trace>
</inkml:ink>
</file>

<file path=ppt/ink/ink3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7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16642 12976 136,'134'-75'606,"-160"201"-484,-71-8-117,12-64-191</inkml:trace>
</inkml:ink>
</file>

<file path=ppt/ink/ink3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7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16989 12262 148,'-9'93'337,"-12"-14"-200,-2 27-12,28 22-54,106-42-46,26-155-24,-52-44 8,-81-27 4,-156 151-8,48 101-13,51 23-106,-12-56-140</inkml:trace>
</inkml:ink>
</file>

<file path=ppt/ink/ink3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7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17041 12697 136,'82'73'492,"-110"47"-359,-12 14-73,10 20-33,51-11-16,118-119-9,-29-143-1,-66-19 4,-35-8 8,-148 238-19,57-70-102,0 1-650</inkml:trace>
</inkml:ink>
</file>

<file path=ppt/ink/ink3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7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17889 12222 266,'62'132'517,"-46"0"-473,-36 25-35,-32-1-31,-9-28-85,31-18-369</inkml:trace>
</inkml:ink>
</file>

<file path=ppt/ink/ink3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7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17663 12406 136,'-3'87'390,"-6"13"-229,-30-16-394</inkml:trace>
</inkml:ink>
</file>

<file path=ppt/ink/ink3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8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18016 12426 136,'66'0'4,"3"0"85,-69 78-169</inkml:trace>
</inkml:ink>
</file>

<file path=ppt/ink/ink3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8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18242 12522 141,'-99'136'394,"18"-47"-276,-27 18-24,-3 2-29,6-5-33,-13 8-18,4-15-14,21-58-183</inkml:trace>
</inkml:ink>
</file>

<file path=ppt/ink/ink3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8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17768 12736 136,'53'112'123,"-71"19"52,-20 26-7,5-48-81,1 22-90,-6-24-198</inkml:trace>
</inkml:ink>
</file>

<file path=ppt/ink/ink3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8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17806 12901 136,'108'-44'24,"-27"9"2,15 3 39,30-8 81,26 31 145,-151 143-133,-37 3-136,17 18-17,13-6-6,-5 2-11,-33-15-57,-21-49-200</inkml:trace>
</inkml:ink>
</file>

<file path=ppt/ink/ink3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8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17745 12978 369,'192'-14'340,"-61"6"-243,-172 143-42,-97-77-43,136 93-14,-127-67 5,254 1-3,25-94-8,-9-30-14,-20-35-19,-29 53-131</inkml:trace>
</inkml:ink>
</file>

<file path=ppt/ink/ink3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8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13137 6511 166,'-68'90'458,"4"12"-329,-2 11-91,-12 1-27,-11-10 12,-7 11 6,219-14-20,46-128-8,1-12 3,-31 4-2,4-3 0,-194-103 14,-40 24-15,2-36-1,70 67-110,1-2-661</inkml:trace>
</inkml:ink>
</file>

<file path=ppt/ink/ink3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8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442 6414 724,'73'-97'77,"50"25"-41,59 14-18,-1 37-162,-99 37-8</inkml:trace>
</inkml:ink>
</file>

<file path=ppt/ink/ink3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8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1147 5682 659,'13'138'184,"16"8"-158,-11 7-21,-9 0-2,-4-3-3,-1-7-4,-31-64-104,1 3-649</inkml:trace>
</inkml:ink>
</file>

<file path=ppt/ink/ink3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8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1082 5828 434,'165'-73'260,"-38"27"-131,20 20-80,-20 105-39,-195 54-10,-40 12 0,12-28-3,-2-8-4,246-93-5,-14 38 13,-205 91 19,-14-23-14,2-58-196</inkml:trace>
</inkml:ink>
</file>

<file path=ppt/ink/ink3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8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1786 5866 635,'84'41'160,"-17"24"-563</inkml:trace>
</inkml:ink>
</file>

<file path=ppt/ink/ink3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9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1779 6154 555,'82'36'315,"-16"23"-611</inkml:trace>
</inkml:ink>
</file>

<file path=ppt/ink/ink3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9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2346 5901 136,'81'-59'512,"34"5"-304,38 7-183,-2 11-28,-65 43-106,0-1-652</inkml:trace>
</inkml:ink>
</file>

<file path=ppt/ink/ink3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9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2641 5418 313,'0'115'170,"19"51"-27,0-27-52,-4-20-22,4 52-8,-4-2-39,-7 10-10,-10-32-5,-50-9-4,-48-257-9,68 39-103,1 0-659</inkml:trace>
</inkml:ink>
</file>

<file path=ppt/ink/ink3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9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2506 6004 143,'-50'96'586,"-11"6"-491,209-119-223,-36-38-17,-25 34 53,-4 33 71,-6 138 271,-21-52-85,27-247-159,-58-17-7,-15 3-2,-19 15-4,-38 13-14,-88 125-224,50-25-50</inkml:trace>
</inkml:ink>
</file>

<file path=ppt/ink/ink3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9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3714 5540 347,'-222'-25'520,"70"-1"-519,60 159-1,96 21 0,0 13 0,-10-7 0,-22 7-6,-3-28-50,-2-10-329</inkml:trace>
</inkml:ink>
</file>

<file path=ppt/ink/ink3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9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3258 5967 187,'108'-110'62,"-3"43"61,36 9 78,-40 59-24,-125 145-86,-47-29-74,-27 10-9,-14-13-14,-23-156-617</inkml:trace>
</inkml:ink>
</file>

<file path=ppt/ink/ink3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9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3260 5959 136,'128'13'328,"-35"10"-150,12 13-59,31 19-43,12-2-49,3-19-20,-63 19-193</inkml:trace>
</inkml:ink>
</file>

<file path=ppt/ink/ink3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9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1209 7614 360,'-15'-158'335,"-77"88"-258,-56 83-68,28 88-7,36 26 7,46-5 27,43 14 1,101-18-29,58-63-11,-84 6-183</inkml:trace>
</inkml:ink>
</file>

<file path=ppt/ink/ink3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9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1476 7491 464,'76'18'264,"-8"16"-788</inkml:trace>
</inkml:ink>
</file>

<file path=ppt/ink/ink3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39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1513 7723 384,'84'84'474,"-17"-27"-766</inkml:trace>
</inkml:ink>
</file>

<file path=ppt/ink/ink3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0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2242 7401 492,'80'-24'160,"27"-20"-32,30-21-48,0 9-62,6 1-20,-58 50-106,2 1-652</inkml:trace>
</inkml:ink>
</file>

<file path=ppt/ink/ink3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0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2582 6943 198,'20'99'185,"20"53"13,-23-57-115,1 13-10,-2 36 3,-11-9-39,-4 13-16,-3-7-10,-9 6-4,-136-185-5,65-82-13,42-17-307,44 51 33</inkml:trace>
</inkml:ink>
</file>

<file path=ppt/ink/ink3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0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2454 7549 174,'-54'137'635,"-19"-14"-596,210-186-246,-37-9 102,-17 42 12,14 136 94,-77-23 115,15 4 1,74-111-26,-40-95-72,-33-36-3,-20 7 9,-13-15 0,-51 23-10,48 57-123,-1-1-644</inkml:trace>
</inkml:ink>
</file>

<file path=ppt/ink/ink3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0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3308 6925 517</inkml:trace>
</inkml:ink>
</file>

<file path=ppt/ink/ink3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0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3123 7212 422,'91'-37'237,"26"-18"-102,18 2-84,-145 215-29,-85-7-17,6-25-1,-12 15 1,17-26-4,0-59-190</inkml:trace>
</inkml:ink>
</file>

<file path=ppt/ink/ink3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0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3243 7331 136,'0'81'28,"0"15"102,0 56 164,0-42-114,-27-26-344</inkml:trace>
</inkml:ink>
</file>

<file path=ppt/ink/ink3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0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3608 7242 179,'-126'37'654,"14"46"-618,110 62-20,124-73-26,-2-154-338,-45 61 81</inkml:trace>
</inkml:ink>
</file>

<file path=ppt/ink/ink3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0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3639 6717 154,'0'129'573,"0"21"-481,2 25-62,-1-32-20,-1-2-7,-1 22-1,2-23-7,0 12-123,-19-72-29</inkml:trace>
</inkml:ink>
</file>

<file path=ppt/ink/ink3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0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3727 7338 136,'92'3'491,"-3"60"-360,45-4-137,-47 21-375</inkml:trace>
</inkml:ink>
</file>

<file path=ppt/ink/ink3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0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4711 6468 136,'-87'87'144,"-13"14"50,19-17-54,0 5-45,-3 8-37,-12 5-66,4-54-250</inkml:trace>
</inkml:ink>
</file>

<file path=ppt/ink/ink3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1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4281 6806 149,'46'100'139,"-9"16"-6,-13-17-20,-7 4-5,-4 13 8,-8 18-54,-31-43-238</inkml:trace>
</inkml:ink>
</file>

<file path=ppt/ink/ink3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1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4615 6613 248,'10'65'226</inkml:trace>
</inkml:ink>
</file>

<file path=ppt/ink/ink3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1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4474 6827 228,'158'-52'589,"-31"3"-549,10 15-232,-45 41-34</inkml:trace>
</inkml:ink>
</file>

<file path=ppt/ink/ink3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1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4439 7002 213,'80'-39'131,"77"-10"103,-55 28-272,-18 33-236</inkml:trace>
</inkml:ink>
</file>

<file path=ppt/ink/ink3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1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4641 6770 172,'0'59'78,"0"18"-11,0-18-39,0 44-99,0-28-21</inkml:trace>
</inkml:ink>
</file>

<file path=ppt/ink/ink3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1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4619 7137 253,'99'-76'404,"5"33"-321,-124 163 12,-79-18-62,38 32-536,-43-87 344,15-9 120,9-2 44,-28 12 98,274-87 462,-24 11-553,3 0-43,-132 179-82,-12-16 185,-1 9-18,-4-5-25,-127-210-80,97-59-144,26 26-47,6-8 60,-138 193 610,64 7-424,7-8-115,-18-30-398</inkml:trace>
</inkml:ink>
</file>

<file path=ppt/ink/ink3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1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4524 7366 244,'117'19'213,"-29"25"-66,12 20-12,20 11-54,6-9-55,18-21-14,-13-186-216,-93 27-4</inkml:trace>
</inkml:ink>
</file>

<file path=ppt/ink/ink3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1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4467 5271 172,'-84'33'344,"12"50"-158,2 51-77,19-8-77,18 15-16,21 8-10,25-8-5,30 5-8,63-13-20,25-84-20,-48 18-220</inkml:trace>
</inkml:ink>
</file>

<file path=ppt/ink/ink3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1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4619 5209 276,'123'-42'265,"-28"15"-118,27 7-54,27-3-51,-11 2-27,-58 37-119,2-1-622</inkml:trace>
</inkml:ink>
</file>

<file path=ppt/ink/ink3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1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4805 5143 196,'24'107'144,"-25"70"33,-7-76-89,-6 25-14,-8 26-11,-15 37 1,7-31-32,0-8-19,3-12-55,-22-56-131</inkml:trace>
</inkml:ink>
</file>

<file path=ppt/ink/ink3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2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5186 5205 175,'-147'69'641,"48"24"-599,30 48-33,34 2-7,22 6-5,-27-57-182</inkml:trace>
</inkml:ink>
</file>

<file path=ppt/ink/ink3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2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4883 5475 217,'84'-8'91,"48"-26"124,-42 14-59,8 78 17,-134 86-237,-10-25-247</inkml:trace>
</inkml:ink>
</file>

<file path=ppt/ink/ink3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2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4916 5556 217,'99'-55'165,"-156"230"308,-32-57-470,240-62-37,-59 60 70,-146 17-16,-23-3-14,-18-50-307</inkml:trace>
</inkml:ink>
</file>

<file path=ppt/ink/ink3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2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4900 5806 219,'-111'172'408,"38"-91"-861</inkml:trace>
</inkml:ink>
</file>

<file path=ppt/ink/ink3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2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5052 5801 136,'92'0'53,"-9"32"233,1 125-139,-69-74-358</inkml:trace>
</inkml:ink>
</file>

<file path=ppt/ink/ink3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2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5662 5019 213,'50'178'589,"-50"-37"-581,-8-2-37,-3-14-319</inkml:trace>
</inkml:ink>
</file>

<file path=ppt/ink/ink3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2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5764 5315 196,'103'-66'88,"51"41"325,-192 140-725</inkml:trace>
</inkml:ink>
</file>

<file path=ppt/ink/ink3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2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5498 5382 302,'60'108'252,"-30"-11"-202,-40 17-114,-34-27-326</inkml:trace>
</inkml:ink>
</file>

<file path=ppt/ink/ink3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2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5613 5537 140,'80'-46'75,"31"5"62,34 2 14,-61 47 108,-128 110-164,-56-16-95,-16-12-2,-1-11 5,36-56-110,1-1-636</inkml:trace>
</inkml:ink>
</file>

<file path=ppt/ink/ink3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2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5459 5768 136,'-4'115'311,"-7"-32"-248,10 4-14,109-76 1,-22-71-35,13-13 10,-9 4-1,14 120 168,18 26-190,-7-176-27,-23 62-155</inkml:trace>
</inkml:ink>
</file>

<file path=ppt/ink/ink3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3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6169 5453 316,'105'-54'30,"12"-2"64,62-22 32,-86 46-81,-71 129 190,-73 43-218,-4-11-18,-41-4 0,-15-3-8,-15-15-27,-2-22-106,37-58-87</inkml:trace>
</inkml:ink>
</file>

<file path=ppt/ink/ink3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3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6199 5367 205,'56'87'245,"63"58"117,-22-52-686,-51-9-160</inkml:trace>
</inkml:ink>
</file>

<file path=ppt/ink/ink3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3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6476 5539 161,'127'-104'148,"2"42"43,-42 25-151,0-20-245</inkml:trace>
</inkml:ink>
</file>

<file path=ppt/ink/ink3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3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6824 5114 136,'-7'120'164,"3"-31"-99,0-2-4,0 1-7,-2 23 1,-1-19-3,-6 26 41,-2-9-20,-11 24 6,-59-23-39,-57-151-31,143-109-8,85 41-3,38-7-9,10 8-19,23-14-68,-55 49-10,-9 3-52,-14 19-257</inkml:trace>
</inkml:ink>
</file>

<file path=ppt/ink/ink3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3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7516 5039 476,'-166'172'79,"74"-90"-190,-20 12 26,-15 18 92,29-7 116,181-65 197,74-84-276,-28-31-61,-21-31-139,-155 207 93,40 16 144,3 22-30,1-10-19,-4 21 7,-17-1-2,-81-51-15,54-244-35,50-3-119,30 69-25</inkml:trace>
</inkml:ink>
</file>

<file path=ppt/ink/ink3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3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7259 5475 136,'-135'158'546,"68"-59"-502,-6 14-38,9 7-116,-23-36-506</inkml:trace>
</inkml:ink>
</file>

<file path=ppt/ink/ink3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3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7266 5533 151,'62'-24'88</inkml:trace>
</inkml:ink>
</file>

<file path=ppt/ink/ink3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3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7618 4936 266,'-64'181'588,"-7"-53"-586,-13-13-28,208-135-251,-35-25 245,-2 17 11,-54 108 6,-71 9 49,-71 70 227,91-34-260,24 10 0,-8 5 10,-1-10 7,-3 12 8,-17-284-23,10-3-79,3 10-118,-1 31-14,-21-2 55,-43 200 685,33 40-450,-18 0-57,-2-14-89,162-197-612</inkml:trace>
</inkml:ink>
</file>

<file path=ppt/ink/ink3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3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7530 5584 145</inkml:trace>
</inkml:ink>
</file>

<file path=ppt/ink/ink3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3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7604 5623 221,'81'72'204,"38"60"212,-39-264-632,-49 22 90,-7 4 0,-4 10-135</inkml:trace>
</inkml:ink>
</file>

<file path=ppt/ink/ink3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4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8093 4892 206,'0'144'172,"2"-60"-62,3 6-11,2 74 20,-9-16-30,-7-2-42,-19 36-23,-1-35-17,-28 51-5,-3-24-5,2-39-4,-15 1-62,-16-50-335</inkml:trace>
</inkml:ink>
</file>

<file path=ppt/ink/ink3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4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25373 8714 533</inkml:trace>
</inkml:ink>
</file>

<file path=ppt/ink/ink3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4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17463 4212 353,'88'166'425,"-62"-80"-592</inkml:trace>
</inkml:ink>
</file>

<file path=ppt/ink/ink3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4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17225 4598 751,'125'-53'29,"26"-14"19,-21 18-22,26 9-12,16 23-26,-91 36-94,2-1-636</inkml:trace>
</inkml:ink>
</file>

<file path=ppt/ink/ink3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4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17477 4524 384,'-28'187'252,"-6"-31"-133,5-31-70,-8 21-17,-20 56-12,-2-10-12,-5-12-4,6-26-2,7-19-2,-1 21-9,-9-76-176</inkml:trace>
</inkml:ink>
</file>

<file path=ppt/ink/ink3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4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17695 4475 363,'-135'121'227,"60"-41"-161,141 8-113,-66 28 197,1 30-95,-4-11-48,-18 6-191,-25-54-139</inkml:trace>
</inkml:ink>
</file>

<file path=ppt/ink/ink3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4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17615 4803 162,'92'-57'117,"-2"1"-44,-10-8-359</inkml:trace>
</inkml:ink>
</file>

<file path=ppt/ink/ink3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4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17827 4590 136,'0'81'15,"0"-5"6,0 7 13,0 21 34,-12-1 48,-89-94 268,167-132-416,26 41-344</inkml:trace>
</inkml:ink>
</file>

<file path=ppt/ink/ink3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4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17513 5047 208,'-3'124'231,"-8"-20"-87,-7 7-30,-10 16-48,-15 29-38,4-31-64,-8-6-208</inkml:trace>
</inkml:ink>
</file>

<file path=ppt/ink/ink3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4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17446 5399 136,'82'-112'0,"22"2"2,-4 18 13,4 17 18,-25 29 13,5 19 33,-33 158 380,-53 14-374,6 5-68,-7 0-12,-18-1-3,-41-21-2,-60-242-38,98-19-170,37 49-7</inkml:trace>
</inkml:ink>
</file>

<file path=ppt/ink/ink3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5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17825 4806 182,'-32'99'276,"-59"67"-76,37-70-145,-16 36-24,19-23-109,174-137-243,-22-64 217,-4 11 72,-160 197 448,6-22-330,-11 8-75,-4-6 10,220-148 7,12-34-158,-70 69-88</inkml:trace>
</inkml:ink>
</file>

<file path=ppt/ink/ink3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5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18312 4477 316,'-54'90'-7,"4"44"65,4 3 33,9-38-42,5-6-28,5 0-37,17-7-73,98-113 39,17-86 53,-14 10 13,13-8 41,-220 307 239,54-70-342,41-5 37,9-5 35,9 16 16,18-1-19,93-200-155,-61-56-62,-11 41 73</inkml:trace>
</inkml:ink>
</file>

<file path=ppt/ink/ink3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5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18428 4899 136,'34'86'203,"-48"49"47,-38-52-549</inkml:trace>
</inkml:ink>
</file>

<file path=ppt/ink/ink4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5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18427 4913 136,'113'-96'88,"-12"45"84,41 81 85,-206 73-104,-26 0-101,-8 19-38,10-65-200</inkml:trace>
</inkml:ink>
</file>

<file path=ppt/ink/ink4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5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18620 4471 226,'0'133'210,"0"-24"-158,-10 13-24,-6 3-10,-6-5-6,-2-16-4,-4-7-4,-5 7-2,-10 4 3,0-23 52,147-129 187,6-58-241,6 2-1,-58 248 13,-66-6-18,-25-62-107,-1-1-655</inkml:trace>
</inkml:ink>
</file>

<file path=ppt/ink/ink4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5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19605 4537 158,'14'129'586,"-6"11"-503,-6-7-61,-11 31-27,-24-26-52,-22-48-211</inkml:trace>
</inkml:ink>
</file>

<file path=ppt/ink/ink4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5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19544 4325 228,'23'118'186,"-37"-59"-337</inkml:trace>
</inkml:ink>
</file>

<file path=ppt/ink/ink4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5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19230 4825 531,'99'-71'23,"13"7"65,-14 11-37,22-4 12,37-12 6,-13 18-43,16 14-25,-76 45-106,-1 0-634</inkml:trace>
</inkml:ink>
</file>

<file path=ppt/ink/ink4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5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19542 4885 136,'96'-64'118,"11"14"129,-11 30-36,-34 134-112,-92 17-74,-7 8-3,-8-3-36,-13-58-167</inkml:trace>
</inkml:ink>
</file>

<file path=ppt/ink/ink4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5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20286 4514 279,'175'-52'430,"-45"22"-349,6 27-63,-216 133-40,-30-50 23,-33 26-1,31-22-1,2-5-1,-3 2 4,266-30 69,0-104-67,-21 1 0,7-8-2,1-5-13,-56 58-95,0-1-636</inkml:trace>
</inkml:ink>
</file>

<file path=ppt/ink/ink4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6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20273 4629 136,'-17'102'9,"-13"27"35,11-43 1,-2 8-10,6 12 39,120-133-113,-61-52 26,12-27 4,-3-12 5,-5 13 15,12 2 269,-29 219-20,-39 24-236,-8 26-20,9-19-252,-28-59-61</inkml:trace>
</inkml:ink>
</file>

<file path=ppt/ink/ink4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6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20906 4136 546,'-54'109'200,"-26"5"-149,-20 14-56,11-19-49,28 0-66,161-61-221,-6-88 217,-36 215 822,-51-27-765,-29-15 24,-35-22 102,2 23-40,91-7-363,-40-44 1</inkml:trace>
</inkml:ink>
</file>

<file path=ppt/ink/ink4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6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21338 4500 236,'184'-31'604,"-45"6"-589,-134 162-85,-135-49 56,5-3 6,20-6 12,3 14 11,164 19 29,87-148-56,-18-33-38,-25-19-12,-43-7-56,-45-9-202,-117 83 203,26 104 232,28 18 141,13-13-126,-27 31-36,-6-7-72,-17 11-23,-2-14-76,-4-49-271</inkml:trace>
</inkml:ink>
</file>

<file path=ppt/ink/ink4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6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21386 5012 136,'96'135'510,"-23"-51"-347,39-11-97,-32-201-82,-8-24-74,-20 38-143</inkml:trace>
</inkml:ink>
</file>

<file path=ppt/ink/ink4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6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22193 4160 215,'0'113'155,"-3"37"-48,15-67-180</inkml:trace>
</inkml:ink>
</file>

<file path=ppt/ink/ink4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6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22220 4250 172,'94'-26'-2,"-11"-5"28,30 1 78,20 11 71,-125 99-54,-176 58-133,69-72-16,5-19-7,0-7-8,224-102-163,-33 47 198,-164 137 123,-20-67-88,-38 19-5,-15 14-6,7-7-7,275-64 3,-27-59 25,-26 11 9,10-8 3,5 3-6,21-3 4,0 4-50,-45 39-144</inkml:trace>
</inkml:ink>
</file>

<file path=ppt/ink/ink4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6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22216 4675 203,'-55'116'100,"29"-6"-14,19-26-116</inkml:trace>
</inkml:ink>
</file>

<file path=ppt/ink/ink4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6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22174 4766 136,'102'-66'76,"6"27"46,23 19 0,-217 160 65,-7-57-128,11 7-48,98 34-23,68-30-3,-27 6 15,-106 6 129,-75-52-87,40-46-148,0 0-637</inkml:trace>
</inkml:ink>
</file>

<file path=ppt/ink/ink4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6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22148 4954 136,'-84'115'144,"0"-13"-47,251-84 114,-49-81-184,-1 5 28,-5 9 1,4 11-8,-25 41-213</inkml:trace>
</inkml:ink>
</file>

<file path=ppt/ink/ink4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6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22802 4331 145,'-10'137'617,"-61"-5"-666,-5-17-29,12-25 24,-1 6 22,82 38 69,95-169-12,5-4 18,8 5 5,-4 12-4,-162 164-47,-76-49 16,-21 6-2,11-15-5,4 2 2,119 43 8,136-102-30,1 16-60,-94 69-69,-111-28 93</inkml:trace>
</inkml:ink>
</file>

<file path=ppt/ink/ink4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7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23001 4595 384,'0'124'4,"0"38"128,-12-73-238</inkml:trace>
</inkml:ink>
</file>

<file path=ppt/ink/ink4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7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22938 4727 206,'128'-50'-4,"-31"24"61,15 38 159,-94 67 78,-116 21-226,-25 4-54,5-2-28,23-62-165</inkml:trace>
</inkml:ink>
</file>

<file path=ppt/ink/ink4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7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23895 4304 474,'-83'15'345,"-59"17"-313,5-14-26,-16 4-6,78 100 2,91 54-2,-13-20 2,-10-13-1,-19-5 0,-13 16-2,-5-13-25,-13-62-153</inkml:trace>
</inkml:ink>
</file>

<file path=ppt/ink/ink4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7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23386 4682 142,'104'-53'5,"-16"8"20,6-2 55,5 14 22,64 11 114,-79 83-25,-67 82-116,-8 7-53,-4-8-16,1 0-2,-8 1-1,-19 9-2,-70-38 3,-66-123-5,50-91-29,28-18-70,56 36-59</inkml:trace>
</inkml:ink>
</file>

<file path=ppt/ink/ink4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7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23494 4728 136,'-9'102'418,"-31"-14"-330,157-137-67,-7-17 24,-164 201 104,-21 2-130,232-106-20,-6-129-4,-62 76-103,-2-1-646</inkml:trace>
</inkml:ink>
</file>

<file path=ppt/ink/ink4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7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25490 10174 533</inkml:trace>
</inkml:ink>
</file>

<file path=ppt/ink/ink4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7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17503 6045 169,'-3'109'457,"-12"57"-326,-2-3-65,-8 12-44,-4 20-13,-10 2-8,2-9-12,0-26-19,-1-12-45,5-21-52,7-31-1,-4-12-44</inkml:trace>
</inkml:ink>
</file>

<file path=ppt/ink/ink4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7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17134 6338 334,'99'-80'40,"18"5"50,51-13 73,-56 61-57,-27 112-51,-80 43-24,-9 20-10,-4 25-6,7 2-6,0 7-4,1-14-1,5-27-2,7 26-1,3-25 0,-23 1-1,-120-231-16,70-44-108,13 1-118,45 46-116</inkml:trace>
</inkml:ink>
</file>

<file path=ppt/ink/ink4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7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17405 6617 162,'101'-97'313,"-16"105"-59,-132 137-148,-41-22-79,-28 3-16,232-252-111,-30 81-65</inkml:trace>
</inkml:ink>
</file>

<file path=ppt/ink/ink4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7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17604 6450 244,'93'-67'283,"-6"41"-215,22-1-56,-26 36-218</inkml:trace>
</inkml:ink>
</file>

<file path=ppt/ink/ink4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8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17904 6143 136,'0'115'199,"0"30"77,-5-37-147,-59 5-78,-28-1-3,242-176-12,1-11-39,-230 206-587,-21-79 694,47 89 377,14-5-504,-22-52-158</inkml:trace>
</inkml:ink>
</file>

<file path=ppt/ink/ink4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8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17672 6947 136,'109'-24'306,"-29"7"-252,-71 105-67,-152 70 272,52-51-147,232-198-99,-57-31-49,-5-10-23,-24 22-4,23 31-297</inkml:trace>
</inkml:ink>
</file>

<file path=ppt/ink/ink4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8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18270 6127 222,'-47'123'428,"-8"-14"-314,6 10-61,171-65-72,-15-131 4,-165 196 66,-24 9-36,-23 17-7,22-20-3,38 12-7,207-170-107,-29-30-124,-107 153 30,-133 67 458,18-45-90,12-11-67,-8 15-67,2-58-216</inkml:trace>
</inkml:ink>
</file>

<file path=ppt/ink/ink4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8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18458 6183 363,'12'189'386,"-6"-53"-316,-19 16-44,0 14-16,-8-10-8,-8-8-2,-7-11-17,-20-55-163</inkml:trace>
</inkml:ink>
</file>

<file path=ppt/ink/ink4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8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18358 6397 136,'66'-85'31,"28"-3"94,10 32 104,-87 160-10,-14 28-130,19 1-59,16 27-20,-11-11-7,-10 12-1,-14-16-2,-20 18 0,-33-31 3,-58-226-64,61 13-114</inkml:trace>
</inkml:ink>
</file>

<file path=ppt/ink/ink4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8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18423 6633 206,'62'-93'249,"53"169"125,-188 69-341,31 4-25,154-249-390,-32 66 30</inkml:trace>
</inkml:ink>
</file>

<file path=ppt/ink/ink4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8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18622 6670 244,'119'-48'336,"-17"7"-176,18-3-166,-128-75-565</inkml:trace>
</inkml:ink>
</file>

<file path=ppt/ink/ink4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8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18812 6320 136,'-14'124'194,"4"-43"-87,-2 13-3,0 12-9,4-2-18,4 16-19,25 15-31,88-67-45,-30-183-27,-22-8 10,-5-18 9,-5 1 14,-13 20 10,-13 6 16,-54 7 103,-56 232-40,53 39-67,20-19-4,22 15-3,51-16-2,97-89-1,-13-82-3,15-30-5,21-15-16,-38 24-368,-59 47 59</inkml:trace>
</inkml:ink>
</file>

<file path=ppt/ink/ink4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8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20154 5865 311,'12'90'-21,"-26"-13"-106</inkml:trace>
</inkml:ink>
</file>

<file path=ppt/ink/ink4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8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19777 6355 332,'202'-18'448,"-48"-16"-393,2-3-35,5-4-7,8-3-10,-20 15-6,-291 98-175,58-59 30</inkml:trace>
</inkml:ink>
</file>

<file path=ppt/ink/ink4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9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20261 6245 171,'-19'81'37,"-22"42"5,-4-10 92,-18 48 86,11-42-94,-8 12-60,0-9-69,83-267-589,26 49 563,40-11 19,29 9 17,-34 60 20,22 28 66,8 85 178,-121 36-76,-61 6-102,-43-5-70,19-65-209</inkml:trace>
</inkml:ink>
</file>

<file path=ppt/ink/ink4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9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20870 6275 154,'99'-65'448,"4"25"-361,18 3-24,8 16-29,-203 133 29,-34 5-55,6 3-8,-15 18 0,9-19-1,4-13 4,219-11 14,21-155-17,-2-4-3,5-8-10,-56 60-93,1 0-640</inkml:trace>
</inkml:ink>
</file>

<file path=ppt/ink/ink4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9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20906 6295 136,'0'85'208,"0"-2"-115,-10 14-5,-3-7-7,1 20 0,-3 6-97,2-2-120,63-205-92,9-33 132,-15 33 66,3-2 23,2 9 13,39-9 58,-63 209 194,-43-16-186,-7-4-66,4 5-62,-28-22-322</inkml:trace>
</inkml:ink>
</file>

<file path=ppt/ink/ink4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9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21335 5988 325,'68'91'479,"-129"25"-467,-41 6-8,-3 5-3,25-10 1,232-69-89,11-92 55,-42 7 22,-6 1-6,-182 137 83,-34-22-13,-10 24-12,31 11-23,145 15-46,62-60-23,-68 49-15,-127-3 148,-6 8-29,-14-48-344</inkml:trace>
</inkml:ink>
</file>

<file path=ppt/ink/ink4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9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21849 6178 495,'89'-19'171,"35"-5"-48,26 1-68,8-3-40,-10 3-140,-62 38-32</inkml:trace>
</inkml:ink>
</file>

<file path=ppt/ink/ink4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9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22416 5792 155,'-7'95'72,"-52"19"64,-34 34 42,14-40-84,10-23-21,-43 47 3,24-26-35,-21 18-22,20-13-30,6-59-167</inkml:trace>
</inkml:ink>
</file>

<file path=ppt/ink/ink4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9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22089 6267 136,'0'120'92,"-6"17"61,-8 47 9,6-67-97,1-11-21,-6 16-10,-8-5-126,-23-37-209</inkml:trace>
</inkml:ink>
</file>

<file path=ppt/ink/ink4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9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22067 6489 136,'96'-96'7,"-18"35"41,33 22 137,-10 183 211,-79-5-340,-10 27-31,-8-19-18,-22 8-3,-48-9-4,-33-41-17,-3-203-613</inkml:trace>
</inkml:ink>
</file>

<file path=ppt/ink/ink4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9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22133 6664 136,'55'-114'25,"51"43"194,-205 253 194,7-70-349,247-79-76,-14-93-40,-40 54-117</inkml:trace>
</inkml:ink>
</file>

<file path=ppt/ink/ink4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49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22923 5988 232,'0'110'154,"0"27"-22,0-53-190,-28 0-398</inkml:trace>
</inkml:ink>
</file>

<file path=ppt/ink/ink4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0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22886 6026 136,'102'-77'23,"-23"32"29,12 5 52,36 8 118,-37 42-52,-122 113-73,-65-31-71,-21-10-7,214-200-292,-142 230 439,-54-30-131,-3 7-23,2-1-16,-12 13-105,29-26-92,231-144 174,-67 30 100,29-6 37,-10 14-32,27 9-28,-160 155-572,-72-75 429</inkml:trace>
</inkml:ink>
</file>

<file path=ppt/ink/ink4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0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22886 6451 136,'0'99'133,"16"5"-49,3-220-210,78 16 172,21 75 248,-195 108-78,-17 9-185,59 44-26,46 9-15,-2-6 2,-37 2 5,-11-272-213,42 48 18</inkml:trace>
</inkml:ink>
</file>

<file path=ppt/ink/ink4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0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22811 6601 136,'-96'74'175,"54"70"69,129-86-176,36-98-33,-20-6 7,8-4 0,-21 40-201</inkml:trace>
</inkml:ink>
</file>

<file path=ppt/ink/ink4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0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23361 6041 198,'-73'120'193,"153"-13"-227,-21-6-2,-129-11 47,-24 1 36,227-50-54,-115 109 19,-148-25 86,17 29 86,201-63-308,-49-4-268</inkml:trace>
</inkml:ink>
</file>

<file path=ppt/ink/ink4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0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23599 6335 238,'0'115'280,"10"-21"-282,-32-12-164</inkml:trace>
</inkml:ink>
</file>

<file path=ppt/ink/ink4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0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23604 6388 136,'117'-37'34,"-30"25"121,-67 130 284,-124-27-397,-5 5-38,17-56-177</inkml:trace>
</inkml:ink>
</file>

<file path=ppt/ink/ink4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0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24352 6024 136,'92'-28'94,"0"-12"84,-294 53 196,50 9-369,21 16 9,103 89 36,13 29-45,-6 0-2,-19 21-1,-11-22 0,-9 6-3,-3-12-16,6-14-99,-19-51-254</inkml:trace>
</inkml:ink>
</file>

<file path=ppt/ink/ink4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0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23760 6718 136,'25'-93'0,"35"6"18,48-24 72,-11 41-10,57-23 51,36 10-3,-85 50-59,10 10 7,4 63-19,-130 102-16,-22 8-11,3 3-19,13-6-5,4-1-3,-11-6-2,-43-10-1,-54-36 1,-39-89-17,13-91-124,69-5-69,45 10-162</inkml:trace>
</inkml:ink>
</file>

<file path=ppt/ink/ink4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0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23977 6527 177,'159'27'504,"-54"-104"-508,-164 198 161,-46-14-125,249-69-40,48-80-67,-24-1-22,-1 7-38,-65 17-162</inkml:trace>
</inkml:ink>
</file>

<file path=ppt/ink/ink4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0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24804 6630 136,'-62'74'177</inkml:trace>
</inkml:ink>
</file>

<file path=ppt/ink/ink4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10"/>
    </inkml:context>
    <inkml:brush xml:id="br0">
      <inkml:brushProperty name="width" value="0.05953" units="cm"/>
      <inkml:brushProperty name="height" value="0.05953" units="cm"/>
      <inkml:brushProperty name="fitToCurve" value="1"/>
    </inkml:brush>
  </inkml:definitions>
  <inkml:trace contextRef="#ctx0" brushRef="#br0">24381 11136 533,'-12'-143'270,"-22"-42"-273,-6 49 3,-15 8 14</inkml:trace>
</inkml:ink>
</file>

<file path=ppt/ink/ink4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11"/>
    </inkml:context>
    <inkml:brush xml:id="br0">
      <inkml:brushProperty name="width" value="0.05953" units="cm"/>
      <inkml:brushProperty name="height" value="0.05953" units="cm"/>
      <inkml:brushProperty name="fitToCurve" value="1"/>
    </inkml:brush>
  </inkml:definitions>
  <inkml:trace contextRef="#ctx0" brushRef="#br0">7746 2127 325,'128'0'325,"-10"4"-151,-31 94-177,-147 16-14,-11-9 11,-11 3 5,-11 2 9,10-12 10,228-59 15,4-44-39,-18 18-25,-146 124 2,-86-38 59,-17 2-4,3-5-7,11-10-11,200-180-262,-13 54-60</inkml:trace>
</inkml:ink>
</file>

<file path=ppt/ink/ink4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12"/>
    </inkml:context>
    <inkml:brush xml:id="br0">
      <inkml:brushProperty name="width" value="0.05953" units="cm"/>
      <inkml:brushProperty name="height" value="0.05953" units="cm"/>
      <inkml:brushProperty name="fitToCurve" value="1"/>
    </inkml:brush>
  </inkml:definitions>
  <inkml:trace contextRef="#ctx0" brushRef="#br0">8231 2441 543,'0'77'289,"-22"-13"-467</inkml:trace>
</inkml:ink>
</file>

<file path=ppt/ink/ink4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13"/>
    </inkml:context>
    <inkml:brush xml:id="br0">
      <inkml:brushProperty name="width" value="0.05953" units="cm"/>
      <inkml:brushProperty name="height" value="0.05953" units="cm"/>
      <inkml:brushProperty name="fitToCurve" value="1"/>
    </inkml:brush>
  </inkml:definitions>
  <inkml:trace contextRef="#ctx0" brushRef="#br0">8245 2824 356,'31'-95'94</inkml:trace>
</inkml:ink>
</file>

<file path=ppt/ink/ink4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14"/>
    </inkml:context>
    <inkml:brush xml:id="br0">
      <inkml:brushProperty name="width" value="0.05953" units="cm"/>
      <inkml:brushProperty name="height" value="0.05953" units="cm"/>
      <inkml:brushProperty name="fitToCurve" value="1"/>
    </inkml:brush>
  </inkml:definitions>
  <inkml:trace contextRef="#ctx0" brushRef="#br0">8632 1884 179,'0'149'416,"-12"-56"-404,-16 18-5,-9-4-3,-7-5-7,4 5-17,7-19-14,111-147 20,76-78 6,-69 70 5,-11 11 0,73 56-9,-175 88 17,-6-9 26,-4 1 12,-14 2 5,7-182-485,-31 226 510,27-17-19,-21 33-14,2-16-23,3 7-8,32-57-56</inkml:trace>
</inkml:ink>
</file>

<file path=ppt/ink/ink4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15"/>
    </inkml:context>
    <inkml:brush xml:id="br0">
      <inkml:brushProperty name="width" value="0.05953" units="cm"/>
      <inkml:brushProperty name="height" value="0.05953" units="cm"/>
      <inkml:brushProperty name="fitToCurve" value="1"/>
    </inkml:brush>
  </inkml:definitions>
  <inkml:trace contextRef="#ctx0" brushRef="#br0">8553 2676 136,'83'-4'166,"1"125"149,-13-43-187,37-31-76,-30 23-323</inkml:trace>
</inkml:ink>
</file>

<file path=ppt/ink/ink4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16"/>
    </inkml:context>
    <inkml:brush xml:id="br0">
      <inkml:brushProperty name="width" value="0.05953" units="cm"/>
      <inkml:brushProperty name="height" value="0.05953" units="cm"/>
      <inkml:brushProperty name="fitToCurve" value="1"/>
    </inkml:brush>
  </inkml:definitions>
  <inkml:trace contextRef="#ctx0" brushRef="#br0">9855 1924 322,'-120'25'43,"42"-3"35,-88 23 120,55-38-85,10 62-35,87 80-62,4-12-17,-8 15-8,8-5-7,-4-18-3,4-6-8,-17 19-54,-8-21-80,10-43-90</inkml:trace>
</inkml:ink>
</file>

<file path=ppt/ink/ink4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17"/>
    </inkml:context>
    <inkml:brush xml:id="br0">
      <inkml:brushProperty name="width" value="0.05953" units="cm"/>
      <inkml:brushProperty name="height" value="0.05953" units="cm"/>
      <inkml:brushProperty name="fitToCurve" value="1"/>
    </inkml:brush>
  </inkml:definitions>
  <inkml:trace contextRef="#ctx0" brushRef="#br0">9310 2532 205,'63'-91'15,"32"2"75,26 13 130,-27 51-73,-10 102-76,-117 57-41,-26-21-12,-27 28-9,-6-7-5,4-36-8,-17-21-62,25-177-363</inkml:trace>
</inkml:ink>
</file>

<file path=ppt/ink/ink4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18"/>
    </inkml:context>
    <inkml:brush xml:id="br0">
      <inkml:brushProperty name="width" value="0.05953" units="cm"/>
      <inkml:brushProperty name="height" value="0.05953" units="cm"/>
      <inkml:brushProperty name="fitToCurve" value="1"/>
    </inkml:brush>
  </inkml:definitions>
  <inkml:trace contextRef="#ctx0" brushRef="#br0">9297 2469 180,'115'86'334,"-53"2"-148,17 10-65,26 15-79,31-31-34,13-51-5,25-51-8,-46-29-128,-45 44-24</inkml:trace>
</inkml:ink>
</file>

<file path=ppt/ink/ink4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19"/>
    </inkml:context>
    <inkml:brush xml:id="br0">
      <inkml:brushProperty name="width" value="0.05953" units="cm"/>
      <inkml:brushProperty name="height" value="0.05953" units="cm"/>
      <inkml:brushProperty name="fitToCurve" value="1"/>
    </inkml:brush>
  </inkml:definitions>
  <inkml:trace contextRef="#ctx0" brushRef="#br0">10219 2707 136</inkml:trace>
</inkml:ink>
</file>

<file path=ppt/ink/ink4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20"/>
    </inkml:context>
    <inkml:brush xml:id="br0">
      <inkml:brushProperty name="width" value="0.05953" units="cm"/>
      <inkml:brushProperty name="height" value="0.05953" units="cm"/>
      <inkml:brushProperty name="fitToCurve" value="1"/>
    </inkml:brush>
  </inkml:definitions>
  <inkml:trace contextRef="#ctx0" brushRef="#br0">10714 2457 422,'92'0'18,"81"7"13,-99-5-34,39-7-42,-33-1-5,36-3-67</inkml:trace>
</inkml:ink>
</file>

<file path=ppt/ink/ink4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21"/>
    </inkml:context>
    <inkml:brush xml:id="br0">
      <inkml:brushProperty name="width" value="0.05953" units="cm"/>
      <inkml:brushProperty name="height" value="0.05953" units="cm"/>
      <inkml:brushProperty name="fitToCurve" value="1"/>
    </inkml:brush>
  </inkml:definitions>
  <inkml:trace contextRef="#ctx0" brushRef="#br0">10665 2689 623,'109'0'37,"10"0"29,50 0-20,20-9-28,-63-2-21,-2-5-23,1 3-53,-10 5-51,-35 26-150</inkml:trace>
</inkml:ink>
</file>

<file path=ppt/ink/ink4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22"/>
    </inkml:context>
    <inkml:brush xml:id="br0">
      <inkml:brushProperty name="width" value="0.05953" units="cm"/>
      <inkml:brushProperty name="height" value="0.05953" units="cm"/>
      <inkml:brushProperty name="fitToCurve" value="1"/>
    </inkml:brush>
  </inkml:definitions>
  <inkml:trace contextRef="#ctx0" brushRef="#br0">12264 1691 255,'60'53'156</inkml:trace>
</inkml:ink>
</file>

<file path=ppt/ink/ink4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23"/>
    </inkml:context>
    <inkml:brush xml:id="br0">
      <inkml:brushProperty name="width" value="0.05953" units="cm"/>
      <inkml:brushProperty name="height" value="0.05953" units="cm"/>
      <inkml:brushProperty name="fitToCurve" value="1"/>
    </inkml:brush>
  </inkml:definitions>
  <inkml:trace contextRef="#ctx0" brushRef="#br0">12023 2064 419,'81'-13'91,"11"-19"1,12-9-6,13 3-31,-3 5-39,4 15-41,-3 30-359</inkml:trace>
</inkml:ink>
</file>

<file path=ppt/ink/ink4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24"/>
    </inkml:context>
    <inkml:brush xml:id="br0">
      <inkml:brushProperty name="width" value="0.05953" units="cm"/>
      <inkml:brushProperty name="height" value="0.05953" units="cm"/>
      <inkml:brushProperty name="fitToCurve" value="1"/>
    </inkml:brush>
  </inkml:definitions>
  <inkml:trace contextRef="#ctx0" brushRef="#br0">12234 2015 180,'-19'121'-2,"-1"-37"5,-3 11 8,5-21 3,-2 10 3,-14 58 26,16-67-4,-16 48 38,9-44-30,-12 38 40,9-19 2,-14 34-14,9-26-26,-10 39-8,6-33-41,-15-4-140,53-212-144,17 20 215,14-29 13,-2 11-95</inkml:trace>
</inkml:ink>
</file>

<file path=ppt/ink/ink4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25"/>
    </inkml:context>
    <inkml:brush xml:id="br0">
      <inkml:brushProperty name="width" value="0.05953" units="cm"/>
      <inkml:brushProperty name="height" value="0.05953" units="cm"/>
      <inkml:brushProperty name="fitToCurve" value="1"/>
    </inkml:brush>
  </inkml:definitions>
  <inkml:trace contextRef="#ctx0" brushRef="#br0">12340 2059 136,'-52'108'393,"-41"30"-371,40-58-24,-32 59-284</inkml:trace>
</inkml:ink>
</file>

<file path=ppt/ink/ink4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26"/>
    </inkml:context>
    <inkml:brush xml:id="br0">
      <inkml:brushProperty name="width" value="0.05953" units="cm"/>
      <inkml:brushProperty name="height" value="0.05953" units="cm"/>
      <inkml:brushProperty name="fitToCurve" value="1"/>
    </inkml:brush>
  </inkml:definitions>
  <inkml:trace contextRef="#ctx0" brushRef="#br0">12129 2540 136,'0'81'1,"28"5"5,9-195-13,-20 22 7,13-7 0,7 11 0,56-2 0,-8 20 0,2-9 0,-90 179 0,-5-12 0,-2 6 2,0-9 15,2-6 12,-10 1 26,-21 15 53,-41-132 11,79-45-132,59-58-73,49 86-10,-31 126-174</inkml:trace>
</inkml:ink>
</file>

<file path=ppt/ink/ink4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27"/>
    </inkml:context>
    <inkml:brush xml:id="br0">
      <inkml:brushProperty name="width" value="0.05953" units="cm"/>
      <inkml:brushProperty name="height" value="0.05953" units="cm"/>
      <inkml:brushProperty name="fitToCurve" value="1"/>
    </inkml:brush>
  </inkml:definitions>
  <inkml:trace contextRef="#ctx0" brushRef="#br0">12243 2566 138,'1'115'206,"-9"-34"-142,-15 64 21,2-53-63,-3 23-8,2-23-9,-4 2-4,-28-12-531</inkml:trace>
</inkml:ink>
</file>

<file path=ppt/ink/ink4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28"/>
    </inkml:context>
    <inkml:brush xml:id="br0">
      <inkml:brushProperty name="width" value="0.05953" units="cm"/>
      <inkml:brushProperty name="height" value="0.05953" units="cm"/>
      <inkml:brushProperty name="fitToCurve" value="1"/>
    </inkml:brush>
  </inkml:definitions>
  <inkml:trace contextRef="#ctx0" brushRef="#br0">12150 2905 136,'54'-77'0,"40"-20"5,-2 28 23,4 21 15,11 14 10,-1 51-22,-50 80-21,-43 29 47,-23 0 41,-7-39-6,-7 18 29,-9 3-9,-92-108-208,40-27-139</inkml:trace>
</inkml:ink>
</file>

<file path=ppt/ink/ink4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29"/>
    </inkml:context>
    <inkml:brush xml:id="br0">
      <inkml:brushProperty name="width" value="0.05953" units="cm"/>
      <inkml:brushProperty name="height" value="0.05953" units="cm"/>
      <inkml:brushProperty name="fitToCurve" value="1"/>
    </inkml:brush>
  </inkml:definitions>
  <inkml:trace contextRef="#ctx0" brushRef="#br0">12510 2398 142,'-17'87'42,"-17"-1"25,-10 10 28,-25 25 8,176-106-132,21-78-24,-194 162 0,-23-34 171,77 56-274,-6-29 320,98-99-98,-3 29-432</inkml:trace>
</inkml:ink>
</file>

<file path=ppt/ink/ink4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30"/>
    </inkml:context>
    <inkml:brush xml:id="br0">
      <inkml:brushProperty name="width" value="0.05953" units="cm"/>
      <inkml:brushProperty name="height" value="0.05953" units="cm"/>
      <inkml:brushProperty name="fitToCurve" value="1"/>
    </inkml:brush>
  </inkml:definitions>
  <inkml:trace contextRef="#ctx0" brushRef="#br0">13210 1955 163,'-59'87'371,"-45"87"-166,38-58-174,7-15-57,-5 12-123,-18-39-441</inkml:trace>
</inkml:ink>
</file>

<file path=ppt/ink/ink4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31"/>
    </inkml:context>
    <inkml:brush xml:id="br0">
      <inkml:brushProperty name="width" value="0.05953" units="cm"/>
      <inkml:brushProperty name="height" value="0.05953" units="cm"/>
      <inkml:brushProperty name="fitToCurve" value="1"/>
    </inkml:brush>
  </inkml:definitions>
  <inkml:trace contextRef="#ctx0" brushRef="#br0">13018 2263 136,'100'-56'10,"10"13"64,-15 52 230,-106 80-73,-84 18-194,-4-34-71,-21-37-193,107 45 109,9 76 298,-11-52-42,-1 10-56,-9 32-43,17-15-39,110-248-246,-40-10 169,-19 33 27,4-17-16,-12 28 4,-6-2 1,4 2 7,-1-2 1,-1-9 25,-24 178 178,15 34-114,14-19-164</inkml:trace>
</inkml:ink>
</file>

<file path=ppt/ink/ink4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32"/>
    </inkml:context>
    <inkml:brush xml:id="br0">
      <inkml:brushProperty name="width" value="0.05953" units="cm"/>
      <inkml:brushProperty name="height" value="0.05953" units="cm"/>
      <inkml:brushProperty name="fitToCurve" value="1"/>
    </inkml:brush>
  </inkml:definitions>
  <inkml:trace contextRef="#ctx0" brushRef="#br0">13211 2387 157,'95'-21'20,"-14"-6"41,15-3 8,12 13-22,-92 133 27,-140-12 64,41-39-45,-9 13 4,8 10-30,211-66-158,-21-83-50,-34-23 31,6 38-367</inkml:trace>
</inkml:ink>
</file>

<file path=ppt/ink/ink4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33"/>
    </inkml:context>
    <inkml:brush xml:id="br0">
      <inkml:brushProperty name="width" value="0.05953" units="cm"/>
      <inkml:brushProperty name="height" value="0.05953" units="cm"/>
      <inkml:brushProperty name="fitToCurve" value="1"/>
    </inkml:brush>
  </inkml:definitions>
  <inkml:trace contextRef="#ctx0" brushRef="#br0">13464 2091 136,'-14'101'148,"-5"15"-92,10-43-35,0 49 31,1 29-18,-11-8-145,-24-48-47,-54-18 125,186-115 454,5-5-369,-1 7 17,17 8 15,-92 146 6,-32-41-197,-1 1-639</inkml:trace>
</inkml:ink>
</file>

<file path=ppt/ink/ink4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34"/>
    </inkml:context>
    <inkml:brush xml:id="br0">
      <inkml:brushProperty name="width" value="0.05953" units="cm"/>
      <inkml:brushProperty name="height" value="0.05953" units="cm"/>
      <inkml:brushProperty name="fitToCurve" value="1"/>
    </inkml:brush>
  </inkml:definitions>
  <inkml:trace contextRef="#ctx0" brushRef="#br0">13725 2011 140,'146'-18'637,"-15"-11"-627,-44 56-178</inkml:trace>
</inkml:ink>
</file>

<file path=ppt/ink/ink4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35"/>
    </inkml:context>
    <inkml:brush xml:id="br0">
      <inkml:brushProperty name="width" value="0.05953" units="cm"/>
      <inkml:brushProperty name="height" value="0.05953" units="cm"/>
      <inkml:brushProperty name="fitToCurve" value="1"/>
    </inkml:brush>
  </inkml:definitions>
  <inkml:trace contextRef="#ctx0" brushRef="#br0">14088 1757 168,'-10'84'266,"-3"22"-101,5 10-7,16 22-75,45 19-77,-68-81-111,0 0-628</inkml:trace>
</inkml:ink>
</file>

<file path=ppt/ink/ink4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36"/>
    </inkml:context>
    <inkml:brush xml:id="br0">
      <inkml:brushProperty name="width" value="0.05953" units="cm"/>
      <inkml:brushProperty name="height" value="0.05953" units="cm"/>
      <inkml:brushProperty name="fitToCurve" value="1"/>
    </inkml:brush>
  </inkml:definitions>
  <inkml:trace contextRef="#ctx0" brushRef="#br0">13799 1607 168,'-81'76'2,"32"13"34,13 9 23,7 42 40,28-52-46,7-11-7,10 0-6,13 7-9,15 19-17,6-10-56,54 26-122</inkml:trace>
</inkml:ink>
</file>

<file path=ppt/ink/ink4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37"/>
    </inkml:context>
    <inkml:brush xml:id="br0">
      <inkml:brushProperty name="width" value="0.05953" units="cm"/>
      <inkml:brushProperty name="height" value="0.05953" units="cm"/>
      <inkml:brushProperty name="fitToCurve" value="1"/>
    </inkml:brush>
  </inkml:definitions>
  <inkml:trace contextRef="#ctx0" brushRef="#br0">14300 1577 255,'24'140'48,"7"-20"12,-7-30-19,-5 2 3,-13 32-12,-4-22-15,-9-7-10,-18 18-4,2-28-3,-7 22-5,-12-21-7,-26-4-56</inkml:trace>
</inkml:ink>
</file>

<file path=ppt/ink/ink4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38"/>
    </inkml:context>
    <inkml:brush xml:id="br0">
      <inkml:brushProperty name="width" value="0.05953" units="cm"/>
      <inkml:brushProperty name="height" value="0.05953" units="cm"/>
      <inkml:brushProperty name="fitToCurve" value="1"/>
    </inkml:brush>
  </inkml:definitions>
  <inkml:trace contextRef="#ctx0" brushRef="#br0">14561 1303 288,'96'-61'372,"4"48"-236,-57 130-90,-113-3-43,-15-2-46,115 12-216,58-107 233,-47 109 181,-104-31-68,-15-34-345</inkml:trace>
</inkml:ink>
</file>

<file path=ppt/ink/ink4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3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16995-2528 858</inkml:trace>
</inkml:ink>
</file>

<file path=ppt/ink/ink4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4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11243 7065 325,'63'-128'54,"46"-79"19,-30 84-39,-29 43-3,53-52 8,5-5 5,-39 49-7,67-69 0,31-34-3,-59 68-6,79-63 1,13-4-6,-72 68-4,81-62-1,46-22-6,-91 74-4,92-55-1,4 3-2,-92 65-2,89-46 0,27-13-1,-102 64 0,82-44-1,-8 10 0,-92 52 0,68-30-1,16-10 1,-88 49-1,58-24 1,-16 11-1,-72 36 0,44-18 0,5-2 0,80-34-1,-71 34 0,-3 3-1,-22 10-1,-31 15-3,-50 50-100,0-1-639</inkml:trace>
</inkml:ink>
</file>

<file path=ppt/ink/ink4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4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15943 1944 522,'106'-29'162,"18"15"-50,20 25-60,-18 35-36,-104 103-10,-100-39-7,0-52-185</inkml:trace>
</inkml:ink>
</file>

<file path=ppt/ink/ink4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4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20646 9687 533</inkml:trace>
</inkml:ink>
</file>

<file path=ppt/ink/ink4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4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25217 5367 533,'-87'74'336,"-22"13"-333,7 6-2</inkml:trace>
</inkml:ink>
</file>

<file path=ppt/ink/ink4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4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17670 1476 206,'-66'121'293,"0"-15"-151,-1 4-53,-17 23-39,10-19-33,-30 39-10,3-12-30,29-37-72,-12-41-253</inkml:trace>
</inkml:ink>
</file>

<file path=ppt/ink/ink4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4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17463 1595 199,'34'94'219,"28"63"-24,-27-52-127,-12 10-19,-62 2-11,-86-51 10,-11-50 5,158-177-63,75 35-124,-16 72-112</inkml:trace>
</inkml:ink>
</file>

<file path=ppt/ink/ink4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4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17991 1255 647,'-58'113'108,"-7"12"-78,-20-42-428</inkml:trace>
</inkml:ink>
</file>

<file path=ppt/ink/ink4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4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18052 1945 136,'200'-40'739,"-48"-3"-736,-68 49-112,0 2-652</inkml:trace>
</inkml:ink>
</file>

<file path=ppt/ink/ink4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4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18402 1605 136,'-83'-21'130,"-14"48"49,-39 86 15,78 3-155,31 5-26,28 10 1,33 4 0,37-26 0,29-44 3,41-65 2,15-68-2,-63-12-2,-8-51 10,-45-7-3,-53-6-6,-70 29-10,-41 52-8,44-18-293</inkml:trace>
</inkml:ink>
</file>

<file path=ppt/ink/ink4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4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19081 1586 184,'-109'112'671,"57"31"-663,11 0-9,12 19-15,20-29-36,-26-49-118</inkml:trace>
</inkml:ink>
</file>

<file path=ppt/ink/ink4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5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18958 2113 363,'80'-126'240,"5"64"-31,46 21-192,-51 43-120,0-1-615</inkml:trace>
</inkml:ink>
</file>

<file path=ppt/ink/ink4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5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19457 1569 201,'0'100'341,"-3"19"-160,-7 1-103,-8 39-73,8-30-166,-22-50-58</inkml:trace>
</inkml:ink>
</file>

<file path=ppt/ink/ink4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5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19448 1670 154,'75'-64'534,"35"42"-396,19 59-109,-102 101-21,-149-65-7,6-4-9,260-56-61,-43 58 86,-177 51 31,-49-35-32,49-67-124,-1 1-644</inkml:trace>
</inkml:ink>
</file>

<file path=ppt/ink/ink5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5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19953 1339 345,'111'123'274,"-64"-22"-140,-13 35-58,-22 0-47,-31 40-19,-16-39-7,-31 19-6,-29-41-3,13-63-178</inkml:trace>
</inkml:ink>
</file>

<file path=ppt/ink/ink5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5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20514 1104 136,'-50'125'318,"-52"21"-134,25-88-508</inkml:trace>
</inkml:ink>
</file>

<file path=ppt/ink/ink5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5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17247 938 136,'-102'43'22,"5"47"14,21 13 15,-5 21 19,29-34-18,-18 64 33,10 32-14,33-74-39,7 37-10,15-26-7,12-10-6,23 23 2,12-28-2,18-12-10,40-19-61,33 29-212</inkml:trace>
</inkml:ink>
</file>

<file path=ppt/ink/ink5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5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20869 778 163,'30'101'23,"2"14"39,-12-14-3,8 67 61,-16 28 9,-10-85-55,-13 35-9,-4-27-18,-18 44 5,-7-14-23,-8-26-14,-18 13-6,-17-8-31,-2-60-258</inkml:trace>
</inkml:ink>
</file>

<file path=ppt/ink/ink5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5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21658 693 697,'-120'98'79,"27"-10"-56,-5 15-21,-7 11-111,32-31-370</inkml:trace>
</inkml:ink>
</file>

<file path=ppt/ink/ink5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5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16101 2945 474,'93'-9'29,"-13"-10"29,10 3-6,12 6-44,-21 27-219</inkml:trace>
</inkml:ink>
</file>

<file path=ppt/ink/ink5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5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15981 3166 274,'172'-4'353,"-61"-7"-297,37-10-70,-35 3-194,-34 28-125</inkml:trace>
</inkml:ink>
</file>

<file path=ppt/ink/ink5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6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17656 2629 288,'-84'96'134,"-10"26"13,16-19-68,-6 6-18,3-1-16,-1-10-9,-15 7-12,12 7-50,-3-53-242</inkml:trace>
</inkml:ink>
</file>

<file path=ppt/ink/ink5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6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17376 2754 212,'122'146'388,"-79"-50"-279,-18 30-43,-70 0-22,-71-64-10,-30-87-28,158-130-14,109 53-47,-7 44-96,-27 46-69</inkml:trace>
</inkml:ink>
</file>

<file path=ppt/ink/ink5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6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17905 3021 520,'91'-14'293,"47"-11"-234,15 4-54,-1 1-87,-61 36-88</inkml:trace>
</inkml:ink>
</file>

<file path=ppt/ink/ink5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6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18194 2736 288,'-9'81'111,"-3"15"8,3-14-16,-3 43 21,4 10-47,36 2-227,-46-49-79</inkml:trace>
</inkml:ink>
</file>

<file path=ppt/ink/ink5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6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18299 2608 137,'-110'9'119,"2"42"19,-24 41-35,0 43-59,75-52-33,8 18-1,20 0 0,25 11 3,21-7 1,26-7 2,128 32 15,-52-103-20,31-42 9,-14-30 3,4-40 0,-19-13-4,-23-27-5,-35-10-3,-35-3-3,-46-26 19,-51 38 3,-61 36-9,-9 75-21,-12 63-69,47 28-143,21-48-78</inkml:trace>
</inkml:ink>
</file>

<file path=ppt/ink/ink5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6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19114 2670 136,'-84'23'444,"2"40"-284,4 35-71,20 23-66,25 10-21,8 5-2,24-3-23,60-8-287,-51-46 46</inkml:trace>
</inkml:ink>
</file>

<file path=ppt/ink/ink5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6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18938 3157 219,'86'-85'450,"20"49"-318,24 5-114,-52 39-119,0-1-609</inkml:trace>
</inkml:ink>
</file>

<file path=ppt/ink/ink5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6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19450 2702 293,'0'169'463,"0"-44"-389,-2 14-61,-11-7-54,-1-7-398</inkml:trace>
</inkml:ink>
</file>

<file path=ppt/ink/ink5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6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19376 2814 136,'81'-70'345,"117"43"-10,-70 62-305,-75 94-11,-159-40-22,-22-25-3,0-6 2,275-58-31,-9 28 31,-77 88 43,-147-6-15,-40-13-19,48-69-114,0-1-655</inkml:trace>
</inkml:ink>
</file>

<file path=ppt/ink/ink5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6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19990 2535 356,'49'83'208,"-16"15"-93,-13 7-44,-5 49 15,-15-12-56,-9 5-22,-16 10-6,-31-16-9,-17-54-289</inkml:trace>
</inkml:ink>
</file>

<file path=ppt/ink/ink5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7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17457 17557 533</inkml:trace>
</inkml:ink>
</file>

<file path=ppt/ink/ink5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7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6005 4744 413,'3'78'-23,"157"-16"39,-57-43 19,-9-11-6,9 0 5,79-6 30,-80-7-29,93-10 30,-43-3-38,90-11 18,-113 15-27,92-15 11,-79 4-18,87-15 9,-37 5-6,30-13-2,-52 7-3,32-13-2,-35-12-3,-26-23 1,-65-37-1,-97-20 0,-75-9-2,-30 36-1,-20 29 0,0 21-1,-1 15 1,-85-2-1,30 21 0,27 11 0,-72 19-1,39 12 1,24 7 0,-62 34 0,52-1 0,35 2-1,-25 20 1,48-5 0,-24 40 1,29 13 0,35 44 1,88-11 0,127 19 0,38-72-1,-6-50-1,57-15 1,-20-23-1,31-12 0,44-2 0,-50-3 1,24-8-1,22-12-1,-44 0 0,-63 4 0,95-22-3,-101 12-81,-3 2-76,-28 3-193</inkml:trace>
</inkml:ink>
</file>

<file path=ppt/ink/ink5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72"/>
    </inkml:context>
    <inkml:brush xml:id="br0">
      <inkml:brushProperty name="width" value="0.05953" units="cm"/>
      <inkml:brushProperty name="height" value="0.05953" units="cm"/>
      <inkml:brushProperty name="fitToCurve" value="1"/>
    </inkml:brush>
  </inkml:definitions>
  <inkml:trace contextRef="#ctx0" brushRef="#br0">12272 11590 424,'5'79'315,"48"46"-227,12 2-61,10 5-18,31 18-5,-4-29-2,13-18-5,26-22-7,5-49-10,7-66-81,-58-56-159,-57-33 41,-36 32 166,-6 4 40,-11-9 83,53 264 414,-28-35-441,-16 33-3,-8-21-11,-40-9-11,-56-29-9,-37-33-4,-16-28-4,19-34-14,61-31-96,1-1-650</inkml:trace>
</inkml:ink>
</file>

<file path=ppt/ink/ink5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73"/>
    </inkml:context>
    <inkml:brush xml:id="br0">
      <inkml:brushProperty name="width" value="0.05953" units="cm"/>
      <inkml:brushProperty name="height" value="0.05953" units="cm"/>
      <inkml:brushProperty name="fitToCurve" value="1"/>
    </inkml:brush>
  </inkml:definitions>
  <inkml:trace contextRef="#ctx0" brushRef="#br0">13610 11597 568,'97'-21'136,"35"7"8,37 6-123,-16 9-34,-74 22-93,1 1-636</inkml:trace>
</inkml:ink>
</file>

<file path=ppt/ink/ink5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74"/>
    </inkml:context>
    <inkml:brush xml:id="br0">
      <inkml:brushProperty name="width" value="0.05953" units="cm"/>
      <inkml:brushProperty name="height" value="0.05953" units="cm"/>
      <inkml:brushProperty name="fitToCurve" value="1"/>
    </inkml:brush>
  </inkml:definitions>
  <inkml:trace contextRef="#ctx0" brushRef="#br0">13800 11564 396,'0'84'70,"-7"21"23,-5-13-20,3 25-7,-17 37-8,2-27-15,-3 16-16,0 14-9,-14 26-3,1-30-9,0 2-6,1-9-16,-14-63-166</inkml:trace>
</inkml:ink>
</file>

<file path=ppt/ink/ink5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75"/>
    </inkml:context>
    <inkml:brush xml:id="br0">
      <inkml:brushProperty name="width" value="0.05953" units="cm"/>
      <inkml:brushProperty name="height" value="0.05953" units="cm"/>
      <inkml:brushProperty name="fitToCurve" value="1"/>
    </inkml:brush>
  </inkml:definitions>
  <inkml:trace contextRef="#ctx0" brushRef="#br0">14134 11765 136,'-137'8'721,"14"63"-720,43 45 1,35 18 2,36 20-11,-30-62-177</inkml:trace>
</inkml:ink>
</file>

<file path=ppt/ink/ink5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76"/>
    </inkml:context>
    <inkml:brush xml:id="br0">
      <inkml:brushProperty name="width" value="0.05953" units="cm"/>
      <inkml:brushProperty name="height" value="0.05953" units="cm"/>
      <inkml:brushProperty name="fitToCurve" value="1"/>
    </inkml:brush>
  </inkml:definitions>
  <inkml:trace contextRef="#ctx0" brushRef="#br0">13790 12011 136,'101'-61'97,"4"5"1,41 10 182,-44 28-110,-53 130-76,-139 13-94,5-13-40,5-57-139</inkml:trace>
</inkml:ink>
</file>

<file path=ppt/ink/ink5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77"/>
    </inkml:context>
    <inkml:brush xml:id="br0">
      <inkml:brushProperty name="width" value="0.05953" units="cm"/>
      <inkml:brushProperty name="height" value="0.05953" units="cm"/>
      <inkml:brushProperty name="fitToCurve" value="1"/>
    </inkml:brush>
  </inkml:definitions>
  <inkml:trace contextRef="#ctx0" brushRef="#br0">13912 12149 193,'54'-134'604,"-33"262"-559,-93-11-31,113 20-12,51-33-5,-101 35 14,-108-62-1,37-54-119,0 0-650</inkml:trace>
</inkml:ink>
</file>

<file path=ppt/ink/ink5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78"/>
    </inkml:context>
    <inkml:brush xml:id="br0">
      <inkml:brushProperty name="width" value="0.05953" units="cm"/>
      <inkml:brushProperty name="height" value="0.05953" units="cm"/>
      <inkml:brushProperty name="fitToCurve" value="1"/>
    </inkml:brush>
  </inkml:definitions>
  <inkml:trace contextRef="#ctx0" brushRef="#br0">13829 12275 136,'-91'116'337,"34"36"-301,158-176-118,-21-22 54,30-28 15,27-18 48,7 69 159,-112 122-150,-33-11-268</inkml:trace>
</inkml:ink>
</file>

<file path=ppt/ink/ink5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79"/>
    </inkml:context>
    <inkml:brush xml:id="br0">
      <inkml:brushProperty name="width" value="0.05953" units="cm"/>
      <inkml:brushProperty name="height" value="0.05953" units="cm"/>
      <inkml:brushProperty name="fitToCurve" value="1"/>
    </inkml:brush>
  </inkml:definitions>
  <inkml:trace contextRef="#ctx0" brushRef="#br0">14596 11468 369,'-1'204'472,"3"-52"-457,-15-12-111,58-263-421,36 46 785,3 75-147,-1 28-336</inkml:trace>
</inkml:ink>
</file>

<file path=ppt/ink/ink5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80"/>
    </inkml:context>
    <inkml:brush xml:id="br0">
      <inkml:brushProperty name="width" value="0.05953" units="cm"/>
      <inkml:brushProperty name="height" value="0.05953" units="cm"/>
      <inkml:brushProperty name="fitToCurve" value="1"/>
    </inkml:brush>
  </inkml:definitions>
  <inkml:trace contextRef="#ctx0" brushRef="#br0">14455 11799 184,'-43'136'303,"31"-55"-181,19 20-77,-31-17-267</inkml:trace>
</inkml:ink>
</file>

<file path=ppt/ink/ink5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81"/>
    </inkml:context>
    <inkml:brush xml:id="br0">
      <inkml:brushProperty name="width" value="0.05953" units="cm"/>
      <inkml:brushProperty name="height" value="0.05953" units="cm"/>
      <inkml:brushProperty name="fitToCurve" value="1"/>
    </inkml:brush>
  </inkml:definitions>
  <inkml:trace contextRef="#ctx0" brushRef="#br0">14409 11907 136,'110'-36'269,"60"-8"53,-50 45-259,-204 97-14,-40-15-28,0 18-11,20 3-5,255-95-8,-11-40-337,-58 38 70</inkml:trace>
</inkml:ink>
</file>

<file path=ppt/ink/ink5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82"/>
    </inkml:context>
    <inkml:brush xml:id="br0">
      <inkml:brushProperty name="width" value="0.05953" units="cm"/>
      <inkml:brushProperty name="height" value="0.05953" units="cm"/>
      <inkml:brushProperty name="fitToCurve" value="1"/>
    </inkml:brush>
  </inkml:definitions>
  <inkml:trace contextRef="#ctx0" brushRef="#br0">14329 12269 210,'-13'111'392,"-2"-11"-273,134-111-149,-33-95 8,6 4 11,3 19 101,-30 214 25,-81 23-105,157-126-5,-25-144-5,-12 6 0,27 170-4,-3 16-19,-29-186-599</inkml:trace>
</inkml:ink>
</file>

<file path=ppt/ink/ink5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83"/>
    </inkml:context>
    <inkml:brush xml:id="br0">
      <inkml:brushProperty name="width" value="0.05953" units="cm"/>
      <inkml:brushProperty name="height" value="0.05953" units="cm"/>
      <inkml:brushProperty name="fitToCurve" value="1"/>
    </inkml:brush>
  </inkml:definitions>
  <inkml:trace contextRef="#ctx0" brushRef="#br0">3699 4410 764,'175'-91'61,"-30"33"-39,83-10-4,-24 19-4,-56 23-10,93-10 0,-26 13-2,63 4 0,-58 8-2,-40 4 1,8 11-1,0 12 0,-22 20 0,-76 17-191</inkml:trace>
</inkml:ink>
</file>

<file path=ppt/ink/ink5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84"/>
    </inkml:context>
    <inkml:brush xml:id="br0">
      <inkml:brushProperty name="width" value="0.05953" units="cm"/>
      <inkml:brushProperty name="height" value="0.05953" units="cm"/>
      <inkml:brushProperty name="fitToCurve" value="1"/>
    </inkml:brush>
  </inkml:definitions>
  <inkml:trace contextRef="#ctx0" brushRef="#br0">3329 5280 769,'-67'132'114,"25"12"-111,9-3-4,4 3-5,6 41-53,-18-99-116</inkml:trace>
</inkml:ink>
</file>

<file path=ppt/ink/ink5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85"/>
    </inkml:context>
    <inkml:brush xml:id="br0">
      <inkml:brushProperty name="width" value="0.05953" units="cm"/>
      <inkml:brushProperty name="height" value="0.05953" units="cm"/>
      <inkml:brushProperty name="fitToCurve" value="1"/>
    </inkml:brush>
  </inkml:definitions>
  <inkml:trace contextRef="#ctx0" brushRef="#br0">3230 5810 520,'65'-99'126,"16"22"16,47-1-83,-48 59-164,1-1-629</inkml:trace>
</inkml:ink>
</file>

<file path=ppt/ink/ink5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86"/>
    </inkml:context>
    <inkml:brush xml:id="br0">
      <inkml:brushProperty name="width" value="0.05953" units="cm"/>
      <inkml:brushProperty name="height" value="0.05953" units="cm"/>
      <inkml:brushProperty name="fitToCurve" value="1"/>
    </inkml:brush>
  </inkml:definitions>
  <inkml:trace contextRef="#ctx0" brushRef="#br0">3449 5356 145,'46'136'243,"-34"-51"-114,-12 17-21,-20 1-29,-21 10-18,-12 2-32,-33-5 14,236-113-7,-69 27-144,1 2-649</inkml:trace>
</inkml:ink>
</file>

<file path=ppt/ink/ink5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87"/>
    </inkml:context>
    <inkml:brush xml:id="br0">
      <inkml:brushProperty name="width" value="0.05953" units="cm"/>
      <inkml:brushProperty name="height" value="0.05953" units="cm"/>
      <inkml:brushProperty name="fitToCurve" value="1"/>
    </inkml:brush>
  </inkml:definitions>
  <inkml:trace contextRef="#ctx0" brushRef="#br0">3439 5974 345,'-82'116'320,"39"-12"-226,-2 17-71,-21-38-289</inkml:trace>
</inkml:ink>
</file>

<file path=ppt/ink/ink5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88"/>
    </inkml:context>
    <inkml:brush xml:id="br0">
      <inkml:brushProperty name="width" value="0.05953" units="cm"/>
      <inkml:brushProperty name="height" value="0.05953" units="cm"/>
      <inkml:brushProperty name="fitToCurve" value="1"/>
    </inkml:brush>
  </inkml:definitions>
  <inkml:trace contextRef="#ctx0" brushRef="#br0">3472 6096 143,'118'184'707,"-32"-67"-675,65-183-24,-107-79-11,13-28-11,-9-9-191,11 92-134</inkml:trace>
</inkml:ink>
</file>

<file path=ppt/ink/ink5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89"/>
    </inkml:context>
    <inkml:brush xml:id="br0">
      <inkml:brushProperty name="width" value="0.05953" units="cm"/>
      <inkml:brushProperty name="height" value="0.05953" units="cm"/>
      <inkml:brushProperty name="fitToCurve" value="1"/>
    </inkml:brush>
  </inkml:definitions>
  <inkml:trace contextRef="#ctx0" brushRef="#br0">4345 4757 702,'47'71'79,"-30"-5"-246</inkml:trace>
</inkml:ink>
</file>

<file path=ppt/ink/ink5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90"/>
    </inkml:context>
    <inkml:brush xml:id="br0">
      <inkml:brushProperty name="width" value="0.05953" units="cm"/>
      <inkml:brushProperty name="height" value="0.05953" units="cm"/>
      <inkml:brushProperty name="fitToCurve" value="1"/>
    </inkml:brush>
  </inkml:definitions>
  <inkml:trace contextRef="#ctx0" brushRef="#br0">4106 5233 641,'85'-70'97,"15"-4"-21,38-18-23,9 8-42,7 24-10,-69 55-109,2 1-655</inkml:trace>
</inkml:ink>
</file>

<file path=ppt/ink/ink5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91"/>
    </inkml:context>
    <inkml:brush xml:id="br0">
      <inkml:brushProperty name="width" value="0.05953" units="cm"/>
      <inkml:brushProperty name="height" value="0.05953" units="cm"/>
      <inkml:brushProperty name="fitToCurve" value="1"/>
    </inkml:brush>
  </inkml:definitions>
  <inkml:trace contextRef="#ctx0" brushRef="#br0">4275 4996 500,'-33'108'78,"26"24"21,10 48-5,-3-39-42,1-6-19,-5 41-17,-1-35-10,-1 54-1,-4 1-3,-1-40-1,-9 16-1,-5-28-13,-24-56-174</inkml:trace>
</inkml:ink>
</file>

<file path=ppt/ink/ink5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92"/>
    </inkml:context>
    <inkml:brush xml:id="br0">
      <inkml:brushProperty name="width" value="0.05953" units="cm"/>
      <inkml:brushProperty name="height" value="0.05953" units="cm"/>
      <inkml:brushProperty name="fitToCurve" value="1"/>
    </inkml:brush>
  </inkml:definitions>
  <inkml:trace contextRef="#ctx0" brushRef="#br0">4498 5123 374,'-88'185'504,"-3"-59"-506,10 2-7,212-217-336,-12-33 150,-83 277 651,-46-16-420,3-5-20,-28-43-194</inkml:trace>
</inkml:ink>
</file>

<file path=ppt/ink/ink5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93"/>
    </inkml:context>
    <inkml:brush xml:id="br0">
      <inkml:brushProperty name="width" value="0.05953" units="cm"/>
      <inkml:brushProperty name="height" value="0.05953" units="cm"/>
      <inkml:brushProperty name="fitToCurve" value="1"/>
    </inkml:brush>
  </inkml:definitions>
  <inkml:trace contextRef="#ctx0" brushRef="#br0">4494 5689 136,'14'-78'2,"31"-17"26,19-4 34,-15 10 90,-3-72-48,-40 81-175,-20 164 30,20 0 113,-4-5 8,0 22 18,-4 1-20,-18 14 1,-95-54-5,32-49-180,1 2-633</inkml:trace>
</inkml:ink>
</file>

<file path=ppt/ink/ink5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94"/>
    </inkml:context>
    <inkml:brush xml:id="br0">
      <inkml:brushProperty name="width" value="0.05953" units="cm"/>
      <inkml:brushProperty name="height" value="0.05953" units="cm"/>
      <inkml:brushProperty name="fitToCurve" value="1"/>
    </inkml:brush>
  </inkml:definitions>
  <inkml:trace contextRef="#ctx0" brushRef="#br0">4343 5642 299,'0'156'343,"0"-51"-240,0 31-29,1 14-60,-2-4-64,-20-60-118</inkml:trace>
</inkml:ink>
</file>

<file path=ppt/ink/ink5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95"/>
    </inkml:context>
    <inkml:brush xml:id="br0">
      <inkml:brushProperty name="width" value="0.05953" units="cm"/>
      <inkml:brushProperty name="height" value="0.05953" units="cm"/>
      <inkml:brushProperty name="fitToCurve" value="1"/>
    </inkml:brush>
  </inkml:definitions>
  <inkml:trace contextRef="#ctx0" brushRef="#br0">4424 6177 136,'35'-90'0,"10"-16"3,18 2 8,-7 22 4,8-7 28,19-11 55,30-11 108,-29 83 34,-36 161-136,-36 9-91,-1 4-10,-3 17 1,-22-18-1,-34-3-4,-105-140-134,70-29-24</inkml:trace>
</inkml:ink>
</file>

<file path=ppt/ink/ink5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96"/>
    </inkml:context>
    <inkml:brush xml:id="br0">
      <inkml:brushProperty name="width" value="0.05953" units="cm"/>
      <inkml:brushProperty name="height" value="0.05953" units="cm"/>
      <inkml:brushProperty name="fitToCurve" value="1"/>
    </inkml:brush>
  </inkml:definitions>
  <inkml:trace contextRef="#ctx0" brushRef="#br0">4588 5427 250,'20'156'563,"-49"-7"-546,-11-18-18,-5 1-22,161-202-1,-80 203 100,-76 9-75,170-200-213,-58-26-77</inkml:trace>
</inkml:ink>
</file>

<file path=ppt/ink/ink5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97"/>
    </inkml:context>
    <inkml:brush xml:id="br0">
      <inkml:brushProperty name="width" value="0.05953" units="cm"/>
      <inkml:brushProperty name="height" value="0.05953" units="cm"/>
      <inkml:brushProperty name="fitToCurve" value="1"/>
    </inkml:brush>
  </inkml:definitions>
  <inkml:trace contextRef="#ctx0" brushRef="#br0">5220 4794 308,'-20'141'288,"-8"-22"-175,-17 23-57,1-4-38,-6 14-16,6-22-25,9-11-150,127-190 185,-8-18 49,6-11 3,-3 15-14,10 2-22,-113 211 23,-85-32-118,43 30-79,62 8 233,-1-16-19,1 39-21,11-15-33,99-230-116,-86-40 10,-4 1-10,-4 6-62,-1 42-89</inkml:trace>
</inkml:ink>
</file>

<file path=ppt/ink/ink5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98"/>
    </inkml:context>
    <inkml:brush xml:id="br0">
      <inkml:brushProperty name="width" value="0.05953" units="cm"/>
      <inkml:brushProperty name="height" value="0.05953" units="cm"/>
      <inkml:brushProperty name="fitToCurve" value="1"/>
    </inkml:brush>
  </inkml:definitions>
  <inkml:trace contextRef="#ctx0" brushRef="#br0">5377 5195 136,'0'-78'0,"8"-2"26,34 240 597,-33-34-567,-5 13-42,-7 14-25,-26-61-169</inkml:trace>
</inkml:ink>
</file>

<file path=ppt/ink/ink5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599"/>
    </inkml:context>
    <inkml:brush xml:id="br0">
      <inkml:brushProperty name="width" value="0.05953" units="cm"/>
      <inkml:brushProperty name="height" value="0.05953" units="cm"/>
      <inkml:brushProperty name="fitToCurve" value="1"/>
    </inkml:brush>
  </inkml:definitions>
  <inkml:trace contextRef="#ctx0" brushRef="#br0">5420 5312 136,'17'-96'29,"88"-6"237,66 42 44,-46 76-183,-189 135-117,-27-19-14,16-3 2,-20-3-49,15-71-125</inkml:trace>
</inkml:ink>
</file>

<file path=ppt/ink/ink5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00"/>
    </inkml:context>
    <inkml:brush xml:id="br0">
      <inkml:brushProperty name="width" value="0.05953" units="cm"/>
      <inkml:brushProperty name="height" value="0.05953" units="cm"/>
      <inkml:brushProperty name="fitToCurve" value="1"/>
    </inkml:brush>
  </inkml:definitions>
  <inkml:trace contextRef="#ctx0" brushRef="#br0">5569 4854 152,'26'97'396,"-15"-10"-321,-5 18-20,-5 5-23,2 47-29,-7-41-34,4 7-33,-8-9 14,-17-8 11,-12-10-15,-66 22 170,172-202 174,60-45-288,-5 18-1,-1 27 0,-44 210 2,-84 26-3,-22 0-27,-23-64-158</inkml:trace>
</inkml:ink>
</file>

<file path=ppt/ink/ink5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01"/>
    </inkml:context>
    <inkml:brush xml:id="br0">
      <inkml:brushProperty name="width" value="0.05953" units="cm"/>
      <inkml:brushProperty name="height" value="0.05953" units="cm"/>
      <inkml:brushProperty name="fitToCurve" value="1"/>
    </inkml:brush>
  </inkml:definitions>
  <inkml:trace contextRef="#ctx0" brushRef="#br0">3818 7004 288,'-160'-77'413,"41"46"-331,-4 78-4,94 118-76,13 3-1,4-18-1,7 10 0,1-17 1,4 18-1,2-13 0,0 9-2,-5-9-34,-29-56-141</inkml:trace>
</inkml:ink>
</file>

<file path=ppt/ink/ink5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02"/>
    </inkml:context>
    <inkml:brush xml:id="br0">
      <inkml:brushProperty name="width" value="0.05953" units="cm"/>
      <inkml:brushProperty name="height" value="0.05953" units="cm"/>
      <inkml:brushProperty name="fitToCurve" value="1"/>
    </inkml:brush>
  </inkml:definitions>
  <inkml:trace contextRef="#ctx0" brushRef="#br0">3448 7557 250,'88'-97'63,"56"-23"76,14 8-34,-113 205 137,-94 34-242,-12-7-93,-21-40-265</inkml:trace>
</inkml:ink>
</file>

<file path=ppt/ink/ink5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03"/>
    </inkml:context>
    <inkml:brush xml:id="br0">
      <inkml:brushProperty name="width" value="0.05953" units="cm"/>
      <inkml:brushProperty name="height" value="0.05953" units="cm"/>
      <inkml:brushProperty name="fitToCurve" value="1"/>
    </inkml:brush>
  </inkml:definitions>
  <inkml:trace contextRef="#ctx0" brushRef="#br0">3544 7528 363,'8'157'300,"17"-40"-166,-63-26-305</inkml:trace>
</inkml:ink>
</file>

<file path=ppt/ink/ink5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04"/>
    </inkml:context>
    <inkml:brush xml:id="br0">
      <inkml:brushProperty name="width" value="0.05953" units="cm"/>
      <inkml:brushProperty name="height" value="0.05953" units="cm"/>
      <inkml:brushProperty name="fitToCurve" value="1"/>
    </inkml:brush>
  </inkml:definitions>
  <inkml:trace contextRef="#ctx0" brushRef="#br0">3563 7732 136,'49'-104'13,"42"18"114,26 29 145,-64 144-55,-103 53-144,-23 14-47,-11-29-14,197-14-10,41-174-31,-28-5-198,-42 55 15</inkml:trace>
</inkml:ink>
</file>

<file path=ppt/ink/ink5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05"/>
    </inkml:context>
    <inkml:brush xml:id="br0">
      <inkml:brushProperty name="width" value="0.05953" units="cm"/>
      <inkml:brushProperty name="height" value="0.05953" units="cm"/>
      <inkml:brushProperty name="fitToCurve" value="1"/>
    </inkml:brush>
  </inkml:definitions>
  <inkml:trace contextRef="#ctx0" brushRef="#br0">4398 6806 371,'0'88'400,"0"38"-367,0 14-19,0 40 0,0-9-2,0-6-5,0-28-13,-8 20-75,-15-38-514</inkml:trace>
</inkml:ink>
</file>

<file path=ppt/ink/ink5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06"/>
    </inkml:context>
    <inkml:brush xml:id="br0">
      <inkml:brushProperty name="width" value="0.05953" units="cm"/>
      <inkml:brushProperty name="height" value="0.05953" units="cm"/>
      <inkml:brushProperty name="fitToCurve" value="1"/>
    </inkml:brush>
  </inkml:definitions>
  <inkml:trace contextRef="#ctx0" brushRef="#br0">4256 6948 147,'60'-97'51,"57"-27"128,20 43 25,-40 109-82,-41 108-39,-20 29-39,-5 6-18,2 12-14,-12-29-7,3-4-2,3 15 0,-6-19 1,-19 3-1,-150-120-38,44-169-189,77 57 11</inkml:trace>
</inkml:ink>
</file>

<file path=ppt/ink/ink5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07"/>
    </inkml:context>
    <inkml:brush xml:id="br0">
      <inkml:brushProperty name="width" value="0.05953" units="cm"/>
      <inkml:brushProperty name="height" value="0.05953" units="cm"/>
      <inkml:brushProperty name="fitToCurve" value="1"/>
    </inkml:brush>
  </inkml:definitions>
  <inkml:trace contextRef="#ctx0" brushRef="#br0">4424 7045 334,'140'-103'535,"-152"276"-524,-41-20-9,-3-1-4,124-303-150,-2-8-86,-19 57 56</inkml:trace>
</inkml:ink>
</file>

<file path=ppt/ink/ink5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08"/>
    </inkml:context>
    <inkml:brush xml:id="br0">
      <inkml:brushProperty name="width" value="0.05953" units="cm"/>
      <inkml:brushProperty name="height" value="0.05953" units="cm"/>
      <inkml:brushProperty name="fitToCurve" value="1"/>
    </inkml:brush>
  </inkml:definitions>
  <inkml:trace contextRef="#ctx0" brushRef="#br0">4700 6933 174,'130'-81'393,"-37"34"-242,-5-47-149,-47-15-286,-103 26 35,-7 201 549,50-36-159,-4 31 2,-17 17-76,1 13-42,189-145-72,-45-80 16,-133 226 102,-29-18-59,9 11-6,110-4-15,-54-50-98,2 1-643</inkml:trace>
</inkml:ink>
</file>

<file path=ppt/ink/ink5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09"/>
    </inkml:context>
    <inkml:brush xml:id="br0">
      <inkml:brushProperty name="width" value="0.05953" units="cm"/>
      <inkml:brushProperty name="height" value="0.05953" units="cm"/>
      <inkml:brushProperty name="fitToCurve" value="1"/>
    </inkml:brush>
  </inkml:definitions>
  <inkml:trace contextRef="#ctx0" brushRef="#br0">5096 6977 136,'29'-104'7,"21"0"27,26-13 93,-84 305 442,-28-49-578,66-3-482,-85 8 889,175-93-350,-123 85-198,-35-28 185,-10 15 29,2-4 9,-28-31-359</inkml:trace>
</inkml:ink>
</file>

<file path=ppt/ink/ink5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10"/>
    </inkml:context>
    <inkml:brush xml:id="br0">
      <inkml:brushProperty name="width" value="0.05953" units="cm"/>
      <inkml:brushProperty name="height" value="0.05953" units="cm"/>
      <inkml:brushProperty name="fitToCurve" value="1"/>
    </inkml:brush>
  </inkml:definitions>
  <inkml:trace contextRef="#ctx0" brushRef="#br0">5548 6539 476,'0'109'43,"4"25"42,4-34-15,-1 16-6,2 18-11,0 38-8,-2-20-34,-6 7-35,-19-11-195,-68-80-33</inkml:trace>
</inkml:ink>
</file>

<file path=ppt/ink/ink5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11"/>
    </inkml:context>
    <inkml:brush xml:id="br0">
      <inkml:brushProperty name="width" value="0.05953" units="cm"/>
      <inkml:brushProperty name="height" value="0.05953" units="cm"/>
      <inkml:brushProperty name="fitToCurve" value="1"/>
    </inkml:brush>
  </inkml:definitions>
  <inkml:trace contextRef="#ctx0" brushRef="#br0">5347 6897 136,'43'-92'50,"28"7"122,61-21 27,-43 45-115,28 2 8,7 55-22,-58 133-20,-39 30-37,-12 19-7,-5-1-2,7-2-1,-4-13-1,9 6 1,-10-15-1,-150-215-88,58-12-186</inkml:trace>
</inkml:ink>
</file>

<file path=ppt/ink/ink5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12"/>
    </inkml:context>
    <inkml:brush xml:id="br0">
      <inkml:brushProperty name="width" value="0.05953" units="cm"/>
      <inkml:brushProperty name="height" value="0.05953" units="cm"/>
      <inkml:brushProperty name="fitToCurve" value="1"/>
    </inkml:brush>
  </inkml:definitions>
  <inkml:trace contextRef="#ctx0" brushRef="#br0">5600 7001 296,'81'-108'182,"23"175"195,-157 62-361,-11 9-7,217-161-536,-61-49 516,23 16 166,62-51 125,-62 32-203,2-1-115,-218-14-404,12 9 255,-9 22 178,53 196 535,46-21-463,5 45-18,-2-2-15,17-9-8,43-20-15,97-204-16,-79-42-1,-2-50 0,-21-3 4,-28 34 11,-23-3 7,-118 51 5,19 199-6,66 30-5,57 36-3,56-38-2,57-54 0,35-46-1,-30-16 0,1 1 0,4-25-6,-74 28-103,2 0-660</inkml:trace>
</inkml:ink>
</file>

<file path=ppt/ink/ink5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13"/>
    </inkml:context>
    <inkml:brush xml:id="br0">
      <inkml:brushProperty name="width" value="0.05953" units="cm"/>
      <inkml:brushProperty name="height" value="0.05953" units="cm"/>
      <inkml:brushProperty name="fitToCurve" value="1"/>
    </inkml:brush>
  </inkml:definitions>
  <inkml:trace contextRef="#ctx0" brushRef="#br0">24252 14293 533</inkml:trace>
</inkml:ink>
</file>

<file path=ppt/ink/ink5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14"/>
    </inkml:context>
    <inkml:brush xml:id="br0">
      <inkml:brushProperty name="width" value="0.05953" units="cm"/>
      <inkml:brushProperty name="height" value="0.05953" units="cm"/>
      <inkml:brushProperty name="fitToCurve" value="1"/>
    </inkml:brush>
  </inkml:definitions>
  <inkml:trace contextRef="#ctx0" brushRef="#br0">8092 3587 290,'121'-19'26,"18"5"35,-21 6-39,-10 5-16,33 3-79,-65 7-46</inkml:trace>
</inkml:ink>
</file>

<file path=ppt/ink/ink5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15"/>
    </inkml:context>
    <inkml:brush xml:id="br0">
      <inkml:brushProperty name="width" value="0.05953" units="cm"/>
      <inkml:brushProperty name="height" value="0.05953" units="cm"/>
      <inkml:brushProperty name="fitToCurve" value="1"/>
    </inkml:brush>
  </inkml:definitions>
  <inkml:trace contextRef="#ctx0" brushRef="#br0">8787 4470 313,'121'0'176,"11"0"-48,-22-8-52,67-18-9,-59-2-108,-3 1-93,-39 36-65</inkml:trace>
</inkml:ink>
</file>

<file path=ppt/ink/ink5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16"/>
    </inkml:context>
    <inkml:brush xml:id="br0">
      <inkml:brushProperty name="width" value="0.05953" units="cm"/>
      <inkml:brushProperty name="height" value="0.05953" units="cm"/>
      <inkml:brushProperty name="fitToCurve" value="1"/>
    </inkml:brush>
  </inkml:definitions>
  <inkml:trace contextRef="#ctx0" brushRef="#br0">9657 2102 718,'25'90'-32,"-28"-34"-115</inkml:trace>
</inkml:ink>
</file>

<file path=ppt/ink/ink5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17"/>
    </inkml:context>
    <inkml:brush xml:id="br0">
      <inkml:brushProperty name="width" value="0.05953" units="cm"/>
      <inkml:brushProperty name="height" value="0.05953" units="cm"/>
      <inkml:brushProperty name="fitToCurve" value="1"/>
    </inkml:brush>
  </inkml:definitions>
  <inkml:trace contextRef="#ctx0" brushRef="#br0">9581 2429 221,'111'-27'-3,"-30"29"57,-88 117 66,-59 27 82,18-57-76,-4 28-20,49 12-65,124-207-45,-29-33-21,-13 62-154</inkml:trace>
</inkml:ink>
</file>

<file path=ppt/ink/ink5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18"/>
    </inkml:context>
    <inkml:brush xml:id="br0">
      <inkml:brushProperty name="width" value="0.05953" units="cm"/>
      <inkml:brushProperty name="height" value="0.05953" units="cm"/>
      <inkml:brushProperty name="fitToCurve" value="1"/>
    </inkml:brush>
  </inkml:definitions>
  <inkml:trace contextRef="#ctx0" brushRef="#br0">9871 2077 144,'47'94'22,"-49"23"14,-3-5-22,8-33-96</inkml:trace>
</inkml:ink>
</file>

<file path=ppt/ink/ink5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19"/>
    </inkml:context>
    <inkml:brush xml:id="br0">
      <inkml:brushProperty name="width" value="0.05953" units="cm"/>
      <inkml:brushProperty name="height" value="0.05953" units="cm"/>
      <inkml:brushProperty name="fitToCurve" value="1"/>
    </inkml:brush>
  </inkml:definitions>
  <inkml:trace contextRef="#ctx0" brushRef="#br0">9935 2005 258,'96'0'31,"22"0"90,-19 64-76,-174 66-46,21-49 2,3 2-22,-11 50-98,24-57-73</inkml:trace>
</inkml:ink>
</file>

<file path=ppt/ink/ink5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20"/>
    </inkml:context>
    <inkml:brush xml:id="br0">
      <inkml:brushProperty name="width" value="0.05953" units="cm"/>
      <inkml:brushProperty name="height" value="0.05953" units="cm"/>
      <inkml:brushProperty name="fitToCurve" value="1"/>
    </inkml:brush>
  </inkml:definitions>
  <inkml:trace contextRef="#ctx0" brushRef="#br0">9954 2491 313,'110'-53'47,"34"-3"64,-68 59-107,-96 148 48,-34-71 15,-15 22 42,-14 3-44,-3-19-92,-1-43-225</inkml:trace>
</inkml:ink>
</file>

<file path=ppt/ink/ink5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21"/>
    </inkml:context>
    <inkml:brush xml:id="br0">
      <inkml:brushProperty name="width" value="0.05953" units="cm"/>
      <inkml:brushProperty name="height" value="0.05953" units="cm"/>
      <inkml:brushProperty name="fitToCurve" value="1"/>
    </inkml:brush>
  </inkml:definitions>
  <inkml:trace contextRef="#ctx0" brushRef="#br0">9952 2590 136,'113'-4'39,"7"47"162,34 47 148,-53-37-282,22-33-123,-39 25-194</inkml:trace>
</inkml:ink>
</file>

<file path=ppt/ink/ink5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22"/>
    </inkml:context>
    <inkml:brush xml:id="br0">
      <inkml:brushProperty name="width" value="0.05953" units="cm"/>
      <inkml:brushProperty name="height" value="0.05953" units="cm"/>
      <inkml:brushProperty name="fitToCurve" value="1"/>
    </inkml:brush>
  </inkml:definitions>
  <inkml:trace contextRef="#ctx0" brushRef="#br0">10683 2070 274,'111'-47'375,"-3"0"-265,5 9-76,12 45-54,-122 120-71,-46-13 28,3-11 49,27-2 58,37-4 21,38-3-26,35-4-128,-61 20-70,-149 43 122,43-77 11,-43 34-36,39-51-60</inkml:trace>
</inkml:ink>
</file>

<file path=ppt/ink/ink5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2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14063 517 332,'-75'120'119,"7"-28"-51,4-12 6,-20 24-10,10-11-23,-42 43-3,39-47-45,-3 0-11,-12-5-25,-9-43-195,18-35-188</inkml:trace>
</inkml:ink>
</file>

<file path=ppt/ink/ink5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2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13764 682 250,'106'7'96,"34"20"16,1 1-255</inkml:trace>
</inkml:ink>
</file>

<file path=ppt/ink/ink5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2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13606 973 486,'88'-6'6,"-5"-6"71,14 5 9,17 3-100,-31 25-204</inkml:trace>
</inkml:ink>
</file>

<file path=ppt/ink/ink5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2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13593 1222 588,'102'0'13,"20"-5"112,18-31-147,-60 60-129</inkml:trace>
</inkml:ink>
</file>

<file path=ppt/ink/ink5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2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13911 1145 136,'0'80'0,"-18"19"0,-96-6 17,-13-56 130,2-7 135,254 12-4,32-60-278,-4-2-1,-10-4-7,-1 6-124,-64 36-22</inkml:trace>
</inkml:ink>
</file>

<file path=ppt/ink/ink5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2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13910 1004 136,'14'89'132,"-49"20"-68,6-25-40,-25 42-22,13-15-104</inkml:trace>
</inkml:ink>
</file>

<file path=ppt/ink/ink5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2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14545 467 366,'190'0'409,"-56"0"-400,13 8-27,-65 24-146</inkml:trace>
</inkml:ink>
</file>

<file path=ppt/ink/ink5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3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14572 634 240,'0'84'-26,"-8"36"47,-15 33 44,-1 31 32,3-16 7,6-69-35,0 13-8,-9 25-12,-2-16-55,3-18-90,-29-19-322</inkml:trace>
</inkml:ink>
</file>

<file path=ppt/ink/ink5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3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14710 716 201,'0'102'97,"-7"26"-24,-13-51-37,-34 62-6,17-62-252</inkml:trace>
</inkml:ink>
</file>

<file path=ppt/ink/ink5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3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14889 723 274,'0'110'108,"-34"34"104,9-54-62,134-7-129,-58-7-185</inkml:trace>
</inkml:ink>
</file>

<file path=ppt/ink/ink5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3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14663 1213 269,'-129'49'32,"291"60"515,-24-132-537,17-21-12,-11-9-4,-63 61-99,1-1-632</inkml:trace>
</inkml:ink>
</file>

<file path=ppt/ink/ink5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3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15386 521 520,'101'-31'-10,"-17"11"89,17-1 21,27 2 9,17 13-70,-90 134-380,-48-44-17</inkml:trace>
</inkml:ink>
</file>

<file path=ppt/ink/ink5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3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15471 664 236,'0'100'170,"0"69"51,-7-49-135,-17 12-40,-11 22-53,4-31-46,2-6-115,-20-41-215</inkml:trace>
</inkml:ink>
</file>

<file path=ppt/ink/ink5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3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15382 1034 159,'66'-89'1,"33"-9"26,-12 34 18,30-3 47,18 20 50,-54 36-24,11 57 28,-75 83-82,-33 7-24,-13 24-15,1-15-26,-19-59-183</inkml:trace>
</inkml:ink>
</file>

<file path=ppt/ink/ink5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3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15698 490 332,'-7'130'197,"-16"-40"-93,-7 33-2,-7 0-65,-6 9-29,-18-48-273</inkml:trace>
</inkml:ink>
</file>

<file path=ppt/ink/ink5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3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15860 618 152,'-4'134'106,"-45"-17"-68,-31 2-21,0-10 64,229-71 200,-212 86-145,-51-25-79,14 11-46,229-42-16,8-150-85,-34 0-201,-23 52-65</inkml:trace>
</inkml:ink>
</file>

<file path=ppt/ink/ink5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3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16082 561 390,'81'-53'70,"79"-21"145,-57 112-119,-155 77-105,-44 23 0,12-43 0,-10 9-9,3-1-9,172-21-427,-114 54 734,21-37-104,19 14-44,59 18-88,79-153-45,-36-83-2,-10-29 0,-11 17 0,-2 3-3,-3 58-178</inkml:trace>
</inkml:ink>
</file>

<file path=ppt/ink/ink5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4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16853 413 166,'0'146'575,"0"9"-496,3 9-60,-8-15-23,-1 4-49,-1-19-110,0-23-39</inkml:trace>
</inkml:ink>
</file>

<file path=ppt/ink/ink5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4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16841 992 136,'49'-80'8,"42"21"84,-6 28 19,54 24-11,-36 81-320</inkml:trace>
</inkml:ink>
</file>

<file path=ppt/ink/ink5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4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16490 1246 166,'162'-17'624,"-4"-7"-579,-24 5-14,48-3-25,-11 11 0,-26 9-3,2-1-7,-66 28-105,-1 0-651</inkml:trace>
</inkml:ink>
</file>

<file path=ppt/ink/ink5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4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18596 237 145,'-119'104'351,"-4"58"-217,47-66-115,-13 5-34,9-7-40,11-15-61,-10-9-40</inkml:trace>
</inkml:ink>
</file>

<file path=ppt/ink/ink5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4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18291 570 136,'0'93'22,"-7"3"23,2 15 64,1 22 36,1-51-52,-2 13-13,-2 18-6,-2 8-79,0-7-280</inkml:trace>
</inkml:ink>
</file>

<file path=ppt/ink/ink5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4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18515 385 163,'0'84'5,"0"2"0,-1-6 0,-12-3-50</inkml:trace>
</inkml:ink>
</file>

<file path=ppt/ink/ink5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4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18546 485 137,'84'-93'27,"47"45"173,5 88 22,-163 56-108,-70 6-20,-20-22-42,1 2-29,36-58-131,0 0-645</inkml:trace>
</inkml:ink>
</file>

<file path=ppt/ink/ink5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4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18309 893 480,'91'-13'314,"43"-34"-276,5-4-98,-28-6-198,-149 157 59,13 24 300,12-23-10,5 0 9,5 11 20,-1 5-17,-97-31-59,58-234-59,58 0-108,18 72-34</inkml:trace>
</inkml:ink>
</file>

<file path=ppt/ink/ink5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4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18699 883 136,'-87'52'148,"-9"51"-56,-16 21-94,23-23-72</inkml:trace>
</inkml:ink>
</file>

<file path=ppt/ink/ink5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4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18748 937 246,'81'80'213,"-24"13"-108,-33-11-664</inkml:trace>
</inkml:ink>
</file>

<file path=ppt/ink/ink5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5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19574 348 296,'-133'-81'501,"-8"106"-480,40 88 11,57 22-26,10 39-4,16-27-2,58-7-2,100-219-2,-45-39 5,-11 64-183</inkml:trace>
</inkml:ink>
</file>

<file path=ppt/ink/ink5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5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19437 516 136,'92'-45'74,"12"47"162,-74 159 86,-138-85-308,-18-39-31,59 85-195,15-39 124,-54 49 14,6-25 36,100-17 121,111-161-216,-48-17 101,17 2 46,3 16 28,31 1 30,36 17 42,-61 39 28,-80 128 20,-29 15-131,-11 29-21,4-24-23,-30-4-114,-14-48-237</inkml:trace>
</inkml:ink>
</file>

<file path=ppt/ink/ink5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5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19217 1209 208,'45'-96'449,"56"41"-370,16 11-326,-190 150 46,-39-1 601,50-4-244,184-26-195,34-121-44,-72 52-72</inkml:trace>
</inkml:ink>
</file>

<file path=ppt/ink/ink6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5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20110 416 188,'78'-54'185,"63"-13"49,-41 34-144,29 3-30,13 20-47,-55 30-178</inkml:trace>
</inkml:ink>
</file>

<file path=ppt/ink/ink6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5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20348 306 172,'-10'85'35,"-12"19"44,-19 49 38,-11 18 16,12-55-47,0 12-13,-12 34 4,2-19-32,-10-2-32,8-10-46,-17-51-238</inkml:trace>
</inkml:ink>
</file>

<file path=ppt/ink/ink6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5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20589 493 145,'-116'0'595,"-10"3"-553,11 54 19,87 88-52,38-5-88,-33-56-86</inkml:trace>
</inkml:ink>
</file>

<file path=ppt/ink/ink6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5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20266 641 136,'80'-17'20,"2"-6"53,38-6 59,-39 11-30,-2-1-2,17 11 67,-139 134-60,-61-25-115,-13-36-310,31-47-51</inkml:trace>
</inkml:ink>
</file>

<file path=ppt/ink/ink6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5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20252 767 136,'91'-10'23,"15"-2"-4,-28-3-12,18 29 105,-144 105 198,21-19-201,32 17-63,7 5-39,-22 9-4,-32-6 28,-92-163 15,94-95-356,42 51 37</inkml:trace>
</inkml:ink>
</file>

<file path=ppt/ink/ink6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5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20315 1022 226,'-80'90'418,"16"-1"-392,-15-4-85,-2-39-251</inkml:trace>
</inkml:ink>
</file>

<file path=ppt/ink/ink6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5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20475 1040 136,'103'0'8,"-8"45"102,-50 79 109,-21-28-70,-24-13-597</inkml:trace>
</inkml:ink>
</file>

<file path=ppt/ink/ink6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6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21344 189 136,'42'157'535,"-52"-46"-506,-11 2-34,3 0-163,-27-33-213</inkml:trace>
</inkml:ink>
</file>

<file path=ppt/ink/ink6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6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21467 351 136,'75'-1'108,"-39"62"-34</inkml:trace>
</inkml:ink>
</file>

<file path=ppt/ink/ink6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6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21114 643 137,'22'80'46,"-19"4"27,-14 38-2,-10-7-111</inkml:trace>
</inkml:ink>
</file>

<file path=ppt/ink/ink6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6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21122 759 136,'105'-34'18,"-22"21"30,12 2 25,17 10 23,-43 76 168,-170-15-218,3-14-16,-15 10 36,228-11 15,23-63-263,-49 32-48</inkml:trace>
</inkml:ink>
</file>

<file path=ppt/ink/ink6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6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20953 1098 153,'0'101'473,"89"-53"-312,37-124-158,-4 4-1,-6 21 11,16 87 36,-86 96-38,83-43-1,31-90-9,-20-56-7,-12-29-15,-10-13-95,-40 69-41</inkml:trace>
</inkml:ink>
</file>

<file path=ppt/ink/ink6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6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21779 16182 533</inkml:trace>
</inkml:ink>
</file>

<file path=ppt/ink/ink6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6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1225 5369 797,'-1'95'34,"-21"-28"-212</inkml:trace>
</inkml:ink>
</file>

<file path=ppt/ink/ink6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6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1233 5700 602,'-31'108'-4,"19"-7"60,4 3-2,5 36 11,9-13-49,-31-41-185</inkml:trace>
</inkml:ink>
</file>

<file path=ppt/ink/ink6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6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1510 5924 443,'124'-87'-46,"-4"2"76,10-18 0,-46 34-62,-2 8-172</inkml:trace>
</inkml:ink>
</file>

<file path=ppt/ink/ink6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6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2027 5242 136,'-110'75'45,"44"35"10,7 37 22,1 47 12,18 17-25,26-123-42,-6 61 16,8-19 8,-3 28 14,3-36-6,-4 27 15,-16-1-14,-8-23-47,-24-38-286</inkml:trace>
</inkml:ink>
</file>

<file path=ppt/ink/ink6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7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1003 7419 136,'0'77'211,"-13"72"-82,6-43-156,4 1-11,1-22-47</inkml:trace>
</inkml:ink>
</file>

<file path=ppt/ink/ink6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7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1030 8430 467,'-28'160'21,"21"-46"50,-3 21 9,2-34-40,-6 16-43,-3 21-53,0-31-66,-28-23-372</inkml:trace>
</inkml:ink>
</file>

<file path=ppt/ink/ink6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7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1773 8436 557,'-21'93'175,"18"36"-72,10 9-109,-4 16-140,-1-45-58,-26-31-142</inkml:trace>
</inkml:ink>
</file>

<file path=ppt/ink/ink6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7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1760 7355 172,'0'88'2,"0"38"32,-6-14-10,-5-3-33,-5-8-16,-1-19-18</inkml:trace>
</inkml:ink>
</file>

<file path=ppt/ink/ink6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7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2649 8429 347,'0'77'1,"1"83"99,5-52-51,2-14-60,3-18-160</inkml:trace>
</inkml:ink>
</file>

<file path=ppt/ink/ink6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7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1759 7353 136,'0'85'98,"0"43"-36,0 17 5,0-57-34,0 73 13,8-21-256</inkml:trace>
</inkml:ink>
</file>

<file path=ppt/ink/ink6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7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20850 20075 533,'-204'-56'247,"80"16"-216,-36-22-20,17 7-9,2-5 10,16 2-34,45-15-255</inkml:trace>
</inkml:ink>
</file>

<file path=ppt/ink/ink6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7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14316 13217 533</inkml:trace>
</inkml:ink>
</file>

<file path=ppt/ink/ink6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7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1014 9965 143,'-36'124'309,"13"-28"-183,2 15-61,4 4-49,2-7-30,2-5-29,-2-8-267</inkml:trace>
</inkml:ink>
</file>

<file path=ppt/ink/ink6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7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1010 10436 409,'118'-106'141,"43"-2"-191,-80 50-62</inkml:trace>
</inkml:ink>
</file>

<file path=ppt/ink/ink6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8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1238 9986 184,'-4'119'118,"-7"20"-82,-10-59-38,-10 1-4,-24 18 24,-41 28 122,65 48 233,187-161-377,-15-33-73,-16-19-205,-38 41-78</inkml:trace>
</inkml:ink>
</file>

<file path=ppt/ink/ink6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8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1232 10611 155,'-98'117'56,"22"16"37,-5-9-56,176-193-175</inkml:trace>
</inkml:ink>
</file>

<file path=ppt/ink/ink6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8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1270 10718 136,'20'103'71,"9"1"260,10-23-93,64-8-132,15-179-102,-66-68-5,2-23-5,-25 63-2,22 49-179</inkml:trace>
</inkml:ink>
</file>

<file path=ppt/ink/ink6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8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1964 9947 502,'79'-16'252,"43"0"-151,34 4-93,-16 17-14,-48 26-177</inkml:trace>
</inkml:ink>
</file>

<file path=ppt/ink/ink6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8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2003 10013 343,'-12'157'45,"20"-7"53,-7-44-16,-1-15-9,-1 49 15,-4 2-27,-1-16-29,5 26-19,6-19-127,-28-54-40</inkml:trace>
</inkml:ink>
</file>

<file path=ppt/ink/ink6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8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2186 10038 240,'0'117'314,"0"-13"-276,-12 4-33,-1-12-81,-24-16-300</inkml:trace>
</inkml:ink>
</file>

<file path=ppt/ink/ink6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8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2245 10153 139,'0'104'170,"28"31"42,119-13-31,-77-42-537</inkml:trace>
</inkml:ink>
</file>

<file path=ppt/ink/ink6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8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2062 10641 293,'172'64'537,"-28"-62"-516,10-39-65,-22-15-183,-53 60 30</inkml:trace>
</inkml:ink>
</file>

<file path=ppt/ink/ink6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8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2728 9953 550,'88'-27'52,"37"10"39,0 4-29,12 18-35,-125 103-566</inkml:trace>
</inkml:ink>
</file>

<file path=ppt/ink/ink6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8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2688 10059 384,'0'153'262,"0"-37"-180,6 4-36,7 19-24,-6 24-21,1-8-63,-6-23-155,-31-48-157</inkml:trace>
</inkml:ink>
</file>

<file path=ppt/ink/ink6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9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2763 10374 319,'68'-106'3,"55"-15"70,19 14 102,-56 61-54,24 26-25,-15 128-47,-79 57-30,-15-18-11,1-6 0,3-1-12,-29-62-103,1 1-645</inkml:trace>
</inkml:ink>
</file>

<file path=ppt/ink/ink6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9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2883 9920 288,'-3'140'363,"-6"-30"-287,-12 34-34,-6-10-32,12 1-142,-21-58-88</inkml:trace>
</inkml:ink>
</file>

<file path=ppt/ink/ink6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9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2944 10050 138,'52'160'524,"-84"-57"-524,-27-11 78,-17 12-11,174-12-10,50-111-72,-173 155 8,143-222-168,-33 59-52</inkml:trace>
</inkml:ink>
</file>

<file path=ppt/ink/ink6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9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3306 9800 443,'156'-90'175,"-53"73"-33,-49 142-71,-119-1-44,2 25-19,25 9-8,19-19-5,50-2-7,97-72 14,20-84-9,-32-59-113,-40-15-323</inkml:trace>
</inkml:ink>
</file>

<file path=ppt/ink/ink6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9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1331 11606 179,'-115'41'567,"1"48"-524,-6 19-108,14-2-58,18-15 3,7-17-160</inkml:trace>
</inkml:ink>
</file>

<file path=ppt/ink/ink6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9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516 12333 136,'112'-30'295,"65"-36"26,-52 21-257,2-4-80,-3-31-115,-33-6-96</inkml:trace>
</inkml:ink>
</file>

<file path=ppt/ink/ink6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9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1149 11723 136,'-32'116'97,"25"1"11,7-28-27,5 2 16,7 15-4,2 25 14,0 6-19,-2 16-43,-42-19-25,-87-39-12,-7-164-15,67-76-68,52 53-96</inkml:trace>
</inkml:ink>
</file>

<file path=ppt/ink/ink6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9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906 12175 232,'-32'109'44,"-28"26"34,-4 2-46,27-57-50</inkml:trace>
</inkml:ink>
</file>

<file path=ppt/ink/ink6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9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1017 12101 387,'87'133'248,"-31"-42"-300,-35-6-244</inkml:trace>
</inkml:ink>
</file>

<file path=ppt/ink/ink6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69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1179 11953 330,'43'134'201,"-16"-44"-177,-15 5-177</inkml:trace>
</inkml:ink>
</file>

<file path=ppt/ink/ink6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0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1199 11917 269,'117'-11'137,"39"-9"91,-58 64-122,-128 80-21,-44 8-56,-12 10-10,17-12-8,214-119-27,-12-139-129,-45 86-101</inkml:trace>
</inkml:ink>
</file>

<file path=ppt/ink/ink6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0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2207 11472 136,'-24'107'573,"-12"10"-533,0 21-16,11-3-52,13-12-222,-24-47-108</inkml:trace>
</inkml:ink>
</file>

<file path=ppt/ink/ink6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0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2147 11916 136,'97'-88'100,"-10"34"-40,19-10-5,6-13-112</inkml:trace>
</inkml:ink>
</file>

<file path=ppt/ink/ink6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0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2440 11371 151,'-2'85'204,"6"58"-91,5-63-81,-1-2 5,-8 13-4,-19 3-27,-23-5-22,-114 41 139,270-173 39,16-16-176,-13-11-104,-37 51-34</inkml:trace>
</inkml:ink>
</file>

<file path=ppt/ink/ink6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0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2442 11958 187,'-91'112'153,"2"36"-46,13 11-71,190-200-343</inkml:trace>
</inkml:ink>
</file>

<file path=ppt/ink/ink6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0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2451 12130 136,'60'138'383,"-13"-59"-187,26 15-38,25-246-149,-47-19-16,10-44-108,-31 95-263</inkml:trace>
</inkml:ink>
</file>

<file path=ppt/ink/ink6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0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3564 11079 193,'-91'139'167,"-12"6"-31,33-49-84,10-19-24,-11 10-18,-14 3-38,-9 1-59,13-28-44</inkml:trace>
</inkml:ink>
</file>

<file path=ppt/ink/ink6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0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3153 11556 246,'0'92'20,"16"56"75,8 0 43,-10-60-82,2 26-15,-10-10-75,-6-6-116</inkml:trace>
</inkml:ink>
</file>

<file path=ppt/ink/ink6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0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3335 11325 136,'89'104'27,"-37"12"-11,-46 1-39</inkml:trace>
</inkml:ink>
</file>

<file path=ppt/ink/ink6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0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3458 11308 155,'107'-73'97,"-22"34"-7,36 26 61,-136 102 68,-71-13-146,-7 24-18,9 17-44,24 4-107,-9-2-164</inkml:trace>
</inkml:ink>
</file>

<file path=ppt/ink/ink6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1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3259 11845 546,'107'-41'253,"14"-3"-197,24-14-63,-33-34-255,-29 59-35</inkml:trace>
</inkml:ink>
</file>

<file path=ppt/ink/ink6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1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3676 11483 136,'-55'88'35,"56"23"4,18-17 17,5 11 31,21 25 53,-18-42-33,1 23 40,-33 7-38,-138-132-105,44-115-121,53 20-58,26 21 6</inkml:trace>
</inkml:ink>
</file>

<file path=ppt/ink/ink6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1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3514 11713 136,'-24'81'10,"-24"25"12,3-4-9,14-25-66</inkml:trace>
</inkml:ink>
</file>

<file path=ppt/ink/ink6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1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3798 11736 141,'92'31'106,"14"6"-24,-25-48-170</inkml:trace>
</inkml:ink>
</file>

<file path=ppt/ink/ink6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1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4497 11036 238,'-85'-35'302,"-13"48"-246,6-5 56,-28 34 24,57 96-123,32 7-11,20-1 1,60-16-2,102-145 0,-51-79-1,-11 54-185</inkml:trace>
</inkml:ink>
</file>

<file path=ppt/ink/ink6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1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4293 11357 136,'44'-93'87,"53"20"91,46 5-4,-46 57-57,-128 124-6,-61-19-85,-19-6-47,2-14-71,32 25-20,43-8 100,15 18 77,2-2 10,-3 8-32,6 18-31,12-8-12,-20 3-166,-24-221-307,52-22 472,25 11 36,21 12 31,34-25 47,39-6-27,9 10 19,-52 55-23,16 16 36,-11 147-3,-72 50-109,-8-8-6,-8 7-11,-16-3-21,-15-24-136,-22-43-168</inkml:trace>
</inkml:ink>
</file>

<file path=ppt/ink/ink6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1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4215 11995 576,'70'-78'237,"44"-1"-196,-12-23-114,-92-29-456,-54 50 415,29 158 307,11 44-130,-7-39 17,-9 0 8,-24 8 34,-37-3-10,-19-5-51,245-126-51,15-56-16,-18-15 0,-42 23-42,-16 54-125</inkml:trace>
</inkml:ink>
</file>

<file path=ppt/ink/ink6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1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5120 11000 334,'151'0'83,"-58"-1"32,6-8 11,18-7-18,-18 102-76,-165 54-50,-6-12-5,-2 10-11,9-6-14,16-13-6,23-22 2,16-1 10,24-11 27,20-6 4,31-3-43</inkml:trace>
</inkml:ink>
</file>

<file path=ppt/ink/ink6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1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18973 20100 533,'-787'141'-142,"-117"176"95,-26 157 23,-107 207 10,42 182 5,394-340-46,452-438 22,-41 47 25,-32 52-4,-36 58-8,45 12-19</inkml:trace>
</inkml:ink>
</file>

<file path=ppt/ink/ink6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1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22976 1093 533,'-254'-76'-131,"13"-15"258,132 50-91,-39-13 96,65-13-486</inkml:trace>
</inkml:ink>
</file>

<file path=ppt/ink/ink6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20"/>
    </inkml:context>
    <inkml:brush xml:id="br0">
      <inkml:brushProperty name="width" value="0.05953" units="cm"/>
      <inkml:brushProperty name="height" value="0.05953" units="cm"/>
      <inkml:brushProperty name="fitToCurve" value="1"/>
    </inkml:brush>
  </inkml:definitions>
  <inkml:trace contextRef="#ctx0" brushRef="#br0">7165 2604 293,'145'-95'463,"-18"27"-449,8 2-9,-12 31-9,-95 167-57,-70-31 69,-17 13 20,-10 5-3,-8 9-6,6-18-15,1 7-14,0-14-130,41-206-163,42 27 205</inkml:trace>
</inkml:ink>
</file>

<file path=ppt/ink/ink6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21"/>
    </inkml:context>
    <inkml:brush xml:id="br0">
      <inkml:brushProperty name="width" value="0.05953" units="cm"/>
      <inkml:brushProperty name="height" value="0.05953" units="cm"/>
      <inkml:brushProperty name="fitToCurve" value="1"/>
    </inkml:brush>
  </inkml:definitions>
  <inkml:trace contextRef="#ctx0" brushRef="#br0">7267 2607 136,'43'105'67,"35"5"22,12-78-143,-7-63-16</inkml:trace>
</inkml:ink>
</file>

<file path=ppt/ink/ink6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22"/>
    </inkml:context>
    <inkml:brush xml:id="br0">
      <inkml:brushProperty name="width" value="0.05953" units="cm"/>
      <inkml:brushProperty name="height" value="0.05953" units="cm"/>
      <inkml:brushProperty name="fitToCurve" value="1"/>
    </inkml:brush>
  </inkml:definitions>
  <inkml:trace contextRef="#ctx0" brushRef="#br0">7805 2566 136,'18'-78'0,"11"-11"2,-2 196 145,-14-19-124,0 1-6,5 68-3,-2-16-5,-12 2 0,-8-59-6,-48 38-4,-50-72 42,-33-125 245,127-43-201,57 7-73,42-13-42,3 36-25,34-14-52,-24 22-13,8-4-107</inkml:trace>
</inkml:ink>
</file>

<file path=ppt/ink/ink6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23"/>
    </inkml:context>
    <inkml:brush xml:id="br0">
      <inkml:brushProperty name="width" value="0.05953" units="cm"/>
      <inkml:brushProperty name="height" value="0.05953" units="cm"/>
      <inkml:brushProperty name="fitToCurve" value="1"/>
    </inkml:brush>
  </inkml:definitions>
  <inkml:trace contextRef="#ctx0" brushRef="#br0">8451 2257 276,'0'157'306,"0"-67"-229,0 24-5,0 53-11,-8 2-36,-8-12-27,0-22-40,2-11-111,-23-41-161</inkml:trace>
</inkml:ink>
</file>

<file path=ppt/ink/ink6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24"/>
    </inkml:context>
    <inkml:brush xml:id="br0">
      <inkml:brushProperty name="width" value="0.05953" units="cm"/>
      <inkml:brushProperty name="height" value="0.05953" units="cm"/>
      <inkml:brushProperty name="fitToCurve" value="1"/>
    </inkml:brush>
  </inkml:definitions>
  <inkml:trace contextRef="#ctx0" brushRef="#br0">8360 2454 212,'94'-40'59,"30"9"120,-30 16-53,7 10-34,-29 83-92,-139 27-55,1-27 24,-12 5-24,6-9-22,-14 25-20,70 0-9,117-70 87,15-3 12,-19 4-1,-34 67 20,-86-13 9,-59 20 64,-24-6 71,-71-44 13,95-78-392</inkml:trace>
</inkml:ink>
</file>

<file path=ppt/ink/ink6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25"/>
    </inkml:context>
    <inkml:brush xml:id="br0">
      <inkml:brushProperty name="width" value="0.05953" units="cm"/>
      <inkml:brushProperty name="height" value="0.05953" units="cm"/>
      <inkml:brushProperty name="fitToCurve" value="1"/>
    </inkml:brush>
  </inkml:definitions>
  <inkml:trace contextRef="#ctx0" brushRef="#br0">9191 2402 511,'105'-13'286,"30"-19"-224,-1 2-52,4 3-11,3 4-6,-62 36-100,1 2-639</inkml:trace>
</inkml:ink>
</file>

<file path=ppt/ink/ink6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26"/>
    </inkml:context>
    <inkml:brush xml:id="br0">
      <inkml:brushProperty name="width" value="0.05953" units="cm"/>
      <inkml:brushProperty name="height" value="0.05953" units="cm"/>
      <inkml:brushProperty name="fitToCurve" value="1"/>
    </inkml:brush>
  </inkml:definitions>
  <inkml:trace contextRef="#ctx0" brushRef="#br0">9705 2324 316,'-46'91'34,"-28"63"177,17-57-85,-7-6-37,-12 13-35,-32 23-32,1-20-16,10-4-18,13-60-169</inkml:trace>
</inkml:ink>
</file>

<file path=ppt/ink/ink6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27"/>
    </inkml:context>
    <inkml:brush xml:id="br0">
      <inkml:brushProperty name="width" value="0.05953" units="cm"/>
      <inkml:brushProperty name="height" value="0.05953" units="cm"/>
      <inkml:brushProperty name="fitToCurve" value="1"/>
    </inkml:brush>
  </inkml:definitions>
  <inkml:trace contextRef="#ctx0" brushRef="#br0">9487 2624 203,'0'80'178,"-7"64"2,-19-32-132,-7 0-40,1-14-40,8-12-142</inkml:trace>
</inkml:ink>
</file>

<file path=ppt/ink/ink6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28"/>
    </inkml:context>
    <inkml:brush xml:id="br0">
      <inkml:brushProperty name="width" value="0.05953" units="cm"/>
      <inkml:brushProperty name="height" value="0.05953" units="cm"/>
      <inkml:brushProperty name="fitToCurve" value="1"/>
    </inkml:brush>
  </inkml:definitions>
  <inkml:trace contextRef="#ctx0" brushRef="#br0">9547 2645 334,'117'36'270,"-51"62"-125,10-5-88,28-21-53,-41 12-279</inkml:trace>
</inkml:ink>
</file>

<file path=ppt/ink/ink6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29"/>
    </inkml:context>
    <inkml:brush xml:id="br0">
      <inkml:brushProperty name="width" value="0.05953" units="cm"/>
      <inkml:brushProperty name="height" value="0.05953" units="cm"/>
      <inkml:brushProperty name="fitToCurve" value="1"/>
    </inkml:brush>
  </inkml:definitions>
  <inkml:trace contextRef="#ctx0" brushRef="#br0">10150 2500 255,'113'-46'346,"-20"24"-200,62-5-46,-6 4-82,12 3-28,-37-28-693</inkml:trace>
</inkml:ink>
</file>

<file path=ppt/ink/ink6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30"/>
    </inkml:context>
    <inkml:brush xml:id="br0">
      <inkml:brushProperty name="width" value="0.05953" units="cm"/>
      <inkml:brushProperty name="height" value="0.05953" units="cm"/>
      <inkml:brushProperty name="fitToCurve" value="1"/>
    </inkml:brush>
  </inkml:definitions>
  <inkml:trace contextRef="#ctx0" brushRef="#br0">10594 2098 248,'-9'120'21,"2"4"57,2-23 0,3-23-18,1 50 52,2-19-11,-1 27-23,-1 16-10,-2-16-45,-4 5-15,-22-6-3,-109-218-9,114-58-52,38 67-46,0 1-608</inkml:trace>
</inkml:ink>
</file>

<file path=ppt/ink/ink6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31"/>
    </inkml:context>
    <inkml:brush xml:id="br0">
      <inkml:brushProperty name="width" value="0.05953" units="cm"/>
      <inkml:brushProperty name="height" value="0.05953" units="cm"/>
      <inkml:brushProperty name="fitToCurve" value="1"/>
    </inkml:brush>
  </inkml:definitions>
  <inkml:trace contextRef="#ctx0" brushRef="#br0">10371 2672 136,'-21'81'430,"-19"7"-301,-25 24-78,6-15-27,181-95-27,-8-77-64,-5 3-5,3 19-5,-13 26 12,-4 31 16,-18 119 133,-70-38 63,-22 22-10,86-249-124,-38 5-52,2-35-34,-12 8-26,-17 62 23,-5 8 1,-11 4-20,-51-3-23,-15 102-26</inkml:trace>
</inkml:ink>
</file>

<file path=ppt/ink/ink6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32"/>
    </inkml:context>
    <inkml:brush xml:id="br0">
      <inkml:brushProperty name="width" value="0.05953" units="cm"/>
      <inkml:brushProperty name="height" value="0.05953" units="cm"/>
      <inkml:brushProperty name="fitToCurve" value="1"/>
    </inkml:brush>
  </inkml:definitions>
  <inkml:trace contextRef="#ctx0" brushRef="#br0">11956 2330 552,'-87'9'77,"-35"13"50,1-25-67,-20-51-52,17 17-9,47 145 1,77 33 4,1 6 2,-9 1-7,-19 26-15,-14-22-3,-12-13-60,-15-56-285</inkml:trace>
</inkml:ink>
</file>

<file path=ppt/ink/ink6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33"/>
    </inkml:context>
    <inkml:brush xml:id="br0">
      <inkml:brushProperty name="width" value="0.05953" units="cm"/>
      <inkml:brushProperty name="height" value="0.05953" units="cm"/>
      <inkml:brushProperty name="fitToCurve" value="1"/>
    </inkml:brush>
  </inkml:definitions>
  <inkml:trace contextRef="#ctx0" brushRef="#br0">11425 2689 190,'100'-51'-23,"11"12"60,-23 27 50,16 45 80,-135 47-14,-35 3-47,-22 5-46,-6 4-41,-11-8-16,-12-32-353,33-43-95</inkml:trace>
</inkml:ink>
</file>

<file path=ppt/ink/ink6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34"/>
    </inkml:context>
    <inkml:brush xml:id="br0">
      <inkml:brushProperty name="width" value="0.05953" units="cm"/>
      <inkml:brushProperty name="height" value="0.05953" units="cm"/>
      <inkml:brushProperty name="fitToCurve" value="1"/>
    </inkml:brush>
  </inkml:definitions>
  <inkml:trace contextRef="#ctx0" brushRef="#br0">11352 2766 136,'96'-7'14,"-3"96"175,23 10 139,12-42-177,37-42-132,-4-27-173,-75 35-78</inkml:trace>
</inkml:ink>
</file>

<file path=ppt/ink/ink6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35"/>
    </inkml:context>
    <inkml:brush xml:id="br0">
      <inkml:brushProperty name="width" value="0.05953" units="cm"/>
      <inkml:brushProperty name="height" value="0.05953" units="cm"/>
      <inkml:brushProperty name="fitToCurve" value="1"/>
    </inkml:brush>
  </inkml:definitions>
  <inkml:trace contextRef="#ctx0" brushRef="#br0">12484 2129 330,'183'69'387,"-68"-97"-615,-34 41-125</inkml:trace>
</inkml:ink>
</file>

<file path=ppt/ink/ink6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36"/>
    </inkml:context>
    <inkml:brush xml:id="br0">
      <inkml:brushProperty name="width" value="0.05953" units="cm"/>
      <inkml:brushProperty name="height" value="0.05953" units="cm"/>
      <inkml:brushProperty name="fitToCurve" value="1"/>
    </inkml:brush>
  </inkml:definitions>
  <inkml:trace contextRef="#ctx0" brushRef="#br0">13144 1991 136,'-100'36'273,"-48"36"-89,46 2-169,17-21-13,-12 6-5,1 0-3,9-9-1,2-5-6,169 6 273,46-89-247,17-8-5,-2-5-5,-12 13-3,17 1-9,-11 14-18,-63 37-75,0-1-617</inkml:trace>
</inkml:ink>
</file>

<file path=ppt/ink/ink6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37"/>
    </inkml:context>
    <inkml:brush xml:id="br0">
      <inkml:brushProperty name="width" value="0.05953" units="cm"/>
      <inkml:brushProperty name="height" value="0.05953" units="cm"/>
      <inkml:brushProperty name="fitToCurve" value="1"/>
    </inkml:brush>
  </inkml:definitions>
  <inkml:trace contextRef="#ctx0" brushRef="#br0">12466 2379 230,'-22'85'5,"-10"60"31,-1-22 43,-2 27 30,15-70-37,-5 18-11,-2 17 10,3 0-32,3-7-236,-26-28-303</inkml:trace>
</inkml:ink>
</file>

<file path=ppt/ink/ink6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38"/>
    </inkml:context>
    <inkml:brush xml:id="br0">
      <inkml:brushProperty name="width" value="0.05953" units="cm"/>
      <inkml:brushProperty name="height" value="0.05953" units="cm"/>
      <inkml:brushProperty name="fitToCurve" value="1"/>
    </inkml:brush>
  </inkml:definitions>
  <inkml:trace contextRef="#ctx0" brushRef="#br0">12363 2758 136,'63'-94'0,"15"6"0,-2 36 17,27 13 164,-26 159 158,-80 4-234,-15-1-49,-7 9-38,-5 2-14,-12-7-11,-12-53-175</inkml:trace>
</inkml:ink>
</file>

<file path=ppt/ink/ink6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39"/>
    </inkml:context>
    <inkml:brush xml:id="br0">
      <inkml:brushProperty name="width" value="0.05953" units="cm"/>
      <inkml:brushProperty name="height" value="0.05953" units="cm"/>
      <inkml:brushProperty name="fitToCurve" value="1"/>
    </inkml:brush>
  </inkml:definitions>
  <inkml:trace contextRef="#ctx0" brushRef="#br0">12447 2699 136,'60'-93'84,"-44"221"292,-58-49-273,-11 20-18,1 8-49,164-119-352,-40 31-48</inkml:trace>
</inkml:ink>
</file>

<file path=ppt/ink/ink6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40"/>
    </inkml:context>
    <inkml:brush xml:id="br0">
      <inkml:brushProperty name="width" value="0.05953" units="cm"/>
      <inkml:brushProperty name="height" value="0.05953" units="cm"/>
      <inkml:brushProperty name="fitToCurve" value="1"/>
    </inkml:brush>
  </inkml:definitions>
  <inkml:trace contextRef="#ctx0" brushRef="#br0">12783 2606 136,'0'93'89,"-3"0"19,135-124-29,-78-49-89,45-39-5,-46 238 149,-67-31-55,-8 55 32,-4 8-30,8-14-39,6 24-36,-26-75-186</inkml:trace>
</inkml:ink>
</file>

<file path=ppt/ink/ink6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41"/>
    </inkml:context>
    <inkml:brush xml:id="br0">
      <inkml:brushProperty name="width" value="0.05953" units="cm"/>
      <inkml:brushProperty name="height" value="0.05953" units="cm"/>
      <inkml:brushProperty name="fitToCurve" value="1"/>
    </inkml:brush>
  </inkml:definitions>
  <inkml:trace contextRef="#ctx0" brushRef="#br0">13366 2552 702,'111'-57'79,"3"16"-55,34-5-53,-19-7-34,-50 46-89</inkml:trace>
</inkml:ink>
</file>

<file path=ppt/ink/ink6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42"/>
    </inkml:context>
    <inkml:brush xml:id="br0">
      <inkml:brushProperty name="width" value="0.05953" units="cm"/>
      <inkml:brushProperty name="height" value="0.05953" units="cm"/>
      <inkml:brushProperty name="fitToCurve" value="1"/>
    </inkml:brush>
  </inkml:definitions>
  <inkml:trace contextRef="#ctx0" brushRef="#br0">13735 2091 136,'-11'81'158,"9"78"-56,-5-56-71,0 1-15,4 41 0,0-21 3,-6-9 14,-6 7 15,-1-33 9,-13 23 35,-31 3 1,-41-39-39,-13-164-30,126-80-22,60 16-6,26 22-7,4 42-37,10 7-151,-37 58-11</inkml:trace>
</inkml:ink>
</file>

<file path=ppt/ink/ink6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43"/>
    </inkml:context>
    <inkml:brush xml:id="br0">
      <inkml:brushProperty name="width" value="0.05953" units="cm"/>
      <inkml:brushProperty name="height" value="0.05953" units="cm"/>
      <inkml:brushProperty name="fitToCurve" value="1"/>
    </inkml:brush>
  </inkml:definitions>
  <inkml:trace contextRef="#ctx0" brushRef="#br0">13811 1945 154,'18'89'66,"-17"12"-34,-1 17-8,-3 4-11,0-46-8,-1 57-5,6-58-20</inkml:trace>
</inkml:ink>
</file>

<file path=ppt/ink/ink6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44"/>
    </inkml:context>
    <inkml:brush xml:id="br0">
      <inkml:brushProperty name="width" value="0.05953" units="cm"/>
      <inkml:brushProperty name="height" value="0.05953" units="cm"/>
      <inkml:brushProperty name="fitToCurve" value="1"/>
    </inkml:brush>
  </inkml:definitions>
  <inkml:trace contextRef="#ctx0" brushRef="#br0">13827 2200 232,'104'-93'44,"-9"43"18,44 12 21,-31 108 159,-147 32-159,-30 23-29,-3 10-36,11-16-98,-19-40-294</inkml:trace>
</inkml:ink>
</file>

<file path=ppt/ink/ink6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45"/>
    </inkml:context>
    <inkml:brush xml:id="br0">
      <inkml:brushProperty name="width" value="0.05953" units="cm"/>
      <inkml:brushProperty name="height" value="0.05953" units="cm"/>
      <inkml:brushProperty name="fitToCurve" value="1"/>
    </inkml:brush>
  </inkml:definitions>
  <inkml:trace contextRef="#ctx0" brushRef="#br0">14050 2195 163,'99'13'170,"-138"125"31,-37-68-71,-19 2-29,-28 7-50,-1-4-36,14-7-10,236-102 5,10-30-2,19-4-2,-30 18-5,9-2-22,-57 48-83,2 0-624</inkml:trace>
</inkml:ink>
</file>

<file path=ppt/ink/ink6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46"/>
    </inkml:context>
    <inkml:brush xml:id="br0">
      <inkml:brushProperty name="width" value="0.05953" units="cm"/>
      <inkml:brushProperty name="height" value="0.05953" units="cm"/>
      <inkml:brushProperty name="fitToCurve" value="1"/>
    </inkml:brush>
  </inkml:definitions>
  <inkml:trace contextRef="#ctx0" brushRef="#br0">14144 2428 136,'-39'126'639,"14"10"-634,10-16-5,146-116-308,-76-129 91,-70 49 184,-97 73 52,14 61 44,-27 23 22,6 12-15,-18 20-22,44-46-68</inkml:trace>
</inkml:ink>
</file>

<file path=ppt/ink/ink6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47"/>
    </inkml:context>
    <inkml:brush xml:id="br0">
      <inkml:brushProperty name="width" value="0.05953" units="cm"/>
      <inkml:brushProperty name="height" value="0.05953" units="cm"/>
      <inkml:brushProperty name="fitToCurve" value="1"/>
    </inkml:brush>
  </inkml:definitions>
  <inkml:trace contextRef="#ctx0" brushRef="#br0">13727 2773 136,'87'0'4,"18"21"61,-16 34 11,34 42 231,-34-44-123,36-53-132,7-58-128,-22-2-315</inkml:trace>
</inkml:ink>
</file>

<file path=ppt/ink/ink6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48"/>
    </inkml:context>
    <inkml:brush xml:id="br0">
      <inkml:brushProperty name="width" value="0.05953" units="cm"/>
      <inkml:brushProperty name="height" value="0.05953" units="cm"/>
      <inkml:brushProperty name="fitToCurve" value="1"/>
    </inkml:brush>
  </inkml:definitions>
  <inkml:trace contextRef="#ctx0" brushRef="#br0">14599 2685 705,'61'59'-58,"-32"-3"-162</inkml:trace>
</inkml:ink>
</file>

<file path=ppt/ink/ink6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49"/>
    </inkml:context>
    <inkml:brush xml:id="br0">
      <inkml:brushProperty name="width" value="0.05953" units="cm"/>
      <inkml:brushProperty name="height" value="0.05953" units="cm"/>
      <inkml:brushProperty name="fitToCurve" value="1"/>
    </inkml:brush>
  </inkml:definitions>
  <inkml:trace contextRef="#ctx0" brushRef="#br0">14582 3021 769,'97'16'96,"-33"17"-281</inkml:trace>
</inkml:ink>
</file>

<file path=ppt/ink/ink6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50"/>
    </inkml:context>
    <inkml:brush xml:id="br0">
      <inkml:brushProperty name="width" value="0.05953" units="cm"/>
      <inkml:brushProperty name="height" value="0.05953" units="cm"/>
      <inkml:brushProperty name="fitToCurve" value="1"/>
    </inkml:brush>
  </inkml:definitions>
  <inkml:trace contextRef="#ctx0" brushRef="#br0">15868 2290 407,'-37'159'229,"19"-43"-155,2 1-37,0 10-26,2-7-51,-7 9-71,-6-30-57</inkml:trace>
</inkml:ink>
</file>

<file path=ppt/ink/ink6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51"/>
    </inkml:context>
    <inkml:brush xml:id="br0">
      <inkml:brushProperty name="width" value="0.05953" units="cm"/>
      <inkml:brushProperty name="height" value="0.05953" units="cm"/>
      <inkml:brushProperty name="fitToCurve" value="1"/>
    </inkml:brush>
  </inkml:definitions>
  <inkml:trace contextRef="#ctx0" brushRef="#br0">15561 2666 136,'-20'-84'12,"40"-17"23,75 11 31,14 43 59,-26 27-34,31 3 33,0 9-32,15 5-28,-11 23-43,-162 89-111,-44-26 22,-86 61 2,22-23 39,21-9 19,113-34 7,102-54 2,21-8 0,3-6 1,6-9 3,-26 4 1,-6 15 9,-263 87 173,63-50-136,-15-12-37,44-43-184</inkml:trace>
</inkml:ink>
</file>

<file path=ppt/ink/ink6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52"/>
    </inkml:context>
    <inkml:brush xml:id="br0">
      <inkml:brushProperty name="width" value="0.05953" units="cm"/>
      <inkml:brushProperty name="height" value="0.05953" units="cm"/>
      <inkml:brushProperty name="fitToCurve" value="1"/>
    </inkml:brush>
  </inkml:definitions>
  <inkml:trace contextRef="#ctx0" brushRef="#br0">16460 2417 535,'96'117'-188,"-80"9"127,-24-34-152</inkml:trace>
</inkml:ink>
</file>

<file path=ppt/ink/ink7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53"/>
    </inkml:context>
    <inkml:brush xml:id="br0">
      <inkml:brushProperty name="width" value="0.05953" units="cm"/>
      <inkml:brushProperty name="height" value="0.05953" units="cm"/>
      <inkml:brushProperty name="fitToCurve" value="1"/>
    </inkml:brush>
  </inkml:definitions>
  <inkml:trace contextRef="#ctx0" brushRef="#br0">16463 2547 242,'83'-54'0,"60"4"50,1 12 21,-1 12 41,-56 12-48,14 9 7,-3 39-33,-157 54-28,-57 2 22,26-29-6,-56 40 9,-6-7-16,33-21-12,-5-1-3,157-223-169,18 68-73</inkml:trace>
</inkml:ink>
</file>

<file path=ppt/ink/ink7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54"/>
    </inkml:context>
    <inkml:brush xml:id="br0">
      <inkml:brushProperty name="width" value="0.05953" units="cm"/>
      <inkml:brushProperty name="height" value="0.05953" units="cm"/>
      <inkml:brushProperty name="fitToCurve" value="1"/>
    </inkml:brush>
  </inkml:definitions>
  <inkml:trace contextRef="#ctx0" brushRef="#br0">16834 2200 136,'-26'131'158,"7"-17"-54,5-39-38,-6 62 56,7-40-68,-8 59 33,4-17-31,-1 37-19,6-42-18,0 36-6,4-34-6,8 11-7,-25-72-106,0 0-639</inkml:trace>
</inkml:ink>
</file>

<file path=ppt/ink/ink7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55"/>
    </inkml:context>
    <inkml:brush xml:id="br0">
      <inkml:brushProperty name="width" value="0.05953" units="cm"/>
      <inkml:brushProperty name="height" value="0.05953" units="cm"/>
      <inkml:brushProperty name="fitToCurve" value="1"/>
    </inkml:brush>
  </inkml:definitions>
  <inkml:trace contextRef="#ctx0" brushRef="#br0">17292 2709 236,'-81'89'183,"-8"58"198,4-64-787</inkml:trace>
</inkml:ink>
</file>

<file path=ppt/ink/ink7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56"/>
    </inkml:context>
    <inkml:brush xml:id="br0">
      <inkml:brushProperty name="width" value="0.05953" units="cm"/>
      <inkml:brushProperty name="height" value="0.05953" units="cm"/>
      <inkml:brushProperty name="fitToCurve" value="1"/>
    </inkml:brush>
  </inkml:definitions>
  <inkml:trace contextRef="#ctx0" brushRef="#br0">17412 2699 136,'0'87'335,"0"-6"-231,0 12-18,0 10-37,115-147 9,-41-72-44,5-1-3,14 22 18,1 192 13,-7 20-47,-64-42-101,1 1-639</inkml:trace>
</inkml:ink>
</file>

<file path=ppt/ink/ink7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57"/>
    </inkml:context>
    <inkml:brush xml:id="br0">
      <inkml:brushProperty name="width" value="0.05953" units="cm"/>
      <inkml:brushProperty name="height" value="0.05953" units="cm"/>
      <inkml:brushProperty name="fitToCurve" value="1"/>
    </inkml:brush>
  </inkml:definitions>
  <inkml:trace contextRef="#ctx0" brushRef="#br0">18199 2600 356,'142'-72'241,"-39"32"-158,-1 9-38,14 5-44,-2 15-37,-185 119-34,-2-34 83,-9 1 25,-7 5-2,-20 18-18,18-22-45,-3-8-137,19-44-107</inkml:trace>
</inkml:ink>
</file>

<file path=ppt/ink/ink7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58"/>
    </inkml:context>
    <inkml:brush xml:id="br0">
      <inkml:brushProperty name="width" value="0.05953" units="cm"/>
      <inkml:brushProperty name="height" value="0.05953" units="cm"/>
      <inkml:brushProperty name="fitToCurve" value="1"/>
    </inkml:brush>
  </inkml:definitions>
  <inkml:trace contextRef="#ctx0" brushRef="#br0">18158 2722 136,'108'-27'20,"1"49"89,-3 40 40,-27 13-162</inkml:trace>
</inkml:ink>
</file>

<file path=ppt/ink/ink7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59"/>
    </inkml:context>
    <inkml:brush xml:id="br0">
      <inkml:brushProperty name="width" value="0.05953" units="cm"/>
      <inkml:brushProperty name="height" value="0.05953" units="cm"/>
      <inkml:brushProperty name="fitToCurve" value="1"/>
    </inkml:brush>
  </inkml:definitions>
  <inkml:trace contextRef="#ctx0" brushRef="#br0">18607 2678 136,'102'-39'10,"-19"-9"2,13-1-9,-19 9-37</inkml:trace>
</inkml:ink>
</file>

<file path=ppt/ink/ink7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60"/>
    </inkml:context>
    <inkml:brush xml:id="br0">
      <inkml:brushProperty name="width" value="0.05953" units="cm"/>
      <inkml:brushProperty name="height" value="0.05953" units="cm"/>
      <inkml:brushProperty name="fitToCurve" value="1"/>
    </inkml:brush>
  </inkml:definitions>
  <inkml:trace contextRef="#ctx0" brushRef="#br0">18980 2291 136,'-12'97'74,"13"34"-7,4 6 7,5 16-22,-8-65-33,1 13-3,-2-25 1,-10 26 10,-13-10 0,-40-5 34,-16-43 44,-29-82 17,44-65-75,29-44-34,60-15-12,54 42-11,67 43-58,26 29-61,-64 24 53,-18 8 1,-8 28-286</inkml:trace>
</inkml:ink>
</file>

<file path=ppt/ink/ink7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61"/>
    </inkml:context>
    <inkml:brush xml:id="br0">
      <inkml:brushProperty name="width" value="0.05953" units="cm"/>
      <inkml:brushProperty name="height" value="0.05953" units="cm"/>
      <inkml:brushProperty name="fitToCurve" value="1"/>
    </inkml:brush>
  </inkml:definitions>
  <inkml:trace contextRef="#ctx0" brushRef="#br0">19714 2243 136,'-103'73'31,"15"-13"-15,0 5 12,0 13 44,-5 20 58,144 0 132,51-132-240,-1-14-17,12-16-3,-21 2-22,-5-1-74,-115 175 59,-3 9 110,15-6-11,9-7-22,7 18-12,-13 6-15,-73-41 45,-45-129-34,41-91-28,63-8-64,40 50-105</inkml:trace>
</inkml:ink>
</file>

<file path=ppt/ink/ink7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62"/>
    </inkml:context>
    <inkml:brush xml:id="br0">
      <inkml:brushProperty name="width" value="0.05953" units="cm"/>
      <inkml:brushProperty name="height" value="0.05953" units="cm"/>
      <inkml:brushProperty name="fitToCurve" value="1"/>
    </inkml:brush>
  </inkml:definitions>
  <inkml:trace contextRef="#ctx0" brushRef="#br0">19531 2610 185,'-57'89'338,"-68"49"-324,44-70-67</inkml:trace>
</inkml:ink>
</file>

<file path=ppt/ink/ink7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63"/>
    </inkml:context>
    <inkml:brush xml:id="br0">
      <inkml:brushProperty name="width" value="0.05953" units="cm"/>
      <inkml:brushProperty name="height" value="0.05953" units="cm"/>
      <inkml:brushProperty name="fitToCurve" value="1"/>
    </inkml:brush>
  </inkml:definitions>
  <inkml:trace contextRef="#ctx0" brushRef="#br0">19682 2700 137</inkml:trace>
</inkml:ink>
</file>

<file path=ppt/ink/ink7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64"/>
    </inkml:context>
    <inkml:brush xml:id="br0">
      <inkml:brushProperty name="width" value="0.05953" units="cm"/>
      <inkml:brushProperty name="height" value="0.05953" units="cm"/>
      <inkml:brushProperty name="fitToCurve" value="1"/>
    </inkml:brush>
  </inkml:definitions>
  <inkml:trace contextRef="#ctx0" brushRef="#br0">19975 2134 172,'-29'113'460,"-25"-30"-426,-9 1-24,-6 10-21,186-85-192,-41-41 184,74-35-1,-9 29 47,-212 179 197,-31-76-270,2-18-111,76 63-67,63-1 359,-21-29-33,-6 15-2,-10 18 21,-6 0-30,-12 10-43,-16-262-126,28 5-115,-7 46 10</inkml:trace>
</inkml:ink>
</file>

<file path=ppt/ink/ink7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65"/>
    </inkml:context>
    <inkml:brush xml:id="br0">
      <inkml:brushProperty name="width" value="0.05953" units="cm"/>
      <inkml:brushProperty name="height" value="0.05953" units="cm"/>
      <inkml:brushProperty name="fitToCurve" value="1"/>
    </inkml:brush>
  </inkml:definitions>
  <inkml:trace contextRef="#ctx0" brushRef="#br0">19907 2617 136,'-84'132'470,"25"-54"-407,-14-2-86,-11-32-304</inkml:trace>
</inkml:ink>
</file>

<file path=ppt/ink/ink7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66"/>
    </inkml:context>
    <inkml:brush xml:id="br0">
      <inkml:brushProperty name="width" value="0.05953" units="cm"/>
      <inkml:brushProperty name="height" value="0.05953" units="cm"/>
      <inkml:brushProperty name="fitToCurve" value="1"/>
    </inkml:brush>
  </inkml:definitions>
  <inkml:trace contextRef="#ctx0" brushRef="#br0">20115 2724 136,'78'73'35,"-59"6"99,-27 39 157,0-27-122,-26-15-332</inkml:trace>
</inkml:ink>
</file>

<file path=ppt/ink/ink7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6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15930 1174 533</inkml:trace>
</inkml:ink>
</file>

<file path=ppt/ink/ink7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6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23390 4523 533</inkml:trace>
</inkml:ink>
</file>

<file path=ppt/ink/ink7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6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602 5750 773,'-10'209'-41,"2"-33"54,7-11 10,0 14 1,-6 17-4,-1 3 4,-5-1-26,6-61-11,1-1-49,-10 6-125,-20-66-103</inkml:trace>
</inkml:ink>
</file>

<file path=ppt/ink/ink7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7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416 5908 274,'81'-65'138,"82"2"36,-52 71-142,-25 57 12,-30 45 19,-29 9-12,-4 37-7,-5 1-15,1 5-13,-2-26-7,8 28-3,0-21-1,-13-9-2,-59-8-2,-96-107-6,64-34-104,-2 1-658</inkml:trace>
</inkml:ink>
</file>

<file path=ppt/ink/ink7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7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620 6339 136,'90'-111'450,"24"74"-305,-56 148-51,-157 15-69,-15-19-15,16-59-194</inkml:trace>
</inkml:ink>
</file>

<file path=ppt/ink/ink7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7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981 6002 480,'77'-7'137,"19"-24"1,14-10-233,-23 37-129</inkml:trace>
</inkml:ink>
</file>

<file path=ppt/ink/ink7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7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1137 5662 244,'-13'75'158,"13"94"23,-1-69-98,-9 27 0,-15-4-5,161-86-34,-50 18-230</inkml:trace>
</inkml:ink>
</file>

<file path=ppt/ink/ink7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7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998 6362 250,'125'-37'303,"-39"33"-204,-142 106 66,-25-2-106,182-11-155,-57-15-71</inkml:trace>
</inkml:ink>
</file>

<file path=ppt/ink/ink7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7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1004 6717 403,'157'40'350,"-65"-148"-333,-12-7-203,-17 25-154</inkml:trace>
</inkml:ink>
</file>

<file path=ppt/ink/ink7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7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1324 5960 274,'39'155'506,"1"-37"-707,-32-30-24,114-61 275,-40 43-182,-138 29 229,-48 32 152,19-27-101,5 7-54,107 29-73,108-78-36,-54 14-279</inkml:trace>
</inkml:ink>
</file>

<file path=ppt/ink/ink7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7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1783 5803 504,'0'88'73,"0"16"-10,0-4-2,0 76 21,0-44-48,0 8-14,0 36-6,0-20-11,0-3-25,-9-21-155,-13-56-45</inkml:trace>
</inkml:ink>
</file>

<file path=ppt/ink/ink7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7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1706 6105 240,'48'-108'-1,"20"16"29,15 21 26,40 17 2,-10 84 12,-89 52-26,-14-6-1,-5 24 17,2-11 3,3 9 0,2 20-2,6 27 3,7 5-29,1-16-22,-2 0-6,-62-5-1,-87-191-62,46-13-222</inkml:trace>
</inkml:ink>
</file>

<file path=ppt/ink/ink7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7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1844 6293 446,'141'-103'234,"-27"91"-133,-126 143-60,-84-21-10,-7-3-9,18-61-210</inkml:trace>
</inkml:ink>
</file>

<file path=ppt/ink/ink7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8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2130 6213 579,'89'-22'182,"35"-11"-86,12-3-105,-58 42-96,1 1-630</inkml:trace>
</inkml:ink>
</file>

<file path=ppt/ink/ink7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8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2304 5880 136,'-1'119'92,"-7"-26"52,-2-17-56,-6 33 50,-2 1-26,6 0-36,6 31-21,61-23-42,77-160-22,-46-60-13,-10-39-23,-18-9-28,-26 9-13,-26 32 30,-20 4 14,-26 27 74,-44 57 147,-4 108-50,65 62-109,64-4-15,60-10-4,38-82-2,25-46-5,-87 21-103,1 0-654</inkml:trace>
</inkml:ink>
</file>

<file path=ppt/ink/ink7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8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3158 5720 140,'0'105'446,"-8"42"-280,-3 14-81,-9 42-57,-3-25-21,0-11-8,-2-12-21,-9-29-424</inkml:trace>
</inkml:ink>
</file>

<file path=ppt/ink/ink7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8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2932 5862 279,'98'-72'75,"57"-16"100,-73 44-76,10-2-16,10 1-20,11 3-13,18 28-27,-45 129-11,-74 20-6,-15 26-1,2 22-1,6-28 0,8 3 0,8 14-1,5-15-1,-3-6 0,-136-62-9,-23-173-13,30 3-5,56 4-154</inkml:trace>
</inkml:ink>
</file>

<file path=ppt/ink/ink7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8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3115 6162 345,'105'-94'293,"-5"48"-174,28-7-40,13 19-75,-189 164-3,-82-37 22,1 0-11,11 2-4,244-8-8,16-108-11,-3-18-134,-58 43-10</inkml:trace>
</inkml:ink>
</file>

<file path=ppt/ink/ink7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8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3444 5782 153,'-48'120'195,"29"-23"-82,7-5 0,3 21 3,0 19-28,2 30-17,11-27-50,6-2-15,-29-56-114,-1 2-652</inkml:trace>
</inkml:ink>
</file>

<file path=ppt/ink/ink7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8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4154 6163 795,'124'-14'40,"33"-15"-66,-16-10-66,6-9 6,-64 48-129</inkml:trace>
</inkml:ink>
</file>

<file path=ppt/ink/ink7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8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4842 5710 539,'-35'95'107,"32"18"-31,14 13 6,9 22-51,5 22-40,-2-40-20,4-11-158,-41-41-20</inkml:trace>
</inkml:ink>
</file>

<file path=ppt/ink/ink7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8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4816 5762 515,'92'-27'245,"64"6"-154,-3 26-81,-167 153-19,-110-51 11,9-8 1,8-1-5,210 6-43,51-118 25,-16 18-7,-116 112-20,-102-4 132,-19-10-28,-12-15-71,19-53-167</inkml:trace>
</inkml:ink>
</file>

<file path=ppt/ink/ink7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8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829 7352 174,'44'113'497,"11"-15"-630,-40-21-140</inkml:trace>
</inkml:ink>
</file>

<file path=ppt/ink/ink7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9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576 7792 858,'89'-111'0,"68"44"12,-28 27-9,15 4-5,-4 26-29,-64 29-73,0 0-624</inkml:trace>
</inkml:ink>
</file>

<file path=ppt/ink/ink7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9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759 7621 398,'0'165'115,"-4"-38"5,-11 24-13,-6-41-54,-23 69-8,12-55-31,-9 38-2,-3-10-7,-3 10-5,7-25-28,-13-62-152</inkml:trace>
</inkml:ink>
</file>

<file path=ppt/ink/ink7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9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1006 7654 483,'-149'140'365,"58"-15"-449,10-24-189,5-51-214</inkml:trace>
</inkml:ink>
</file>

<file path=ppt/ink/ink7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9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778 7790 136,'82'65'102,"-55"35"67,-17-26-76,-4 23-34,-14-5-90,-29-16-253</inkml:trace>
</inkml:ink>
</file>

<file path=ppt/ink/ink7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9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893 8108 136,'90'-100'16,"-41"21"-10,-1-4-10,-1-8-5,1-10 1,-7 19 7,-29 196 208,-13-33-117,-2 105 108,-2-83-123,-20 27-23,-34-18-15,-36-200 33,125-48-129,95 133-658</inkml:trace>
</inkml:ink>
</file>

<file path=ppt/ink/ink7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9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917 8104 356,'-42'165'256,"27"-68"-156,-10 45-37,5-10-52,0-2-36,72-236-499,-1 6 509,18-9 41,17 3 21,30-7 44,32 33-1,-72 77-57,-5 80-9,-50 21 51,-25 17 45,-21 3-28,-22 22-49,-33-22-32,-56-160-53,89-114-250,51 75 18</inkml:trace>
</inkml:ink>
</file>

<file path=ppt/ink/ink7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9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1121 7978 191,'0'104'332,"-6"0"-261,-16-3-55,-20 5-20,-14-23-63,226-206 276,-57 82-198,-152 157-16,-50-13 45,214-107-320,-42 30-91</inkml:trace>
</inkml:ink>
</file>

<file path=ppt/ink/ink7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9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1763 7333 138,'-20'88'375,"-8"-6"-234,-17 36-33,-2 8-77,5-2-22,158-52-16,3-133 7,-12-2-2,4 5-41,-230 100 114,17 42-96,75 47 20,16-9 18,6 13 21,-7 2-6,-3 3-14,160-235-64,-90-50-38,2-24-71,-20 76 52,-1-1 15,5-11-11,-21 201 485,-16 5-270,2 28-129,-29-49-145</inkml:trace>
</inkml:ink>
</file>

<file path=ppt/ink/ink7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9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1929 7676 255,'92'-49'35,"28"8"152,-32 29-42,10 24-73,-90 96 68,-115-16-111,1 18-22,13 2 0,9-59-194</inkml:trace>
</inkml:ink>
</file>

<file path=ppt/ink/ink7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79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2132 7402 166,'16'108'289,"-15"-16"-215,-6 26-32,-13 9-12,-11 7-8,-10-11-4,-5-9-3,-3-11 12,-12 7 35,-7-2 28,230-123-54,-49-63-33,27-23 0,-20 34 1,-80 204 4,-45-56-118,0 1-661</inkml:trace>
</inkml:ink>
</file>

<file path=ppt/ink/ink7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0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2591 7472 531,'81'-61'301,"54"18"-260,29 3-35,-14 31-6,-71 30-109,0-1-653</inkml:trace>
</inkml:ink>
</file>

<file path=ppt/ink/ink7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0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3038 7371 458,'-35'73'336,"-29"71"-254,-2-5-78,3-1-2,-11 13 0,2-18-2,4-1-5,-13-53-293</inkml:trace>
</inkml:ink>
</file>

<file path=ppt/ink/ink7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0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2928 7656 175,'-10'101'15,"-7"-9"19,1 9 12,0 11 6,3-9-72,5-27-281</inkml:trace>
</inkml:ink>
</file>

<file path=ppt/ink/ink7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0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2954 7759 136,'38'76'179,"63"41"125,-58-37-618</inkml:trace>
</inkml:ink>
</file>

<file path=ppt/ink/ink7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0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3450 7138 345,'-21'177'400,"17"-51"-320,1 30-50,0-6-22,-3 15-5,6-30-2,-2 32 0,-7-34-1,-28-46-186</inkml:trace>
</inkml:ink>
</file>

<file path=ppt/ink/ink7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0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3299 7269 240,'79'-45'14,"44"-20"68,7 10 41,-44 26-59,24 1 25,5 21 16,6 64-18,-52 54-53,-30 14-18,-12 13-6,-8 8-4,4 28 0,-9-12-2,-11-7-1,-4-15 0,-40-6 0,-119-138-4,2-68-14,21-30-130,58 20-319</inkml:trace>
</inkml:ink>
</file>

<file path=ppt/ink/ink7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0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3404 7545 449,'157'-90'367,"-31"48"-318,15 21-43,2 30-11,-107 132-16,-135-40 26,-19-12 2,-14-12-1,0-32 7,269-45-6,24 4-16,-22-9-5,-63 28-93,1-1-638</inkml:trace>
</inkml:ink>
</file>

<file path=ppt/ink/ink7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0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3790 7276 271,'-45'87'77,"23"49"-4,11 6 20,7-55-37,5 78 39,5-54-54,7 73 15,2-35-29,12 24-70,-5-46-43,-5-26-63,-12 15 11,-3-29-143</inkml:trace>
</inkml:ink>
</file>

<file path=ppt/ink/ink7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0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4286 5596 149,'-97'52'136,"24"53"-29,-1 39 8,46-65-59,1 13 5,6 30-1,6-18-14,2 14-11,17 11-10,20 27-5,22-20-11,37-6-9,39-46-35,1-53-68,-10-24-150</inkml:trace>
</inkml:ink>
</file>

<file path=ppt/ink/ink7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0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5317 5343 358,'31'96'27,"36"89"100,-38-69-50,-11 7 4,-8 52-21,-14-29-21,-10-17-24,-16 29-11,-5-31-7,-19 33-4,-10-25-12,1-19-62,-19-40-409</inkml:trace>
</inkml:ink>
</file>

<file path=ppt/ink/ink7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1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5590 6162 407,'77'-2'-65,"99"-31"161,-54 0-64,-15 3-41,-23 9-111</inkml:trace>
</inkml:ink>
</file>

<file path=ppt/ink/ink7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1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6076 5760 195,'91'19'122,"13"35"-6,-34 92-26,-91-61-63,-18-4 14,-9 2 12,-10 1-10,-26-21-391</inkml:trace>
</inkml:ink>
</file>

<file path=ppt/ink/ink7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1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7082 5427 226,'-80'96'165,"21"-19"-120,-28 37-30,22-39-17,-44 46-19,1-16-60,33-58-48</inkml:trace>
</inkml:ink>
</file>

<file path=ppt/ink/ink7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1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6844 5644 153,'0'104'189,"-4"21"-64,-2-17-41,2-1-1,2-1-10,-2 6-29,1 17-51,-2-7-148,-27-42-144</inkml:trace>
</inkml:ink>
</file>

<file path=ppt/ink/ink7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1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6963 5605 253,'5'125'76,"17"16"45,-15 4-201</inkml:trace>
</inkml:ink>
</file>

<file path=ppt/ink/ink7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1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7081 5539 382,'121'-51'40,"-37"32"110,13 19 32,-57 126-110,-60 1-50,-4 4-19,7 12-13,-4-16-58,-18-53-97</inkml:trace>
</inkml:ink>
</file>

<file path=ppt/ink/ink7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1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7046 5828 537,'99'-42'-45,"-23"19"131,20-1 44,16 13-78,-188 111-51,-37-21 56,5-9-23,194 39-41,-183-9-65,-8-38 133,-2 19-31,231-21-21,32-75-10,12-9-6,-20 4-25,-72 36-71,0-2-619</inkml:trace>
</inkml:ink>
</file>

<file path=ppt/ink/ink7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1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7895 5186 261,'-96'75'220,"22"98"8,38-60-177,0 7-35,7 2-128,-23-39-225</inkml:trace>
</inkml:ink>
</file>

<file path=ppt/ink/ink7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1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7776 5350 236,'112'-35'2,"23"18"109,-73 99 57,-279 48 109,85-39-206,312-61-73,-68 21-183</inkml:trace>
</inkml:ink>
</file>

<file path=ppt/ink/ink7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1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8066 5092 424,'0'169'223,"-17"-69"-231,-16 2-74,-2-20-50,115-196 44,9 23 168,-110 244 321,-33-35-381,194-75-205,-61 13-146</inkml:trace>
</inkml:ink>
</file>

<file path=ppt/ink/ink7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2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7792 5749 436,'185'-14'331,"-63"-42"-448,-34-18-90</inkml:trace>
</inkml:ink>
</file>

<file path=ppt/ink/ink7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2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8166 5482 136,'0'89'53,"16"4"58,-22 9-1,-115 6 82,15-57-52,-13-5-43,253-61-104,-8-22-169,-236 69-307,1 12 517,17-3 46,229-66 188,-38-5-277,0 10-12,-17 23-27,-3 40-34,-41 79 23,-58 19 104,-57 14 166,2-78-76,-33-5-25,-29-21-74,52-155-31,187-25-9,2 39 1,61-23-5,-88 91-99,1-1-641</inkml:trace>
</inkml:ink>
</file>

<file path=ppt/ink/ink7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2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8721 5329 316,'-132'115'474,"25"-7"-471,17-13-27,14-4-67,182-87-261,19-53 285,-59 149 169,-82-7 18,-10 11 1,-2-3-31,-3 13-12,10 8-9,91-234-761</inkml:trace>
</inkml:ink>
</file>

<file path=ppt/ink/ink7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2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9012 5179 452,'-130'152'303,"50"-43"-320,-8-9-74,24-21-31,147-92 91,-4-23 25,4 1 24,5-4 29,4 11 53,16 20 14,-195 110-589,6-62 364,-18 20 71,22 4 59,11 30 152,28 33 115,24-25-139,14 18-212,77-194-196,9-56 187,-3 13 45,6 4-9,-24 198 394,-65 31-211,-2 11-83,-16 22-62,-12-22-170,-17-51-64</inkml:trace>
</inkml:ink>
</file>

<file path=ppt/ink/ink7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2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9703 4992 246,'-80'86'140,"-20"47"52,45-52-144,6 4-121,-28-18-475</inkml:trace>
</inkml:ink>
</file>

<file path=ppt/ink/ink7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2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9564 5245 136,'77'-28'3,"48"-37"43,-35 26-11,-9 15 18,16 23 70,-81 136 100,-100-34-159,-25-4 3,-17 10-12,5-7-20,-8 8-20,16-20-10,-13 2-17,35-62-169</inkml:trace>
</inkml:ink>
</file>

<file path=ppt/ink/ink7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2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9423 5315 232,'116'0'421,"10"0"-229,19 0-161,13 17-26,-61 71-18,-53-9-173</inkml:trace>
</inkml:ink>
</file>

<file path=ppt/ink/ink7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2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9392 5763 407,'154'-52'342,"-40"21"-266,21-30-160,-57-37-278,-98 15 164,-31 163 398,42-2-116,-1 18-14,5 3 5,1-5 5,-7 32 29,-23-7-47,-79-41-38,42-211-71,88-10-183,22 63-79</inkml:trace>
</inkml:ink>
</file>

<file path=ppt/ink/ink7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2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9564 5650 146,'-71'81'480,"19"20"-445,9-2-49,72-3-209,-35-19-197</inkml:trace>
</inkml:ink>
</file>

<file path=ppt/ink/ink7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2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9789 5779 136,'64'18'139,"-19"42"-19</inkml:trace>
</inkml:ink>
</file>

<file path=ppt/ink/ink7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3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10521 5004 597,'-97'61'241,"-9"47"-210,5-13-32,1-6-4,239-140-257,-52 13 247,-85 132 59,-41 14 71,-7 36-27,9 14-60,15 7-20,14-18-12,-27-59-181</inkml:trace>
</inkml:ink>
</file>

<file path=ppt/ink/ink7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3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10735 5006 588,'0'97'278,"-11"35"-275,-47 6-12,-47-53 11,-10-1 1,27 17 4,261-136-5,-17-22-4,-11 1-8,-14 24-131,-206 116 129,-35 1 66,8-13-20,-48 31 1,10-4-16,28-17-7,7 13 3,228 13-4,42-129-12,12-42-1,-21-25-5,-46 3-12,-47-38-96,-70 3-30,3 17 53,7 14-6,-3-27-34,-83 284 607,42-16-396,4 29-47,9-7-19,6-24-8,6 5-3,16-15-4,-26-64-107,0 0-656</inkml:trace>
</inkml:ink>
</file>

<file path=ppt/ink/ink7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3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10905 5656 537,'100'-36'142,"6"-13"-53,42-21-27,4-3-37,10-3-17,-31 24-6,5 3-2,-172 179 13,-43-22-10,6 10-6,-23-20-58,16-55-114</inkml:trace>
</inkml:ink>
</file>

<file path=ppt/ink/ink7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3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11503 5249 136,'0'102'196,"-8"23"-124,-76-104-279,4-108 149,2 48 93,3 85 134,19 85 135,47-8-157,32 34-79,38-13-52,49-36-9,39-77-5,5-83-3,-9-54-2,13-38-3,-53 36-1,18-14-18,-22 24-57,-25 60-81</inkml:trace>
</inkml:ink>
</file>

<file path=ppt/ink/ink7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34"/>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11979 5277 413,'169'-114'428,"-29"77"-400,35-2-17,-12 13-7,-22 14-6,-62 32-108,1-1-654</inkml:trace>
</inkml:ink>
</file>

<file path=ppt/ink/ink7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35"/>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12495 5134 325,'-116'136'499,"47"-28"-462,-30 27-25,11 2-8,-2 0-2,20-18-3,-15-44-297</inkml:trace>
</inkml:ink>
</file>

<file path=ppt/ink/ink7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36"/>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12400 5330 308,'-19'113'265,"-2"-10"-69,-3 26-126,-17 13-74,8-14-151,-23-45-190</inkml:trace>
</inkml:ink>
</file>

<file path=ppt/ink/ink7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37"/>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12475 5310 576,'36'102'234,"8"49"-175,1-9-52,22-2-23,69-107-109,-56 18-124</inkml:trace>
</inkml:ink>
</file>

<file path=ppt/ink/ink7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38"/>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12875 5056 205,'15'127'335,"-21"-13"-187,-6 30-51,-1-7-45,-2 11-34,-9 12-16,-2-29-73,-19-55-97</inkml:trace>
</inkml:ink>
</file>

<file path=ppt/ink/ink7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39"/>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12868 5139 266,'95'-37'-2,"23"-8"54,24-1 50,17 3 43,-55 23-32,9 24 9,-77 123-81,-41 10-26,-1 32-6,-4-7-3,0-10-2,-3 9-1,3-6-1,-8-22 0,-74-28-1,-39-212-20,49 1-105,57 29-34</inkml:trace>
</inkml:ink>
</file>

<file path=ppt/ink/ink7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40"/>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12890 5371 467,'181'-53'307,"-45"47"-264,-5 6-14,-145 139-28,-109-75 13,-18 0-7,-1-3 0,291-42 1,19-27-13,-23-13-11,-67 35-91,1-1-640</inkml:trace>
</inkml:ink>
</file>

<file path=ppt/ink/ink7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41"/>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13221 5129 168,'-41'104'21,"11"16"44,13-32 6,-7 97 82,16-80-59,-1 22-19,5 17-33,7-31-83,-27-34-179</inkml:trace>
</inkml:ink>
</file>

<file path=ppt/ink/ink7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42"/>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13804 5013 238,'216'-27'613,"-63"17"-603,-14 7-8,-185 157 1,-70-40-1,10 12-1,54 10-2,100-7 0,42-28-4,14-5 0,-40 30 4,-160-11 13,-29-50-1,-28-21-5,9-68-15,57-21-179</inkml:trace>
</inkml:ink>
</file>

<file path=ppt/ink/ink7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43"/>
    </inkml:context>
    <inkml:brush xml:id="br0">
      <inkml:brushProperty name="width" value="0.05953" units="cm"/>
      <inkml:brushProperty name="height" value="0.05953" units="cm"/>
      <inkml:brushProperty name="color" value="#3399FF"/>
      <inkml:brushProperty name="fitToCurve" value="1"/>
    </inkml:brush>
  </inkml:definitions>
  <inkml:trace contextRef="#ctx0" brushRef="#br0">14606 5717 883</inkml:trace>
</inkml:ink>
</file>

<file path=ppt/ink/ink7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4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20918 18080 533</inkml:trace>
</inkml:ink>
</file>

<file path=ppt/ink/ink7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4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8750 10370 174,'-29'140'536,"9"-31"-504,-3 4-96,4 7-156,-21-47-234</inkml:trace>
</inkml:ink>
</file>

<file path=ppt/ink/ink7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4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8723 10531 196,'81'-35'21,"19"-2"72,-23 13-25,57-17 43,-38 18-66,-5 14-21,-127 97-10,-45-13 1,-3 7 3,-5 7-2,-60 53 60,243-90-287</inkml:trace>
</inkml:ink>
</file>

<file path=ppt/ink/ink7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4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8926 10515 179,'-104'79'176,"33"62"55,74-43-153,54-11-61,65-22-18,-9-30-13,-7-17-39,21-6-50,-35 2 12,-126 75 94,-139 35 136,81-70-59,-12 0-11,-11-8-6,-14-4-6,-14-30-25,132-156-58,155 27 8,-20 31-4,-4 8-62,-41 56-68</inkml:trace>
</inkml:ink>
</file>

<file path=ppt/ink/ink7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4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9597 10238 198,'-28'111'311,"-44"59"-245,27-74-75,6-10-23,2-10-64</inkml:trace>
</inkml:ink>
</file>

<file path=ppt/ink/ink7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4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9551 10451 137,'144'0'315,"-168"119"-328,-102-7 9,240-88-213,-183 48 380,-43 27-22,22 56 109,115-41-246,112-103-222,-13-160 419,-36 76-586</inkml:trace>
</inkml:ink>
</file>

<file path=ppt/ink/ink7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5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9615 10550 153,'77'-24'78,"32"-22"30,23 0 6,23 6-56,-79 47-317</inkml:trace>
</inkml:ink>
</file>

<file path=ppt/ink/ink7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5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9818 10189 136,'13'93'157,"-10"19"-96,28 5-44,48-107-197,-44-101 136,-18 9 67,1 191 160,-114-1-166,-12-11-6,-28 16 153,197-38 139,91-110-331,-30-5-47,-224 111-457,10-27 499,30 69 234,52-40-125,-6 9-23,-4 4-23,10 0-17,5-3-9,6 4-82,-25-12-268</inkml:trace>
</inkml:ink>
</file>

<file path=ppt/ink/ink7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5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9776 10930 136,'50'-79'5,"53"-12"48,18 46 34,-30 88 18,-71 31 6,-15 2-11,1 16 16,10 33-49,1-3-209,-33-42-74</inkml:trace>
</inkml:ink>
</file>

<file path=ppt/ink/ink8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5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9832 11009 143,'126'-106'473,"-28"100"-373,-165 126 16,-35-23-91,204-2-28,44-181-87,-47 12-22,-18 8-72,2 36-280</inkml:trace>
</inkml:ink>
</file>

<file path=ppt/ink/ink8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5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10342 10383 234,'161'-25'590,"-21"23"-607,-146 133 2,-24-14 16,53 15-6,27-1-62,-20 0-23,-36-15 72,-22-18 64,-38-2 64,-32-18-28,8-44-264</inkml:trace>
</inkml:ink>
</file>

<file path=ppt/ink/ink8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5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11096 10404 236,'97'-33'284,"-6"48"-117,20 27-52,-91 98-64,-89 1-47,-5-19-7,11-2-29,34 3-252,62-43 6,36 0 175,-38 39 374,-27-31-115,-20-12-576</inkml:trace>
</inkml:ink>
</file>

<file path=ppt/ink/ink8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5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22363 14474 533</inkml:trace>
</inkml:ink>
</file>

<file path=ppt/ink/ink8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5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14682 11846 751,'88'-8'-55,"-8"-11"105,-1-2-13,29-9-11,-7 3-30,-9 9-19,-71 93-369,-107 10 303,22-29 73,8-16 20,-5 8 7,-42 31 24,47-35-5,-20 15 2,-3-1 8,29-21-7,-18 13 2,11-7 9,-5 3 0,6-6 0,-21 18 30,1 3 9,167-32-17,-9-62-67,4-3 1,40-17 1,-22 6-1,-15 12 1,15-1-2,6 2-9,-24 11-33,-1 2-100,-19 1-113,-18 21-148</inkml:trace>
</inkml:ink>
</file>

<file path=ppt/ink/ink8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5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14782 11827 139,'-23'62'27,"8"-6"13,-3 16 3,-1 21 6,2-1-6,2 3-9,9-41-18,2 7-12,1 21-38,8-11-32,52-130-18,-26-7 37,-7 18-49</inkml:trace>
</inkml:ink>
</file>

<file path=ppt/ink/ink8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5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14955 11807 136,'7'67'56,"-4"-11"-2,-3 17 27,0-25-35,-1 8 3,-1 37 33,1-42-46,0 39 17,0-30-47,1 40-9,0-11-55,6 8-14,-2-27 6,2-18 13</inkml:trace>
</inkml:ink>
</file>

<file path=ppt/ink/ink8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6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15355 12013 633,'13'48'-222,"-15"-13"-185</inkml:trace>
</inkml:ink>
</file>

<file path=ppt/ink/ink8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6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15416 12134 523,'-24'36'81,"-4"2"19,-5 18 21,95-42-93,-23 9-211</inkml:trace>
</inkml:ink>
</file>

<file path=ppt/ink/ink8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6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16077 11688 602,'17'44'55,"5"0"-404</inkml:trace>
</inkml:ink>
</file>

<file path=ppt/ink/ink8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6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15988 11941 638,'64'32'-65,"-17"17"34,-4 8-4,-19-3 29,-23-1 42,-17 7 50,-14 2 9,-10-1-18,-14 0-28,84-139-190,12 27-216</inkml:trace>
</inkml:ink>
</file>

<file path=ppt/ink/ink8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6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16384 11533 138,'-3'41'370,"12"4"-336,-14-8-309</inkml:trace>
</inkml:ink>
</file>

<file path=ppt/ink/ink8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6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16349 11707 379,'79'-35'-58,"-16"11"58,6 12 31,-111 64-152,-14-23 99,-13 12 13,4 3 14,151-20 41,-26-34-39,6 0 13,-76 60-82,-40-4 9,1-11-10</inkml:trace>
</inkml:ink>
</file>

<file path=ppt/ink/ink8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6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16335 11810 136,'-43'79'209,"32"-27"-136,2 5-13,-4 12-17,1 14 5,3-11-13,-5 8-7,0 10-14,2-20-14,1 0-24,-1-6-14,-3 0-42,10-13-19</inkml:trace>
</inkml:ink>
</file>

<file path=ppt/ink/ink8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6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16652 11855 250,'-59'20'153,"-31"33"-26,34-23-53,-6-14-51,31-72-293,56-6 171,23 113 213,-44 2-11,0-2-26,4 9 14,37-8 71,39-76-152,-20-34-131,-20 7-216</inkml:trace>
</inkml:ink>
</file>

<file path=ppt/ink/ink8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6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16312 12144 305,'-18'45'-10,"1"10"31,8-20-75</inkml:trace>
</inkml:ink>
</file>

<file path=ppt/ink/ink8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6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16428 12138 136,'9'60'112,"-2"4"-56,1 4-23,52-85-3,-6-55 54,26 7 90,4 166-211,-48-47-114,-8-6-187</inkml:trace>
</inkml:ink>
</file>

<file path=ppt/ink/ink8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7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17561 11777 240,'-57'-29'140,"-29"-24"-67,34 28-51,2 6-11,-3 3 29,-4 20 54,1 30 23,10 29-44,19 18-48,11 23-15,14-17-7,2 31-7,5 3-12,3-11-27,0-17-59,-3-14-14,-4-24-16,-16-8-299</inkml:trace>
</inkml:ink>
</file>

<file path=ppt/ink/ink8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7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17070 12030 255,'46'-47'-13,"46"-17"16,-6 20 54,5 9 9,-42 20-28,3 8-6,5 11 2,17 61 12,-53-2-18,-15 15 26,-8 2 21,-6-4-7,-5 7-8,-4-7-26,-6 3-16,-43-26-132,-2-95-230,19 1-51</inkml:trace>
</inkml:ink>
</file>

<file path=ppt/ink/ink8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7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17179 12000 210,'57'13'93,"15"-34"-84,-5 14 9,-102 87 388,-9-15-364,111-15-426,16-89 277,-30 16-75</inkml:trace>
</inkml:ink>
</file>

<file path=ppt/ink/ink8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7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18006 11677 338,'-58'57'136,"-3"26"-59,25-33-69,3 2-9,93-48-315,-8-33 276,1 10 26,-5 11 1,14 31-1,-27 33 31,-24-6 41,-17 13 42,-16 5 35,-47 16 108,6-51-142,-22-30-60,84-99-75,43 25-49,21 13-140,-14 35-150</inkml:trace>
</inkml:ink>
</file>

<file path=ppt/ink/ink8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7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18209 11585 171,'23'55'386,"-14"4"-273,-5 21-44,-5-5-37,-3-2-9,-2 18-13,2-9-4,-4-2-6,-1 13-21,-1-10-111,-14-35-92</inkml:trace>
</inkml:ink>
</file>

<file path=ppt/ink/ink8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7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18278 12028 136,'64'25'274,"0"13"-268</inkml:trace>
</inkml:ink>
</file>

<file path=ppt/ink/ink8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7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18721 11789 376,'1'55'48,"5"7"-26,-1-14-3,0 0-2,0 20-3,-2-18-5,-3 24-16,-7-5-57,-7-21-46</inkml:trace>
</inkml:ink>
</file>

<file path=ppt/ink/ink8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7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18725 11850 163,'52'-13'34,"1"-3"19,2 5-7,10 6-25,-15 6-76</inkml:trace>
</inkml:ink>
</file>

<file path=ppt/ink/ink8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7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18976 11462 242,'0'55'19,"0"-10"5,0 19 6,0-3 23,0-26-59,0 21-104</inkml:trace>
</inkml:ink>
</file>

<file path=ppt/ink/ink8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7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19003 11501 136,'67'0'163,"0"16"-9,-28 72-35,-59-28-12,-7 2-46,5 9-11,78-9-85,24-63-181,-20-2 27,-26 62 69,-69 3 238,-4 10 9,20-21-85,7 10-84,5-13-108</inkml:trace>
</inkml:ink>
</file>

<file path=ppt/ink/ink8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8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18787 12084 522,'59'0'84,"10"0"-38,23 0-27,-26 0-29,30 0-67,-36 0-37,-8 13-352</inkml:trace>
</inkml:ink>
</file>

<file path=ppt/ink/ink8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8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19867 11316 246,'-73'49'446,"9"10"-411,8-11-154,5-5-115,105-45 12,4-15 217,-1 4 16,1 3 14,14 6 65,-102 83 420,-43-34-485,2 7-11,24 16-9,8 26-3,11 1-1,7-1-1,-1 1-6,4-16-12,-1 9-92,-1-14-80,-12-24-311</inkml:trace>
</inkml:ink>
</file>

<file path=ppt/ink/ink8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8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19689 11699 136,'51'-40'0,"17"1"0,2 5 4,-5 6 29,-13 13 23,8 13 45,-15 77 104,-38-17-95,-5 9-21,2 5-30,-1 20-18,1-1-22,-1 1-10,-6-6-7,-20 0-1,-33-19-9,-40-94-183,44-7-147</inkml:trace>
</inkml:ink>
</file>

<file path=ppt/ink/ink8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8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19648 11770 360,'81'-14'81,"-24"5"4,-3 2 0,10 0-18,3 7-30,-92 74 90,-42-20-114,-2 9-11,5-4 2,130-3 2,20-48-21,-21-66-236,-55-2-5</inkml:trace>
</inkml:ink>
</file>

<file path=ppt/ink/ink8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8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19893 11703 136,'-27'51'11,"4"32"-5,9-9 44,4-20-8,1 10 15,-4 43 57,6-50-48,-6 43 46,5-35-63,-2 30 1,4-17-63,-4 11-107,5-31-177</inkml:trace>
</inkml:ink>
</file>

<file path=ppt/ink/ink8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8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14634 13014 464,'5'37'324,"37"3"-504,-23-3-128</inkml:trace>
</inkml:ink>
</file>

<file path=ppt/ink/ink8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8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14624 13185 581,'-29'48'-29,"10"5"79,4 29 30,5 19-7,2-2-39,-1 0-31,-2-5-8,2-17-14,1 4-157,-16-31-124</inkml:trace>
</inkml:ink>
</file>

<file path=ppt/ink/ink8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8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15004 12941 232,'50'-22'-4,"35"-8"-1,-28 21 14,8 27 52,-16 52-9,-30 4-21,-9-2-3,-6-19-9,-4 36 15,0-35-6,-1 43 25,-2-34-16,-2 33 31,1-17-4,-1 3-5,-3 20 0,1-12-32,2 9-14,-6-9-8,-10 1-2,-60-51 0,4-76-3,4-17-1,-12-27-5,-3-12-14,35 25-8,-10-38-98,27 33-7,4 16-37</inkml:trace>
</inkml:ink>
</file>

<file path=ppt/ink/ink8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8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14651 13369 575,'60'-18'115,"6"-3"-5,34-2-51,-5 7-50,0-5-74,-38 25-106</inkml:trace>
</inkml:ink>
</file>

<file path=ppt/ink/ink8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8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14970 13120 219,'1'65'12,"5"-2"41,2 31 82,-5-35-27,3 14 33,-5-10-39,-10 23-27,-31-9-55,-43-48-14,-5-59-7,20-25-55,35-18-358</inkml:trace>
</inkml:ink>
</file>

<file path=ppt/ink/ink8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9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14831 13349 575,'-55'33'-72,"17"-7"22,-22 31-3</inkml:trace>
</inkml:ink>
</file>

<file path=ppt/ink/ink8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9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15548 13395 461,'7'39'166,"-13"-1"-379</inkml:trace>
</inkml:ink>
</file>

<file path=ppt/ink/ink8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9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15554 13534 136,'-49'45'627,"8"-23"-886</inkml:trace>
</inkml:ink>
</file>

<file path=ppt/ink/ink8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9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16121 13142 520,'0'38'231,"27"11"-523,-20-13-40</inkml:trace>
</inkml:ink>
</file>

<file path=ppt/ink/ink8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9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15995 13402 623,'37'52'9,"3"0"25,-4 1-17,-20 17 42,-37 3 3,-30 2-17,-6-3-29,138-156-49,-36 16-23,-2 0-140,9 24-379</inkml:trace>
</inkml:ink>
</file>

<file path=ppt/ink/ink8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9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16368 12871 390,'36'83'243,"-30"-36"-431,-10-9-10</inkml:trace>
</inkml:ink>
</file>

<file path=ppt/ink/ink8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9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16422 13081 171,'51'-42'24,"14"13"46,2 5 18,12 24-98,-105 55-97,-52 2 86,26-30 21,-6 1 2,0 2 7,8-3 60,138-19 38,7-31-103,-2-6-6,-171 25-85,-4 19 63,16-3-3,6 6 4,8 39 8,40-5 13,4 24 44,-4 18 40,-7 12 17,7-42-37,-5 6-1,-1-12-12,-6 26 9,7-16-22,0 1-45,-14-19-231</inkml:trace>
</inkml:ink>
</file>

<file path=ppt/ink/ink8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9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16588 13304 305,'-69'19'177,"-25"49"-93,34-28-83,4-11-112,42-96-201,56-4 305,21 34 54,0 110 357,-30-15-197,39-17-185,10-65-386,-32 27 37</inkml:trace>
</inkml:ink>
</file>

<file path=ppt/ink/ink8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9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16326 13547 253,'-9'37'-3,"-11"5"105,5-5-51</inkml:trace>
</inkml:ink>
</file>

<file path=ppt/ink/ink8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89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16456 13500 140,'-16'69'211,"45"10"-137,48-55-72,2-104 12,-8 13 22,-20 54 178,14 60-102,35-16-117,-45 8-266</inkml:trace>
</inkml:ink>
</file>

<file path=ppt/ink/ink8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0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17708 13026 311,'-84'0'130,"32"0"-56,-5-8-25,-8-11-23,1 1-4,4 0 16,-8 4 34,-4 15 15,16 57-52,50 26-29,8 1-4,8 15-2,1 9-8,-7 6-9,-8-5-14,-6-18-31,-9-11-27,-5-11-28,-13-21-406</inkml:trace>
</inkml:ink>
</file>

<file path=ppt/ink/ink8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0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17075 13415 139,'83'-76'1,"-28"38"3,19-12 8,-13 13 7,14-1 9,4-2 14,-22 11 0,28-11 12,0 15-8,-6 48-6,-67 67 47,-19-21 4,-1 11-1,-4 13-31,-2-4-32,-3-7-13,-4 7 12,-6-9-2,-3-3-10,-11-3-8,-45-68-22,23-73-121,27 2-98,28 16-109</inkml:trace>
</inkml:ink>
</file>

<file path=ppt/ink/ink8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0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17291 13247 198,'-17'51'39,"-1"9"53,29 10 79,40-70-102,9-26-36,3-5-13,2 0 9,-3 9 94,-101 99-44,-24 5-67,14-12-10,128-36-45,-28 12-237</inkml:trace>
</inkml:ink>
</file>

<file path=ppt/ink/ink8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0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18036 13108 188,'-6'67'34,"0"-3"33,2 17 14,1-29-36,0 16-11,-2-12-19,0-2-20,-5 10-16,1-11-2,0-2 1,-9 14-3,2-14-4,-13 21-151</inkml:trace>
</inkml:ink>
</file>

<file path=ppt/ink/ink8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0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17899 13355 145,'48'-55'-4,"5"7"3,18-2 1,-18 16 3,11 4 5,16-2 7,-20 11 1,3 1 0,4 5 7,2 8 16,-1 18 9,-13 46-3,-27 35 13,-20-42-17,-6 2 10,0 16 12,-4-9-1,-2 30 27,-8 0-25,-9 8-12,1-11-31,-9 2-12,-17-13-6,-38-61-11,-8-58-69,26-7-79,34 1-161</inkml:trace>
</inkml:ink>
</file>

<file path=ppt/ink/ink8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0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18367 12840 136,'-7'92'202,"-10"-12"-122,-7 7 19,6-31-48,-10 18 6,-5 2-20,1-1-14,-1-6-15,-1-7-28,-8-1-105,-9-22-418</inkml:trace>
</inkml:ink>
</file>

<file path=ppt/ink/ink8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0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18194 13257 136,'52'31'60,"-13"34"72,10 7 11,4-29-99,13-16-93,-18-22-23,0-3-40</inkml:trace>
</inkml:ink>
</file>

<file path=ppt/ink/ink8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0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18889 13019 172,'11'56'106,"-8"20"-15,-2-25-27,-5 17-6,2-6-12,0-3-17,-3 13 1,-8 19-3,-2-6-25,-5-13-37,-2-12-43,-5-10-130</inkml:trace>
</inkml:ink>
</file>

<file path=ppt/ink/ink8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0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18847 13034 136,'67'-10'60,"-15"9"-1,8 5 26,22 8 26,-26 51-36,-67-7-53,-17 6 40,-5 0 45,1 10-27,24 11-56,73-22-86,22-68-171,-32-22 18</inkml:trace>
</inkml:ink>
</file>

<file path=ppt/ink/ink8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0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19229 12999 139,'0'87'256,"-3"-39"-195,-6 6-13,-2 7-21,0 1-15,1-5-7,0 5-7,3-2-70,-15-10-398</inkml:trace>
</inkml:ink>
</file>

<file path=ppt/ink/ink8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10"/>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19180 13096 136,'47'-23'4,"27"-7"23,-18 14 10,-6 7 3,9 5-4,-6 29 59,-49 28-28,-10 1-31,-3 8 7,1 9 24,4 6 15,-1 9-19,3-4-28,0-4-25,-6 11-71,-8-3-100,-1-31 3,-10-8-82</inkml:trace>
</inkml:ink>
</file>

<file path=ppt/ink/ink8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1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18869 13634 163,'76'-3'397,"1"-3"-259,14 0-52,14 1-42,-2-1-46,4-2-86,-8-1-95,-40 2-121</inkml:trace>
</inkml:ink>
</file>

<file path=ppt/ink/ink8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1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19932 12778 232,'-43'49'467,"0"-10"-471,0-6-184,5-20-178</inkml:trace>
</inkml:ink>
</file>

<file path=ppt/ink/ink8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1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20047 12875 147,'72'0'161,"3"9"115,-90 51-53,-53-20-210,-9 8-10,13 19-1,17 7 1,10 4 0,2 10 0,8 5-3,1-1-9,2-10-13,6 12-60,-5-20-70,-5-12 25</inkml:trace>
</inkml:ink>
</file>

<file path=ppt/ink/ink8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14"/>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19729 13334 141,'39'-53'2,"26"5"15,-9 17 1,4 9 12,9-2-1,-1 2-1,-5 6-5,1 11 2,8 12 0,-16 46 153,-46 0-79,-6 15-11,-4 4-31,4 25-20,-2-17-28,-2 3-6,-3-6-1,-8 11 5,-19-10 1,-50-62-76,20-60-95,24-6-267</inkml:trace>
</inkml:ink>
</file>

<file path=ppt/ink/ink8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1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19785 13387 422,'62'-17'-12,"-6"-1"49,-5 4-5,-2 5 5,14-1 18,0 9-30,-97 49 183,-37-4-176,1 4-22,-1 2-4,6 4-2,96 22 10,59-77-13,-1-7-2,-4-8-33,-83-61-353,14 30-58</inkml:trace>
</inkml:ink>
</file>

<file path=ppt/ink/ink8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1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20003 13285 228,'-11'76'90,"5"4"-43,4-15-13,0 49 25,1-66-36,-3 29 17,-2-9-5,1 11-14,3-22-18,0-1-56,-16-4-328</inkml:trace>
</inkml:ink>
</file>

<file path=ppt/ink/ink8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1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24496 18144 533</inkml:trace>
</inkml:ink>
</file>

<file path=ppt/ink/ink8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18"/>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8326 17916 533,'353'60'123,"41"35"-207,195 81 25,3 39 15,-212-75 10,245 168 8,-174-86-3,214 99-15,-209-100 4,326 289 8,-218-134 31,-198-132-38,-241-168 29,43 28-3,-69-31 1,77 61-8</inkml:trace>
</inkml:ink>
</file>

<file path=ppt/ink/ink8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1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17102 17781 533,'192'49'-55,"226"41"-25,130-4 41,283 22 16,-341-44 7,273 60 5,304 73 3,-352-65 2,-261-48-38,-352-67 11,-21-5 29,25 7-1,10 2-3,82 18-4,6 1-8</inkml:trace>
</inkml:ink>
</file>

<file path=ppt/ink/ink8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20"/>
    </inkml:context>
    <inkml:brush xml:id="br0">
      <inkml:brushProperty name="width" value="0.05953" units="cm"/>
      <inkml:brushProperty name="height" value="0.05953" units="cm"/>
      <inkml:brushProperty name="fitToCurve" value="1"/>
    </inkml:brush>
  </inkml:definitions>
  <inkml:trace contextRef="#ctx0" brushRef="#br0">4895 11427 853,'155'0'-31,"-41"-10"26,52-13 3,-15-1 0,-36 16 4,77-10 1,-75 4-2,30 1-2,5-1 0,-55 7 0,41-4-1,-9 4 1,80-5-3,-68 7 3,79-4-1,-100 7 5,74 2 5,-69 2-1,68-1 5,-92 1-6,66 7 6,-70-2-7,61 6 3,-32-5-5,19 1 0,-31-5-2,26-6-5,-36-7-23,-48 27-78,0 1-625</inkml:trace>
</inkml:ink>
</file>

<file path=ppt/ink/ink8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21"/>
    </inkml:context>
    <inkml:brush xml:id="br0">
      <inkml:brushProperty name="width" value="0.05953" units="cm"/>
      <inkml:brushProperty name="height" value="0.05953" units="cm"/>
      <inkml:brushProperty name="fitToCurve" value="1"/>
    </inkml:brush>
  </inkml:definitions>
  <inkml:trace contextRef="#ctx0" brushRef="#br0">3707 11937 443,'75'71'346,"-66"-24"-515</inkml:trace>
</inkml:ink>
</file>

<file path=ppt/ink/ink8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22"/>
    </inkml:context>
    <inkml:brush xml:id="br0">
      <inkml:brushProperty name="width" value="0.05953" units="cm"/>
      <inkml:brushProperty name="height" value="0.05953" units="cm"/>
      <inkml:brushProperty name="fitToCurve" value="1"/>
    </inkml:brush>
  </inkml:definitions>
  <inkml:trace contextRef="#ctx0" brushRef="#br0">3701 12169 470,'96'97'88,"-103"-32"-189,-66 13 14,-9-37 113,25-21 45,-14 1 71,6 0 20,108 63-59,58-37-102,-2-3-1,42 18 1,6-3-1,-53-20-1,40 15-1,-12-6-2,-26-11-7,2 3-57,-42 10-200</inkml:trace>
</inkml:ink>
</file>

<file path=ppt/ink/ink8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23"/>
    </inkml:context>
    <inkml:brush xml:id="br0">
      <inkml:brushProperty name="width" value="0.05953" units="cm"/>
      <inkml:brushProperty name="height" value="0.05953" units="cm"/>
      <inkml:brushProperty name="fitToCurve" value="1"/>
    </inkml:brush>
  </inkml:definitions>
  <inkml:trace contextRef="#ctx0" brushRef="#br0">3936 11800 780,'42'58'-226,"-29"-15"-55</inkml:trace>
</inkml:ink>
</file>

<file path=ppt/ink/ink8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24"/>
    </inkml:context>
    <inkml:brush xml:id="br0">
      <inkml:brushProperty name="width" value="0.05953" units="cm"/>
      <inkml:brushProperty name="height" value="0.05953" units="cm"/>
      <inkml:brushProperty name="fitToCurve" value="1"/>
    </inkml:brush>
  </inkml:definitions>
  <inkml:trace contextRef="#ctx0" brushRef="#br0">3813 12104 338,'60'-3'308,"28"-25"-188,-3-3-83,21-8-83,-43 38-116</inkml:trace>
</inkml:ink>
</file>

<file path=ppt/ink/ink8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25"/>
    </inkml:context>
    <inkml:brush xml:id="br0">
      <inkml:brushProperty name="width" value="0.05953" units="cm"/>
      <inkml:brushProperty name="height" value="0.05953" units="cm"/>
      <inkml:brushProperty name="fitToCurve" value="1"/>
    </inkml:brush>
  </inkml:definitions>
  <inkml:trace contextRef="#ctx0" brushRef="#br0">4211 11995 155,'0'63'19,"-4"17"36,-16-9-1,-17 23 9,13-38-14,-13 13 2,5-13-7,-43 50 17,27-52-40,-61-54-3,113-84-53,9 5-16,7 21 16,10 0 8,75 53 245,-56 62-116,14 23-34,3 8-44,3-1-20,10-10-20,10-21-54,-42 0-192</inkml:trace>
</inkml:ink>
</file>

<file path=ppt/ink/ink8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26"/>
    </inkml:context>
    <inkml:brush xml:id="br0">
      <inkml:brushProperty name="width" value="0.05953" units="cm"/>
      <inkml:brushProperty name="height" value="0.05953" units="cm"/>
      <inkml:brushProperty name="fitToCurve" value="1"/>
    </inkml:brush>
  </inkml:definitions>
  <inkml:trace contextRef="#ctx0" brushRef="#br0">4546 11820 136,'0'93'325,"7"-29"-267,2 8-51,-4-3-50,-3-1-3,-9-11-38</inkml:trace>
</inkml:ink>
</file>

<file path=ppt/ink/ink8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27"/>
    </inkml:context>
    <inkml:brush xml:id="br0">
      <inkml:brushProperty name="width" value="0.05953" units="cm"/>
      <inkml:brushProperty name="height" value="0.05953" units="cm"/>
      <inkml:brushProperty name="fitToCurve" value="1"/>
    </inkml:brush>
  </inkml:definitions>
  <inkml:trace contextRef="#ctx0" brushRef="#br0">4588 11872 240,'58'-45'26,"33"2"88,14 13 40,-41 21-87,13 2 6,-8 45-35,-88 56 12,-13-3-2,-8 6-17,-5 0-32,-1-3-159,-12-35-331</inkml:trace>
</inkml:ink>
</file>

<file path=ppt/ink/ink8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28"/>
    </inkml:context>
    <inkml:brush xml:id="br0">
      <inkml:brushProperty name="width" value="0.05953" units="cm"/>
      <inkml:brushProperty name="height" value="0.05953" units="cm"/>
      <inkml:brushProperty name="fitToCurve" value="1"/>
    </inkml:brush>
  </inkml:definitions>
  <inkml:trace contextRef="#ctx0" brushRef="#br0">4717 11937 190,'68'-1'133,"-8"57"-61,-120 20-8,-48 17 48,46-41-80,4-5-17,-3-3-1,150-56 176,3-31-179,15-9-2,6 1-6,-21 21-26,-36 30-79,0 0-610</inkml:trace>
</inkml:ink>
</file>

<file path=ppt/ink/ink8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29"/>
    </inkml:context>
    <inkml:brush xml:id="br0">
      <inkml:brushProperty name="width" value="0.05953" units="cm"/>
      <inkml:brushProperty name="height" value="0.05953" units="cm"/>
      <inkml:brushProperty name="fitToCurve" value="1"/>
    </inkml:brush>
  </inkml:definitions>
  <inkml:trace contextRef="#ctx0" brushRef="#br0">4885 12105 155,'0'69'316,"0"63"-225,0-56-71,-1 4-13,-5-4-10,73-95-252,-32-67 147,-11 25 53,-16-2 31,-16 6 17,-18-11 6,-31 28 27,-34 84 90,17 25-42,29-13-50,-35 37-5,1-4-7,12-11 2,2-2-66</inkml:trace>
</inkml:ink>
</file>

<file path=ppt/ink/ink8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30"/>
    </inkml:context>
    <inkml:brush xml:id="br0">
      <inkml:brushProperty name="width" value="0.05953" units="cm"/>
      <inkml:brushProperty name="height" value="0.05953" units="cm"/>
      <inkml:brushProperty name="fitToCurve" value="1"/>
    </inkml:brush>
  </inkml:definitions>
  <inkml:trace contextRef="#ctx0" brushRef="#br0">4497 12380 136,'72'23'84,"-4"49"133,-20-11-90,-5-7-25,22 29-12,8-15-52,35-12-28,-6-54-24,-42 20-155</inkml:trace>
</inkml:ink>
</file>

<file path=ppt/ink/ink8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31"/>
    </inkml:context>
    <inkml:brush xml:id="br0">
      <inkml:brushProperty name="width" value="0.05953" units="cm"/>
      <inkml:brushProperty name="height" value="0.05953" units="cm"/>
      <inkml:brushProperty name="fitToCurve" value="1"/>
    </inkml:brush>
  </inkml:definitions>
  <inkml:trace contextRef="#ctx0" brushRef="#br0">5211 12242 222,'56'-53'27,"5"17"33,21-12 27,24-9-4,-39 22-60,-9 7-25,-64 91 219,-40 18-128,-5 10-69,3-4-17,-4 6-7,1-8-8,-7-1-6,-3-12-37,-5-11-88,7-34-160</inkml:trace>
</inkml:ink>
</file>

<file path=ppt/ink/ink8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32"/>
    </inkml:context>
    <inkml:brush xml:id="br0">
      <inkml:brushProperty name="width" value="0.05953" units="cm"/>
      <inkml:brushProperty name="height" value="0.05953" units="cm"/>
      <inkml:brushProperty name="fitToCurve" value="1"/>
    </inkml:brush>
  </inkml:definitions>
  <inkml:trace contextRef="#ctx0" brushRef="#br0">5246 12182 136,'16'57'75,"16"7"84,36 36 111,-5-31-248,-35-13-499</inkml:trace>
</inkml:ink>
</file>

<file path=ppt/ink/ink8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33"/>
    </inkml:context>
    <inkml:brush xml:id="br0">
      <inkml:brushProperty name="width" value="0.05953" units="cm"/>
      <inkml:brushProperty name="height" value="0.05953" units="cm"/>
      <inkml:brushProperty name="fitToCurve" value="1"/>
    </inkml:brush>
  </inkml:definitions>
  <inkml:trace contextRef="#ctx0" brushRef="#br0">5552 12255 136,'62'-25'0,"13"-17"10,-7 1 9,-1-18-9,-40 0-38,-35-9 17,-33 182 225,46-34-174,0-8-7,-1-9-7,-1 20-6,-2-21-5,-2-2-5,-2 7 0,-4 4 4,-15-5 50,-39-10 81,-27-35-33,6-91-76,87-42-37,59-12-13,25 35-45,20 10-108,-22 28-19,-30 22-157</inkml:trace>
</inkml:ink>
</file>

<file path=ppt/ink/ink8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34"/>
    </inkml:context>
    <inkml:brush xml:id="br0">
      <inkml:brushProperty name="width" value="0.05953" units="cm"/>
      <inkml:brushProperty name="height" value="0.05953" units="cm"/>
      <inkml:brushProperty name="fitToCurve" value="1"/>
    </inkml:brush>
  </inkml:definitions>
  <inkml:trace contextRef="#ctx0" brushRef="#br0">6613 11778 271,'-118'12'515,"14"-1"-506,11 9-10,-2 18 6,29 24 18,32 38-3,28 30-11,8-30-8,2 3-9,-2-1-13,-2 7-60,-4-10-12,-10-27-91,-15-17-277</inkml:trace>
</inkml:ink>
</file>

<file path=ppt/ink/ink8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35"/>
    </inkml:context>
    <inkml:brush xml:id="br0">
      <inkml:brushProperty name="width" value="0.05953" units="cm"/>
      <inkml:brushProperty name="height" value="0.05953" units="cm"/>
      <inkml:brushProperty name="fitToCurve" value="1"/>
    </inkml:brush>
  </inkml:definitions>
  <inkml:trace contextRef="#ctx0" brushRef="#br0">6135 12229 157,'40'-60'12,"20"12"37,22-9 50,24-7 90,24 18-1,-59 92-130,-68 42-17,-21 15 1,-6 13-17,7-10-15,7-8-9,12 6-59,-22-41-116</inkml:trace>
</inkml:ink>
</file>

<file path=ppt/ink/ink8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36"/>
    </inkml:context>
    <inkml:brush xml:id="br0">
      <inkml:brushProperty name="width" value="0.05953" units="cm"/>
      <inkml:brushProperty name="height" value="0.05953" units="cm"/>
      <inkml:brushProperty name="fitToCurve" value="1"/>
    </inkml:brush>
  </inkml:definitions>
  <inkml:trace contextRef="#ctx0" brushRef="#br0">6253 12195 271,'77'-22'290,"-90"181"19,-46-69-305,8-48-191</inkml:trace>
</inkml:ink>
</file>

<file path=ppt/ink/ink8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37"/>
    </inkml:context>
    <inkml:brush xml:id="br0">
      <inkml:brushProperty name="width" value="0.05953" units="cm"/>
      <inkml:brushProperty name="height" value="0.05953" units="cm"/>
      <inkml:brushProperty name="fitToCurve" value="1"/>
    </inkml:brush>
  </inkml:definitions>
  <inkml:trace contextRef="#ctx0" brushRef="#br0">6731 11745 149,'-52'66'409,"24"5"-404,4-9-19,45 3-42,43-33-27,-4-4 36,22 31 5,-25 13 32,-23 21 31,-35-11 83,-19-29 30,-35 6 38,-29-24-72,-22-29-68,42-106-25,102-19-9,41 21-4,-4 31-4,-9 38-175</inkml:trace>
</inkml:ink>
</file>

<file path=ppt/ink/ink8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38"/>
    </inkml:context>
    <inkml:brush xml:id="br0">
      <inkml:brushProperty name="width" value="0.05953" units="cm"/>
      <inkml:brushProperty name="height" value="0.05953" units="cm"/>
      <inkml:brushProperty name="fitToCurve" value="1"/>
    </inkml:brush>
  </inkml:definitions>
  <inkml:trace contextRef="#ctx0" brushRef="#br0">2518 12852 191,'-69'92'305,"9"-18"-201,-1-1-25,3-5-23,-16 17-20,9-13-19,5-7-11,-9 8-11,-15 18-41,11-17-72,17-18-59,-1-13-225</inkml:trace>
</inkml:ink>
</file>

<file path=ppt/ink/ink8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39"/>
    </inkml:context>
    <inkml:brush xml:id="br0">
      <inkml:brushProperty name="width" value="0.05953" units="cm"/>
      <inkml:brushProperty name="height" value="0.05953" units="cm"/>
      <inkml:brushProperty name="fitToCurve" value="1"/>
    </inkml:brush>
  </inkml:definitions>
  <inkml:trace contextRef="#ctx0" brushRef="#br0">2187 13144 208,'0'60'171,"0"7"-41,-4-2-17,-4 22-21,-3 14-19,-2 27-26,0-4-42,7-19-19,3-2-9,12-15-201,-23-28-69</inkml:trace>
</inkml:ink>
</file>

<file path=ppt/ink/ink8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40"/>
    </inkml:context>
    <inkml:brush xml:id="br0">
      <inkml:brushProperty name="width" value="0.05953" units="cm"/>
      <inkml:brushProperty name="height" value="0.05953" units="cm"/>
      <inkml:brushProperty name="fitToCurve" value="1"/>
    </inkml:brush>
  </inkml:definitions>
  <inkml:trace contextRef="#ctx0" brushRef="#br0">2308 13146 288,'7'97'310,"5"-19"-269,-1 9-35,-4 1-19,-3-8-28,-21-20-259</inkml:trace>
</inkml:ink>
</file>

<file path=ppt/ink/ink8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41"/>
    </inkml:context>
    <inkml:brush xml:id="br0">
      <inkml:brushProperty name="width" value="0.05953" units="cm"/>
      <inkml:brushProperty name="height" value="0.05953" units="cm"/>
      <inkml:brushProperty name="fitToCurve" value="1"/>
    </inkml:brush>
  </inkml:definitions>
  <inkml:trace contextRef="#ctx0" brushRef="#br0">2401 13174 340,'67'-59'-7,"3"23"76,45 20 150,-41 48-120,-35 43-44,-29 23-26,-14-8-9,-7 12-14,-4-1-60,-20 2-168,-9-43-327</inkml:trace>
</inkml:ink>
</file>

<file path=ppt/ink/ink8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42"/>
    </inkml:context>
    <inkml:brush xml:id="br0">
      <inkml:brushProperty name="width" value="0.05953" units="cm"/>
      <inkml:brushProperty name="height" value="0.05953" units="cm"/>
      <inkml:brushProperty name="fitToCurve" value="1"/>
    </inkml:brush>
  </inkml:definitions>
  <inkml:trace contextRef="#ctx0" brushRef="#br0">2411 13320 191,'67'-20'149,"34"-3"-20,-44 15-115,2 5-43,-84 62 199,-33 2-71,-5 10-62,7 7-17,77 16-128,53-75-12,-108 39 360,-42-9-235,-12-12 14,-1-6 22,193-3-36,14-36-49,19-18-96,-49 1 1,-29 28-134</inkml:trace>
</inkml:ink>
</file>

<file path=ppt/ink/ink8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43"/>
    </inkml:context>
    <inkml:brush xml:id="br0">
      <inkml:brushProperty name="width" value="0.05953" units="cm"/>
      <inkml:brushProperty name="height" value="0.05953" units="cm"/>
      <inkml:brushProperty name="fitToCurve" value="1"/>
    </inkml:brush>
  </inkml:definitions>
  <inkml:trace contextRef="#ctx0" brushRef="#br0">3212 13141 608,'67'62'259,"44"-78"-256,-8-6-3,22-7-5,-22-4-31,-48 38-67,3 1-615</inkml:trace>
</inkml:ink>
</file>

<file path=ppt/ink/ink8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44"/>
    </inkml:context>
    <inkml:brush xml:id="br0">
      <inkml:brushProperty name="width" value="0.05953" units="cm"/>
      <inkml:brushProperty name="height" value="0.05953" units="cm"/>
      <inkml:brushProperty name="fitToCurve" value="1"/>
    </inkml:brush>
  </inkml:definitions>
  <inkml:trace contextRef="#ctx0" brushRef="#br0">3467 13233 366,'-43'99'223,"6"-37"-118,-12 11-35,-9 7-27,-13 12-24,3-16-21,0-9-56,12-39-106</inkml:trace>
</inkml:ink>
</file>

<file path=ppt/ink/ink8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45"/>
    </inkml:context>
    <inkml:brush xml:id="br0">
      <inkml:brushProperty name="width" value="0.05953" units="cm"/>
      <inkml:brushProperty name="height" value="0.05953" units="cm"/>
      <inkml:brushProperty name="fitToCurve" value="1"/>
    </inkml:brush>
  </inkml:definitions>
  <inkml:trace contextRef="#ctx0" brushRef="#br0">3443 13348 198,'0'73'282,"0"-14"-177,-12 32 16,-7-9-54,-4 9-36,-3 2-18,5-2-30,-13-36-154</inkml:trace>
</inkml:ink>
</file>

<file path=ppt/ink/ink8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46"/>
    </inkml:context>
    <inkml:brush xml:id="br0">
      <inkml:brushProperty name="width" value="0.05953" units="cm"/>
      <inkml:brushProperty name="height" value="0.05953" units="cm"/>
      <inkml:brushProperty name="fitToCurve" value="1"/>
    </inkml:brush>
  </inkml:definitions>
  <inkml:trace contextRef="#ctx0" brushRef="#br0">3498 13373 136,'35'81'350,"-2"-9"-229,15-10-16,22-2-52,-32 0-313</inkml:trace>
</inkml:ink>
</file>

<file path=ppt/ink/ink8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47"/>
    </inkml:context>
    <inkml:brush xml:id="br0">
      <inkml:brushProperty name="width" value="0.05953" units="cm"/>
      <inkml:brushProperty name="height" value="0.05953" units="cm"/>
      <inkml:brushProperty name="fitToCurve" value="1"/>
    </inkml:brush>
  </inkml:definitions>
  <inkml:trace contextRef="#ctx0" brushRef="#br0">4295 13010 338,'-39'88'93,"27"-22"20,8 14-5,5 0-61,7-3-65,4 6-114,-6-20-197</inkml:trace>
</inkml:ink>
</file>

<file path=ppt/ink/ink8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48"/>
    </inkml:context>
    <inkml:brush xml:id="br0">
      <inkml:brushProperty name="width" value="0.05953" units="cm"/>
      <inkml:brushProperty name="height" value="0.05953" units="cm"/>
      <inkml:brushProperty name="fitToCurve" value="1"/>
    </inkml:brush>
  </inkml:definitions>
  <inkml:trace contextRef="#ctx0" brushRef="#br0">4368 13067 299,'74'-19'6,"21"11"73,21 22 76,-58 9-85,2 27-29,-52 43-84,-36-26-25,-25-5-20,-58-13-73,31-49 66,22-22 48,-9-34 35,129 8 58,-4 51-21,6 5-7,-87 60 58,-62-21 73,-21-3-51,32-14-77,12-3-17,2 3-25,137-15 8,-8-27 35,21-12 15,0-2-3,-3 6-31,-7 2-41,-3 3-79,-21 7-44</inkml:trace>
</inkml:ink>
</file>

<file path=ppt/ink/ink8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49"/>
    </inkml:context>
    <inkml:brush xml:id="br0">
      <inkml:brushProperty name="width" value="0.05953" units="cm"/>
      <inkml:brushProperty name="height" value="0.05953" units="cm"/>
      <inkml:brushProperty name="fitToCurve" value="1"/>
    </inkml:brush>
  </inkml:definitions>
  <inkml:trace contextRef="#ctx0" brushRef="#br0">4687 13354 136,'-36'76'484,"20"-8"-448,-6 7-34,8 0-133,78-94-207,-47-50 289,-60 5 45,-25 51 21,9 17 18,-16 16 23,-20 20 23,13 0-6,-13 9-2,34-25-86</inkml:trace>
</inkml:ink>
</file>

<file path=ppt/ink/ink8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50"/>
    </inkml:context>
    <inkml:brush xml:id="br0">
      <inkml:brushProperty name="width" value="0.05953" units="cm"/>
      <inkml:brushProperty name="height" value="0.05953" units="cm"/>
      <inkml:brushProperty name="fitToCurve" value="1"/>
    </inkml:brush>
  </inkml:definitions>
  <inkml:trace contextRef="#ctx0" brushRef="#br0">4265 13574 136,'40'64'20,"32"24"160,4-18 98,-9-29-124,29-4-70,25-31-78,-22-26-46,-9-13-26,8-18-123,-34 16-231</inkml:trace>
</inkml:ink>
</file>

<file path=ppt/ink/ink8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51"/>
    </inkml:context>
    <inkml:brush xml:id="br0">
      <inkml:brushProperty name="width" value="0.05953" units="cm"/>
      <inkml:brushProperty name="height" value="0.05953" units="cm"/>
      <inkml:brushProperty name="fitToCurve" value="1"/>
    </inkml:brush>
  </inkml:definitions>
  <inkml:trace contextRef="#ctx0" brushRef="#br0">5976 13337 269,'-56'-73'442,"-16"23"-354,-23 29-103,19 78-51,49 26-26,35 6 21,19-16 36,3-16 8,8 5 1,8-4-5,24 13-34,-9-9 5,-142-6 117,21-37 19,-2-4 30,-23-11-9,-22-11 9,22-16-63,8-49-150,46 15-127</inkml:trace>
</inkml:ink>
</file>

<file path=ppt/ink/ink8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52"/>
    </inkml:context>
    <inkml:brush xml:id="br0">
      <inkml:brushProperty name="width" value="0.05953" units="cm"/>
      <inkml:brushProperty name="height" value="0.05953" units="cm"/>
      <inkml:brushProperty name="fitToCurve" value="1"/>
    </inkml:brush>
  </inkml:definitions>
  <inkml:trace contextRef="#ctx0" brushRef="#br0">6013 13563 221,'76'-30'173,"-17"17"-39,26 1 11,-3 0-58,6 0-68,0 0-138,-13-1-208</inkml:trace>
</inkml:ink>
</file>

<file path=ppt/ink/ink9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53"/>
    </inkml:context>
    <inkml:brush xml:id="br0">
      <inkml:brushProperty name="width" value="0.05953" units="cm"/>
      <inkml:brushProperty name="height" value="0.05953" units="cm"/>
      <inkml:brushProperty name="fitToCurve" value="1"/>
    </inkml:brush>
  </inkml:definitions>
  <inkml:trace contextRef="#ctx0" brushRef="#br0">6273 13305 293,'-10'116'181,"5"-29"-45,0-3-21,8 4-51,10 0-249,-20-32-20</inkml:trace>
</inkml:ink>
</file>

<file path=ppt/ink/ink9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54"/>
    </inkml:context>
    <inkml:brush xml:id="br0">
      <inkml:brushProperty name="width" value="0.05953" units="cm"/>
      <inkml:brushProperty name="height" value="0.05953" units="cm"/>
      <inkml:brushProperty name="fitToCurve" value="1"/>
    </inkml:brush>
  </inkml:definitions>
  <inkml:trace contextRef="#ctx0" brushRef="#br0">6034 13214 140,'-32'70'4,"0"12"13,16-23 4,7 21 15,6 14 22,8-21 6,34 47 57,-7-60-39,27-2-3,3-21-17,54-6-2,-27-30-43,7-16-22,21-30-34,-29-14-14,-31-19 18,-25-13 56,-29-9 40,-26-5-5,-19 10-18,-22 7-15,-7 23-4,-18 19-4,-14 48-32,47-18-88,1-1-627</inkml:trace>
</inkml:ink>
</file>

<file path=ppt/ink/ink9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55"/>
    </inkml:context>
    <inkml:brush xml:id="br0">
      <inkml:brushProperty name="width" value="0.05953" units="cm"/>
      <inkml:brushProperty name="height" value="0.05953" units="cm"/>
      <inkml:brushProperty name="fitToCurve" value="1"/>
    </inkml:brush>
  </inkml:definitions>
  <inkml:trace contextRef="#ctx0" brushRef="#br0">6981 13110 288,'0'113'361,"0"-6"-273,-3 4-58,-6 18-14,-4-17-13,-5-3-42,6-18-69,-4-14-61,-14-22-297</inkml:trace>
</inkml:ink>
</file>

<file path=ppt/ink/ink9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56"/>
    </inkml:context>
    <inkml:brush xml:id="br0">
      <inkml:brushProperty name="width" value="0.05953" units="cm"/>
      <inkml:brushProperty name="height" value="0.05953" units="cm"/>
      <inkml:brushProperty name="fitToCurve" value="1"/>
    </inkml:brush>
  </inkml:definitions>
  <inkml:trace contextRef="#ctx0" brushRef="#br0">6911 13300 762,'96'-38'-157,"-15"8"200,-10 4-7,26 3 14,-12 10-75,2 10-112,-28 21-153</inkml:trace>
</inkml:ink>
</file>

<file path=ppt/ink/ink9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57"/>
    </inkml:context>
    <inkml:brush xml:id="br0">
      <inkml:brushProperty name="width" value="0.05953" units="cm"/>
      <inkml:brushProperty name="height" value="0.05953" units="cm"/>
      <inkml:brushProperty name="fitToCurve" value="1"/>
    </inkml:brush>
  </inkml:definitions>
  <inkml:trace contextRef="#ctx0" brushRef="#br0">6907 13520 548,'64'-2'93,"14"-9"-19,12 0-11,4-1-41,17 2-68,-25 12-134,-27 18-111</inkml:trace>
</inkml:ink>
</file>

<file path=ppt/ink/ink9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58"/>
    </inkml:context>
    <inkml:brush xml:id="br0">
      <inkml:brushProperty name="width" value="0.05953" units="cm"/>
      <inkml:brushProperty name="height" value="0.05953" units="cm"/>
      <inkml:brushProperty name="fitToCurve" value="1"/>
    </inkml:brush>
  </inkml:definitions>
  <inkml:trace contextRef="#ctx0" brushRef="#br0">6910 13782 809,'97'13'64,"26"-33"-63,-17-9-1,43-17-2,-20 0-7,-69 46-98,-1 0-641</inkml:trace>
</inkml:ink>
</file>

<file path=ppt/ink/ink9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59"/>
    </inkml:context>
    <inkml:brush xml:id="br0">
      <inkml:brushProperty name="width" value="0.05953" units="cm"/>
      <inkml:brushProperty name="height" value="0.05953" units="cm"/>
      <inkml:brushProperty name="fitToCurve" value="1"/>
    </inkml:brush>
  </inkml:definitions>
  <inkml:trace contextRef="#ctx0" brushRef="#br0">9777 17122 533</inkml:trace>
</inkml:ink>
</file>

<file path=ppt/ink/ink9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60"/>
    </inkml:context>
    <inkml:brush xml:id="br0">
      <inkml:brushProperty name="width" value="0.05953" units="cm"/>
      <inkml:brushProperty name="height" value="0.05953" units="cm"/>
      <inkml:brushProperty name="fitToCurve" value="1"/>
    </inkml:brush>
  </inkml:definitions>
  <inkml:trace contextRef="#ctx0" brushRef="#br0">9602 28709 533,'491'-72'-94,"261"-103"29,-383 88 33,594-90 12,-365 67 8,561-44 3,-372 53 2,571-63 2,-406 51 1,616-36-13,-489 47 12,712-84 5,-521 52 0,507 0 0,-547 43 0,626 29 0,-572 20 0,377 18 0,-520 7 0,-411 8-39,-558 3 33,-35 4 2,10 0-1,83 2-3,-58 0-4,122 0-8</inkml:trace>
</inkml:ink>
</file>

<file path=ppt/ink/ink9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61"/>
    </inkml:context>
    <inkml:brush xml:id="br0">
      <inkml:brushProperty name="width" value="0.05953" units="cm"/>
      <inkml:brushProperty name="height" value="0.05953" units="cm"/>
      <inkml:brushProperty name="fitToCurve" value="1"/>
    </inkml:brush>
  </inkml:definitions>
  <inkml:trace contextRef="#ctx0" brushRef="#br0">17192 21227 533,'736'-151'-142,"328"19"95,-471 61 23,388 20 10,-369 22 5,612 10 2,-368 8 3,407 26 0,-373-2 1,578 108-13,-424-29 16,469 102 0,-448-54 0,-379-49-39,-542-78 33,108 18-3,-44-2 1,-28 0-4,120 19-8</inkml:trace>
</inkml:ink>
</file>

<file path=ppt/ink/ink9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62"/>
    </inkml:context>
    <inkml:brush xml:id="br0">
      <inkml:brushProperty name="width" value="0.05953" units="cm"/>
      <inkml:brushProperty name="height" value="0.05953" units="cm"/>
      <inkml:brushProperty name="fitToCurve" value="1"/>
    </inkml:brush>
  </inkml:definitions>
  <inkml:trace contextRef="#ctx0" brushRef="#br0">18208 17069 533,'1300'-351'-142,"-40"139"95,-525 96 23,473-48 10,-379 53 5,484-26 2,-330 39 3,656 2 0,-457 31 1,573 5-13,-517 22 16,616 68 0,-532-4 0,-471-9-39,-671-19 33,-31 2 2,10 2-1,88 2-3,-23 6-4,156 9-8</inkml:trace>
</inkml:ink>
</file>

<file path=ppt/ink/ink9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63"/>
    </inkml:context>
    <inkml:brush xml:id="br0">
      <inkml:brushProperty name="width" value="0.05953" units="cm"/>
      <inkml:brushProperty name="height" value="0.05953" units="cm"/>
      <inkml:brushProperty name="fitToCurve" value="1"/>
    </inkml:brush>
  </inkml:definitions>
  <inkml:trace contextRef="#ctx0" brushRef="#br0">14183 13211 136,'109'-73'473,"-34"42"-304,37 14-127,-93 121-131,-68-15 73,1-14 14,-12 18-1,1 6-13,-1-9-40,-1-9-61,-34-19-253</inkml:trace>
</inkml:ink>
</file>

<file path=ppt/ink/ink9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64"/>
    </inkml:context>
    <inkml:brush xml:id="br0">
      <inkml:brushProperty name="width" value="0.05953" units="cm"/>
      <inkml:brushProperty name="height" value="0.05953" units="cm"/>
      <inkml:brushProperty name="fitToCurve" value="1"/>
    </inkml:brush>
  </inkml:definitions>
  <inkml:trace contextRef="#ctx0" brushRef="#br0">14118 13250 138,'88'92'259,"-11"22"-39,-14-42-220,-31-8-611</inkml:trace>
</inkml:ink>
</file>

<file path=ppt/ink/ink9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65"/>
    </inkml:context>
    <inkml:brush xml:id="br0">
      <inkml:brushProperty name="width" value="0.05953" units="cm"/>
      <inkml:brushProperty name="height" value="0.05953" units="cm"/>
      <inkml:brushProperty name="fitToCurve" value="1"/>
    </inkml:brush>
  </inkml:definitions>
  <inkml:trace contextRef="#ctx0" brushRef="#br0">14476 13415 136,'45'-64'4,"7"0"11,4-4 4,1-4-6,-5 10-28,3 1-52</inkml:trace>
</inkml:ink>
</file>

<file path=ppt/ink/ink9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66"/>
    </inkml:context>
    <inkml:brush xml:id="br0">
      <inkml:brushProperty name="width" value="0.05953" units="cm"/>
      <inkml:brushProperty name="height" value="0.05953" units="cm"/>
      <inkml:brushProperty name="fitToCurve" value="1"/>
    </inkml:brush>
  </inkml:definitions>
  <inkml:trace contextRef="#ctx0" brushRef="#br0">14826 12973 136,'-15'69'88,"13"43"8,6-51-55,1 24-7,0-11-11,-1-5-11,-3 27-3,-3-22-4,-2-12 1,-8 2 3,-13 4 32,-91 21 217,14-98-165,17-50-66,66-70-20,88 18-8,29 25-6,9 15-97,-24 17-281</inkml:trace>
</inkml:ink>
</file>

<file path=ppt/ink/ink9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67"/>
    </inkml:context>
    <inkml:brush xml:id="br0">
      <inkml:brushProperty name="width" value="0.05953" units="cm"/>
      <inkml:brushProperty name="height" value="0.05953" units="cm"/>
      <inkml:brushProperty name="fitToCurve" value="1"/>
    </inkml:brush>
  </inkml:definitions>
  <inkml:trace contextRef="#ctx0" brushRef="#br0">15168 13399 823,'104'-20'16,"26"-10"-2,40-15-3,-57 18-11,-1 6-103,-44 30-60</inkml:trace>
</inkml:ink>
</file>

<file path=ppt/ink/ink9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68"/>
    </inkml:context>
    <inkml:brush xml:id="br0">
      <inkml:brushProperty name="width" value="0.05953" units="cm"/>
      <inkml:brushProperty name="height" value="0.05953" units="cm"/>
      <inkml:brushProperty name="fitToCurve" value="1"/>
    </inkml:brush>
  </inkml:definitions>
  <inkml:trace contextRef="#ctx0" brushRef="#br0">16000 12898 623,'0'79'113,"0"30"-47,0 5-22,0 22-30,-2-13-12,-13-1-2,-2 2-23,-18-28-243,-11-36-148</inkml:trace>
</inkml:ink>
</file>

<file path=ppt/ink/ink9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69"/>
    </inkml:context>
    <inkml:brush xml:id="br0">
      <inkml:brushProperty name="width" value="0.05953" units="cm"/>
      <inkml:brushProperty name="height" value="0.05953" units="cm"/>
      <inkml:brushProperty name="fitToCurve" value="1"/>
    </inkml:brush>
  </inkml:definitions>
  <inkml:trace contextRef="#ctx0" brushRef="#br0">15854 13243 258,'64'-68'88,"19"18"28,-19 27-53,18-5 46,-4 10-20,20 10-16,-28 25-243</inkml:trace>
</inkml:ink>
</file>

<file path=ppt/ink/ink9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70"/>
    </inkml:context>
    <inkml:brush xml:id="br0">
      <inkml:brushProperty name="width" value="0.05953" units="cm"/>
      <inkml:brushProperty name="height" value="0.05953" units="cm"/>
      <inkml:brushProperty name="fitToCurve" value="1"/>
    </inkml:brush>
  </inkml:definitions>
  <inkml:trace contextRef="#ctx0" brushRef="#br0">15958 13258 136,'72'0'395,"9"0"-219,34-6-54,-7-4-125,-36 23-174</inkml:trace>
</inkml:ink>
</file>

<file path=ppt/ink/ink9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71"/>
    </inkml:context>
    <inkml:brush xml:id="br0">
      <inkml:brushProperty name="width" value="0.05953" units="cm"/>
      <inkml:brushProperty name="height" value="0.05953" units="cm"/>
      <inkml:brushProperty name="fitToCurve" value="1"/>
    </inkml:brush>
  </inkml:definitions>
  <inkml:trace contextRef="#ctx0" brushRef="#br0">15899 13542 562,'80'14'255,"33"-28"-205,-4-11-52,-9-17-101,-32 40-60</inkml:trace>
</inkml:ink>
</file>

<file path=ppt/ink/ink9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72"/>
    </inkml:context>
    <inkml:brush xml:id="br0">
      <inkml:brushProperty name="width" value="0.05953" units="cm"/>
      <inkml:brushProperty name="height" value="0.05953" units="cm"/>
      <inkml:brushProperty name="fitToCurve" value="1"/>
    </inkml:brush>
  </inkml:definitions>
  <inkml:trace contextRef="#ctx0" brushRef="#br0">16510 12945 242,'68'65'39,"-31"-5"15,-5 2 8,-4 3 26,-8 21 5,-13-8-14,-13 32 8,-22 4-39,-12-21-32,-23 15-20,-7-27-18,1-38-244</inkml:trace>
</inkml:ink>
</file>

<file path=ppt/ink/ink9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73"/>
    </inkml:context>
    <inkml:brush xml:id="br0">
      <inkml:brushProperty name="width" value="0.05953" units="cm"/>
      <inkml:brushProperty name="height" value="0.05953" units="cm"/>
      <inkml:brushProperty name="fitToCurve" value="1"/>
    </inkml:brush>
  </inkml:definitions>
  <inkml:trace contextRef="#ctx0" brushRef="#br0">15414 12759 305,'-71'73'34,"10"6"41,18-13-12,4 6-5,-1 39-4,16-12-5,14-1-12,20 23-5,12-15-6,11-13-7,32 16-26,9-24-25,6-19-40,-39-2-253</inkml:trace>
</inkml:ink>
</file>

<file path=ppt/ink/ink9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74"/>
    </inkml:context>
    <inkml:brush xml:id="br0">
      <inkml:brushProperty name="width" value="0.05953" units="cm"/>
      <inkml:brushProperty name="height" value="0.05953" units="cm"/>
      <inkml:brushProperty name="fitToCurve" value="1"/>
    </inkml:brush>
  </inkml:definitions>
  <inkml:trace contextRef="#ctx0" brushRef="#br0">17260 12652 474,'49'108'315,"-57"-57"-484</inkml:trace>
</inkml:ink>
</file>

<file path=ppt/ink/ink9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75"/>
    </inkml:context>
    <inkml:brush xml:id="br0">
      <inkml:brushProperty name="width" value="0.05953" units="cm"/>
      <inkml:brushProperty name="height" value="0.05953" units="cm"/>
      <inkml:brushProperty name="fitToCurve" value="1"/>
    </inkml:brush>
  </inkml:definitions>
  <inkml:trace contextRef="#ctx0" brushRef="#br0">17030 13006 384,'65'-36'383,"50"-7"-316,13 5-43,8 2-17,-23 17-5,16 9-15,-68 27-93,1-1-634</inkml:trace>
</inkml:ink>
</file>

<file path=ppt/ink/ink9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76"/>
    </inkml:context>
    <inkml:brush xml:id="br0">
      <inkml:brushProperty name="width" value="0.05953" units="cm"/>
      <inkml:brushProperty name="height" value="0.05953" units="cm"/>
      <inkml:brushProperty name="fitToCurve" value="1"/>
    </inkml:brush>
  </inkml:definitions>
  <inkml:trace contextRef="#ctx0" brushRef="#br0">17310 12957 363,'-11'75'154,"-12"17"-52,-6 27 2,5-32-47,-25 46-6,0 11-30,2-21-13,-1-2-9,-7 4-27,7-36 0,-20-23-379</inkml:trace>
</inkml:ink>
</file>

<file path=ppt/ink/ink9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77"/>
    </inkml:context>
    <inkml:brush xml:id="br0">
      <inkml:brushProperty name="width" value="0.05953" units="cm"/>
      <inkml:brushProperty name="height" value="0.05953" units="cm"/>
      <inkml:brushProperty name="fitToCurve" value="1"/>
    </inkml:brush>
  </inkml:definitions>
  <inkml:trace contextRef="#ctx0" brushRef="#br0">17508 12862 139,'-59'68'207,"-25"23"81,23-37-200,-1 9-127,7 2-259</inkml:trace>
</inkml:ink>
</file>

<file path=ppt/ink/ink9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78"/>
    </inkml:context>
    <inkml:brush xml:id="br0">
      <inkml:brushProperty name="width" value="0.05953" units="cm"/>
      <inkml:brushProperty name="height" value="0.05953" units="cm"/>
      <inkml:brushProperty name="fitToCurve" value="1"/>
    </inkml:brush>
  </inkml:definitions>
  <inkml:trace contextRef="#ctx0" brushRef="#br0">17349 13013 136,'1'82'72,"-13"3"65,1-19-29,1 5-30,-1-1-60,2-1-157</inkml:trace>
</inkml:ink>
</file>

<file path=ppt/ink/ink9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79"/>
    </inkml:context>
    <inkml:brush xml:id="br0">
      <inkml:brushProperty name="width" value="0.05953" units="cm"/>
      <inkml:brushProperty name="height" value="0.05953" units="cm"/>
      <inkml:brushProperty name="fitToCurve" value="1"/>
    </inkml:brush>
  </inkml:definitions>
  <inkml:trace contextRef="#ctx0" brushRef="#br0">17334 13313 136,'28'-72'3,"33"-2"22,15 3 12,13-13-15,-21 17-59,-118 157 149,43 5 47,11-24-59,-4 3-17,-14 15-83,-27-16-50,-37-75 211,52-88-64,93-2-103,-7 48-174</inkml:trace>
</inkml:ink>
</file>

<file path=ppt/ink/ink9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80"/>
    </inkml:context>
    <inkml:brush xml:id="br0">
      <inkml:brushProperty name="width" value="0.05953" units="cm"/>
      <inkml:brushProperty name="height" value="0.05953" units="cm"/>
      <inkml:brushProperty name="fitToCurve" value="1"/>
    </inkml:brush>
  </inkml:definitions>
  <inkml:trace contextRef="#ctx0" brushRef="#br0">17330 13386 266,'-8'69'36,"-24"59"64,18-68-40,0 6 13,-2 3-12,-11 26-3,6-13-62,-3 5-151,-16-27-336</inkml:trace>
</inkml:ink>
</file>

<file path=ppt/ink/ink9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81"/>
    </inkml:context>
    <inkml:brush xml:id="br0">
      <inkml:brushProperty name="width" value="0.05953" units="cm"/>
      <inkml:brushProperty name="height" value="0.05953" units="cm"/>
      <inkml:brushProperty name="fitToCurve" value="1"/>
    </inkml:brush>
  </inkml:definitions>
  <inkml:trace contextRef="#ctx0" brushRef="#br0">17247 13767 136,'58'-78'0,"0"5"0,30-13 9,1 20 28,-9 24 41,7 26 41,6 104 71,-75-19-84,-15 16-18,-14 18-14,-11 18-48,-15-21-25,-76-92-64,45-26-109</inkml:trace>
</inkml:ink>
</file>

<file path=ppt/ink/ink9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82"/>
    </inkml:context>
    <inkml:brush xml:id="br0">
      <inkml:brushProperty name="width" value="0.05953" units="cm"/>
      <inkml:brushProperty name="height" value="0.05953" units="cm"/>
      <inkml:brushProperty name="fitToCurve" value="1"/>
    </inkml:brush>
  </inkml:definitions>
  <inkml:trace contextRef="#ctx0" brushRef="#br0">17660 13189 182,'76'10'453,"-101"76"-293,-42 32-109,-8-9-36,3-12-8,-1-8-2,12 12 3,186-106-9,-17-39-3,-173 140 3,198-153-195,-69 53 51</inkml:trace>
</inkml:ink>
</file>

<file path=ppt/ink/ink9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83"/>
    </inkml:context>
    <inkml:brush xml:id="br0">
      <inkml:brushProperty name="width" value="0.05953" units="cm"/>
      <inkml:brushProperty name="height" value="0.05953" units="cm"/>
      <inkml:brushProperty name="fitToCurve" value="1"/>
    </inkml:brush>
  </inkml:definitions>
  <inkml:trace contextRef="#ctx0" brushRef="#br0">18272 12883 290,'-71'107'504,"7"-14"-458,1-5-30,-14 9-9,188-47-54,12-99 48,-9-4 3,-10-3 11,-218 89 9,17 46-26,16 2 0,21 33 5,35 0 2,20-9 0,7 7-3,102-172-195,-55-21 69,5-6-15,12-18-15,-33 45 100,1-4 7,0-3 49,-24 185 629,-14-5-581,8-3-132,-24-46-81</inkml:trace>
</inkml:ink>
</file>

<file path=ppt/ink/ink9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84"/>
    </inkml:context>
    <inkml:brush xml:id="br0">
      <inkml:brushProperty name="width" value="0.05953" units="cm"/>
      <inkml:brushProperty name="height" value="0.05953" units="cm"/>
      <inkml:brushProperty name="fitToCurve" value="1"/>
    </inkml:brush>
  </inkml:definitions>
  <inkml:trace contextRef="#ctx0" brushRef="#br0">18340 13297 184,'74'-53'113,"10"28"52,-17 13-52,8-2-30,12 6-38,-127 91 129,-59-7-173,2 4-4,16 0 0,197-68-47,-28-89-185,-50 15-144</inkml:trace>
</inkml:ink>
</file>

<file path=ppt/ink/ink9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85"/>
    </inkml:context>
    <inkml:brush xml:id="br0">
      <inkml:brushProperty name="width" value="0.05953" units="cm"/>
      <inkml:brushProperty name="height" value="0.05953" units="cm"/>
      <inkml:brushProperty name="fitToCurve" value="1"/>
    </inkml:brush>
  </inkml:definitions>
  <inkml:trace contextRef="#ctx0" brushRef="#br0">18678 12947 148,'-37'80'559,"10"32"-463,3 10-83,0-23-22,2 0-22,-2-1-39,-2-10-40,-3-13 0,0-13 29,-42 39-21,-6-37 82,-3-33 231,141-60 160,55-35-364,-3 0-3,11 1-1,-6 14 0,-4 17-1,-3 59 1,-126 97 0,-4-15-2,-18-41-192</inkml:trace>
</inkml:ink>
</file>

<file path=ppt/ink/ink9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86"/>
    </inkml:context>
    <inkml:brush xml:id="br0">
      <inkml:brushProperty name="width" value="0.05953" units="cm"/>
      <inkml:brushProperty name="height" value="0.05953" units="cm"/>
      <inkml:brushProperty name="fitToCurve" value="1"/>
    </inkml:brush>
  </inkml:definitions>
  <inkml:trace contextRef="#ctx0" brushRef="#br0">13341 12770 217,'56'144'654,"-57"-30"-653,-20 21-19,3-27-89,-19-40-147</inkml:trace>
</inkml:ink>
</file>

<file path=ppt/ink/ink9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87"/>
    </inkml:context>
    <inkml:brush xml:id="br0">
      <inkml:brushProperty name="width" value="0.05953" units="cm"/>
      <inkml:brushProperty name="height" value="0.05953" units="cm"/>
      <inkml:brushProperty name="fitToCurve" value="1"/>
    </inkml:brush>
  </inkml:definitions>
  <inkml:trace contextRef="#ctx0" brushRef="#br0">13237 12908 217,'53'-68'88,"32"18"21,-16 17-61,51-6 7,-56 26-42,5 10-4,0 30-3,-39 43 4,-38 16 59,-22 13 14,-9-11-36,-1-4-71,-1 0-326</inkml:trace>
</inkml:ink>
</file>

<file path=ppt/ink/ink9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88"/>
    </inkml:context>
    <inkml:brush xml:id="br0">
      <inkml:brushProperty name="width" value="0.05953" units="cm"/>
      <inkml:brushProperty name="height" value="0.05953" units="cm"/>
      <inkml:brushProperty name="fitToCurve" value="1"/>
    </inkml:brush>
  </inkml:definitions>
  <inkml:trace contextRef="#ctx0" brushRef="#br0">13455 12950 184,'62'-2'28,"0"-4"56,7 39-1,-146 41 18,9-27 20,-2 4-17,-13 3-34,-10 9-39,8-3-17,198-92-15,20-14-3,-36 11-1,16 0-34,-17 13-93,-21 48-179,-129 35 124</inkml:trace>
</inkml:ink>
</file>

<file path=ppt/ink/ink9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89"/>
    </inkml:context>
    <inkml:brush xml:id="br0">
      <inkml:brushProperty name="width" value="0.05953" units="cm"/>
      <inkml:brushProperty name="height" value="0.05953" units="cm"/>
      <inkml:brushProperty name="fitToCurve" value="1"/>
    </inkml:brush>
  </inkml:definitions>
  <inkml:trace contextRef="#ctx0" brushRef="#br0">13656 13137 147,'6'96'587,"-14"5"-544,-15 3-54,4-10-101,98-74-163,-2-98 268,-67 2-201,-89 36 182,19 20 46,-22 13 68,-13 49 27,7 29-73,-1 15-31,-10 4-15,14-26-8,25-33-28</inkml:trace>
</inkml:ink>
</file>

<file path=ppt/ink/ink9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90"/>
    </inkml:context>
    <inkml:brush xml:id="br0">
      <inkml:brushProperty name="width" value="0.05953" units="cm"/>
      <inkml:brushProperty name="height" value="0.05953" units="cm"/>
      <inkml:brushProperty name="fitToCurve" value="1"/>
    </inkml:brush>
  </inkml:definitions>
  <inkml:trace contextRef="#ctx0" brushRef="#br0">13307 13324 424,'67'54'34,"-10"9"82,51 67 47,-26-38-67,13-11-57,16-23-30,22-33-7,40-65-1,-45-27-1,1-23-3,-2-28-164,-43 38-237</inkml:trace>
</inkml:ink>
</file>

<file path=ppt/ink/ink9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91"/>
    </inkml:context>
    <inkml:brush xml:id="br0">
      <inkml:brushProperty name="width" value="0.05953" units="cm"/>
      <inkml:brushProperty name="height" value="0.05953" units="cm"/>
      <inkml:brushProperty name="fitToCurve" value="1"/>
    </inkml:brush>
  </inkml:definitions>
  <inkml:trace contextRef="#ctx0" brushRef="#br0">19676 12950 187,'-103'-28'200,"9"-8"-176,-12-16 16,44 16 21,1 7 39,43 121 3,25 16-98,-8-9 1,-10 19 2,-4 8 3,-2 9 1,-4 3-25,5-17-43,3-12-52,7-23-43,1-26-23</inkml:trace>
</inkml:ink>
</file>

<file path=ppt/ink/ink9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92"/>
    </inkml:context>
    <inkml:brush xml:id="br0">
      <inkml:brushProperty name="width" value="0.05953" units="cm"/>
      <inkml:brushProperty name="height" value="0.05953" units="cm"/>
      <inkml:brushProperty name="fitToCurve" value="1"/>
    </inkml:brush>
  </inkml:definitions>
  <inkml:trace contextRef="#ctx0" brushRef="#br0">19238 13199 136,'78'-60'4,"-2"21"38,11 43 96,-66 96 73,-14-26-165,-2-2-24,0 17-4,-7 2-20,-2-16-31,-4-5-41,-3-6-135</inkml:trace>
</inkml:ink>
</file>

<file path=ppt/ink/ink9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93"/>
    </inkml:context>
    <inkml:brush xml:id="br0">
      <inkml:brushProperty name="width" value="0.05953" units="cm"/>
      <inkml:brushProperty name="height" value="0.05953" units="cm"/>
      <inkml:brushProperty name="fitToCurve" value="1"/>
    </inkml:brush>
  </inkml:definitions>
  <inkml:trace contextRef="#ctx0" brushRef="#br0">19264 13361 171,'61'-23'54,"3"19"76,-73 118 75,-41-50-117,-2-6-8,-5 6-34,140-112-297,-30 39-14</inkml:trace>
</inkml:ink>
</file>

<file path=ppt/ink/ink9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94"/>
    </inkml:context>
    <inkml:brush xml:id="br0">
      <inkml:brushProperty name="width" value="0.05953" units="cm"/>
      <inkml:brushProperty name="height" value="0.05953" units="cm"/>
      <inkml:brushProperty name="fitToCurve" value="1"/>
    </inkml:brush>
  </inkml:definitions>
  <inkml:trace contextRef="#ctx0" brushRef="#br0">19789 12881 282,'-105'64'176,"45"-12"-154,-34 42 5,74-31 0,101-24 3,-7-18-22,13 12 0,-14 6 5,-8 15 3,-19 30 6,-52 11-7,-38-9 1,-25-11 38,-11-18 3,-15-15 5,-5-68-33,95-81-34,47-24-27,21 46 8,19 21 7,24 4-33,-21 19-81,-22 33-74</inkml:trace>
</inkml:ink>
</file>

<file path=ppt/ink/ink9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95"/>
    </inkml:context>
    <inkml:brush xml:id="br0">
      <inkml:brushProperty name="width" value="0.05953" units="cm"/>
      <inkml:brushProperty name="height" value="0.05953" units="cm"/>
      <inkml:brushProperty name="fitToCurve" value="1"/>
    </inkml:brush>
  </inkml:definitions>
  <inkml:trace contextRef="#ctx0" brushRef="#br0">20353 12815 282,'-92'75'505,"25"-2"-491,65 24-10,77-24-151,-89 7 40,-33-16 108,-2 75 163,53-38-126,-6 15-70,-14-28-36,-21 0 5,3-24 58,91-143-79,-7-4 22,-10 25-79</inkml:trace>
</inkml:ink>
</file>

<file path=ppt/ink/ink9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96"/>
    </inkml:context>
    <inkml:brush xml:id="br0">
      <inkml:brushProperty name="width" value="0.05953" units="cm"/>
      <inkml:brushProperty name="height" value="0.05953" units="cm"/>
      <inkml:brushProperty name="fitToCurve" value="1"/>
    </inkml:brush>
  </inkml:definitions>
  <inkml:trace contextRef="#ctx0" brushRef="#br0">20296 13097 305,'76'-76'105,"35"22"214,-20 33-215,-30 28-207,2 0-619</inkml:trace>
</inkml:ink>
</file>

<file path=ppt/ink/ink9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97"/>
    </inkml:context>
    <inkml:brush xml:id="br0">
      <inkml:brushProperty name="width" value="0.05953" units="cm"/>
      <inkml:brushProperty name="height" value="0.05953" units="cm"/>
      <inkml:brushProperty name="fitToCurve" value="1"/>
    </inkml:brush>
  </inkml:definitions>
  <inkml:trace contextRef="#ctx0" brushRef="#br0">20560 12832 136,'-52'67'200,"37"49"-161,6-48-23,2-1-1,-5 46 48,16 13-384,91-73 587,-87 33-220,-127 31 126,57-68-76,-5 15 20,204-63-96,-17-34-27,24-14-68,5 1-126,-79 24-128</inkml:trace>
</inkml:ink>
</file>

<file path=ppt/ink/ink9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98"/>
    </inkml:context>
    <inkml:brush xml:id="br0">
      <inkml:brushProperty name="width" value="0.05953" units="cm"/>
      <inkml:brushProperty name="height" value="0.05953" units="cm"/>
      <inkml:brushProperty name="fitToCurve" value="1"/>
    </inkml:brush>
  </inkml:definitions>
  <inkml:trace contextRef="#ctx0" brushRef="#br0">20967 12782 175,'31'93'526,"1"10"-465,-16-8-168,-30-30-116</inkml:trace>
</inkml:ink>
</file>

<file path=ppt/ink/ink9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7.999"/>
    </inkml:context>
    <inkml:brush xml:id="br0">
      <inkml:brushProperty name="width" value="0.05953" units="cm"/>
      <inkml:brushProperty name="height" value="0.05953" units="cm"/>
      <inkml:brushProperty name="fitToCurve" value="1"/>
    </inkml:brush>
  </inkml:definitions>
  <inkml:trace contextRef="#ctx0" brushRef="#br0">21094 12765 136,'71'-24'17,"-5"10"22,8-4 22,14 3 58,25 3 66,-42 32 6,-91 80-120,-34-10-66,-4-1-80,-2-40-180</inkml:trace>
</inkml:ink>
</file>

<file path=ppt/ink/ink9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
    </inkml:context>
    <inkml:brush xml:id="br0">
      <inkml:brushProperty name="width" value="0.05953" units="cm"/>
      <inkml:brushProperty name="height" value="0.05953" units="cm"/>
      <inkml:brushProperty name="fitToCurve" value="1"/>
    </inkml:brush>
  </inkml:definitions>
  <inkml:trace contextRef="#ctx0" brushRef="#br0">21225 12896 136,'94'-22'251,"22"11"-109,-182 44 170,-31 25-298,150 36-58,-102 6-66,-39-56 170,-4-3-7,-2 6-16,189 8-29,23-87-37,-26-32-89,-35-12-97,-28 14 44,-23-13 53,-72 73 259,57 73-53,4-9-24,2 42 10,2-13-7,5-12-11,0 26-8,2 28 5,-6-10-20,0-22-15,-1 7-5,-8-219-62,-9 5-24,-7 10-96,-3 20-53,-13 6 88,-90 96 763,36 56-610,-1-2-15,4-16-8,189-144-224,-35 56 12</inkml:trace>
</inkml:ink>
</file>

<file path=ppt/ink/ink9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01"/>
    </inkml:context>
    <inkml:brush xml:id="br0">
      <inkml:brushProperty name="width" value="0.05953" units="cm"/>
      <inkml:brushProperty name="height" value="0.05953" units="cm"/>
      <inkml:brushProperty name="fitToCurve" value="1"/>
    </inkml:brush>
  </inkml:definitions>
  <inkml:trace contextRef="#ctx0" brushRef="#br0">21259 13286 136,'64'0'50,"6"32"307,-21 27-80,7 37-215,7 2-55,-47-35-117,0 0-661</inkml:trace>
</inkml:ink>
</file>

<file path=ppt/ink/ink9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02"/>
    </inkml:context>
    <inkml:brush xml:id="br0">
      <inkml:brushProperty name="width" value="0.05953" units="cm"/>
      <inkml:brushProperty name="height" value="0.05953" units="cm"/>
      <inkml:brushProperty name="fitToCurve" value="1"/>
    </inkml:brush>
  </inkml:definitions>
  <inkml:trace contextRef="#ctx0" brushRef="#br0">20851 12935 533,'-69'7'289</inkml:trace>
</inkml:ink>
</file>

<file path=ppt/ink/ink9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03"/>
    </inkml:context>
    <inkml:brush xml:id="br0">
      <inkml:brushProperty name="width" value="0.05953" units="cm"/>
      <inkml:brushProperty name="height" value="0.05953" units="cm"/>
      <inkml:brushProperty name="fitToCurve" value="1"/>
    </inkml:brush>
  </inkml:definitions>
  <inkml:trace contextRef="#ctx0" brushRef="#br0">14322 10336 853,'40'114'9,"39"33"-1,23 9-1,-13-42-2,-13-19-2,23 22-2,-23-27-2,18 37-5,-19-7-15,-24-19-66,-15 9-123,-36-44-75</inkml:trace>
</inkml:ink>
</file>

<file path=ppt/ink/ink9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04"/>
    </inkml:context>
    <inkml:brush xml:id="br0">
      <inkml:brushProperty name="width" value="0.05953" units="cm"/>
      <inkml:brushProperty name="height" value="0.05953" units="cm"/>
      <inkml:brushProperty name="fitToCurve" value="1"/>
    </inkml:brush>
  </inkml:definitions>
  <inkml:trace contextRef="#ctx0" brushRef="#br0">15117 10346 821,'-96'93'30,"25"19"-15,12-15-7,-17 34 0,10-18-4,-2 7-2,-1 7 0,15-26-2,-3 5 0,-6 5-2,2 7-4,12-19-20,-14-36-265</inkml:trace>
</inkml:ink>
</file>

<file path=ppt/ink/ink9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05"/>
    </inkml:context>
    <inkml:brush xml:id="br0">
      <inkml:brushProperty name="width" value="0.05953" units="cm"/>
      <inkml:brushProperty name="height" value="0.05953" units="cm"/>
      <inkml:brushProperty name="fitToCurve" value="1"/>
    </inkml:brush>
  </inkml:definitions>
  <inkml:trace contextRef="#ctx0" brushRef="#br0">13872 9689 537,'75'-22'206,"38"-2"-120,27 0-51,-22-5-50,-11-17-117,-43 39-21</inkml:trace>
</inkml:ink>
</file>

<file path=ppt/ink/ink9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06"/>
    </inkml:context>
    <inkml:brush xml:id="br0">
      <inkml:brushProperty name="width" value="0.05953" units="cm"/>
      <inkml:brushProperty name="height" value="0.05953" units="cm"/>
      <inkml:brushProperty name="fitToCurve" value="1"/>
    </inkml:brush>
  </inkml:definitions>
  <inkml:trace contextRef="#ctx0" brushRef="#br0">14509 9191 506,'0'72'196,"7"20"-111,1 25-36,-3 16-39,-7-3-25,-5-12-53,-19-56-95</inkml:trace>
</inkml:ink>
</file>

<file path=ppt/ink/ink9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07"/>
    </inkml:context>
    <inkml:brush xml:id="br0">
      <inkml:brushProperty name="width" value="0.05953" units="cm"/>
      <inkml:brushProperty name="height" value="0.05953" units="cm"/>
      <inkml:brushProperty name="fitToCurve" value="1"/>
    </inkml:brush>
  </inkml:definitions>
  <inkml:trace contextRef="#ctx0" brushRef="#br0">14531 9256 434,'62'-25'119,"12"2"5,13 15-29,14 8-71,-34 21-194</inkml:trace>
</inkml:ink>
</file>

<file path=ppt/ink/ink9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08"/>
    </inkml:context>
    <inkml:brush xml:id="br0">
      <inkml:brushProperty name="width" value="0.05953" units="cm"/>
      <inkml:brushProperty name="height" value="0.05953" units="cm"/>
      <inkml:brushProperty name="fitToCurve" value="1"/>
    </inkml:brush>
  </inkml:definitions>
  <inkml:trace contextRef="#ctx0" brushRef="#br0">14496 9519 630,'91'-32'93,"-1"-4"-13,15 6-29,10 14-56,-53 27-100,0-2-631</inkml:trace>
</inkml:ink>
</file>

<file path=ppt/ink/ink9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09"/>
    </inkml:context>
    <inkml:brush xml:id="br0">
      <inkml:brushProperty name="width" value="0.05953" units="cm"/>
      <inkml:brushProperty name="height" value="0.05953" units="cm"/>
      <inkml:brushProperty name="fitToCurve" value="1"/>
    </inkml:brush>
  </inkml:definitions>
  <inkml:trace contextRef="#ctx0" brushRef="#br0">14490 9719 685,'90'-9'171,"17"-14"-151,15-9-19,-14 6-9,-44 33-100,0 0-645</inkml:trace>
</inkml:ink>
</file>

<file path=ppt/ink/ink9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10"/>
    </inkml:context>
    <inkml:brush xml:id="br0">
      <inkml:brushProperty name="width" value="0.05953" units="cm"/>
      <inkml:brushProperty name="height" value="0.05953" units="cm"/>
      <inkml:brushProperty name="fitToCurve" value="1"/>
    </inkml:brush>
  </inkml:definitions>
  <inkml:trace contextRef="#ctx0" brushRef="#br0">14980 8920 222,'60'63'64,"2"42"147,-24-8-83,-12-15-19,1 51-9,-23 26-70,-21-9-24,-17-3-4,-4-21-2,-1-24-3,-10 2-13,-18-23-137,6-42-85</inkml:trace>
</inkml:ink>
</file>

<file path=ppt/ink/ink9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11"/>
    </inkml:context>
    <inkml:brush xml:id="br0">
      <inkml:brushProperty name="width" value="0.05953" units="cm"/>
      <inkml:brushProperty name="height" value="0.05953" units="cm"/>
      <inkml:brushProperty name="fitToCurve" value="1"/>
    </inkml:brush>
  </inkml:definitions>
  <inkml:trace contextRef="#ctx0" brushRef="#br0">14129 8931 136,'-72'35'13,"-6"47"91,22 9-2,23-16-45,4-2-8,5-1 7,-10 42 5,9-12-3,4-9-4,7 26-10,12-23-15,19 38-6,39 2-42,26-20-69,-4-49 24,26-17 8,-37-20-27</inkml:trace>
</inkml:ink>
</file>

<file path=ppt/ink/ink9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12"/>
    </inkml:context>
    <inkml:brush xml:id="br0">
      <inkml:brushProperty name="width" value="0.05953" units="cm"/>
      <inkml:brushProperty name="height" value="0.05953" units="cm"/>
      <inkml:brushProperty name="fitToCurve" value="1"/>
    </inkml:brush>
  </inkml:definitions>
  <inkml:trace contextRef="#ctx0" brushRef="#br0">7120 2634 716,'104'-22'91,"17"3"-54,-6 8-13,2 2-27,-56 22-104,2 2-643</inkml:trace>
</inkml:ink>
</file>

<file path=ppt/ink/ink9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13"/>
    </inkml:context>
    <inkml:brush xml:id="br0">
      <inkml:brushProperty name="width" value="0.05953" units="cm"/>
      <inkml:brushProperty name="height" value="0.05953" units="cm"/>
      <inkml:brushProperty name="fitToCurve" value="1"/>
    </inkml:brush>
  </inkml:definitions>
  <inkml:trace contextRef="#ctx0" brushRef="#br0">7412 2321 198,'-34'85'465,"32"14"-363,15 24-52,-2-24-33,4 31-5,-7-23-4,-2 9-1,-4 5 0,-5 25-1,-6-21-1,-7-1 0,-14-13-1,-80-139 0,82-83-9,11-3-10,2-1-104,2 25-55,25 23-119</inkml:trace>
</inkml:ink>
</file>

<file path=ppt/ink/ink9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14"/>
    </inkml:context>
    <inkml:brush xml:id="br0">
      <inkml:brushProperty name="width" value="0.05953" units="cm"/>
      <inkml:brushProperty name="height" value="0.05953" units="cm"/>
      <inkml:brushProperty name="fitToCurve" value="1"/>
    </inkml:brush>
  </inkml:definitions>
  <inkml:trace contextRef="#ctx0" brushRef="#br0">7274 2874 143,'-20'72'389,"-6"-2"-312,-16 18-16,-4 11 9,1-13-18,-7 2-17,183-123-66,-50-32-2,8-9-24,0 3-28,-9 14-12,-11 23 22,40 55 116,-73 57 121,-13 22-18,-6 9-71,20-6-61,36-201-12,-41-3 0,1-63-1,-22 58 0,-6-44-1,-17 7 1,-16 36 1,-30 4-2,-41 57-21,37-13-266</inkml:trace>
</inkml:ink>
</file>

<file path=ppt/ink/ink9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15"/>
    </inkml:context>
    <inkml:brush xml:id="br0">
      <inkml:brushProperty name="width" value="0.05953" units="cm"/>
      <inkml:brushProperty name="height" value="0.05953" units="cm"/>
      <inkml:brushProperty name="fitToCurve" value="1"/>
    </inkml:brush>
  </inkml:definitions>
  <inkml:trace contextRef="#ctx0" brushRef="#br0">8498 2321 506,'-68'7'171,"-20"17"-10,-24 10-129,1 10-29,17 33-4,59 42 1,28-13 0,2 7 0,-2 15 0,-3 6-2,2-19-7,-6 22-40,9-37-135,-19-40-30</inkml:trace>
</inkml:ink>
</file>

<file path=ppt/ink/ink9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16"/>
    </inkml:context>
    <inkml:brush xml:id="br0">
      <inkml:brushProperty name="width" value="0.05953" units="cm"/>
      <inkml:brushProperty name="height" value="0.05953" units="cm"/>
      <inkml:brushProperty name="fitToCurve" value="1"/>
    </inkml:brush>
  </inkml:definitions>
  <inkml:trace contextRef="#ctx0" brushRef="#br0">8062 2722 345,'85'-82'-3,"-1"24"77,26 39 174,-57 83-119,-48 31-87,-26 43-18,-4-30-14,-2 15-4,8-1-6,3-6-6,-17-49-180</inkml:trace>
</inkml:ink>
</file>

<file path=ppt/ink/ink9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17"/>
    </inkml:context>
    <inkml:brush xml:id="br0">
      <inkml:brushProperty name="width" value="0.05953" units="cm"/>
      <inkml:brushProperty name="height" value="0.05953" units="cm"/>
      <inkml:brushProperty name="fitToCurve" value="1"/>
    </inkml:brush>
  </inkml:definitions>
  <inkml:trace contextRef="#ctx0" brushRef="#br0">8070 2926 296,'72'-79'306,"0"62"-78,-102 123-196,-36-2-18,2-13-5,170-141-22,-41 42-95,-1-1-648</inkml:trace>
</inkml:ink>
</file>

<file path=ppt/ink/ink9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18"/>
    </inkml:context>
    <inkml:brush xml:id="br0">
      <inkml:brushProperty name="width" value="0.05953" units="cm"/>
      <inkml:brushProperty name="height" value="0.05953" units="cm"/>
      <inkml:brushProperty name="fitToCurve" value="1"/>
    </inkml:brush>
  </inkml:definitions>
  <inkml:trace contextRef="#ctx0" brushRef="#br0">8642 2367 288,'-58'128'556,"38"-26"-557,22 1-13,31-5-1,28-18-2,5 5-30,-32 10-15,-48 17 48,-22-32 33,-22-1 24,-12-5 0,-11-18-1,-17-18-13,-3-72-15,106-76-12,49-33-2,35-11 0,-17 57-2,28-14-4,-20 21-87,-12 15-267</inkml:trace>
</inkml:ink>
</file>

<file path=ppt/ink/ink9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19"/>
    </inkml:context>
    <inkml:brush xml:id="br0">
      <inkml:brushProperty name="width" value="0.05953" units="cm"/>
      <inkml:brushProperty name="height" value="0.05953" units="cm"/>
      <inkml:brushProperty name="fitToCurve" value="1"/>
    </inkml:brush>
  </inkml:definitions>
  <inkml:trace contextRef="#ctx0" brushRef="#br0">9078 2368 526,'8'85'-89,"6"-20"125,-1 5 57,-2 3-16,-7 20-87,-13-5-209</inkml:trace>
</inkml:ink>
</file>

<file path=ppt/ink/ink9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20"/>
    </inkml:context>
    <inkml:brush xml:id="br0">
      <inkml:brushProperty name="width" value="0.05953" units="cm"/>
      <inkml:brushProperty name="height" value="0.05953" units="cm"/>
      <inkml:brushProperty name="fitToCurve" value="1"/>
    </inkml:brush>
  </inkml:definitions>
  <inkml:trace contextRef="#ctx0" brushRef="#br0">9067 2317 564,'70'-27'148,"18"5"-62,26 5-44,-5 31-33,-68 90-14,-71 1 3,-17-8-3,-23-8-2,-15-30-283,24-42 16</inkml:trace>
</inkml:ink>
</file>

<file path=ppt/ink/ink9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21"/>
    </inkml:context>
    <inkml:brush xml:id="br0">
      <inkml:brushProperty name="width" value="0.05953" units="cm"/>
      <inkml:brushProperty name="height" value="0.05953" units="cm"/>
      <inkml:brushProperty name="fitToCurve" value="1"/>
    </inkml:brush>
  </inkml:definitions>
  <inkml:trace contextRef="#ctx0" brushRef="#br0">9215 2471 142,'60'-51'62,"14"32"36,10 34-12,-127 80-53,-67-10 77,30-33-4,-5-5-10,-10 5-8,2-1-44,221-61-34,-6-28-10,-15 3-1,22-2-1,-13 7-6,-52 33-99,0 1-642</inkml:trace>
</inkml:ink>
</file>

<file path=ppt/ink/ink9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22"/>
    </inkml:context>
    <inkml:brush xml:id="br0">
      <inkml:brushProperty name="width" value="0.05953" units="cm"/>
      <inkml:brushProperty name="height" value="0.05953" units="cm"/>
      <inkml:brushProperty name="fitToCurve" value="1"/>
    </inkml:brush>
  </inkml:definitions>
  <inkml:trace contextRef="#ctx0" brushRef="#br0">9436 2624 154,'-48'101'650,"16"6"-637,10-9-10,11 7-6,116-80-128,-42-87 11,-39-11-54,-67-24 98,-25 18 78,-16 48 107,-34 105 98,37-2-156,-5 2-33,-4 4-15,17-16-23,-6 3-37,115-147-417,51 28 459,-22 33 42,3 21 59,26 38 128,39 71 56,-51-48-192,6-11-47,18-18-21,29-31-7,22-43-13,-51-13-5,-14-6-5,-21 42-155</inkml:trace>
</inkml:ink>
</file>

<file path=ppt/ink/ink9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23"/>
    </inkml:context>
    <inkml:brush xml:id="br0">
      <inkml:brushProperty name="width" value="0.05953" units="cm"/>
      <inkml:brushProperty name="height" value="0.05953" units="cm"/>
      <inkml:brushProperty name="fitToCurve" value="1"/>
    </inkml:brush>
  </inkml:definitions>
  <inkml:trace contextRef="#ctx0" brushRef="#br0">10831 2581 630,'-90'-50'168,"0"-2"-107,-21 38-59,11 72-14,104 45-1,66-1 7,13-8-7,-3 1 0,-17-5 1,-91 11 11,-71-39 34,-20-20-3,0-30-17,20-65-51,42-9-244</inkml:trace>
</inkml:ink>
</file>

<file path=ppt/ink/ink9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24"/>
    </inkml:context>
    <inkml:brush xml:id="br0">
      <inkml:brushProperty name="width" value="0.05953" units="cm"/>
      <inkml:brushProperty name="height" value="0.05953" units="cm"/>
      <inkml:brushProperty name="fitToCurve" value="1"/>
    </inkml:brush>
  </inkml:definitions>
  <inkml:trace contextRef="#ctx0" brushRef="#br0">10904 2792 398,'60'75'437,"-17"-26"-720</inkml:trace>
</inkml:ink>
</file>

<file path=ppt/ink/ink9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25"/>
    </inkml:context>
    <inkml:brush xml:id="br0">
      <inkml:brushProperty name="width" value="0.05953" units="cm"/>
      <inkml:brushProperty name="height" value="0.05953" units="cm"/>
      <inkml:brushProperty name="fitToCurve" value="1"/>
    </inkml:brush>
  </inkml:definitions>
  <inkml:trace contextRef="#ctx0" brushRef="#br0">11051 2728 142,'-71'26'460,"43"25"-261,95-19-154,-20 13-332</inkml:trace>
</inkml:ink>
</file>

<file path=ppt/ink/ink9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26"/>
    </inkml:context>
    <inkml:brush xml:id="br0">
      <inkml:brushProperty name="width" value="0.05953" units="cm"/>
      <inkml:brushProperty name="height" value="0.05953" units="cm"/>
      <inkml:brushProperty name="fitToCurve" value="1"/>
    </inkml:brush>
  </inkml:definitions>
  <inkml:trace contextRef="#ctx0" brushRef="#br0">11075 2807 136,'93'-31'628,"-196"5"-559,15 120-32,12-55-223</inkml:trace>
</inkml:ink>
</file>

<file path=ppt/ink/ink9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27"/>
    </inkml:context>
    <inkml:brush xml:id="br0">
      <inkml:brushProperty name="width" value="0.05953" units="cm"/>
      <inkml:brushProperty name="height" value="0.05953" units="cm"/>
      <inkml:brushProperty name="fitToCurve" value="1"/>
    </inkml:brush>
  </inkml:definitions>
  <inkml:trace contextRef="#ctx0" brushRef="#br0">11089 2706 166,'-59'47'441,"41"11"-325,78-90-403,-12 25-145</inkml:trace>
</inkml:ink>
</file>

<file path=ppt/ink/ink9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28"/>
    </inkml:context>
    <inkml:brush xml:id="br0">
      <inkml:brushProperty name="width" value="0.05953" units="cm"/>
      <inkml:brushProperty name="height" value="0.05953" units="cm"/>
      <inkml:brushProperty name="fitToCurve" value="1"/>
    </inkml:brush>
  </inkml:definitions>
  <inkml:trace contextRef="#ctx0" brushRef="#br0">11816 2405 382,'-112'63'304,"45"11"-195,8 19-63,8 18-30,8 29-13,31-36-3,13 34-2,34-18-10,-39-59-93,1 1-628</inkml:trace>
</inkml:ink>
</file>

<file path=ppt/ink/ink9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29"/>
    </inkml:context>
    <inkml:brush xml:id="br0">
      <inkml:brushProperty name="width" value="0.05953" units="cm"/>
      <inkml:brushProperty name="height" value="0.05953" units="cm"/>
      <inkml:brushProperty name="fitToCurve" value="1"/>
    </inkml:brush>
  </inkml:definitions>
  <inkml:trace contextRef="#ctx0" brushRef="#br0">11747 2818 827,'111'-31'31,"39"1"-24,-18 11-96,-9 15-441</inkml:trace>
</inkml:ink>
</file>

<file path=ppt/ink/ink9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30"/>
    </inkml:context>
    <inkml:brush xml:id="br0">
      <inkml:brushProperty name="width" value="0.05953" units="cm"/>
      <inkml:brushProperty name="height" value="0.05953" units="cm"/>
      <inkml:brushProperty name="fitToCurve" value="1"/>
    </inkml:brush>
  </inkml:definitions>
  <inkml:trace contextRef="#ctx0" brushRef="#br0">12309 2469 513,'9'84'289,"-1"24"-235,-4 36-43,-7-36-10,-6 1-2,-7 12-32,-17-55-145</inkml:trace>
</inkml:ink>
</file>

<file path=ppt/ink/ink9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31"/>
    </inkml:context>
    <inkml:brush xml:id="br0">
      <inkml:brushProperty name="width" value="0.05953" units="cm"/>
      <inkml:brushProperty name="height" value="0.05953" units="cm"/>
      <inkml:brushProperty name="fitToCurve" value="1"/>
    </inkml:brush>
  </inkml:definitions>
  <inkml:trace contextRef="#ctx0" brushRef="#br0">12283 2658 539,'74'-52'-59,"-10"31"112,7 2 57,10 3-1,24 6-22,8 16-74,-42 21-195</inkml:trace>
</inkml:ink>
</file>

<file path=ppt/ink/ink9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32"/>
    </inkml:context>
    <inkml:brush xml:id="br0">
      <inkml:brushProperty name="width" value="0.05953" units="cm"/>
      <inkml:brushProperty name="height" value="0.05953" units="cm"/>
      <inkml:brushProperty name="fitToCurve" value="1"/>
    </inkml:brush>
  </inkml:definitions>
  <inkml:trace contextRef="#ctx0" brushRef="#br0">12251 2799 767,'109'-10'47,"11"-6"-11,8 5-21,-14 15-26,-41 69-250,-42-12-40</inkml:trace>
</inkml:ink>
</file>

<file path=ppt/ink/ink9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33"/>
    </inkml:context>
    <inkml:brush xml:id="br0">
      <inkml:brushProperty name="width" value="0.05953" units="cm"/>
      <inkml:brushProperty name="height" value="0.05953" units="cm"/>
      <inkml:brushProperty name="fitToCurve" value="1"/>
    </inkml:brush>
  </inkml:definitions>
  <inkml:trace contextRef="#ctx0" brushRef="#br0">12247 3058 821,'116'12'58,"-6"-23"-53,26-18-3,-20-12-7,-51 43-104,1-2-655</inkml:trace>
</inkml:ink>
</file>

<file path=ppt/ink/ink9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34"/>
    </inkml:context>
    <inkml:brush xml:id="br0">
      <inkml:brushProperty name="width" value="0.05953" units="cm"/>
      <inkml:brushProperty name="height" value="0.05953" units="cm"/>
      <inkml:brushProperty name="fitToCurve" value="1"/>
    </inkml:brush>
  </inkml:definitions>
  <inkml:trace contextRef="#ctx0" brushRef="#br0">12850 2275 743,'101'91'33,"-32"9"6,-8 41-3,-23 26-13,-36-33-18,-24 36-3,-9-35-1,-14 7 0,-6-14-1,6-30-1,-5 5-1,-9 4-3,-16 13-18,7-32-14,8-48-138</inkml:trace>
</inkml:ink>
</file>

<file path=ppt/ink/ink9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35"/>
    </inkml:context>
    <inkml:brush xml:id="br0">
      <inkml:brushProperty name="width" value="0.05953" units="cm"/>
      <inkml:brushProperty name="height" value="0.05953" units="cm"/>
      <inkml:brushProperty name="fitToCurve" value="1"/>
    </inkml:brush>
  </inkml:definitions>
  <inkml:trace contextRef="#ctx0" brushRef="#br0">16271 9438 732,'60'-11'54,"13"-9"-11,2-4-16,9-3-16,-14-5-36,-23-20-469</inkml:trace>
</inkml:ink>
</file>

<file path=ppt/ink/ink9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36"/>
    </inkml:context>
    <inkml:brush xml:id="br0">
      <inkml:brushProperty name="width" value="0.05953" units="cm"/>
      <inkml:brushProperty name="height" value="0.05953" units="cm"/>
      <inkml:brushProperty name="fitToCurve" value="1"/>
    </inkml:brush>
  </inkml:definitions>
  <inkml:trace contextRef="#ctx0" brushRef="#br0">16512 9168 179,'0'45'67,"0"33"28,0-34-35,-1 1-12,-6 11-10,-1-11-12,-1-1 4,-6 3 13,-10 13 37,5-8 1,-3 8 6,70-8-57,25-65-37,-83 94-37,-41-1 34,-5 4 8,14-29 2,-2 5 0,-4 8 0,9-3 0,28 0 3,81-73-24,2-33-15,-2-11-16,-20 11 14,2-15 6,-17 13 8,-2 1-1,-2-8-15,-4-6-55,-11 4-15,-8-4 23,-7 4 43,-7 4 41,-37 36 233,20 72-121,11-8-32,-6 35-6,5-12-17,2-5-11,-2 29-12,4-18-14,3-7-7,2 13-6,2 9-5,4-27-5,9 0-27,-18-23-139</inkml:trace>
</inkml:ink>
</file>

<file path=ppt/ink/ink9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37"/>
    </inkml:context>
    <inkml:brush xml:id="br0">
      <inkml:brushProperty name="width" value="0.05953" units="cm"/>
      <inkml:brushProperty name="height" value="0.05953" units="cm"/>
      <inkml:brushProperty name="fitToCurve" value="1"/>
    </inkml:brush>
  </inkml:definitions>
  <inkml:trace contextRef="#ctx0" brushRef="#br0">16891 9148 602,'-32'57'155,"-5"7"-89,3-5-48,-5 5-18,-1 7-41,3-17-150,-6-20-249</inkml:trace>
</inkml:ink>
</file>

<file path=ppt/ink/ink9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38"/>
    </inkml:context>
    <inkml:brush xml:id="br0">
      <inkml:brushProperty name="width" value="0.05953" units="cm"/>
      <inkml:brushProperty name="height" value="0.05953" units="cm"/>
      <inkml:brushProperty name="fitToCurve" value="1"/>
    </inkml:brush>
  </inkml:definitions>
  <inkml:trace contextRef="#ctx0" brushRef="#br0">16721 9384 136,'52'-21'3,"6"-8"25,-10 10 44,6 18 98,-26 74-65,-46-25-109,-42 29-46,-16-12 41,5-1 60,116-29 212,28-81-286,-21 9-196,-5 22-159</inkml:trace>
</inkml:ink>
</file>

<file path=ppt/ink/ink9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39"/>
    </inkml:context>
    <inkml:brush xml:id="br0">
      <inkml:brushProperty name="width" value="0.05953" units="cm"/>
      <inkml:brushProperty name="height" value="0.05953" units="cm"/>
      <inkml:brushProperty name="fitToCurve" value="1"/>
    </inkml:brush>
  </inkml:definitions>
  <inkml:trace contextRef="#ctx0" brushRef="#br0">16676 9648 199,'-2'45'30,"-8"30"25,0 21 44,3-53-62,-7 29 29,2-8-5,0 14-11,4-19-18,-1 16-6,5-22-50,45-88-370,-23-17 367,-5 12 19,10-22-3,0 4 8,-11 17 3,1-2 0,11-19 2,3 10 0,5-4 3,-4 13-1,8-9 8,15 5 61,-7 93 95,-36 14-81,-7 9 11,-6 7-17,-4-5-25,-9 7-20,-6-14-19,-32-16-19,3-94-61,33-22-40,14 12 31,8-2 40,-61 158 246,124-89-256,-3-71-55,-15 8 11,-9 7 2,20-22-32,-15 66 280,-53 49-110,46-95-59,-12-17-6,1 12-3,-1 7-7,18 159 243,-36-54-164,2 24-18,0-12-19,1 0-11,3 24-4,-4-24-3,3 11-1,6 0-1,7-7-51,-25-36-53,0 0-612</inkml:trace>
</inkml:ink>
</file>

<file path=ppt/ink/ink9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40"/>
    </inkml:context>
    <inkml:brush xml:id="br0">
      <inkml:brushProperty name="width" value="0.05953" units="cm"/>
      <inkml:brushProperty name="height" value="0.05953" units="cm"/>
      <inkml:brushProperty name="fitToCurve" value="1"/>
    </inkml:brush>
  </inkml:definitions>
  <inkml:trace contextRef="#ctx0" brushRef="#br0">17402 9409 376,'0'85'378,"0"-21"-320,0 10-17,21-4-19,58-85-18,-2-14-3,4-8-1,-6 1-1,-7 0-7,-26 29-100,1-1-647</inkml:trace>
</inkml:ink>
</file>

<file path=ppt/ink/ink9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41"/>
    </inkml:context>
    <inkml:brush xml:id="br0">
      <inkml:brushProperty name="width" value="0.05953" units="cm"/>
      <inkml:brushProperty name="height" value="0.05953" units="cm"/>
      <inkml:brushProperty name="fitToCurve" value="1"/>
    </inkml:brush>
  </inkml:definitions>
  <inkml:trace contextRef="#ctx0" brushRef="#br0">17556 9268 153,'15'44'273,"-11"1"-183,-2 20 7,1 13-13,-2 3-29,2 5-28,1 1-15,-3-8-3,2-10-1,3-3-12,23-4-321,0-105 134,-11-2 46</inkml:trace>
</inkml:ink>
</file>

<file path=ppt/ink/ink9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42"/>
    </inkml:context>
    <inkml:brush xml:id="br0">
      <inkml:brushProperty name="width" value="0.05953" units="cm"/>
      <inkml:brushProperty name="height" value="0.05953" units="cm"/>
      <inkml:brushProperty name="fitToCurve" value="1"/>
    </inkml:brush>
  </inkml:definitions>
  <inkml:trace contextRef="#ctx0" brushRef="#br0">17755 9439 136,'2'-40'0,"10"-16"9,7 113 80,-19-14-52,-4 39 31,-4-2-12,-3 5-22,3-36-66,-5 10-24,2-14-5,0-2-129</inkml:trace>
</inkml:ink>
</file>

<file path=ppt/ink/ink9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43"/>
    </inkml:context>
    <inkml:brush xml:id="br0">
      <inkml:brushProperty name="width" value="0.05953" units="cm"/>
      <inkml:brushProperty name="height" value="0.05953" units="cm"/>
      <inkml:brushProperty name="fitToCurve" value="1"/>
    </inkml:brush>
  </inkml:definitions>
  <inkml:trace contextRef="#ctx0" brushRef="#br0">17405 9792 145,'0'42'244,"1"36"2,59-53-186,15-36-48,-12-8-2,13-14 3,-6 2 2,-10 3-1,5 9-1,-12 57 6,-19 7-288</inkml:trace>
</inkml:ink>
</file>

<file path=ppt/ink/ink9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44"/>
    </inkml:context>
    <inkml:brush xml:id="br0">
      <inkml:brushProperty name="width" value="0.05953" units="cm"/>
      <inkml:brushProperty name="height" value="0.05953" units="cm"/>
      <inkml:brushProperty name="fitToCurve" value="1"/>
    </inkml:brush>
  </inkml:definitions>
  <inkml:trace contextRef="#ctx0" brushRef="#br0">18211 9007 255,'4'88'318,"1"-41"-291,3 4-35,1-5-42,0 1-39,-2-4-99</inkml:trace>
</inkml:ink>
</file>

<file path=ppt/ink/ink9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45"/>
    </inkml:context>
    <inkml:brush xml:id="br0">
      <inkml:brushProperty name="width" value="0.05953" units="cm"/>
      <inkml:brushProperty name="height" value="0.05953" units="cm"/>
      <inkml:brushProperty name="fitToCurve" value="1"/>
    </inkml:brush>
  </inkml:definitions>
  <inkml:trace contextRef="#ctx0" brushRef="#br0">18313 9131 190,'49'-29'110,"-7"37"-25,0 21-164,-26 3-56</inkml:trace>
</inkml:ink>
</file>

<file path=ppt/ink/ink9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46"/>
    </inkml:context>
    <inkml:brush xml:id="br0">
      <inkml:brushProperty name="width" value="0.05953" units="cm"/>
      <inkml:brushProperty name="height" value="0.05953" units="cm"/>
      <inkml:brushProperty name="fitToCurve" value="1"/>
    </inkml:brush>
  </inkml:definitions>
  <inkml:trace contextRef="#ctx0" brushRef="#br0">18073 9282 371,'11'40'107,"3"2"-76,1 1 8,0 2-8,-2 9-12,-2 0-82,-18-13-208</inkml:trace>
</inkml:ink>
</file>

<file path=ppt/ink/ink9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47"/>
    </inkml:context>
    <inkml:brush xml:id="br0">
      <inkml:brushProperty name="width" value="0.05953" units="cm"/>
      <inkml:brushProperty name="height" value="0.05953" units="cm"/>
      <inkml:brushProperty name="fitToCurve" value="1"/>
    </inkml:brush>
  </inkml:definitions>
  <inkml:trace contextRef="#ctx0" brushRef="#br0">18147 9360 184,'52'-10'3,"-6"-5"18,10 0 46,17-4 53,11 3-17,-36 13-67,-63 59 184,-46-4-165,0 0-28,-11 5-11,15-13-7,4 13-1,123-33-28,-1-49-94,-25 23-43</inkml:trace>
</inkml:ink>
</file>

<file path=ppt/ink/ink9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48"/>
    </inkml:context>
    <inkml:brush xml:id="br0">
      <inkml:brushProperty name="width" value="0.05953" units="cm"/>
      <inkml:brushProperty name="height" value="0.05953" units="cm"/>
      <inkml:brushProperty name="fitToCurve" value="1"/>
    </inkml:brush>
  </inkml:definitions>
  <inkml:trace contextRef="#ctx0" brushRef="#br0">18075 9627 198,'-5'40'131,"-9"20"101,10-10-117,56-15-82,5-59-41,-7-11-4,-2 1 12,2 6 52,18 32 31,-4 20-48,9-18-29,7 0-5,-1-4-5,-6-16 3,4-12-19,2 0-126,-17 1-120,-19 22-159</inkml:trace>
</inkml:ink>
</file>

<file path=ppt/ink/ink9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49"/>
    </inkml:context>
    <inkml:brush xml:id="br0">
      <inkml:brushProperty name="width" value="0.05953" units="cm"/>
      <inkml:brushProperty name="height" value="0.05953" units="cm"/>
      <inkml:brushProperty name="fitToCurve" value="1"/>
    </inkml:brush>
  </inkml:definitions>
  <inkml:trace contextRef="#ctx0" brushRef="#br0">18757 9575 802,'28'69'27,"10"8"-4,-5-15-18,3 5-107,-26-23-60</inkml:trace>
</inkml:ink>
</file>

<file path=ppt/ink/ink9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50"/>
    </inkml:context>
    <inkml:brush xml:id="br0">
      <inkml:brushProperty name="width" value="0.05953" units="cm"/>
      <inkml:brushProperty name="height" value="0.05953" units="cm"/>
      <inkml:brushProperty name="fitToCurve" value="1"/>
    </inkml:brush>
  </inkml:definitions>
  <inkml:trace contextRef="#ctx0" brushRef="#br0">9844 6919 650,'-51'67'144,"-26"31"-83,-9 6-54,-9 2-6,10-21-1,3-3 1,1 14-1,184-18 3,5-106 0,26-6-1,-11 2 1,-9 13-2,6 9 0,2 20 0,-164-155 11,-28 55-11,-6-4 0,-8 3-2,-4 6 0,-21 4-12,-1 59-195,49-13-19</inkml:trace>
</inkml:ink>
</file>

<file path=ppt/ink/ink9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51"/>
    </inkml:context>
    <inkml:brush xml:id="br0">
      <inkml:brushProperty name="width" value="0.05953" units="cm"/>
      <inkml:brushProperty name="height" value="0.05953" units="cm"/>
      <inkml:brushProperty name="fitToCurve" value="1"/>
    </inkml:brush>
  </inkml:definitions>
  <inkml:trace contextRef="#ctx0" brushRef="#br0">15969 14360 533</inkml:trace>
</inkml:ink>
</file>

<file path=ppt/ink/ink9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52"/>
    </inkml:context>
    <inkml:brush xml:id="br0">
      <inkml:brushProperty name="width" value="0.05953" units="cm"/>
      <inkml:brushProperty name="height" value="0.05953" units="cm"/>
      <inkml:brushProperty name="fitToCurve" value="1"/>
    </inkml:brush>
  </inkml:definitions>
  <inkml:trace contextRef="#ctx0" brushRef="#br0">6489 7028 316,'-105'79'99,"-28"53"15,68-66-72,6-4-14,-10 22-18,16-14-8,5-6-4,-1 14-8,-1 0-28,11-12-76</inkml:trace>
</inkml:ink>
</file>

<file path=ppt/ink/ink10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53"/>
    </inkml:context>
    <inkml:brush xml:id="br0">
      <inkml:brushProperty name="width" value="0.05953" units="cm"/>
      <inkml:brushProperty name="height" value="0.05953" units="cm"/>
      <inkml:brushProperty name="fitToCurve" value="1"/>
    </inkml:brush>
  </inkml:definitions>
  <inkml:trace contextRef="#ctx0" brushRef="#br0">6158 7276 222,'1'67'-6,"-8"20"88,-8 48 21,-5-3 5,9-39-60,2 14-11,3-26-10,1 4-3,1 6-2,0 17 4,0-19-33,9-1-85,-24-20-209</inkml:trace>
</inkml:ink>
</file>

<file path=ppt/ink/ink10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54"/>
    </inkml:context>
    <inkml:brush xml:id="br0">
      <inkml:brushProperty name="width" value="0.05953" units="cm"/>
      <inkml:brushProperty name="height" value="0.05953" units="cm"/>
      <inkml:brushProperty name="fitToCurve" value="1"/>
    </inkml:brush>
  </inkml:definitions>
  <inkml:trace contextRef="#ctx0" brushRef="#br0">6727 6809 343,'-89'77'234,"-11"40"-276,16-22-199,170-119 196,-12-14 45,5-2-1,3 2-2,-7 13-6,-105 97 123,-45 14-39,-12 3-59,4 0-12,4 17-10,61-4-80,95-140-38,-9-24 89,4-1 53,19 7 97,-19 89 1,-103 36-46,-76 45 3,34-57-18,-10 2 11,6-9-6,184-30-325,-31-69 259</inkml:trace>
</inkml:ink>
</file>

<file path=ppt/ink/ink10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55"/>
    </inkml:context>
    <inkml:brush xml:id="br0">
      <inkml:brushProperty name="width" value="0.05953" units="cm"/>
      <inkml:brushProperty name="height" value="0.05953" units="cm"/>
      <inkml:brushProperty name="fitToCurve" value="1"/>
    </inkml:brush>
  </inkml:definitions>
  <inkml:trace contextRef="#ctx0" brushRef="#br0">6717 7290 136,'-86'88'120,"42"-8"-37,-13 15-14,17-28-34,3-6-14,-23 50-22,123-114-242,15-54 221,-5 19 19,2 14 2,9 14 2,-7 49 0,-32 41 9,-31 9 37,-29 2 44,-6-30 11,-67 46 197,-9-96-222,19-92-88,49 15-163</inkml:trace>
</inkml:ink>
</file>

<file path=ppt/ink/ink10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56"/>
    </inkml:context>
    <inkml:brush xml:id="br0">
      <inkml:brushProperty name="width" value="0.05953" units="cm"/>
      <inkml:brushProperty name="height" value="0.05953" units="cm"/>
      <inkml:brushProperty name="fitToCurve" value="1"/>
    </inkml:brush>
  </inkml:definitions>
  <inkml:trace contextRef="#ctx0" brushRef="#br0">6730 7599 141,'-85'53'102,"17"20"-46,-5 17 18,13-8 0,128-81-159,25-67-28,-20 14 52,-78 113 40,-59 10 64,168-152 86,-29 7-187,-3 8 17,-11 18 17,0 17 16,3 31 93,-2 63 83,23 26-165,-22-101-131</inkml:trace>
</inkml:ink>
</file>

<file path=ppt/ink/ink10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57"/>
    </inkml:context>
    <inkml:brush xml:id="br0">
      <inkml:brushProperty name="width" value="0.05953" units="cm"/>
      <inkml:brushProperty name="height" value="0.05953" units="cm"/>
      <inkml:brushProperty name="fitToCurve" value="1"/>
    </inkml:brush>
  </inkml:definitions>
  <inkml:trace contextRef="#ctx0" brushRef="#br0">7306 7338 213,'0'-48'18,"-5"151"497,-7-55-674</inkml:trace>
</inkml:ink>
</file>

<file path=ppt/ink/ink10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58"/>
    </inkml:context>
    <inkml:brush xml:id="br0">
      <inkml:brushProperty name="width" value="0.05953" units="cm"/>
      <inkml:brushProperty name="height" value="0.05953" units="cm"/>
      <inkml:brushProperty name="fitToCurve" value="1"/>
    </inkml:brush>
  </inkml:definitions>
  <inkml:trace contextRef="#ctx0" brushRef="#br0">7193 7875 461,'15'-76'100,"20"-7"-69,16-9-29,-11 25-116</inkml:trace>
</inkml:ink>
</file>

<file path=ppt/ink/ink10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59"/>
    </inkml:context>
    <inkml:brush xml:id="br0">
      <inkml:brushProperty name="width" value="0.05953" units="cm"/>
      <inkml:brushProperty name="height" value="0.05953" units="cm"/>
      <inkml:brushProperty name="fitToCurve" value="1"/>
    </inkml:brush>
  </inkml:definitions>
  <inkml:trace contextRef="#ctx0" brushRef="#br0">7732 6815 213,'-32'64'133,"-37"52"-29,27-46-86,-2-3-25,4 2-17,-13 33-137</inkml:trace>
</inkml:ink>
</file>

<file path=ppt/ink/ink10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60"/>
    </inkml:context>
    <inkml:brush xml:id="br0">
      <inkml:brushProperty name="width" value="0.05953" units="cm"/>
      <inkml:brushProperty name="height" value="0.05953" units="cm"/>
      <inkml:brushProperty name="fitToCurve" value="1"/>
    </inkml:brush>
  </inkml:definitions>
  <inkml:trace contextRef="#ctx0" brushRef="#br0">7522 7195 136,'71'72'28,"-49"24"20,-16-15-4,-8 58 47,0-78-62,-4 35 20,0-10-15,-2 11-9,3-22-15,-3-5-6,-3 1-3,-2 2-21,-4-3-62</inkml:trace>
</inkml:ink>
</file>

<file path=ppt/ink/ink10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61"/>
    </inkml:context>
    <inkml:brush xml:id="br0">
      <inkml:brushProperty name="width" value="0.05953" units="cm"/>
      <inkml:brushProperty name="height" value="0.05953" units="cm"/>
      <inkml:brushProperty name="fitToCurve" value="1"/>
    </inkml:brush>
  </inkml:definitions>
  <inkml:trace contextRef="#ctx0" brushRef="#br0">7719 6948 232,'0'62'14,"7"-3"-85</inkml:trace>
</inkml:ink>
</file>

<file path=ppt/ink/ink10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62"/>
    </inkml:context>
    <inkml:brush xml:id="br0">
      <inkml:brushProperty name="width" value="0.05953" units="cm"/>
      <inkml:brushProperty name="height" value="0.05953" units="cm"/>
      <inkml:brushProperty name="fitToCurve" value="1"/>
    </inkml:brush>
  </inkml:definitions>
  <inkml:trace contextRef="#ctx0" brushRef="#br0">7676 7251 153,'104'-72'716,"6"42"-713,4 1-4,-1 9-13,-49 28-92,0 1-637</inkml:trace>
</inkml:ink>
</file>

<file path=ppt/ink/ink10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63"/>
    </inkml:context>
    <inkml:brush xml:id="br0">
      <inkml:brushProperty name="width" value="0.05953" units="cm"/>
      <inkml:brushProperty name="height" value="0.05953" units="cm"/>
      <inkml:brushProperty name="fitToCurve" value="1"/>
    </inkml:brush>
  </inkml:definitions>
  <inkml:trace contextRef="#ctx0" brushRef="#br0">7638 7483 407,'146'-23'389,"-50"-12"-344,7-32-168,-56-12-198</inkml:trace>
</inkml:ink>
</file>

<file path=ppt/ink/ink10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64"/>
    </inkml:context>
    <inkml:brush xml:id="br0">
      <inkml:brushProperty name="width" value="0.05953" units="cm"/>
      <inkml:brushProperty name="height" value="0.05953" units="cm"/>
      <inkml:brushProperty name="fitToCurve" value="1"/>
    </inkml:brush>
  </inkml:definitions>
  <inkml:trace contextRef="#ctx0" brushRef="#br0">7897 7164 155,'-18'67'46,"6"28"22,13 8-21,3-39-14,4 7-4,5 39 10,-2 1-135</inkml:trace>
</inkml:ink>
</file>

<file path=ppt/ink/ink10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65"/>
    </inkml:context>
    <inkml:brush xml:id="br0">
      <inkml:brushProperty name="width" value="0.05953" units="cm"/>
      <inkml:brushProperty name="height" value="0.05953" units="cm"/>
      <inkml:brushProperty name="fitToCurve" value="1"/>
    </inkml:brush>
  </inkml:definitions>
  <inkml:trace contextRef="#ctx0" brushRef="#br0">7654 7640 271,'121'-26'170,"3"-11"-14,-47 13-83,15-2-4,5 11-88,-107 117-127,-54-38 213,-23 10 17,-7-1-15,6-8-26,4 2-17,36 40-11,160-69-13,18-49-3,0-24-2,-4-6-4,11-10-19,-19 4-79,-24 3-142,-27 37-108</inkml:trace>
</inkml:ink>
</file>

<file path=ppt/ink/ink10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66"/>
    </inkml:context>
    <inkml:brush xml:id="br0">
      <inkml:brushProperty name="width" value="0.05953" units="cm"/>
      <inkml:brushProperty name="height" value="0.05953" units="cm"/>
      <inkml:brushProperty name="fitToCurve" value="1"/>
    </inkml:brush>
  </inkml:definitions>
  <inkml:trace contextRef="#ctx0" brushRef="#br0">8337 6820 369,'0'122'65,"4"-45"27,10 1 3,10 7-44,8-3-106,0-12-227,-37-131 12</inkml:trace>
</inkml:ink>
</file>

<file path=ppt/ink/ink10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67"/>
    </inkml:context>
    <inkml:brush xml:id="br0">
      <inkml:brushProperty name="width" value="0.05953" units="cm"/>
      <inkml:brushProperty name="height" value="0.05953" units="cm"/>
      <inkml:brushProperty name="fitToCurve" value="1"/>
    </inkml:brush>
  </inkml:definitions>
  <inkml:trace contextRef="#ctx0" brushRef="#br0">8443 6760 407,'129'-44'25,"-10"15"116,-46 17-59,11 6 17,12 28-35,-70 86-36,-72 3-20,-11-4-29,-3-10-95,3-29-11,-11-26-299</inkml:trace>
</inkml:ink>
</file>

<file path=ppt/ink/ink10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68"/>
    </inkml:context>
    <inkml:brush xml:id="br0">
      <inkml:brushProperty name="width" value="0.05953" units="cm"/>
      <inkml:brushProperty name="height" value="0.05953" units="cm"/>
      <inkml:brushProperty name="fitToCurve" value="1"/>
    </inkml:brush>
  </inkml:definitions>
  <inkml:trace contextRef="#ctx0" brushRef="#br0">8387 6969 434,'147'-12'314,"-46"-13"-292,0 0-16,-122 127 52,-67-36-36,-2-5-13,0 4 0,212-33-35,-9-53-17,-40 30-129</inkml:trace>
</inkml:ink>
</file>

<file path=ppt/ink/ink10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69"/>
    </inkml:context>
    <inkml:brush xml:id="br0">
      <inkml:brushProperty name="width" value="0.05953" units="cm"/>
      <inkml:brushProperty name="height" value="0.05953" units="cm"/>
      <inkml:brushProperty name="fitToCurve" value="1"/>
    </inkml:brush>
  </inkml:definitions>
  <inkml:trace contextRef="#ctx0" brushRef="#br0">8614 7140 413,'-92'106'15,"39"-40"70,-10 16 18,6-2-20,-3 2-66,-7 14-130,26-33-322</inkml:trace>
</inkml:ink>
</file>

<file path=ppt/ink/ink10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70"/>
    </inkml:context>
    <inkml:brush xml:id="br0">
      <inkml:brushProperty name="width" value="0.05953" units="cm"/>
      <inkml:brushProperty name="height" value="0.05953" units="cm"/>
      <inkml:brushProperty name="fitToCurve" value="1"/>
    </inkml:brush>
  </inkml:definitions>
  <inkml:trace contextRef="#ctx0" brushRef="#br0">8411 7421 146,'63'-19'19,"35"-10"39,-13 8 64,43-21 61,-50 20-107,-2 3-39,-87 100-147,-135 26 124,82-63 7,-70 38 54,46-29-10,-4-3-8,2-10 20,198-44-47,19-23-28,4-14-4,-25-4-8,3-19-88,-41 50-65</inkml:trace>
</inkml:ink>
</file>

<file path=ppt/ink/ink10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71"/>
    </inkml:context>
    <inkml:brush xml:id="br0">
      <inkml:brushProperty name="width" value="0.05953" units="cm"/>
      <inkml:brushProperty name="height" value="0.05953" units="cm"/>
      <inkml:brushProperty name="fitToCurve" value="1"/>
    </inkml:brush>
  </inkml:definitions>
  <inkml:trace contextRef="#ctx0" brushRef="#br0">8769 7241 136,'-35'76'94,"25"11"43,8-24-71,5 25 3,-2-3-47,-5-9-44,-6-11-23,-50 45-37,-51-29 103,41-55 57,2-10 3,-11-1 37,163-11 78,41-16-186,32-10-5,11-3-2,-13-1-2,-34 10-2,-6 6-4,-1 23-23,-43 19-155</inkml:trace>
</inkml:ink>
</file>

<file path=ppt/ink/ink10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72"/>
    </inkml:context>
    <inkml:brush xml:id="br0">
      <inkml:brushProperty name="width" value="0.05953" units="cm"/>
      <inkml:brushProperty name="height" value="0.05953" units="cm"/>
      <inkml:brushProperty name="fitToCurve" value="1"/>
    </inkml:brush>
  </inkml:definitions>
  <inkml:trace contextRef="#ctx0" brushRef="#br0">3080 4282 246,'29'4'39,"-3"17"13,-8 13-88,-19-12-66</inkml:trace>
</inkml:ink>
</file>

<file path=ppt/ink/ink10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73"/>
    </inkml:context>
    <inkml:brush xml:id="br0">
      <inkml:brushProperty name="width" value="0.05953" units="cm"/>
      <inkml:brushProperty name="height" value="0.05953" units="cm"/>
      <inkml:brushProperty name="fitToCurve" value="1"/>
    </inkml:brush>
  </inkml:definitions>
  <inkml:trace contextRef="#ctx0" brushRef="#br0">2943 4479 502,'37'0'167,"9"-2"-93,10-4-15,9-6-20,-1-2-34,4-6-40,-1 2-39,-35 19-84</inkml:trace>
</inkml:ink>
</file>

<file path=ppt/ink/ink10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74"/>
    </inkml:context>
    <inkml:brush xml:id="br0">
      <inkml:brushProperty name="width" value="0.05953" units="cm"/>
      <inkml:brushProperty name="height" value="0.05953" units="cm"/>
      <inkml:brushProperty name="fitToCurve" value="1"/>
    </inkml:brush>
  </inkml:definitions>
  <inkml:trace contextRef="#ctx0" brushRef="#br0">3003 4531 334,'-7'44'0,"-2"18"3,4-30 20,-5 27 29,5-22-11,-4 32 52,5-30-43,-2 10-1,0-2-2,-1 5-3,-2 19 21,-4 1-31,2 0-16,2-12-15,4-2-32,-10-24-148</inkml:trace>
</inkml:ink>
</file>

<file path=ppt/ink/ink10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75"/>
    </inkml:context>
    <inkml:brush xml:id="br0">
      <inkml:brushProperty name="width" value="0.05953" units="cm"/>
      <inkml:brushProperty name="height" value="0.05953" units="cm"/>
      <inkml:brushProperty name="fitToCurve" value="1"/>
    </inkml:brush>
  </inkml:definitions>
  <inkml:trace contextRef="#ctx0" brushRef="#br0">3202 4474 244,'-36'43'372,"1"-2"-299,-2 6-62,10-13-44,-1 3-18,-3 6-14,10-12-194</inkml:trace>
</inkml:ink>
</file>

<file path=ppt/ink/ink10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76"/>
    </inkml:context>
    <inkml:brush xml:id="br0">
      <inkml:brushProperty name="width" value="0.05953" units="cm"/>
      <inkml:brushProperty name="height" value="0.05953" units="cm"/>
      <inkml:brushProperty name="fitToCurve" value="1"/>
    </inkml:brush>
  </inkml:definitions>
  <inkml:trace contextRef="#ctx0" brushRef="#br0">3100 4591 205,'0'32'26,"0"3"35,0 16 0,0-4-15,0 12 34,0-26-58,1 8-34,-7-10-341</inkml:trace>
</inkml:ink>
</file>

<file path=ppt/ink/ink10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77"/>
    </inkml:context>
    <inkml:brush xml:id="br0">
      <inkml:brushProperty name="width" value="0.05953" units="cm"/>
      <inkml:brushProperty name="height" value="0.05953" units="cm"/>
      <inkml:brushProperty name="fitToCurve" value="1"/>
    </inkml:brush>
  </inkml:definitions>
  <inkml:trace contextRef="#ctx0" brushRef="#br0">3178 4625 158,'30'-32'23,"3"2"11,3-5-13,-1-5-40,-5-3-29,-36 81 16,4 7 35,0-11 0,1 4 48,0 4 33,-6 13 46,-14 4 35,-15-31-48,-7-20 6,4-45-75,20 4-232</inkml:trace>
</inkml:ink>
</file>

<file path=ppt/ink/ink10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78"/>
    </inkml:context>
    <inkml:brush xml:id="br0">
      <inkml:brushProperty name="width" value="0.05953" units="cm"/>
      <inkml:brushProperty name="height" value="0.05953" units="cm"/>
      <inkml:brushProperty name="fitToCurve" value="1"/>
    </inkml:brush>
  </inkml:definitions>
  <inkml:trace contextRef="#ctx0" brushRef="#br0">3096 4791 136,'-1'32'28,"-2"17"36,2-14-24,1 34 35,0-33-39,0 22 51,-1-28-45,2 5-11,0 30 2,-1-22-32,4 1-86,-13-13-268</inkml:trace>
</inkml:ink>
</file>

<file path=ppt/ink/ink10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79"/>
    </inkml:context>
    <inkml:brush xml:id="br0">
      <inkml:brushProperty name="width" value="0.05953" units="cm"/>
      <inkml:brushProperty name="height" value="0.05953" units="cm"/>
      <inkml:brushProperty name="fitToCurve" value="1"/>
    </inkml:brush>
  </inkml:definitions>
  <inkml:trace contextRef="#ctx0" brushRef="#br0">3183 4898 177,'30'-44'8,"9"4"29,-9 17 7,11-1 24,6 9 27,-4 13-4,-9 9-21,11 31 33,-23 7-55,-9 10-8,-5 16 6,-10 5-24,-8-2-10,0-21-5,-13 2 1,-27-23-5,-4-81-46,35 16-136</inkml:trace>
</inkml:ink>
</file>

<file path=ppt/ink/ink10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80"/>
    </inkml:context>
    <inkml:brush xml:id="br0">
      <inkml:brushProperty name="width" value="0.05953" units="cm"/>
      <inkml:brushProperty name="height" value="0.05953" units="cm"/>
      <inkml:brushProperty name="fitToCurve" value="1"/>
    </inkml:brush>
  </inkml:definitions>
  <inkml:trace contextRef="#ctx0" brushRef="#br0">3306 4673 293,'-16'55'152,"-1"-10"-73,-3 3-38,2-9-12,3 0-4,-3-2 8,5 5 40,65-46 15,-4-30-82,-1-5-2,-1 11 0,-72 77 18,-18 10-10,14-14-3,-5 4-6,13 7 0,82-41-7,2-34 2,-6-3-7,2-4-85,-23 22-70</inkml:trace>
</inkml:ink>
</file>

<file path=ppt/ink/ink10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81"/>
    </inkml:context>
    <inkml:brush xml:id="br0">
      <inkml:brushProperty name="width" value="0.05953" units="cm"/>
      <inkml:brushProperty name="height" value="0.05953" units="cm"/>
      <inkml:brushProperty name="fitToCurve" value="1"/>
    </inkml:brush>
  </inkml:definitions>
  <inkml:trace contextRef="#ctx0" brushRef="#br0">3728 4415 288,'-30'63'511,"4"-3"-503,3-14-17,-3 13-10,6-14 0,69-30 14,3-46 15,1-9-1,-5 2-34,-11 0-101,-76 57-10,15 10 145,-6 21 3,15-17-8,-1 7-2,3-7 1,2 5-1,2-6 5,0 9 10,2-3 29,9 11 19,3 6 0,7 2 16,6 0-25,12-11-41,-1-104-44,-11-19-62,-3 10-33,0-1-11,-5 18 24,-1 4-38,1 17-34</inkml:trace>
</inkml:ink>
</file>

<file path=ppt/ink/ink10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82"/>
    </inkml:context>
    <inkml:brush xml:id="br0">
      <inkml:brushProperty name="width" value="0.05953" units="cm"/>
      <inkml:brushProperty name="height" value="0.05953" units="cm"/>
      <inkml:brushProperty name="fitToCurve" value="1"/>
    </inkml:brush>
  </inkml:definitions>
  <inkml:trace contextRef="#ctx0" brushRef="#br0">3807 4591 136,'2'33'229,"1"-7"-84,4 7-6,3-3-120,-11-5-246</inkml:trace>
</inkml:ink>
</file>

<file path=ppt/ink/ink10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83"/>
    </inkml:context>
    <inkml:brush xml:id="br0">
      <inkml:brushProperty name="width" value="0.05953" units="cm"/>
      <inkml:brushProperty name="height" value="0.05953" units="cm"/>
      <inkml:brushProperty name="fitToCurve" value="1"/>
    </inkml:brush>
  </inkml:definitions>
  <inkml:trace contextRef="#ctx0" brushRef="#br0">3850 4671 230,'37'0'41,"13"-15"42,-2-3 1,19-16 49,-20 8-49,2 0-17,5 5 1,-46 74 0,-50 1-65,-9 2 0,6-15-2,3-3 0,-4 2 0,1 0 1,107-39-35,-17-32-8,-9-9-137,-4 22-135</inkml:trace>
</inkml:ink>
</file>

<file path=ppt/ink/ink10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84"/>
    </inkml:context>
    <inkml:brush xml:id="br0">
      <inkml:brushProperty name="width" value="0.05953" units="cm"/>
      <inkml:brushProperty name="height" value="0.05953" units="cm"/>
      <inkml:brushProperty name="fitToCurve" value="1"/>
    </inkml:brush>
  </inkml:definitions>
  <inkml:trace contextRef="#ctx0" brushRef="#br0">3982 4449 188,'0'37'82,"0"1"20,3-6-44,2 12-6,-1 6-16,0-8-12,-1 7-24,-3 10-32,-5-1-22,-2-14-7,-4-3 6,-7 2 23,-8-3 44,-3-1 35,-15 11 47,115-122 287,-22 27-362,23-19-10,-3 8-5,-9 15-2,-8 14-3,-1 67 2,-47 25 1,-12 14 0,0-6-4,13-14-2,-12-28-104,-1 1-650</inkml:trace>
</inkml:ink>
</file>

<file path=ppt/ink/ink10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85"/>
    </inkml:context>
    <inkml:brush xml:id="br0">
      <inkml:brushProperty name="width" value="0.05953" units="cm"/>
      <inkml:brushProperty name="height" value="0.05953" units="cm"/>
      <inkml:brushProperty name="fitToCurve" value="1"/>
    </inkml:brush>
  </inkml:definitions>
  <inkml:trace contextRef="#ctx0" brushRef="#br0">4392 4696 848</inkml:trace>
</inkml:ink>
</file>

<file path=ppt/ink/ink10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86"/>
    </inkml:context>
    <inkml:brush xml:id="br0">
      <inkml:brushProperty name="width" value="0.05953" units="cm"/>
      <inkml:brushProperty name="height" value="0.05953" units="cm"/>
      <inkml:brushProperty name="fitToCurve" value="1"/>
    </inkml:brush>
  </inkml:definitions>
  <inkml:trace contextRef="#ctx0" brushRef="#br0">4468 4787 818,'-9'44'42,"35"-10"-20,12-50-43,-14 14-85,0 0-641</inkml:trace>
</inkml:ink>
</file>

<file path=ppt/ink/ink10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87"/>
    </inkml:context>
    <inkml:brush xml:id="br0">
      <inkml:brushProperty name="width" value="0.05953" units="cm"/>
      <inkml:brushProperty name="height" value="0.05953" units="cm"/>
      <inkml:brushProperty name="fitToCurve" value="1"/>
    </inkml:brush>
  </inkml:definitions>
  <inkml:trace contextRef="#ctx0" brushRef="#br0">4842 4354 579,'0'56'8,"0"19"62,3 16-8,-2-36-39,4 29 22,-1-8-1,-2 21-15,-1-42-23,2 38-3,2-17-5,0-11-92,-1-14-453</inkml:trace>
</inkml:ink>
</file>

<file path=ppt/ink/ink10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88"/>
    </inkml:context>
    <inkml:brush xml:id="br0">
      <inkml:brushProperty name="width" value="0.05953" units="cm"/>
      <inkml:brushProperty name="height" value="0.05953" units="cm"/>
      <inkml:brushProperty name="fitToCurve" value="1"/>
    </inkml:brush>
  </inkml:definitions>
  <inkml:trace contextRef="#ctx0" brushRef="#br0">5599 4209 403,'-20'33'36,"-2"0"39,-3 5-10,-4 4 1,4-7 1,-11 11-22,-4 2-25,6-8-21,3-3-32,-3-1-59,1-17-238</inkml:trace>
</inkml:ink>
</file>

<file path=ppt/ink/ink10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89"/>
    </inkml:context>
    <inkml:brush xml:id="br0">
      <inkml:brushProperty name="width" value="0.05953" units="cm"/>
      <inkml:brushProperty name="height" value="0.05953" units="cm"/>
      <inkml:brushProperty name="fitToCurve" value="1"/>
    </inkml:brush>
  </inkml:definitions>
  <inkml:trace contextRef="#ctx0" brushRef="#br0">5458 4344 492,'28'0'16,"-1"0"88,10 5 12,4 3-56,-6 5-217,-59 8-238</inkml:trace>
</inkml:ink>
</file>

<file path=ppt/ink/ink10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90"/>
    </inkml:context>
    <inkml:brush xml:id="br0">
      <inkml:brushProperty name="width" value="0.05953" units="cm"/>
      <inkml:brushProperty name="height" value="0.05953" units="cm"/>
      <inkml:brushProperty name="fitToCurve" value="1"/>
    </inkml:brush>
  </inkml:definitions>
  <inkml:trace contextRef="#ctx0" brushRef="#br0">5353 4537 597,'44'-2'207,"11"-13"-150,3 3-48,3-4-6,-5 5-6,0 14-173,-22 9-60</inkml:trace>
</inkml:ink>
</file>

<file path=ppt/ink/ink10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91"/>
    </inkml:context>
    <inkml:brush xml:id="br0">
      <inkml:brushProperty name="width" value="0.05953" units="cm"/>
      <inkml:brushProperty name="height" value="0.05953" units="cm"/>
      <inkml:brushProperty name="fitToCurve" value="1"/>
    </inkml:brush>
  </inkml:definitions>
  <inkml:trace contextRef="#ctx0" brushRef="#br0">5342 4693 504,'36'-6'167,"8"-7"-58,1-2-51,19-7-58,-19-3-124,-14 18-29</inkml:trace>
</inkml:ink>
</file>

<file path=ppt/ink/ink10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92"/>
    </inkml:context>
    <inkml:brush xml:id="br0">
      <inkml:brushProperty name="width" value="0.05953" units="cm"/>
      <inkml:brushProperty name="height" value="0.05953" units="cm"/>
      <inkml:brushProperty name="fitToCurve" value="1"/>
    </inkml:brush>
  </inkml:definitions>
  <inkml:trace contextRef="#ctx0" brushRef="#br0">5502 4625 143,'-10'32'1,"4"2"23,-6 18 42,-9-3 24,-10-16 25,-29 10 104,23-23-75,94-23-75,18-13-64,-4 2-3,4-1-4,-2 2-8,-16 6-56,-21 15-105</inkml:trace>
</inkml:ink>
</file>

<file path=ppt/ink/ink10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93"/>
    </inkml:context>
    <inkml:brush xml:id="br0">
      <inkml:brushProperty name="width" value="0.05953" units="cm"/>
      <inkml:brushProperty name="height" value="0.05953" units="cm"/>
      <inkml:brushProperty name="fitToCurve" value="1"/>
    </inkml:brush>
  </inkml:definitions>
  <inkml:trace contextRef="#ctx0" brushRef="#br0">5846 4396 343,'34'-14'50,"7"2"26,10-2 25,-4 2-25,2-1 16,3-1-21,8 0-21,-5 7-44,4 10-74,-66 46-464</inkml:trace>
</inkml:ink>
</file>

<file path=ppt/ink/ink10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94"/>
    </inkml:context>
    <inkml:brush xml:id="br0">
      <inkml:brushProperty name="width" value="0.05953" units="cm"/>
      <inkml:brushProperty name="height" value="0.05953" units="cm"/>
      <inkml:brushProperty name="fitToCurve" value="1"/>
    </inkml:brush>
  </inkml:definitions>
  <inkml:trace contextRef="#ctx0" brushRef="#br0">5920 4382 376,'0'31'-12,"0"18"75,0-1-18,0-16-26,0 28 27,-2-17-12,-2 7-2,0-6 3,1 5-4,0-3-5,-4 24 19,0 0-10,0 2-15,4-5-37,3-20-176,-10-13-104</inkml:trace>
</inkml:ink>
</file>

<file path=ppt/ink/ink10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95"/>
    </inkml:context>
    <inkml:brush xml:id="br0">
      <inkml:brushProperty name="width" value="0.05953" units="cm"/>
      <inkml:brushProperty name="height" value="0.05953" units="cm"/>
      <inkml:brushProperty name="fitToCurve" value="1"/>
    </inkml:brush>
  </inkml:definitions>
  <inkml:trace contextRef="#ctx0" brushRef="#br0">6088 4409 201,'-9'33'133,"1"15"-23,1-8-60,1-4-32,0 0-16,1 1-7,1-3-23,-10-2-449</inkml:trace>
</inkml:ink>
</file>

<file path=ppt/ink/ink10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96"/>
    </inkml:context>
    <inkml:brush xml:id="br0">
      <inkml:brushProperty name="width" value="0.05953" units="cm"/>
      <inkml:brushProperty name="height" value="0.05953" units="cm"/>
      <inkml:brushProperty name="fitToCurve" value="1"/>
    </inkml:brush>
  </inkml:definitions>
  <inkml:trace contextRef="#ctx0" brushRef="#br0">6152 4441 136,'9'29'163,"-10"4"-32,-2-10-29,3 4 17,8 3-10,-10-5-272</inkml:trace>
</inkml:ink>
</file>

<file path=ppt/ink/ink10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97"/>
    </inkml:context>
    <inkml:brush xml:id="br0">
      <inkml:brushProperty name="width" value="0.05953" units="cm"/>
      <inkml:brushProperty name="height" value="0.05953" units="cm"/>
      <inkml:brushProperty name="fitToCurve" value="1"/>
    </inkml:brush>
  </inkml:definitions>
  <inkml:trace contextRef="#ctx0" brushRef="#br0">6031 4706 299,'-56'45'15,"27"-1"46,60-9 72,20-29-38,14-12-10,-16-3-14,24-9-20,-1-6-33,0-5-19,-24 5-180,-14 19-38</inkml:trace>
</inkml:ink>
</file>

<file path=ppt/ink/ink10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98"/>
    </inkml:context>
    <inkml:brush xml:id="br0">
      <inkml:brushProperty name="width" value="0.05953" units="cm"/>
      <inkml:brushProperty name="height" value="0.05953" units="cm"/>
      <inkml:brushProperty name="fitToCurve" value="1"/>
    </inkml:brush>
  </inkml:definitions>
  <inkml:trace contextRef="#ctx0" brushRef="#br0">6363 4316 586,'51'-2'-88,"-6"-2"84,-1-1 39,6-1 27,-7 0 3,15-4 4,3-1-19,-11 2-29,15-2-62,-19 7-212,-12 10-110</inkml:trace>
</inkml:ink>
</file>

<file path=ppt/ink/ink10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099"/>
    </inkml:context>
    <inkml:brush xml:id="br0">
      <inkml:brushProperty name="width" value="0.05953" units="cm"/>
      <inkml:brushProperty name="height" value="0.05953" units="cm"/>
      <inkml:brushProperty name="fitToCurve" value="1"/>
    </inkml:brush>
  </inkml:definitions>
  <inkml:trace contextRef="#ctx0" brushRef="#br0">6466 4395 250,'-6'32'95,"-2"37"29,6-24-55,2 21 12,-3-28-44,0 2-8,1 17 13,-1-4-18,-2 2-15,1-6-50,-1 2-89,-10-19-169</inkml:trace>
</inkml:ink>
</file>

<file path=ppt/ink/ink10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00"/>
    </inkml:context>
    <inkml:brush xml:id="br0">
      <inkml:brushProperty name="width" value="0.05953" units="cm"/>
      <inkml:brushProperty name="height" value="0.05953" units="cm"/>
      <inkml:brushProperty name="fitToCurve" value="1"/>
    </inkml:brush>
  </inkml:definitions>
  <inkml:trace contextRef="#ctx0" brushRef="#br0">6427 4539 325,'37'-39'38,"28"-5"83,18 4-16,-38 20-47,0 8-11,0 7-8,3 14-3,-14 31-12,-22 8-8,-8 12-1,-7 12 2,-5-4-5,1 3-9,-1-12-21,-2 1-110,-7-28-113</inkml:trace>
</inkml:ink>
</file>

<file path=ppt/ink/ink10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01"/>
    </inkml:context>
    <inkml:brush xml:id="br0">
      <inkml:brushProperty name="width" value="0.05953" units="cm"/>
      <inkml:brushProperty name="height" value="0.05953" units="cm"/>
      <inkml:brushProperty name="fitToCurve" value="1"/>
    </inkml:brush>
  </inkml:definitions>
  <inkml:trace contextRef="#ctx0" brushRef="#br0">6565 4282 258,'0'41'-36,"0"-4"76,0 4 39,0 17 55,0-25-50,-3 0-17,-5 21-47,2-15-71,-4-3-134</inkml:trace>
</inkml:ink>
</file>

<file path=ppt/ink/ink10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02"/>
    </inkml:context>
    <inkml:brush xml:id="br0">
      <inkml:brushProperty name="width" value="0.05953" units="cm"/>
      <inkml:brushProperty name="height" value="0.05953" units="cm"/>
      <inkml:brushProperty name="fitToCurve" value="1"/>
    </inkml:brush>
  </inkml:definitions>
  <inkml:trace contextRef="#ctx0" brushRef="#br0">6678 4376 152,'0'33'14,"-12"19"2,-1-12-5,1-9-7,-3 1-1,-1 1 10,0-1 71,80-14 140,-27-22-236,-27 37 7,-32 11 74,-8 5 10,-5 5-2,10-14-14,1 7-20,0 13-14,94-50-85,-31-41 2,41-39-108,-39 31 77,6-8-223</inkml:trace>
</inkml:ink>
</file>

<file path=ppt/ink/ink10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03"/>
    </inkml:context>
    <inkml:brush xml:id="br0">
      <inkml:brushProperty name="width" value="0.05953" units="cm"/>
      <inkml:brushProperty name="height" value="0.05953" units="cm"/>
      <inkml:brushProperty name="fitToCurve" value="1"/>
    </inkml:brush>
  </inkml:definitions>
  <inkml:trace contextRef="#ctx0" brushRef="#br0">6885 4350 142,'34'-22'55,"12"2"50,7 12 29,-17 16 28,-16 22-41,-25 18-98,-20 10-79,3-21-20,-9 2-60,-20 6-40,17-25 9</inkml:trace>
</inkml:ink>
</file>

<file path=ppt/ink/ink10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04"/>
    </inkml:context>
    <inkml:brush xml:id="br0">
      <inkml:brushProperty name="width" value="0.05953" units="cm"/>
      <inkml:brushProperty name="height" value="0.05953" units="cm"/>
      <inkml:brushProperty name="fitToCurve" value="1"/>
    </inkml:brush>
  </inkml:definitions>
  <inkml:trace contextRef="#ctx0" brushRef="#br0">6923 4542 535,'0'55'100,"0"-3"-15,0-3-33,0 8 23,19-4-46,38-46-22,-10-41-7,-4-15-2,-11 6 0,7-14-3,0-9-94,-14 24-177</inkml:trace>
</inkml:ink>
</file>

<file path=ppt/ink/ink10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05"/>
    </inkml:context>
    <inkml:brush xml:id="br0">
      <inkml:brushProperty name="width" value="0.05953" units="cm"/>
      <inkml:brushProperty name="height" value="0.05953" units="cm"/>
      <inkml:brushProperty name="fitToCurve" value="1"/>
    </inkml:brush>
  </inkml:definitions>
  <inkml:trace contextRef="#ctx0" brushRef="#br0">7411 4219 182,'24'41'426,"-16"3"-330,-3 11-32,-1-2-41,-1 2-13,0 12-3,-3-15-11,1 17-60,2-24-144,-11-15-62</inkml:trace>
</inkml:ink>
</file>

<file path=ppt/ink/ink10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06"/>
    </inkml:context>
    <inkml:brush xml:id="br0">
      <inkml:brushProperty name="width" value="0.05953" units="cm"/>
      <inkml:brushProperty name="height" value="0.05953" units="cm"/>
      <inkml:brushProperty name="fitToCurve" value="1"/>
    </inkml:brush>
  </inkml:definitions>
  <inkml:trace contextRef="#ctx0" brushRef="#br0">7495 4471 461,'39'-29'197,"-6"25"-104,7 6-80,-16 7-177</inkml:trace>
</inkml:ink>
</file>

<file path=ppt/ink/ink10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07"/>
    </inkml:context>
    <inkml:brush xml:id="br0">
      <inkml:brushProperty name="width" value="0.05953" units="cm"/>
      <inkml:brushProperty name="height" value="0.05953" units="cm"/>
      <inkml:brushProperty name="fitToCurve" value="1"/>
    </inkml:brush>
  </inkml:definitions>
  <inkml:trace contextRef="#ctx0" brushRef="#br0">7258 4734 668,'73'-17'6,"3"1"43,-11 4-6,11-1-7,7 2 1,-9 7-11,1 7-17,-7 2-19,-14-4-217,-23 10 10</inkml:trace>
</inkml:ink>
</file>

<file path=ppt/ink/ink10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08"/>
    </inkml:context>
    <inkml:brush xml:id="br0">
      <inkml:brushProperty name="width" value="0.05953" units="cm"/>
      <inkml:brushProperty name="height" value="0.05953" units="cm"/>
      <inkml:brushProperty name="fitToCurve" value="1"/>
    </inkml:brush>
  </inkml:definitions>
  <inkml:trace contextRef="#ctx0" brushRef="#br0">2521 5784 242,'48'-6'170,"-12"0"-90,9-2 2,3-3-21,4 1-26,-2-2-20,1 1-19,0 3-71,-47 51-199,-46-6 193,-8 3 48,18-15 22,-31 23 4,31-24 8,-17 10 10,-3 2 28,4-3 23,0 1 64,115-37 184,5-18-278,-7 2-23,4-2-13,-4-2-34,-2 1-56,-24 8-89,-7 13-157</inkml:trace>
</inkml:ink>
</file>

<file path=ppt/ink/ink10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09"/>
    </inkml:context>
    <inkml:brush xml:id="br0">
      <inkml:brushProperty name="width" value="0.05953" units="cm"/>
      <inkml:brushProperty name="height" value="0.05953" units="cm"/>
      <inkml:brushProperty name="fitToCurve" value="1"/>
    </inkml:brush>
  </inkml:definitions>
  <inkml:trace contextRef="#ctx0" brushRef="#br0">2686 5659 266,'0'35'-14,"-3"24"-17,3-17 35,1 16 4,1-20-3,-2-5-1,1 5 3,-2 0-4,-1 16 0,-1 9-18,-1-31 2,0 4-58</inkml:trace>
</inkml:ink>
</file>

<file path=ppt/ink/ink10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10"/>
    </inkml:context>
    <inkml:brush xml:id="br0">
      <inkml:brushProperty name="width" value="0.05953" units="cm"/>
      <inkml:brushProperty name="height" value="0.05953" units="cm"/>
      <inkml:brushProperty name="fitToCurve" value="1"/>
    </inkml:brush>
  </inkml:definitions>
  <inkml:trace contextRef="#ctx0" brushRef="#br0">2537 6077 136,'-17'49'295,"21"19"-262,14-3-4,45-44 2,-20-38-22,-2-11 0,26-30 18,-12 6 20,-23 23-18,21-16 22,-14 16-6,5 2 2,0 48-20,-47 30-11,-9 19-6,5-16-13,6 5-145,-12-26-86</inkml:trace>
</inkml:ink>
</file>

<file path=ppt/ink/ink10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11"/>
    </inkml:context>
    <inkml:brush xml:id="br0">
      <inkml:brushProperty name="width" value="0.05953" units="cm"/>
      <inkml:brushProperty name="height" value="0.05953" units="cm"/>
      <inkml:brushProperty name="fitToCurve" value="1"/>
    </inkml:brush>
  </inkml:definitions>
  <inkml:trace contextRef="#ctx0" brushRef="#br0">3027 5765 390,'9'42'40,"-2"-16"-11,0 1-37,-3-4-35,-1 1 0,-3-1-19</inkml:trace>
</inkml:ink>
</file>

<file path=ppt/ink/ink10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12"/>
    </inkml:context>
    <inkml:brush xml:id="br0">
      <inkml:brushProperty name="width" value="0.05953" units="cm"/>
      <inkml:brushProperty name="height" value="0.05953" units="cm"/>
      <inkml:brushProperty name="fitToCurve" value="1"/>
    </inkml:brush>
  </inkml:definitions>
  <inkml:trace contextRef="#ctx0" brushRef="#br0">3036 5822 274,'62'-13'126,"-16"0"-34,-9 6-26,5-6 13,2 1-20,11 0-30,-5 7-59,-45 54 0,-39-13 67,3-6-16,-10 5-3,-5 0-11,5-3-5,-3-1-1,5-2 0,100-32-60,-7-21-61,-19 7-103</inkml:trace>
</inkml:ink>
</file>

<file path=ppt/ink/ink10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13"/>
    </inkml:context>
    <inkml:brush xml:id="br0">
      <inkml:brushProperty name="width" value="0.05953" units="cm"/>
      <inkml:brushProperty name="height" value="0.05953" units="cm"/>
      <inkml:brushProperty name="fitToCurve" value="1"/>
    </inkml:brush>
  </inkml:definitions>
  <inkml:trace contextRef="#ctx0" brushRef="#br0">3168 5539 203,'0'41'58,"2"29"15,2-25-37,1 34 30,-1-27-7,-3-19-5,3 20-3,1 7-2,-1 6-8,0-15-7,-1 4-6,0-3-5,0 23 11,-2-2-20,-1-4-7,-1-15-4,-1-4-9,-10-16-171</inkml:trace>
</inkml:ink>
</file>

<file path=ppt/ink/ink10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14"/>
    </inkml:context>
    <inkml:brush xml:id="br0">
      <inkml:brushProperty name="width" value="0.05953" units="cm"/>
      <inkml:brushProperty name="height" value="0.05953" units="cm"/>
      <inkml:brushProperty name="fitToCurve" value="1"/>
    </inkml:brush>
  </inkml:definitions>
  <inkml:trace contextRef="#ctx0" brushRef="#br0">3488 5707 409,'72'0'107,"-40"-4"-50,5 1-10,10-3 15,9-2-37,-11 5-63,-41 46-146,-48 6 140,-4-11 28,-14 6 6,16-15 11,8-7 19,104-24 336,-8-16-350,0-5-6,-2 1-46,-1-5-82,-20 8-45,-3 13-274</inkml:trace>
</inkml:ink>
</file>

<file path=ppt/ink/ink10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15"/>
    </inkml:context>
    <inkml:brush xml:id="br0">
      <inkml:brushProperty name="width" value="0.05953" units="cm"/>
      <inkml:brushProperty name="height" value="0.05953" units="cm"/>
      <inkml:brushProperty name="fitToCurve" value="1"/>
    </inkml:brush>
  </inkml:definitions>
  <inkml:trace contextRef="#ctx0" brushRef="#br0">3625 5529 168,'0'31'4,"0"19"21,0-14-2,1 7 0,2-3 0,-2 8-3,2-4-3,-2-15 6,0 10-2,1-6-3,-1 4-2,0-1-11,1-1-16,-2 19-35,-2-8-53</inkml:trace>
</inkml:ink>
</file>

<file path=ppt/ink/ink10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16"/>
    </inkml:context>
    <inkml:brush xml:id="br0">
      <inkml:brushProperty name="width" value="0.05953" units="cm"/>
      <inkml:brushProperty name="height" value="0.05953" units="cm"/>
      <inkml:brushProperty name="fitToCurve" value="1"/>
    </inkml:brush>
  </inkml:definitions>
  <inkml:trace contextRef="#ctx0" brushRef="#br0">3507 5917 137,'-12'37'76,"13"8"-17,8 7-4,2-5 16,21-5-27,3-36-33,-3-19-6,5-9 6,1-8 8,28-33 30,-11 14-4,-16 17-6,-3 8-10,8 5 9,-2 49 11,-37 19-24,-8 14-31,3-15-71,32-14-100,-18-2-186</inkml:trace>
</inkml:ink>
</file>

<file path=ppt/ink/ink10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17"/>
    </inkml:context>
    <inkml:brush xml:id="br0">
      <inkml:brushProperty name="width" value="0.05953" units="cm"/>
      <inkml:brushProperty name="height" value="0.05953" units="cm"/>
      <inkml:brushProperty name="fitToCurve" value="1"/>
    </inkml:brush>
  </inkml:definitions>
  <inkml:trace contextRef="#ctx0" brushRef="#br0">4000 5660 271,'52'-21'78,"-9"4"-8,23-4 48,-26 10-18,7-1-23,4 1-25,-1 3-25,1-1-35,0 5-125,-19 10-88</inkml:trace>
</inkml:ink>
</file>

<file path=ppt/ink/ink10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18"/>
    </inkml:context>
    <inkml:brush xml:id="br0">
      <inkml:brushProperty name="width" value="0.05953" units="cm"/>
      <inkml:brushProperty name="height" value="0.05953" units="cm"/>
      <inkml:brushProperty name="fitToCurve" value="1"/>
    </inkml:brush>
  </inkml:definitions>
  <inkml:trace contextRef="#ctx0" brushRef="#br0">4292 5569 175,'-22'39'18,"-3"9"50,9-18-16,-8 16 32,0-1-33,-1 1-17,6-8-10,-2-1-9,-4 0-3,3-3-7,1-2-34</inkml:trace>
</inkml:ink>
</file>

<file path=ppt/ink/ink10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19"/>
    </inkml:context>
    <inkml:brush xml:id="br0">
      <inkml:brushProperty name="width" value="0.05953" units="cm"/>
      <inkml:brushProperty name="height" value="0.05953" units="cm"/>
      <inkml:brushProperty name="fitToCurve" value="1"/>
    </inkml:brush>
  </inkml:definitions>
  <inkml:trace contextRef="#ctx0" brushRef="#br0">4221 5719 174,'-2'33'15,"1"2"20,0 10 18,1-7-11,1-2-10,5 18-31,-3-23-58</inkml:trace>
</inkml:ink>
</file>

<file path=ppt/ink/ink10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20"/>
    </inkml:context>
    <inkml:brush xml:id="br0">
      <inkml:brushProperty name="width" value="0.05953" units="cm"/>
      <inkml:brushProperty name="height" value="0.05953" units="cm"/>
      <inkml:brushProperty name="fitToCurve" value="1"/>
    </inkml:brush>
  </inkml:definitions>
  <inkml:trace contextRef="#ctx0" brushRef="#br0">4294 5717 198,'24'37'122,"8"-4"35,21-3-89,-21-28-129,-8 0-153</inkml:trace>
</inkml:ink>
</file>

<file path=ppt/ink/ink10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21"/>
    </inkml:context>
    <inkml:brush xml:id="br0">
      <inkml:brushProperty name="width" value="0.05953" units="cm"/>
      <inkml:brushProperty name="height" value="0.05953" units="cm"/>
      <inkml:brushProperty name="fitToCurve" value="1"/>
    </inkml:brush>
  </inkml:definitions>
  <inkml:trace contextRef="#ctx0" brushRef="#br0">4582 5593 271,'19'33'17,"-10"4"109,-5-11-29,4 2-62,-2-2-202</inkml:trace>
</inkml:ink>
</file>

<file path=ppt/ink/ink10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22"/>
    </inkml:context>
    <inkml:brush xml:id="br0">
      <inkml:brushProperty name="width" value="0.05953" units="cm"/>
      <inkml:brushProperty name="height" value="0.05953" units="cm"/>
      <inkml:brushProperty name="fitToCurve" value="1"/>
    </inkml:brush>
  </inkml:definitions>
  <inkml:trace contextRef="#ctx0" brushRef="#br0">4599 5608 436,'31'-8'-17,"5"-6"76,0-1-3,16-6 28,9-2-6,-14 5-18,0 5-32,3 1-17,4 8-17,-22 44-40,-63 11 4,-6-10 30,-8 2 9,-5 4 8,13-15 1,-2 2 2,1 3 0,6-5 1,2 6 4,64-71-410</inkml:trace>
</inkml:ink>
</file>

<file path=ppt/ink/ink10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23"/>
    </inkml:context>
    <inkml:brush xml:id="br0">
      <inkml:brushProperty name="width" value="0.05953" units="cm"/>
      <inkml:brushProperty name="height" value="0.05953" units="cm"/>
      <inkml:brushProperty name="fitToCurve" value="1"/>
    </inkml:brush>
  </inkml:definitions>
  <inkml:trace contextRef="#ctx0" brushRef="#br0">4739 5352 230,'0'46'14,"4"9"30,-1-9-8,0 4 12,0-18-5,2 18 15,0-3 2,3 30 46,-1-27-61,-2 5-3,-1-8-8,-2 1-5,1 27 9,0-9-21,-5-2-7,1-9-5,-4 1-2,9-111-578</inkml:trace>
</inkml:ink>
</file>

<file path=ppt/ink/ink10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24"/>
    </inkml:context>
    <inkml:brush xml:id="br0">
      <inkml:brushProperty name="width" value="0.05953" units="cm"/>
      <inkml:brushProperty name="height" value="0.05953" units="cm"/>
      <inkml:brushProperty name="fitToCurve" value="1"/>
    </inkml:brush>
  </inkml:definitions>
  <inkml:trace contextRef="#ctx0" brushRef="#br0">5309 5373 185,'-42'19'85,"1"31"53,19-5-54,6-5-16,1 16-14,8-5-18,1 15-14,8 11-11,4-20-5,7-2-6,8-4-24,11-9-40,0-7-54</inkml:trace>
</inkml:ink>
</file>

<file path=ppt/ink/ink10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25"/>
    </inkml:context>
    <inkml:brush xml:id="br0">
      <inkml:brushProperty name="width" value="0.05953" units="cm"/>
      <inkml:brushProperty name="height" value="0.05953" units="cm"/>
      <inkml:brushProperty name="fitToCurve" value="1"/>
    </inkml:brush>
  </inkml:definitions>
  <inkml:trace contextRef="#ctx0" brushRef="#br0">5476 5368 350,'-3'43'-24,"0"7"29,-1 21 42,5-40-28,0 6 3,-1-4-2,2 6 0,-4 1-9,1 16-10,-4 8-53,1-31 14,-1 3-6,-2 10-163</inkml:trace>
</inkml:ink>
</file>

<file path=ppt/ink/ink10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26"/>
    </inkml:context>
    <inkml:brush xml:id="br0">
      <inkml:brushProperty name="width" value="0.05953" units="cm"/>
      <inkml:brushProperty name="height" value="0.05953" units="cm"/>
      <inkml:brushProperty name="fitToCurve" value="1"/>
    </inkml:brush>
  </inkml:definitions>
  <inkml:trace contextRef="#ctx0" brushRef="#br0">5501 5337 166,'50'-27'28,"-2"7"17,9 6-8,4 0 13,-23 16-21,-1 8-5,12 34 40,-29 3-7,-11-13-21,6 27 48,-4-8-14,-2 5-12,0 3-15,-2 1-12,-1-3-17,-2 1 0,-5 5-9,-6-10-5,-8 0-2,-42-39-55,14-46-54,18-2-236</inkml:trace>
</inkml:ink>
</file>

<file path=ppt/ink/ink10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27"/>
    </inkml:context>
    <inkml:brush xml:id="br0">
      <inkml:brushProperty name="width" value="0.05953" units="cm"/>
      <inkml:brushProperty name="height" value="0.05953" units="cm"/>
      <inkml:brushProperty name="fitToCurve" value="1"/>
    </inkml:brush>
  </inkml:definitions>
  <inkml:trace contextRef="#ctx0" brushRef="#br0">5514 5480 347,'35'-5'53,"25"-7"58,-27 9-36,12-1 2,-1 3-26,11 6-57,-30 39-135,-41-10 74,-12-2 44,-13 2 23,-11 6 27,11-12 11,-3 3 9,0-3-1,8-7-3,-4 2 38,100-29 20,13-18-97,-13 2-6,3-6-13,-8 0-83,-21 24-62</inkml:trace>
</inkml:ink>
</file>

<file path=ppt/ink/ink10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28"/>
    </inkml:context>
    <inkml:brush xml:id="br0">
      <inkml:brushProperty name="width" value="0.05953" units="cm"/>
      <inkml:brushProperty name="height" value="0.05953" units="cm"/>
      <inkml:brushProperty name="fitToCurve" value="1"/>
    </inkml:brush>
  </inkml:definitions>
  <inkml:trace contextRef="#ctx0" brushRef="#br0">5625 5380 236,'0'55'26,"0"-25"2,0 11 1,0-3 16,0 11 0,0 0 5,0-16 4,-1 13 2,0-9-3,-1 13-6,2-6-4,0 6-9,0 15 13,-1-5-30,1-8-19,6-1-32,-12-17-132</inkml:trace>
</inkml:ink>
</file>

<file path=ppt/ink/ink10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29"/>
    </inkml:context>
    <inkml:brush xml:id="br0">
      <inkml:brushProperty name="width" value="0.05953" units="cm"/>
      <inkml:brushProperty name="height" value="0.05953" units="cm"/>
      <inkml:brushProperty name="fitToCurve" value="1"/>
    </inkml:brush>
  </inkml:definitions>
  <inkml:trace contextRef="#ctx0" brushRef="#br0">6112 5099 526,'0'24'-58,"1"2"56,0-3-47</inkml:trace>
</inkml:ink>
</file>

<file path=ppt/ink/ink10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30"/>
    </inkml:context>
    <inkml:brush xml:id="br0">
      <inkml:brushProperty name="width" value="0.05953" units="cm"/>
      <inkml:brushProperty name="height" value="0.05953" units="cm"/>
      <inkml:brushProperty name="fitToCurve" value="1"/>
    </inkml:brush>
  </inkml:definitions>
  <inkml:trace contextRef="#ctx0" brushRef="#br0">5941 5393 590,'45'-13'59,"6"-4"-14,-9 3-9,8-1 9,11-3-2,12-5-25,0-3-7,-2 4-5,-13 12-35,-51 64-402</inkml:trace>
</inkml:ink>
</file>

<file path=ppt/ink/ink10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31"/>
    </inkml:context>
    <inkml:brush xml:id="br0">
      <inkml:brushProperty name="width" value="0.05953" units="cm"/>
      <inkml:brushProperty name="height" value="0.05953" units="cm"/>
      <inkml:brushProperty name="fitToCurve" value="1"/>
    </inkml:brush>
  </inkml:definitions>
  <inkml:trace contextRef="#ctx0" brushRef="#br0">6093 5289 226,'-3'35'-11,"-4"9"42,2-14-4,-3 18 18,-8 35 40,10-45-51,-4 12 3,2-9-5,-4 9 0,2-3 0,-6 26 24,8-34-33,-4 5-2,1 0-4,-2 2-2,-9 30 4,6-20-11,2-8-15,-3 11-67,-4-27-255</inkml:trace>
</inkml:ink>
</file>

<file path=ppt/ink/ink10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32"/>
    </inkml:context>
    <inkml:brush xml:id="br0">
      <inkml:brushProperty name="width" value="0.05953" units="cm"/>
      <inkml:brushProperty name="height" value="0.05953" units="cm"/>
      <inkml:brushProperty name="fitToCurve" value="1"/>
    </inkml:brush>
  </inkml:definitions>
  <inkml:trace contextRef="#ctx0" brushRef="#br0">6167 5343 261,'-22'29'130,"8"-6"-45,-4 5-15,3-6-54,-4 7-33,-1 0-57,2-6-37</inkml:trace>
</inkml:ink>
</file>

<file path=ppt/ink/ink10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33"/>
    </inkml:context>
    <inkml:brush xml:id="br0">
      <inkml:brushProperty name="width" value="0.05953" units="cm"/>
      <inkml:brushProperty name="height" value="0.05953" units="cm"/>
      <inkml:brushProperty name="fitToCurve" value="1"/>
    </inkml:brush>
  </inkml:definitions>
  <inkml:trace contextRef="#ctx0" brushRef="#br0">6136 5404 187,'0'39'16,"0"-1"26,0 2 8,0 6-2,0-14-7,0 4-13,-1-4-25,-3-1-42</inkml:trace>
</inkml:ink>
</file>

<file path=ppt/ink/ink10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34"/>
    </inkml:context>
    <inkml:brush xml:id="br0">
      <inkml:brushProperty name="width" value="0.05953" units="cm"/>
      <inkml:brushProperty name="height" value="0.05953" units="cm"/>
      <inkml:brushProperty name="fitToCurve" value="1"/>
    </inkml:brush>
  </inkml:definitions>
  <inkml:trace contextRef="#ctx0" brushRef="#br0">6184 5474 182,'24'-12'62,"14"-9"6,-5 1-67,-10 0-199</inkml:trace>
</inkml:ink>
</file>

<file path=ppt/ink/ink10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35"/>
    </inkml:context>
    <inkml:brush xml:id="br0">
      <inkml:brushProperty name="width" value="0.05953" units="cm"/>
      <inkml:brushProperty name="height" value="0.05953" units="cm"/>
      <inkml:brushProperty name="fitToCurve" value="1"/>
    </inkml:brush>
  </inkml:definitions>
  <inkml:trace contextRef="#ctx0" brushRef="#br0">6340 5310 136,'0'42'1,"0"-11"4,0 8 7,0 14 17,0-23-10,0 14 20,-2-1-2,-1-1-3,-8 10 0,-12-12 9,-27-60 116,32-19-105,10-3-29,21-1-16,26 27-66,-11 15-140</inkml:trace>
</inkml:ink>
</file>

<file path=ppt/ink/ink10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36"/>
    </inkml:context>
    <inkml:brush xml:id="br0">
      <inkml:brushProperty name="width" value="0.05953" units="cm"/>
      <inkml:brushProperty name="height" value="0.05953" units="cm"/>
      <inkml:brushProperty name="fitToCurve" value="1"/>
    </inkml:brush>
  </inkml:definitions>
  <inkml:trace contextRef="#ctx0" brushRef="#br0">6090 5611 415,'-3'44'-33,"0"-7"35,1-4 21,-1 17 9,-1-1-1,2-7-1,-2-2-30,-1 1-46,2-11-129</inkml:trace>
</inkml:ink>
</file>

<file path=ppt/ink/ink10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37"/>
    </inkml:context>
    <inkml:brush xml:id="br0">
      <inkml:brushProperty name="width" value="0.05953" units="cm"/>
      <inkml:brushProperty name="height" value="0.05953" units="cm"/>
      <inkml:brushProperty name="fitToCurve" value="1"/>
    </inkml:brush>
  </inkml:definitions>
  <inkml:trace contextRef="#ctx0" brushRef="#br0">6145 5767 141,'38'-38'0,"6"4"1,2 0 21,-2 9 19,-13 11 4,13 12 24,2 45 54,-25 13 7,-18-14-52,-7-1-14,-5 12 10,-7 5-30,-2-5-26,-11 4-10,-21-27-11,4-61-73,13-10-73,9 7-2,14 4-195</inkml:trace>
</inkml:ink>
</file>

<file path=ppt/ink/ink10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38"/>
    </inkml:context>
    <inkml:brush xml:id="br0">
      <inkml:brushProperty name="width" value="0.05953" units="cm"/>
      <inkml:brushProperty name="height" value="0.05953" units="cm"/>
      <inkml:brushProperty name="fitToCurve" value="1"/>
    </inkml:brush>
  </inkml:definitions>
  <inkml:trace contextRef="#ctx0" brushRef="#br0">6273 5521 185,'14'46'318,"-28"-10"-270,-3 3-30,-4-3-8,-6 2-3,-2-7 56,70-11 123,6-44-199,-2 0-45,-86 61 65,2-4 16,6 7 2,13 11-1,53-6-10,39-68-37,-14-13-62,7-20-82,-13 11-271</inkml:trace>
</inkml:ink>
</file>

<file path=ppt/ink/ink10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39"/>
    </inkml:context>
    <inkml:brush xml:id="br0">
      <inkml:brushProperty name="width" value="0.05953" units="cm"/>
      <inkml:brushProperty name="height" value="0.05953" units="cm"/>
      <inkml:brushProperty name="fitToCurve" value="1"/>
    </inkml:brush>
  </inkml:definitions>
  <inkml:trace contextRef="#ctx0" brushRef="#br0">6686 5184 217,'-44'49'107,"15"-6"-35,9-12-41,-5 21-21,59-18-12,3-39 24,-2 1-1,3-1 1,4-2 7,-9 3-5,-70 36-107,-22-3 62,25-9 12,2 8 1,-11 26-4,26-5 9,7 8 5,7-25 2,0 21 5,3 7 7,0-28-6,0 0-1,2 23-4,0-15-28,2-8-8,3 3-23,23-41-24,-18-35 58,-2-14-1,0-9-15,-4 28 21,0-4 3,1 7 1,-2 0-50</inkml:trace>
</inkml:ink>
</file>

<file path=ppt/ink/ink10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40"/>
    </inkml:context>
    <inkml:brush xml:id="br0">
      <inkml:brushProperty name="width" value="0.05953" units="cm"/>
      <inkml:brushProperty name="height" value="0.05953" units="cm"/>
      <inkml:brushProperty name="fitToCurve" value="1"/>
    </inkml:brush>
  </inkml:definitions>
  <inkml:trace contextRef="#ctx0" brushRef="#br0">6676 5428 136,'13'35'85,"-13"2"-28,2 11 14,-1-11-24,2-3-9,2-2-18,-1-3-18,-11 5-454</inkml:trace>
</inkml:ink>
</file>

<file path=ppt/ink/ink10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41"/>
    </inkml:context>
    <inkml:brush xml:id="br0">
      <inkml:brushProperty name="width" value="0.05953" units="cm"/>
      <inkml:brushProperty name="height" value="0.05953" units="cm"/>
      <inkml:brushProperty name="fitToCurve" value="1"/>
    </inkml:brush>
  </inkml:definitions>
  <inkml:trace contextRef="#ctx0" brushRef="#br0">6707 5527 210,'40'-20'1,"-4"2"13,10-4 47,-14 6 2,11-1 10,4-2-6,-12 8-14,11 0-8,-4 11-26,-42 43-10,-57 10 4,15-23-2,-1-2 2,4-3-2,2-1-1,-4-1 0,3 1 6,0 1 22,92-21 51,-2-33-121,-1 1-64,-2-9-77,-19 14-162</inkml:trace>
</inkml:ink>
</file>

<file path=ppt/ink/ink10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42"/>
    </inkml:context>
    <inkml:brush xml:id="br0">
      <inkml:brushProperty name="width" value="0.05953" units="cm"/>
      <inkml:brushProperty name="height" value="0.05953" units="cm"/>
      <inkml:brushProperty name="fitToCurve" value="1"/>
    </inkml:brush>
  </inkml:definitions>
  <inkml:trace contextRef="#ctx0" brushRef="#br0">6859 5258 168,'0'32'72,"0"17"5,-1 6 0,1-3-40,0 4-24,0-27-12,0 2-1,-2 10-4,0 3-6,-4 1-13,-4-2-18,-1-14 2,-21 28-36,-2-18 67,-2-5 67,3 0 132,73-42 82,13-23-217,1-2-36,9-1-8,-5 8-6,-8 6-2,5 24-3,-74 61-2,-7-18-5,-6-18-286</inkml:trace>
</inkml:ink>
</file>

<file path=ppt/ink/ink10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43"/>
    </inkml:context>
    <inkml:brush xml:id="br0">
      <inkml:brushProperty name="width" value="0.05953" units="cm"/>
      <inkml:brushProperty name="height" value="0.05953" units="cm"/>
      <inkml:brushProperty name="fitToCurve" value="1"/>
    </inkml:brush>
  </inkml:definitions>
  <inkml:trace contextRef="#ctx0" brushRef="#br0">6944 5220 387,'24'29'157,"5"5"-68,8 19-3,-6-5-20,10 26-23,-2 1-18,-10-14-15,-8 2-9,-13 16-5,-17 3-4,-17 3-3,5-25-4,1-12-33,-6-18-217</inkml:trace>
</inkml:ink>
</file>

<file path=ppt/ink/ink10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44"/>
    </inkml:context>
    <inkml:brush xml:id="br0">
      <inkml:brushProperty name="width" value="0.05953" units="cm"/>
      <inkml:brushProperty name="height" value="0.05953" units="cm"/>
      <inkml:brushProperty name="fitToCurve" value="1"/>
    </inkml:brush>
  </inkml:definitions>
  <inkml:trace contextRef="#ctx0" brushRef="#br0">2863 6959 374,'-23'-12'-228,"27"-12"152</inkml:trace>
</inkml:ink>
</file>

<file path=ppt/ink/ink10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45"/>
    </inkml:context>
    <inkml:brush xml:id="br0">
      <inkml:brushProperty name="width" value="0.05953" units="cm"/>
      <inkml:brushProperty name="height" value="0.05953" units="cm"/>
      <inkml:brushProperty name="fitToCurve" value="1"/>
    </inkml:brush>
  </inkml:definitions>
  <inkml:trace contextRef="#ctx0" brushRef="#br0">2871 6796 136,'-38'-4'35,"-5"18"124,19 32-35,16-10-77,3 15-10,3-12-11,4 6-3,4 2 4,5-10 10,7-2 23,26-17 5,0-41-33,-10-17-10,-8-21-5,-17-3-6,-14 12-3,-29-1 0,-21 43-7,5 59-5,37 9-7,-8-25-173</inkml:trace>
</inkml:ink>
</file>

<file path=ppt/ink/ink10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46"/>
    </inkml:context>
    <inkml:brush xml:id="br0">
      <inkml:brushProperty name="width" value="0.05953" units="cm"/>
      <inkml:brushProperty name="height" value="0.05953" units="cm"/>
      <inkml:brushProperty name="fitToCurve" value="1"/>
    </inkml:brush>
  </inkml:definitions>
  <inkml:trace contextRef="#ctx0" brushRef="#br0">3037 6883 338,'23'49'262,"-18"-26"-466</inkml:trace>
</inkml:ink>
</file>

<file path=ppt/ink/ink10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47"/>
    </inkml:context>
    <inkml:brush xml:id="br0">
      <inkml:brushProperty name="width" value="0.05953" units="cm"/>
      <inkml:brushProperty name="height" value="0.05953" units="cm"/>
      <inkml:brushProperty name="fitToCurve" value="1"/>
    </inkml:brush>
  </inkml:definitions>
  <inkml:trace contextRef="#ctx0" brushRef="#br0">3296 6599 470,'0'32'-2,"1"32"55,1-30-13,2 29 28,0-19-32,3 29 28,4 22-7,-5-46-41,3 4-9,2 18-9,1-8-48,-3-16-108,-13-16-45</inkml:trace>
</inkml:ink>
</file>

<file path=ppt/ink/ink10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48"/>
    </inkml:context>
    <inkml:brush xml:id="br0">
      <inkml:brushProperty name="width" value="0.05953" units="cm"/>
      <inkml:brushProperty name="height" value="0.05953" units="cm"/>
      <inkml:brushProperty name="fitToCurve" value="1"/>
    </inkml:brush>
  </inkml:definitions>
  <inkml:trace contextRef="#ctx0" brushRef="#br0">2376 6803 526,'0'25'-96,"-7"-3"-330</inkml:trace>
</inkml:ink>
</file>

<file path=ppt/ink/ink10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49"/>
    </inkml:context>
    <inkml:brush xml:id="br0">
      <inkml:brushProperty name="width" value="0.05953" units="cm"/>
      <inkml:brushProperty name="height" value="0.05953" units="cm"/>
      <inkml:brushProperty name="fitToCurve" value="1"/>
    </inkml:brush>
  </inkml:definitions>
  <inkml:trace contextRef="#ctx0" brushRef="#br0">2307 7043 187</inkml:trace>
</inkml:ink>
</file>

<file path=ppt/ink/ink10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50"/>
    </inkml:context>
    <inkml:brush xml:id="br0">
      <inkml:brushProperty name="width" value="0.05953" units="cm"/>
      <inkml:brushProperty name="height" value="0.05953" units="cm"/>
      <inkml:brushProperty name="fitToCurve" value="1"/>
    </inkml:brush>
  </inkml:definitions>
  <inkml:trace contextRef="#ctx0" brushRef="#br0">2472 6956 492,'1'27'-79,"4"-1"135,5-2 55,10 3-51,-11-4-521</inkml:trace>
</inkml:ink>
</file>

<file path=ppt/ink/ink10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51"/>
    </inkml:context>
    <inkml:brush xml:id="br0">
      <inkml:brushProperty name="width" value="0.05953" units="cm"/>
      <inkml:brushProperty name="height" value="0.05953" units="cm"/>
      <inkml:brushProperty name="fitToCurve" value="1"/>
    </inkml:brush>
  </inkml:definitions>
  <inkml:trace contextRef="#ctx0" brushRef="#br0">2333 7025 188</inkml:trace>
</inkml:ink>
</file>

<file path=ppt/ink/ink10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52"/>
    </inkml:context>
    <inkml:brush xml:id="br0">
      <inkml:brushProperty name="width" value="0.05953" units="cm"/>
      <inkml:brushProperty name="height" value="0.05953" units="cm"/>
      <inkml:brushProperty name="fitToCurve" value="1"/>
    </inkml:brush>
  </inkml:definitions>
  <inkml:trace contextRef="#ctx0" brushRef="#br0">8750 8235 533</inkml:trace>
</inkml:ink>
</file>

<file path=ppt/ink/ink11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53"/>
    </inkml:context>
    <inkml:brush xml:id="br0">
      <inkml:brushProperty name="width" value="0.05953" units="cm"/>
      <inkml:brushProperty name="height" value="0.05953" units="cm"/>
      <inkml:brushProperty name="fitToCurve" value="1"/>
    </inkml:brush>
  </inkml:definitions>
  <inkml:trace contextRef="#ctx0" brushRef="#br0">5066 8750 533</inkml:trace>
</inkml:ink>
</file>

<file path=ppt/ink/ink11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54"/>
    </inkml:context>
    <inkml:brush xml:id="br0">
      <inkml:brushProperty name="width" value="0.05953" units="cm"/>
      <inkml:brushProperty name="height" value="0.05953" units="cm"/>
      <inkml:brushProperty name="fitToCurve" value="1"/>
    </inkml:brush>
  </inkml:definitions>
  <inkml:trace contextRef="#ctx0" brushRef="#br0">2303 6995 513,'8'29'317,"18"0"-276,8-7-43,-16 1-184</inkml:trace>
</inkml:ink>
</file>

<file path=ppt/ink/ink11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55"/>
    </inkml:context>
    <inkml:brush xml:id="br0">
      <inkml:brushProperty name="width" value="0.05953" units="cm"/>
      <inkml:brushProperty name="height" value="0.05953" units="cm"/>
      <inkml:brushProperty name="fitToCurve" value="1"/>
    </inkml:brush>
  </inkml:definitions>
  <inkml:trace contextRef="#ctx0" brushRef="#br0">3939 6332 422,'-34'49'58,"8"-13"30,-6 11-4,-4 3-12,1 5-13,8-14-31,-12 20-23,10-17-16,0-2-31,-1-3-105,-3-15-298</inkml:trace>
</inkml:ink>
</file>

<file path=ppt/ink/ink11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56"/>
    </inkml:context>
    <inkml:brush xml:id="br0">
      <inkml:brushProperty name="width" value="0.05953" units="cm"/>
      <inkml:brushProperty name="height" value="0.05953" units="cm"/>
      <inkml:brushProperty name="fitToCurve" value="1"/>
    </inkml:brush>
  </inkml:definitions>
  <inkml:trace contextRef="#ctx0" brushRef="#br0">3786 6473 382,'41'16'79,"-16"-7"16,6 0-33,-8 6-376</inkml:trace>
</inkml:ink>
</file>

<file path=ppt/ink/ink11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57"/>
    </inkml:context>
    <inkml:brush xml:id="br0">
      <inkml:brushProperty name="width" value="0.05953" units="cm"/>
      <inkml:brushProperty name="height" value="0.05953" units="cm"/>
      <inkml:brushProperty name="fitToCurve" value="1"/>
    </inkml:brush>
  </inkml:definitions>
  <inkml:trace contextRef="#ctx0" brushRef="#br0">3665 6695 727,'51'-2'39,"12"-10"19,-4-3-31,15-8-22,-10 3-7,-9 4-144,-23 17-6</inkml:trace>
</inkml:ink>
</file>

<file path=ppt/ink/ink11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58"/>
    </inkml:context>
    <inkml:brush xml:id="br0">
      <inkml:brushProperty name="width" value="0.05953" units="cm"/>
      <inkml:brushProperty name="height" value="0.05953" units="cm"/>
      <inkml:brushProperty name="fitToCurve" value="1"/>
    </inkml:brush>
  </inkml:definitions>
  <inkml:trace contextRef="#ctx0" brushRef="#br0">3675 6855 694,'50'-2'25,"-4"-4"52,12-9-27,0-4-38,0-15-102,-28-3-77,1 18-138</inkml:trace>
</inkml:ink>
</file>

<file path=ppt/ink/ink11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59"/>
    </inkml:context>
    <inkml:brush xml:id="br0">
      <inkml:brushProperty name="width" value="0.05953" units="cm"/>
      <inkml:brushProperty name="height" value="0.05953" units="cm"/>
      <inkml:brushProperty name="fitToCurve" value="1"/>
    </inkml:brush>
  </inkml:definitions>
  <inkml:trace contextRef="#ctx0" brushRef="#br0">3886 6716 293,'0'48'2,"3"-16"21,-1-1-5,0 14 7,-25 14-32,-36-15 54,14-25 32,13-5 19,-4-3-3,-9 2 21,98 2-21,16-20-93,-13 0 0,20-2 0,-16-1-2,16 1-1,-11 4-2,-10 3-43,-19 12-134</inkml:trace>
</inkml:ink>
</file>

<file path=ppt/ink/ink11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60"/>
    </inkml:context>
    <inkml:brush xml:id="br0">
      <inkml:brushProperty name="width" value="0.05953" units="cm"/>
      <inkml:brushProperty name="height" value="0.05953" units="cm"/>
      <inkml:brushProperty name="fitToCurve" value="1"/>
    </inkml:brush>
  </inkml:definitions>
  <inkml:trace contextRef="#ctx0" brushRef="#br0">2362 7586 376,'36'-3'25,"0"-5"65,16-8 1,8-1-15,2-2-5,-6-1-19,3 3-34,-3 5-72,-9 17-382</inkml:trace>
</inkml:ink>
</file>

<file path=ppt/ink/ink11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61"/>
    </inkml:context>
    <inkml:brush xml:id="br0">
      <inkml:brushProperty name="width" value="0.05953" units="cm"/>
      <inkml:brushProperty name="height" value="0.05953" units="cm"/>
      <inkml:brushProperty name="fitToCurve" value="1"/>
    </inkml:brush>
  </inkml:definitions>
  <inkml:trace contextRef="#ctx0" brushRef="#br0">2442 7583 325,'0'41'-36,"0"18"48,0-22 9,0-2 6,-3 21 16,2-19-16,-3 11 2,0-8 6,-1 11 1,-1-6-3,-3 22 17,-1 1-21,-1-2-27,4-13-36,4-2-58,4-20-44</inkml:trace>
</inkml:ink>
</file>

<file path=ppt/ink/ink11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62"/>
    </inkml:context>
    <inkml:brush xml:id="br0">
      <inkml:brushProperty name="width" value="0.05953" units="cm"/>
      <inkml:brushProperty name="height" value="0.05953" units="cm"/>
      <inkml:brushProperty name="fitToCurve" value="1"/>
    </inkml:brush>
  </inkml:definitions>
  <inkml:trace contextRef="#ctx0" brushRef="#br0">2536 7615 319,'-1'36'4,"-3"4"72,3-15-32,0 1-7,0-1-29,-1-2-132</inkml:trace>
</inkml:ink>
</file>

<file path=ppt/ink/ink11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63"/>
    </inkml:context>
    <inkml:brush xml:id="br0">
      <inkml:brushProperty name="width" value="0.05953" units="cm"/>
      <inkml:brushProperty name="height" value="0.05953" units="cm"/>
      <inkml:brushProperty name="fitToCurve" value="1"/>
    </inkml:brush>
  </inkml:definitions>
  <inkml:trace contextRef="#ctx0" brushRef="#br0">2594 7623 180,'28'49'212,"-15"10"-37,-18-22-118,-8 7-6,13-2-111,-14-12-149</inkml:trace>
</inkml:ink>
</file>

<file path=ppt/ink/ink11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64"/>
    </inkml:context>
    <inkml:brush xml:id="br0">
      <inkml:brushProperty name="width" value="0.05953" units="cm"/>
      <inkml:brushProperty name="height" value="0.05953" units="cm"/>
      <inkml:brushProperty name="fitToCurve" value="1"/>
    </inkml:brush>
  </inkml:definitions>
  <inkml:trace contextRef="#ctx0" brushRef="#br0">2518 7931 263,'-31'34'119,"93"-29"263,-6-31-327,-7 2-35,6-5-21,-1 2-68,-19 23-96</inkml:trace>
</inkml:ink>
</file>

<file path=ppt/ink/ink11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65"/>
    </inkml:context>
    <inkml:brush xml:id="br0">
      <inkml:brushProperty name="width" value="0.05953" units="cm"/>
      <inkml:brushProperty name="height" value="0.05953" units="cm"/>
      <inkml:brushProperty name="fitToCurve" value="1"/>
    </inkml:brush>
  </inkml:definitions>
  <inkml:trace contextRef="#ctx0" brushRef="#br0">2884 7562 449,'43'-17'-26,"0"-1"23,11 0 34,-12 5 6,1 1 13,2-1 6,6 1-8,-6 3-18,1 2-39,-4 8-229</inkml:trace>
</inkml:ink>
</file>

<file path=ppt/ink/ink11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66"/>
    </inkml:context>
    <inkml:brush xml:id="br0">
      <inkml:brushProperty name="width" value="0.05953" units="cm"/>
      <inkml:brushProperty name="height" value="0.05953" units="cm"/>
      <inkml:brushProperty name="fitToCurve" value="1"/>
    </inkml:brush>
  </inkml:definitions>
  <inkml:trace contextRef="#ctx0" brushRef="#br0">2923 7578 509,'0'33'-116,"0"11"139,0-5-7,0 16 10,0-22-9,0 3-4,0-3-3,-1 19 5,-2 13-9,-1-5-3,0-9-25,2-16-39</inkml:trace>
</inkml:ink>
</file>

<file path=ppt/ink/ink11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67"/>
    </inkml:context>
    <inkml:brush xml:id="br0">
      <inkml:brushProperty name="width" value="0.05953" units="cm"/>
      <inkml:brushProperty name="height" value="0.05953" units="cm"/>
      <inkml:brushProperty name="fitToCurve" value="1"/>
    </inkml:brush>
  </inkml:definitions>
  <inkml:trace contextRef="#ctx0" brushRef="#br0">2918 7836 163,'29'-48'0,"12"-1"0,-10 15 0,11-10 0,12-2 17,0 7 53,-18 18 10,0 5 25,-6 8 7,7 14 22,-6 29-38,-22 17-59,-10 3-19,-3 5-5,0 2-3,0 6-3,-1 9-15,2-7-55,-5-12-53,-24-28 23,-2-46 60</inkml:trace>
</inkml:ink>
</file>

<file path=ppt/ink/ink11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68"/>
    </inkml:context>
    <inkml:brush xml:id="br0">
      <inkml:brushProperty name="width" value="0.05953" units="cm"/>
      <inkml:brushProperty name="height" value="0.05953" units="cm"/>
      <inkml:brushProperty name="fitToCurve" value="1"/>
    </inkml:brush>
  </inkml:definitions>
  <inkml:trace contextRef="#ctx0" brushRef="#br0">3052 7489 363,'0'55'-42,"0"-14"68,0 14 31,0-24-25,-2 4-5,0 1-6,1-4-21,-1-1-8,-10 1-464</inkml:trace>
</inkml:ink>
</file>

<file path=ppt/ink/ink11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69"/>
    </inkml:context>
    <inkml:brush xml:id="br0">
      <inkml:brushProperty name="width" value="0.05953" units="cm"/>
      <inkml:brushProperty name="height" value="0.05953" units="cm"/>
      <inkml:brushProperty name="fitToCurve" value="1"/>
    </inkml:brush>
  </inkml:definitions>
  <inkml:trace contextRef="#ctx0" brushRef="#br0">3136 7548 136,'8'57'242,"-22"-8"-172,-6 9-41,8-26-16,22 22 70,-5-15-82,-30 3 4,0-4 44,4-4 18,3 15 12,32 1-48,50-60-172,-5-28-47,-14-6 8,-15 13-47</inkml:trace>
</inkml:ink>
</file>

<file path=ppt/ink/ink11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70"/>
    </inkml:context>
    <inkml:brush xml:id="br0">
      <inkml:brushProperty name="width" value="0.05953" units="cm"/>
      <inkml:brushProperty name="height" value="0.05953" units="cm"/>
      <inkml:brushProperty name="fitToCurve" value="1"/>
    </inkml:brush>
  </inkml:definitions>
  <inkml:trace contextRef="#ctx0" brushRef="#br0">3293 7485 302,'50'-25'-29,"6"6"106,-21 10 12,-4 5 17,7 7 61,-30 51-91,-29 0-73,-5 2-23,-6 4-37,2-6-19,11-17 9,2-6-33</inkml:trace>
</inkml:ink>
</file>

<file path=ppt/ink/ink11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71"/>
    </inkml:context>
    <inkml:brush xml:id="br0">
      <inkml:brushProperty name="width" value="0.05953" units="cm"/>
      <inkml:brushProperty name="height" value="0.05953" units="cm"/>
      <inkml:brushProperty name="fitToCurve" value="1"/>
    </inkml:brush>
  </inkml:definitions>
  <inkml:trace contextRef="#ctx0" brushRef="#br0">3351 7683 136,'-21'49'137,"18"-17"-13,2-3 10,9 10 33,16 9-37,17-15-96,18-18-26,-2-24-11,-5-15-1,-5-20-1,-1-19-13,-7-9-125,-19 32-116</inkml:trace>
</inkml:ink>
</file>

<file path=ppt/ink/ink11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72"/>
    </inkml:context>
    <inkml:brush xml:id="br0">
      <inkml:brushProperty name="width" value="0.05953" units="cm"/>
      <inkml:brushProperty name="height" value="0.05953" units="cm"/>
      <inkml:brushProperty name="fitToCurve" value="1"/>
    </inkml:brush>
  </inkml:definitions>
  <inkml:trace contextRef="#ctx0" brushRef="#br0">3862 7317 161,'33'43'53,"-14"-7"18,-4 4-15,-4 6-6,3 15 8,-9-13-33,-3 10-11,-2-2-7,-1-10-12,1-2-11,-3-1-32,0-6-18,-3-6-103</inkml:trace>
</inkml:ink>
</file>

<file path=ppt/ink/ink11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73"/>
    </inkml:context>
    <inkml:brush xml:id="br0">
      <inkml:brushProperty name="width" value="0.05953" units="cm"/>
      <inkml:brushProperty name="height" value="0.05953" units="cm"/>
      <inkml:brushProperty name="fitToCurve" value="1"/>
    </inkml:brush>
  </inkml:definitions>
  <inkml:trace contextRef="#ctx0" brushRef="#br0">3958 7593 193,'28'-15'24,"-3"10"46,13 1 2,3 0-120</inkml:trace>
</inkml:ink>
</file>

<file path=ppt/ink/ink11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74"/>
    </inkml:context>
    <inkml:brush xml:id="br0">
      <inkml:brushProperty name="width" value="0.05953" units="cm"/>
      <inkml:brushProperty name="height" value="0.05953" units="cm"/>
      <inkml:brushProperty name="fitToCurve" value="1"/>
    </inkml:brush>
  </inkml:definitions>
  <inkml:trace contextRef="#ctx0" brushRef="#br0">3750 7833 467,'47'-12'163,"-2"-3"-87,13-5-13,-5 6-12,27-5-21,-4 2-16,-17 5-8,11 6-3,-7 10-2,-5 6-6,-23 10-181</inkml:trace>
</inkml:ink>
</file>

<file path=ppt/ink/ink11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75"/>
    </inkml:context>
    <inkml:brush xml:id="br0">
      <inkml:brushProperty name="width" value="0.05953" units="cm"/>
      <inkml:brushProperty name="height" value="0.05953" units="cm"/>
      <inkml:brushProperty name="fitToCurve" value="1"/>
    </inkml:brush>
  </inkml:definitions>
  <inkml:trace contextRef="#ctx0" brushRef="#br0">2698 8327 161,'-16'44'283,"-14"8"-174,4-7-82,6-14-19,-19 24-2,18-24-18,-12 16-11,-4 8-28,-2 2-1,5-6 8,3-11-104</inkml:trace>
</inkml:ink>
</file>

<file path=ppt/ink/ink11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76"/>
    </inkml:context>
    <inkml:brush xml:id="br0">
      <inkml:brushProperty name="width" value="0.05953" units="cm"/>
      <inkml:brushProperty name="height" value="0.05953" units="cm"/>
      <inkml:brushProperty name="fitToCurve" value="1"/>
    </inkml:brush>
  </inkml:definitions>
  <inkml:trace contextRef="#ctx0" brushRef="#br0">2559 8486 165,'27'49'221,"-27"-2"-167,0-2-4,0 18 0,0-27-29,0 5-1,0-5-2,0 19 15,-2 14-9,0-5-18,-1-8-28,3-5-49,1-15-163</inkml:trace>
</inkml:ink>
</file>

<file path=ppt/ink/ink11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77"/>
    </inkml:context>
    <inkml:brush xml:id="br0">
      <inkml:brushProperty name="width" value="0.05953" units="cm"/>
      <inkml:brushProperty name="height" value="0.05953" units="cm"/>
      <inkml:brushProperty name="fitToCurve" value="1"/>
    </inkml:brush>
  </inkml:definitions>
  <inkml:trace contextRef="#ctx0" brushRef="#br0">2671 8343 146,'10'36'4,"0"-10"1,2 5 0,-6-6-1,4 11-5,-2-14-107</inkml:trace>
</inkml:ink>
</file>

<file path=ppt/ink/ink11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78"/>
    </inkml:context>
    <inkml:brush xml:id="br0">
      <inkml:brushProperty name="width" value="0.05953" units="cm"/>
      <inkml:brushProperty name="height" value="0.05953" units="cm"/>
      <inkml:brushProperty name="fitToCurve" value="1"/>
    </inkml:brush>
  </inkml:definitions>
  <inkml:trace contextRef="#ctx0" brushRef="#br0">2695 8363 308,'44'-18'24,"14"-4"65,-16 7-22,-7 1-9,0 1-17,13 2 0,-4 14-20,-46 51 24,-28-4 16,-10 3-21,4-10-12,-7-1-10,4-5-6,90-59-111,-9-13-10,-12 23-110</inkml:trace>
</inkml:ink>
</file>

<file path=ppt/ink/ink11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79"/>
    </inkml:context>
    <inkml:brush xml:id="br0">
      <inkml:brushProperty name="width" value="0.05953" units="cm"/>
      <inkml:brushProperty name="height" value="0.05953" units="cm"/>
      <inkml:brushProperty name="fitToCurve" value="1"/>
    </inkml:brush>
  </inkml:definitions>
  <inkml:trace contextRef="#ctx0" brushRef="#br0">2653 8692 327,'64'-7'361,"-5"-18"-300,-4-2-25,7-9-22,-14 7-23,-4-5-103,-29-5-276,-46 35 248,11 45 158,17 2 23,5-7 6,2 18 19,0 2 4,-2 0-8,0-3-18,-2-12-10,-3-4-9,0 2 12,-5 10 16,-6-6 18,-10-86-111,21-13-59,2 8 0,1-11-9,4-1 11,1 7 30,-2 17 31,-2-3 3,-39 39 63,-3 41 47,7-2-24,-6 9 13,6-7-35,2-1-21,5-4-21,-9 8-90</inkml:trace>
</inkml:ink>
</file>

<file path=ppt/ink/ink11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80"/>
    </inkml:context>
    <inkml:brush xml:id="br0">
      <inkml:brushProperty name="width" value="0.05953" units="cm"/>
      <inkml:brushProperty name="height" value="0.05953" units="cm"/>
      <inkml:brushProperty name="fitToCurve" value="1"/>
    </inkml:brush>
  </inkml:definitions>
  <inkml:trace contextRef="#ctx0" brushRef="#br0">2914 8695 500,'13'27'70,"9"2"-17,12-11-67,0-12-102,-10-9-35</inkml:trace>
</inkml:ink>
</file>

<file path=ppt/ink/ink11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81"/>
    </inkml:context>
    <inkml:brush xml:id="br0">
      <inkml:brushProperty name="width" value="0.05953" units="cm"/>
      <inkml:brushProperty name="height" value="0.05953" units="cm"/>
      <inkml:brushProperty name="fitToCurve" value="1"/>
    </inkml:brush>
  </inkml:definitions>
  <inkml:trace contextRef="#ctx0" brushRef="#br0">3430 8259 271,'-54'-8'358,"13"2"-333,-12 5-14,2 13 3,13 12 5,5 9 31,21 18-14,16 3-27,0-3-6,0 5-1,4-3-6,41-41-15,-9-49 10,-8-1 6,3 5-12,-41 80-316</inkml:trace>
</inkml:ink>
</file>

<file path=ppt/ink/ink11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82"/>
    </inkml:context>
    <inkml:brush xml:id="br0">
      <inkml:brushProperty name="width" value="0.05953" units="cm"/>
      <inkml:brushProperty name="height" value="0.05953" units="cm"/>
      <inkml:brushProperty name="fitToCurve" value="1"/>
    </inkml:brush>
  </inkml:definitions>
  <inkml:trace contextRef="#ctx0" brushRef="#br0">3381 8333 136,'31'-7'2,"15"0"27,-2 6 57,-43 56 94,-49-6-93,8-22-66,-26 10-20,26-17-8,5 12-5,10 5-5,9 2 1,4 5-7,5 6-1,3-12 4,4 0 4,3 2 0,-1-1 3,0 0 2,-5 19-34,-1-28-6</inkml:trace>
</inkml:ink>
</file>

<file path=ppt/ink/ink11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83"/>
    </inkml:context>
    <inkml:brush xml:id="br0">
      <inkml:brushProperty name="width" value="0.05953" units="cm"/>
      <inkml:brushProperty name="height" value="0.05953" units="cm"/>
      <inkml:brushProperty name="fitToCurve" value="1"/>
    </inkml:brush>
  </inkml:definitions>
  <inkml:trace contextRef="#ctx0" brushRef="#br0">3220 8725 138,'29'-42'0,"4"5"1,19-15 17,-12 16 13,8-5 17,3 0 10,-6 7 8,16 1 42,-24 21-5,-6 31-7,-21 35-28,-8 5-31,-5 7 8,0-12-25,3 0-10,-1 0-5,0-1-7,-1 5-19,1-2-114,-11-22-101</inkml:trace>
</inkml:ink>
</file>

<file path=ppt/ink/ink11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84"/>
    </inkml:context>
    <inkml:brush xml:id="br0">
      <inkml:brushProperty name="width" value="0.05953" units="cm"/>
      <inkml:brushProperty name="height" value="0.05953" units="cm"/>
      <inkml:brushProperty name="fitToCurve" value="1"/>
    </inkml:brush>
  </inkml:definitions>
  <inkml:trace contextRef="#ctx0" brushRef="#br0">3259 8724 440,'45'-18'266,"-12"6"-160,5-3-103,-6-5-40,-11-11-237</inkml:trace>
</inkml:ink>
</file>

<file path=ppt/ink/ink11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85"/>
    </inkml:context>
    <inkml:brush xml:id="br0">
      <inkml:brushProperty name="width" value="0.05953" units="cm"/>
      <inkml:brushProperty name="height" value="0.05953" units="cm"/>
      <inkml:brushProperty name="fitToCurve" value="1"/>
    </inkml:brush>
  </inkml:definitions>
  <inkml:trace contextRef="#ctx0" brushRef="#br0">3427 8579 139,'-3'49'166,"6"-18"-133,-2 29 5,-3-22-31,-4-2-3,-2-5 22,-4-1 14,-5 1 8,-32 19 53,17-28-29,-11-2 16,90-63 17,17 21-102,9 2-2,-5 9-1,-10 11-2,-27 11-105,0-1-647</inkml:trace>
</inkml:ink>
</file>

<file path=ppt/ink/ink11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86"/>
    </inkml:context>
    <inkml:brush xml:id="br0">
      <inkml:brushProperty name="width" value="0.05953" units="cm"/>
      <inkml:brushProperty name="height" value="0.05953" units="cm"/>
      <inkml:brushProperty name="fitToCurve" value="1"/>
    </inkml:brush>
  </inkml:definitions>
  <inkml:trace contextRef="#ctx0" brushRef="#br0">3844 8124 276,'64'-25'126,"-28"14"-65,9 0 17,16-1 23,16 1-17,3 0-26,-28 5-19,7 1-20,14 2-36,-21 13-145,-75 28-76,-8-15-43</inkml:trace>
</inkml:ink>
</file>

<file path=ppt/ink/ink11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87"/>
    </inkml:context>
    <inkml:brush xml:id="br0">
      <inkml:brushProperty name="width" value="0.05953" units="cm"/>
      <inkml:brushProperty name="height" value="0.05953" units="cm"/>
      <inkml:brushProperty name="fitToCurve" value="1"/>
    </inkml:brush>
  </inkml:definitions>
  <inkml:trace contextRef="#ctx0" brushRef="#br0">3969 8074 302,'0'64'26,"0"12"35,0-36-26,-3 31 31,0-31-25,-3 14-2,-1 4-2,-1 6-6,0-14-5,-4 34 17,4-33-27,-2 9 0,1-12-2,-1 3-4,0-6-2,-1 2-1,-5 13 3,2-6-2,-4 8-56,-4-30-206</inkml:trace>
</inkml:ink>
</file>

<file path=ppt/ink/ink11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88"/>
    </inkml:context>
    <inkml:brush xml:id="br0">
      <inkml:brushProperty name="width" value="0.05953" units="cm"/>
      <inkml:brushProperty name="height" value="0.05953" units="cm"/>
      <inkml:brushProperty name="fitToCurve" value="1"/>
    </inkml:brush>
  </inkml:definitions>
  <inkml:trace contextRef="#ctx0" brushRef="#br0">4207 8136 327,'-52'24'447,"-1"1"-442,5 3-2,7 5 0,4 13 1,17 7 0,12 1-5,8-3-18,3 1-65,2-6-71,3-11-237</inkml:trace>
</inkml:ink>
</file>

<file path=ppt/ink/ink11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89"/>
    </inkml:context>
    <inkml:brush xml:id="br0">
      <inkml:brushProperty name="width" value="0.05953" units="cm"/>
      <inkml:brushProperty name="height" value="0.05953" units="cm"/>
      <inkml:brushProperty name="fitToCurve" value="1"/>
    </inkml:brush>
  </inkml:definitions>
  <inkml:trace contextRef="#ctx0" brushRef="#br0">4033 8277 221,'56'-27'69,"-15"11"-15,14-8 19,-19 12-25,-1 0 12,3 4-7,2 4 6,-6 28-4,-37 18-26,-11 3 1,-7-4-13,-3 7-5,-1-3-23,-5 4-51,-9-1-80,7-19-88</inkml:trace>
</inkml:ink>
</file>

<file path=ppt/ink/ink11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90"/>
    </inkml:context>
    <inkml:brush xml:id="br0">
      <inkml:brushProperty name="width" value="0.05953" units="cm"/>
      <inkml:brushProperty name="height" value="0.05953" units="cm"/>
      <inkml:brushProperty name="fitToCurve" value="1"/>
    </inkml:brush>
  </inkml:definitions>
  <inkml:trace contextRef="#ctx0" brushRef="#br0">3989 8382 238,'45'-8'125,"-8"-5"-41,2-1-28,2-2-13,-4 2-11,5 1 8,-58 53 37,-29 5-37,9-6-20,-4 3 4,2 1-16,11 2-4,74-21-107,7-26 28,-14 4 46,-9 16 18,-19 21 8,-13-2 4,-7 8 45,-7 2 32,-3-5-1,-7 5 4,-1-100-225,14-1-9,3 20 18,10 3-282</inkml:trace>
</inkml:ink>
</file>

<file path=ppt/ink/ink11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91"/>
    </inkml:context>
    <inkml:brush xml:id="br0">
      <inkml:brushProperty name="width" value="0.05953" units="cm"/>
      <inkml:brushProperty name="height" value="0.05953" units="cm"/>
      <inkml:brushProperty name="fitToCurve" value="1"/>
    </inkml:brush>
  </inkml:definitions>
  <inkml:trace contextRef="#ctx0" brushRef="#br0">4102 8486 136,'-39'20'87,"12"16"-19,-2 13-25,3 3-33,4 4-43,9-26-176</inkml:trace>
</inkml:ink>
</file>

<file path=ppt/ink/ink11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92"/>
    </inkml:context>
    <inkml:brush xml:id="br0">
      <inkml:brushProperty name="width" value="0.05953" units="cm"/>
      <inkml:brushProperty name="height" value="0.05953" units="cm"/>
      <inkml:brushProperty name="fitToCurve" value="1"/>
    </inkml:brush>
  </inkml:definitions>
  <inkml:trace contextRef="#ctx0" brushRef="#br0">4216 8464 157,'34'28'56,"-14"21"22,-12-9-22,6 9 30,-1-19-39,36 23-42,-17-31-208</inkml:trace>
</inkml:ink>
</file>

<file path=ppt/ink/ink11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93"/>
    </inkml:context>
    <inkml:brush xml:id="br0">
      <inkml:brushProperty name="width" value="0.05953" units="cm"/>
      <inkml:brushProperty name="height" value="0.05953" units="cm"/>
      <inkml:brushProperty name="fitToCurve" value="1"/>
    </inkml:brush>
  </inkml:definitions>
  <inkml:trace contextRef="#ctx0" brushRef="#br0">4693 7942 136,'1'49'209,"2"7"-162,-3-21-31,3 3-4,-2-1-17,1-5-22,-2-1-51</inkml:trace>
</inkml:ink>
</file>

<file path=ppt/ink/ink11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94"/>
    </inkml:context>
    <inkml:brush xml:id="br0">
      <inkml:brushProperty name="width" value="0.05953" units="cm"/>
      <inkml:brushProperty name="height" value="0.05953" units="cm"/>
      <inkml:brushProperty name="fitToCurve" value="1"/>
    </inkml:brush>
  </inkml:definitions>
  <inkml:trace contextRef="#ctx0" brushRef="#br0">4751 8059 149,'31'-8'18,"2"-3"29,-6 3-3,2 3-3,-7 28-148</inkml:trace>
</inkml:ink>
</file>

<file path=ppt/ink/ink11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95"/>
    </inkml:context>
    <inkml:brush xml:id="br0">
      <inkml:brushProperty name="width" value="0.05953" units="cm"/>
      <inkml:brushProperty name="height" value="0.05953" units="cm"/>
      <inkml:brushProperty name="fitToCurve" value="1"/>
    </inkml:brush>
  </inkml:definitions>
  <inkml:trace contextRef="#ctx0" brushRef="#br0">4575 8135 263,'0'42'40,"5"7"-10,2-14-19,3 20-29,-6-20-18,-2-1-10,-2-3-64</inkml:trace>
</inkml:ink>
</file>

<file path=ppt/ink/ink11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96"/>
    </inkml:context>
    <inkml:brush xml:id="br0">
      <inkml:brushProperty name="width" value="0.05953" units="cm"/>
      <inkml:brushProperty name="height" value="0.05953" units="cm"/>
      <inkml:brushProperty name="fitToCurve" value="1"/>
    </inkml:brush>
  </inkml:definitions>
  <inkml:trace contextRef="#ctx0" brushRef="#br0">4623 8275 215,'42'-11'0,"-2"-1"22,-4 1 9,12 0 4,5-2 24,-18 8-28,25 9 14,-64 60-8,-42-8 0,7-25-18,-4-1-5,11-8-6,-7 3 4,-3-1 17,6-4 23,0-1 24,83-6 33,23-29-121,-5 0-33,-14 2-67,-18 15-113</inkml:trace>
</inkml:ink>
</file>

<file path=ppt/ink/ink11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97"/>
    </inkml:context>
    <inkml:brush xml:id="br0">
      <inkml:brushProperty name="width" value="0.05953" units="cm"/>
      <inkml:brushProperty name="height" value="0.05953" units="cm"/>
      <inkml:brushProperty name="fitToCurve" value="1"/>
    </inkml:brush>
  </inkml:definitions>
  <inkml:trace contextRef="#ctx0" brushRef="#br0">4539 8542 165,'-12'41'118,"7"-3"19,4-6-50,3 3-49,55-4-127,-23-54 23,13-17-27,-13 5 40,-1 2 38,11 18 55,-14 42 95,10 14 58,-6-26-116,13-24-49,-9-21-31,0-7-6,-7 5-2,7 9 18,-4 56 68,-5 10-18,5 3-35,11-10-14,10-42-29,-4-31 1,-13-7 3,4-48-166,-28 56 79,-1 5-143,-3-1 61</inkml:trace>
</inkml:ink>
</file>

<file path=ppt/ink/ink11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98"/>
    </inkml:context>
    <inkml:brush xml:id="br0">
      <inkml:brushProperty name="width" value="0.05953" units="cm"/>
      <inkml:brushProperty name="height" value="0.05953" units="cm"/>
      <inkml:brushProperty name="fitToCurve" value="1"/>
    </inkml:brush>
  </inkml:definitions>
  <inkml:trace contextRef="#ctx0" brushRef="#br0">8813 4106 511,'48'0'7,"-8"0"11,5 0 19,15 0-1,-3 0-6,17-1-6,6-3 6,10 0 4,-8 1-1,11-1-2,1 0-6,5 0-5,-16 3-8,-31 1-4,14 1-2,-4 2-1,2-1 0,15 4-4,-9 5-1,-10 3-1,4 5-1,-32 3-184</inkml:trace>
</inkml:ink>
</file>

<file path=ppt/ink/ink11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199"/>
    </inkml:context>
    <inkml:brush xml:id="br0">
      <inkml:brushProperty name="width" value="0.05953" units="cm"/>
      <inkml:brushProperty name="height" value="0.05953" units="cm"/>
      <inkml:brushProperty name="fitToCurve" value="1"/>
    </inkml:brush>
  </inkml:definitions>
  <inkml:trace contextRef="#ctx0" brushRef="#br0">9933 3595 440,'35'-15'-55,"-3"-2"66,-2 1 8,17-8 0,2-2 7,15-2 7,-9 6 2,13-4 1,-26 10-2,10-1-6,9-4-12,-21 8-3,0-1-9,15-3-16,1 0-9,1-3-13,-10 4-4,1-2-13,-4 1-1,-3 0 2,11-3-31,-12 1-13</inkml:trace>
</inkml:ink>
</file>

<file path=ppt/ink/ink11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00"/>
    </inkml:context>
    <inkml:brush xml:id="br0">
      <inkml:brushProperty name="width" value="0.05953" units="cm"/>
      <inkml:brushProperty name="height" value="0.05953" units="cm"/>
      <inkml:brushProperty name="fitToCurve" value="1"/>
    </inkml:brush>
  </inkml:definitions>
  <inkml:trace contextRef="#ctx0" brushRef="#br0">10596 3025 396,'34'0'18,"12"-1"24,-16 1-15,27 1 26,-11 2 14,-8 4-10,0 14-3,-35 39-32,-39-3-24,-1-15-32,-9 2-33,14-15-13,1-6-74</inkml:trace>
</inkml:ink>
</file>

<file path=ppt/ink/ink11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01"/>
    </inkml:context>
    <inkml:brush xml:id="br0">
      <inkml:brushProperty name="width" value="0.05953" units="cm"/>
      <inkml:brushProperty name="height" value="0.05953" units="cm"/>
      <inkml:brushProperty name="fitToCurve" value="1"/>
    </inkml:brush>
  </inkml:definitions>
  <inkml:trace contextRef="#ctx0" brushRef="#br0">11273 2649 356,'5'39'40,"16"1"-52,-9-18-232</inkml:trace>
</inkml:ink>
</file>

<file path=ppt/ink/ink11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02"/>
    </inkml:context>
    <inkml:brush xml:id="br0">
      <inkml:brushProperty name="width" value="0.05953" units="cm"/>
      <inkml:brushProperty name="height" value="0.05953" units="cm"/>
      <inkml:brushProperty name="fitToCurve" value="1"/>
    </inkml:brush>
  </inkml:definitions>
  <inkml:trace contextRef="#ctx0" brushRef="#br0">11235 2876 285,'16'32'-53,"30"-1"10,-26 1 2,-56 0 39,-3-15 11,8-4 13,-9 10 82,13 24 156,35-11-159,24 14-32,13 6-25,11 1-20,-10-18-15,6-4-21,3-5-33,-5-6-35,-11-6-198</inkml:trace>
</inkml:ink>
</file>

<file path=ppt/ink/ink11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03"/>
    </inkml:context>
    <inkml:brush xml:id="br0">
      <inkml:brushProperty name="width" value="0.05953" units="cm"/>
      <inkml:brushProperty name="height" value="0.05953" units="cm"/>
      <inkml:brushProperty name="fitToCurve" value="1"/>
    </inkml:brush>
  </inkml:definitions>
  <inkml:trace contextRef="#ctx0" brushRef="#br0">11338 2993 520,'68'-55'-61,"-32"31"75,2 2 4,-7 6-9,-1 4 4,8-2 2,-6 2-1,26-3-4,-21 10-9,-2 8-6,-5 11-12,-3 28-1,-20 3 32,-11-4 22,-7-1 27,-5 4 25,-10 9-12,-6-4-34,-11-4-24,-13-12-47,0-33-113,-1-37-82,21-5-63</inkml:trace>
</inkml:ink>
</file>

<file path=ppt/ink/ink11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04"/>
    </inkml:context>
    <inkml:brush xml:id="br0">
      <inkml:brushProperty name="width" value="0.05953" units="cm"/>
      <inkml:brushProperty name="height" value="0.05953" units="cm"/>
      <inkml:brushProperty name="fitToCurve" value="1"/>
    </inkml:brush>
  </inkml:definitions>
  <inkml:trace contextRef="#ctx0" brushRef="#br0">11600 2638 290,'9'52'58,"-17"-8"8,1-15-23,-6 19 35,-13 17-8,9-29-43,0 5-13,-9 17-4,-2-1-36,1-2-7,2-2-9,7-12-28,6-10-121</inkml:trace>
</inkml:ink>
</file>

<file path=ppt/ink/ink11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05"/>
    </inkml:context>
    <inkml:brush xml:id="br0">
      <inkml:brushProperty name="width" value="0.05953" units="cm"/>
      <inkml:brushProperty name="height" value="0.05953" units="cm"/>
      <inkml:brushProperty name="fitToCurve" value="1"/>
    </inkml:brush>
  </inkml:definitions>
  <inkml:trace contextRef="#ctx0" brushRef="#br0">12280 2560 152,'-34'3'199,"2"14"-56,-33 28 23,27-12-102,0 1-40,-10 12-16,14-13-6,0 5 3,53 9-38,30-47-43,-7-6-5,3 0 13,-12 9 7,-51 38 41,-36 24 52,13-14 2,12-14-1,4-2-5,8-6-11,8 15-24,21 0-21,7-10-36,5 26-59,-24-4 76,-12-10 69,-3 5 28,40-95-192,-12 12 16</inkml:trace>
</inkml:ink>
</file>

<file path=ppt/ink/ink11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06"/>
    </inkml:context>
    <inkml:brush xml:id="br0">
      <inkml:brushProperty name="width" value="0.05953" units="cm"/>
      <inkml:brushProperty name="height" value="0.05953" units="cm"/>
      <inkml:brushProperty name="fitToCurve" value="1"/>
    </inkml:brush>
  </inkml:definitions>
  <inkml:trace contextRef="#ctx0" brushRef="#br0">12340 2566 276,'44'-7'4,"-1"11"61,-21 53-30,-44 2-39,-3-15 3,-5-3 0,-9 6 0,-2 7 10,11-9 59,88-82-195,-22-11 62,0-4 13,-14 18 17,-1-1 12,-3 4 14,-4 0 6,10 76 155,-16-1-96,-18 13-44,-30 3-19,4-20 0,-17 4 0,-13 6-3,10-8 5,-2-4 6,9-6 7,6-4 1,3-5 9,107-34 268,-12-14-290,7-3-9,-12 5 1,21-10-14,-9 4-26,-16 9-22,-14 9-16,0 4-17</inkml:trace>
</inkml:ink>
</file>

<file path=ppt/ink/ink11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07"/>
    </inkml:context>
    <inkml:brush xml:id="br0">
      <inkml:brushProperty name="width" value="0.05953" units="cm"/>
      <inkml:brushProperty name="height" value="0.05953" units="cm"/>
      <inkml:brushProperty name="fitToCurve" value="1"/>
    </inkml:brush>
  </inkml:definitions>
  <inkml:trace contextRef="#ctx0" brushRef="#br0">12270 3039 136,'-33'20'0,"2"-6"0,1 0 1,-9 3 0,-2-1 12,88-38 7,4 2-18,-12 5-1,16-4-1,0 4 0,-7 8-1,-16 9 0,7 17 0,-15 19 20,-16 10 73,-14-17-4,-6 0 33,-12 5 39,-11-1-28,-20-7-96,6-17-84,16-55-339</inkml:trace>
</inkml:ink>
</file>

<file path=ppt/ink/ink11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08"/>
    </inkml:context>
    <inkml:brush xml:id="br0">
      <inkml:brushProperty name="width" value="0.05953" units="cm"/>
      <inkml:brushProperty name="height" value="0.05953" units="cm"/>
      <inkml:brushProperty name="fitToCurve" value="1"/>
    </inkml:brush>
  </inkml:definitions>
  <inkml:trace contextRef="#ctx0" brushRef="#br0">12336 3042 136,'-39'15'0,"7"4"0,0 1 6,-1 5 9,-7 14 36,70-15-46,4-36-32,6-6 4,-3 3 4,-70 46 28,-1-4 18,2-2-7,-9 6 12,80-66 32,22-11-85,-26 21 6,19-13-13,6 0-4,-4 10 6,-18 15 10,2 17 16,-15 27 69,-15 6 71,16 25 171,36-59-255,-14-22-62,14-14-21,-24 11-58,-6 17-124</inkml:trace>
</inkml:ink>
</file>

<file path=ppt/ink/ink11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09"/>
    </inkml:context>
    <inkml:brush xml:id="br0">
      <inkml:brushProperty name="width" value="0.05953" units="cm"/>
      <inkml:brushProperty name="height" value="0.05953" units="cm"/>
      <inkml:brushProperty name="fitToCurve" value="1"/>
    </inkml:brush>
  </inkml:definitions>
  <inkml:trace contextRef="#ctx0" brushRef="#br0">13067 2549 136,'-24'37'85,"-5"-2"-72,-6 2 2,-9 7 20,5-8 13,-1 3 54,2 6 4,50-9-69,36-27-51,-10-7-24,13-5-32,-15 2 19,-2 1 7,7 17-17,-75 35 90,-2-12 11,8-10 1,-10 12 6,-6 6-9,12-11-14,10-4-11,8 3-31,25-2-21,32-9 16,-10-12-30,18 14-90,-47 22 65,-22-10 68,-12-3 33,-9-4 33,35-64-27,28-23-57,-7 18 11,15-28-16,-15 27 18,8-11 1,-2 1 4,5-8 1,-8 11 4,5-3 1,0 4 2,8-13 0,-1 11 2,-11 13 0,-20 73 94,-18 19-47,9-25-27,0 4-3,1-3 4,-3 17 11,5-21-18,-2 6-6,3-3-1,-2 0-15,2 0-5,1-1-8,-2 21-32,2-19-98</inkml:trace>
</inkml:ink>
</file>

<file path=ppt/ink/ink11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10"/>
    </inkml:context>
    <inkml:brush xml:id="br0">
      <inkml:brushProperty name="width" value="0.05953" units="cm"/>
      <inkml:brushProperty name="height" value="0.05953" units="cm"/>
      <inkml:brushProperty name="fitToCurve" value="1"/>
    </inkml:brush>
  </inkml:definitions>
  <inkml:trace contextRef="#ctx0" brushRef="#br0">12941 2773 168,'41'-14'15,"1"-1"17,-11 6-17,14-7 14,17 0 4,-25 8-15,-5 1 0,3 2 0,-3 1-4,13-1 7,3 5-5,-9 5-3,13 35 0,-36 18 44,-16-14-8,-4 10 11,1 6 5,2-19-16,-2 15-13,4 0-18,-1 0-27,0 6-48,-1-14 3,-3-7 5,-2-5-20,-2-4-108</inkml:trace>
</inkml:ink>
</file>

<file path=ppt/ink/ink11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11"/>
    </inkml:context>
    <inkml:brush xml:id="br0">
      <inkml:brushProperty name="width" value="0.05953" units="cm"/>
      <inkml:brushProperty name="height" value="0.05953" units="cm"/>
      <inkml:brushProperty name="fitToCurve" value="1"/>
    </inkml:brush>
  </inkml:definitions>
  <inkml:trace contextRef="#ctx0" brushRef="#br0">13041 2961 461,'39'-14'-31,"-6"1"47,24-5 33,-20 9-22,4 1 1,2 0-44,-5 1-59,-4 3-91</inkml:trace>
</inkml:ink>
</file>

<file path=ppt/ink/ink11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12"/>
    </inkml:context>
    <inkml:brush xml:id="br0">
      <inkml:brushProperty name="width" value="0.05953" units="cm"/>
      <inkml:brushProperty name="height" value="0.05953" units="cm"/>
      <inkml:brushProperty name="fitToCurve" value="1"/>
    </inkml:brush>
  </inkml:definitions>
  <inkml:trace contextRef="#ctx0" brushRef="#br0">13229 2782 136,'-12'40'73,"12"-7"-43,0 16-3,0 14 1,-4-14-14,-2-3 3,-8 4 16,-8-1 38,-1-16-11,-1-2 17,-9-1 30,0-3-18,95-35 5,-12-11-91,11-2-4,9-4-25,-10 7-83,-28 20-46</inkml:trace>
</inkml:ink>
</file>

<file path=ppt/ink/ink11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13"/>
    </inkml:context>
    <inkml:brush xml:id="br0">
      <inkml:brushProperty name="width" value="0.05953" units="cm"/>
      <inkml:brushProperty name="height" value="0.05953" units="cm"/>
      <inkml:brushProperty name="fitToCurve" value="1"/>
    </inkml:brush>
  </inkml:definitions>
  <inkml:trace contextRef="#ctx0" brushRef="#br0">13776 2644 159,'-19'40'351,"-21"18"-203,4-10-81,0-3-42,-1 1-23,3-3-8,0 1-15,1-3-105,0-19-307</inkml:trace>
</inkml:ink>
</file>

<file path=ppt/ink/ink11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14"/>
    </inkml:context>
    <inkml:brush xml:id="br0">
      <inkml:brushProperty name="width" value="0.05953" units="cm"/>
      <inkml:brushProperty name="height" value="0.05953" units="cm"/>
      <inkml:brushProperty name="fitToCurve" value="1"/>
    </inkml:brush>
  </inkml:definitions>
  <inkml:trace contextRef="#ctx0" brushRef="#br0">13621 2801 136,'43'-20'0,"-24"69"79,-28 2-3,0-18-32,-3 7 6,3-7 1,-5 17 34,-4 10-15,3-7-23,5-5-20,4-4-20,65-52-262,-29-21-44</inkml:trace>
</inkml:ink>
</file>

<file path=ppt/ink/ink11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15"/>
    </inkml:context>
    <inkml:brush xml:id="br0">
      <inkml:brushProperty name="width" value="0.05953" units="cm"/>
      <inkml:brushProperty name="height" value="0.05953" units="cm"/>
      <inkml:brushProperty name="fitToCurve" value="1"/>
    </inkml:brush>
  </inkml:definitions>
  <inkml:trace contextRef="#ctx0" brushRef="#br0">14028 2746 238,'-24'43'107,"-3"-12"-11,-12 12 10,-21 15 27,18-18-81,5-10-30,-1 0-33,-1-5-41,-5-9-93,12-14-132</inkml:trace>
</inkml:ink>
</file>

<file path=ppt/ink/ink11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16"/>
    </inkml:context>
    <inkml:brush xml:id="br0">
      <inkml:brushProperty name="width" value="0.05953" units="cm"/>
      <inkml:brushProperty name="height" value="0.05953" units="cm"/>
      <inkml:brushProperty name="fitToCurve" value="1"/>
    </inkml:brush>
  </inkml:definitions>
  <inkml:trace contextRef="#ctx0" brushRef="#br0">13758 2805 136,'9'39'17,"-2"2"38,1 16 47,-4-26-34,5 15 63,9 8 0,4-5-25,16 0-18,11-13-54,12-20-26,-6-23-6,16-42-4,-14-13-1,-25 17 0,18-25-4,0-13-2,-22 30 5,-1-3-85,-8 14-36,1-2-105</inkml:trace>
</inkml:ink>
</file>

<file path=ppt/ink/ink11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17"/>
    </inkml:context>
    <inkml:brush xml:id="br0">
      <inkml:brushProperty name="width" value="0.05953" units="cm"/>
      <inkml:brushProperty name="height" value="0.05953" units="cm"/>
      <inkml:brushProperty name="fitToCurve" value="1"/>
    </inkml:brush>
  </inkml:definitions>
  <inkml:trace contextRef="#ctx0" brushRef="#br0">2291 8847 638,'84'-12'-27,"20"-8"72,-36 4-17,21-5-2,-9 3 2,58-16 20,-46 7-26,21-4 1,-16 2-1,58-17-2,-65 18-16,51-13 0,-36 10-2,4 2-2,0 8-2,-15 13-2,-7 37-18,-146 34-375</inkml:trace>
</inkml:ink>
</file>

<file path=ppt/ink/ink11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18"/>
    </inkml:context>
    <inkml:brush xml:id="br0">
      <inkml:brushProperty name="width" value="0.05953" units="cm"/>
      <inkml:brushProperty name="height" value="0.05953" units="cm"/>
      <inkml:brushProperty name="fitToCurve" value="1"/>
    </inkml:brush>
  </inkml:definitions>
  <inkml:trace contextRef="#ctx0" brushRef="#br0">2519 8808 623,'75'0'-73,"-11"-2"80,3-3 18,24-8 24,-23 3-20,29-5 46,50-11-14,-21 4-18,-15 3-22,22-2-8,-30 7-9,17 2-1,-33 12-2,3 16-2,-34 13-187</inkml:trace>
</inkml:ink>
</file>

<file path=ppt/ink/ink11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19"/>
    </inkml:context>
    <inkml:brush xml:id="br0">
      <inkml:brushProperty name="width" value="0.05953" units="cm"/>
      <inkml:brushProperty name="height" value="0.05953" units="cm"/>
      <inkml:brushProperty name="fitToCurve" value="1"/>
    </inkml:brush>
  </inkml:definitions>
  <inkml:trace contextRef="#ctx0" brushRef="#br0">2534 9409 325,'80'-19'192,"-23"3"-56,8-4-23,24-8-44,-1 4-80,-25-30-467</inkml:trace>
</inkml:ink>
</file>

<file path=ppt/ink/ink11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20"/>
    </inkml:context>
    <inkml:brush xml:id="br0">
      <inkml:brushProperty name="width" value="0.05953" units="cm"/>
      <inkml:brushProperty name="height" value="0.05953" units="cm"/>
      <inkml:brushProperty name="fitToCurve" value="1"/>
    </inkml:brush>
  </inkml:definitions>
  <inkml:trace contextRef="#ctx0" brushRef="#br0">2691 9084 188,'0'55'30,"3"1"37,10 17 16,0 18-54,-10-24-68,-7-19-105</inkml:trace>
</inkml:ink>
</file>

<file path=ppt/ink/ink11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21"/>
    </inkml:context>
    <inkml:brush xml:id="br0">
      <inkml:brushProperty name="width" value="0.05953" units="cm"/>
      <inkml:brushProperty name="height" value="0.05953" units="cm"/>
      <inkml:brushProperty name="fitToCurve" value="1"/>
    </inkml:brush>
  </inkml:definitions>
  <inkml:trace contextRef="#ctx0" brushRef="#br0">2477 9666 153,'64'-18'583,"29"-8"-492,12-13-61,-9 1-23,-4-1-8,-7 3-19,-4 5-77,-27 30-63</inkml:trace>
</inkml:ink>
</file>

<file path=ppt/ink/ink11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22"/>
    </inkml:context>
    <inkml:brush xml:id="br0">
      <inkml:brushProperty name="width" value="0.05953" units="cm"/>
      <inkml:brushProperty name="height" value="0.05953" units="cm"/>
      <inkml:brushProperty name="fitToCurve" value="1"/>
    </inkml:brush>
  </inkml:definitions>
  <inkml:trace contextRef="#ctx0" brushRef="#br0">2763 9548 165,'-34'82'348,"6"-23"-283,0-5 2,-5 2 1,-2 12-8,110-112-32,-13-8-34,14 7 3,4 26 4,-14 71-64,-32-1-185</inkml:trace>
</inkml:ink>
</file>

<file path=ppt/ink/ink11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23"/>
    </inkml:context>
    <inkml:brush xml:id="br0">
      <inkml:brushProperty name="width" value="0.05953" units="cm"/>
      <inkml:brushProperty name="height" value="0.05953" units="cm"/>
      <inkml:brushProperty name="fitToCurve" value="1"/>
    </inkml:brush>
  </inkml:definitions>
  <inkml:trace contextRef="#ctx0" brushRef="#br0">3065 9368 271,'99'-16'483,"-15"-9"-396,0-3-77,-34 28-115,2 0-633</inkml:trace>
</inkml:ink>
</file>

<file path=ppt/ink/ink11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24"/>
    </inkml:context>
    <inkml:brush xml:id="br0">
      <inkml:brushProperty name="width" value="0.05953" units="cm"/>
      <inkml:brushProperty name="height" value="0.05953" units="cm"/>
      <inkml:brushProperty name="fitToCurve" value="1"/>
    </inkml:brush>
  </inkml:definitions>
  <inkml:trace contextRef="#ctx0" brushRef="#br0">3250 9104 144,'0'89'380,"9"-28"-297,6 16-52,1-14-21,-2 5-3,-3 7-3,-6-1 0,-1 5 2,-11 0 2,-7-10-1,-31-13 64,-31-73-10,3-38-38,11-7-16,127-24-36,9 31 9,-4 3-2,2 1-66,-16 33-145</inkml:trace>
</inkml:ink>
</file>

<file path=ppt/ink/ink11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25"/>
    </inkml:context>
    <inkml:brush xml:id="br0">
      <inkml:brushProperty name="width" value="0.05953" units="cm"/>
      <inkml:brushProperty name="height" value="0.05953" units="cm"/>
      <inkml:brushProperty name="fitToCurve" value="1"/>
    </inkml:brush>
  </inkml:definitions>
  <inkml:trace contextRef="#ctx0" brushRef="#br0">3423 8974 166,'28'90'284,"-15"-37"-285,-5-2-55,-8 5 7</inkml:trace>
</inkml:ink>
</file>

<file path=ppt/ink/ink11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26"/>
    </inkml:context>
    <inkml:brush xml:id="br0">
      <inkml:brushProperty name="width" value="0.05953" units="cm"/>
      <inkml:brushProperty name="height" value="0.05953" units="cm"/>
      <inkml:brushProperty name="fitToCurve" value="1"/>
    </inkml:brush>
  </inkml:definitions>
  <inkml:trace contextRef="#ctx0" brushRef="#br0">3504 9112 136,'41'-30'22,"9"11"76,-31 56-163</inkml:trace>
</inkml:ink>
</file>

<file path=ppt/ink/ink11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27"/>
    </inkml:context>
    <inkml:brush xml:id="br0">
      <inkml:brushProperty name="width" value="0.05953" units="cm"/>
      <inkml:brushProperty name="height" value="0.05953" units="cm"/>
      <inkml:brushProperty name="fitToCurve" value="1"/>
    </inkml:brush>
  </inkml:definitions>
  <inkml:trace contextRef="#ctx0" brushRef="#br0">3342 9177 136,'46'51'17,"-26"10"7,-9-5-9,-11 8-10,-4-13-62</inkml:trace>
</inkml:ink>
</file>

<file path=ppt/ink/ink11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28"/>
    </inkml:context>
    <inkml:brush xml:id="br0">
      <inkml:brushProperty name="width" value="0.05953" units="cm"/>
      <inkml:brushProperty name="height" value="0.05953" units="cm"/>
      <inkml:brushProperty name="fitToCurve" value="1"/>
    </inkml:brush>
  </inkml:definitions>
  <inkml:trace contextRef="#ctx0" brushRef="#br0">3426 9276 165,'57'-21'55,"-2"6"-7,15-6 7,7-3-17,-9 52 186,-83 34-147,-15 6-70,-10 1-99,-1-17-145</inkml:trace>
</inkml:ink>
</file>

<file path=ppt/ink/ink11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29"/>
    </inkml:context>
    <inkml:brush xml:id="br0">
      <inkml:brushProperty name="width" value="0.05953" units="cm"/>
      <inkml:brushProperty name="height" value="0.05953" units="cm"/>
      <inkml:brushProperty name="fitToCurve" value="1"/>
    </inkml:brush>
  </inkml:definitions>
  <inkml:trace contextRef="#ctx0" brushRef="#br0">3488 9337 136,'51'-16'36,"26"-18"116,1 28 52,-93 62-187,-74 36-12,-4-15 24,152-65 197,19-50-249,-134 113-210,-3-24 260,-31 30 6,38-34 0,3-3 11,134-63 132,13-9-172,2 10-7,-4 4-18,-47 24-84,1-1-624</inkml:trace>
</inkml:ink>
</file>

<file path=ppt/ink/ink11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30"/>
    </inkml:context>
    <inkml:brush xml:id="br0">
      <inkml:brushProperty name="width" value="0.05953" units="cm"/>
      <inkml:brushProperty name="height" value="0.05953" units="cm"/>
      <inkml:brushProperty name="fitToCurve" value="1"/>
    </inkml:brush>
  </inkml:definitions>
  <inkml:trace contextRef="#ctx0" brushRef="#br0">3577 9469 136,'-29'84'510,"46"-21"-418,1 10-39,-4 4-26,0 19-9,-1 13-8,-5 3-22,0-20-48,1 4-95,2-29-94</inkml:trace>
</inkml:ink>
</file>

<file path=ppt/ink/ink11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31"/>
    </inkml:context>
    <inkml:brush xml:id="br0">
      <inkml:brushProperty name="width" value="0.05953" units="cm"/>
      <inkml:brushProperty name="height" value="0.05953" units="cm"/>
      <inkml:brushProperty name="fitToCurve" value="1"/>
    </inkml:brush>
  </inkml:definitions>
  <inkml:trace contextRef="#ctx0" brushRef="#br0">7586 5970 158,'59'0'365,"0"2"-214,15 5-58,17-4-40,-4-10-36,-6-2-7,4-2-12,-12 18-34,-26 13-137</inkml:trace>
</inkml:ink>
</file>

<file path=ppt/ink/ink11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32"/>
    </inkml:context>
    <inkml:brush xml:id="br0">
      <inkml:brushProperty name="width" value="0.05953" units="cm"/>
      <inkml:brushProperty name="height" value="0.05953" units="cm"/>
      <inkml:brushProperty name="fitToCurve" value="1"/>
    </inkml:brush>
  </inkml:definitions>
  <inkml:trace contextRef="#ctx0" brushRef="#br0">9144 7430 208,'92'30'599,"-22"-43"-569,17-7-13,-11-2-9,2-2-5,5 6-1,-40 27-109,3 0-645</inkml:trace>
</inkml:ink>
</file>

<file path=ppt/ink/ink11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33"/>
    </inkml:context>
    <inkml:brush xml:id="br0">
      <inkml:brushProperty name="width" value="0.05953" units="cm"/>
      <inkml:brushProperty name="height" value="0.05953" units="cm"/>
      <inkml:brushProperty name="fitToCurve" value="1"/>
    </inkml:brush>
  </inkml:definitions>
  <inkml:trace contextRef="#ctx0" brushRef="#br0">16012 8846 533,'-78'28'156</inkml:trace>
</inkml:ink>
</file>

<file path=ppt/ink/ink11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34"/>
    </inkml:context>
    <inkml:brush xml:id="br0">
      <inkml:brushProperty name="width" value="0.05953" units="cm"/>
      <inkml:brushProperty name="height" value="0.05953" units="cm"/>
      <inkml:brushProperty name="fitToCurve" value="1"/>
    </inkml:brush>
  </inkml:definitions>
  <inkml:trace contextRef="#ctx0" brushRef="#br0">11940 5522 158,'53'-23'435,"7"23"-297,23 4-46,-3-2-67,6-6-14,-7-5-21,-36 22-95,1 1-631</inkml:trace>
</inkml:ink>
</file>

<file path=ppt/ink/ink11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35"/>
    </inkml:context>
    <inkml:brush xml:id="br0">
      <inkml:brushProperty name="width" value="0.05953" units="cm"/>
      <inkml:brushProperty name="height" value="0.05953" units="cm"/>
      <inkml:brushProperty name="fitToCurve" value="1"/>
    </inkml:brush>
  </inkml:definitions>
  <inkml:trace contextRef="#ctx0" brushRef="#br0">12376 6004 244,'72'0'363,"-12"0"-247,13 0-41,2-5-33,10-5-24,1 0-13,-5 10-6,-37 16-106,-1-1-640</inkml:trace>
</inkml:ink>
</file>

<file path=ppt/ink/ink11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36"/>
    </inkml:context>
    <inkml:brush xml:id="br0">
      <inkml:brushProperty name="width" value="0.05953" units="cm"/>
      <inkml:brushProperty name="height" value="0.05953" units="cm"/>
      <inkml:brushProperty name="fitToCurve" value="1"/>
    </inkml:brush>
  </inkml:definitions>
  <inkml:trace contextRef="#ctx0" brushRef="#br0">13320 6902 201,'67'-15'488,"6"18"-371,4 1-72,9-3-33,9 4-12,-19 9-53,-32 12-120</inkml:trace>
</inkml:ink>
</file>

<file path=ppt/ink/ink11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37"/>
    </inkml:context>
    <inkml:brush xml:id="br0">
      <inkml:brushProperty name="width" value="0.05953" units="cm"/>
      <inkml:brushProperty name="height" value="0.05953" units="cm"/>
      <inkml:brushProperty name="fitToCurve" value="1"/>
    </inkml:brush>
  </inkml:definitions>
  <inkml:trace contextRef="#ctx0" brushRef="#br0">13897 7452 327,'84'0'270,"-24"0"-153,6 0-37,18-5-32,-2-8-35,-7 9-56,-25 21-131</inkml:trace>
</inkml:ink>
</file>

<file path=ppt/ink/ink11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38"/>
    </inkml:context>
    <inkml:brush xml:id="br0">
      <inkml:brushProperty name="width" value="0.05953" units="cm"/>
      <inkml:brushProperty name="height" value="0.05953" units="cm"/>
      <inkml:brushProperty name="fitToCurve" value="1"/>
    </inkml:brush>
  </inkml:definitions>
  <inkml:trace contextRef="#ctx0" brushRef="#br0">17761 7872 533</inkml:trace>
</inkml:ink>
</file>

<file path=ppt/ink/ink11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39"/>
    </inkml:context>
    <inkml:brush xml:id="br0">
      <inkml:brushProperty name="width" value="0.05953" units="cm"/>
      <inkml:brushProperty name="height" value="0.05953" units="cm"/>
      <inkml:brushProperty name="fitToCurve" value="1"/>
    </inkml:brush>
  </inkml:definitions>
  <inkml:trace contextRef="#ctx0" brushRef="#br0">17189 5667 179,'52'0'314,"7"-3"-177,11-2-30,11-5-52,-3 2-40,-8-4-9,-20 25-180</inkml:trace>
</inkml:ink>
</file>

<file path=ppt/ink/ink11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40"/>
    </inkml:context>
    <inkml:brush xml:id="br0">
      <inkml:brushProperty name="width" value="0.05953" units="cm"/>
      <inkml:brushProperty name="height" value="0.05953" units="cm"/>
      <inkml:brushProperty name="fitToCurve" value="1"/>
    </inkml:brush>
  </inkml:definitions>
  <inkml:trace contextRef="#ctx0" brushRef="#br0">17683 6189 136,'59'6'400,"-6"-6"-316,10-2-14,3-1-22,3 6-34,-23 12-175</inkml:trace>
</inkml:ink>
</file>

<file path=ppt/ink/ink11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41"/>
    </inkml:context>
    <inkml:brush xml:id="br0">
      <inkml:brushProperty name="width" value="0.05953" units="cm"/>
      <inkml:brushProperty name="height" value="0.05953" units="cm"/>
      <inkml:brushProperty name="fitToCurve" value="1"/>
    </inkml:brush>
  </inkml:definitions>
  <inkml:trace contextRef="#ctx0" brushRef="#br0">18132 6664 155,'68'0'156,"2"-3"-31,-26-1-67,6 0-12,7 0-24,-3 4-11,-9 15-302</inkml:trace>
</inkml:ink>
</file>

<file path=ppt/ink/ink11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42"/>
    </inkml:context>
    <inkml:brush xml:id="br0">
      <inkml:brushProperty name="width" value="0.05953" units="cm"/>
      <inkml:brushProperty name="height" value="0.05953" units="cm"/>
      <inkml:brushProperty name="fitToCurve" value="1"/>
    </inkml:brush>
  </inkml:definitions>
  <inkml:trace contextRef="#ctx0" brushRef="#br0">18636 7093 136,'69'0'243,"18"3"-159,-42-1-49,3 2-15,2-1-5,-2 1 11,-5 14-310</inkml:trace>
</inkml:ink>
</file>

<file path=ppt/ink/ink11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43"/>
    </inkml:context>
    <inkml:brush xml:id="br0">
      <inkml:brushProperty name="width" value="0.05953" units="cm"/>
      <inkml:brushProperty name="height" value="0.05953" units="cm"/>
      <inkml:brushProperty name="fitToCurve" value="1"/>
    </inkml:brush>
  </inkml:definitions>
  <inkml:trace contextRef="#ctx0" brushRef="#br0">8634 10243 228,'57'0'38,"-2"0"85,37 0 93,-32 0-124,4-5-111,-16 14-212</inkml:trace>
</inkml:ink>
</file>

<file path=ppt/ink/ink11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44"/>
    </inkml:context>
    <inkml:brush xml:id="br0">
      <inkml:brushProperty name="width" value="0.05953" units="cm"/>
      <inkml:brushProperty name="height" value="0.05953" units="cm"/>
      <inkml:brushProperty name="fitToCurve" value="1"/>
    </inkml:brush>
  </inkml:definitions>
  <inkml:trace contextRef="#ctx0" brushRef="#br0">9122 10742 136,'57'8'421,"6"-1"-270,7-4-86,19-9-58,-21-11-63,0-4-169,-21 22-135</inkml:trace>
</inkml:ink>
</file>

<file path=ppt/ink/ink11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45"/>
    </inkml:context>
    <inkml:brush xml:id="br0">
      <inkml:brushProperty name="width" value="0.05953" units="cm"/>
      <inkml:brushProperty name="height" value="0.05953" units="cm"/>
      <inkml:brushProperty name="fitToCurve" value="1"/>
    </inkml:brush>
  </inkml:definitions>
  <inkml:trace contextRef="#ctx0" brushRef="#br0">9610 11228 147,'57'0'328,"-1"0"-240,-5 0-44,6-2 1,4 0-2,7 1-118,-14 15-173</inkml:trace>
</inkml:ink>
</file>

<file path=ppt/ink/ink11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46"/>
    </inkml:context>
    <inkml:brush xml:id="br0">
      <inkml:brushProperty name="width" value="0.05953" units="cm"/>
      <inkml:brushProperty name="height" value="0.05953" units="cm"/>
      <inkml:brushProperty name="fitToCurve" value="1"/>
    </inkml:brush>
  </inkml:definitions>
  <inkml:trace contextRef="#ctx0" brushRef="#br0">13326 10275 253,'69'0'294,"-29"0"-210,11 0-17,3 0-80,-2 0-79,-1 0-16,-17 0 16</inkml:trace>
</inkml:ink>
</file>

<file path=ppt/ink/ink11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47"/>
    </inkml:context>
    <inkml:brush xml:id="br0">
      <inkml:brushProperty name="width" value="0.05953" units="cm"/>
      <inkml:brushProperty name="height" value="0.05953" units="cm"/>
      <inkml:brushProperty name="fitToCurve" value="1"/>
    </inkml:brush>
  </inkml:definitions>
  <inkml:trace contextRef="#ctx0" brushRef="#br0">13854 10731 382,'79'0'89,"-31"0"-5,5 0-5,16 0-17,3-6-106,-8-6-70,-18 17-159</inkml:trace>
</inkml:ink>
</file>

<file path=ppt/ink/ink11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48"/>
    </inkml:context>
    <inkml:brush xml:id="br0">
      <inkml:brushProperty name="width" value="0.05953" units="cm"/>
      <inkml:brushProperty name="height" value="0.05953" units="cm"/>
      <inkml:brushProperty name="fitToCurve" value="1"/>
    </inkml:brush>
  </inkml:definitions>
  <inkml:trace contextRef="#ctx0" brushRef="#br0">12047 8452 486,'93'50'-32,"43"-14"-11,-56-23 41,54-2 8,-37-14 1,23-12 9,-19-1 4,64-20 30,-66 4-13,27-15 6,-29 7-4,51-28 28,-19-2-13,-18-6-11,6-31-4,-36-13-22,-37-8-8,-44-8-6,-49-4-2,-55 2-1,-49 14 0,33 60-1,-73 0 1,55 45-1,-21 27 1,-58 44-1,84 10 1,-30 48-4,68-18 1,17 29 4,2 52-1,40-6 2,40-22-5,46-23-8,81-12-17,-2-52-11,11-19-46,13-14-95,-51-9-205</inkml:trace>
</inkml:ink>
</file>

<file path=ppt/ink/ink11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49"/>
    </inkml:context>
    <inkml:brush xml:id="br0">
      <inkml:brushProperty name="width" value="0.05953" units="cm"/>
      <inkml:brushProperty name="height" value="0.05953" units="cm"/>
      <inkml:brushProperty name="fitToCurve" value="1"/>
    </inkml:brush>
  </inkml:definitions>
  <inkml:trace contextRef="#ctx0" brushRef="#br0">13562 8233 360,'148'11'-7,"-60"-2"6,85 4 45,-87-6-13,59 2 40,-61-6-22,77 1 40,-43-4-47,68-4 21,-23-6-20,66-12-42,-29-2-40,-24-1-74,-11-6-28,-87 18-81</inkml:trace>
</inkml:ink>
</file>

<file path=ppt/ink/ink11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50"/>
    </inkml:context>
    <inkml:brush xml:id="br0">
      <inkml:brushProperty name="width" value="0.05953" units="cm"/>
      <inkml:brushProperty name="height" value="0.05953" units="cm"/>
      <inkml:brushProperty name="fitToCurve" value="1"/>
    </inkml:brush>
  </inkml:definitions>
  <inkml:trace contextRef="#ctx0" brushRef="#br0">11334 12881 559,'-25'76'158,"-5"4"-128,-1 19-4,11 2 13,4 7-15,7 12-13,7 4-7,11-12-7,12-11-5,23 5-50,-42-46-109</inkml:trace>
</inkml:ink>
</file>

<file path=ppt/ink/ink11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51"/>
    </inkml:context>
    <inkml:brush xml:id="br0">
      <inkml:brushProperty name="width" value="0.05953" units="cm"/>
      <inkml:brushProperty name="height" value="0.05953" units="cm"/>
      <inkml:brushProperty name="fitToCurve" value="1"/>
    </inkml:brush>
  </inkml:definitions>
  <inkml:trace contextRef="#ctx0" brushRef="#br0">11570 12949 177,'75'-1'142,"-21"-12"-55,1-4 30,1 2-7,13 3 12,-91 105-101,-33-27-21,-4-6-2,-9 10-3,20-1-27,92-3-82,27-53 29,-13 7 52,-26 35 69,-25 10 32,-19 24 12,-12 5-18,-8-10-28,-8 5-5,-1-10 4,-47-50-18,22-104-257,39 17-73</inkml:trace>
</inkml:ink>
</file>

<file path=ppt/ink/ink11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52"/>
    </inkml:context>
    <inkml:brush xml:id="br0">
      <inkml:brushProperty name="width" value="0.05953" units="cm"/>
      <inkml:brushProperty name="height" value="0.05953" units="cm"/>
      <inkml:brushProperty name="fitToCurve" value="1"/>
    </inkml:brush>
  </inkml:definitions>
  <inkml:trace contextRef="#ctx0" brushRef="#br0">11527 13273 443,'89'-11'177,"-95"88"-15,-17 20-99,-9-12-51,-17-25-303</inkml:trace>
</inkml:ink>
</file>

<file path=ppt/ink/ink12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53"/>
    </inkml:context>
    <inkml:brush xml:id="br0">
      <inkml:brushProperty name="width" value="0.05953" units="cm"/>
      <inkml:brushProperty name="height" value="0.05953" units="cm"/>
      <inkml:brushProperty name="fitToCurve" value="1"/>
    </inkml:brush>
  </inkml:definitions>
  <inkml:trace contextRef="#ctx0" brushRef="#br0">11916 12881 205,'65'-11'290,"-13"-6"-124,19-2-40,-13 85-59,-85 33-69,-18-13-21,-5-11-90,-8-29-250</inkml:trace>
</inkml:ink>
</file>

<file path=ppt/ink/ink12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54"/>
    </inkml:context>
    <inkml:brush xml:id="br0">
      <inkml:brushProperty name="width" value="0.05953" units="cm"/>
      <inkml:brushProperty name="height" value="0.05953" units="cm"/>
      <inkml:brushProperty name="fitToCurve" value="1"/>
    </inkml:brush>
  </inkml:definitions>
  <inkml:trace contextRef="#ctx0" brushRef="#br0">11974 13052 142,'-36'59'472,"8"7"-413,7 11-17,68-14-8,51-88-15,-18 1-8,7 14-1,-14 65 9,-55 46 15,-27-6-22,-18 6-12,-19-16-15,-30-15-35,-13-73-200,37-17-23</inkml:trace>
</inkml:ink>
</file>

<file path=ppt/ink/ink12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55"/>
    </inkml:context>
    <inkml:brush xml:id="br0">
      <inkml:brushProperty name="width" value="0.05953" units="cm"/>
      <inkml:brushProperty name="height" value="0.05953" units="cm"/>
      <inkml:brushProperty name="fitToCurve" value="1"/>
    </inkml:brush>
  </inkml:definitions>
  <inkml:trace contextRef="#ctx0" brushRef="#br0">11877 13380 165,'26'84'615,"-46"-20"-540,88-85-154,-22-27-137,-5 10-126</inkml:trace>
</inkml:ink>
</file>

<file path=ppt/ink/ink12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56"/>
    </inkml:context>
    <inkml:brush xml:id="br0">
      <inkml:brushProperty name="width" value="0.05953" units="cm"/>
      <inkml:brushProperty name="height" value="0.05953" units="cm"/>
      <inkml:brushProperty name="fitToCurve" value="1"/>
    </inkml:brush>
  </inkml:definitions>
  <inkml:trace contextRef="#ctx0" brushRef="#br0">12282 12766 691,'98'7'-14,"-11"25"12,-3 29 53,-11 39 10,-30 32-12,-31-24-29,-23 28-11,-8-30-6,-12 9-1,-13 1-1,-8 21 0,6-16-1,8-29-2,-6-9-41,-10-31-238</inkml:trace>
</inkml:ink>
</file>

<file path=ppt/ink/ink12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57"/>
    </inkml:context>
    <inkml:brush xml:id="br0">
      <inkml:brushProperty name="width" value="0.05953" units="cm"/>
      <inkml:brushProperty name="height" value="0.05953" units="cm"/>
      <inkml:brushProperty name="fitToCurve" value="1"/>
    </inkml:brush>
  </inkml:definitions>
  <inkml:trace contextRef="#ctx0" brushRef="#br0">10847 12673 382,'-63'91'164,"13"-9"-98,-17 26 21,6-1-19,4 6-22,8-13-20,-11 16-22,11-21-11,-15 35-17,11-17-38,8-25-84,2-22-167</inkml:trace>
</inkml:ink>
</file>

<file path=ppt/ink/ink12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58"/>
    </inkml:context>
    <inkml:brush xml:id="br0">
      <inkml:brushProperty name="width" value="0.05953" units="cm"/>
      <inkml:brushProperty name="height" value="0.05953" units="cm"/>
      <inkml:brushProperty name="fitToCurve" value="1"/>
    </inkml:brush>
  </inkml:definitions>
  <inkml:trace contextRef="#ctx0" brushRef="#br0">10500 13007 136,'100'-10'39,"-29"26"33,6 25 19,-6 28 6,-35-8-43,-16 11-18,-16 5-20,-16 1-10,-20 2-3,-13-11 2,-95 16 41,48-78 47,-7-38 7,68-62-80,94-12-70,19 34-75,-1 7-95</inkml:trace>
</inkml:ink>
</file>

<file path=ppt/ink/ink12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59"/>
    </inkml:context>
    <inkml:brush xml:id="br0">
      <inkml:brushProperty name="width" value="0.05953" units="cm"/>
      <inkml:brushProperty name="height" value="0.05953" units="cm"/>
      <inkml:brushProperty name="fitToCurve" value="1"/>
    </inkml:brush>
  </inkml:definitions>
  <inkml:trace contextRef="#ctx0" brushRef="#br0">10962 12578 238,'8'99'238,"3"-31"-178,2 21 16,0 6 9,-6 6-19,-6 19-26,-2 4-25,-3-4-17,3-15-30,-5 2-183,42-190-200,-4 0 462,55 35 122,27 90-21,14 16-161</inkml:trace>
</inkml:ink>
</file>

<file path=ppt/ink/ink12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60"/>
    </inkml:context>
    <inkml:brush xml:id="br0">
      <inkml:brushProperty name="width" value="0.05953" units="cm"/>
      <inkml:brushProperty name="height" value="0.05953" units="cm"/>
      <inkml:brushProperty name="fitToCurve" value="1"/>
    </inkml:brush>
  </inkml:definitions>
  <inkml:trace contextRef="#ctx0" brushRef="#br0">14680 12954 253,'24'171'599,"-17"-37"-593,-7 5-4,-8 6-2,-7-15-3,-3 11-15,-2-34-47,5-9-129,-16-36-100</inkml:trace>
</inkml:ink>
</file>

<file path=ppt/ink/ink12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61"/>
    </inkml:context>
    <inkml:brush xml:id="br0">
      <inkml:brushProperty name="width" value="0.05953" units="cm"/>
      <inkml:brushProperty name="height" value="0.05953" units="cm"/>
      <inkml:brushProperty name="fitToCurve" value="1"/>
    </inkml:brush>
  </inkml:definitions>
  <inkml:trace contextRef="#ctx0" brushRef="#br0">14593 13163 325,'58'-85'-3,"45"10"57,-42 34 2,20-4 19,-9 7-4,-4 4 0,15 6-11,20-1-2,8 12-20,5 40-25,-37 43-10,-37 42 9,-21-4 0,-6 17-4,-7 3-3,-7-7-4,-1-2 1,-3 11-1,-8-1 1,-1-3-1,-15-10 0,-65-47-3,-24-111-56,28-35-125,19-20 61,29 28 63,5-8-57,14 19-87</inkml:trace>
</inkml:ink>
</file>

<file path=ppt/ink/ink12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62"/>
    </inkml:context>
    <inkml:brush xml:id="br0">
      <inkml:brushProperty name="width" value="0.05953" units="cm"/>
      <inkml:brushProperty name="height" value="0.05953" units="cm"/>
      <inkml:brushProperty name="fitToCurve" value="1"/>
    </inkml:brush>
  </inkml:definitions>
  <inkml:trace contextRef="#ctx0" brushRef="#br0">15130 12385 393,'-27'136'340,"10"-44"-263,-1 10-40,-4 23-21,-6-3-11,-10 13-3,1-8-2,-1 7-3,4-16-2,-7 11-60,-7-61-206</inkml:trace>
</inkml:ink>
</file>

<file path=ppt/ink/ink12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63"/>
    </inkml:context>
    <inkml:brush xml:id="br0">
      <inkml:brushProperty name="width" value="0.05953" units="cm"/>
      <inkml:brushProperty name="height" value="0.05953" units="cm"/>
      <inkml:brushProperty name="fitToCurve" value="1"/>
    </inkml:brush>
  </inkml:definitions>
  <inkml:trace contextRef="#ctx0" brushRef="#br0">14985 13031 166,'98'84'516,"-43"-3"-371,14 0-131,17-19-222,-40-2-113</inkml:trace>
</inkml:ink>
</file>

<file path=ppt/ink/ink12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64"/>
    </inkml:context>
    <inkml:brush xml:id="br0">
      <inkml:brushProperty name="width" value="0.05953" units="cm"/>
      <inkml:brushProperty name="height" value="0.05953" units="cm"/>
      <inkml:brushProperty name="fitToCurve" value="1"/>
    </inkml:brush>
  </inkml:definitions>
  <inkml:trace contextRef="#ctx0" brushRef="#br0">19387 6781 533</inkml:trace>
</inkml:ink>
</file>

<file path=ppt/ink/ink12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65"/>
    </inkml:context>
    <inkml:brush xml:id="br0">
      <inkml:brushProperty name="width" value="0.05953" units="cm"/>
      <inkml:brushProperty name="height" value="0.05953" units="cm"/>
      <inkml:brushProperty name="fitToCurve" value="1"/>
    </inkml:brush>
  </inkml:definitions>
  <inkml:trace contextRef="#ctx0" brushRef="#br0">17268 7509 635,'-13'37'-76,"8"4"128,2 9-7,3 12 14,0-1-5,1-1-21,4-6-20,2-11-47,8-1-162,-14-16-3</inkml:trace>
</inkml:ink>
</file>

<file path=ppt/ink/ink12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66"/>
    </inkml:context>
    <inkml:brush xml:id="br0">
      <inkml:brushProperty name="width" value="0.05953" units="cm"/>
      <inkml:brushProperty name="height" value="0.05953" units="cm"/>
      <inkml:brushProperty name="fitToCurve" value="1"/>
    </inkml:brush>
  </inkml:definitions>
  <inkml:trace contextRef="#ctx0" brushRef="#br0">17266 7653 255,'32'-14'6,"14"1"71,-2 1 9,-17 6-29,3-1 0,-3 2-5,26-4 36,-16 4-29,9 5-48,-20 28-67,-37 6 42,-19 3 34,-16 3 11,-8-1 4,12-12-3,-4 2-6,0 0-11,-3 1-3,79-77-158,5 8-38,-11 11-212</inkml:trace>
</inkml:ink>
</file>

<file path=ppt/ink/ink12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67"/>
    </inkml:context>
    <inkml:brush xml:id="br0">
      <inkml:brushProperty name="width" value="0.05953" units="cm"/>
      <inkml:brushProperty name="height" value="0.05953" units="cm"/>
      <inkml:brushProperty name="fitToCurve" value="1"/>
    </inkml:brush>
  </inkml:definitions>
  <inkml:trace contextRef="#ctx0" brushRef="#br0">17429 7318 443,'-7'33'-29,"2"-3"12,3 0 11,-1 5 2,1 11 0,1 0 18,-1 16 6,4 5 12,-2 8 18,1-9 0,-1-23-4,0 17-2,0 2-1,0 6-4,-1-12-2,-1 3-10,1-9-9,-1 17-5,0-9-19,4-7-39,3-10-106,-12-15-57</inkml:trace>
</inkml:ink>
</file>

<file path=ppt/ink/ink12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68"/>
    </inkml:context>
    <inkml:brush xml:id="br0">
      <inkml:brushProperty name="width" value="0.05953" units="cm"/>
      <inkml:brushProperty name="height" value="0.05953" units="cm"/>
      <inkml:brushProperty name="fitToCurve" value="1"/>
    </inkml:brush>
  </inkml:definitions>
  <inkml:trace contextRef="#ctx0" brushRef="#br0">17726 7601 626,'-20'47'-106,"-4"4"97,13-25 26,-8 15 11,9-15-8,-6 14 12,0 3 1,4-3-54,5-11-88,-9-2-397</inkml:trace>
</inkml:ink>
</file>

<file path=ppt/ink/ink12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69"/>
    </inkml:context>
    <inkml:brush xml:id="br0">
      <inkml:brushProperty name="width" value="0.05953" units="cm"/>
      <inkml:brushProperty name="height" value="0.05953" units="cm"/>
      <inkml:brushProperty name="fitToCurve" value="1"/>
    </inkml:brush>
  </inkml:definitions>
  <inkml:trace contextRef="#ctx0" brushRef="#br0">17753 7669 153,'5'39'130,"3"-1"-20,3 9 4,-2-20-52,6 4 15,19-27-4,-12-39-47,-4-12-7,2-3 4,-1 5 1,1 1 1,8 6-8,7 68-2,-20 22-10,0-5-2,17-5-8,10-24-147,-15 5-213</inkml:trace>
</inkml:ink>
</file>

<file path=ppt/ink/ink12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70"/>
    </inkml:context>
    <inkml:brush xml:id="br0">
      <inkml:brushProperty name="width" value="0.05953" units="cm"/>
      <inkml:brushProperty name="height" value="0.05953" units="cm"/>
      <inkml:brushProperty name="fitToCurve" value="1"/>
    </inkml:brush>
  </inkml:definitions>
  <inkml:trace contextRef="#ctx0" brushRef="#br0">18491 7350 523,'-31'5'73,"1"23"11,-2 8-47,6-6-20,-4 7-14,-3 5-13,2-4-6,5-5-1,3 2 9,46-9 85,24-39-52,-7-3-21,4-3-11,5-1-29,-38 62 6,-43 3 56,5-13-8,-3 5 2,-3 7 5,9-4-3,17 5-11,44-18-93,-14 4-143,-55-54 205,36-10 11,3 6 3,2-1-17,8-20-47,-4 12-127</inkml:trace>
</inkml:ink>
</file>

<file path=ppt/ink/ink12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71"/>
    </inkml:context>
    <inkml:brush xml:id="br0">
      <inkml:brushProperty name="width" value="0.05953" units="cm"/>
      <inkml:brushProperty name="height" value="0.05953" units="cm"/>
      <inkml:brushProperty name="fitToCurve" value="1"/>
    </inkml:brush>
  </inkml:definitions>
  <inkml:trace contextRef="#ctx0" brushRef="#br0">18440 7528 136,'32'-5'38,"3"-3"97,0-2-14,6-2 5,-6 0-25,7-1 0,-30 54-59,-43-7-32,-5 4 0,-10 9 3,8-9-6,1 0 0,0-4-1,4-1 1,9 5-2,87-46-51,-24-18-37,-4 0-35,-6-2 2,-2 5-136</inkml:trace>
</inkml:ink>
</file>

<file path=ppt/ink/ink12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72"/>
    </inkml:context>
    <inkml:brush xml:id="br0">
      <inkml:brushProperty name="width" value="0.05953" units="cm"/>
      <inkml:brushProperty name="height" value="0.05953" units="cm"/>
      <inkml:brushProperty name="fitToCurve" value="1"/>
    </inkml:brush>
  </inkml:definitions>
  <inkml:trace contextRef="#ctx0" brushRef="#br0">18552 7392 226,'-24'47'269,"30"-8"-168,4 12-23,0-18-49,3 16 15,3 3-10,1 1-9,3-2-8,-1-10-4,5-4 0,10 3-16,17-45-39,-27-38 2,-9 0 12,-5-2 4,0-2 0,-6 8 38,-44 35 81,17 36-73,-2 4-4,-3 11-3,-11 11-6,-5 1-8,-1-6-5,13-22-4,-21 0-45,-7-52-121,32-12 46,6-12 21,9 7-79</inkml:trace>
</inkml:ink>
</file>

<file path=ppt/ink/ink12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73"/>
    </inkml:context>
    <inkml:brush xml:id="br0">
      <inkml:brushProperty name="width" value="0.05953" units="cm"/>
      <inkml:brushProperty name="height" value="0.05953" units="cm"/>
      <inkml:brushProperty name="fitToCurve" value="1"/>
    </inkml:brush>
  </inkml:definitions>
  <inkml:trace contextRef="#ctx0" brushRef="#br0">18575 7328 620,'23'36'-39,"-7"1"59,3 7 40,-3-15-12,11 11-11,1-2-37,-2-6-138,-16-4-170</inkml:trace>
</inkml:ink>
</file>

<file path=ppt/ink/ink12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74"/>
    </inkml:context>
    <inkml:brush xml:id="br0">
      <inkml:brushProperty name="width" value="0.05953" units="cm"/>
      <inkml:brushProperty name="height" value="0.05953" units="cm"/>
      <inkml:brushProperty name="fitToCurve" value="1"/>
    </inkml:brush>
  </inkml:definitions>
  <inkml:trace contextRef="#ctx0" brushRef="#br0">18869 7548 161,'7'20'508,"-5"1"-990</inkml:trace>
</inkml:ink>
</file>

<file path=ppt/ink/ink12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75"/>
    </inkml:context>
    <inkml:brush xml:id="br0">
      <inkml:brushProperty name="width" value="0.05953" units="cm"/>
      <inkml:brushProperty name="height" value="0.05953" units="cm"/>
      <inkml:brushProperty name="fitToCurve" value="1"/>
    </inkml:brush>
  </inkml:definitions>
  <inkml:trace contextRef="#ctx0" brushRef="#br0">18891 7681 155,'-3'21'219,"0"-1"-68,5 1 99,-7-1-416</inkml:trace>
</inkml:ink>
</file>

<file path=ppt/ink/ink12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76"/>
    </inkml:context>
    <inkml:brush xml:id="br0">
      <inkml:brushProperty name="width" value="0.05953" units="cm"/>
      <inkml:brushProperty name="height" value="0.05953" units="cm"/>
      <inkml:brushProperty name="fitToCurve" value="1"/>
    </inkml:brush>
  </inkml:definitions>
  <inkml:trace contextRef="#ctx0" brushRef="#br0">19270 7245 602,'37'-10'47,"3"-4"23,14-1-3,-9 4-27,6 2-24,5 2-27,-14 5-98,-16 9-45</inkml:trace>
</inkml:ink>
</file>

<file path=ppt/ink/ink12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77"/>
    </inkml:context>
    <inkml:brush xml:id="br0">
      <inkml:brushProperty name="width" value="0.05953" units="cm"/>
      <inkml:brushProperty name="height" value="0.05953" units="cm"/>
      <inkml:brushProperty name="fitToCurve" value="1"/>
    </inkml:brush>
  </inkml:definitions>
  <inkml:trace contextRef="#ctx0" brushRef="#br0">19467 7056 228,'-15'27'-18,"3"5"40,1 1 0,1 10-5,-4 6-14,3-14-20,-1-5-5,-4 0 3,-2-1 11,-10 0 40,-3 5 38,3 18 16,22-27-65,0 25 18,3-20-23,3 14 6,1 9 1,1-24-8,-1 5-4,0-6-4,2 1-6,-2-2-12,1 5-4,0 9-37,2-6-16,-1-5-19,-2-4-185</inkml:trace>
</inkml:ink>
</file>

<file path=ppt/ink/ink12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78"/>
    </inkml:context>
    <inkml:brush xml:id="br0">
      <inkml:brushProperty name="width" value="0.05953" units="cm"/>
      <inkml:brushProperty name="height" value="0.05953" units="cm"/>
      <inkml:brushProperty name="fitToCurve" value="1"/>
    </inkml:brush>
  </inkml:definitions>
  <inkml:trace contextRef="#ctx0" brushRef="#br0">19270 7419 443,'28'-30'-30,"2"1"16,13-2 43,10-1 48,-24 19-18,-2 6 4,19 10 27,-13 18-38,-17 24-26,-10 12 0,-4 8-11,-4-15-5,-2 1-3,1 5-2,0 1-4,-1 2-1,-1-2-11,-1-8-98,-7-21-142</inkml:trace>
</inkml:ink>
</file>

<file path=ppt/ink/ink12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79"/>
    </inkml:context>
    <inkml:brush xml:id="br0">
      <inkml:brushProperty name="width" value="0.05953" units="cm"/>
      <inkml:brushProperty name="height" value="0.05953" units="cm"/>
      <inkml:brushProperty name="fitToCurve" value="1"/>
    </inkml:brush>
  </inkml:definitions>
  <inkml:trace contextRef="#ctx0" brushRef="#br0">19337 7465 509,'41'-43'117,"-13"27"-53,6 1 7,4 3-5,4 16-50,-28 36-21,-40 10 1,0-14 2,-6-1 6,-5-3 1,-2-4 2,7 0 6,84-25-11,2-16-13,0-4-8,-5 5-12,-85 58 22,-1-18 16,-11 6 2,13-12-7,-9 7-3,3 0-12,9-2-316,7-14 183,-14 3 146,2-2 190,77-10 155,8-10-335,16-3-6,-4-4-2,5-4-1,-19 5-2,1 0-3,0-1-13,2 4-74,-9 11-348</inkml:trace>
</inkml:ink>
</file>

<file path=ppt/ink/ink12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80"/>
    </inkml:context>
    <inkml:brush xml:id="br0">
      <inkml:brushProperty name="width" value="0.05953" units="cm"/>
      <inkml:brushProperty name="height" value="0.05953" units="cm"/>
      <inkml:brushProperty name="fitToCurve" value="1"/>
    </inkml:brush>
  </inkml:definitions>
  <inkml:trace contextRef="#ctx0" brushRef="#br0">19379 7748 171,'-27'16'159,"-4"21"9,13-9-141,5 1-22,44-32-114,4-25 22,5-2 34,4 0 16,-4 7 18,-15 12 11,0 5 21,6 17 71,-19 36 50,-9-20-114,3-4-46,-8 4-412</inkml:trace>
</inkml:ink>
</file>

<file path=ppt/ink/ink12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81"/>
    </inkml:context>
    <inkml:brush xml:id="br0">
      <inkml:brushProperty name="width" value="0.05953" units="cm"/>
      <inkml:brushProperty name="height" value="0.05953" units="cm"/>
      <inkml:brushProperty name="fitToCurve" value="1"/>
    </inkml:brush>
  </inkml:definitions>
  <inkml:trace contextRef="#ctx0" brushRef="#br0">19970 6995 705,'-3'30'-263,"-1"-4"198,0-6-11,-1 4-23</inkml:trace>
</inkml:ink>
</file>

<file path=ppt/ink/ink12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82"/>
    </inkml:context>
    <inkml:brush xml:id="br0">
      <inkml:brushProperty name="width" value="0.05953" units="cm"/>
      <inkml:brushProperty name="height" value="0.05953" units="cm"/>
      <inkml:brushProperty name="fitToCurve" value="1"/>
    </inkml:brush>
  </inkml:definitions>
  <inkml:trace contextRef="#ctx0" brushRef="#br0">19780 7118 244,'-21'30'65,"8"-4"-53,-1 15 45,8-15-11,3 7-5,3 10-12,3 0-41,0-11-22,-1-5-50</inkml:trace>
</inkml:ink>
</file>

<file path=ppt/ink/ink12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83"/>
    </inkml:context>
    <inkml:brush xml:id="br0">
      <inkml:brushProperty name="width" value="0.05953" units="cm"/>
      <inkml:brushProperty name="height" value="0.05953" units="cm"/>
      <inkml:brushProperty name="fitToCurve" value="1"/>
    </inkml:brush>
  </inkml:definitions>
  <inkml:trace contextRef="#ctx0" brushRef="#br0">19779 7243 449,'45'-19'-24,"-3"3"62,-17 9 2,4-3 3,25-6 29,-7 4 4,-1 2-5,0 2-21,4 5-22,-4 13-22,-33 31-13,-33 17 1,-4-18 4,-13 9-2,-5-3-19,13-16-31,0-6-92,1-13-162</inkml:trace>
</inkml:ink>
</file>

<file path=ppt/ink/ink12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84"/>
    </inkml:context>
    <inkml:brush xml:id="br0">
      <inkml:brushProperty name="width" value="0.05953" units="cm"/>
      <inkml:brushProperty name="height" value="0.05953" units="cm"/>
      <inkml:brushProperty name="fitToCurve" value="1"/>
    </inkml:brush>
  </inkml:definitions>
  <inkml:trace contextRef="#ctx0" brushRef="#br0">19885 7257 396,'28'0'59,"-2"0"38,10 3 47,3 11-57,-36 29-62,-34-7-27,-1-9 0,-8 4 8,8-3 4,33 16-2,49-35-22,6-13-20,-10-4-58,-71 39-103,-18-5 208,17-10 2,-18 8 19,-4 5 5,-5 3 1,6-2 10,12-8-12,-2 7 1,60 9 6,21-40-37,14-6-3,10-8-9,-20 2-5,4-5-20,3-1-28,-21 6-12,-2 2-3,5-2-62,-11 5-9</inkml:trace>
</inkml:ink>
</file>

<file path=ppt/ink/ink12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85"/>
    </inkml:context>
    <inkml:brush xml:id="br0">
      <inkml:brushProperty name="width" value="0.05953" units="cm"/>
      <inkml:brushProperty name="height" value="0.05953" units="cm"/>
      <inkml:brushProperty name="fitToCurve" value="1"/>
    </inkml:brush>
  </inkml:definitions>
  <inkml:trace contextRef="#ctx0" brushRef="#br0">20033 7288 161,'22'40'273,"-18"-8"-214,-4-6 10,-3 9 7,-4 10-13,-3 2-9,-10 7-5,1-7-31,-6 3-7,-6-1-6,-5 4-8,6-14-14,-1-7-44,2-7-108,2-14-129</inkml:trace>
</inkml:ink>
</file>

<file path=ppt/ink/ink12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86"/>
    </inkml:context>
    <inkml:brush xml:id="br0">
      <inkml:brushProperty name="width" value="0.05953" units="cm"/>
      <inkml:brushProperty name="height" value="0.05953" units="cm"/>
      <inkml:brushProperty name="fitToCurve" value="1"/>
    </inkml:brush>
  </inkml:definitions>
  <inkml:trace contextRef="#ctx0" brushRef="#br0">19961 7590 500,'29'27'-8,"-3"-2"20,8 10 60,1 1 11,-6-9-8,4-4-9,6-1-16,1-4-31,9-4-15,-1-18-18,6-26-127,-23 10-231</inkml:trace>
</inkml:ink>
</file>

<file path=ppt/ink/ink12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87"/>
    </inkml:context>
    <inkml:brush xml:id="br0">
      <inkml:brushProperty name="width" value="0.05953" units="cm"/>
      <inkml:brushProperty name="height" value="0.05953" units="cm"/>
      <inkml:brushProperty name="fitToCurve" value="1"/>
    </inkml:brush>
  </inkml:definitions>
  <inkml:trace contextRef="#ctx0" brushRef="#br0">20494 7121 855,'-6'40'-179,"1"-7"161,4-5-24,-8-7-271</inkml:trace>
</inkml:ink>
</file>

<file path=ppt/ink/ink12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88"/>
    </inkml:context>
    <inkml:brush xml:id="br0">
      <inkml:brushProperty name="width" value="0.05953" units="cm"/>
      <inkml:brushProperty name="height" value="0.05953" units="cm"/>
      <inkml:brushProperty name="fitToCurve" value="1"/>
    </inkml:brush>
  </inkml:definitions>
  <inkml:trace contextRef="#ctx0" brushRef="#br0">20453 7342 517,'48'40'-36,"-21"-21"62,26 9 13,-41-2-63,-39 0 23,-36 7 41,22-13 4,-1-1 11,2 1 20,9 9-11,45 17-28,39-2-20,-1-12-8,13 2-4,-16-9-2,0 3-1,6 1-3,2 1-16,-15-10-92,-16 4-263</inkml:trace>
</inkml:ink>
</file>

<file path=ppt/ink/ink12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89"/>
    </inkml:context>
    <inkml:brush xml:id="br0">
      <inkml:brushProperty name="width" value="0.05953" units="cm"/>
      <inkml:brushProperty name="height" value="0.05953" units="cm"/>
      <inkml:brushProperty name="fitToCurve" value="1"/>
    </inkml:brush>
  </inkml:definitions>
  <inkml:trace contextRef="#ctx0" brushRef="#br0">20553 7472 599,'43'-36'-53,"-13"16"32,18-4 61,-1 6 9,16-2 10,3 1 5,-19 7-12,10 7-23,-15 22-30,-22 23 4,-20 24 3,-7-13 4,-2-9-2,-7 20 4,5-18-5,-6 12 1,-2-8-2,-14-13-2,-17-43-6,2-31-5,10-5-23,-8-13-87,21 18 36,4 8-9,-9-10-294</inkml:trace>
</inkml:ink>
</file>

<file path=ppt/ink/ink12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90"/>
    </inkml:context>
    <inkml:brush xml:id="br0">
      <inkml:brushProperty name="width" value="0.05953" units="cm"/>
      <inkml:brushProperty name="height" value="0.05953" units="cm"/>
      <inkml:brushProperty name="fitToCurve" value="1"/>
    </inkml:brush>
  </inkml:definitions>
  <inkml:trace contextRef="#ctx0" brushRef="#br0">20832 7102 584,'18'29'3,"-18"10"49,-12 25 12,-2-13-7,-11 16-5,4-11-16,-10 15-22,14-32-11,-3 3-1,-9 16 0,-2-1-1,1-3-2,4-11-3,-2-19-290</inkml:trace>
</inkml:ink>
</file>

<file path=ppt/ink/ink12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91"/>
    </inkml:context>
    <inkml:brush xml:id="br0">
      <inkml:brushProperty name="width" value="0.05953" units="cm"/>
      <inkml:brushProperty name="height" value="0.05953" units="cm"/>
      <inkml:brushProperty name="fitToCurve" value="1"/>
    </inkml:brush>
  </inkml:definitions>
  <inkml:trace contextRef="#ctx0" brushRef="#br0">21511 6943 154,'-30'21'474,"-28"44"-296,18-20-156,3-2-11,0-2-6,6-7-1,-2 0-1,3-3 2,58 4 3,23-45-9,2-3-4,5-2-8,-15 6-7,-61 55 12,-21-14 27,7-4-9,-9 12 0,13-7-9,10 11-9,31-1-48,16-14-47,-1-5 19,-12 13 15,-23-1 67,-11 4 13,-3-3 2,-7 5 16,-3 2 17,2-4 4,5-7-4,-1 5 19,79-34-145,-12-40-13,-8 1-39,-9 13-83</inkml:trace>
</inkml:ink>
</file>

<file path=ppt/ink/ink12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92"/>
    </inkml:context>
    <inkml:brush xml:id="br0">
      <inkml:brushProperty name="width" value="0.05953" units="cm"/>
      <inkml:brushProperty name="height" value="0.05953" units="cm"/>
      <inkml:brushProperty name="fitToCurve" value="1"/>
    </inkml:brush>
  </inkml:definitions>
  <inkml:trace contextRef="#ctx0" brushRef="#br0">21565 6990 236,'36'-33'6,"-7"9"42,-30 71 249,-16-12-246,-4 0-1,1 2-8,-4 3 4,2 3-21,11 2-9,51-32 3,4-53-62,-2-3-32,-12 6 13,-8 9-9,-6 2-77</inkml:trace>
</inkml:ink>
</file>

<file path=ppt/ink/ink12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93"/>
    </inkml:context>
    <inkml:brush xml:id="br0">
      <inkml:brushProperty name="width" value="0.05953" units="cm"/>
      <inkml:brushProperty name="height" value="0.05953" units="cm"/>
      <inkml:brushProperty name="fitToCurve" value="1"/>
    </inkml:brush>
  </inkml:definitions>
  <inkml:trace contextRef="#ctx0" brushRef="#br0">21659 6959 246,'29'0'-57,"1"1"74,2 5 81,-1 19 107,-28 0-91,-17 9-55,-9-1-20,-5 6-39,-1-7-36,-4 3-26,0-3-18,-30 20-79,14-17 77,15-11-11,9-9-47</inkml:trace>
</inkml:ink>
</file>

<file path=ppt/ink/ink12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94"/>
    </inkml:context>
    <inkml:brush xml:id="br0">
      <inkml:brushProperty name="width" value="0.05953" units="cm"/>
      <inkml:brushProperty name="height" value="0.05953" units="cm"/>
      <inkml:brushProperty name="fitToCurve" value="1"/>
    </inkml:brush>
  </inkml:definitions>
  <inkml:trace contextRef="#ctx0" brushRef="#br0">21407 7322 136,'-31'0'7,"87"-14"300,-13 2-206,13-2-8,-11 2-28,2-1-17,8-3-21,-15 4-69,-3-1-42,-4-1-66,-3 1-4</inkml:trace>
</inkml:ink>
</file>

<file path=ppt/ink/ink12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95"/>
    </inkml:context>
    <inkml:brush xml:id="br0">
      <inkml:brushProperty name="width" value="0.05953" units="cm"/>
      <inkml:brushProperty name="height" value="0.05953" units="cm"/>
      <inkml:brushProperty name="fitToCurve" value="1"/>
    </inkml:brush>
  </inkml:definitions>
  <inkml:trace contextRef="#ctx0" brushRef="#br0">21666 7240 136,'-31'15'3,"-5"14"24,4 0 13,7-4-11,-5 5-2,0 3-14,2-3-9,-4 3-5,5-3-17,62-49-76,7-12 76,-3 7 9,8-2 7,-15 13 1,-6 1 2,4 1 0,-4 2 3,1 2 1,8 2 11,-3 7 12,-6 13 12,-6 15 27,-9 10 33,-7-8 2,-9 15 7,-5-1-22,-2-7-27,-1-1-25,-4 0-6,-9 13-6,-4-6-1,-9-18-12,-4-49-14,15-25-31,7-5-125,20 26 16</inkml:trace>
</inkml:ink>
</file>

<file path=ppt/ink/ink12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96"/>
    </inkml:context>
    <inkml:brush xml:id="br0">
      <inkml:brushProperty name="width" value="0.05953" units="cm"/>
      <inkml:brushProperty name="height" value="0.05953" units="cm"/>
      <inkml:brushProperty name="fitToCurve" value="1"/>
    </inkml:brush>
  </inkml:definitions>
  <inkml:trace contextRef="#ctx0" brushRef="#br0">21690 7332 199,'-30'23'50,"-6"7"-6,-1 2 19,2 1-14,-6 12-45,45-11-170,36-48 127,-3-2 20,-13 6 6,8-1 1,-30 47 7,-33-3 28,-12 7 8,11-11 0,-4 2-4,3-3-12,7-7-23,-3-2-128</inkml:trace>
</inkml:ink>
</file>

<file path=ppt/ink/ink12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97"/>
    </inkml:context>
    <inkml:brush xml:id="br0">
      <inkml:brushProperty name="width" value="0.05953" units="cm"/>
      <inkml:brushProperty name="height" value="0.05953" units="cm"/>
      <inkml:brushProperty name="fitToCurve" value="1"/>
    </inkml:brush>
  </inkml:definitions>
  <inkml:trace contextRef="#ctx0" brushRef="#br0">21900 7304 581,'-31'17'146,"1"6"-102,-5 10 7,6-1-27,1 14-6,12-3-14,19 14-3,25-3 1,18-5 1,-7-17-2,1 0 0,5 5-2,-4-9-4,0-3-7,11-18-213,-25-33-84</inkml:trace>
</inkml:ink>
</file>

<file path=ppt/ink/ink12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98"/>
    </inkml:context>
    <inkml:brush xml:id="br0">
      <inkml:brushProperty name="width" value="0.05953" units="cm"/>
      <inkml:brushProperty name="height" value="0.05953" units="cm"/>
      <inkml:brushProperty name="fitToCurve" value="1"/>
    </inkml:brush>
  </inkml:definitions>
  <inkml:trace contextRef="#ctx0" brushRef="#br0">24442 11798 533</inkml:trace>
</inkml:ink>
</file>

<file path=ppt/ink/ink12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299"/>
    </inkml:context>
    <inkml:brush xml:id="br0">
      <inkml:brushProperty name="width" value="0.05953" units="cm"/>
      <inkml:brushProperty name="height" value="0.05953" units="cm"/>
      <inkml:brushProperty name="fitToCurve" value="1"/>
    </inkml:brush>
  </inkml:definitions>
  <inkml:trace contextRef="#ctx0" brushRef="#br0">23296 10993 533</inkml:trace>
</inkml:ink>
</file>

<file path=ppt/ink/ink12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00"/>
    </inkml:context>
    <inkml:brush xml:id="br0">
      <inkml:brushProperty name="width" value="0.05953" units="cm"/>
      <inkml:brushProperty name="height" value="0.05953" units="cm"/>
      <inkml:brushProperty name="fitToCurve" value="1"/>
    </inkml:brush>
  </inkml:definitions>
  <inkml:trace contextRef="#ctx0" brushRef="#br0">22768 5264 533</inkml:trace>
</inkml:ink>
</file>

<file path=ppt/ink/ink12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01"/>
    </inkml:context>
    <inkml:brush xml:id="br0">
      <inkml:brushProperty name="width" value="0.05953" units="cm"/>
      <inkml:brushProperty name="height" value="0.05953" units="cm"/>
      <inkml:brushProperty name="fitToCurve" value="1"/>
    </inkml:brush>
  </inkml:definitions>
  <inkml:trace contextRef="#ctx0" brushRef="#br0">13691 12290 533</inkml:trace>
</inkml:ink>
</file>

<file path=ppt/ink/ink12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02"/>
    </inkml:context>
    <inkml:brush xml:id="br0">
      <inkml:brushProperty name="width" value="0.05953" units="cm"/>
      <inkml:brushProperty name="height" value="0.05953" units="cm"/>
      <inkml:brushProperty name="fitToCurve" value="1"/>
    </inkml:brush>
  </inkml:definitions>
  <inkml:trace contextRef="#ctx0" brushRef="#br0">2962 6285 379,'-34'177'453,"-24"-8"-472,17-60 3,-10 31-43,21-52-26,-1 5-46,7-11-28</inkml:trace>
</inkml:ink>
</file>

<file path=ppt/ink/ink12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03"/>
    </inkml:context>
    <inkml:brush xml:id="br0">
      <inkml:brushProperty name="width" value="0.05953" units="cm"/>
      <inkml:brushProperty name="height" value="0.05953" units="cm"/>
      <inkml:brushProperty name="fitToCurve" value="1"/>
    </inkml:brush>
  </inkml:definitions>
  <inkml:trace contextRef="#ctx0" brushRef="#br0">2750 6772 376,'113'-58'127,"-24"8"-50,14 3-25,2 7-36,-17 10-25,-2 22-19,-19 67-21,-48 13 36,-14 9 42,-6 1 44,-3 20 29,-4 4-30,-4 4-43,-16 6-28,-45-34-102,-32-93-256</inkml:trace>
</inkml:ink>
</file>

<file path=ppt/ink/ink12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04"/>
    </inkml:context>
    <inkml:brush xml:id="br0">
      <inkml:brushProperty name="width" value="0.05953" units="cm"/>
      <inkml:brushProperty name="height" value="0.05953" units="cm"/>
      <inkml:brushProperty name="fitToCurve" value="1"/>
    </inkml:brush>
  </inkml:definitions>
  <inkml:trace contextRef="#ctx0" brushRef="#br0">2847 6941 376,'116'-59'204,"-21"18"-136,-5 11-16,1 8-30,-91 122-178,-62-25 131,-9-2 30,-5-7 7,-54 10-76,110-165-249,44 174 328,-28 7 98,11 29 125,10-51-77,34 16-20,57-51-112,2-89-34,8-55-33,-32-2-100,-36 38-227</inkml:trace>
</inkml:ink>
</file>

<file path=ppt/ink/ink12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05"/>
    </inkml:context>
    <inkml:brush xml:id="br0">
      <inkml:brushProperty name="width" value="0.05953" units="cm"/>
      <inkml:brushProperty name="height" value="0.05953" units="cm"/>
      <inkml:brushProperty name="fitToCurve" value="1"/>
    </inkml:brush>
  </inkml:definitions>
  <inkml:trace contextRef="#ctx0" brushRef="#br0">3950 6333 550,'-38'61'284,"-28"52"-264,1-15-29,-15 13-12,-3 0 2,7-17-30,11-23-120,4-36-129</inkml:trace>
</inkml:ink>
</file>

<file path=ppt/ink/ink12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06"/>
    </inkml:context>
    <inkml:brush xml:id="br0">
      <inkml:brushProperty name="width" value="0.05953" units="cm"/>
      <inkml:brushProperty name="height" value="0.05953" units="cm"/>
      <inkml:brushProperty name="fitToCurve" value="1"/>
    </inkml:brush>
  </inkml:definitions>
  <inkml:trace contextRef="#ctx0" brushRef="#br0">3773 6522 199,'52'0'84,"8"21"75,-11 49-372</inkml:trace>
</inkml:ink>
</file>

<file path=ppt/ink/ink12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07"/>
    </inkml:context>
    <inkml:brush xml:id="br0">
      <inkml:brushProperty name="width" value="0.05953" units="cm"/>
      <inkml:brushProperty name="height" value="0.05953" units="cm"/>
      <inkml:brushProperty name="fitToCurve" value="1"/>
    </inkml:brush>
  </inkml:definitions>
  <inkml:trace contextRef="#ctx0" brushRef="#br0">3700 6690 407,'95'38'-39</inkml:trace>
</inkml:ink>
</file>

<file path=ppt/ink/ink12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08"/>
    </inkml:context>
    <inkml:brush xml:id="br0">
      <inkml:brushProperty name="width" value="0.05953" units="cm"/>
      <inkml:brushProperty name="height" value="0.05953" units="cm"/>
      <inkml:brushProperty name="fitToCurve" value="1"/>
    </inkml:brush>
  </inkml:definitions>
  <inkml:trace contextRef="#ctx0" brushRef="#br0">3745 6824 330,'120'-30'154,"-52"9"-85,-87 98-48,-107 43-5,58-76-80,2-17-115,2 27 152,48 66 231,11-55-165,9 11-51,6-8-67,-19-5-262</inkml:trace>
</inkml:ink>
</file>

<file path=ppt/ink/ink12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09"/>
    </inkml:context>
    <inkml:brush xml:id="br0">
      <inkml:brushProperty name="width" value="0.05953" units="cm"/>
      <inkml:brushProperty name="height" value="0.05953" units="cm"/>
      <inkml:brushProperty name="fitToCurve" value="1"/>
    </inkml:brush>
  </inkml:definitions>
  <inkml:trace contextRef="#ctx0" brushRef="#br0">3702 7015 221</inkml:trace>
</inkml:ink>
</file>

<file path=ppt/ink/ink12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10"/>
    </inkml:context>
    <inkml:brush xml:id="br0">
      <inkml:brushProperty name="width" value="0.05953" units="cm"/>
      <inkml:brushProperty name="height" value="0.05953" units="cm"/>
      <inkml:brushProperty name="fitToCurve" value="1"/>
    </inkml:brush>
  </inkml:definitions>
  <inkml:trace contextRef="#ctx0" brushRef="#br0">4141 6956 594,'-36'73'128,"-38"8"-35,-14-11-53,2-6-26,-19 14-6,30 5-1,204-15-6,24-68-4,-31-21 0,19-7-15,-33 6-44,-36 30-109</inkml:trace>
</inkml:ink>
</file>

<file path=ppt/ink/ink12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11"/>
    </inkml:context>
    <inkml:brush xml:id="br0">
      <inkml:brushProperty name="width" value="0.05953" units="cm"/>
      <inkml:brushProperty name="height" value="0.05953" units="cm"/>
      <inkml:brushProperty name="fitToCurve" value="1"/>
    </inkml:brush>
  </inkml:definitions>
  <inkml:trace contextRef="#ctx0" brushRef="#br0">4522 6481 142,'90'-18'465,"-6"6"-311,18 15-115,-98 102-57,-69-14 16,6 2 0,43 7-5,70-12-58,14-16-39,33 37-72,-77-49 126,-21 1 63,-64 49 175,-2-53-50,-14-6-44,-21 2-46,-14-26-41,49-32-114,-2 0-642</inkml:trace>
</inkml:ink>
</file>

<file path=ppt/ink/ink12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12"/>
    </inkml:context>
    <inkml:brush xml:id="br0">
      <inkml:brushProperty name="width" value="0.05953" units="cm"/>
      <inkml:brushProperty name="height" value="0.05953" units="cm"/>
      <inkml:brushProperty name="fitToCurve" value="1"/>
    </inkml:brush>
  </inkml:definitions>
  <inkml:trace contextRef="#ctx0" brushRef="#br0">4527 6840 384,'100'-36'119,"-112"165"181,-57-48-256,-14 17-21,14-10-19,199-139-106,-46-12-326</inkml:trace>
</inkml:ink>
</file>

<file path=ppt/ink/ink12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13"/>
    </inkml:context>
    <inkml:brush xml:id="br0">
      <inkml:brushProperty name="width" value="0.05953" units="cm"/>
      <inkml:brushProperty name="height" value="0.05953" units="cm"/>
      <inkml:brushProperty name="fitToCurve" value="1"/>
    </inkml:brush>
  </inkml:definitions>
  <inkml:trace contextRef="#ctx0" brushRef="#br0">4910 6501 185,'89'-48'170,"25"27"87,-80 98-210,-74-2-39,-21 5 9,6 3-76,19-11-105</inkml:trace>
</inkml:ink>
</file>

<file path=ppt/ink/ink12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14"/>
    </inkml:context>
    <inkml:brush xml:id="br0">
      <inkml:brushProperty name="width" value="0.05953" units="cm"/>
      <inkml:brushProperty name="height" value="0.05953" units="cm"/>
      <inkml:brushProperty name="fitToCurve" value="1"/>
    </inkml:brush>
  </inkml:definitions>
  <inkml:trace contextRef="#ctx0" brushRef="#br0">4915 6708 205,'-26'89'359,"5"-19"-245,75 1-104,39-77-112,-8-6-11,-20 26 58,-30 114 40,-37-61 47,-10 7 33,-9 21 55,-2-12-11,-6 16 1,-45-19-72,-22-140-46,-3-5-62,22-9-131,146 17-70,2-1 165,18-23 167,-187 154 520,44 25-564,170-113-18,-11-28-5,6-8-600</inkml:trace>
</inkml:ink>
</file>

<file path=ppt/ink/ink12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15"/>
    </inkml:context>
    <inkml:brush xml:id="br0">
      <inkml:brushProperty name="width" value="0.05953" units="cm"/>
      <inkml:brushProperty name="height" value="0.05953" units="cm"/>
      <inkml:brushProperty name="fitToCurve" value="1"/>
    </inkml:brush>
  </inkml:definitions>
  <inkml:trace contextRef="#ctx0" brushRef="#br0">5503 6449 497,'1'48'206,"9"24"-268,-20-23-156</inkml:trace>
</inkml:ink>
</file>

<file path=ppt/ink/ink12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16"/>
    </inkml:context>
    <inkml:brush xml:id="br0">
      <inkml:brushProperty name="width" value="0.05953" units="cm"/>
      <inkml:brushProperty name="height" value="0.05953" units="cm"/>
      <inkml:brushProperty name="fitToCurve" value="1"/>
    </inkml:brush>
  </inkml:definitions>
  <inkml:trace contextRef="#ctx0" brushRef="#br0">5614 6752 258,'76'29'79,"-119"74"-62,-50-17 21,-5-24 28,37-25 17,-31 75 166,175-39-195,55-5-38,-8-22-13,4-7-4,-8-9-14,-4-4-68,-52 14-177</inkml:trace>
</inkml:ink>
</file>

<file path=ppt/ink/ink12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17"/>
    </inkml:context>
    <inkml:brush xml:id="br0">
      <inkml:brushProperty name="width" value="0.05953" units="cm"/>
      <inkml:brushProperty name="height" value="0.05953" units="cm"/>
      <inkml:brushProperty name="fitToCurve" value="1"/>
    </inkml:brush>
  </inkml:definitions>
  <inkml:trace contextRef="#ctx0" brushRef="#br0">5686 6562 710,'104'-3'92,"18"-4"-67,-10-23-275,-42 40-43</inkml:trace>
</inkml:ink>
</file>

<file path=ppt/ink/ink12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18"/>
    </inkml:context>
    <inkml:brush xml:id="br0">
      <inkml:brushProperty name="width" value="0.05953" units="cm"/>
      <inkml:brushProperty name="height" value="0.05953" units="cm"/>
      <inkml:brushProperty name="fitToCurve" value="1"/>
    </inkml:brush>
  </inkml:definitions>
  <inkml:trace contextRef="#ctx0" brushRef="#br0">5909 6336 136,'-18'79'107,"13"10"38,-13 35 61,-4-50-97,-12 11-26,2 10-7,136-50-103,-179 51-70,-12-29 115,10-11 6,-9 6 10,171-4 2,51-82-55,-20-4-23,-5-8-86,-30-10-103,-82-44 47,-27 29 177,-53 57 194,53 77-85,-1 20 12,0 23-17,0-12-25,0 10-39,-1 22-21,23-17-35,-21-51-155</inkml:trace>
</inkml:ink>
</file>

<file path=ppt/ink/ink12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19"/>
    </inkml:context>
    <inkml:brush xml:id="br0">
      <inkml:brushProperty name="width" value="0.05953" units="cm"/>
      <inkml:brushProperty name="height" value="0.05953" units="cm"/>
      <inkml:brushProperty name="fitToCurve" value="1"/>
    </inkml:brush>
  </inkml:definitions>
  <inkml:trace contextRef="#ctx0" brushRef="#br0">6261 6711 163,'62'-40'610,"47"36"-531,0-12-128,-9-19-227,-37 32 9</inkml:trace>
</inkml:ink>
</file>

<file path=ppt/ink/ink12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20"/>
    </inkml:context>
    <inkml:brush xml:id="br0">
      <inkml:brushProperty name="width" value="0.05953" units="cm"/>
      <inkml:brushProperty name="height" value="0.05953" units="cm"/>
      <inkml:brushProperty name="fitToCurve" value="1"/>
    </inkml:brush>
  </inkml:definitions>
  <inkml:trace contextRef="#ctx0" brushRef="#br0">6544 6423 136,'-27'92'196,"15"3"-114,8-8-26,-1-13 2,-1 16 10,3 17-4,-1-21-15,-2 3-17,-3 6-6,-5 22-1,-5-14-2,-8-2 4,-19-9-9,-67-94 8,78-105-23,6-14-2,36 4-7,64 34 0,36-25-14,-22 17-43,-19 16-68,2 37-206</inkml:trace>
</inkml:ink>
</file>

<file path=ppt/ink/ink12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21"/>
    </inkml:context>
    <inkml:brush xml:id="br0">
      <inkml:brushProperty name="width" value="0.05953" units="cm"/>
      <inkml:brushProperty name="height" value="0.05953" units="cm"/>
      <inkml:brushProperty name="fitToCurve" value="1"/>
    </inkml:brush>
  </inkml:definitions>
  <inkml:trace contextRef="#ctx0" brushRef="#br0">6736 6371 474,'36'58'220,"-19"-6"-720</inkml:trace>
</inkml:ink>
</file>

<file path=ppt/ink/ink12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22"/>
    </inkml:context>
    <inkml:brush xml:id="br0">
      <inkml:brushProperty name="width" value="0.05953" units="cm"/>
      <inkml:brushProperty name="height" value="0.05953" units="cm"/>
      <inkml:brushProperty name="fitToCurve" value="1"/>
    </inkml:brush>
  </inkml:definitions>
  <inkml:trace contextRef="#ctx0" brushRef="#br0">6572 6584 461,'83'-8'310,"28"-22"-229,6-1-66,3 5-12,-55 33-111,1-1-646</inkml:trace>
</inkml:ink>
</file>

<file path=ppt/ink/ink12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23"/>
    </inkml:context>
    <inkml:brush xml:id="br0">
      <inkml:brushProperty name="width" value="0.05953" units="cm"/>
      <inkml:brushProperty name="height" value="0.05953" units="cm"/>
      <inkml:brushProperty name="fitToCurve" value="1"/>
    </inkml:brush>
  </inkml:definitions>
  <inkml:trace contextRef="#ctx0" brushRef="#br0">6794 6567 240,'32'96'461,"35"-33"-453,18-87 20,-148 98 93,-31-6-120,103 42-106,-99-64 175,-2 4-37,11 19-27,148 16-24,39-113-6,-7-28-44,-18-1-54,-29-3 4,-117 72 163,4 24 69,-8 23-16,4 10-46,-2 19-22,29 15-17,79 8-8,75-65-8,15-54-6,-26-40 0,-24-26-34,-50-25 4,-131 116 133,11 71-83,19-5-7,6 6-2,-9 19-5,5-5-10,-1-19-8,4-45-159</inkml:trace>
</inkml:ink>
</file>

<file path=ppt/ink/ink12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24"/>
    </inkml:context>
    <inkml:brush xml:id="br0">
      <inkml:brushProperty name="width" value="0.05953" units="cm"/>
      <inkml:brushProperty name="height" value="0.05953" units="cm"/>
      <inkml:brushProperty name="fitToCurve" value="1"/>
    </inkml:brush>
  </inkml:definitions>
  <inkml:trace contextRef="#ctx0" brushRef="#br0">7292 6774 422,'99'-77'195,"-9"46"-43,14 10-79,7-7-81,-8-12-254,-35 36-28</inkml:trace>
</inkml:ink>
</file>

<file path=ppt/ink/ink12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25"/>
    </inkml:context>
    <inkml:brush xml:id="br0">
      <inkml:brushProperty name="width" value="0.05953" units="cm"/>
      <inkml:brushProperty name="height" value="0.05953" units="cm"/>
      <inkml:brushProperty name="fitToCurve" value="1"/>
    </inkml:brush>
  </inkml:definitions>
  <inkml:trace contextRef="#ctx0" brushRef="#br0">7600 6338 206,'-26'88'60,"17"7"-4,4-6-2,2 63 70,6-84-83,1 44 37,0-11-10,-2 18-9,0 12 4,-8-22-28,-4 0-16,-17-3-9,-82-132-21,57-95-43,20 10 5,19 7-50,5 23-80,22 18-168</inkml:trace>
</inkml:ink>
</file>

<file path=ppt/ink/ink12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26"/>
    </inkml:context>
    <inkml:brush xml:id="br0">
      <inkml:brushProperty name="width" value="0.05953" units="cm"/>
      <inkml:brushProperty name="height" value="0.05953" units="cm"/>
      <inkml:brushProperty name="fitToCurve" value="1"/>
    </inkml:brush>
  </inkml:definitions>
  <inkml:trace contextRef="#ctx0" brushRef="#br0">7578 6690 334,'-76'107'348,"35"-33"-319,-13 16-6,-8 14-9,-14 7-20,4-3-45,11-12-45,13-22-45</inkml:trace>
</inkml:ink>
</file>

<file path=ppt/ink/ink12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27"/>
    </inkml:context>
    <inkml:brush xml:id="br0">
      <inkml:brushProperty name="width" value="0.05953" units="cm"/>
      <inkml:brushProperty name="height" value="0.05953" units="cm"/>
      <inkml:brushProperty name="fitToCurve" value="1"/>
    </inkml:brush>
  </inkml:definitions>
  <inkml:trace contextRef="#ctx0" brushRef="#br0">7500 6780 271,'62'65'51,"-29"-19"-151</inkml:trace>
</inkml:ink>
</file>

<file path=ppt/ink/ink12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28"/>
    </inkml:context>
    <inkml:brush xml:id="br0">
      <inkml:brushProperty name="width" value="0.05953" units="cm"/>
      <inkml:brushProperty name="height" value="0.05953" units="cm"/>
      <inkml:brushProperty name="fitToCurve" value="1"/>
    </inkml:brush>
  </inkml:definitions>
  <inkml:trace contextRef="#ctx0" brushRef="#br0">7689 6482 606,'103'-27'105,"-5"14"-19,29 1-28,-6 9-57,-60 20-107,1-1-636</inkml:trace>
</inkml:ink>
</file>

<file path=ppt/ink/ink12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29"/>
    </inkml:context>
    <inkml:brush xml:id="br0">
      <inkml:brushProperty name="width" value="0.05953" units="cm"/>
      <inkml:brushProperty name="height" value="0.05953" units="cm"/>
      <inkml:brushProperty name="fitToCurve" value="1"/>
    </inkml:brush>
  </inkml:definitions>
  <inkml:trace contextRef="#ctx0" brushRef="#br0">7748 6153 161,'56'85'271,"-45"-15"-242,0 2-4,0 4-15,6 2-67,32-15-146</inkml:trace>
</inkml:ink>
</file>

<file path=ppt/ink/ink12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30"/>
    </inkml:context>
    <inkml:brush xml:id="br0">
      <inkml:brushProperty name="width" value="0.05953" units="cm"/>
      <inkml:brushProperty name="height" value="0.05953" units="cm"/>
      <inkml:brushProperty name="fitToCurve" value="1"/>
    </inkml:brush>
  </inkml:definitions>
  <inkml:trace contextRef="#ctx0" brushRef="#br0">8090 6185 196,'-31'77'85,"11"-17"-36,-9 31 3,-10 8-59,-6-2-75,-3-27-12</inkml:trace>
</inkml:ink>
</file>

<file path=ppt/ink/ink12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31"/>
    </inkml:context>
    <inkml:brush xml:id="br0">
      <inkml:brushProperty name="width" value="0.05953" units="cm"/>
      <inkml:brushProperty name="height" value="0.05953" units="cm"/>
      <inkml:brushProperty name="fitToCurve" value="1"/>
    </inkml:brush>
  </inkml:definitions>
  <inkml:trace contextRef="#ctx0" brushRef="#br0">7780 6623 136,'-68'47'465,"64"37"-345,8 18-70,-1-2-87,-23-38-120</inkml:trace>
</inkml:ink>
</file>

<file path=ppt/ink/ink12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32"/>
    </inkml:context>
    <inkml:brush xml:id="br0">
      <inkml:brushProperty name="width" value="0.05953" units="cm"/>
      <inkml:brushProperty name="height" value="0.05953" units="cm"/>
      <inkml:brushProperty name="fitToCurve" value="1"/>
    </inkml:brush>
  </inkml:definitions>
  <inkml:trace contextRef="#ctx0" brushRef="#br0">7766 6670 136,'96'-55'101,"-15"24"64,-21 15-51,15 10-25,3 35-5,-66 60 0,-40 11-39,-10 0-37,-5-8-142,-22-25-366</inkml:trace>
</inkml:ink>
</file>

<file path=ppt/ink/ink12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33"/>
    </inkml:context>
    <inkml:brush xml:id="br0">
      <inkml:brushProperty name="width" value="0.05953" units="cm"/>
      <inkml:brushProperty name="height" value="0.05953" units="cm"/>
      <inkml:brushProperty name="fitToCurve" value="1"/>
    </inkml:brush>
  </inkml:definitions>
  <inkml:trace contextRef="#ctx0" brushRef="#br0">7812 6745 305,'127'-4'402,"-23"-12"-311,-116 119-57,-85-49-15,-9 11-10,209 0-9,21-100-49,-224 116-41,12-22 142,7 0-28,-6 6-1,-1 10 3,199-32-27,15-92-26,-10-6-52,-18-1-62,-28 20-83,-162 111 258,25-23 16,-2 6 1,0 3-11,1 0-41,-43 37-208</inkml:trace>
</inkml:ink>
</file>

<file path=ppt/ink/ink12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34"/>
    </inkml:context>
    <inkml:brush xml:id="br0">
      <inkml:brushProperty name="width" value="0.05953" units="cm"/>
      <inkml:brushProperty name="height" value="0.05953" units="cm"/>
      <inkml:brushProperty name="fitToCurve" value="1"/>
    </inkml:brush>
  </inkml:definitions>
  <inkml:trace contextRef="#ctx0" brushRef="#br0">7870 7132 212,'80'0'73,"1"74"116,-37-8-88,4 1-6,27 4-26,-39-3-320</inkml:trace>
</inkml:ink>
</file>

<file path=ppt/ink/ink12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35"/>
    </inkml:context>
    <inkml:brush xml:id="br0">
      <inkml:brushProperty name="width" value="0.05953" units="cm"/>
      <inkml:brushProperty name="height" value="0.05953" units="cm"/>
      <inkml:brushProperty name="fitToCurve" value="1"/>
    </inkml:brush>
  </inkml:definitions>
  <inkml:trace contextRef="#ctx0" brushRef="#br0">8393 6794 467,'120'-94'330,"-20"60"-270,13 11-57,0-6-127,-46 33-33</inkml:trace>
</inkml:ink>
</file>

<file path=ppt/ink/ink12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36"/>
    </inkml:context>
    <inkml:brush xml:id="br0">
      <inkml:brushProperty name="width" value="0.05953" units="cm"/>
      <inkml:brushProperty name="height" value="0.05953" units="cm"/>
      <inkml:brushProperty name="fitToCurve" value="1"/>
    </inkml:brush>
  </inkml:definitions>
  <inkml:trace contextRef="#ctx0" brushRef="#br0">8779 6500 136,'-63'-27'31,"20"133"191,37-11-119,2-6-4,0 13-16,-2 23-18,2-28-20,-3 46-15,3-35-15,-9 14 3,-14-11 1,-78-143-16,81-84-33,15-2-109,7 19-81,20 36-127</inkml:trace>
</inkml:ink>
</file>

<file path=ppt/ink/ink12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37"/>
    </inkml:context>
    <inkml:brush xml:id="br0">
      <inkml:brushProperty name="width" value="0.05953" units="cm"/>
      <inkml:brushProperty name="height" value="0.05953" units="cm"/>
      <inkml:brushProperty name="fitToCurve" value="1"/>
    </inkml:brush>
  </inkml:definitions>
  <inkml:trace contextRef="#ctx0" brushRef="#br0">8663 6729 215,'-51'92'486,"5"-19"-420,-20 26-56,-7 3-74,21-23-16,-14 10-59,18-29 24,-16-5-262</inkml:trace>
</inkml:ink>
</file>

<file path=ppt/ink/ink12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38"/>
    </inkml:context>
    <inkml:brush xml:id="br0">
      <inkml:brushProperty name="width" value="0.05953" units="cm"/>
      <inkml:brushProperty name="height" value="0.05953" units="cm"/>
      <inkml:brushProperty name="fitToCurve" value="1"/>
    </inkml:brush>
  </inkml:definitions>
  <inkml:trace contextRef="#ctx0" brushRef="#br0">8624 6863 151,'91'57'397,"-50"-11"-940</inkml:trace>
</inkml:ink>
</file>

<file path=ppt/ink/ink12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39"/>
    </inkml:context>
    <inkml:brush xml:id="br0">
      <inkml:brushProperty name="width" value="0.05953" units="cm"/>
      <inkml:brushProperty name="height" value="0.05953" units="cm"/>
      <inkml:brushProperty name="fitToCurve" value="1"/>
    </inkml:brush>
  </inkml:definitions>
  <inkml:trace contextRef="#ctx0" brushRef="#br0">9292 6579 428,'-125'-99'435,"12"135"-436,46 54 0,17 40 1,21-22-3,-2 18-12,2-1-41,2-16-54,-1-24-37,-21-20-378</inkml:trace>
</inkml:ink>
</file>

<file path=ppt/ink/ink12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40"/>
    </inkml:context>
    <inkml:brush xml:id="br0">
      <inkml:brushProperty name="width" value="0.05953" units="cm"/>
      <inkml:brushProperty name="height" value="0.05953" units="cm"/>
      <inkml:brushProperty name="fitToCurve" value="1"/>
    </inkml:brush>
  </inkml:definitions>
  <inkml:trace contextRef="#ctx0" brushRef="#br0">8881 6978 136,'57'-60'9,"26"-17"32,-12 24 16,10 4 41,27 30 13,-127 146 45,-29-50-76,-8 3-3,-6 12-19,-4-2-41,-24 2-42,-3-33-173,30-43-12</inkml:trace>
</inkml:ink>
</file>

<file path=ppt/ink/ink12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41"/>
    </inkml:context>
    <inkml:brush xml:id="br0">
      <inkml:brushProperty name="width" value="0.05953" units="cm"/>
      <inkml:brushProperty name="height" value="0.05953" units="cm"/>
      <inkml:brushProperty name="fitToCurve" value="1"/>
    </inkml:brush>
  </inkml:definitions>
  <inkml:trace contextRef="#ctx0" brushRef="#br0">8832 7000 148,'64'-14'95,"47"57"96,-46 13-57,-1 10-5,12 18-7,22 13-79,22-48-76,-11-99-203,-47 45 35</inkml:trace>
</inkml:ink>
</file>

<file path=ppt/ink/ink12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42"/>
    </inkml:context>
    <inkml:brush xml:id="br0">
      <inkml:brushProperty name="width" value="0.05953" units="cm"/>
      <inkml:brushProperty name="height" value="0.05953" units="cm"/>
      <inkml:brushProperty name="fitToCurve" value="1"/>
    </inkml:brush>
  </inkml:definitions>
  <inkml:trace contextRef="#ctx0" brushRef="#br0">3061 7758 199,'-92'85'267,"8"23"-98,25-32-120,2 2-78,-7-32-303</inkml:trace>
</inkml:ink>
</file>

<file path=ppt/ink/ink12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43"/>
    </inkml:context>
    <inkml:brush xml:id="br0">
      <inkml:brushProperty name="width" value="0.05953" units="cm"/>
      <inkml:brushProperty name="height" value="0.05953" units="cm"/>
      <inkml:brushProperty name="fitToCurve" value="1"/>
    </inkml:brush>
  </inkml:definitions>
  <inkml:trace contextRef="#ctx0" brushRef="#br0">3217 7824 332,'-103'80'88,"13"11"9,33-26-62,-57 70-33,54-67-45,-20 24-252</inkml:trace>
</inkml:ink>
</file>

<file path=ppt/ink/ink12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44"/>
    </inkml:context>
    <inkml:brush xml:id="br0">
      <inkml:brushProperty name="width" value="0.05953" units="cm"/>
      <inkml:brushProperty name="height" value="0.05953" units="cm"/>
      <inkml:brushProperty name="fitToCurve" value="1"/>
    </inkml:brush>
  </inkml:definitions>
  <inkml:trace contextRef="#ctx0" brushRef="#br0">2920 8055 136,'0'91'80,"-8"-5"36,-5 37 61,6-44-104,1 21-13,-3-4-65,1-11-69,1-13-29,-2-5 15</inkml:trace>
</inkml:ink>
</file>

<file path=ppt/ink/ink12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45"/>
    </inkml:context>
    <inkml:brush xml:id="br0">
      <inkml:brushProperty name="width" value="0.05953" units="cm"/>
      <inkml:brushProperty name="height" value="0.05953" units="cm"/>
      <inkml:brushProperty name="fitToCurve" value="1"/>
    </inkml:brush>
  </inkml:definitions>
  <inkml:trace contextRef="#ctx0" brushRef="#br0">3173 7697 155,'2'67'8,"9"18"21,-7-16-8,-7 10-1,-10-11-68</inkml:trace>
</inkml:ink>
</file>

<file path=ppt/ink/ink12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46"/>
    </inkml:context>
    <inkml:brush xml:id="br0">
      <inkml:brushProperty name="width" value="0.05953" units="cm"/>
      <inkml:brushProperty name="height" value="0.05953" units="cm"/>
      <inkml:brushProperty name="fitToCurve" value="1"/>
    </inkml:brush>
  </inkml:definitions>
  <inkml:trace contextRef="#ctx0" brushRef="#br0">3129 7672 236,'69'-41'5,"9"11"15,35 1 83,9 13 120,-41 21-85,2 58-61,-89 37-52,-44 16-14,-14-8-17,-4 2-47,4-27-71,-2-40-208</inkml:trace>
</inkml:ink>
</file>

<file path=ppt/ink/ink12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47"/>
    </inkml:context>
    <inkml:brush xml:id="br0">
      <inkml:brushProperty name="width" value="0.05953" units="cm"/>
      <inkml:brushProperty name="height" value="0.05953" units="cm"/>
      <inkml:brushProperty name="fitToCurve" value="1"/>
    </inkml:brush>
  </inkml:definitions>
  <inkml:trace contextRef="#ctx0" brushRef="#br0">3199 7872 387,'113'-70'191,"-30"29"-80,1 5-40,11 1-48,-149 133-27,-60-23 47,4 4-13,5 1-16,29 5-7,183-36-10,22-59-4,-7-21-56,-198 105-187,1-38 334,-8 9 35,-2 9-10,214-46-113,-14-24-56,-8-2-295,-38 29-84</inkml:trace>
</inkml:ink>
</file>

<file path=ppt/ink/ink12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48"/>
    </inkml:context>
    <inkml:brush xml:id="br0">
      <inkml:brushProperty name="width" value="0.05953" units="cm"/>
      <inkml:brushProperty name="height" value="0.05953" units="cm"/>
      <inkml:brushProperty name="fitToCurve" value="1"/>
    </inkml:brush>
  </inkml:definitions>
  <inkml:trace contextRef="#ctx0" brushRef="#br0">3528 8159 138,'-82'24'11,"5"12"26,-18 14 43,32-19-10,-55 33 89,54-29-30,144-6 28,38-40-159,6-6-26,3 9-38,-27 7-63,-25 13 14,-41 88 35,-107-18 209,4-36-21,-31 3 30,0-18-49,-11-19-45,-2-39-30,181-72-14,58 19-5,-12 22-17,36-11-77,-29 16-43,-41 16-150,-17 13-30</inkml:trace>
</inkml:ink>
</file>

<file path=ppt/ink/ink12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49"/>
    </inkml:context>
    <inkml:brush xml:id="br0">
      <inkml:brushProperty name="width" value="0.05953" units="cm"/>
      <inkml:brushProperty name="height" value="0.05953" units="cm"/>
      <inkml:brushProperty name="fitToCurve" value="1"/>
    </inkml:brush>
  </inkml:definitions>
  <inkml:trace contextRef="#ctx0" brushRef="#br0">3936 7936 369,'147'-67'487,"-29"25"-481,5 14-2,-6 23-29,-57 21-79,2 1-625</inkml:trace>
</inkml:ink>
</file>

<file path=ppt/ink/ink12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50"/>
    </inkml:context>
    <inkml:brush xml:id="br0">
      <inkml:brushProperty name="width" value="0.05953" units="cm"/>
      <inkml:brushProperty name="height" value="0.05953" units="cm"/>
      <inkml:brushProperty name="fitToCurve" value="1"/>
    </inkml:brush>
  </inkml:definitions>
  <inkml:trace contextRef="#ctx0" brushRef="#br0">4235 7840 190,'-46'94'252,"-43"7"-170,-35 6 18,156-14 100,112-119-196,-7-2-4,-1-2-28,-208 110-223,-14-27 190</inkml:trace>
</inkml:ink>
</file>

<file path=ppt/ink/ink12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51"/>
    </inkml:context>
    <inkml:brush xml:id="br0">
      <inkml:brushProperty name="width" value="0.05953" units="cm"/>
      <inkml:brushProperty name="height" value="0.05953" units="cm"/>
      <inkml:brushProperty name="fitToCurve" value="1"/>
    </inkml:brush>
  </inkml:definitions>
  <inkml:trace contextRef="#ctx0" brushRef="#br0">3943 8363 148,'76'-57'130,"3"49"-121,3 10-2,-9-9 8,-63-53-152</inkml:trace>
</inkml:ink>
</file>

<file path=ppt/ink/ink12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52"/>
    </inkml:context>
    <inkml:brush xml:id="br0">
      <inkml:brushProperty name="width" value="0.05953" units="cm"/>
      <inkml:brushProperty name="height" value="0.05953" units="cm"/>
      <inkml:brushProperty name="fitToCurve" value="1"/>
    </inkml:brush>
  </inkml:definitions>
  <inkml:trace contextRef="#ctx0" brushRef="#br0">4185 8231 136,'-2'126'530,"-6"-43"-469,-12 22-87,-10-7-110,1-33-13,-35-6-62,-9-82 174,65-57 443,87 24-271,27-8-86,-20 19-66,-1-1-50,-7 0-35,-13-5-20,27-48-62,-60 31 130,-21 8 59,-26 143 111,-11 12-117,64-165-153,-2-8 124,2 4 20,1 1 8,23 109 124,-53 71 50,-8-23-58,-2-14-16,-6 34 13,-10 4-42,-26 15-34,-7-24-21,-26-1-8,-20-23-9,-7-27-42,41-40-58,-1-1-615</inkml:trace>
</inkml:ink>
</file>

<file path=ppt/ink/ink13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53"/>
    </inkml:context>
    <inkml:brush xml:id="br0">
      <inkml:brushProperty name="width" value="0.05953" units="cm"/>
      <inkml:brushProperty name="height" value="0.05953" units="cm"/>
      <inkml:brushProperty name="fitToCurve" value="1"/>
    </inkml:brush>
  </inkml:definitions>
  <inkml:trace contextRef="#ctx0" brushRef="#br0">5167 7820 190,'110'-16'542,"-7"10"-501,-4 24-44,-141 82-5,-28-20-13,27 2 2,30 23-1,37-4-38,15-11 3,-1-17 11,-2-5 22,-7 11 47,-34 5 80,-61-15 0,-30-12-40,-33-11-37,5-38-18,-2-53-4,51-41-8,47-27-17,43-1-94,28 3-90,-12 49 51</inkml:trace>
</inkml:ink>
</file>

<file path=ppt/ink/ink13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54"/>
    </inkml:context>
    <inkml:brush xml:id="br0">
      <inkml:brushProperty name="width" value="0.05953" units="cm"/>
      <inkml:brushProperty name="height" value="0.05953" units="cm"/>
      <inkml:brushProperty name="fitToCurve" value="1"/>
    </inkml:brush>
  </inkml:definitions>
  <inkml:trace contextRef="#ctx0" brushRef="#br0">5476 7660 430,'3'47'-10,"22"36"-36</inkml:trace>
</inkml:ink>
</file>

<file path=ppt/ink/ink13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55"/>
    </inkml:context>
    <inkml:brush xml:id="br0">
      <inkml:brushProperty name="width" value="0.05953" units="cm"/>
      <inkml:brushProperty name="height" value="0.05953" units="cm"/>
      <inkml:brushProperty name="fitToCurve" value="1"/>
    </inkml:brush>
  </inkml:definitions>
  <inkml:trace contextRef="#ctx0" brushRef="#br0">5571 7634 398,'71'-7'125,"1"3"1,18 7-13,-11 53-242,-154 21 78,9-30 48,-8-11 5,4-6 8,1 1 40,-3 22 55,41 49-67,42-2-38,7 3-116,-31-13-162</inkml:trace>
</inkml:ink>
</file>

<file path=ppt/ink/ink13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56"/>
    </inkml:context>
    <inkml:brush xml:id="br0">
      <inkml:brushProperty name="width" value="0.05953" units="cm"/>
      <inkml:brushProperty name="height" value="0.05953" units="cm"/>
      <inkml:brushProperty name="fitToCurve" value="1"/>
    </inkml:brush>
  </inkml:definitions>
  <inkml:trace contextRef="#ctx0" brushRef="#br0">5466 8017 191,'106'-35'153,"-39"11"-94,82-23 104,-65 27-124,4 12-38,-65 82 58,-87-8 9,-11-4-54,-5-5-11,-13-5-21,4-6 21,1-3 66,195-41-30,6-32-135,-24-8-72,-22-17-91</inkml:trace>
</inkml:ink>
</file>

<file path=ppt/ink/ink13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57"/>
    </inkml:context>
    <inkml:brush xml:id="br0">
      <inkml:brushProperty name="width" value="0.05953" units="cm"/>
      <inkml:brushProperty name="height" value="0.05953" units="cm"/>
      <inkml:brushProperty name="fitToCurve" value="1"/>
    </inkml:brush>
  </inkml:definitions>
  <inkml:trace contextRef="#ctx0" brushRef="#br0">5781 7947 136,'-71'-29'152,"56"133"-34,14-42-110,-6 11-24,-2-2-7,-21 40-10,-4-19-12,-15-6-4,-7-20 7,-22-3 59,166-132 523,24 9-487,6 6-32,-15 15-13,8 10-20,-100 136-17,-66-3 2,-14-39-367</inkml:trace>
</inkml:ink>
</file>

<file path=ppt/ink/ink13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58"/>
    </inkml:context>
    <inkml:brush xml:id="br0">
      <inkml:brushProperty name="width" value="0.05953" units="cm"/>
      <inkml:brushProperty name="height" value="0.05953" units="cm"/>
      <inkml:brushProperty name="fitToCurve" value="1"/>
    </inkml:brush>
  </inkml:definitions>
  <inkml:trace contextRef="#ctx0" brushRef="#br0">6221 7758 208,'50'123'423,"-27"-38"-647,-25-25-179</inkml:trace>
</inkml:ink>
</file>

<file path=ppt/ink/ink13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59"/>
    </inkml:context>
    <inkml:brush xml:id="br0">
      <inkml:brushProperty name="width" value="0.05953" units="cm"/>
      <inkml:brushProperty name="height" value="0.05953" units="cm"/>
      <inkml:brushProperty name="fitToCurve" value="1"/>
    </inkml:brush>
  </inkml:definitions>
  <inkml:trace contextRef="#ctx0" brushRef="#br0">6192 8004 263,'72'35'75,"21"13"-22,-61 37-60,-129-2 11,-6-30 53,27-24 7,12-9 30,-5 14 88,132 65-108,43-29-68,-4-20-5,47 10 0,-2-11-5,-11-12-33,-24-7-90,-13-2-130</inkml:trace>
</inkml:ink>
</file>

<file path=ppt/ink/ink13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60"/>
    </inkml:context>
    <inkml:brush xml:id="br0">
      <inkml:brushProperty name="width" value="0.05953" units="cm"/>
      <inkml:brushProperty name="height" value="0.05953" units="cm"/>
      <inkml:brushProperty name="fitToCurve" value="1"/>
    </inkml:brush>
  </inkml:definitions>
  <inkml:trace contextRef="#ctx0" brushRef="#br0">6427 7851 495,'71'-32'296,"43"21"-258,-7 4-17,15-2-81,-52 26-109</inkml:trace>
</inkml:ink>
</file>

<file path=ppt/ink/ink13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61"/>
    </inkml:context>
    <inkml:brush xml:id="br0">
      <inkml:brushProperty name="width" value="0.05953" units="cm"/>
      <inkml:brushProperty name="height" value="0.05953" units="cm"/>
      <inkml:brushProperty name="fitToCurve" value="1"/>
    </inkml:brush>
  </inkml:definitions>
  <inkml:trace contextRef="#ctx0" brushRef="#br0">6784 7610 136,'-63'62'37,"54"20"-22,-2-20 40,-14 20 50,-33 27 107,13-44-72,-27 10-33,6 6-59,172-37-90,1-44-6,-10-1-42,-170 68-228,-34-10 387,41-18-36,-66 36 11,68-38-19,0-2 37,140 6 172,50-49-220,6-1-4,-13-1-12,1-2-39,-21-24-352,-37 35-15</inkml:trace>
</inkml:ink>
</file>

<file path=ppt/ink/ink13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62"/>
    </inkml:context>
    <inkml:brush xml:id="br0">
      <inkml:brushProperty name="width" value="0.05953" units="cm"/>
      <inkml:brushProperty name="height" value="0.05953" units="cm"/>
      <inkml:brushProperty name="fitToCurve" value="1"/>
    </inkml:brush>
  </inkml:definitions>
  <inkml:trace contextRef="#ctx0" brushRef="#br0">6763 8105 136,'-39'-76'30,"-29"112"69,52 41-17,4 1 21,1 11 10,-1 23-11,3-21-16,0 6-40,3 5-24,1 4-21,2 11-75,-18-54-85</inkml:trace>
</inkml:ink>
</file>

<file path=ppt/ink/ink13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63"/>
    </inkml:context>
    <inkml:brush xml:id="br0">
      <inkml:brushProperty name="width" value="0.05953" units="cm"/>
      <inkml:brushProperty name="height" value="0.05953" units="cm"/>
      <inkml:brushProperty name="fitToCurve" value="1"/>
    </inkml:brush>
  </inkml:definitions>
  <inkml:trace contextRef="#ctx0" brushRef="#br0">7205 7692 504,'8'52'176,"-17"0"-407</inkml:trace>
</inkml:ink>
</file>

<file path=ppt/ink/ink13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64"/>
    </inkml:context>
    <inkml:brush xml:id="br0">
      <inkml:brushProperty name="width" value="0.05953" units="cm"/>
      <inkml:brushProperty name="height" value="0.05953" units="cm"/>
      <inkml:brushProperty name="fitToCurve" value="1"/>
    </inkml:brush>
  </inkml:definitions>
  <inkml:trace contextRef="#ctx0" brushRef="#br0">7035 7956 136,'107'41'384,"-40"-17"-277,10 5-61,-7 27-168,-179 32 38,34-57 86,-3-9 11,4 6 20,4 7 59,43 44 85,98 3-124,35 1-37,19-13-7,-25-25-8,12-1-1,15 3-13,-14-10-43,-15-6-127,-30 17-258</inkml:trace>
</inkml:ink>
</file>

<file path=ppt/ink/ink13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65"/>
    </inkml:context>
    <inkml:brush xml:id="br0">
      <inkml:brushProperty name="width" value="0.05953" units="cm"/>
      <inkml:brushProperty name="height" value="0.05953" units="cm"/>
      <inkml:brushProperty name="fitToCurve" value="1"/>
    </inkml:brush>
  </inkml:definitions>
  <inkml:trace contextRef="#ctx0" brushRef="#br0">7485 7532 532,'73'-14'93,"23"12"47,9 15-57,-25 59-84,-166 6-24,-21-15 0,7-14 7,20 18 12,19 18 5,21 16 1,15 16 0,7 20-2,5-13-8,10-16-3,6 10-75,0-18-139,-22-38-201</inkml:trace>
</inkml:ink>
</file>

<file path=ppt/ink/ink13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66"/>
    </inkml:context>
    <inkml:brush xml:id="br0">
      <inkml:brushProperty name="width" value="0.05953" units="cm"/>
      <inkml:brushProperty name="height" value="0.05953" units="cm"/>
      <inkml:brushProperty name="fitToCurve" value="1"/>
    </inkml:brush>
  </inkml:definitions>
  <inkml:trace contextRef="#ctx0" brushRef="#br0">7401 7927 343,'78'-47'15,"41"0"61,-50 24-20,-6 5 4,11 3-7,6 10 7,9 36-19,-50 56 3,-35 9-4,-15 10-3,-5-1-12,-1 12-10,2-11-10,-1 10-1,-2-7-2,-57-11-7,-41-97-32,28-58-218,39-2-163</inkml:trace>
</inkml:ink>
</file>

<file path=ppt/ink/ink13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67"/>
    </inkml:context>
    <inkml:brush xml:id="br0">
      <inkml:brushProperty name="width" value="0.05953" units="cm"/>
      <inkml:brushProperty name="height" value="0.05953" units="cm"/>
      <inkml:brushProperty name="fitToCurve" value="1"/>
    </inkml:brush>
  </inkml:definitions>
  <inkml:trace contextRef="#ctx0" brushRef="#br0">7395 8036 345,'109'-45'322,"4"23"-203,-6 12-87,10 23-89,-122 93-188,-58-54 233,-8-1 10,-17-6 9,8-8 18,6-8 5,-2-1 31,170 5 169,26-44-231,8-15-76,-38-16-220,-26 35-50</inkml:trace>
</inkml:ink>
</file>

<file path=ppt/ink/ink13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68"/>
    </inkml:context>
    <inkml:brush xml:id="br0">
      <inkml:brushProperty name="width" value="0.05953" units="cm"/>
      <inkml:brushProperty name="height" value="0.05953" units="cm"/>
      <inkml:brushProperty name="fitToCurve" value="1"/>
    </inkml:brush>
  </inkml:definitions>
  <inkml:trace contextRef="#ctx0" brushRef="#br0">7644 7877 144,'-24'76'106,"13"-13"-56,-8 60 72,-2 23-12,10-62-67,-4 10-35,5-22-29,-1-1-89,-19-11-338</inkml:trace>
</inkml:ink>
</file>

<file path=ppt/ink/ink13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69"/>
    </inkml:context>
    <inkml:brush xml:id="br0">
      <inkml:brushProperty name="width" value="0.05953" units="cm"/>
      <inkml:brushProperty name="height" value="0.05953" units="cm"/>
      <inkml:brushProperty name="fitToCurve" value="1"/>
    </inkml:brush>
  </inkml:definitions>
  <inkml:trace contextRef="#ctx0" brushRef="#br0">8282 7611 436,'29'121'179,"5"-54"-260,-25-4-190</inkml:trace>
</inkml:ink>
</file>

<file path=ppt/ink/ink13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70"/>
    </inkml:context>
    <inkml:brush xml:id="br0">
      <inkml:brushProperty name="width" value="0.05953" units="cm"/>
      <inkml:brushProperty name="height" value="0.05953" units="cm"/>
      <inkml:brushProperty name="fitToCurve" value="1"/>
    </inkml:brush>
  </inkml:definitions>
  <inkml:trace contextRef="#ctx0" brushRef="#br0">8285 7885 322,'88'43'90,"8"23"-47,-58 30-174,-123-35 104,-28-21 76,1-12 54,46-14-37,-5 10 14,76 68 91,64 1-120,6-24-40,30 18-6,8-17-14,-4-12-23,-13-17-79,-14-14-64</inkml:trace>
</inkml:ink>
</file>

<file path=ppt/ink/ink13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71"/>
    </inkml:context>
    <inkml:brush xml:id="br0">
      <inkml:brushProperty name="width" value="0.05953" units="cm"/>
      <inkml:brushProperty name="height" value="0.05953" units="cm"/>
      <inkml:brushProperty name="fitToCurve" value="1"/>
    </inkml:brush>
  </inkml:definitions>
  <inkml:trace contextRef="#ctx0" brushRef="#br0">8406 8035 136,'67'-64'107,"46"20"39,17 25-12,-52 23-83,15 11-8,-19 16-28,10 112 29,-101-36 13,-11-16 2,-11 3-8,-29 0-30,-50-97-54,44-74-173,43 9-111</inkml:trace>
</inkml:ink>
</file>

<file path=ppt/ink/ink13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72"/>
    </inkml:context>
    <inkml:brush xml:id="br0">
      <inkml:brushProperty name="width" value="0.05953" units="cm"/>
      <inkml:brushProperty name="height" value="0.05953" units="cm"/>
      <inkml:brushProperty name="fitToCurve" value="1"/>
    </inkml:brush>
  </inkml:definitions>
  <inkml:trace contextRef="#ctx0" brushRef="#br0">8752 7706 276,'-6'85'96,"-23"50"60,4-58-61,-6 0-21,-14 24-19,-15 19-15,-2-16-48,-5-15-55,6-45-182</inkml:trace>
</inkml:ink>
</file>

<file path=ppt/ink/ink13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73"/>
    </inkml:context>
    <inkml:brush xml:id="br0">
      <inkml:brushProperty name="width" value="0.05953" units="cm"/>
      <inkml:brushProperty name="height" value="0.05953" units="cm"/>
      <inkml:brushProperty name="fitToCurve" value="1"/>
    </inkml:brush>
  </inkml:definitions>
  <inkml:trace contextRef="#ctx0" brushRef="#br0">9253 7519 230,'1'91'45,"15"-12"-9,-7-13-25,-5 14-72</inkml:trace>
</inkml:ink>
</file>

<file path=ppt/ink/ink13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74"/>
    </inkml:context>
    <inkml:brush xml:id="br0">
      <inkml:brushProperty name="width" value="0.05953" units="cm"/>
      <inkml:brushProperty name="height" value="0.05953" units="cm"/>
      <inkml:brushProperty name="fitToCurve" value="1"/>
    </inkml:brush>
  </inkml:definitions>
  <inkml:trace contextRef="#ctx0" brushRef="#br0">9177 7588 171,'67'-43'133,"35"14"15,-15 11-50,-10 6-13,37-7 7,-2 6-43,5 15-32,-28 50-15,-116 62-1,-24-22 1,-28 20 1,1-8 0,13-12-53,-11-13-293</inkml:trace>
</inkml:ink>
</file>

<file path=ppt/ink/ink13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75"/>
    </inkml:context>
    <inkml:brush xml:id="br0">
      <inkml:brushProperty name="width" value="0.05953" units="cm"/>
      <inkml:brushProperty name="height" value="0.05953" units="cm"/>
      <inkml:brushProperty name="fitToCurve" value="1"/>
    </inkml:brush>
  </inkml:definitions>
  <inkml:trace contextRef="#ctx0" brushRef="#br0">9203 7785 387,'127'-20'73,"-46"1"1,8-2-19,-12-2-45,-1-2-94,-13 1-212</inkml:trace>
</inkml:ink>
</file>

<file path=ppt/ink/ink13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76"/>
    </inkml:context>
    <inkml:brush xml:id="br0">
      <inkml:brushProperty name="width" value="0.05953" units="cm"/>
      <inkml:brushProperty name="height" value="0.05953" units="cm"/>
      <inkml:brushProperty name="fitToCurve" value="1"/>
    </inkml:brush>
  </inkml:definitions>
  <inkml:trace contextRef="#ctx0" brushRef="#br0">9590 7487 136,'-20'66'8,"-3"19"19,4-13-5,2-5 2,-3 14 9,-17-4 2,-36-14-14,-19-22 88,218-26 253,-3-50-463,-39 5-31,-21 4-16,15-12-178</inkml:trace>
</inkml:ink>
</file>

<file path=ppt/ink/ink13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77"/>
    </inkml:context>
    <inkml:brush xml:id="br0">
      <inkml:brushProperty name="width" value="0.05953" units="cm"/>
      <inkml:brushProperty name="height" value="0.05953" units="cm"/>
      <inkml:brushProperty name="fitToCurve" value="1"/>
    </inkml:brush>
  </inkml:definitions>
  <inkml:trace contextRef="#ctx0" brushRef="#br0">9680 7852 142,'-68'33'42,"-34"43"60,0 3 23,-13 18-20,45-38-79,8-9-36,-51 20-188</inkml:trace>
</inkml:ink>
</file>

<file path=ppt/ink/ink13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78"/>
    </inkml:context>
    <inkml:brush xml:id="br0">
      <inkml:brushProperty name="width" value="0.05953" units="cm"/>
      <inkml:brushProperty name="height" value="0.05953" units="cm"/>
      <inkml:brushProperty name="fitToCurve" value="1"/>
    </inkml:brush>
  </inkml:definitions>
  <inkml:trace contextRef="#ctx0" brushRef="#br0">9421 7970 136,'72'0'0,"6"0"10,15 0 86,-19 9 140,-12 15-33,21 8-246,-18 21-418</inkml:trace>
</inkml:ink>
</file>

<file path=ppt/ink/ink13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79"/>
    </inkml:context>
    <inkml:brush xml:id="br0">
      <inkml:brushProperty name="width" value="0.05953" units="cm"/>
      <inkml:brushProperty name="height" value="0.05953" units="cm"/>
      <inkml:brushProperty name="fitToCurve" value="1"/>
    </inkml:brush>
  </inkml:definitions>
  <inkml:trace contextRef="#ctx0" brushRef="#br0">9421 8018 184,'-46'102'138,"7"-12"-53,-1 16-25,22-44-52,96-62-26,-13-54 16,74-73 27,-75 68 9,9-6 16,-6 10 13,4 10 15,12 89 11,-91 76-59,-15 4-11,-1-17-6,-10 51 1,13-50-10,2 1-1,1 21-3,11-18-5,14 10-15,-24-60-86,-1-2-632</inkml:trace>
</inkml:ink>
</file>

<file path=ppt/ink/ink13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80"/>
    </inkml:context>
    <inkml:brush xml:id="br0">
      <inkml:brushProperty name="width" value="0.05953" units="cm"/>
      <inkml:brushProperty name="height" value="0.05953" units="cm"/>
      <inkml:brushProperty name="fitToCurve" value="1"/>
    </inkml:brush>
  </inkml:definitions>
  <inkml:trace contextRef="#ctx0" brushRef="#br0">24346 9118 533</inkml:trace>
</inkml:ink>
</file>

<file path=ppt/ink/ink13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81"/>
    </inkml:context>
    <inkml:brush xml:id="br0">
      <inkml:brushProperty name="width" value="0.05953" units="cm"/>
      <inkml:brushProperty name="height" value="0.05953" units="cm"/>
      <inkml:brushProperty name="fitToCurve" value="1"/>
    </inkml:brush>
  </inkml:definitions>
  <inkml:trace contextRef="#ctx0" brushRef="#br0">16936 7303 136,'-32'-97'293,"103"-55"-44,-9 75-193,50-39 1,-21 39-32,19-2-8,51-28-4,-18 20-5,25-14-2,33-8-3,-32 29-1,15 1 0,19 3-1,-38 27 0,1 11 0,12 7 0,-50 18-1,-2 8 0,6 9 1,30 12-1,-13 13 1,-8 6 0,-9 5 1,-12 6 1,6 14-1,-24 21-1,-35 44 0,-33 22 1,-29-11-1,-14-3 0,-18-9 0,-15 25-1,0-12 0,-5-9 0,-10-57-190</inkml:trace>
</inkml:ink>
</file>

<file path=ppt/ink/ink13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82"/>
    </inkml:context>
    <inkml:brush xml:id="br0">
      <inkml:brushProperty name="width" value="0.05953" units="cm"/>
      <inkml:brushProperty name="height" value="0.05953" units="cm"/>
      <inkml:brushProperty name="fitToCurve" value="1"/>
    </inkml:brush>
  </inkml:definitions>
  <inkml:trace contextRef="#ctx0" brushRef="#br0">19336 6761 136,'57'92'461,"-34"7"-387,9-6 2,23 4 13,66-126-53,-27-79-37,4-10-1,0-9-9,-25 27-10,-15-3-184,14 38-252</inkml:trace>
</inkml:ink>
</file>

<file path=ppt/ink/ink13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83"/>
    </inkml:context>
    <inkml:brush xml:id="br0">
      <inkml:brushProperty name="width" value="0.05953" units="cm"/>
      <inkml:brushProperty name="height" value="0.05953" units="cm"/>
      <inkml:brushProperty name="fitToCurve" value="1"/>
    </inkml:brush>
  </inkml:definitions>
  <inkml:trace contextRef="#ctx0" brushRef="#br0">10936 5171 201,'73'0'40,"57"0"26,-40 0-13,1 0-29,-6 3-3,75 3 40,-32-1-7,-45-4-7,52 4-1,4-4-4,45 1-2,23-1-3,-74-1-4,59 0-3,-5-1-2,-67-1-14,69 2-7,31 0 0,-78 0-3,58 0-2,-7 0-1,116 0 1,-110 0-1,29-3 1,-24 2 0,-75-1-1,48-1 1,7-2 0,87-2 1,-138 3-2,78-2 2,-5-2-3,-15-1-1,-59 1-2,48-3-20,-43 1-167,-59 31-34</inkml:trace>
</inkml:ink>
</file>

<file path=ppt/ink/ink13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84"/>
    </inkml:context>
    <inkml:brush xml:id="br0">
      <inkml:brushProperty name="width" value="0.05953" units="cm"/>
      <inkml:brushProperty name="height" value="0.05953" units="cm"/>
      <inkml:brushProperty name="fitToCurve" value="1"/>
    </inkml:brush>
  </inkml:definitions>
  <inkml:trace contextRef="#ctx0" brushRef="#br0">5976 4400 844,'181'2'-27,"63"-8"23,-73-5 3,42-4 0,-5-4-1,-73 7 0,61-5 1,28-3 5,36 1 2,-29 6 0,-81 3 0,48-2-1,11-1 0,-75 5-1,48 0 0,-14 1-5,100-3-4,-96 7-7,89-2-19,-129 1 8,87 0-18,-66-1 21,78-9-12,-121 3-47,-15 4-55,-16-2-36</inkml:trace>
</inkml:ink>
</file>

<file path=ppt/ink/ink13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85"/>
    </inkml:context>
    <inkml:brush xml:id="br0">
      <inkml:brushProperty name="width" value="0.05953" units="cm"/>
      <inkml:brushProperty name="height" value="0.05953" units="cm"/>
      <inkml:brushProperty name="fitToCurve" value="1"/>
    </inkml:brush>
  </inkml:definitions>
  <inkml:trace contextRef="#ctx0" brushRef="#br0">11166 3308 401,'81'-3'363,"83"-17"-298,0-4-31,7-3-21,-40 9-10,27 1 0,97-7 1,-112 12-3,99-9 1,-78 16-1,92-2 0,-57 7-1,33 10 1,-64 4-1,20 16-1,-39-2 0,-8-2 0,-59 17-189</inkml:trace>
</inkml:ink>
</file>

<file path=ppt/ink/ink13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86"/>
    </inkml:context>
    <inkml:brush xml:id="br0">
      <inkml:brushProperty name="width" value="0.05953" units="cm"/>
      <inkml:brushProperty name="height" value="0.05953" units="cm"/>
      <inkml:brushProperty name="fitToCurve" value="1"/>
    </inkml:brush>
  </inkml:definitions>
  <inkml:trace contextRef="#ctx0" brushRef="#br0">17781 3067 141,'-31'165'489,"47"-65"-386,21 6-24,55-10-49,47-70-17,2-56-11,2-19-1,-28 0 0,20-10 0,7 13 1,-6 29 2,-13 47 1,-11 40-1,33-38-1,42-76-3,-62-12-3,2-13-2,42-80-95,-77 66-119,-27 14-125</inkml:trace>
</inkml:ink>
</file>

<file path=ppt/ink/ink13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87"/>
    </inkml:context>
    <inkml:brush xml:id="br0">
      <inkml:brushProperty name="width" value="0.05953" units="cm"/>
      <inkml:brushProperty name="height" value="0.05953" units="cm"/>
      <inkml:brushProperty name="fitToCurve" value="1"/>
    </inkml:brush>
  </inkml:definitions>
  <inkml:trace contextRef="#ctx0" brushRef="#br0">8989 5468 743,'40'133'-11,"28"-43"48,73 3 12,47-38-14,-24-55-22,31-33-7,-30-15-4,-43 0-1,71-45 1,-27-5-1,23-54 0,-45 20-1,-34 17-1,12-38-1,-36 26 0,-25 19 0,-26-27 2,-38-24 0,-77 10 2,-66 23 2,31 64-2,-35 12 0,-46 26 0,30 26 0,-17 27-1,-19 37 0,46 9-1,15 19 0,12 17 1,14 42-1,58-2 0,52-4 0,53 1-1,56-12-1,-8-50 0,71 34-6,-43-42-174,-63-5-170</inkml:trace>
</inkml:ink>
</file>

<file path=ppt/ink/ink13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88"/>
    </inkml:context>
    <inkml:brush xml:id="br0">
      <inkml:brushProperty name="width" value="0.05953" units="cm"/>
      <inkml:brushProperty name="height" value="0.05953" units="cm"/>
      <inkml:brushProperty name="fitToCurve" value="1"/>
    </inkml:brush>
  </inkml:definitions>
  <inkml:trace contextRef="#ctx0" brushRef="#br0">10154 5638 779,'137'-38'-68,"3"-14"105,33-16 8,-50 19-6,46-21-17,-37 17-22,-9 32-19,-151 150 34,-59-9-2,6-20-7,-34 28-2,16-23-2,-2 3 1,-13 13-1,-4-8 0,13-38 0,36-226-4,95 25-1,10-5-3,43-59-2,-7 30-4,-8 23-10,27-15 0,-18 47 1,13 1-37,5 49-119,-14 140 56,-55-14 153,-2 50 11,-4-8-1,-6-6 28,6 31 0,-4-30-12,8 35 14,-2-26-30,-6 15-19,-155-187-16,28-53-6,9 11-1,-30-15 0,12 23-1,0 10-2,-28 130-80,68-50-89</inkml:trace>
</inkml:ink>
</file>

<file path=ppt/ink/ink13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89"/>
    </inkml:context>
    <inkml:brush xml:id="br0">
      <inkml:brushProperty name="width" value="0.05953" units="cm"/>
      <inkml:brushProperty name="height" value="0.05953" units="cm"/>
      <inkml:brushProperty name="fitToCurve" value="1"/>
    </inkml:brush>
  </inkml:definitions>
  <inkml:trace contextRef="#ctx0" brushRef="#br0">2176 5630 187,'-62'103'269,"-3"-2"-146,13-17-26,-32 45-12,16-25-29,-15 18-27,-14 25-19,10-20-46,7-39-248,8-46-103</inkml:trace>
</inkml:ink>
</file>

<file path=ppt/ink/ink13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90"/>
    </inkml:context>
    <inkml:brush xml:id="br0">
      <inkml:brushProperty name="width" value="0.05953" units="cm"/>
      <inkml:brushProperty name="height" value="0.05953" units="cm"/>
      <inkml:brushProperty name="fitToCurve" value="1"/>
    </inkml:brush>
  </inkml:definitions>
  <inkml:trace contextRef="#ctx0" brushRef="#br0">1960 6016 242,'141'-20'274,"-58"28"-63,-44 94-119,-101-1-94,-38 10-6,4-32 4,2-10 3,-1 26 9,33 28-1,33-6-4,10 52-3,3 7-8,3-52-3,7 3-34,2 26-70,1-56-151</inkml:trace>
</inkml:ink>
</file>

<file path=ppt/ink/ink13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91"/>
    </inkml:context>
    <inkml:brush xml:id="br0">
      <inkml:brushProperty name="width" value="0.05953" units="cm"/>
      <inkml:brushProperty name="height" value="0.05953" units="cm"/>
      <inkml:brushProperty name="fitToCurve" value="1"/>
    </inkml:brush>
  </inkml:definitions>
  <inkml:trace contextRef="#ctx0" brushRef="#br0">1880 6284 464,'69'-90'-14,"83"-34"107,-67 85-31,8 48 0,-23 60-49,-29 39 5,-9 4 3,-13 0 3,-1 33 4,-8-24 0,-2 47 6,-2 2-12,-2-41-9,0 21-5,-16-14-3,-70-26-4,-44-121-3,-15-69-9,49-3-22,11-4-93,5 12-215</inkml:trace>
</inkml:ink>
</file>

<file path=ppt/ink/ink13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92"/>
    </inkml:context>
    <inkml:brush xml:id="br0">
      <inkml:brushProperty name="width" value="0.05953" units="cm"/>
      <inkml:brushProperty name="height" value="0.05953" units="cm"/>
      <inkml:brushProperty name="fitToCurve" value="1"/>
    </inkml:brush>
  </inkml:definitions>
  <inkml:trace contextRef="#ctx0" brushRef="#br0">1780 6599 798,'118'-50'26,"5"3"8,22 5-22,-21 15-18,-142 157-63,-75-47 77,-15-7 13,4-3-1,-6-4-1,14 13-5,238-141-29,-59-33-25,-4-33-117,-23 30-380</inkml:trace>
</inkml:ink>
</file>

<file path=ppt/ink/ink13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93"/>
    </inkml:context>
    <inkml:brush xml:id="br0">
      <inkml:brushProperty name="width" value="0.05953" units="cm"/>
      <inkml:brushProperty name="height" value="0.05953" units="cm"/>
      <inkml:brushProperty name="fitToCurve" value="1"/>
    </inkml:brush>
  </inkml:definitions>
  <inkml:trace contextRef="#ctx0" brushRef="#br0">2121 6310 136,'-79'124'247,"59"-45"-133,2 27 11,6 39-22,4-23-32,0 11-36,6 16-17,6 35-11,-6-24-14,-4-22-26,-25-60-141</inkml:trace>
</inkml:ink>
</file>

<file path=ppt/ink/ink13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94"/>
    </inkml:context>
    <inkml:brush xml:id="br0">
      <inkml:brushProperty name="width" value="0.05953" units="cm"/>
      <inkml:brushProperty name="height" value="0.05953" units="cm"/>
      <inkml:brushProperty name="fitToCurve" value="1"/>
    </inkml:brush>
  </inkml:definitions>
  <inkml:trace contextRef="#ctx0" brushRef="#br0">2912 6112 573,'-28'79'135,"-19"32"-50,-10 32-32,7-33-45,-9 14-30,11-16-245,-18-36-293</inkml:trace>
</inkml:ink>
</file>

<file path=ppt/ink/ink13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95"/>
    </inkml:context>
    <inkml:brush xml:id="br0">
      <inkml:brushProperty name="width" value="0.05953" units="cm"/>
      <inkml:brushProperty name="height" value="0.05953" units="cm"/>
      <inkml:brushProperty name="fitToCurve" value="1"/>
    </inkml:brush>
  </inkml:definitions>
  <inkml:trace contextRef="#ctx0" brushRef="#br0">3027 6062 656,'71'77'150,"9"26"-300,-56-12-56,-38-21 16</inkml:trace>
</inkml:ink>
</file>

<file path=ppt/ink/ink13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96"/>
    </inkml:context>
    <inkml:brush xml:id="br0">
      <inkml:brushProperty name="width" value="0.05953" units="cm"/>
      <inkml:brushProperty name="height" value="0.05953" units="cm"/>
      <inkml:brushProperty name="fitToCurve" value="1"/>
    </inkml:brush>
  </inkml:definitions>
  <inkml:trace contextRef="#ctx0" brushRef="#br0">2757 6583 716,'114'-21'68,"5"1"-14,26 3-37,-17 15-17,-17 64-24,-86 61 15,-41-6 28,-23 23 7,-22-11-16,-53-75-21,29-160-59,18-9-66,6 29 52,-53 110 196,77 96-139,5-32-110,-21-17-382</inkml:trace>
</inkml:ink>
</file>

<file path=ppt/ink/ink13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97"/>
    </inkml:context>
    <inkml:brush xml:id="br0">
      <inkml:brushProperty name="width" value="0.05953" units="cm"/>
      <inkml:brushProperty name="height" value="0.05953" units="cm"/>
      <inkml:brushProperty name="fitToCurve" value="1"/>
    </inkml:brush>
  </inkml:definitions>
  <inkml:trace contextRef="#ctx0" brushRef="#br0">3910 6027 152,'-135'64'690,"43"29"-678,15 10-10,24 18 2,147-21-9,57-106-17,-28-12-100,-146 135-15,-48-19 218,14-23-18,-24 25 19,-6 21-29,33-10-35,99 8-42,82-131-317,-49 30-25</inkml:trace>
</inkml:ink>
</file>

<file path=ppt/ink/ink13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98"/>
    </inkml:context>
    <inkml:brush xml:id="br0">
      <inkml:brushProperty name="width" value="0.05953" units="cm"/>
      <inkml:brushProperty name="height" value="0.05953" units="cm"/>
      <inkml:brushProperty name="fitToCurve" value="1"/>
    </inkml:brush>
  </inkml:definitions>
  <inkml:trace contextRef="#ctx0" brushRef="#br0">3901 6360 185,'79'-26'231,"91"24"189,-74 80-399,-188 44-19,-3-35 0,-15-4 2,174 35-113,64-165-151,-54 6 120</inkml:trace>
</inkml:ink>
</file>

<file path=ppt/ink/ink13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399"/>
    </inkml:context>
    <inkml:brush xml:id="br0">
      <inkml:brushProperty name="width" value="0.05953" units="cm"/>
      <inkml:brushProperty name="height" value="0.05953" units="cm"/>
      <inkml:brushProperty name="fitToCurve" value="1"/>
    </inkml:brush>
  </inkml:definitions>
  <inkml:trace contextRef="#ctx0" brushRef="#br0">4073 6099 222,'-14'97'102,"9"-20"-28,2 5 13,6 0 3,4 30-14,1-16-22,17 33 0,10-4-15,21 15 1,25-32-13,40-63-21,-19-141-14,-53-18-8,-21-23-25,-125 64 44,-17 160 12,26-5-10,-28 24-3,14-21-4,-6-29-20,25-42-150</inkml:trace>
</inkml:ink>
</file>

<file path=ppt/ink/ink13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00"/>
    </inkml:context>
    <inkml:brush xml:id="br0">
      <inkml:brushProperty name="width" value="0.05953" units="cm"/>
      <inkml:brushProperty name="height" value="0.05953" units="cm"/>
      <inkml:brushProperty name="fitToCurve" value="1"/>
    </inkml:brush>
  </inkml:definitions>
  <inkml:trace contextRef="#ctx0" brushRef="#br0">4130 6220 302,'83'76'461,"-45"-18"-720</inkml:trace>
</inkml:ink>
</file>

<file path=ppt/ink/ink13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01"/>
    </inkml:context>
    <inkml:brush xml:id="br0">
      <inkml:brushProperty name="width" value="0.05953" units="cm"/>
      <inkml:brushProperty name="height" value="0.05953" units="cm"/>
      <inkml:brushProperty name="fitToCurve" value="1"/>
    </inkml:brush>
  </inkml:definitions>
  <inkml:trace contextRef="#ctx0" brushRef="#br0">4927 5744 597,'-7'113'207,"20"14"-251,-8-17-32,-36-31-156</inkml:trace>
</inkml:ink>
</file>

<file path=ppt/ink/ink13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02"/>
    </inkml:context>
    <inkml:brush xml:id="br0">
      <inkml:brushProperty name="width" value="0.05953" units="cm"/>
      <inkml:brushProperty name="height" value="0.05953" units="cm"/>
      <inkml:brushProperty name="fitToCurve" value="1"/>
    </inkml:brush>
  </inkml:definitions>
  <inkml:trace contextRef="#ctx0" brushRef="#br0">4602 6259 836,'128'-63'27,"24"17"-16,-4 6-9,-9 16-3,-1 9 0,-9 22-12,-45 27-171</inkml:trace>
</inkml:ink>
</file>

<file path=ppt/ink/ink13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03"/>
    </inkml:context>
    <inkml:brush xml:id="br0">
      <inkml:brushProperty name="width" value="0.05953" units="cm"/>
      <inkml:brushProperty name="height" value="0.05953" units="cm"/>
      <inkml:brushProperty name="fitToCurve" value="1"/>
    </inkml:brush>
  </inkml:definitions>
  <inkml:trace contextRef="#ctx0" brushRef="#br0">4992 6182 152,'-15'69'160,"-51"50"34,12-50-108,-27 25 15,-5 9-37,2-14-40,2-6-75,2-43-197</inkml:trace>
</inkml:ink>
</file>

<file path=ppt/ink/ink13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04"/>
    </inkml:context>
    <inkml:brush xml:id="br0">
      <inkml:brushProperty name="width" value="0.05953" units="cm"/>
      <inkml:brushProperty name="height" value="0.05953" units="cm"/>
      <inkml:brushProperty name="fitToCurve" value="1"/>
    </inkml:brush>
  </inkml:definitions>
  <inkml:trace contextRef="#ctx0" brushRef="#br0">5033 6278 371,'144'84'408,"-49"-5"-338,-8 8-628</inkml:trace>
</inkml:ink>
</file>

<file path=ppt/ink/ink13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05"/>
    </inkml:context>
    <inkml:brush xml:id="br0">
      <inkml:brushProperty name="width" value="0.05953" units="cm"/>
      <inkml:brushProperty name="height" value="0.05953" units="cm"/>
      <inkml:brushProperty name="fitToCurve" value="1"/>
    </inkml:brush>
  </inkml:definitions>
  <inkml:trace contextRef="#ctx0" brushRef="#br0">5208 6304 302,'0'123'208,"-10"-38"-113,-31 22-55,-18-8-28,-10-3-5,-18 8-10,5-17-28,-3-19-63,7-33-35,9-27-274</inkml:trace>
</inkml:ink>
</file>

<file path=ppt/ink/ink13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06"/>
    </inkml:context>
    <inkml:brush xml:id="br0">
      <inkml:brushProperty name="width" value="0.05953" units="cm"/>
      <inkml:brushProperty name="height" value="0.05953" units="cm"/>
      <inkml:brushProperty name="fitToCurve" value="1"/>
    </inkml:brush>
  </inkml:definitions>
  <inkml:trace contextRef="#ctx0" brushRef="#br0">4687 6506 322,'71'23'25,"30"61"-17,21 38 132,29 26 101,-34-71-153,0-38-64,29-40-100,-15-37-109,-44-14 10,-16 12-237</inkml:trace>
</inkml:ink>
</file>

<file path=ppt/ink/ink13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07"/>
    </inkml:context>
    <inkml:brush xml:id="br0">
      <inkml:brushProperty name="width" value="0.05953" units="cm"/>
      <inkml:brushProperty name="height" value="0.05953" units="cm"/>
      <inkml:brushProperty name="fitToCurve" value="1"/>
    </inkml:brush>
  </inkml:definitions>
  <inkml:trace contextRef="#ctx0" brushRef="#br0">5845 5704 290,'0'142'280,"0"-34"-187,0-5-27,0 3-26,7 10-75,11-8-282,-26-37-96</inkml:trace>
</inkml:ink>
</file>

<file path=ppt/ink/ink13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08"/>
    </inkml:context>
    <inkml:brush xml:id="br0">
      <inkml:brushProperty name="width" value="0.05953" units="cm"/>
      <inkml:brushProperty name="height" value="0.05953" units="cm"/>
      <inkml:brushProperty name="fitToCurve" value="1"/>
    </inkml:brush>
  </inkml:definitions>
  <inkml:trace contextRef="#ctx0" brushRef="#br0">5905 6121 269,'57'-99'221,"17"47"-80,25 31-92,-29 31-195</inkml:trace>
</inkml:ink>
</file>

<file path=ppt/ink/ink13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09"/>
    </inkml:context>
    <inkml:brush xml:id="br0">
      <inkml:brushProperty name="width" value="0.05953" units="cm"/>
      <inkml:brushProperty name="height" value="0.05953" units="cm"/>
      <inkml:brushProperty name="fitToCurve" value="1"/>
    </inkml:brush>
  </inkml:definitions>
  <inkml:trace contextRef="#ctx0" brushRef="#br0">5692 6127 379,'-10'73'-4,"1"3"4,1 40 66,4-42-23,-2 20 9,0-1-49,1-9-74,-8-10-194</inkml:trace>
</inkml:ink>
</file>

<file path=ppt/ink/ink13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10"/>
    </inkml:context>
    <inkml:brush xml:id="br0">
      <inkml:brushProperty name="width" value="0.05953" units="cm"/>
      <inkml:brushProperty name="height" value="0.05953" units="cm"/>
      <inkml:brushProperty name="fitToCurve" value="1"/>
    </inkml:brush>
  </inkml:definitions>
  <inkml:trace contextRef="#ctx0" brushRef="#br0">5672 6321 244,'109'-32'0,"-3"6"27,13 15 160,-43 14-40,14 18-4,-67 84-113,-125-29 15,-44-27-17,-3-12-12,267 27-19,12-80-117,-50 32-39</inkml:trace>
</inkml:ink>
</file>

<file path=ppt/ink/ink13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11"/>
    </inkml:context>
    <inkml:brush xml:id="br0">
      <inkml:brushProperty name="width" value="0.05953" units="cm"/>
      <inkml:brushProperty name="height" value="0.05953" units="cm"/>
      <inkml:brushProperty name="fitToCurve" value="1"/>
    </inkml:brush>
  </inkml:definitions>
  <inkml:trace contextRef="#ctx0" brushRef="#br0">5608 6712 187,'-44'91'439,"30"5"-350,92-29-226,-1-130-24,25-54 59,-33 46 98,26 20 126,29 168 223,-55-19-292,3 4-41,76-125 1,-49-84-19,0-8-20,5-3-74,-34 36-19,0 6-92</inkml:trace>
</inkml:ink>
</file>

<file path=ppt/ink/ink13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12"/>
    </inkml:context>
    <inkml:brush xml:id="br0">
      <inkml:brushProperty name="width" value="0.05953" units="cm"/>
      <inkml:brushProperty name="height" value="0.05953" units="cm"/>
      <inkml:brushProperty name="fitToCurve" value="1"/>
    </inkml:brush>
  </inkml:definitions>
  <inkml:trace contextRef="#ctx0" brushRef="#br0">6583 6531 805,'96'-22'-68,"-39"28"-90</inkml:trace>
</inkml:ink>
</file>

<file path=ppt/ink/ink13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13"/>
    </inkml:context>
    <inkml:brush xml:id="br0">
      <inkml:brushProperty name="width" value="0.05953" units="cm"/>
      <inkml:brushProperty name="height" value="0.05953" units="cm"/>
      <inkml:brushProperty name="fitToCurve" value="1"/>
    </inkml:brush>
  </inkml:definitions>
  <inkml:trace contextRef="#ctx0" brushRef="#br0">6655 6746 802,'-6'90'69,"100"-74"-147,-39 12-91</inkml:trace>
</inkml:ink>
</file>

<file path=ppt/ink/ink13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14"/>
    </inkml:context>
    <inkml:brush xml:id="br0">
      <inkml:brushProperty name="width" value="0.05953" units="cm"/>
      <inkml:brushProperty name="height" value="0.05953" units="cm"/>
      <inkml:brushProperty name="fitToCurve" value="1"/>
    </inkml:brush>
  </inkml:definitions>
  <inkml:trace contextRef="#ctx0" brushRef="#br0">7362 5979 213,'-19'112'233,"5"-4"-138,5-17 0,0 15-24,5 9-25,-6 45-13,1-8-36,3-7-75,3-15-70,-1-25-2,-9-34 48</inkml:trace>
</inkml:ink>
</file>

<file path=ppt/ink/ink13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15"/>
    </inkml:context>
    <inkml:brush xml:id="br0">
      <inkml:brushProperty name="width" value="0.05953" units="cm"/>
      <inkml:brushProperty name="height" value="0.05953" units="cm"/>
      <inkml:brushProperty name="fitToCurve" value="1"/>
    </inkml:brush>
  </inkml:definitions>
  <inkml:trace contextRef="#ctx0" brushRef="#br0">7121 6300 340,'114'-114'90,"19"35"36,-39 31-63,-7 6-17,7 2-17,8 10-3,20 3-2,-4 25-7,-25 67-11,-36 70-6,-36 1 6,-11 6 9,-9-11 7,-8-10 2,-7 17-2,-5-12-11,-23-2-8,-89-94-13,-14-95-5,40-17-14,-20-53-130,62 64-157</inkml:trace>
</inkml:ink>
</file>

<file path=ppt/ink/ink13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16"/>
    </inkml:context>
    <inkml:brush xml:id="br0">
      <inkml:brushProperty name="width" value="0.05953" units="cm"/>
      <inkml:brushProperty name="height" value="0.05953" units="cm"/>
      <inkml:brushProperty name="fitToCurve" value="1"/>
    </inkml:brush>
  </inkml:definitions>
  <inkml:trace contextRef="#ctx0" brushRef="#br0">7580 5516 263,'20'104'159,"-9"36"-42,-17-64-73,-2 20 10,-12 20-7,-3-13-16,-1 12-17,-16 36-33,5-32-30,-3 3-26,-9 0-47,5-18-259</inkml:trace>
</inkml:ink>
</file>

<file path=ppt/ink/ink13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17"/>
    </inkml:context>
    <inkml:brush xml:id="br0">
      <inkml:brushProperty name="width" value="0.05953" units="cm"/>
      <inkml:brushProperty name="height" value="0.05953" units="cm"/>
      <inkml:brushProperty name="fitToCurve" value="1"/>
    </inkml:brush>
  </inkml:definitions>
  <inkml:trace contextRef="#ctx0" brushRef="#br0">7504 6156 532,'125'117'127,"-53"-48"-77,19-5-86,-4-22-218</inkml:trace>
</inkml:ink>
</file>

<file path=ppt/ink/ink13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18"/>
    </inkml:context>
    <inkml:brush xml:id="br0">
      <inkml:brushProperty name="width" value="0.05953" units="cm"/>
      <inkml:brushProperty name="height" value="0.05953" units="cm"/>
      <inkml:brushProperty name="fitToCurve" value="1"/>
    </inkml:brush>
  </inkml:definitions>
  <inkml:trace contextRef="#ctx0" brushRef="#br0">8191 6260 147,'2'118'561,"-41"-6"-501,2 12-46,14-11-180,-19-40-146</inkml:trace>
</inkml:ink>
</file>

<file path=ppt/ink/ink13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19"/>
    </inkml:context>
    <inkml:brush xml:id="br0">
      <inkml:brushProperty name="width" value="0.05953" units="cm"/>
      <inkml:brushProperty name="height" value="0.05953" units="cm"/>
      <inkml:brushProperty name="fitToCurve" value="1"/>
    </inkml:brush>
  </inkml:definitions>
  <inkml:trace contextRef="#ctx0" brushRef="#br0">8306 6415 141,'66'129'377,"-41"-49"-310,9 10-19,15-7-6,46-118-12,-70-68-34,-21-2 0,-9-38-3,-12 12 15,-3 21 25,-3-4 24,33-9 5,111 79-42,5 91-15,-11 85-3,-66 10-1,-32 15-3,-22-13-1,-16 0-6,23-18-254,-25-44-42</inkml:trace>
</inkml:ink>
</file>

<file path=ppt/ink/ink13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20"/>
    </inkml:context>
    <inkml:brush xml:id="br0">
      <inkml:brushProperty name="width" value="0.05953" units="cm"/>
      <inkml:brushProperty name="height" value="0.05953" units="cm"/>
      <inkml:brushProperty name="fitToCurve" value="1"/>
    </inkml:brush>
  </inkml:definitions>
  <inkml:trace contextRef="#ctx0" brushRef="#br0">15413 5320 325,'0'117'367,"0"-45"-323,-2 11-10,-2 49 19,4-58-37,0 24-5,-1 4-5,-3 55-1,2-75-4,-4 47-2,4-48 0,-2 44-7,0-23-10,-4 13-34,4-36-64,0-20-256</inkml:trace>
</inkml:ink>
</file>

<file path=ppt/ink/ink13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21"/>
    </inkml:context>
    <inkml:brush xml:id="br0">
      <inkml:brushProperty name="width" value="0.05953" units="cm"/>
      <inkml:brushProperty name="height" value="0.05953" units="cm"/>
      <inkml:brushProperty name="fitToCurve" value="1"/>
    </inkml:brush>
  </inkml:definitions>
  <inkml:trace contextRef="#ctx0" brushRef="#br0">15390 5344 492,'78'-49'3,"-16"14"27,3 2 33,-15 12-32,4-1 6,29-8 28,-5 6-9,16 8-16,-22 9-21,19 10-6,-14 25-6,-27 29-4,-22 54 1,-19-37-1,-6 52 1,-5-8 0,0-5 0,0-35-2,1 8 0,-1 56 0,-1-65-1,-1 50 0,1-49-1,-2 37 1,2-22-1,2 20 0,0-27-1,-5 23-1,4-8-3,-7-22-5,-22-4-105,-10-27-267</inkml:trace>
</inkml:ink>
</file>

<file path=ppt/ink/ink13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22"/>
    </inkml:context>
    <inkml:brush xml:id="br0">
      <inkml:brushProperty name="width" value="0.05953" units="cm"/>
      <inkml:brushProperty name="height" value="0.05953" units="cm"/>
      <inkml:brushProperty name="fitToCurve" value="1"/>
    </inkml:brush>
  </inkml:definitions>
  <inkml:trace contextRef="#ctx0" brushRef="#br0">15524 5493 546,'0'56'50,"3"3"31,-2 10-20,-1 11-36,-1-4-22,-3-2-228,-15-27-166</inkml:trace>
</inkml:ink>
</file>

<file path=ppt/ink/ink13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23"/>
    </inkml:context>
    <inkml:brush xml:id="br0">
      <inkml:brushProperty name="width" value="0.05953" units="cm"/>
      <inkml:brushProperty name="height" value="0.05953" units="cm"/>
      <inkml:brushProperty name="fitToCurve" value="1"/>
    </inkml:brush>
  </inkml:definitions>
  <inkml:trace contextRef="#ctx0" brushRef="#br0">15570 5571 316,'46'-21'-3,"14"-4"2,-17 11 89,8 3 76,7 13 61,-31 71-158,-70 3-65,-3-17-2,-5-2-1,-8 3-14,-1-7-54,6-13-184,7-25-123</inkml:trace>
</inkml:ink>
</file>

<file path=ppt/ink/ink13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24"/>
    </inkml:context>
    <inkml:brush xml:id="br0">
      <inkml:brushProperty name="width" value="0.05953" units="cm"/>
      <inkml:brushProperty name="height" value="0.05953" units="cm"/>
      <inkml:brushProperty name="fitToCurve" value="1"/>
    </inkml:brush>
  </inkml:definitions>
  <inkml:trace contextRef="#ctx0" brushRef="#br0">15525 5812 136,'16'48'276,"-18"-4"-210,-2 13-27,-2 0-30,-3 0-31,-1-10-40,0-3-78</inkml:trace>
</inkml:ink>
</file>

<file path=ppt/ink/ink13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25"/>
    </inkml:context>
    <inkml:brush xml:id="br0">
      <inkml:brushProperty name="width" value="0.05953" units="cm"/>
      <inkml:brushProperty name="height" value="0.05953" units="cm"/>
      <inkml:brushProperty name="fitToCurve" value="1"/>
    </inkml:brush>
  </inkml:definitions>
  <inkml:trace contextRef="#ctx0" brushRef="#br0">15547 6018 136,'35'-49'8,"12"-8"28,10-1 27,2 14 44,11 11 73,-26 57-42,-43 41-79,-16 2-20,-6-2-3,-7 7-14,-2 0-62,-8-29-226</inkml:trace>
</inkml:ink>
</file>

<file path=ppt/ink/ink13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26"/>
    </inkml:context>
    <inkml:brush xml:id="br0">
      <inkml:brushProperty name="width" value="0.05953" units="cm"/>
      <inkml:brushProperty name="height" value="0.05953" units="cm"/>
      <inkml:brushProperty name="fitToCurve" value="1"/>
    </inkml:brush>
  </inkml:definitions>
  <inkml:trace contextRef="#ctx0" brushRef="#br0">15749 5844 136,'-4'42'152,"-24"24"42,-18 28-80,15-48-109,117-16-49,-34-44 38,4-3-7,-84 77-71,-47 4 245,24-23-77,-14 16 9,9-5-43,2 7-26,62 18-16,78-33-12,-11-29 0,20-15 1,6-23-9,-7-17-96,-47 35-51</inkml:trace>
</inkml:ink>
</file>

<file path=ppt/ink/ink13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27"/>
    </inkml:context>
    <inkml:brush xml:id="br0">
      <inkml:brushProperty name="width" value="0.05953" units="cm"/>
      <inkml:brushProperty name="height" value="0.05953" units="cm"/>
      <inkml:brushProperty name="fitToCurve" value="1"/>
    </inkml:brush>
  </inkml:definitions>
  <inkml:trace contextRef="#ctx0" brushRef="#br0">16570 5074 413,'0'44'-36,"0"36"137,0-32-28,0 9-1,0 13-13,0 23-52,-2-3-80,-1-12-62,-1-19-22</inkml:trace>
</inkml:ink>
</file>

<file path=ppt/ink/ink13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28"/>
    </inkml:context>
    <inkml:brush xml:id="br0">
      <inkml:brushProperty name="width" value="0.05953" units="cm"/>
      <inkml:brushProperty name="height" value="0.05953" units="cm"/>
      <inkml:brushProperty name="fitToCurve" value="1"/>
    </inkml:brush>
  </inkml:definitions>
  <inkml:trace contextRef="#ctx0" brushRef="#br0">16559 5199 327,'55'-54'31,"22"10"87,-32 26-20,7 5-8,17 9 5,-1 23-44,-23 39-41,-35 37-9,-26-12-1,-11-1 0,-8 0-3,1-10-10,-5-1-41,-5-10-61,2-29-207</inkml:trace>
</inkml:ink>
</file>

<file path=ppt/ink/ink13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29"/>
    </inkml:context>
    <inkml:brush xml:id="br0">
      <inkml:brushProperty name="width" value="0.05953" units="cm"/>
      <inkml:brushProperty name="height" value="0.05953" units="cm"/>
      <inkml:brushProperty name="fitToCurve" value="1"/>
    </inkml:brush>
  </inkml:definitions>
  <inkml:trace contextRef="#ctx0" brushRef="#br0">16672 5273 422,'76'8'53,"0"53"78,-103-12-164,-65 27 19,35-48 16,-3-5 1,5-6 0,4 2 0,3-1 0,2 6 1,-11 60-157,118-65 126,-9-35 35,-2-2 7,0 0 20,18-11 3,-9-1-4,-5 4-5,10-9-7,-11 7-13,-5 7-6,11-4-2,-4 15-17,-55 71-23,-31-13 52,-13 11 2,0-3-17,-1-2-38,2-7-43,-1-5-28,0 0-94</inkml:trace>
</inkml:ink>
</file>

<file path=ppt/ink/ink13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30"/>
    </inkml:context>
    <inkml:brush xml:id="br0">
      <inkml:brushProperty name="width" value="0.05953" units="cm"/>
      <inkml:brushProperty name="height" value="0.05953" units="cm"/>
      <inkml:brushProperty name="fitToCurve" value="1"/>
    </inkml:brush>
  </inkml:definitions>
  <inkml:trace contextRef="#ctx0" brushRef="#br0">16481 5726 146,'0'50'56,"0"8"-1,0 10 6,-2 2-14,0 9-22,2-29-34,-5 23-62,32-125-46,6-15 117,-3 20 0,7-12 2,17-14 4,-4 10 6,9 2 8,14-5 4,-15 20-1,0 4-4,8 3 1,2 47-4,-49 73 43,-21-5 7,-3-9 8,0-19-27,-7 33 36,-1-10-19,-1 8-9,-1 12-5,3-4-22,3-11-18,-6 0-7,-48-29-31,10-102-151,33 11-47</inkml:trace>
</inkml:ink>
</file>

<file path=ppt/ink/ink13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31"/>
    </inkml:context>
    <inkml:brush xml:id="br0">
      <inkml:brushProperty name="width" value="0.05953" units="cm"/>
      <inkml:brushProperty name="height" value="0.05953" units="cm"/>
      <inkml:brushProperty name="fitToCurve" value="1"/>
    </inkml:brush>
  </inkml:definitions>
  <inkml:trace contextRef="#ctx0" brushRef="#br0">16641 5793 219,'74'-48'241,"-27"31"-61,-47 80 20,-60 23-177,17-21-18,6 3-4,40 7-8,74-89-31,4-32-154,-14 5 104,-23 14 8,14-13 9,3-3-202,-18 14 208</inkml:trace>
</inkml:ink>
</file>

<file path=ppt/ink/ink13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32"/>
    </inkml:context>
    <inkml:brush xml:id="br0">
      <inkml:brushProperty name="width" value="0.05953" units="cm"/>
      <inkml:brushProperty name="height" value="0.05953" units="cm"/>
      <inkml:brushProperty name="fitToCurve" value="1"/>
    </inkml:brush>
  </inkml:definitions>
  <inkml:trace contextRef="#ctx0" brushRef="#br0">17170 5461 522,'86'-59'-20,"-32"31"90,17-1 26,1 7-11,-2 10-46,7 16-39,-12 48-14,-63 24 36,-31-5 13,-14 0-7,-1-13-19,-20-4-6,-15-57-10,20-66 2,16 7 4,33 20-106,-2 0-640</inkml:trace>
</inkml:ink>
</file>

<file path=ppt/ink/ink13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33"/>
    </inkml:context>
    <inkml:brush xml:id="br0">
      <inkml:brushProperty name="width" value="0.05953" units="cm"/>
      <inkml:brushProperty name="height" value="0.05953" units="cm"/>
      <inkml:brushProperty name="fitToCurve" value="1"/>
    </inkml:brush>
  </inkml:definitions>
  <inkml:trace contextRef="#ctx0" brushRef="#br0">17575 5099 430,'-31'85'61,"8"-33"18,-3 0 8,-16 20-11,8-11-16,0 1-27,-15 16-15,9-12-10,-14 21-7,3-7-15,15-14-20,-8-26-240</inkml:trace>
</inkml:ink>
</file>

<file path=ppt/ink/ink13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34"/>
    </inkml:context>
    <inkml:brush xml:id="br0">
      <inkml:brushProperty name="width" value="0.05953" units="cm"/>
      <inkml:brushProperty name="height" value="0.05953" units="cm"/>
      <inkml:brushProperty name="fitToCurve" value="1"/>
    </inkml:brush>
  </inkml:definitions>
  <inkml:trace contextRef="#ctx0" brushRef="#br0">17583 5232 196,'0'63'282,"0"-11"-114,4 14-79,-8 9-71,-11 1-72,-8-32-183</inkml:trace>
</inkml:ink>
</file>

<file path=ppt/ink/ink13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35"/>
    </inkml:context>
    <inkml:brush xml:id="br0">
      <inkml:brushProperty name="width" value="0.05953" units="cm"/>
      <inkml:brushProperty name="height" value="0.05953" units="cm"/>
      <inkml:brushProperty name="fitToCurve" value="1"/>
    </inkml:brush>
  </inkml:definitions>
  <inkml:trace contextRef="#ctx0" brushRef="#br0">17615 5313 213,'56'-6'81,"24"-7"190,-23 5-121,7 8-75,-79 70-4,-39-7-61,-1-3-7,-15 22-2,-13 7-6,24-26-3,-8 2-43,22-42-123</inkml:trace>
</inkml:ink>
</file>

<file path=ppt/ink/ink13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36"/>
    </inkml:context>
    <inkml:brush xml:id="br0">
      <inkml:brushProperty name="width" value="0.05953" units="cm"/>
      <inkml:brushProperty name="height" value="0.05953" units="cm"/>
      <inkml:brushProperty name="fitToCurve" value="1"/>
    </inkml:brush>
  </inkml:definitions>
  <inkml:trace contextRef="#ctx0" brushRef="#br0">17151 5909 635,'65'-20'112,"10"-5"-59,16-5-4,21-7-28,-7 3-15,-4 0-5,-22 1-11,1-17-85,-33 39-70</inkml:trace>
</inkml:ink>
</file>

<file path=ppt/ink/ink13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37"/>
    </inkml:context>
    <inkml:brush xml:id="br0">
      <inkml:brushProperty name="width" value="0.05953" units="cm"/>
      <inkml:brushProperty name="height" value="0.05953" units="cm"/>
      <inkml:brushProperty name="fitToCurve" value="1"/>
    </inkml:brush>
  </inkml:definitions>
  <inkml:trace contextRef="#ctx0" brushRef="#br0">17666 5634 213,'-15'63'125,"10"-21"-57,3 56 153,3-33-118,-2 16-14,-12 3-46,-16-5-26,-49-103-35,52-68-23,12 16 18,22 26-148</inkml:trace>
</inkml:ink>
</file>

<file path=ppt/ink/ink13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38"/>
    </inkml:context>
    <inkml:brush xml:id="br0">
      <inkml:brushProperty name="width" value="0.05953" units="cm"/>
      <inkml:brushProperty name="height" value="0.05953" units="cm"/>
      <inkml:brushProperty name="fitToCurve" value="1"/>
    </inkml:brush>
  </inkml:definitions>
  <inkml:trace contextRef="#ctx0" brushRef="#br0">17566 5733 155,'-56'37'191,"-9"16"-19,14-3-70,-2 7-49,1 0-61,9-12-65,-2-11-277</inkml:trace>
</inkml:ink>
</file>

<file path=ppt/ink/ink13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39"/>
    </inkml:context>
    <inkml:brush xml:id="br0">
      <inkml:brushProperty name="width" value="0.05953" units="cm"/>
      <inkml:brushProperty name="height" value="0.05953" units="cm"/>
      <inkml:brushProperty name="fitToCurve" value="1"/>
    </inkml:brush>
  </inkml:definitions>
  <inkml:trace contextRef="#ctx0" brushRef="#br0">17682 5833 511,'35'57'118,"-2"-5"-22,12 6 4,21-14-75,7-27-131,-26 13-147</inkml:trace>
</inkml:ink>
</file>

<file path=ppt/ink/ink13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40"/>
    </inkml:context>
    <inkml:brush xml:id="br0">
      <inkml:brushProperty name="width" value="0.05953" units="cm"/>
      <inkml:brushProperty name="height" value="0.05953" units="cm"/>
      <inkml:brushProperty name="fitToCurve" value="1"/>
    </inkml:brush>
  </inkml:definitions>
  <inkml:trace contextRef="#ctx0" brushRef="#br0">18231 5667 476</inkml:trace>
</inkml:ink>
</file>

<file path=ppt/ink/ink13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41"/>
    </inkml:context>
    <inkml:brush xml:id="br0">
      <inkml:brushProperty name="width" value="0.05953" units="cm"/>
      <inkml:brushProperty name="height" value="0.05953" units="cm"/>
      <inkml:brushProperty name="fitToCurve" value="1"/>
    </inkml:brush>
  </inkml:definitions>
  <inkml:trace contextRef="#ctx0" brushRef="#br0">18205 5861 531,'21'62'355,"40"-75"-735,-26 16 14</inkml:trace>
</inkml:ink>
</file>

<file path=ppt/ink/ink13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42"/>
    </inkml:context>
    <inkml:brush xml:id="br0">
      <inkml:brushProperty name="width" value="0.05953" units="cm"/>
      <inkml:brushProperty name="height" value="0.05953" units="cm"/>
      <inkml:brushProperty name="fitToCurve" value="1"/>
    </inkml:brush>
  </inkml:definitions>
  <inkml:trace contextRef="#ctx0" brushRef="#br0">18940 5039 483,'42'106'328,"-32"-16"-306,-5 3-28,-9-7-48,-1-12-75,0-16-66,-14-15-250</inkml:trace>
</inkml:ink>
</file>

<file path=ppt/ink/ink13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43"/>
    </inkml:context>
    <inkml:brush xml:id="br0">
      <inkml:brushProperty name="width" value="0.05953" units="cm"/>
      <inkml:brushProperty name="height" value="0.05953" units="cm"/>
      <inkml:brushProperty name="fitToCurve" value="1"/>
    </inkml:brush>
  </inkml:definitions>
  <inkml:trace contextRef="#ctx0" brushRef="#br0">19042 5224 379,'56'-27'83,"-21"18"40,1 25-68,-2 14-517</inkml:trace>
</inkml:ink>
</file>

<file path=ppt/ink/ink13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44"/>
    </inkml:context>
    <inkml:brush xml:id="br0">
      <inkml:brushProperty name="width" value="0.05953" units="cm"/>
      <inkml:brushProperty name="height" value="0.05953" units="cm"/>
      <inkml:brushProperty name="fitToCurve" value="1"/>
    </inkml:brush>
  </inkml:definitions>
  <inkml:trace contextRef="#ctx0" brushRef="#br0">18816 5420 436,'1'81'32,"2"-22"43,-3 13 15,-3-1-18,-4-2-70,-1-8-70,-1-2-106,-4-16-136</inkml:trace>
</inkml:ink>
</file>

<file path=ppt/ink/ink13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45"/>
    </inkml:context>
    <inkml:brush xml:id="br0">
      <inkml:brushProperty name="width" value="0.05953" units="cm"/>
      <inkml:brushProperty name="height" value="0.05953" units="cm"/>
      <inkml:brushProperty name="fitToCurve" value="1"/>
    </inkml:brush>
  </inkml:definitions>
  <inkml:trace contextRef="#ctx0" brushRef="#br0">18901 5519 238,'43'-17'65,"45"-2"57,-37 12-38,-5 6 6,17 4 34,-7 27-5,-103 28-93,-19-8-24,-17 7 1,12-7-1,-1-8 3,137 11-10,12-19-102,-30 10-282</inkml:trace>
</inkml:ink>
</file>

<file path=ppt/ink/ink13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46"/>
    </inkml:context>
    <inkml:brush xml:id="br0">
      <inkml:brushProperty name="width" value="0.05953" units="cm"/>
      <inkml:brushProperty name="height" value="0.05953" units="cm"/>
      <inkml:brushProperty name="fitToCurve" value="1"/>
    </inkml:brush>
  </inkml:definitions>
  <inkml:trace contextRef="#ctx0" brushRef="#br0">18776 5852 226,'-29'48'258,"16"67"111,94-107-409,-15-49 5,4 25 24,-3 30 27,4-17 20,4-17-16,6-2-31,-7 44-55,-26 45 3,-2-24-64,5-66-41,-7-19 35</inkml:trace>
</inkml:ink>
</file>

<file path=ppt/ink/ink13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47"/>
    </inkml:context>
    <inkml:brush xml:id="br0">
      <inkml:brushProperty name="width" value="0.05953" units="cm"/>
      <inkml:brushProperty name="height" value="0.05953" units="cm"/>
      <inkml:brushProperty name="fitToCurve" value="1"/>
    </inkml:brush>
  </inkml:definitions>
  <inkml:trace contextRef="#ctx0" brushRef="#br0">18187 5639 863,'76'19'21,"13"-14"-24,-1-13-19,-44 19-84,0-1-639</inkml:trace>
</inkml:ink>
</file>

<file path=ppt/ink/ink13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48"/>
    </inkml:context>
    <inkml:brush xml:id="br0">
      <inkml:brushProperty name="width" value="0.05953" units="cm"/>
      <inkml:brushProperty name="height" value="0.05953" units="cm"/>
      <inkml:brushProperty name="fitToCurve" value="1"/>
    </inkml:brush>
  </inkml:definitions>
  <inkml:trace contextRef="#ctx0" brushRef="#br0">18777 12580 533</inkml:trace>
</inkml:ink>
</file>

<file path=ppt/ink/ink13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49"/>
    </inkml:context>
    <inkml:brush xml:id="br0">
      <inkml:brushProperty name="width" value="0.05953" units="cm"/>
      <inkml:brushProperty name="height" value="0.05953" units="cm"/>
      <inkml:brushProperty name="fitToCurve" value="1"/>
    </inkml:brush>
  </inkml:definitions>
  <inkml:trace contextRef="#ctx0" brushRef="#br0">2258 6172 859,'77'133'24,"-16"3"-28,-30-6-25,-39-53-76,-1 1-632</inkml:trace>
</inkml:ink>
</file>

<file path=ppt/ink/ink13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50"/>
    </inkml:context>
    <inkml:brush xml:id="br0">
      <inkml:brushProperty name="width" value="0.05953" units="cm"/>
      <inkml:brushProperty name="height" value="0.05953" units="cm"/>
      <inkml:brushProperty name="fitToCurve" value="1"/>
    </inkml:brush>
  </inkml:definitions>
  <inkml:trace contextRef="#ctx0" brushRef="#br0">1978 6775 841,'131'-88'32,"2"43"-23,8 1-6,-1 8-2,25 4-5,-29 12-148,-56 36-4</inkml:trace>
</inkml:ink>
</file>

<file path=ppt/ink/ink13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51"/>
    </inkml:context>
    <inkml:brush xml:id="br0">
      <inkml:brushProperty name="width" value="0.05953" units="cm"/>
      <inkml:brushProperty name="height" value="0.05953" units="cm"/>
      <inkml:brushProperty name="fitToCurve" value="1"/>
    </inkml:brush>
  </inkml:definitions>
  <inkml:trace contextRef="#ctx0" brushRef="#br0">2372 6657 360,'-49'148'344,"12"-47"-248,-8 34-54,-14 5-30,-5 4-10,0-15-13,3-14-23,-11 0-98,105-243-86,52-28 117,11 25 9,5 22 30,-17 27 34,0 18 49,-2 78 269,-41 66-27,-47 40-187,-58 0-68,-38-26-36,19-56-145</inkml:trace>
</inkml:ink>
</file>

<file path=ppt/ink/ink13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52"/>
    </inkml:context>
    <inkml:brush xml:id="br0">
      <inkml:brushProperty name="width" value="0.05953" units="cm"/>
      <inkml:brushProperty name="height" value="0.05953" units="cm"/>
      <inkml:brushProperty name="fitToCurve" value="1"/>
    </inkml:brush>
  </inkml:definitions>
  <inkml:trace contextRef="#ctx0" brushRef="#br0">3089 6308 234,'84'-11'237,"-115"113"-169,-23-2 10,-30 32 9,21-37-40,-31 46 8,-2-6-32,17-23-13,-4 11-40,0-59-245</inkml:trace>
</inkml:ink>
</file>

<file path=ppt/ink/ink14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53"/>
    </inkml:context>
    <inkml:brush xml:id="br0">
      <inkml:brushProperty name="width" value="0.05953" units="cm"/>
      <inkml:brushProperty name="height" value="0.05953" units="cm"/>
      <inkml:brushProperty name="fitToCurve" value="1"/>
    </inkml:brush>
  </inkml:definitions>
  <inkml:trace contextRef="#ctx0" brushRef="#br0">2805 6796 136,'85'4'0,"-64"85"14,-28-9 51,-9 18 37,-2 22 42,2-39-85,4 12-129,-24-19-376</inkml:trace>
</inkml:ink>
</file>

<file path=ppt/ink/ink14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54"/>
    </inkml:context>
    <inkml:brush xml:id="br0">
      <inkml:brushProperty name="width" value="0.05953" units="cm"/>
      <inkml:brushProperty name="height" value="0.05953" units="cm"/>
      <inkml:brushProperty name="fitToCurve" value="1"/>
    </inkml:brush>
  </inkml:definitions>
  <inkml:trace contextRef="#ctx0" brushRef="#br0">2905 6958 203,'72'-76'44,"25"26"-34,3 14 142,60-9 172,-53 7-602,-31 35-51</inkml:trace>
</inkml:ink>
</file>

<file path=ppt/ink/ink14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55"/>
    </inkml:context>
    <inkml:brush xml:id="br0">
      <inkml:brushProperty name="width" value="0.05953" units="cm"/>
      <inkml:brushProperty name="height" value="0.05953" units="cm"/>
      <inkml:brushProperty name="fitToCurve" value="1"/>
    </inkml:brush>
  </inkml:definitions>
  <inkml:trace contextRef="#ctx0" brushRef="#br0">3231 6498 136,'-37'108'101,"46"4"-20,-3 32 35,-4-43-43,-4-7-5,4 39 31,7-9-21,12 12-12,52-29-29,45-186-37,-72-82-3,-23 8 3,-11-2 2,-13 24 1,-13-7 1,-74 38-186,55 19-49</inkml:trace>
</inkml:ink>
</file>

<file path=ppt/ink/ink14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56"/>
    </inkml:context>
    <inkml:brush xml:id="br0">
      <inkml:brushProperty name="width" value="0.05953" units="cm"/>
      <inkml:brushProperty name="height" value="0.05953" units="cm"/>
      <inkml:brushProperty name="fitToCurve" value="1"/>
    </inkml:brush>
  </inkml:definitions>
  <inkml:trace contextRef="#ctx0" brushRef="#br0">3912 6502 449,'158'-89'388,"-30"46"-365,7 24-24,-183 158-21,-64-37 32,-3-4-2,9-12-1,-2 2 1,215 16-9,31-170-10,-18-10-11,-16-18-294,-24 58-60</inkml:trace>
</inkml:ink>
</file>

<file path=ppt/ink/ink14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57"/>
    </inkml:context>
    <inkml:brush xml:id="br0">
      <inkml:brushProperty name="width" value="0.05953" units="cm"/>
      <inkml:brushProperty name="height" value="0.05953" units="cm"/>
      <inkml:brushProperty name="fitToCurve" value="1"/>
    </inkml:brush>
  </inkml:definitions>
  <inkml:trace contextRef="#ctx0" brushRef="#br0">4187 6239 198,'-28'93'164,"11"-13"-58,1 12 5,-6 15-31,-3 17-30,-8 21-25,-13 7-39,-7-7-69,7-31-64,4-28-16</inkml:trace>
</inkml:ink>
</file>

<file path=ppt/ink/ink14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58"/>
    </inkml:context>
    <inkml:brush xml:id="br0">
      <inkml:brushProperty name="width" value="0.05953" units="cm"/>
      <inkml:brushProperty name="height" value="0.05953" units="cm"/>
      <inkml:brushProperty name="fitToCurve" value="1"/>
    </inkml:brush>
  </inkml:definitions>
  <inkml:trace contextRef="#ctx0" brushRef="#br0">4072 6679 147,'33'57'291,"-20"1"-725</inkml:trace>
</inkml:ink>
</file>

<file path=ppt/ink/ink14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59"/>
    </inkml:context>
    <inkml:brush xml:id="br0">
      <inkml:brushProperty name="width" value="0.05953" units="cm"/>
      <inkml:brushProperty name="height" value="0.05953" units="cm"/>
      <inkml:brushProperty name="fitToCurve" value="1"/>
    </inkml:brush>
  </inkml:definitions>
  <inkml:trace contextRef="#ctx0" brushRef="#br0">4278 6404 332,'135'-35'148,"-56"24"10,-37 104-6,-136 10-104,-20 0-30,244-51-175,-49 15-198</inkml:trace>
</inkml:ink>
</file>

<file path=ppt/ink/ink14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60"/>
    </inkml:context>
    <inkml:brush xml:id="br0">
      <inkml:brushProperty name="width" value="0.05953" units="cm"/>
      <inkml:brushProperty name="height" value="0.05953" units="cm"/>
      <inkml:brushProperty name="fitToCurve" value="1"/>
    </inkml:brush>
  </inkml:definitions>
  <inkml:trace contextRef="#ctx0" brushRef="#br0">4517 6134 147,'-8'113'81,"-21"3"88,5-38-79,-17 34 15,-5 6-54,-4 1-45,7-22-31,-9 8-21,132-47 54,19-97-7,4-4-13,-16 13-178</inkml:trace>
</inkml:ink>
</file>

<file path=ppt/ink/ink14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61"/>
    </inkml:context>
    <inkml:brush xml:id="br0">
      <inkml:brushProperty name="width" value="0.05953" units="cm"/>
      <inkml:brushProperty name="height" value="0.05953" units="cm"/>
      <inkml:brushProperty name="fitToCurve" value="1"/>
    </inkml:brush>
  </inkml:definitions>
  <inkml:trace contextRef="#ctx0" brushRef="#br0">4235 6840 136,'-81'4'64,"58"73"-13,9 46 31,-8 6 30,8-53-61,-2 22-1,-3-13-28,-2 11-79,-28-17-449</inkml:trace>
</inkml:ink>
</file>

<file path=ppt/ink/ink14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62"/>
    </inkml:context>
    <inkml:brush xml:id="br0">
      <inkml:brushProperty name="width" value="0.05953" units="cm"/>
      <inkml:brushProperty name="height" value="0.05953" units="cm"/>
      <inkml:brushProperty name="fitToCurve" value="1"/>
    </inkml:brush>
  </inkml:definitions>
  <inkml:trace contextRef="#ctx0" brushRef="#br0">4104 7193 136,'37'-79'7,"18"-2"-3,21-11-1,4 15 25,0 21 48,25 11 111,2 174 144,-116 15-269,-6-1-36,5-3-19,6 7-42,-30-59-143</inkml:trace>
</inkml:ink>
</file>

<file path=ppt/ink/ink14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63"/>
    </inkml:context>
    <inkml:brush xml:id="br0">
      <inkml:brushProperty name="width" value="0.05953" units="cm"/>
      <inkml:brushProperty name="height" value="0.05953" units="cm"/>
      <inkml:brushProperty name="fitToCurve" value="1"/>
    </inkml:brush>
  </inkml:definitions>
  <inkml:trace contextRef="#ctx0" brushRef="#br0">4196 7038 353,'133'-105'412,"-110"233"-316,-92-15-82,5 18-3,211-169-32,-67 44-86,0-1-643</inkml:trace>
</inkml:ink>
</file>

<file path=ppt/ink/ink14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64"/>
    </inkml:context>
    <inkml:brush xml:id="br0">
      <inkml:brushProperty name="width" value="0.05953" units="cm"/>
      <inkml:brushProperty name="height" value="0.05953" units="cm"/>
      <inkml:brushProperty name="fitToCurve" value="1"/>
    </inkml:brush>
  </inkml:definitions>
  <inkml:trace contextRef="#ctx0" brushRef="#br0">5054 6246 255,'4'135'331,"3"-26"-240,1 49 3,-4 21-42,-7 2-33,-9-5-19,-2-16-21,-4-26-50,4-18-56,-26-34-189</inkml:trace>
</inkml:ink>
</file>

<file path=ppt/ink/ink14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65"/>
    </inkml:context>
    <inkml:brush xml:id="br0">
      <inkml:brushProperty name="width" value="0.05953" units="cm"/>
      <inkml:brushProperty name="height" value="0.05953" units="cm"/>
      <inkml:brushProperty name="fitToCurve" value="1"/>
    </inkml:brush>
  </inkml:definitions>
  <inkml:trace contextRef="#ctx0" brushRef="#br0">4894 6441 208,'110'-88'21,"28"14"94,13 20 8,-64 31-25,20 7-7,20 12 1,3 28-34,-10 67-41,-59 38 2,-49 16-3,-13 1-6,5 12-5,-2-25-2,1 45-2,3-32-2,-2-12-3,-8 7-29,-22-16-29,-24-39-202</inkml:trace>
</inkml:ink>
</file>

<file path=ppt/ink/ink14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66"/>
    </inkml:context>
    <inkml:brush xml:id="br0">
      <inkml:brushProperty name="width" value="0.05953" units="cm"/>
      <inkml:brushProperty name="height" value="0.05953" units="cm"/>
      <inkml:brushProperty name="fitToCurve" value="1"/>
    </inkml:brush>
  </inkml:definitions>
  <inkml:trace contextRef="#ctx0" brushRef="#br0">5248 6331 288,'0'115'294,"0"-25"-159,0 34-108,0-4-156,-24-45-80</inkml:trace>
</inkml:ink>
</file>

<file path=ppt/ink/ink14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67"/>
    </inkml:context>
    <inkml:brush xml:id="br0">
      <inkml:brushProperty name="width" value="0.05953" units="cm"/>
      <inkml:brushProperty name="height" value="0.05953" units="cm"/>
      <inkml:brushProperty name="fitToCurve" value="1"/>
    </inkml:brush>
  </inkml:definitions>
  <inkml:trace contextRef="#ctx0" brushRef="#br0">5206 6410 136,'129'-15'342,"-41"20"-119,11 43-105,-137 75-91,-67-33-171,21-55-94</inkml:trace>
</inkml:ink>
</file>

<file path=ppt/ink/ink14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68"/>
    </inkml:context>
    <inkml:brush xml:id="br0">
      <inkml:brushProperty name="width" value="0.05953" units="cm"/>
      <inkml:brushProperty name="height" value="0.05953" units="cm"/>
      <inkml:brushProperty name="fitToCurve" value="1"/>
    </inkml:brush>
  </inkml:definitions>
  <inkml:trace contextRef="#ctx0" brushRef="#br0">5216 6591 222,'-3'118'325,"2"-24"-193,-10 16-66,-12 15-88,-3-15-151,-22-32-224</inkml:trace>
</inkml:ink>
</file>

<file path=ppt/ink/ink14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69"/>
    </inkml:context>
    <inkml:brush xml:id="br0">
      <inkml:brushProperty name="width" value="0.05953" units="cm"/>
      <inkml:brushProperty name="height" value="0.05953" units="cm"/>
      <inkml:brushProperty name="fitToCurve" value="1"/>
    </inkml:brush>
  </inkml:definitions>
  <inkml:trace contextRef="#ctx0" brushRef="#br0">5222 6863 136,'50'-88'4,"46"-4"81,56-4 329,-48 71-220,-59 150-158,-88 4-35,-15-2-8,-23-17-61,-8-48-202</inkml:trace>
</inkml:ink>
</file>

<file path=ppt/ink/ink14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70"/>
    </inkml:context>
    <inkml:brush xml:id="br0">
      <inkml:brushProperty name="width" value="0.05953" units="cm"/>
      <inkml:brushProperty name="height" value="0.05953" units="cm"/>
      <inkml:brushProperty name="fitToCurve" value="1"/>
    </inkml:brush>
  </inkml:definitions>
  <inkml:trace contextRef="#ctx0" brushRef="#br0">5393 6686 136,'79'71'395,"-90"31"-280,-33 3-31,-33-14-37,-38-43-78,234-126-12,-9 42 19,-75 144-63,-95-19 152,-28 12 43,-1-15-49,-14 11-21,243-53-17,16-80-22,12-8-3,-13-4-1,-18 7-34,-60 44-64,1 1-620</inkml:trace>
</inkml:ink>
</file>

<file path=ppt/ink/ink14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71"/>
    </inkml:context>
    <inkml:brush xml:id="br0">
      <inkml:brushProperty name="width" value="0.05953" units="cm"/>
      <inkml:brushProperty name="height" value="0.05953" units="cm"/>
      <inkml:brushProperty name="fitToCurve" value="1"/>
    </inkml:brush>
  </inkml:definitions>
  <inkml:trace contextRef="#ctx0" brushRef="#br0">12145 6771 305,'-156'-6'385,"42"3"-341,-15-14-61,7-6-64,21 27 109,81 109 86,12 23-97,-3-4-14,-5 27-1,-8 5-6,-8 7-27,-1-10-32,4-34 20,6-19-14,-21-32-248</inkml:trace>
</inkml:ink>
</file>

<file path=ppt/ink/ink14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72"/>
    </inkml:context>
    <inkml:brush xml:id="br0">
      <inkml:brushProperty name="width" value="0.05953" units="cm"/>
      <inkml:brushProperty name="height" value="0.05953" units="cm"/>
      <inkml:brushProperty name="fitToCurve" value="1"/>
    </inkml:brush>
  </inkml:definitions>
  <inkml:trace contextRef="#ctx0" brushRef="#br0">11507 7186 539,'76'-50'-14,"17"4"117,31-3 10,-5 14-45,25 10-66,-54 38-176</inkml:trace>
</inkml:ink>
</file>

<file path=ppt/ink/ink14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73"/>
    </inkml:context>
    <inkml:brush xml:id="br0">
      <inkml:brushProperty name="width" value="0.05953" units="cm"/>
      <inkml:brushProperty name="height" value="0.05953" units="cm"/>
      <inkml:brushProperty name="fitToCurve" value="1"/>
    </inkml:brush>
  </inkml:definitions>
  <inkml:trace contextRef="#ctx0" brushRef="#br0">11516 7278 358,'39'134'83,"-24"22"-30,-15-80-205</inkml:trace>
</inkml:ink>
</file>

<file path=ppt/ink/ink14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74"/>
    </inkml:context>
    <inkml:brush xml:id="br0">
      <inkml:brushProperty name="width" value="0.05953" units="cm"/>
      <inkml:brushProperty name="height" value="0.05953" units="cm"/>
      <inkml:brushProperty name="fitToCurve" value="1"/>
    </inkml:brush>
  </inkml:definitions>
  <inkml:trace contextRef="#ctx0" brushRef="#br0">11653 7318 296,'85'-6'7,"72"-14"111,-69 13-43,-9 1-26,17 13-21,-140 93 187,-61-19-154,-18 13-49,9 16-2,98 28-5,162-103-11,-11-58-14,18-41-75,-69 59-66</inkml:trace>
</inkml:ink>
</file>

<file path=ppt/ink/ink14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75"/>
    </inkml:context>
    <inkml:brush xml:id="br0">
      <inkml:brushProperty name="width" value="0.05953" units="cm"/>
      <inkml:brushProperty name="height" value="0.05953" units="cm"/>
      <inkml:brushProperty name="fitToCurve" value="1"/>
    </inkml:brush>
  </inkml:definitions>
  <inkml:trace contextRef="#ctx0" brushRef="#br0">12540 7051 396,'209'-17'419,"-78"49"-415,-165 121-6,-35-41 22,-24 14 6,40 8-9,206-122-22,-3-76-13,-30 8-11,11-3-84,-23-11-79,-32 21-222</inkml:trace>
</inkml:ink>
</file>

<file path=ppt/ink/ink14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76"/>
    </inkml:context>
    <inkml:brush xml:id="br0">
      <inkml:brushProperty name="width" value="0.05953" units="cm"/>
      <inkml:brushProperty name="height" value="0.05953" units="cm"/>
      <inkml:brushProperty name="fitToCurve" value="1"/>
    </inkml:brush>
  </inkml:definitions>
  <inkml:trace contextRef="#ctx0" brushRef="#br0">13214 6876 474,'137'-88'70,"-53"52"35,29 3 9,20 18-84,-14 53-105,-198 47-140,-6-53 10,-2-30 69,9 6 170,30 132 252,28-51-215,5 3-19,-2 14-20,4-9-16,-10 20-14,2-18-52,-18-15-321</inkml:trace>
</inkml:ink>
</file>

<file path=ppt/ink/ink14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77"/>
    </inkml:context>
    <inkml:brush xml:id="br0">
      <inkml:brushProperty name="width" value="0.05953" units="cm"/>
      <inkml:brushProperty name="height" value="0.05953" units="cm"/>
      <inkml:brushProperty name="fitToCurve" value="1"/>
    </inkml:brush>
  </inkml:definitions>
  <inkml:trace contextRef="#ctx0" brushRef="#br0">13299 7311 136,'36'-83'2,"32"8"19,47-15 47,-3 27 33,40 12 48,-97 216 139,-105-47-257,-18 10-89,-9-31-196,6-197-68,81 21 307,-8 153 129,-70 32-41,-10 1-29,-8 6-41,-16-9-130</inkml:trace>
</inkml:ink>
</file>

<file path=ppt/ink/ink14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78"/>
    </inkml:context>
    <inkml:brush xml:id="br0">
      <inkml:brushProperty name="width" value="0.05953" units="cm"/>
      <inkml:brushProperty name="height" value="0.05953" units="cm"/>
      <inkml:brushProperty name="fitToCurve" value="1"/>
    </inkml:brush>
  </inkml:definitions>
  <inkml:trace contextRef="#ctx0" brushRef="#br0">13381 7340 136,'80'-14'0,"16"42"38,14 80 196,22 12-24,-24-93-271,-28 23-341</inkml:trace>
</inkml:ink>
</file>

<file path=ppt/ink/ink14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79"/>
    </inkml:context>
    <inkml:brush xml:id="br0">
      <inkml:brushProperty name="width" value="0.05953" units="cm"/>
      <inkml:brushProperty name="height" value="0.05953" units="cm"/>
      <inkml:brushProperty name="fitToCurve" value="1"/>
    </inkml:brush>
  </inkml:definitions>
  <inkml:trace contextRef="#ctx0" brushRef="#br0">14583 6631 327,'-157'80'488,"24"-68"-483,-6-47-11,9 89 29,97 117-6,22-20-15,-3 23-2,2-44-5,-2 27-14,4 0-83,-21-82-54</inkml:trace>
</inkml:ink>
</file>

<file path=ppt/ink/ink14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80"/>
    </inkml:context>
    <inkml:brush xml:id="br0">
      <inkml:brushProperty name="width" value="0.05953" units="cm"/>
      <inkml:brushProperty name="height" value="0.05953" units="cm"/>
      <inkml:brushProperty name="fitToCurve" value="1"/>
    </inkml:brush>
  </inkml:definitions>
  <inkml:trace contextRef="#ctx0" brushRef="#br0">13909 7297 137,'20'-89'1,"26"15"5,21 0 17,25 1 0,3 17 18,10 15 34,26 17 99,-53 64-17,-45 72-52,-46 26-30,-14-9-37,-15 7-29,1-6-34,-12-55-155</inkml:trace>
</inkml:ink>
</file>

<file path=ppt/ink/ink14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81"/>
    </inkml:context>
    <inkml:brush xml:id="br0">
      <inkml:brushProperty name="width" value="0.05953" units="cm"/>
      <inkml:brushProperty name="height" value="0.05953" units="cm"/>
      <inkml:brushProperty name="fitToCurve" value="1"/>
    </inkml:brush>
  </inkml:definitions>
  <inkml:trace contextRef="#ctx0" brushRef="#br0">14087 7138 136,'96'-17'262,"-67"168"181,-98-22-420,199-221-221,-55 1-253</inkml:trace>
</inkml:ink>
</file>

<file path=ppt/ink/ink14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82"/>
    </inkml:context>
    <inkml:brush xml:id="br0">
      <inkml:brushProperty name="width" value="0.05953" units="cm"/>
      <inkml:brushProperty name="height" value="0.05953" units="cm"/>
      <inkml:brushProperty name="fitToCurve" value="1"/>
    </inkml:brush>
  </inkml:definitions>
  <inkml:trace contextRef="#ctx0" brushRef="#br0">14670 6584 136,'-45'77'304,"-26"69"-210,61-61-62,66 0-23,101 42-34,-51 22-31,-114-69 121,-50-4 97,-54-4-39,-38-32-104,111-178-49,164-3-59,14-7-75,-63 72-128</inkml:trace>
</inkml:ink>
</file>

<file path=ppt/ink/ink14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83"/>
    </inkml:context>
    <inkml:brush xml:id="br0">
      <inkml:brushProperty name="width" value="0.05953" units="cm"/>
      <inkml:brushProperty name="height" value="0.05953" units="cm"/>
      <inkml:brushProperty name="fitToCurve" value="1"/>
    </inkml:brush>
  </inkml:definitions>
  <inkml:trace contextRef="#ctx0" brushRef="#br0">15227 6379 555,'22'64'112,"62"-47"-398</inkml:trace>
</inkml:ink>
</file>

<file path=ppt/ink/ink14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84"/>
    </inkml:context>
    <inkml:brush xml:id="br0">
      <inkml:brushProperty name="width" value="0.05953" units="cm"/>
      <inkml:brushProperty name="height" value="0.05953" units="cm"/>
      <inkml:brushProperty name="fitToCurve" value="1"/>
    </inkml:brush>
  </inkml:definitions>
  <inkml:trace contextRef="#ctx0" brushRef="#br0">15883 6308 152,'-106'67'656,"12"35"-618,-16 5-32,10-9-5,10 2 1,204-11 1,24-105-10,-4-10-26,-218 123 31,-50-5 29,22-12-14,-5 14-8,6-11-2,-6 15-2,257-26-7,7-134-14,-11-16-52,-18-9-69,-226 123 119,13 47 100,-10 13-21,6 3-29,-5 7-39,12-4-38,12-8-81,-29 17-176</inkml:trace>
</inkml:ink>
</file>

<file path=ppt/ink/ink14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85"/>
    </inkml:context>
    <inkml:brush xml:id="br0">
      <inkml:brushProperty name="width" value="0.05953" units="cm"/>
      <inkml:brushProperty name="height" value="0.05953" units="cm"/>
      <inkml:brushProperty name="fitToCurve" value="1"/>
    </inkml:brush>
  </inkml:definitions>
  <inkml:trace contextRef="#ctx0" brushRef="#br0">15263 7167 319,'101'68'126,"27"37"86,-28-32-114,46-26-196,-41-34-108,-30 22-241</inkml:trace>
</inkml:ink>
</file>

<file path=ppt/ink/ink14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86"/>
    </inkml:context>
    <inkml:brush xml:id="br0">
      <inkml:brushProperty name="width" value="0.05953" units="cm"/>
      <inkml:brushProperty name="height" value="0.05953" units="cm"/>
      <inkml:brushProperty name="fitToCurve" value="1"/>
    </inkml:brush>
  </inkml:definitions>
  <inkml:trace contextRef="#ctx0" brushRef="#br0">16290 6303 136,'-32'115'583,"-59"10"-514,20-23-62,1-2-9,-6 8-31,-3-50-226</inkml:trace>
</inkml:ink>
</file>

<file path=ppt/ink/ink14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87"/>
    </inkml:context>
    <inkml:brush xml:id="br0">
      <inkml:brushProperty name="width" value="0.05953" units="cm"/>
      <inkml:brushProperty name="height" value="0.05953" units="cm"/>
      <inkml:brushProperty name="fitToCurve" value="1"/>
    </inkml:brush>
  </inkml:definitions>
  <inkml:trace contextRef="#ctx0" brushRef="#br0">16034 6613 290,'105'-53'55,"21"12"75,-49 33-85,1 21-98,0 28-410</inkml:trace>
</inkml:ink>
</file>

<file path=ppt/ink/ink14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88"/>
    </inkml:context>
    <inkml:brush xml:id="br0">
      <inkml:brushProperty name="width" value="0.05953" units="cm"/>
      <inkml:brushProperty name="height" value="0.05953" units="cm"/>
      <inkml:brushProperty name="fitToCurve" value="1"/>
    </inkml:brush>
  </inkml:definitions>
  <inkml:trace contextRef="#ctx0" brushRef="#br0">15938 6811 219,'120'0'353,"-31"-4"-268,26-22-60,-8-3-117,-31 32-108</inkml:trace>
</inkml:ink>
</file>

<file path=ppt/ink/ink14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89"/>
    </inkml:context>
    <inkml:brush xml:id="br0">
      <inkml:brushProperty name="width" value="0.05953" units="cm"/>
      <inkml:brushProperty name="height" value="0.05953" units="cm"/>
      <inkml:brushProperty name="fitToCurve" value="1"/>
    </inkml:brush>
  </inkml:definitions>
  <inkml:trace contextRef="#ctx0" brushRef="#br0">15902 7051 136,'83'9'460,"5"-52"-417,0-15-126,-5-16-105</inkml:trace>
</inkml:ink>
</file>

<file path=ppt/ink/ink14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90"/>
    </inkml:context>
    <inkml:brush xml:id="br0">
      <inkml:brushProperty name="width" value="0.05953" units="cm"/>
      <inkml:brushProperty name="height" value="0.05953" units="cm"/>
      <inkml:brushProperty name="fitToCurve" value="1"/>
    </inkml:brush>
  </inkml:definitions>
  <inkml:trace contextRef="#ctx0" brushRef="#br0">16240 6805 136,'-49'95'143,"5"38"94,12-33-84,0-2-68,-2 30-18,10 4-17,152-195-45,-49-65-12,-20 10-5,19-46-62,-15 15-86,6 72-290</inkml:trace>
</inkml:ink>
</file>

<file path=ppt/ink/ink14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91"/>
    </inkml:context>
    <inkml:brush xml:id="br0">
      <inkml:brushProperty name="width" value="0.05953" units="cm"/>
      <inkml:brushProperty name="height" value="0.05953" units="cm"/>
      <inkml:brushProperty name="fitToCurve" value="1"/>
    </inkml:brush>
  </inkml:definitions>
  <inkml:trace contextRef="#ctx0" brushRef="#br0">16413 6679 136,'94'0'80,"-11"11"-10,-38 77-21,-49-13-7,-20 20 20,-45 84 59,4-68-69,9-21-22,-15 2-19,-36-78-66,72-110 6,22 6 4,10 0 2,51-45 10,96 131 84,14 126 107,-83-34-80,-4 21-34,-2 2-130,2-29-75,-39-4-209</inkml:trace>
</inkml:ink>
</file>

<file path=ppt/ink/ink14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92"/>
    </inkml:context>
    <inkml:brush xml:id="br0">
      <inkml:brushProperty name="width" value="0.05953" units="cm"/>
      <inkml:brushProperty name="height" value="0.05953" units="cm"/>
      <inkml:brushProperty name="fitToCurve" value="1"/>
    </inkml:brush>
  </inkml:definitions>
  <inkml:trace contextRef="#ctx0" brushRef="#br0">16750 6375 319,'151'-52'130,"-60"16"-51,-9 7-5,14-2 47,-131 145 3,-38 10-142,-15-19-102,7-27-226</inkml:trace>
</inkml:ink>
</file>

<file path=ppt/ink/ink14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93"/>
    </inkml:context>
    <inkml:brush xml:id="br0">
      <inkml:brushProperty name="width" value="0.05953" units="cm"/>
      <inkml:brushProperty name="height" value="0.05953" units="cm"/>
      <inkml:brushProperty name="fitToCurve" value="1"/>
    </inkml:brush>
  </inkml:definitions>
  <inkml:trace contextRef="#ctx0" brushRef="#br0">16577 6697 422,'166'-50'327,"-24"16"-239,-6 11-89,-243 127 1,-15-30 21,3 4-9,242-2-11,15-110-6,10-5-20,-236 149 28,-50 2 10,16-13-5,9-2 2,247-42-49,-178 69-55,-40-33 196,219-142-124,-46-65-83,-20-9-25,-26 23 25,-16 17 11,9-80-12,-11 4 45,-17 43 47,1-15 9,-5 37 7,-1 5 4,2-24 35,-11 254 340,-6 62-310,-2-4-20,7-76-30,-13 96 13,2-60-22,-8 89 4,-2-44-2,5-64-8,7 9 0,-9 85-1,7-38-4,4 51-4,4-55-1,-2-35-1,-7 58-85,8-89-169,-23-47-107</inkml:trace>
</inkml:ink>
</file>

<file path=ppt/ink/ink14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94"/>
    </inkml:context>
    <inkml:brush xml:id="br0">
      <inkml:brushProperty name="width" value="0.05953" units="cm"/>
      <inkml:brushProperty name="height" value="0.05953" units="cm"/>
      <inkml:brushProperty name="fitToCurve" value="1"/>
    </inkml:brush>
  </inkml:definitions>
  <inkml:trace contextRef="#ctx0" brushRef="#br0">17521 7326 136,'-16'63'483</inkml:trace>
</inkml:ink>
</file>

<file path=ppt/ink/ink14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95"/>
    </inkml:context>
    <inkml:brush xml:id="br0">
      <inkml:brushProperty name="width" value="0.05953" units="cm"/>
      <inkml:brushProperty name="height" value="0.05953" units="cm"/>
      <inkml:brushProperty name="fitToCurve" value="1"/>
    </inkml:brush>
  </inkml:definitions>
  <inkml:trace contextRef="#ctx0" brushRef="#br0">3073 12381 531,'-80'81'184,"-25"54"-140,11-20-20,4 0 13,9-6-31,-2 1-30,-2-18-194,9-49-78</inkml:trace>
</inkml:ink>
</file>

<file path=ppt/ink/ink14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96"/>
    </inkml:context>
    <inkml:brush xml:id="br0">
      <inkml:brushProperty name="width" value="0.05953" units="cm"/>
      <inkml:brushProperty name="height" value="0.05953" units="cm"/>
      <inkml:brushProperty name="fitToCurve" value="1"/>
    </inkml:brush>
  </inkml:definitions>
  <inkml:trace contextRef="#ctx0" brushRef="#br0">2725 12671 159,'89'-41'60,"14"5"22,38-4 45,-57 21-59,9 22 52,-71 90 28,-87 13-120,-17-7-17,-23-15-5,-1-10-1,-33 24 10,29-7-1,36 18-8,26 59-4,32-34-20,12 13-18,6-14-12,15-8 12,-3-15-26,-3-11-187</inkml:trace>
</inkml:ink>
</file>

<file path=ppt/ink/ink14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97"/>
    </inkml:context>
    <inkml:brush xml:id="br0">
      <inkml:brushProperty name="width" value="0.05953" units="cm"/>
      <inkml:brushProperty name="height" value="0.05953" units="cm"/>
      <inkml:brushProperty name="fitToCurve" value="1"/>
    </inkml:brush>
  </inkml:definitions>
  <inkml:trace contextRef="#ctx0" brushRef="#br0">2650 13284 174,'52'-102'5,"16"17"19,14 4 36,1 15 18,29 12 16,-34 56-62,1 33 10,11 129 165,-73-22-117,-21-2-45,-16 13-28,-8-8-12,-9-7-4,-18-11-9,-69-61-200,29-104 81</inkml:trace>
</inkml:ink>
</file>

<file path=ppt/ink/ink14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98"/>
    </inkml:context>
    <inkml:brush xml:id="br0">
      <inkml:brushProperty name="width" value="0.05953" units="cm"/>
      <inkml:brushProperty name="height" value="0.05953" units="cm"/>
      <inkml:brushProperty name="fitToCurve" value="1"/>
    </inkml:brush>
  </inkml:definitions>
  <inkml:trace contextRef="#ctx0" brushRef="#br0">2640 13267 509,'170'-123'287,"-33"88"-274,-48 141-96,-189 12 107,-12-17 3,1-24-13,117-210-68,85 32-32,-2 24-41,-6 47-122,-93 115 163,-56 16 166</inkml:trace>
</inkml:ink>
</file>

<file path=ppt/ink/ink14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499"/>
    </inkml:context>
    <inkml:brush xml:id="br0">
      <inkml:brushProperty name="width" value="0.05953" units="cm"/>
      <inkml:brushProperty name="height" value="0.05953" units="cm"/>
      <inkml:brushProperty name="fitToCurve" value="1"/>
    </inkml:brush>
  </inkml:definitions>
  <inkml:trace contextRef="#ctx0" brushRef="#br0">3140 12681 136,'97'-62'24,"-1"12"34,33-8 77,27 17 39,-65 57-67,-50 83 8,-86 17-62,-39-5-33,-32-20-12,-19-118-30,106-102-45,130 65 13,-76 172 120,-89-4 18,109 21-97,-68-1 46,-50-10-23,166-9-64,33-144-20,-204 139 176,-25-8-83,-1 21-15,31 3-4,225-90-2,-6-98-70,-34 2-191,-152 145 495,-8 41-149,13 40-63,24-24-17,12 12-4,9 7-11,19-23-88,-40-46-61</inkml:trace>
</inkml:ink>
</file>

<file path=ppt/ink/ink14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00"/>
    </inkml:context>
    <inkml:brush xml:id="br0">
      <inkml:brushProperty name="width" value="0.05953" units="cm"/>
      <inkml:brushProperty name="height" value="0.05953" units="cm"/>
      <inkml:brushProperty name="fitToCurve" value="1"/>
    </inkml:brush>
  </inkml:definitions>
  <inkml:trace contextRef="#ctx0" brushRef="#br0">4124 12337 198,'-68'173'629,"110"-31"-743,-28-15-147,-46-47-187</inkml:trace>
</inkml:ink>
</file>

<file path=ppt/ink/ink14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01"/>
    </inkml:context>
    <inkml:brush xml:id="br0">
      <inkml:brushProperty name="width" value="0.05953" units="cm"/>
      <inkml:brushProperty name="height" value="0.05953" units="cm"/>
      <inkml:brushProperty name="fitToCurve" value="1"/>
    </inkml:brush>
  </inkml:definitions>
  <inkml:trace contextRef="#ctx0" brushRef="#br0">3761 12788 327,'0'96'153,"-8"-29"-199</inkml:trace>
</inkml:ink>
</file>

<file path=ppt/ink/ink14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02"/>
    </inkml:context>
    <inkml:brush xml:id="br0">
      <inkml:brushProperty name="width" value="0.05953" units="cm"/>
      <inkml:brushProperty name="height" value="0.05953" units="cm"/>
      <inkml:brushProperty name="fitToCurve" value="1"/>
    </inkml:brush>
  </inkml:definitions>
  <inkml:trace contextRef="#ctx0" brushRef="#br0">4048 12768 219,'133'-49'56,"-16"11"31,-37 16 13,-1 8 6,18 12 52,-36 105-47,-130 15-95,-28-8-44,-5-21-61,14-50-161</inkml:trace>
</inkml:ink>
</file>

<file path=ppt/ink/ink14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03"/>
    </inkml:context>
    <inkml:brush xml:id="br0">
      <inkml:brushProperty name="width" value="0.05953" units="cm"/>
      <inkml:brushProperty name="height" value="0.05953" units="cm"/>
      <inkml:brushProperty name="fitToCurve" value="1"/>
    </inkml:brush>
  </inkml:definitions>
  <inkml:trace contextRef="#ctx0" brushRef="#br0">4072 12830 136,'-52'88'136,"-20"32"70,31-44-148,-1 2-54,-5 11-68,4-14-83</inkml:trace>
</inkml:ink>
</file>

<file path=ppt/ink/ink14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04"/>
    </inkml:context>
    <inkml:brush xml:id="br0">
      <inkml:brushProperty name="width" value="0.05953" units="cm"/>
      <inkml:brushProperty name="height" value="0.05953" units="cm"/>
      <inkml:brushProperty name="fitToCurve" value="1"/>
    </inkml:brush>
  </inkml:definitions>
  <inkml:trace contextRef="#ctx0" brushRef="#br0">4261 12968 172,'-33'83'170,"48"42"33,30-45-73,49-2-40,26-129-159,-127-76-113,-4 38 58,-7-8 17,-9-13 12,-15 25 47,39 169 118,78 11-75,18-111-59,-234 62 313,6 48-121,32-5-78,-38 47-61,61-60-31,-9 12-38,-6 19-121</inkml:trace>
</inkml:ink>
</file>

<file path=ppt/ink/ink14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05"/>
    </inkml:context>
    <inkml:brush xml:id="br0">
      <inkml:brushProperty name="width" value="0.05953" units="cm"/>
      <inkml:brushProperty name="height" value="0.05953" units="cm"/>
      <inkml:brushProperty name="fitToCurve" value="1"/>
    </inkml:brush>
  </inkml:definitions>
  <inkml:trace contextRef="#ctx0" brushRef="#br0">4269 13139 136,'57'-1'7,"15"24"150,-50 64-177</inkml:trace>
</inkml:ink>
</file>

<file path=ppt/ink/ink14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06"/>
    </inkml:context>
    <inkml:brush xml:id="br0">
      <inkml:brushProperty name="width" value="0.05953" units="cm"/>
      <inkml:brushProperty name="height" value="0.05953" units="cm"/>
      <inkml:brushProperty name="fitToCurve" value="1"/>
    </inkml:brush>
  </inkml:definitions>
  <inkml:trace contextRef="#ctx0" brushRef="#br0">3953 13342 193,'0'97'12,"0"20"134,0 18 82,7-46-46,105-54-137,26-70-88,-27-20-179,-29 1-39</inkml:trace>
</inkml:ink>
</file>

<file path=ppt/ink/ink14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07"/>
    </inkml:context>
    <inkml:brush xml:id="br0">
      <inkml:brushProperty name="width" value="0.05953" units="cm"/>
      <inkml:brushProperty name="height" value="0.05953" units="cm"/>
      <inkml:brushProperty name="fitToCurve" value="1"/>
    </inkml:brush>
  </inkml:definitions>
  <inkml:trace contextRef="#ctx0" brushRef="#br0">4180 13252 136,'-31'162'385,"22"-83"-377,10 5-2,79-40-9,5-79-3,6-19 3,2-8 3,69-34 41,-144 200 189,-67 39-194,13-22-21,-19-45-196</inkml:trace>
</inkml:ink>
</file>

<file path=ppt/ink/ink14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08"/>
    </inkml:context>
    <inkml:brush xml:id="br0">
      <inkml:brushProperty name="width" value="0.05953" units="cm"/>
      <inkml:brushProperty name="height" value="0.05953" units="cm"/>
      <inkml:brushProperty name="fitToCurve" value="1"/>
    </inkml:brush>
  </inkml:definitions>
  <inkml:trace contextRef="#ctx0" brushRef="#br0">5546 12610 208,'-122'0'525,"-12"0"-445,1 0-68,-7-8 4,8 38 7,93 115-18,41 21-4,-5-9-1,0 3-1,-7 16-1,-2-21-3,0-18-10,2 11-111,-7-40-147</inkml:trace>
</inkml:ink>
</file>

<file path=ppt/ink/ink14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09"/>
    </inkml:context>
    <inkml:brush xml:id="br0">
      <inkml:brushProperty name="width" value="0.05953" units="cm"/>
      <inkml:brushProperty name="height" value="0.05953" units="cm"/>
      <inkml:brushProperty name="fitToCurve" value="1"/>
    </inkml:brush>
  </inkml:definitions>
  <inkml:trace contextRef="#ctx0" brushRef="#br0">4833 13154 141,'70'-74'2,"26"-7"43,-15 19 24,22 0 54,48 34 79,-78 110-75,-71 41-53,-27 11-22,-5-2-29,-6 18-18,4-10-8,-1 8-124,-17-66-122</inkml:trace>
</inkml:ink>
</file>

<file path=ppt/ink/ink14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10"/>
    </inkml:context>
    <inkml:brush xml:id="br0">
      <inkml:brushProperty name="width" value="0.05953" units="cm"/>
      <inkml:brushProperty name="height" value="0.05953" units="cm"/>
      <inkml:brushProperty name="fitToCurve" value="1"/>
    </inkml:brush>
  </inkml:definitions>
  <inkml:trace contextRef="#ctx0" brushRef="#br0">4936 13140 407,'184'-39'384,"-178"173"-321,-84-24-55,-5 2-2,3-56-191</inkml:trace>
</inkml:ink>
</file>

<file path=ppt/ink/ink14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11"/>
    </inkml:context>
    <inkml:brush xml:id="br0">
      <inkml:brushProperty name="width" value="0.05953" units="cm"/>
      <inkml:brushProperty name="height" value="0.05953" units="cm"/>
      <inkml:brushProperty name="fitToCurve" value="1"/>
    </inkml:brush>
  </inkml:definitions>
  <inkml:trace contextRef="#ctx0" brushRef="#br0">5547 12609 159,'-114'68'314,"28"76"-231,72-55-97,56-12-45,43-39 3,52-5-60,-36 26 47,-36 35 73,-37 10 80,-35 33 181,-42-37-67,-56-10-120,-17-162-69,160-90-16,34 31-5,33-1-25,-14 40-217,-16 54-35</inkml:trace>
</inkml:ink>
</file>

<file path=ppt/ink/ink14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12"/>
    </inkml:context>
    <inkml:brush xml:id="br0">
      <inkml:brushProperty name="width" value="0.05953" units="cm"/>
      <inkml:brushProperty name="height" value="0.05953" units="cm"/>
      <inkml:brushProperty name="fitToCurve" value="1"/>
    </inkml:brush>
  </inkml:definitions>
  <inkml:trace contextRef="#ctx0" brushRef="#br0">6307 12238 597,'51'91'248,"-12"47"-370,-46-59-32</inkml:trace>
</inkml:ink>
</file>

<file path=ppt/ink/ink14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13"/>
    </inkml:context>
    <inkml:brush xml:id="br0">
      <inkml:brushProperty name="width" value="0.05953" units="cm"/>
      <inkml:brushProperty name="height" value="0.05953" units="cm"/>
      <inkml:brushProperty name="fitToCurve" value="1"/>
    </inkml:brush>
  </inkml:definitions>
  <inkml:trace contextRef="#ctx0" brushRef="#br0">6087 12554 428,'2'79'185,"16"38"-91,-14 12-136,-17-21-62,-6-3-44,-2-29-116</inkml:trace>
</inkml:ink>
</file>

<file path=ppt/ink/ink14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14"/>
    </inkml:context>
    <inkml:brush xml:id="br0">
      <inkml:brushProperty name="width" value="0.05953" units="cm"/>
      <inkml:brushProperty name="height" value="0.05953" units="cm"/>
      <inkml:brushProperty name="fitToCurve" value="1"/>
    </inkml:brush>
  </inkml:definitions>
  <inkml:trace contextRef="#ctx0" brushRef="#br0">6253 12618 452,'82'-53'-21,"64"-15"134,-37 27-5,7 13 16,8 38-67,-107 124-49,-104-15-24,-4-25-40,-6-27-56,15-43-111</inkml:trace>
</inkml:ink>
</file>

<file path=ppt/ink/ink14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15"/>
    </inkml:context>
    <inkml:brush xml:id="br0">
      <inkml:brushProperty name="width" value="0.05953" units="cm"/>
      <inkml:brushProperty name="height" value="0.05953" units="cm"/>
      <inkml:brushProperty name="fitToCurve" value="1"/>
    </inkml:brush>
  </inkml:definitions>
  <inkml:trace contextRef="#ctx0" brushRef="#br0">6323 12678 266,'-60'117'429,"24"9"-352,1-7-74,-9-2-79,-21-37-279</inkml:trace>
</inkml:ink>
</file>

<file path=ppt/ink/ink14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16"/>
    </inkml:context>
    <inkml:brush xml:id="br0">
      <inkml:brushProperty name="width" value="0.05953" units="cm"/>
      <inkml:brushProperty name="height" value="0.05953" units="cm"/>
      <inkml:brushProperty name="fitToCurve" value="1"/>
    </inkml:brush>
  </inkml:definitions>
  <inkml:trace contextRef="#ctx0" brushRef="#br0">6272 12922 234,'25'81'39,"67"-18"98,69-18 27,-70-15-69,-73-149-267,-46 27 49,-10-24-11,-7 26 70,-43 34 89,106 139 70</inkml:trace>
</inkml:ink>
</file>

<file path=ppt/ink/ink14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17"/>
    </inkml:context>
    <inkml:brush xml:id="br0">
      <inkml:brushProperty name="width" value="0.05953" units="cm"/>
      <inkml:brushProperty name="height" value="0.05953" units="cm"/>
      <inkml:brushProperty name="fitToCurve" value="1"/>
    </inkml:brush>
  </inkml:definitions>
  <inkml:trace contextRef="#ctx0" brushRef="#br0">6655 12699 136,'-76'109'141,"-2"2"-21,-35 41-14,-9-7-62,42-60-50,-47 38-54,14-32-137</inkml:trace>
</inkml:ink>
</file>

<file path=ppt/ink/ink14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18"/>
    </inkml:context>
    <inkml:brush xml:id="br0">
      <inkml:brushProperty name="width" value="0.05953" units="cm"/>
      <inkml:brushProperty name="height" value="0.05953" units="cm"/>
      <inkml:brushProperty name="fitToCurve" value="1"/>
    </inkml:brush>
  </inkml:definitions>
  <inkml:trace contextRef="#ctx0" brushRef="#br0">6607 12859 158,'37'68'120,"7"5"-34</inkml:trace>
</inkml:ink>
</file>

<file path=ppt/ink/ink14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19"/>
    </inkml:context>
    <inkml:brush xml:id="br0">
      <inkml:brushProperty name="width" value="0.05953" units="cm"/>
      <inkml:brushProperty name="height" value="0.05953" units="cm"/>
      <inkml:brushProperty name="fitToCurve" value="1"/>
    </inkml:brush>
  </inkml:definitions>
  <inkml:trace contextRef="#ctx0" brushRef="#br0">6219 13185 208,'0'104'229,"-4"-26"-156,-6 12 52,-8 12 26,130-39-83,39-113-66,-9-2-12,-9 6-151,-56 45 14</inkml:trace>
</inkml:ink>
</file>

<file path=ppt/ink/ink14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20"/>
    </inkml:context>
    <inkml:brush xml:id="br0">
      <inkml:brushProperty name="width" value="0.05953" units="cm"/>
      <inkml:brushProperty name="height" value="0.05953" units="cm"/>
      <inkml:brushProperty name="fitToCurve" value="1"/>
    </inkml:brush>
  </inkml:definitions>
  <inkml:trace contextRef="#ctx0" brushRef="#br0">6418 13035 141,'0'129'238,"0"7"-213,0-62-15,86-20-24,28-163 20,-8 16 33,23 31 102,-124 156-27,-36 31-55,-20-42-317</inkml:trace>
</inkml:ink>
</file>

<file path=ppt/ink/ink14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21"/>
    </inkml:context>
    <inkml:brush xml:id="br0">
      <inkml:brushProperty name="width" value="0.05953" units="cm"/>
      <inkml:brushProperty name="height" value="0.05953" units="cm"/>
      <inkml:brushProperty name="fitToCurve" value="1"/>
    </inkml:brush>
  </inkml:definitions>
  <inkml:trace contextRef="#ctx0" brushRef="#br0">7378 12462 319,'-117'159'494,"54"-48"-490,-1 2-34,-10 16-103,22-44-158</inkml:trace>
</inkml:ink>
</file>

<file path=ppt/ink/ink14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22"/>
    </inkml:context>
    <inkml:brush xml:id="br0">
      <inkml:brushProperty name="width" value="0.05953" units="cm"/>
      <inkml:brushProperty name="height" value="0.05953" units="cm"/>
      <inkml:brushProperty name="fitToCurve" value="1"/>
    </inkml:brush>
  </inkml:definitions>
  <inkml:trace contextRef="#ctx0" brushRef="#br0">7216 12763 308,'121'-68'180,"-42"40"-29,27 37-163,-31 27-201</inkml:trace>
</inkml:ink>
</file>

<file path=ppt/ink/ink14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23"/>
    </inkml:context>
    <inkml:brush xml:id="br0">
      <inkml:brushProperty name="width" value="0.05953" units="cm"/>
      <inkml:brushProperty name="height" value="0.05953" units="cm"/>
      <inkml:brushProperty name="fitToCurve" value="1"/>
    </inkml:brush>
  </inkml:definitions>
  <inkml:trace contextRef="#ctx0" brushRef="#br0">7004 13032 253,'125'-23'246,"-45"1"-131,23-10-6,12-1-61,-29 39-213</inkml:trace>
</inkml:ink>
</file>

<file path=ppt/ink/ink14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24"/>
    </inkml:context>
    <inkml:brush xml:id="br0">
      <inkml:brushProperty name="width" value="0.05953" units="cm"/>
      <inkml:brushProperty name="height" value="0.05953" units="cm"/>
      <inkml:brushProperty name="fitToCurve" value="1"/>
    </inkml:brush>
  </inkml:definitions>
  <inkml:trace contextRef="#ctx0" brushRef="#br0">6915 13264 234,'108'0'296,"-26"0"-186,42-16-38,-8-11-111,-12-14-114,-29-19-28,-67-35 57</inkml:trace>
</inkml:ink>
</file>

<file path=ppt/ink/ink14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25"/>
    </inkml:context>
    <inkml:brush xml:id="br0">
      <inkml:brushProperty name="width" value="0.05953" units="cm"/>
      <inkml:brushProperty name="height" value="0.05953" units="cm"/>
      <inkml:brushProperty name="fitToCurve" value="1"/>
    </inkml:brush>
  </inkml:definitions>
  <inkml:trace contextRef="#ctx0" brushRef="#br0">7268 12980 136,'-9'77'88,"-7"14"16,-20 58 118,12-54-49,-3 26-52,32 23-90,136-131-52,-56-126-93,-34-5-60,-20 30 6</inkml:trace>
</inkml:ink>
</file>

<file path=ppt/ink/ink14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26"/>
    </inkml:context>
    <inkml:brush xml:id="br0">
      <inkml:brushProperty name="width" value="0.05953" units="cm"/>
      <inkml:brushProperty name="height" value="0.05953" units="cm"/>
      <inkml:brushProperty name="fitToCurve" value="1"/>
    </inkml:brush>
  </inkml:definitions>
  <inkml:trace contextRef="#ctx0" brushRef="#br0">7612 12469 253,'0'117'115,"0"-14"-14,1-19-29,-2 0-1,-8 46-9,-2-15-17,-17 59-1,-5-1-26,3-30-20,2-19-31,0 10-122,3-38-18,-9-21-8</inkml:trace>
</inkml:ink>
</file>

<file path=ppt/ink/ink14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27"/>
    </inkml:context>
    <inkml:brush xml:id="br0">
      <inkml:brushProperty name="width" value="0.05953" units="cm"/>
      <inkml:brushProperty name="height" value="0.05953" units="cm"/>
      <inkml:brushProperty name="fitToCurve" value="1"/>
    </inkml:brush>
  </inkml:definitions>
  <inkml:trace contextRef="#ctx0" brushRef="#br0">7362 12628 322,'129'-61'227,"-46"33"-166,16 4 9,27 5 12,-8 28-33,0 61-18,-50 77-13,-38-1-10,-15 12-2,-1 18-1,-4-36-3,-1 38-1,-1-40 0,-8 22-1,-13-12 1,-104-71-2,-3-171-30,39-16-148,55 26-50</inkml:trace>
</inkml:ink>
</file>

<file path=ppt/ink/ink14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28"/>
    </inkml:context>
    <inkml:brush xml:id="br0">
      <inkml:brushProperty name="width" value="0.05953" units="cm"/>
      <inkml:brushProperty name="height" value="0.05953" units="cm"/>
      <inkml:brushProperty name="fitToCurve" value="1"/>
    </inkml:brush>
  </inkml:definitions>
  <inkml:trace contextRef="#ctx0" brushRef="#br0">7531 12931 313,'101'-76'309,"23"38"-173,7 3-68,-111 163-20,-130-10-41,17-1-3,120 19 0,111-155-12,-11-49-76,-39 52-87</inkml:trace>
</inkml:ink>
</file>

<file path=ppt/ink/ink14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29"/>
    </inkml:context>
    <inkml:brush xml:id="br0">
      <inkml:brushProperty name="width" value="0.05953" units="cm"/>
      <inkml:brushProperty name="height" value="0.05953" units="cm"/>
      <inkml:brushProperty name="fitToCurve" value="1"/>
    </inkml:brush>
  </inkml:definitions>
  <inkml:trace contextRef="#ctx0" brushRef="#br0">4675 5211 526,'99'-65'-55,"-40"75"-285</inkml:trace>
</inkml:ink>
</file>

<file path=ppt/ink/ink14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30"/>
    </inkml:context>
    <inkml:brush xml:id="br0">
      <inkml:brushProperty name="width" value="0.05953" units="cm"/>
      <inkml:brushProperty name="height" value="0.05953" units="cm"/>
      <inkml:brushProperty name="fitToCurve" value="1"/>
    </inkml:brush>
  </inkml:definitions>
  <inkml:trace contextRef="#ctx0" brushRef="#br0">4678 5349 290,'-53'89'223,"132"-21"-26,24-9-117,-15 23-109,-157 30-22,-26-36 128,12 17-7,104 57-46,96-65-20,25-37-4,10-20-1,0-20-1,17-29-3,-89 37-104,0 0-651</inkml:trace>
</inkml:ink>
</file>

<file path=ppt/ink/ink14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31"/>
    </inkml:context>
    <inkml:brush xml:id="br0">
      <inkml:brushProperty name="width" value="0.05953" units="cm"/>
      <inkml:brushProperty name="height" value="0.05953" units="cm"/>
      <inkml:brushProperty name="fitToCurve" value="1"/>
    </inkml:brush>
  </inkml:definitions>
  <inkml:trace contextRef="#ctx0" brushRef="#br0">4966 5470 169,'83'-84'537,"27"72"-460,19 6-31,42 18-13,-37 36-31,-92 102-2,-101-23 6,-35-21 2,-42-45-6,31-175-58,70 31-120</inkml:trace>
</inkml:ink>
</file>

<file path=ppt/ink/ink14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32"/>
    </inkml:context>
    <inkml:brush xml:id="br0">
      <inkml:brushProperty name="width" value="0.05953" units="cm"/>
      <inkml:brushProperty name="height" value="0.05953" units="cm"/>
      <inkml:brushProperty name="fitToCurve" value="1"/>
    </inkml:brush>
  </inkml:definitions>
  <inkml:trace contextRef="#ctx0" brushRef="#br0">5260 5227 136,'-28'119'159,"-14"-2"72,10-27-116,-14 30 1,-2-7-67,-23 15-111,-9-53-315</inkml:trace>
</inkml:ink>
</file>

<file path=ppt/ink/ink14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33"/>
    </inkml:context>
    <inkml:brush xml:id="br0">
      <inkml:brushProperty name="width" value="0.05953" units="cm"/>
      <inkml:brushProperty name="height" value="0.05953" units="cm"/>
      <inkml:brushProperty name="fitToCurve" value="1"/>
    </inkml:brush>
  </inkml:definitions>
  <inkml:trace contextRef="#ctx0" brushRef="#br0">5855 5305 623,'111'-7'153,"30"-1"-74,13-11-86,-29-22-356,-43 41 13</inkml:trace>
</inkml:ink>
</file>

<file path=ppt/ink/ink14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34"/>
    </inkml:context>
    <inkml:brush xml:id="br0">
      <inkml:brushProperty name="width" value="0.05953" units="cm"/>
      <inkml:brushProperty name="height" value="0.05953" units="cm"/>
      <inkml:brushProperty name="fitToCurve" value="1"/>
    </inkml:brush>
  </inkml:definitions>
  <inkml:trace contextRef="#ctx0" brushRef="#br0">6234 4956 285,'0'85'39,"0"-6"14,0 8 28,3 64 28,-1-20-2,1-9-22,-4 32-25,-2-27-27,-8 46-16,-11-11-11,-18-1-1,-10-20-2,-97-136-19,102-147 7,20-45-30,18 51-23,10 9-126,25 49-101</inkml:trace>
</inkml:ink>
</file>

<file path=ppt/ink/ink14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35"/>
    </inkml:context>
    <inkml:brush xml:id="br0">
      <inkml:brushProperty name="width" value="0.05953" units="cm"/>
      <inkml:brushProperty name="height" value="0.05953" units="cm"/>
      <inkml:brushProperty name="fitToCurve" value="1"/>
    </inkml:brush>
  </inkml:definitions>
  <inkml:trace contextRef="#ctx0" brushRef="#br0">6165 5344 274,'-22'129'335,"-44"-5"-210,-6-13-86,-7-1-34,-4 6-35,4-9-47,15-15-46,-17-32-420</inkml:trace>
</inkml:ink>
</file>

<file path=ppt/ink/ink14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36"/>
    </inkml:context>
    <inkml:brush xml:id="br0">
      <inkml:brushProperty name="width" value="0.05953" units="cm"/>
      <inkml:brushProperty name="height" value="0.05953" units="cm"/>
      <inkml:brushProperty name="fitToCurve" value="1"/>
    </inkml:brush>
  </inkml:definitions>
  <inkml:trace contextRef="#ctx0" brushRef="#br0">6184 5439 340,'12'147'295,"38"-63"-259,-30 0-264</inkml:trace>
</inkml:ink>
</file>

<file path=ppt/ink/ink14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37"/>
    </inkml:context>
    <inkml:brush xml:id="br0">
      <inkml:brushProperty name="width" value="0.05953" units="cm"/>
      <inkml:brushProperty name="height" value="0.05953" units="cm"/>
      <inkml:brushProperty name="fitToCurve" value="1"/>
    </inkml:brush>
  </inkml:definitions>
  <inkml:trace contextRef="#ctx0" brushRef="#br0">6432 5010 293,'0'99'31,"0"-23"27,0 88 47,0-17-12,0-21-14,0-10-23,-12 19-31,-4 28-44,1-31-58,-1-19-99,-23-39-47</inkml:trace>
</inkml:ink>
</file>

<file path=ppt/ink/ink14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38"/>
    </inkml:context>
    <inkml:brush xml:id="br0">
      <inkml:brushProperty name="width" value="0.05953" units="cm"/>
      <inkml:brushProperty name="height" value="0.05953" units="cm"/>
      <inkml:brushProperty name="fitToCurve" value="1"/>
    </inkml:brush>
  </inkml:definitions>
  <inkml:trace contextRef="#ctx0" brushRef="#br0">6442 5103 205,'85'-36'15,"7"-1"68,40-2 143,-35 34-51,-11 100-49,-73 40-101,-19 1-15,-6 34-4,2 0 0,2 6-1,6-27-3,-1 27-4,6-39-8,-27-61-98,1 0-648</inkml:trace>
</inkml:ink>
</file>

<file path=ppt/ink/ink14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39"/>
    </inkml:context>
    <inkml:brush xml:id="br0">
      <inkml:brushProperty name="width" value="0.05953" units="cm"/>
      <inkml:brushProperty name="height" value="0.05953" units="cm"/>
      <inkml:brushProperty name="fitToCurve" value="1"/>
    </inkml:brush>
  </inkml:definitions>
  <inkml:trace contextRef="#ctx0" brushRef="#br0">6484 5407 659,'102'-8'131,"32"0"-76,-12 57-418,-229 64 120,7-58 255,-31 4 110,55-25 59,158 4 141,76-74-323,-12 3-23,-167 194-133,-80-54 235,-5 8-2,4 5-40,132 15-30,134-196-13,-37-32-171,-39 65-61</inkml:trace>
</inkml:ink>
</file>

<file path=ppt/ink/ink14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40"/>
    </inkml:context>
    <inkml:brush xml:id="br0">
      <inkml:brushProperty name="width" value="0.05953" units="cm"/>
      <inkml:brushProperty name="height" value="0.05953" units="cm"/>
      <inkml:brushProperty name="fitToCurve" value="1"/>
    </inkml:brush>
  </inkml:definitions>
  <inkml:trace contextRef="#ctx0" brushRef="#br0">6870 5609 570,'101'-41'146,"12"12"-40,45 0-64,-14 7-41,-11-17-184,-57 42 37</inkml:trace>
</inkml:ink>
</file>

<file path=ppt/ink/ink14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41"/>
    </inkml:context>
    <inkml:brush xml:id="br0">
      <inkml:brushProperty name="width" value="0.05953" units="cm"/>
      <inkml:brushProperty name="height" value="0.05953" units="cm"/>
      <inkml:brushProperty name="fitToCurve" value="1"/>
    </inkml:brush>
  </inkml:definitions>
  <inkml:trace contextRef="#ctx0" brushRef="#br0">7229 5187 195,'0'81'63,"0"-8"35,0 73 135,-4-31-122,-9 34-1,-11-17-60,-4-1-32,-9 9-11,-1 5-3,137-300-16,-44-7-99,-18 42-458</inkml:trace>
</inkml:ink>
</file>

<file path=ppt/ink/ink14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42"/>
    </inkml:context>
    <inkml:brush xml:id="br0">
      <inkml:brushProperty name="width" value="0.05953" units="cm"/>
      <inkml:brushProperty name="height" value="0.05953" units="cm"/>
      <inkml:brushProperty name="fitToCurve" value="1"/>
    </inkml:brush>
  </inkml:definitions>
  <inkml:trace contextRef="#ctx0" brushRef="#br0">7369 5324 138,'84'-23'66,"13"-3"42,22 15-4,12 82 24,-92 4-44,-17 21 2,-17 27-11,-7 8-25,-17 17-17,-6 5-21,-11-19-13,3-268-136,11 14-37,-1-10 19,4 47 87,-22-33-16,-55 145 69,40 109 150,27-65-38,1 2 2,-8 20-18,-9 37-25,9-25-91,-23-26-312</inkml:trace>
</inkml:ink>
</file>

<file path=ppt/ink/ink14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43"/>
    </inkml:context>
    <inkml:brush xml:id="br0">
      <inkml:brushProperty name="width" value="0.05953" units="cm"/>
      <inkml:brushProperty name="height" value="0.05953" units="cm"/>
      <inkml:brushProperty name="fitToCurve" value="1"/>
    </inkml:brush>
  </inkml:definitions>
  <inkml:trace contextRef="#ctx0" brushRef="#br0">8797 5139 623,'-92'-60'248,"-42"-31"-252,12 10-1,-4 132 12,106 96-4,12 16-2,-1-3-1,1 16 0,-4-17-4,-3-8-7,-1-12-76,-21-61-78</inkml:trace>
</inkml:ink>
</file>

<file path=ppt/ink/ink14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44"/>
    </inkml:context>
    <inkml:brush xml:id="br0">
      <inkml:brushProperty name="width" value="0.05953" units="cm"/>
      <inkml:brushProperty name="height" value="0.05953" units="cm"/>
      <inkml:brushProperty name="fitToCurve" value="1"/>
    </inkml:brush>
  </inkml:definitions>
  <inkml:trace contextRef="#ctx0" brushRef="#br0">8280 5420 212,'89'-94'9,"-6"37"44,40-7 120,34 8 117,-46 119-179,-104 71-96,-28 15-10,1-13-1,3 6-2,-3 6-9,-27-20-378</inkml:trace>
</inkml:ink>
</file>

<file path=ppt/ink/ink14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45"/>
    </inkml:context>
    <inkml:brush xml:id="br0">
      <inkml:brushProperty name="width" value="0.05953" units="cm"/>
      <inkml:brushProperty name="height" value="0.05953" units="cm"/>
      <inkml:brushProperty name="fitToCurve" value="1"/>
    </inkml:brush>
  </inkml:definitions>
  <inkml:trace contextRef="#ctx0" brushRef="#br0">8414 5413 347,'117'17'238,"-90"71"-26,-57 32-150,-44-8-45,160-215-398,-8 55-110</inkml:trace>
</inkml:ink>
</file>

<file path=ppt/ink/ink14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46"/>
    </inkml:context>
    <inkml:brush xml:id="br0">
      <inkml:brushProperty name="width" value="0.05953" units="cm"/>
      <inkml:brushProperty name="height" value="0.05953" units="cm"/>
      <inkml:brushProperty name="fitToCurve" value="1"/>
    </inkml:brush>
  </inkml:definitions>
  <inkml:trace contextRef="#ctx0" brushRef="#br0">9068 4804 330,'-100'83'160,"54"-1"-6,11 26-45,83 9-91,49-9-16,3 9-13,-29-3-47,-35-4 10,-45 1 40,-45-5 97,-48-14 9,-43-37-55,51-178-35,148-51-14,25 28-10,52-33-66,-37 77-121,-3 51-215</inkml:trace>
</inkml:ink>
</file>

<file path=ppt/ink/ink14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47"/>
    </inkml:context>
    <inkml:brush xml:id="br0">
      <inkml:brushProperty name="width" value="0.05953" units="cm"/>
      <inkml:brushProperty name="height" value="0.05953" units="cm"/>
      <inkml:brushProperty name="fitToCurve" value="1"/>
    </inkml:brush>
  </inkml:definitions>
  <inkml:trace contextRef="#ctx0" brushRef="#br0">9944 4339 635,'-35'91'-28,"9"3"26,-3 5-156</inkml:trace>
</inkml:ink>
</file>

<file path=ppt/ink/ink14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48"/>
    </inkml:context>
    <inkml:brush xml:id="br0">
      <inkml:brushProperty name="width" value="0.05953" units="cm"/>
      <inkml:brushProperty name="height" value="0.05953" units="cm"/>
      <inkml:brushProperty name="fitToCurve" value="1"/>
    </inkml:brush>
  </inkml:definitions>
  <inkml:trace contextRef="#ctx0" brushRef="#br0">9593 4718 683,'132'-36'56,"20"1"19,-16 8-37,-5 9-24,13 3-16,-3 8-141,-63 29-11</inkml:trace>
</inkml:ink>
</file>

<file path=ppt/ink/ink14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49"/>
    </inkml:context>
    <inkml:brush xml:id="br0">
      <inkml:brushProperty name="width" value="0.05953" units="cm"/>
      <inkml:brushProperty name="height" value="0.05953" units="cm"/>
      <inkml:brushProperty name="fitToCurve" value="1"/>
    </inkml:brush>
  </inkml:definitions>
  <inkml:trace contextRef="#ctx0" brushRef="#br0">9867 4703 443,'-19'88'-41,"-8"21"74,5-7 39,-9 42 17,2-14-1,-8 26-13,-8 23-18,7-39-30,-7 9-14,-5-2-6,-14 26-5,5-34-3,-2 0-25,-12-59-259</inkml:trace>
</inkml:ink>
</file>

<file path=ppt/ink/ink14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50"/>
    </inkml:context>
    <inkml:brush xml:id="br0">
      <inkml:brushProperty name="width" value="0.05953" units="cm"/>
      <inkml:brushProperty name="height" value="0.05953" units="cm"/>
      <inkml:brushProperty name="fitToCurve" value="1"/>
    </inkml:brush>
  </inkml:definitions>
  <inkml:trace contextRef="#ctx0" brushRef="#br0">10039 4796 353,'-108'170'503,"17"-36"-504,10-20-20,-4 3-71,16-18-164</inkml:trace>
</inkml:ink>
</file>

<file path=ppt/ink/ink14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51"/>
    </inkml:context>
    <inkml:brush xml:id="br0">
      <inkml:brushProperty name="width" value="0.05953" units="cm"/>
      <inkml:brushProperty name="height" value="0.05953" units="cm"/>
      <inkml:brushProperty name="fitToCurve" value="1"/>
    </inkml:brush>
  </inkml:definitions>
  <inkml:trace contextRef="#ctx0" brushRef="#br0">9882 4941 206,'0'101'127,"-11"-19"-55,-4 10-23,1-11-26,0-3-17,-6-2-32,-4-2-192</inkml:trace>
</inkml:ink>
</file>

<file path=ppt/ink/ink14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52"/>
    </inkml:context>
    <inkml:brush xml:id="br0">
      <inkml:brushProperty name="width" value="0.05953" units="cm"/>
      <inkml:brushProperty name="height" value="0.05953" units="cm"/>
      <inkml:brushProperty name="fitToCurve" value="1"/>
    </inkml:brush>
  </inkml:definitions>
  <inkml:trace contextRef="#ctx0" brushRef="#br0">9946 5083 136,'85'-85'48,"7"32"-16,-16 13-71</inkml:trace>
</inkml:ink>
</file>

<file path=ppt/ink/ink15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53"/>
    </inkml:context>
    <inkml:brush xml:id="br0">
      <inkml:brushProperty name="width" value="0.05953" units="cm"/>
      <inkml:brushProperty name="height" value="0.05953" units="cm"/>
      <inkml:brushProperty name="fitToCurve" value="1"/>
    </inkml:brush>
  </inkml:definitions>
  <inkml:trace contextRef="#ctx0" brushRef="#br0">10163 4804 136,'0'83'10,"0"-6"13,-3 37 14,-3-3 10,-7-6-9,-7 0-11,-18 2-3,-21-224 351,97 11-529,25 32-253</inkml:trace>
</inkml:ink>
</file>

<file path=ppt/ink/ink15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54"/>
    </inkml:context>
    <inkml:brush xml:id="br0">
      <inkml:brushProperty name="width" value="0.05953" units="cm"/>
      <inkml:brushProperty name="height" value="0.05953" units="cm"/>
      <inkml:brushProperty name="fitToCurve" value="1"/>
    </inkml:brush>
  </inkml:definitions>
  <inkml:trace contextRef="#ctx0" brushRef="#br0">9874 5282 353,'-58'120'147,"34"-42"-69,-4 47 22,3 18-40,5-5-49,-1-7-28,4-14-31,5-12-88,-27-22-260</inkml:trace>
</inkml:ink>
</file>

<file path=ppt/ink/ink15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55"/>
    </inkml:context>
    <inkml:brush xml:id="br0">
      <inkml:brushProperty name="width" value="0.05953" units="cm"/>
      <inkml:brushProperty name="height" value="0.05953" units="cm"/>
      <inkml:brushProperty name="fitToCurve" value="1"/>
    </inkml:brush>
  </inkml:definitions>
  <inkml:trace contextRef="#ctx0" brushRef="#br0">9675 5983 145,'49'-105'1,"20"-1"7,25-20 37,-18 46 10,43-27 60,-6 26-6,-22 26-40,7 32-30,-10 196 28,-98-23-6,-11-7-4,-12-9-14,-15 7-12,5-15-14,-93-145-551</inkml:trace>
</inkml:ink>
</file>

<file path=ppt/ink/ink15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56"/>
    </inkml:context>
    <inkml:brush xml:id="br0">
      <inkml:brushProperty name="width" value="0.05953" units="cm"/>
      <inkml:brushProperty name="height" value="0.05953" units="cm"/>
      <inkml:brushProperty name="fitToCurve" value="1"/>
    </inkml:brush>
  </inkml:definitions>
  <inkml:trace contextRef="#ctx0" brushRef="#br0">10131 5142 136,'-2'89'558,"-34"20"-439,-33 21-92,-6-12-14,169-26-10,30-146-81,-235 126 29,19-4 120,10 41-16,151 1-66,81-108-128,-48-51-85,-23 39-124</inkml:trace>
</inkml:ink>
</file>

<file path=ppt/ink/ink15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57"/>
    </inkml:context>
    <inkml:brush xml:id="br0">
      <inkml:brushProperty name="width" value="0.05953" units="cm"/>
      <inkml:brushProperty name="height" value="0.05953" units="cm"/>
      <inkml:brushProperty name="fitToCurve" value="1"/>
    </inkml:brush>
  </inkml:definitions>
  <inkml:trace contextRef="#ctx0" brushRef="#br0">11026 4571 497,'-26'83'200,"-21"18"-132,-23 29-44,3-11-17,-1-7-19,-5-11-33,-2-11-48,190-135 145,-6-29 11,12-12-45,-13 10-107,-220 160-257,26 10 372,36-16 3,-8 55 45,28-42-24,1 29 14,9-9-3,8-1 0,2 9-11,3 7-31,103-217-322,-58-27 251,-3 11 11,19-54-2,1 17 24,-26 70 14,26-40 1,-12 249 270,-47-47-175,-11 22-27,-7 7-118,-21-39-176</inkml:trace>
</inkml:ink>
</file>

<file path=ppt/ink/ink15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58"/>
    </inkml:context>
    <inkml:brush xml:id="br0">
      <inkml:brushProperty name="width" value="0.05953" units="cm"/>
      <inkml:brushProperty name="height" value="0.05953" units="cm"/>
      <inkml:brushProperty name="fitToCurve" value="1"/>
    </inkml:brush>
  </inkml:definitions>
  <inkml:trace contextRef="#ctx0" brushRef="#br0">10957 5117 136,'75'-36'21,"0"12"29,39-3 87,32 8 78,-53 19-72,-10 74 5,-149 36-129,-49-14-16,-14-3-1,23-2 2,229-186-218,-71 10-3</inkml:trace>
</inkml:ink>
</file>

<file path=ppt/ink/ink15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59"/>
    </inkml:context>
    <inkml:brush xml:id="br0">
      <inkml:brushProperty name="width" value="0.05953" units="cm"/>
      <inkml:brushProperty name="height" value="0.05953" units="cm"/>
      <inkml:brushProperty name="fitToCurve" value="1"/>
    </inkml:brush>
  </inkml:definitions>
  <inkml:trace contextRef="#ctx0" brushRef="#br0">11322 4723 148,'-30'115'620,"25"31"-568,1-13-40,-11 25-7,-2 3-8,-10-19-15,-32 20-65,9-53-19,-13-8-5,5-22 28,-70 27 82,158-198 394,128-12-375,-12 30-18,-19 17-2,11 25 1,-82 169 0,-83 7-6,-21-60-184</inkml:trace>
</inkml:ink>
</file>

<file path=ppt/ink/ink15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60"/>
    </inkml:context>
    <inkml:brush xml:id="br0">
      <inkml:brushProperty name="width" value="0.05953" units="cm"/>
      <inkml:brushProperty name="height" value="0.05953" units="cm"/>
      <inkml:brushProperty name="fitToCurve" value="1"/>
    </inkml:brush>
  </inkml:definitions>
  <inkml:trace contextRef="#ctx0" brushRef="#br0">12009 4894 208,'106'0'112,"34"0"156,-49 13-114,18 43-40,-52 84-103,-99 0-40,-49 4-120,26-53-19,-40 44-114,57-27 226,65-34 155,79-1 90,-10-37-155</inkml:trace>
</inkml:ink>
</file>

<file path=ppt/ink/ink15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61"/>
    </inkml:context>
    <inkml:brush xml:id="br0">
      <inkml:brushProperty name="width" value="0.05953" units="cm"/>
      <inkml:brushProperty name="height" value="0.05953" units="cm"/>
      <inkml:brushProperty name="fitToCurve" value="1"/>
    </inkml:brush>
  </inkml:definitions>
  <inkml:trace contextRef="#ctx0" brushRef="#br0">13590 4275 461,'-100'80'43,"20"9"46,-11 49 15,33-25-36,11 0-21,3 47-17,19-20-17,11 56-7,24-21-10,14-45-19,44 9-127,-60-64 4</inkml:trace>
</inkml:ink>
</file>

<file path=ppt/ink/ink15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62"/>
    </inkml:context>
    <inkml:brush xml:id="br0">
      <inkml:brushProperty name="width" value="0.05953" units="cm"/>
      <inkml:brushProperty name="height" value="0.05953" units="cm"/>
      <inkml:brushProperty name="fitToCurve" value="1"/>
    </inkml:brush>
  </inkml:definitions>
  <inkml:trace contextRef="#ctx0" brushRef="#br0">14089 4204 360,'-111'97'137,"-21"38"-98,94-58-185,138-93-48,-6-16 179,22 5 18,-38 25 41,-41 84 242,-71-3-173,-45 21-53,-2-15-30,-22 11-8,-25 6-16,-2-10-49,15-25-61,26-30-48,11-32-153</inkml:trace>
</inkml:ink>
</file>

<file path=ppt/ink/ink15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63"/>
    </inkml:context>
    <inkml:brush xml:id="br0">
      <inkml:brushProperty name="width" value="0.05953" units="cm"/>
      <inkml:brushProperty name="height" value="0.05953" units="cm"/>
      <inkml:brushProperty name="fitToCurve" value="1"/>
    </inkml:brush>
  </inkml:definitions>
  <inkml:trace contextRef="#ctx0" brushRef="#br0">13668 4556 219,'100'0'-12,"2"0"41,6 0 22,22 33 27,-31 47-187,-123 12-5,-69-17 108,-9-7 6,15-16 0,-8 5 0,2-4 0,17-9 0,-9 3 5,209-86 256,53-45-139,-79 38-91,-3 10-50,-9 42-83,-67 78 65,-31 69 94,-5-45 58,-1-5 9,0 10-8,-22 4-61,-99-123-44,13-63-38,51-9-261</inkml:trace>
</inkml:ink>
</file>

<file path=ppt/ink/ink15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64"/>
    </inkml:context>
    <inkml:brush xml:id="br0">
      <inkml:brushProperty name="width" value="0.05953" units="cm"/>
      <inkml:brushProperty name="height" value="0.05953" units="cm"/>
      <inkml:brushProperty name="fitToCurve" value="1"/>
    </inkml:brush>
  </inkml:definitions>
  <inkml:trace contextRef="#ctx0" brushRef="#br0">13762 5155 141,'-114'21'247,"206"-11"-356,-6-47 75,6 14 4,-15 11-88</inkml:trace>
</inkml:ink>
</file>

<file path=ppt/ink/ink15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65"/>
    </inkml:context>
    <inkml:brush xml:id="br0">
      <inkml:brushProperty name="width" value="0.05953" units="cm"/>
      <inkml:brushProperty name="height" value="0.05953" units="cm"/>
      <inkml:brushProperty name="fitToCurve" value="1"/>
    </inkml:brush>
  </inkml:definitions>
  <inkml:trace contextRef="#ctx0" brushRef="#br0">13851 5139 140,'-77'25'379,"-52"90"-260,53-51-106,177-122-200,-10 14 175,15 7 11,62-5 5,-81 32 30,3 16 51,1 32 57,-14 44-97,-42-6-208</inkml:trace>
</inkml:ink>
</file>

<file path=ppt/ink/ink15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66"/>
    </inkml:context>
    <inkml:brush xml:id="br0">
      <inkml:brushProperty name="width" value="0.05953" units="cm"/>
      <inkml:brushProperty name="height" value="0.05953" units="cm"/>
      <inkml:brushProperty name="fitToCurve" value="1"/>
    </inkml:brush>
  </inkml:definitions>
  <inkml:trace contextRef="#ctx0" brushRef="#br0">14853 4390 142,'-87'64'311,"-43"71"-45,34-26-210,13-4-95,9-1-161,-6-45-331</inkml:trace>
</inkml:ink>
</file>

<file path=ppt/ink/ink15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67"/>
    </inkml:context>
    <inkml:brush xml:id="br0">
      <inkml:brushProperty name="width" value="0.05953" units="cm"/>
      <inkml:brushProperty name="height" value="0.05953" units="cm"/>
      <inkml:brushProperty name="fitToCurve" value="1"/>
    </inkml:brush>
  </inkml:definitions>
  <inkml:trace contextRef="#ctx0" brushRef="#br0">14637 4623 187,'0'95'1,"-10"48"54,-4-28 82,7-39-29,0 14-5,1 9 2,0 10-93,5-1-268,-27-29-192</inkml:trace>
</inkml:ink>
</file>

<file path=ppt/ink/ink15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68"/>
    </inkml:context>
    <inkml:brush xml:id="br0">
      <inkml:brushProperty name="width" value="0.05953" units="cm"/>
      <inkml:brushProperty name="height" value="0.05953" units="cm"/>
      <inkml:brushProperty name="fitToCurve" value="1"/>
    </inkml:brush>
  </inkml:definitions>
  <inkml:trace contextRef="#ctx0" brushRef="#br0">15029 4389 517,'-3'95'310,"-51"33"-290,-22-15-26,-14-14-32,216-97 40,-4-26-1,5 4-21,-173 162 48,-51-54-9,-20 20-10,0 4 5,-3-1-2,254-39-7,18-118-8,-11-1-24,-24-14-165,-47-26-51</inkml:trace>
</inkml:ink>
</file>

<file path=ppt/ink/ink15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69"/>
    </inkml:context>
    <inkml:brush xml:id="br0">
      <inkml:brushProperty name="width" value="0.05953" units="cm"/>
      <inkml:brushProperty name="height" value="0.05953" units="cm"/>
      <inkml:brushProperty name="fitToCurve" value="1"/>
    </inkml:brush>
  </inkml:definitions>
  <inkml:trace contextRef="#ctx0" brushRef="#br0">15091 4427 219,'-21'132'272,"3"-43"-176,-4 75 22,4 0-28,6-4-43,-7 39-22,5-50-15,2 46-5,7-22-2,4-10-4,28-31-20,-36-55-86,2 2-641</inkml:trace>
</inkml:ink>
</file>

<file path=ppt/ink/ink15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70"/>
    </inkml:context>
    <inkml:brush xml:id="br0">
      <inkml:brushProperty name="width" value="0.05953" units="cm"/>
      <inkml:brushProperty name="height" value="0.05953" units="cm"/>
      <inkml:brushProperty name="fitToCurve" value="1"/>
    </inkml:brush>
  </inkml:definitions>
  <inkml:trace contextRef="#ctx0" brushRef="#br0">15783 4002 387,'0'112'57,"-20"-55"-497</inkml:trace>
</inkml:ink>
</file>

<file path=ppt/ink/ink15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71"/>
    </inkml:context>
    <inkml:brush xml:id="br0">
      <inkml:brushProperty name="width" value="0.05953" units="cm"/>
      <inkml:brushProperty name="height" value="0.05953" units="cm"/>
      <inkml:brushProperty name="fitToCurve" value="1"/>
    </inkml:brush>
  </inkml:definitions>
  <inkml:trace contextRef="#ctx0" brushRef="#br0">15622 4272 376,'76'-30'485,"89"7"-478,-27 11-6,4 9-15,-66 24-91,0 1-637</inkml:trace>
</inkml:ink>
</file>

<file path=ppt/ink/ink15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72"/>
    </inkml:context>
    <inkml:brush xml:id="br0">
      <inkml:brushProperty name="width" value="0.05953" units="cm"/>
      <inkml:brushProperty name="height" value="0.05953" units="cm"/>
      <inkml:brushProperty name="fitToCurve" value="1"/>
    </inkml:brush>
  </inkml:definitions>
  <inkml:trace contextRef="#ctx0" brushRef="#br0">15710 4325 288,'-4'105'21,"-24"69"114,10-74-46,-3 25 7,-16 49-12,9-38-25,-5 4-18,-6 2-15,-13 40-8,-1-3-11,6-31-8,5-22-5,-3 6-11,-22-46-268</inkml:trace>
</inkml:ink>
</file>

<file path=ppt/ink/ink15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73"/>
    </inkml:context>
    <inkml:brush xml:id="br0">
      <inkml:brushProperty name="width" value="0.05953" units="cm"/>
      <inkml:brushProperty name="height" value="0.05953" units="cm"/>
      <inkml:brushProperty name="fitToCurve" value="1"/>
    </inkml:brush>
  </inkml:definitions>
  <inkml:trace contextRef="#ctx0" brushRef="#br0">15905 4399 228,'-87'152'555,"0"-54"-563,-9-2-91,11-18-41,4-40-247</inkml:trace>
</inkml:ink>
</file>

<file path=ppt/ink/ink15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74"/>
    </inkml:context>
    <inkml:brush xml:id="br0">
      <inkml:brushProperty name="width" value="0.05953" units="cm"/>
      <inkml:brushProperty name="height" value="0.05953" units="cm"/>
      <inkml:brushProperty name="fitToCurve" value="1"/>
    </inkml:brush>
  </inkml:definitions>
  <inkml:trace contextRef="#ctx0" brushRef="#br0">15802 4508 185,'-7'129'161,"1"-47"-90,-2 3-11,-3-8-21,-1 8-7,-10-3-124</inkml:trace>
</inkml:ink>
</file>

<file path=ppt/ink/ink15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75"/>
    </inkml:context>
    <inkml:brush xml:id="br0">
      <inkml:brushProperty name="width" value="0.05953" units="cm"/>
      <inkml:brushProperty name="height" value="0.05953" units="cm"/>
      <inkml:brushProperty name="fitToCurve" value="1"/>
    </inkml:brush>
  </inkml:definitions>
  <inkml:trace contextRef="#ctx0" brushRef="#br0">15814 4639 158,'106'-64'176,"27"13"-105,-52 9-195</inkml:trace>
</inkml:ink>
</file>

<file path=ppt/ink/ink15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76"/>
    </inkml:context>
    <inkml:brush xml:id="br0">
      <inkml:brushProperty name="width" value="0.05953" units="cm"/>
      <inkml:brushProperty name="height" value="0.05953" units="cm"/>
      <inkml:brushProperty name="fitToCurve" value="1"/>
    </inkml:brush>
  </inkml:definitions>
  <inkml:trace contextRef="#ctx0" brushRef="#br0">16028 4361 166,'0'79'83,"0"44"70,0 52-12,0-66-105,0-21-5,-15 8 1,-35-9-2,-50-130 131,78-84-140,49-8-190,15 60-64</inkml:trace>
</inkml:ink>
</file>

<file path=ppt/ink/ink15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77"/>
    </inkml:context>
    <inkml:brush xml:id="br0">
      <inkml:brushProperty name="width" value="0.05953" units="cm"/>
      <inkml:brushProperty name="height" value="0.05953" units="cm"/>
      <inkml:brushProperty name="fitToCurve" value="1"/>
    </inkml:brush>
  </inkml:definitions>
  <inkml:trace contextRef="#ctx0" brushRef="#br0">15637 4891 238,'0'85'38,"-4"43"75,-4-51-47,3 18-9,-10 31-3,-7 1-38,-3-11-62,1-20-56</inkml:trace>
</inkml:ink>
</file>

<file path=ppt/ink/ink15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78"/>
    </inkml:context>
    <inkml:brush xml:id="br0">
      <inkml:brushProperty name="width" value="0.05953" units="cm"/>
      <inkml:brushProperty name="height" value="0.05953" units="cm"/>
      <inkml:brushProperty name="fitToCurve" value="1"/>
    </inkml:brush>
  </inkml:definitions>
  <inkml:trace contextRef="#ctx0" brushRef="#br0">15665 5148 136,'94'-91'3,"-18"35"13,7 6 16,-3 12 1,21 15 22,5 43 20,-45 95 57,-45-25-37,-10 14 6,-4 3-18,-6 31-17,-4-3-44,-20 2-15,-21-4-4,-87-91-6,61-190-69,51 17-89,6-13-45,10 52-128</inkml:trace>
</inkml:ink>
</file>

<file path=ppt/ink/ink15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79"/>
    </inkml:context>
    <inkml:brush xml:id="br0">
      <inkml:brushProperty name="width" value="0.05953" units="cm"/>
      <inkml:brushProperty name="height" value="0.05953" units="cm"/>
      <inkml:brushProperty name="fitToCurve" value="1"/>
    </inkml:brush>
  </inkml:definitions>
  <inkml:trace contextRef="#ctx0" brushRef="#br0">16031 4592 212,'-24'179'603,"-13"-43"-576,-8-9-14,-37-5-12,221-153 1,-184 159-65,36 0-12,-63-16-70,-16-53 179,186-21 225,51-64-305,-21 3-329,-45 34-68</inkml:trace>
</inkml:ink>
</file>

<file path=ppt/ink/ink15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80"/>
    </inkml:context>
    <inkml:brush xml:id="br0">
      <inkml:brushProperty name="width" value="0.05953" units="cm"/>
      <inkml:brushProperty name="height" value="0.05953" units="cm"/>
      <inkml:brushProperty name="fitToCurve" value="1"/>
    </inkml:brush>
  </inkml:definitions>
  <inkml:trace contextRef="#ctx0" brushRef="#br0">16824 4190 338,'-78'161'413,"9"-36"-345,-12 22-59,12-38-13,-6 8-30,5-13-228,-9-45-261</inkml:trace>
</inkml:ink>
</file>

<file path=ppt/ink/ink15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81"/>
    </inkml:context>
    <inkml:brush xml:id="br0">
      <inkml:brushProperty name="width" value="0.05953" units="cm"/>
      <inkml:brushProperty name="height" value="0.05953" units="cm"/>
      <inkml:brushProperty name="fitToCurve" value="1"/>
    </inkml:brush>
  </inkml:definitions>
  <inkml:trace contextRef="#ctx0" brushRef="#br0">16526 4634 163,'81'-38'1,"-3"9"16,12-4 33,22 1 68,14 16 35,-141 91 35,-103-25-216,10-49-150,-15-16-133,101 136 357,11-20 27,-5 69 13,7-82-61,-2-2 3,-5 10 7,-1-18 6,-4 24 41,-3-2 2,1 6 1,116-212-280,-50-21 30,-12 44 49</inkml:trace>
</inkml:ink>
</file>

<file path=ppt/ink/ink15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82"/>
    </inkml:context>
    <inkml:brush xml:id="br0">
      <inkml:brushProperty name="width" value="0.05953" units="cm"/>
      <inkml:brushProperty name="height" value="0.05953" units="cm"/>
      <inkml:brushProperty name="fitToCurve" value="1"/>
    </inkml:brush>
  </inkml:definitions>
  <inkml:trace contextRef="#ctx0" brushRef="#br0">16748 4684 136,'9'89'89,"-3"20"133,-2-27-65,-9 19-79,-17 2-276,-21-25-282</inkml:trace>
</inkml:ink>
</file>

<file path=ppt/ink/ink15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83"/>
    </inkml:context>
    <inkml:brush xml:id="br0">
      <inkml:brushProperty name="width" value="0.05953" units="cm"/>
      <inkml:brushProperty name="height" value="0.05953" units="cm"/>
      <inkml:brushProperty name="fitToCurve" value="1"/>
    </inkml:brush>
  </inkml:definitions>
  <inkml:trace contextRef="#ctx0" brushRef="#br0">16865 4796 161,'100'0'71,"3"-14"70,-27 0-24,23-3 3,-3 5 4,-152 121-6,-68 1-117,24-25-1,-27 5-2,15-15-3,0-8 27,244-123-17,3-16-24,-13-11-25,-34 58-129</inkml:trace>
</inkml:ink>
</file>

<file path=ppt/ink/ink15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84"/>
    </inkml:context>
    <inkml:brush xml:id="br0">
      <inkml:brushProperty name="width" value="0.05953" units="cm"/>
      <inkml:brushProperty name="height" value="0.05953" units="cm"/>
      <inkml:brushProperty name="fitToCurve" value="1"/>
    </inkml:brush>
  </inkml:definitions>
  <inkml:trace contextRef="#ctx0" brushRef="#br0">17062 4477 363,'-8'147'74,"-1"-46"14,3 7 1,-1 8-30,-7-6-38,-10 14-53,-12-15-97,-10-19-48,-20 5-3,-37-28 148,-7-48 233,294-119 337,-51 27-538,0 3 0,-3 2 0,5-2-2,9 28-6,-123 180 19,-19 0-10,-30-61-110,2 1-659</inkml:trace>
</inkml:ink>
</file>

<file path=ppt/ink/ink15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85"/>
    </inkml:context>
    <inkml:brush xml:id="br0">
      <inkml:brushProperty name="width" value="0.05953" units="cm"/>
      <inkml:brushProperty name="height" value="0.05953" units="cm"/>
      <inkml:brushProperty name="fitToCurve" value="1"/>
    </inkml:brush>
  </inkml:definitions>
  <inkml:trace contextRef="#ctx0" brushRef="#br0">17525 4560 350,'152'0'314,"-22"6"-196,-3 37-61,-35 48-37,-112 45-20,-48-12-13,-7-9-37,12-12-77,45 1-140,60-6 99,1-23 127,-2 0-151</inkml:trace>
</inkml:ink>
</file>

<file path=ppt/ink/ink15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86"/>
    </inkml:context>
    <inkml:brush xml:id="br0">
      <inkml:brushProperty name="width" value="0.05953" units="cm"/>
      <inkml:brushProperty name="height" value="0.05953" units="cm"/>
      <inkml:brushProperty name="fitToCurve" value="1"/>
    </inkml:brush>
  </inkml:definitions>
  <inkml:trace contextRef="#ctx0" brushRef="#br0">18329 4277 668,'58'143'40,"-21"13"12,-22-24-17,-14-6 0,-21 56-9,-7-26-11,-5-17-9,-19 31-2,6-40-2,-22 27 0,0-18-4,-17-7-12,-3-60-281</inkml:trace>
</inkml:ink>
</file>

<file path=ppt/ink/ink15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87"/>
    </inkml:context>
    <inkml:brush xml:id="br0">
      <inkml:brushProperty name="width" value="0.05953" units="cm"/>
      <inkml:brushProperty name="height" value="0.05953" units="cm"/>
      <inkml:brushProperty name="fitToCurve" value="1"/>
    </inkml:brush>
  </inkml:definitions>
  <inkml:trace contextRef="#ctx0" brushRef="#br0">3134 5171 446,'88'-23'269,"55"-17"-181,-14 10-42,31 0-27,-13 6-13,14 5-4,-18 15-20,-67 27-88,0 0-638</inkml:trace>
</inkml:ink>
</file>

<file path=ppt/ink/ink15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88"/>
    </inkml:context>
    <inkml:brush xml:id="br0">
      <inkml:brushProperty name="width" value="0.05953" units="cm"/>
      <inkml:brushProperty name="height" value="0.05953" units="cm"/>
      <inkml:brushProperty name="fitToCurve" value="1"/>
    </inkml:brush>
  </inkml:definitions>
  <inkml:trace contextRef="#ctx0" brushRef="#br0">3099 5363 253,'0'141'279,"0"-21"-150,0 23-48,0 9-43,0 10-31,0-3-39,0-23-62,0-16-125,-15-44-219</inkml:trace>
</inkml:ink>
</file>

<file path=ppt/ink/ink15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89"/>
    </inkml:context>
    <inkml:brush xml:id="br0">
      <inkml:brushProperty name="width" value="0.05953" units="cm"/>
      <inkml:brushProperty name="height" value="0.05953" units="cm"/>
      <inkml:brushProperty name="fitToCurve" value="1"/>
    </inkml:brush>
  </inkml:definitions>
  <inkml:trace contextRef="#ctx0" brushRef="#br0">3202 5690 136,'92'-86'41,"4"14"28,41-4 55,-52 39-29,26-1 4,-10 14-18,35 8-1,-4 19-45,-1 30-28,-41 62-7,-68 53 29,-41-3 12,-14 0-15,-9-15-19,-16 13-1,-57-51-3,-1-174-35,23-40-121,65 37-83</inkml:trace>
</inkml:ink>
</file>

<file path=ppt/ink/ink15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90"/>
    </inkml:context>
    <inkml:brush xml:id="br0">
      <inkml:brushProperty name="width" value="0.05953" units="cm"/>
      <inkml:brushProperty name="height" value="0.05953" units="cm"/>
      <inkml:brushProperty name="fitToCurve" value="1"/>
    </inkml:brush>
  </inkml:definitions>
  <inkml:trace contextRef="#ctx0" brushRef="#br0">3604 5094 269,'-20'101'203,"6"-26"-56,-5 31-27,-13 14-71,-7 5-44,-11 5-38,-11-12-119,-19-39-450</inkml:trace>
</inkml:ink>
</file>

<file path=ppt/ink/ink15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91"/>
    </inkml:context>
    <inkml:brush xml:id="br0">
      <inkml:brushProperty name="width" value="0.05953" units="cm"/>
      <inkml:brushProperty name="height" value="0.05953" units="cm"/>
      <inkml:brushProperty name="fitToCurve" value="1"/>
    </inkml:brush>
  </inkml:definitions>
  <inkml:trace contextRef="#ctx0" brushRef="#br0">3447 5687 201,'118'-18'222,"-13"-111"-314,-42 37-100</inkml:trace>
</inkml:ink>
</file>

<file path=ppt/ink/ink15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92"/>
    </inkml:context>
    <inkml:brush xml:id="br0">
      <inkml:brushProperty name="width" value="0.05953" units="cm"/>
      <inkml:brushProperty name="height" value="0.05953" units="cm"/>
      <inkml:brushProperty name="fitToCurve" value="1"/>
    </inkml:brush>
  </inkml:definitions>
  <inkml:trace contextRef="#ctx0" brushRef="#br0">3863 5149 136,'-36'90'176,"4"24"8,7-32-129,-11 13-31,-9 6-43,3-16-57,-22-9-97</inkml:trace>
</inkml:ink>
</file>

<file path=ppt/ink/ink15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93"/>
    </inkml:context>
    <inkml:brush xml:id="br0">
      <inkml:brushProperty name="width" value="0.05953" units="cm"/>
      <inkml:brushProperty name="height" value="0.05953" units="cm"/>
      <inkml:brushProperty name="fitToCurve" value="1"/>
    </inkml:brush>
  </inkml:definitions>
  <inkml:trace contextRef="#ctx0" brushRef="#br0">3720 5505 136,'77'44'57,"14"52"120,27-20-109</inkml:trace>
</inkml:ink>
</file>

<file path=ppt/ink/ink15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94"/>
    </inkml:context>
    <inkml:brush xml:id="br0">
      <inkml:brushProperty name="width" value="0.05953" units="cm"/>
      <inkml:brushProperty name="height" value="0.05953" units="cm"/>
      <inkml:brushProperty name="fitToCurve" value="1"/>
    </inkml:brush>
  </inkml:definitions>
  <inkml:trace contextRef="#ctx0" brushRef="#br0">5646 4658 470,'124'56'58,"16"-46"23,-20-20-26,76-46 5,-40-2 2,15-21-21,-37 10-25,30-29-9,-29-10-16,-23-43 3,-55 1 10,-45-6 7,-47-11 1,-45 4-5,-46 18-3,-48 44 0,42 63-2,-88 42 0,58 48 0,-4 43-1,50-9 0,13 14-1,17 23 1,18 50 0,52-5 0,55-32-2,84-32-2,113-57-6,-51-52-16,-14-22-47,5-30-123,-58 15-242</inkml:trace>
</inkml:ink>
</file>

<file path=ppt/ink/ink15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95"/>
    </inkml:context>
    <inkml:brush xml:id="br0">
      <inkml:brushProperty name="width" value="0.05953" units="cm"/>
      <inkml:brushProperty name="height" value="0.05953" units="cm"/>
      <inkml:brushProperty name="fitToCurve" value="1"/>
    </inkml:brush>
  </inkml:definitions>
  <inkml:trace contextRef="#ctx0" brushRef="#br0">14097 7579 804</inkml:trace>
</inkml:ink>
</file>

<file path=ppt/ink/ink15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96"/>
    </inkml:context>
    <inkml:brush xml:id="br0">
      <inkml:brushProperty name="width" value="0.05953" units="cm"/>
      <inkml:brushProperty name="height" value="0.05953" units="cm"/>
      <inkml:brushProperty name="fitToCurve" value="1"/>
    </inkml:brush>
  </inkml:definitions>
  <inkml:trace contextRef="#ctx0" brushRef="#br0">14133 7945 630,'-2'125'-65,"-15"-10"142,-5 23-39,5-6-227,-31-36-298</inkml:trace>
</inkml:ink>
</file>

<file path=ppt/ink/ink15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97"/>
    </inkml:context>
    <inkml:brush xml:id="br0">
      <inkml:brushProperty name="width" value="0.05953" units="cm"/>
      <inkml:brushProperty name="height" value="0.05953" units="cm"/>
      <inkml:brushProperty name="fitToCurve" value="1"/>
    </inkml:brush>
  </inkml:definitions>
  <inkml:trace contextRef="#ctx0" brushRef="#br0">14385 7947 168,'75'-45'-23,"-7"3"20</inkml:trace>
</inkml:ink>
</file>

<file path=ppt/ink/ink15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98"/>
    </inkml:context>
    <inkml:brush xml:id="br0">
      <inkml:brushProperty name="width" value="0.05953" units="cm"/>
      <inkml:brushProperty name="height" value="0.05953" units="cm"/>
      <inkml:brushProperty name="fitToCurve" value="1"/>
    </inkml:brush>
  </inkml:definitions>
  <inkml:trace contextRef="#ctx0" brushRef="#br0">14962 7416 159,'-111'72'41,"37"37"15,22 83 43,34 26 33,19-118-81,2 74 39,9-13-9,-5 54-17,-7-50-20,-7 54-13,-22-23-20,-12-40-6,-36 22 0,-30-52-2,-60-129-5,37-148-3,56-58-12,50 38-86,9 33-188,38 42-159</inkml:trace>
</inkml:ink>
</file>

<file path=ppt/ink/ink15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599"/>
    </inkml:context>
    <inkml:brush xml:id="br0">
      <inkml:brushProperty name="width" value="0.05953" units="cm"/>
      <inkml:brushProperty name="height" value="0.05953" units="cm"/>
      <inkml:brushProperty name="fitToCurve" value="1"/>
    </inkml:brush>
  </inkml:definitions>
  <inkml:trace contextRef="#ctx0" brushRef="#br0">15530 7300 387,'-100'213'428,"68"-38"-393,7 42-22,6-7-9,3 15 0,-7-22-3,-9 2-4,-13 4-19,7-61-105,-21-56-118</inkml:trace>
</inkml:ink>
</file>

<file path=ppt/ink/ink15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00"/>
    </inkml:context>
    <inkml:brush xml:id="br0">
      <inkml:brushProperty name="width" value="0.05953" units="cm"/>
      <inkml:brushProperty name="height" value="0.05953" units="cm"/>
      <inkml:brushProperty name="fitToCurve" value="1"/>
    </inkml:brush>
  </inkml:definitions>
  <inkml:trace contextRef="#ctx0" brushRef="#br0">15049 7591 356,'150'-100'-18,"-37"45"59,-4 3 10,112-41 64,-98 42-39,18-3-9,12 8-4,-16 25-29,-12 118-6,-122 53-11,-19 20-3,-5 30-3,4 4 0,11 13-4,-1-1-2,-4-24-3,-9-17-5,-8 6-21,-7-18-110,-21-71-110</inkml:trace>
</inkml:ink>
</file>

<file path=ppt/ink/ink15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01"/>
    </inkml:context>
    <inkml:brush xml:id="br0">
      <inkml:brushProperty name="width" value="0.05953" units="cm"/>
      <inkml:brushProperty name="height" value="0.05953" units="cm"/>
      <inkml:brushProperty name="fitToCurve" value="1"/>
    </inkml:brush>
  </inkml:definitions>
  <inkml:trace contextRef="#ctx0" brushRef="#br0">15609 7376 276,'0'127'197,"-45"102"83,8-78-233,8-10-207,-28-46-165</inkml:trace>
</inkml:ink>
</file>

<file path=ppt/ink/ink15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02"/>
    </inkml:context>
    <inkml:brush xml:id="br0">
      <inkml:brushProperty name="width" value="0.05953" units="cm"/>
      <inkml:brushProperty name="height" value="0.05953" units="cm"/>
      <inkml:brushProperty name="fitToCurve" value="1"/>
    </inkml:brush>
  </inkml:definitions>
  <inkml:trace contextRef="#ctx0" brushRef="#br0">15676 7498 161,'91'-48'11,"52"39"422,-155 117-216,-79 34-232,-21-36-164,3-55-114,39 61 183,40 6 166,-1-1-9,-10 29-22,-14-5-111</inkml:trace>
</inkml:ink>
</file>

<file path=ppt/ink/ink15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03"/>
    </inkml:context>
    <inkml:brush xml:id="br0">
      <inkml:brushProperty name="width" value="0.05953" units="cm"/>
      <inkml:brushProperty name="height" value="0.05953" units="cm"/>
      <inkml:brushProperty name="fitToCurve" value="1"/>
    </inkml:brush>
  </inkml:definitions>
  <inkml:trace contextRef="#ctx0" brushRef="#br0">15680 7838 191,'90'-4'231,"-105"191"10,-31-66-344,-1-20-36,-28 34-4</inkml:trace>
</inkml:ink>
</file>

<file path=ppt/ink/ink15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04"/>
    </inkml:context>
    <inkml:brush xml:id="br0">
      <inkml:brushProperty name="width" value="0.05953" units="cm"/>
      <inkml:brushProperty name="height" value="0.05953" units="cm"/>
      <inkml:brushProperty name="fitToCurve" value="1"/>
    </inkml:brush>
  </inkml:definitions>
  <inkml:trace contextRef="#ctx0" brushRef="#br0">15677 7888 274,'-24'137'279,"-100"44"-160,243-144-135,7-32-29,-178 99 112,-58-19 23,-9 12-33,15 16-26,213 4-30,91-139-122,-57-22-80,-39 4-247</inkml:trace>
</inkml:ink>
</file>

<file path=ppt/ink/ink15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05"/>
    </inkml:context>
    <inkml:brush xml:id="br0">
      <inkml:brushProperty name="width" value="0.05953" units="cm"/>
      <inkml:brushProperty name="height" value="0.05953" units="cm"/>
      <inkml:brushProperty name="fitToCurve" value="1"/>
    </inkml:brush>
  </inkml:definitions>
  <inkml:trace contextRef="#ctx0" brushRef="#br0">16474 7792 776,'-73'125'52,"12"21"-15,16 3-32,-1 1-7,-22-59-183</inkml:trace>
</inkml:ink>
</file>

<file path=ppt/ink/ink15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06"/>
    </inkml:context>
    <inkml:brush xml:id="br0">
      <inkml:brushProperty name="width" value="0.05953" units="cm"/>
      <inkml:brushProperty name="height" value="0.05953" units="cm"/>
      <inkml:brushProperty name="fitToCurve" value="1"/>
    </inkml:brush>
  </inkml:definitions>
  <inkml:trace contextRef="#ctx0" brushRef="#br0">16539 7978 141,'39'144'691,"-35"8"-673,157-166-79,-99-139 49,8 3 13,-8 13 21,50 239 42,-107 58-60,54-2-59,-55-71-45,-1 1-605</inkml:trace>
</inkml:ink>
</file>

<file path=ppt/ink/ink15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07"/>
    </inkml:context>
    <inkml:brush xml:id="br0">
      <inkml:brushProperty name="width" value="0.05953" units="cm"/>
      <inkml:brushProperty name="height" value="0.05953" units="cm"/>
      <inkml:brushProperty name="fitToCurve" value="1"/>
    </inkml:brush>
  </inkml:definitions>
  <inkml:trace contextRef="#ctx0" brushRef="#br0">17649 7319 665,'15'119'192,"-41"-30"-298,-2 2-637</inkml:trace>
</inkml:ink>
</file>

<file path=ppt/ink/ink15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08"/>
    </inkml:context>
    <inkml:brush xml:id="br0">
      <inkml:brushProperty name="width" value="0.05953" units="cm"/>
      <inkml:brushProperty name="height" value="0.05953" units="cm"/>
      <inkml:brushProperty name="fitToCurve" value="1"/>
    </inkml:brush>
  </inkml:definitions>
  <inkml:trace contextRef="#ctx0" brushRef="#br0">17517 7697 474,'114'137'91,"-133"-26"-61,-86-47 19,18 29 149,143 67-169,69-6-26,3-32-5,35 0-13,-25-38-14,-58 12-253</inkml:trace>
</inkml:ink>
</file>

<file path=ppt/ink/ink15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09"/>
    </inkml:context>
    <inkml:brush xml:id="br0">
      <inkml:brushProperty name="width" value="0.05953" units="cm"/>
      <inkml:brushProperty name="height" value="0.05953" units="cm"/>
      <inkml:brushProperty name="fitToCurve" value="1"/>
    </inkml:brush>
  </inkml:definitions>
  <inkml:trace contextRef="#ctx0" brushRef="#br0">17926 7822 470,'224'-107'336,"-66"75"-304,-227 183-260,-55-82 293,-16 13 4,12-5-6,-6 33-11,235 21-37,79-161-17,-28-28-12,-25-38-65,-29 65-88</inkml:trace>
</inkml:ink>
</file>

<file path=ppt/ink/ink15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10"/>
    </inkml:context>
    <inkml:brush xml:id="br0">
      <inkml:brushProperty name="width" value="0.05953" units="cm"/>
      <inkml:brushProperty name="height" value="0.05953" units="cm"/>
      <inkml:brushProperty name="fitToCurve" value="1"/>
    </inkml:brush>
  </inkml:definitions>
  <inkml:trace contextRef="#ctx0" brushRef="#br0">17880 7477 136,'0'146'202,"-6"-46"-117,-11 100 27,10-56-63,-2-15-15,0-17-30,0 4-64,-30-28-225</inkml:trace>
</inkml:ink>
</file>

<file path=ppt/ink/ink15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11"/>
    </inkml:context>
    <inkml:brush xml:id="br0">
      <inkml:brushProperty name="width" value="0.05953" units="cm"/>
      <inkml:brushProperty name="height" value="0.05953" units="cm"/>
      <inkml:brushProperty name="fitToCurve" value="1"/>
    </inkml:brush>
  </inkml:definitions>
  <inkml:trace contextRef="#ctx0" brushRef="#br0">18087 7483 311,'0'100'29,"0"62"51,0-23-18,0 90 78,0-70-67,1 15-24,4 17-56,-22-99-151</inkml:trace>
</inkml:ink>
</file>

<file path=ppt/ink/ink15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12"/>
    </inkml:context>
    <inkml:brush xml:id="br0">
      <inkml:brushProperty name="width" value="0.05953" units="cm"/>
      <inkml:brushProperty name="height" value="0.05953" units="cm"/>
      <inkml:brushProperty name="fitToCurve" value="1"/>
    </inkml:brush>
  </inkml:definitions>
  <inkml:trace contextRef="#ctx0" brushRef="#br0">19028 7805 576,'-62'113'131,"-20"9"-44,-37 24-48,-6-4-27,-28-37-44,5-121-267,56-24-72</inkml:trace>
</inkml:ink>
</file>

<file path=ppt/ink/ink15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13"/>
    </inkml:context>
    <inkml:brush xml:id="br0">
      <inkml:brushProperty name="width" value="0.05953" units="cm"/>
      <inkml:brushProperty name="height" value="0.05953" units="cm"/>
      <inkml:brushProperty name="fitToCurve" value="1"/>
    </inkml:brush>
  </inkml:definitions>
  <inkml:trace contextRef="#ctx0" brushRef="#br0">18585 7587 497,'145'56'231,"-41"46"-171,16 45-3,7 27-31,5-6-20,-8-29-3,22-32-4,-80-13-187</inkml:trace>
</inkml:ink>
</file>

<file path=ppt/ink/ink15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14"/>
    </inkml:context>
    <inkml:brush xml:id="br0">
      <inkml:brushProperty name="width" value="0.05953" units="cm"/>
      <inkml:brushProperty name="height" value="0.05953" units="cm"/>
      <inkml:brushProperty name="fitToCurve" value="1"/>
    </inkml:brush>
  </inkml:definitions>
  <inkml:trace contextRef="#ctx0" brushRef="#br0">19682 7604 470,'103'-39'254,"39"-4"-154,53-10-55,-36 24-39,-1 12-11,4 7-408,-66 38-40</inkml:trace>
</inkml:ink>
</file>

<file path=ppt/ink/ink15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15"/>
    </inkml:context>
    <inkml:brush xml:id="br0">
      <inkml:brushProperty name="width" value="0.05953" units="cm"/>
      <inkml:brushProperty name="height" value="0.05953" units="cm"/>
      <inkml:brushProperty name="fitToCurve" value="1"/>
    </inkml:brush>
  </inkml:definitions>
  <inkml:trace contextRef="#ctx0" brushRef="#br0">20343 7166 369,'-115'187'266,"38"-85"-195,-39 55 25,-1 12-52,-9-3-28,7-18-11,5 2-6,19-87-184</inkml:trace>
</inkml:ink>
</file>

<file path=ppt/ink/ink15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16"/>
    </inkml:context>
    <inkml:brush xml:id="br0">
      <inkml:brushProperty name="width" value="0.05953" units="cm"/>
      <inkml:brushProperty name="height" value="0.05953" units="cm"/>
      <inkml:brushProperty name="fitToCurve" value="1"/>
    </inkml:brush>
  </inkml:definitions>
  <inkml:trace contextRef="#ctx0" brushRef="#br0">19834 7685 136,'5'167'299,"-27"-50"-156,7-10-51,-6 30-39,-4 4-73,-27-47-219</inkml:trace>
</inkml:ink>
</file>

<file path=ppt/ink/ink15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17"/>
    </inkml:context>
    <inkml:brush xml:id="br0">
      <inkml:brushProperty name="width" value="0.05953" units="cm"/>
      <inkml:brushProperty name="height" value="0.05953" units="cm"/>
      <inkml:brushProperty name="fitToCurve" value="1"/>
    </inkml:brush>
  </inkml:definitions>
  <inkml:trace contextRef="#ctx0" brushRef="#br0">19852 7912 136,'106'-45'106,"14"4"59,85 20 8,-87 35-117,-162 126 64,-101-41-46,8-9-50,12 13-11,282-8-8,19-158-8,-82 64-104,2 1-647</inkml:trace>
</inkml:ink>
</file>

<file path=ppt/ink/ink15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18"/>
    </inkml:context>
    <inkml:brush xml:id="br0">
      <inkml:brushProperty name="width" value="0.05953" units="cm"/>
      <inkml:brushProperty name="height" value="0.05953" units="cm"/>
      <inkml:brushProperty name="fitToCurve" value="1"/>
    </inkml:brush>
  </inkml:definitions>
  <inkml:trace contextRef="#ctx0" brushRef="#br0">20802 7128 285,'-7'156'203,"0"-64"-159,0 16 11,-7 56 12,1-20-9,1-4-9,-11 48-14,3-34-19,-5 54-28,5-40-63,8-18-130,-29-58-171</inkml:trace>
</inkml:ink>
</file>

<file path=ppt/ink/ink15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19"/>
    </inkml:context>
    <inkml:brush xml:id="br0">
      <inkml:brushProperty name="width" value="0.05953" units="cm"/>
      <inkml:brushProperty name="height" value="0.05953" units="cm"/>
      <inkml:brushProperty name="fitToCurve" value="1"/>
    </inkml:brush>
  </inkml:definitions>
  <inkml:trace contextRef="#ctx0" brushRef="#br0">20721 7242 148,'127'-56'-1,"-12"15"7,6 7 10,9 4 2,-13 8-2,-15 9-4,9 13 0,-19 41-2,-59 79 43,-42 47 99,5-56-74,5 25-15,3 24-19,-2-49-23,2 23-10,2 17-11,-6-27-10,4 8-22,-14 16-31,2-45-11,2-7-14</inkml:trace>
</inkml:ink>
</file>

<file path=ppt/ink/ink15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20"/>
    </inkml:context>
    <inkml:brush xml:id="br0">
      <inkml:brushProperty name="width" value="0.05953" units="cm"/>
      <inkml:brushProperty name="height" value="0.05953" units="cm"/>
      <inkml:brushProperty name="fitToCurve" value="1"/>
    </inkml:brush>
  </inkml:definitions>
  <inkml:trace contextRef="#ctx0" brushRef="#br0">20890 7323 177,'0'141'244,"4"-41"-154,-5-6-98,-19-4-333</inkml:trace>
</inkml:ink>
</file>

<file path=ppt/ink/ink15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21"/>
    </inkml:context>
    <inkml:brush xml:id="br0">
      <inkml:brushProperty name="width" value="0.05953" units="cm"/>
      <inkml:brushProperty name="height" value="0.05953" units="cm"/>
      <inkml:brushProperty name="fitToCurve" value="1"/>
    </inkml:brush>
  </inkml:definitions>
  <inkml:trace contextRef="#ctx0" brushRef="#br0">21020 7383 136,'115'-41'54,"-23"22"141,-98 162 231,-116-29-424,-6-21-61,40 21-515,62 15 713,-10 24-25,12-49-78,0-16-20,7 9-5,-10-6-151</inkml:trace>
</inkml:ink>
</file>

<file path=ppt/ink/ink15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22"/>
    </inkml:context>
    <inkml:brush xml:id="br0">
      <inkml:brushProperty name="width" value="0.05953" units="cm"/>
      <inkml:brushProperty name="height" value="0.05953" units="cm"/>
      <inkml:brushProperty name="fitToCurve" value="1"/>
    </inkml:brush>
  </inkml:definitions>
  <inkml:trace contextRef="#ctx0" brushRef="#br0">20917 7857 142,'111'-92'17,"6"6"82,-10 33 62,-103 277 274,-66-81-467,-23-51-247</inkml:trace>
</inkml:ink>
</file>

<file path=ppt/ink/ink15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23"/>
    </inkml:context>
    <inkml:brush xml:id="br0">
      <inkml:brushProperty name="width" value="0.05953" units="cm"/>
      <inkml:brushProperty name="height" value="0.05953" units="cm"/>
      <inkml:brushProperty name="fitToCurve" value="1"/>
    </inkml:brush>
  </inkml:definitions>
  <inkml:trace contextRef="#ctx0" brushRef="#br0">21077 7740 179,'0'107'272,"-20"-7"-129,-26 16-87,-15-10-87,182-145-329,-18 12 415,-264 173 442,40-52-490,78 50 27,220-134-32,-14-41-16,8-20-52,-34-7-77,-27 9-210</inkml:trace>
</inkml:ink>
</file>

<file path=ppt/ink/ink15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24"/>
    </inkml:context>
    <inkml:brush xml:id="br0">
      <inkml:brushProperty name="width" value="0.05953" units="cm"/>
      <inkml:brushProperty name="height" value="0.05953" units="cm"/>
      <inkml:brushProperty name="fitToCurve" value="1"/>
    </inkml:brush>
  </inkml:definitions>
  <inkml:trace contextRef="#ctx0" brushRef="#br0">21947 7606 136,'19'-107'26,"-86"263"656,73 5-662,-2 6-16,-6-9-4,-20 17-2,-21-7-12,-12-18-175,-18-60-148</inkml:trace>
</inkml:ink>
</file>

<file path=ppt/ink/ink15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25"/>
    </inkml:context>
    <inkml:brush xml:id="br0">
      <inkml:brushProperty name="width" value="0.05953" units="cm"/>
      <inkml:brushProperty name="height" value="0.05953" units="cm"/>
      <inkml:brushProperty name="fitToCurve" value="1"/>
    </inkml:brush>
  </inkml:definitions>
  <inkml:trace contextRef="#ctx0" brushRef="#br0">21796 7568 154,'104'-62'12,"46"-22"60,-30 35 10,55-6 51,-64 30-36,2 20-1,-7 58-26,-50 89-12,-36 31-18,-12-5-14,-4 17-11,-7-7-10,8-9-1,-10-5 0,-147-108-19,18-147-62,17 2-84,55 1-151</inkml:trace>
</inkml:ink>
</file>

<file path=ppt/ink/ink15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26"/>
    </inkml:context>
    <inkml:brush xml:id="br0">
      <inkml:brushProperty name="width" value="0.05953" units="cm"/>
      <inkml:brushProperty name="height" value="0.05953" units="cm"/>
      <inkml:brushProperty name="fitToCurve" value="1"/>
    </inkml:brush>
  </inkml:definitions>
  <inkml:trace contextRef="#ctx0" brushRef="#br0">22247 7010 158,'10'92'224,"-27"92"0,-7-71-131,-6 29-33,-11 2-28,-7-3-21,-13 38-20,4-26-69,2-35-248</inkml:trace>
</inkml:ink>
</file>

<file path=ppt/ink/ink15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27"/>
    </inkml:context>
    <inkml:brush xml:id="br0">
      <inkml:brushProperty name="width" value="0.05953" units="cm"/>
      <inkml:brushProperty name="height" value="0.05953" units="cm"/>
      <inkml:brushProperty name="fitToCurve" value="1"/>
    </inkml:brush>
  </inkml:definitions>
  <inkml:trace contextRef="#ctx0" brushRef="#br0">22091 7805 483,'101'37'132,"11"28"53,23 9-139,32-11-231,-77 11-150</inkml:trace>
</inkml:ink>
</file>

<file path=ppt/ink/ink15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28"/>
    </inkml:context>
    <inkml:brush xml:id="br0">
      <inkml:brushProperty name="width" value="0.05953" units="cm"/>
      <inkml:brushProperty name="height" value="0.05953" units="cm"/>
      <inkml:brushProperty name="fitToCurve" value="1"/>
    </inkml:brush>
  </inkml:definitions>
  <inkml:trace contextRef="#ctx0" brushRef="#br0">22917 8114 224</inkml:trace>
</inkml:ink>
</file>

<file path=ppt/ink/ink15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29"/>
    </inkml:context>
    <inkml:brush xml:id="br0">
      <inkml:brushProperty name="width" value="0.05953" units="cm"/>
      <inkml:brushProperty name="height" value="0.05953" units="cm"/>
      <inkml:brushProperty name="fitToCurve" value="1"/>
    </inkml:brush>
  </inkml:definitions>
  <inkml:trace contextRef="#ctx0" brushRef="#br0">26942 13455 533,'-93'30'340</inkml:trace>
</inkml:ink>
</file>

<file path=ppt/ink/ink15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30"/>
    </inkml:context>
    <inkml:brush xml:id="br0">
      <inkml:brushProperty name="width" value="0.05953" units="cm"/>
      <inkml:brushProperty name="height" value="0.05953" units="cm"/>
      <inkml:brushProperty name="fitToCurve" value="1"/>
    </inkml:brush>
  </inkml:definitions>
  <inkml:trace contextRef="#ctx0" brushRef="#br0">18881 8951 476,'-11'100'318,"-6"53"-254,-2 16-56,-15 28-10,-15-24-2,-8-24-33,-23-53-242</inkml:trace>
</inkml:ink>
</file>

<file path=ppt/ink/ink15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31"/>
    </inkml:context>
    <inkml:brush xml:id="br0">
      <inkml:brushProperty name="width" value="0.05953" units="cm"/>
      <inkml:brushProperty name="height" value="0.05953" units="cm"/>
      <inkml:brushProperty name="fitToCurve" value="1"/>
    </inkml:brush>
  </inkml:definitions>
  <inkml:trace contextRef="#ctx0" brushRef="#br0">18667 9270 446,'113'-88'-8,"-20"32"27,20-1 61,0 13 35,7 15 11,21 105-64,-183 108-67,-50-16-11,-3-15-35,12-33-81,4-25-87</inkml:trace>
</inkml:ink>
</file>

<file path=ppt/ink/ink15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32"/>
    </inkml:context>
    <inkml:brush xml:id="br0">
      <inkml:brushProperty name="width" value="0.05953" units="cm"/>
      <inkml:brushProperty name="height" value="0.05953" units="cm"/>
      <inkml:brushProperty name="fitToCurve" value="1"/>
    </inkml:brush>
  </inkml:definitions>
  <inkml:trace contextRef="#ctx0" brushRef="#br0">19014 9124 162,'0'99'114,"-22"77"85,-8-66-129,-9 0-34,-3-1-33,-9 3-17,1-12-3,-8-7-24,-26-6-298</inkml:trace>
</inkml:ink>
</file>

<file path=ppt/ink/ink15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33"/>
    </inkml:context>
    <inkml:brush xml:id="br0">
      <inkml:brushProperty name="width" value="0.05953" units="cm"/>
      <inkml:brushProperty name="height" value="0.05953" units="cm"/>
      <inkml:brushProperty name="fitToCurve" value="1"/>
    </inkml:brush>
  </inkml:definitions>
  <inkml:trace contextRef="#ctx0" brushRef="#br0">18900 9668 136,'0'90'103,"96"-103"-60,23-98-118,-65 2 125,37 202 179,-95-1-127,-18 11 0,76-226-443,-1-9 246,-17 43 53,14-36 7,-4 10 20,6 6 16,-8 206 250,-48 61-139,-8-1-11,-2-1-21,-7 69-15,9-53-23,3-21-30,5 0-17,10 20-108,-33-84-38</inkml:trace>
</inkml:ink>
</file>

<file path=ppt/ink/ink15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34"/>
    </inkml:context>
    <inkml:brush xml:id="br0">
      <inkml:brushProperty name="width" value="0.05953" units="cm"/>
      <inkml:brushProperty name="height" value="0.05953" units="cm"/>
      <inkml:brushProperty name="fitToCurve" value="1"/>
    </inkml:brush>
  </inkml:definitions>
  <inkml:trace contextRef="#ctx0" brushRef="#br0">20397 8854 345,'-120'161'370,"37"-31"-264,8-2-77,-20 24-32,11-19-108,-14-51-262</inkml:trace>
</inkml:ink>
</file>

<file path=ppt/ink/ink15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35"/>
    </inkml:context>
    <inkml:brush xml:id="br0">
      <inkml:brushProperty name="width" value="0.05953" units="cm"/>
      <inkml:brushProperty name="height" value="0.05953" units="cm"/>
      <inkml:brushProperty name="fitToCurve" value="1"/>
    </inkml:brush>
  </inkml:definitions>
  <inkml:trace contextRef="#ctx0" brushRef="#br0">20400 8886 246,'118'28'218,"-91"168"-282,-102-65-102</inkml:trace>
</inkml:ink>
</file>

<file path=ppt/ink/ink15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36"/>
    </inkml:context>
    <inkml:brush xml:id="br0">
      <inkml:brushProperty name="width" value="0.05953" units="cm"/>
      <inkml:brushProperty name="height" value="0.05953" units="cm"/>
      <inkml:brushProperty name="fitToCurve" value="1"/>
    </inkml:brush>
  </inkml:definitions>
  <inkml:trace contextRef="#ctx0" brushRef="#br0">20162 9414 436,'92'-57'-9,"82"-15"120,-66 46-38,14 17-9,-3 67-36,-79 68 12,-55 14-13,-38 20 2,-6-29-5,-25 8 5,-66-203-100,127-81-65,16 15 40,6 20 33,-7 12 97,-88 130 234,9 104-232,-10 32-8,12-13-15,6-15-16,-18-52-290</inkml:trace>
</inkml:ink>
</file>

<file path=ppt/ink/ink15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37"/>
    </inkml:context>
    <inkml:brush xml:id="br0">
      <inkml:brushProperty name="width" value="0.05953" units="cm"/>
      <inkml:brushProperty name="height" value="0.05953" units="cm"/>
      <inkml:brushProperty name="fitToCurve" value="1"/>
    </inkml:brush>
  </inkml:definitions>
  <inkml:trace contextRef="#ctx0" brushRef="#br0">21188 8961 523,'96'-27'268,"57"-28"-190,7 11-69,13 11-9,-3 27-63,-67 35-111</inkml:trace>
</inkml:ink>
</file>

<file path=ppt/ink/ink15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38"/>
    </inkml:context>
    <inkml:brush xml:id="br0">
      <inkml:brushProperty name="width" value="0.05953" units="cm"/>
      <inkml:brushProperty name="height" value="0.05953" units="cm"/>
      <inkml:brushProperty name="fitToCurve" value="1"/>
    </inkml:brush>
  </inkml:definitions>
  <inkml:trace contextRef="#ctx0" brushRef="#br0">21806 8897 212,'-127'157'529,"15"-34"-462,-5 13-27,6-23-25,-26 33-10,16-12-6,10-3-30,18-73-148</inkml:trace>
</inkml:ink>
</file>

<file path=ppt/ink/ink15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39"/>
    </inkml:context>
    <inkml:brush xml:id="br0">
      <inkml:brushProperty name="width" value="0.05953" units="cm"/>
      <inkml:brushProperty name="height" value="0.05953" units="cm"/>
      <inkml:brushProperty name="fitToCurve" value="1"/>
    </inkml:brush>
  </inkml:definitions>
  <inkml:trace contextRef="#ctx0" brushRef="#br0">21447 9139 180,'0'99'129,"0"57"60,-11-50-121,-10 28-47,-14 10-30,5-36-32,-5-1-53</inkml:trace>
</inkml:ink>
</file>

<file path=ppt/ink/ink15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40"/>
    </inkml:context>
    <inkml:brush xml:id="br0">
      <inkml:brushProperty name="width" value="0.05953" units="cm"/>
      <inkml:brushProperty name="height" value="0.05953" units="cm"/>
      <inkml:brushProperty name="fitToCurve" value="1"/>
    </inkml:brush>
  </inkml:definitions>
  <inkml:trace contextRef="#ctx0" brushRef="#br0">21516 9313 162,'109'-9'442,"-75"141"-273,40 16-128,-59-41-215</inkml:trace>
</inkml:ink>
</file>

<file path=ppt/ink/ink15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41"/>
    </inkml:context>
    <inkml:brush xml:id="br0">
      <inkml:brushProperty name="width" value="0.05953" units="cm"/>
      <inkml:brushProperty name="height" value="0.05953" units="cm"/>
      <inkml:brushProperty name="fitToCurve" value="1"/>
    </inkml:brush>
  </inkml:definitions>
  <inkml:trace contextRef="#ctx0" brushRef="#br0">22286 8935 136,'-29'98'325,"2"-7"-236,4 17-10,6 9 10,90-12 8,75-124-57,20-67-30,-15-14-12,-12 33-69,-38 53-98</inkml:trace>
</inkml:ink>
</file>

<file path=ppt/ink/ink15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42"/>
    </inkml:context>
    <inkml:brush xml:id="br0">
      <inkml:brushProperty name="width" value="0.05953" units="cm"/>
      <inkml:brushProperty name="height" value="0.05953" units="cm"/>
      <inkml:brushProperty name="fitToCurve" value="1"/>
    </inkml:brush>
  </inkml:definitions>
  <inkml:trace contextRef="#ctx0" brushRef="#br0">22614 8775 136,'-14'121'179,"-8"38"-100,-2 25-25,12-72-13,4-9-5,-4-2-3,0 7 1,3 11-64,-30-31-255</inkml:trace>
</inkml:ink>
</file>

<file path=ppt/ink/ink15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43"/>
    </inkml:context>
    <inkml:brush xml:id="br0">
      <inkml:brushProperty name="width" value="0.05953" units="cm"/>
      <inkml:brushProperty name="height" value="0.05953" units="cm"/>
      <inkml:brushProperty name="fitToCurve" value="1"/>
    </inkml:brush>
  </inkml:definitions>
  <inkml:trace contextRef="#ctx0" brushRef="#br0">22785 8880 142,'5'118'28,"-19"-5"6,-6 13 8,-10 5-24,-13 29-43,12-72-145</inkml:trace>
</inkml:ink>
</file>

<file path=ppt/ink/ink15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44"/>
    </inkml:context>
    <inkml:brush xml:id="br0">
      <inkml:brushProperty name="width" value="0.05953" units="cm"/>
      <inkml:brushProperty name="height" value="0.05953" units="cm"/>
      <inkml:brushProperty name="fitToCurve" value="1"/>
    </inkml:brush>
  </inkml:definitions>
  <inkml:trace contextRef="#ctx0" brushRef="#br0">22093 9513 136,'43'141'386,"13"-50"-264,79-70-87,-3-72-8,3-31 18,-14 10 8,13 130 11,-108 114-65,-44-80-106,1 0-645</inkml:trace>
</inkml:ink>
</file>

<file path=ppt/ink/ink15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45"/>
    </inkml:context>
    <inkml:brush xml:id="br0">
      <inkml:brushProperty name="width" value="0.05953" units="cm"/>
      <inkml:brushProperty name="height" value="0.05953" units="cm"/>
      <inkml:brushProperty name="fitToCurve" value="1"/>
    </inkml:brush>
  </inkml:definitions>
  <inkml:trace contextRef="#ctx0" brushRef="#br0">23103 8929 136,'105'-88'203,"103"8"75,-60 39-157,-3 7-49,18 4-35,12 15-28,-196 167-635</inkml:trace>
</inkml:ink>
</file>

<file path=ppt/ink/ink15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46"/>
    </inkml:context>
    <inkml:brush xml:id="br0">
      <inkml:brushProperty name="width" value="0.05953" units="cm"/>
      <inkml:brushProperty name="height" value="0.05953" units="cm"/>
      <inkml:brushProperty name="fitToCurve" value="1"/>
    </inkml:brush>
  </inkml:definitions>
  <inkml:trace contextRef="#ctx0" brushRef="#br0">23257 9025 138,'103'0'33,"8"0"-6,-8-14-11,28-19-3,-8 7-2,-27 16 2,-172 107 162,-105-9-44,76-47-94,-23 19 6,9-2 11,-3 7-2,-13 8-1,300-53 15,-2-70-65,7-1-1,-3-4-1,-15 7-9,0 7-27,2-12-237,-59 53 0</inkml:trace>
</inkml:ink>
</file>

<file path=ppt/ink/ink15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47"/>
    </inkml:context>
    <inkml:brush xml:id="br0">
      <inkml:brushProperty name="width" value="0.05953" units="cm"/>
      <inkml:brushProperty name="height" value="0.05953" units="cm"/>
      <inkml:brushProperty name="fitToCurve" value="1"/>
    </inkml:brush>
  </inkml:definitions>
  <inkml:trace contextRef="#ctx0" brushRef="#br0">23610 8547 238,'0'181'257,"0"-86"-155,0 42-10,0 56 3,0-7-42,0-21-37,-7 18-9,-11-14-1,-5-9 2,-72-322-199,83 32-129</inkml:trace>
</inkml:ink>
</file>

<file path=ppt/ink/ink15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48"/>
    </inkml:context>
    <inkml:brush xml:id="br0">
      <inkml:brushProperty name="width" value="0.05953" units="cm"/>
      <inkml:brushProperty name="height" value="0.05953" units="cm"/>
      <inkml:brushProperty name="fitToCurve" value="1"/>
    </inkml:brush>
  </inkml:definitions>
  <inkml:trace contextRef="#ctx0" brushRef="#br0">23649 9147 136,'-105'87'0,"10"5"115,-19 14 100,-54 57-2,72-71-189,-1-45-263</inkml:trace>
</inkml:ink>
</file>

<file path=ppt/ink/ink15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49"/>
    </inkml:context>
    <inkml:brush xml:id="br0">
      <inkml:brushProperty name="width" value="0.05953" units="cm"/>
      <inkml:brushProperty name="height" value="0.05953" units="cm"/>
      <inkml:brushProperty name="fitToCurve" value="1"/>
    </inkml:brush>
  </inkml:definitions>
  <inkml:trace contextRef="#ctx0" brushRef="#br0">23541 9295 136,'103'8'37,"-3"129"285,22 68-27,25-139-380,9-72-30,-56 34-184</inkml:trace>
</inkml:ink>
</file>

<file path=ppt/ink/ink15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50"/>
    </inkml:context>
    <inkml:brush xml:id="br0">
      <inkml:brushProperty name="width" value="0.05953" units="cm"/>
      <inkml:brushProperty name="height" value="0.05953" units="cm"/>
      <inkml:brushProperty name="fitToCurve" value="1"/>
    </inkml:brush>
  </inkml:definitions>
  <inkml:trace contextRef="#ctx0" brushRef="#br0">24242 8779 258,'122'-48'238,"-19"14"-144,2 9 2,43-1 10,14 25-45,-185 156-58,-87-38-4,-17 7-1,102 37 3,153-51-1,19-10 1,-16-7-1,-11 21-1,-139 37 11,-123-80 0,-15-116-22,65-18-173</inkml:trace>
</inkml:ink>
</file>

<file path=ppt/ink/ink15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51"/>
    </inkml:context>
    <inkml:brush xml:id="br0">
      <inkml:brushProperty name="width" value="0.05953" units="cm"/>
      <inkml:brushProperty name="height" value="0.05953" units="cm"/>
      <inkml:brushProperty name="fitToCurve" value="1"/>
    </inkml:brush>
  </inkml:definitions>
  <inkml:trace contextRef="#ctx0" brushRef="#br0">14881 5939 791,'200'0'-13,"-53"0"-15,81 0 0,-71-7 14,11 1 2,105-4-8,-118 8 11,123-5 9,-64 7 5,-77 2 0,70-8 10,2 4 0,-74 1-2,79-2 1,28-1-2,-86 1-1,79 3 0,-7 1-3,-80 1-2,75-4 0,32 5-4,-93-1-1,80-2 1,-14 2-1,-82 0 0,84 2-1,24 1 1,-90-2 0,67-1 0,-14 4-1,139 1 2,-119-4-2,-83-1 1,55 4-4,-21-2-1,119 5-20,-108-4-3,107 1-24,-153-1 26,95-2-19,-100-3-30,-43 0-30,17 0-81</inkml:trace>
</inkml:ink>
</file>

<file path=ppt/ink/ink15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52"/>
    </inkml:context>
    <inkml:brush xml:id="br0">
      <inkml:brushProperty name="width" value="0.05953" units="cm"/>
      <inkml:brushProperty name="height" value="0.05953" units="cm"/>
      <inkml:brushProperty name="fitToCurve" value="1"/>
    </inkml:brush>
  </inkml:definitions>
  <inkml:trace contextRef="#ctx0" brushRef="#br0">18351 5940 542,'-32'111'262,"7"62"-209,10-7-44,4 2-9,28-2-64,-41-66-108</inkml:trace>
</inkml:ink>
</file>

<file path=ppt/ink/ink16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53"/>
    </inkml:context>
    <inkml:brush xml:id="br0">
      <inkml:brushProperty name="width" value="0.05953" units="cm"/>
      <inkml:brushProperty name="height" value="0.05953" units="cm"/>
      <inkml:brushProperty name="fitToCurve" value="1"/>
    </inkml:brush>
  </inkml:definitions>
  <inkml:trace contextRef="#ctx0" brushRef="#br0">18621 5932 253,'75'109'332,"-96"38"-238,-5 21-29,11 1-32,21-7-39,-49-67-159</inkml:trace>
</inkml:ink>
</file>

<file path=ppt/ink/ink16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54"/>
    </inkml:context>
    <inkml:brush xml:id="br0">
      <inkml:brushProperty name="width" value="0.05953" units="cm"/>
      <inkml:brushProperty name="height" value="0.05953" units="cm"/>
      <inkml:brushProperty name="fitToCurve" value="1"/>
    </inkml:brush>
  </inkml:definitions>
  <inkml:trace contextRef="#ctx0" brushRef="#br0">15813 7502 226,'97'-106'390,"-5"26"-242,35 15-85,11 158-28,-59 82-24,-11-13-8,43-47-31,-63-14-154</inkml:trace>
</inkml:ink>
</file>

<file path=ppt/ink/ink16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55"/>
    </inkml:context>
    <inkml:brush xml:id="br0">
      <inkml:brushProperty name="width" value="0.05953" units="cm"/>
      <inkml:brushProperty name="height" value="0.05953" units="cm"/>
      <inkml:brushProperty name="fitToCurve" value="1"/>
    </inkml:brush>
  </inkml:definitions>
  <inkml:trace contextRef="#ctx0" brushRef="#br0">16686 7156 236,'-128'19'281,"-71"136"-77,82-50-149,-11 17-14,22-17-18,-13 2-26,18-63-176</inkml:trace>
</inkml:ink>
</file>

<file path=ppt/ink/ink16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56"/>
    </inkml:context>
    <inkml:brush xml:id="br0">
      <inkml:brushProperty name="width" value="0.05953" units="cm"/>
      <inkml:brushProperty name="height" value="0.05953" units="cm"/>
      <inkml:brushProperty name="fitToCurve" value="1"/>
    </inkml:brush>
  </inkml:definitions>
  <inkml:trace contextRef="#ctx0" brushRef="#br0">16703 7121 242,'161'-92'580,"-19"34"-539,24 1-32,-6 22-10,-64 44-107,-1 1-647</inkml:trace>
</inkml:ink>
</file>

<file path=ppt/ink/ink16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57"/>
    </inkml:context>
    <inkml:brush xml:id="br0">
      <inkml:brushProperty name="width" value="0.05953" units="cm"/>
      <inkml:brushProperty name="height" value="0.05953" units="cm"/>
      <inkml:brushProperty name="fitToCurve" value="1"/>
    </inkml:brush>
  </inkml:definitions>
  <inkml:trace contextRef="#ctx0" brushRef="#br0">17048 6959 311,'-79'161'482,"-12"-47"-425,215-2-33,35-174-26,8-15-7,-275 224-434,12-87 417,-51 29 14,5 18 10,268-115 196,-35-67-283,-113 172 244,-45 10-10,11 25-107,181-247-296,-56 26 169,8-12 4,27-23-11,-1 2 22,-2 18 28,-121 239 187,-27 4 110,146-229-169,-28-32-193,-2 14 12,26-40 46,-69 354 376,-35-31-248,-2 17-19,-8 4-29,3-17-19,-6-13-7,-5 6-9,-28-21-5,-15-64-170</inkml:trace>
</inkml:ink>
</file>

<file path=ppt/ink/ink16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58"/>
    </inkml:context>
    <inkml:brush xml:id="br0">
      <inkml:brushProperty name="width" value="0.05953" units="cm"/>
      <inkml:brushProperty name="height" value="0.05953" units="cm"/>
      <inkml:brushProperty name="fitToCurve" value="1"/>
    </inkml:brush>
  </inkml:definitions>
  <inkml:trace contextRef="#ctx0" brushRef="#br0">19139 7264 590,'-39'124'249,"-14"29"-219,10-2-543</inkml:trace>
</inkml:ink>
</file>

<file path=ppt/ink/ink16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59"/>
    </inkml:context>
    <inkml:brush xml:id="br0">
      <inkml:brushProperty name="width" value="0.05953" units="cm"/>
      <inkml:brushProperty name="height" value="0.05953" units="cm"/>
      <inkml:brushProperty name="fitToCurve" value="1"/>
    </inkml:brush>
  </inkml:definitions>
  <inkml:trace contextRef="#ctx0" brushRef="#br0">19274 7423 136,'-23'173'731,"50"-15"-729,95-262-13,-44-58 4,0 13 3,60 247 35,-115 70-32,37-16-9,-56-59-97,-1 0-645</inkml:trace>
</inkml:ink>
</file>

<file path=ppt/ink/ink16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60"/>
    </inkml:context>
    <inkml:brush xml:id="br0">
      <inkml:brushProperty name="width" value="0.05953" units="cm"/>
      <inkml:brushProperty name="height" value="0.05953" units="cm"/>
      <inkml:brushProperty name="fitToCurve" value="1"/>
    </inkml:brush>
  </inkml:definitions>
  <inkml:trace contextRef="#ctx0" brushRef="#br0">20732 6821 486,'-94'27'318,"-55"17"-254,-30-26-63,17-28-4,11 62 10,178 120-2,-2 26-5,-34 2 0,-28-24-1,-19 10-2,0-18-4,-3-11-26,-21-58-250</inkml:trace>
</inkml:ink>
</file>

<file path=ppt/ink/ink16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61"/>
    </inkml:context>
    <inkml:brush xml:id="br0">
      <inkml:brushProperty name="width" value="0.05953" units="cm"/>
      <inkml:brushProperty name="height" value="0.05953" units="cm"/>
      <inkml:brushProperty name="fitToCurve" value="1"/>
    </inkml:brush>
  </inkml:definitions>
  <inkml:trace contextRef="#ctx0" brushRef="#br0">19935 7355 232,'120'-55'54,"-9"-1"46,52-7 60,-47 46-23,-85 136 3,-66 44-101,4 17-30,3-12-7,3 15-3,0-1-40,-25-84-137</inkml:trace>
</inkml:ink>
</file>

<file path=ppt/ink/ink16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62"/>
    </inkml:context>
    <inkml:brush xml:id="br0">
      <inkml:brushProperty name="width" value="0.05953" units="cm"/>
      <inkml:brushProperty name="height" value="0.05953" units="cm"/>
      <inkml:brushProperty name="fitToCurve" value="1"/>
    </inkml:brush>
  </inkml:definitions>
  <inkml:trace contextRef="#ctx0" brushRef="#br0">20002 7476 358,'142'-54'267,"-125"183"-26,-122 19-229,-9-6-5,294-233-54,-90 79-57,2 2-622</inkml:trace>
</inkml:ink>
</file>

<file path=ppt/ink/ink16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63"/>
    </inkml:context>
    <inkml:brush xml:id="br0">
      <inkml:brushProperty name="width" value="0.05953" units="cm"/>
      <inkml:brushProperty name="height" value="0.05953" units="cm"/>
      <inkml:brushProperty name="fitToCurve" value="1"/>
    </inkml:brush>
  </inkml:definitions>
  <inkml:trace contextRef="#ctx0" brushRef="#br0">20643 6985 261,'-108'139'560,"109"11"-561,134-69-53,-46 43 17,-60 13 47,-38 29 42,-58-19 0,-54-41-25,-37-146-16,217-141-13,80 25 0,21 9-12,-19 19-52,-45 87-104</inkml:trace>
</inkml:ink>
</file>

<file path=ppt/ink/ink16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64"/>
    </inkml:context>
    <inkml:brush xml:id="br0">
      <inkml:brushProperty name="width" value="0.05953" units="cm"/>
      <inkml:brushProperty name="height" value="0.05953" units="cm"/>
      <inkml:brushProperty name="fitToCurve" value="1"/>
    </inkml:brush>
  </inkml:definitions>
  <inkml:trace contextRef="#ctx0" brushRef="#br0">21235 6831 293,'0'182'523,"-34"-39"-543,-20-55-150</inkml:trace>
</inkml:ink>
</file>

<file path=ppt/ink/ink16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65"/>
    </inkml:context>
    <inkml:brush xml:id="br0">
      <inkml:brushProperty name="width" value="0.05953" units="cm"/>
      <inkml:brushProperty name="height" value="0.05953" units="cm"/>
      <inkml:brushProperty name="fitToCurve" value="1"/>
    </inkml:brush>
  </inkml:definitions>
  <inkml:trace contextRef="#ctx0" brushRef="#br0">21089 7055 136,'71'-118'107,"50"60"63,-29 30-62,7 11 45,32 28-11,-195 135-93,-62-31-51,13-1-6,117 42 14,-11 14-3,-14-3-2,-10-10-8,79-305-474,61 46 514,-207 6-254,-14 61 175,11 68 152,41 123 113,28-41-84,5 7-22,5 11-16,25 14-42,143-223-51,-42-64-30,-22 10-215,11 55-196</inkml:trace>
</inkml:ink>
</file>

<file path=ppt/ink/ink16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66"/>
    </inkml:context>
    <inkml:brush xml:id="br0">
      <inkml:brushProperty name="width" value="0.05953" units="cm"/>
      <inkml:brushProperty name="height" value="0.05953" units="cm"/>
      <inkml:brushProperty name="fitToCurve" value="1"/>
    </inkml:brush>
  </inkml:definitions>
  <inkml:trace contextRef="#ctx0" brushRef="#br0">21398 7090 356,'151'-70'63,"30"10"227,-47 27-168,-43 40-225,0 1-617</inkml:trace>
</inkml:ink>
</file>

<file path=ppt/ink/ink16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67"/>
    </inkml:context>
    <inkml:brush xml:id="br0">
      <inkml:brushProperty name="width" value="0.05953" units="cm"/>
      <inkml:brushProperty name="height" value="0.05953" units="cm"/>
      <inkml:brushProperty name="fitToCurve" value="1"/>
    </inkml:brush>
  </inkml:definitions>
  <inkml:trace contextRef="#ctx0" brushRef="#br0">21460 7071 169,'13'116'373,"-13"-19"-258,-11 34-28,-8 16-33,-8-1-28,-14 33-11,1 2-12,4-33-22,-22-57-157</inkml:trace>
</inkml:ink>
</file>

<file path=ppt/ink/ink16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68"/>
    </inkml:context>
    <inkml:brush xml:id="br0">
      <inkml:brushProperty name="width" value="0.05953" units="cm"/>
      <inkml:brushProperty name="height" value="0.05953" units="cm"/>
      <inkml:brushProperty name="fitToCurve" value="1"/>
    </inkml:brush>
  </inkml:definitions>
  <inkml:trace contextRef="#ctx0" brushRef="#br0">21385 7427 188,'121'-68'114,"12"16"79,-44 29-63,30-4 2,-56 151-64,-213-35-50,-2-19-8,9 14 4,296-9-4,8-101-14,-2 8-6,-300 110 13,-4 1 3,-4 5-1,23 2 2,278-11-3,15-106-11,34-24-30,-17-15-41,-83 59-86</inkml:trace>
</inkml:ink>
</file>

<file path=ppt/ink/ink16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69"/>
    </inkml:context>
    <inkml:brush xml:id="br0">
      <inkml:brushProperty name="width" value="0.05953" units="cm"/>
      <inkml:brushProperty name="height" value="0.05953" units="cm"/>
      <inkml:brushProperty name="fitToCurve" value="1"/>
    </inkml:brush>
  </inkml:definitions>
  <inkml:trace contextRef="#ctx0" brushRef="#br0">22390 6461 483,'114'213'364,"-96"-60"-700,-44-57-33</inkml:trace>
</inkml:ink>
</file>

<file path=ppt/ink/ink16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70"/>
    </inkml:context>
    <inkml:brush xml:id="br0">
      <inkml:brushProperty name="width" value="0.05953" units="cm"/>
      <inkml:brushProperty name="height" value="0.05953" units="cm"/>
      <inkml:brushProperty name="fitToCurve" value="1"/>
    </inkml:brush>
  </inkml:definitions>
  <inkml:trace contextRef="#ctx0" brushRef="#br0">22105 6906 398,'182'-52'244,"-38"24"-134,23-3-33,11 1-42,3 5-30,-23 32-118,-64 29-49</inkml:trace>
</inkml:ink>
</file>

<file path=ppt/ink/ink16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71"/>
    </inkml:context>
    <inkml:brush xml:id="br0">
      <inkml:brushProperty name="width" value="0.05953" units="cm"/>
      <inkml:brushProperty name="height" value="0.05953" units="cm"/>
      <inkml:brushProperty name="fitToCurve" value="1"/>
    </inkml:brush>
  </inkml:definitions>
  <inkml:trace contextRef="#ctx0" brushRef="#br0">22288 6934 144,'200'136'680,"-83"-29"-644,0 10-41,-42-269-677,-114 48 702,-53 105 252,-62 134-203,64-79-149,1-25-166</inkml:trace>
</inkml:ink>
</file>

<file path=ppt/ink/ink16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72"/>
    </inkml:context>
    <inkml:brush xml:id="br0">
      <inkml:brushProperty name="width" value="0.05953" units="cm"/>
      <inkml:brushProperty name="height" value="0.05953" units="cm"/>
      <inkml:brushProperty name="fitToCurve" value="1"/>
    </inkml:brush>
  </inkml:definitions>
  <inkml:trace contextRef="#ctx0" brushRef="#br0">22261 7042 136,'-3'137'339,"21"-33"-202,27 1-43,77-65-29,41-91-51,-35-20 0,18-16 11,-2 28 0,5 117-1,-216 93-23,-43-7-13,-35-3-80,12-41-9,36-65-127</inkml:trace>
</inkml:ink>
</file>

<file path=ppt/ink/ink16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73"/>
    </inkml:context>
    <inkml:brush xml:id="br0">
      <inkml:brushProperty name="width" value="0.05953" units="cm"/>
      <inkml:brushProperty name="height" value="0.05953" units="cm"/>
      <inkml:brushProperty name="fitToCurve" value="1"/>
    </inkml:brush>
  </inkml:definitions>
  <inkml:trace contextRef="#ctx0" brushRef="#br0">22268 7435 203,'21'133'298,"-33"-21"-245,-7-12-32,-2 3-7,-22 28-8,-4-7-57,-30-32-488</inkml:trace>
</inkml:ink>
</file>

<file path=ppt/ink/ink16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74"/>
    </inkml:context>
    <inkml:brush xml:id="br0">
      <inkml:brushProperty name="width" value="0.05953" units="cm"/>
      <inkml:brushProperty name="height" value="0.05953" units="cm"/>
      <inkml:brushProperty name="fitToCurve" value="1"/>
    </inkml:brush>
  </inkml:definitions>
  <inkml:trace contextRef="#ctx0" brushRef="#br0">22089 8058 148,'76'-101'52,"4"11"-3,44-31 29,-31 57-39,59-12 51,50 25 104,-69 41-89,17 28-45,-4 38-17,-31 64-22,-193 36-16,-33-31-4,-21-18-1,-44-165-23,83-10-162</inkml:trace>
</inkml:ink>
</file>

<file path=ppt/ink/ink16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75"/>
    </inkml:context>
    <inkml:brush xml:id="br0">
      <inkml:brushProperty name="width" value="0.05953" units="cm"/>
      <inkml:brushProperty name="height" value="0.05953" units="cm"/>
      <inkml:brushProperty name="fitToCurve" value="1"/>
    </inkml:brush>
  </inkml:definitions>
  <inkml:trace contextRef="#ctx0" brushRef="#br0">22671 7333 219,'-41'153'533,"-27"-22"-496,-7 4-19,6 1 0,226-83 28,6-69-40,-69 36-115,0 2-651</inkml:trace>
</inkml:ink>
</file>

<file path=ppt/ink/ink16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76"/>
    </inkml:context>
    <inkml:brush xml:id="br0">
      <inkml:brushProperty name="width" value="0.05953" units="cm"/>
      <inkml:brushProperty name="height" value="0.05953" units="cm"/>
      <inkml:brushProperty name="fitToCurve" value="1"/>
    </inkml:brush>
  </inkml:definitions>
  <inkml:trace contextRef="#ctx0" brushRef="#br0">26998 9944 533,'-87'50'336,"-5"28"-333</inkml:trace>
</inkml:ink>
</file>

<file path=ppt/ink/ink16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77"/>
    </inkml:context>
    <inkml:brush xml:id="br0">
      <inkml:brushProperty name="width" value="0.05953" units="cm"/>
      <inkml:brushProperty name="height" value="0.05953" units="cm"/>
      <inkml:brushProperty name="fitToCurve" value="1"/>
    </inkml:brush>
  </inkml:definitions>
  <inkml:trace contextRef="#ctx0" brushRef="#br0">17924 6898 219,'0'176'606,"0"21"-573,-4-36-30,-2 0-2,-6 10-1,-4 31-7,6-35-53,-29-71-110</inkml:trace>
</inkml:ink>
</file>

<file path=ppt/ink/ink16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78"/>
    </inkml:context>
    <inkml:brush xml:id="br0">
      <inkml:brushProperty name="width" value="0.05953" units="cm"/>
      <inkml:brushProperty name="height" value="0.05953" units="cm"/>
      <inkml:brushProperty name="fitToCurve" value="1"/>
    </inkml:brush>
  </inkml:definitions>
  <inkml:trace contextRef="#ctx0" brushRef="#br0">17802 6974 316,'119'-99'44,"19"23"86,-7 25-8,4 14-23,1 18-39,23 14-37,3 33-28,-19 24-2,-35 45 15,-81 59 39,-27 5-27,2 59-12,1-30-5,5 5-3,4-13-3,0 0-11,-3-7-50,-5-30-116,-32-58-26</inkml:trace>
</inkml:ink>
</file>

<file path=ppt/ink/ink16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79"/>
    </inkml:context>
    <inkml:brush xml:id="br0">
      <inkml:brushProperty name="width" value="0.05953" units="cm"/>
      <inkml:brushProperty name="height" value="0.05953" units="cm"/>
      <inkml:brushProperty name="fitToCurve" value="1"/>
    </inkml:brush>
  </inkml:definitions>
  <inkml:trace contextRef="#ctx0" brushRef="#br0">18140 6928 253,'-4'169'523,"-12"-4"-500,8-18-210,-31-50-124</inkml:trace>
</inkml:ink>
</file>

<file path=ppt/ink/ink16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80"/>
    </inkml:context>
    <inkml:brush xml:id="br0">
      <inkml:brushProperty name="width" value="0.05953" units="cm"/>
      <inkml:brushProperty name="height" value="0.05953" units="cm"/>
      <inkml:brushProperty name="fitToCurve" value="1"/>
    </inkml:brush>
  </inkml:definitions>
  <inkml:trace contextRef="#ctx0" brushRef="#br0">18093 7106 199,'125'-100'115,"24"27"119,-49 56-175,0 72-37,-167 53-17,-33-18 1,-1-14 7,-3 0 37,15-47-200</inkml:trace>
</inkml:ink>
</file>

<file path=ppt/ink/ink16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81"/>
    </inkml:context>
    <inkml:brush xml:id="br0">
      <inkml:brushProperty name="width" value="0.05953" units="cm"/>
      <inkml:brushProperty name="height" value="0.05953" units="cm"/>
      <inkml:brushProperty name="fitToCurve" value="1"/>
    </inkml:brush>
  </inkml:definitions>
  <inkml:trace contextRef="#ctx0" brushRef="#br0">18104 7278 244,'-15'112'234,"-1"-6"-98,-5 9-82,-5 12-119,-27-36-241</inkml:trace>
</inkml:ink>
</file>

<file path=ppt/ink/ink16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82"/>
    </inkml:context>
    <inkml:brush xml:id="br0">
      <inkml:brushProperty name="width" value="0.05953" units="cm"/>
      <inkml:brushProperty name="height" value="0.05953" units="cm"/>
      <inkml:brushProperty name="fitToCurve" value="1"/>
    </inkml:brush>
  </inkml:definitions>
  <inkml:trace contextRef="#ctx0" brushRef="#br0">18149 7390 219,'149'-99'223,"54"72"-33,-109 101-169,-134 47-21,-44-25-109,-13-61-349</inkml:trace>
</inkml:ink>
</file>

<file path=ppt/ink/ink16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83"/>
    </inkml:context>
    <inkml:brush xml:id="br0">
      <inkml:brushProperty name="width" value="0.05953" units="cm"/>
      <inkml:brushProperty name="height" value="0.05953" units="cm"/>
      <inkml:brushProperty name="fitToCurve" value="1"/>
    </inkml:brush>
  </inkml:definitions>
  <inkml:trace contextRef="#ctx0" brushRef="#br0">18392 7370 136,'-20'143'407,"-102"28"-377,226-182-465,-4-13 439,-82 149 212,-142-2-84,-69 1 72,62-64-107,-18 3-31,356-42-38,-34-50-27,18-8 1,-5 6-2,5 14-1,-7 0-12,-91 39-95,1-1-650</inkml:trace>
</inkml:ink>
</file>

<file path=ppt/ink/ink16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84"/>
    </inkml:context>
    <inkml:brush xml:id="br0">
      <inkml:brushProperty name="width" value="0.05953" units="cm"/>
      <inkml:brushProperty name="height" value="0.05953" units="cm"/>
      <inkml:brushProperty name="fitToCurve" value="1"/>
    </inkml:brush>
  </inkml:definitions>
  <inkml:trace contextRef="#ctx0" brushRef="#br0">14143 6967 455,'191'13'327,"-67"112"-275,-31 39-34,-30-2-11,-36 1-6,-29-5 1,-129-66 17,58-235-13,74-39-5,42 22 0,25 0-1,26 19 0,22 29 0,26 22-4,-49 68-106,2-1-657</inkml:trace>
</inkml:ink>
</file>

<file path=ppt/ink/ink16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85"/>
    </inkml:context>
    <inkml:brush xml:id="br0">
      <inkml:brushProperty name="width" value="0.05953" units="cm"/>
      <inkml:brushProperty name="height" value="0.05953" units="cm"/>
      <inkml:brushProperty name="fitToCurve" value="1"/>
    </inkml:brush>
  </inkml:definitions>
  <inkml:trace contextRef="#ctx0" brushRef="#br0">14943 7287 873,'174'-71'13,"-6"-3"-8,-2 23-4,-67 52-112,-2 0-662</inkml:trace>
</inkml:ink>
</file>

<file path=ppt/ink/ink16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86"/>
    </inkml:context>
    <inkml:brush xml:id="br0">
      <inkml:brushProperty name="width" value="0.05953" units="cm"/>
      <inkml:brushProperty name="height" value="0.05953" units="cm"/>
      <inkml:brushProperty name="fitToCurve" value="1"/>
    </inkml:brush>
  </inkml:definitions>
  <inkml:trace contextRef="#ctx0" brushRef="#br0">12771 7030 533</inkml:trace>
</inkml:ink>
</file>

<file path=ppt/ink/ink16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87"/>
    </inkml:context>
    <inkml:brush xml:id="br0">
      <inkml:brushProperty name="width" value="0.05953" units="cm"/>
      <inkml:brushProperty name="height" value="0.05953" units="cm"/>
      <inkml:brushProperty name="fitToCurve" value="1"/>
    </inkml:brush>
  </inkml:definitions>
  <inkml:trace contextRef="#ctx0" brushRef="#br0">8911 9215 428,'-47'49'94,"13"-1"-14,7-9-47,-1 0 9,-4 9-2,6-7-4,-7 11-3,2-1-10,-2 4-6,-8 17 4,14-26-19,3 0-9,0 2-21,-13 28-78,15-26-46,7-18-166</inkml:trace>
</inkml:ink>
</file>

<file path=ppt/ink/ink16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88"/>
    </inkml:context>
    <inkml:brush xml:id="br0">
      <inkml:brushProperty name="width" value="0.05953" units="cm"/>
      <inkml:brushProperty name="height" value="0.05953" units="cm"/>
      <inkml:brushProperty name="fitToCurve" value="1"/>
    </inkml:brush>
  </inkml:definitions>
  <inkml:trace contextRef="#ctx0" brushRef="#br0">8725 9521 193,'46'-42'-19,"-2"5"15,-12 12 9,4 4 10,-3 6 14,1 11 21,-9 55 60,-32 4-42,-11 20 39,4-43-68,-4 10-3,-1-3-5,-5 6-4,-3 0-4,-6 9-5,4-10-4,-22 26 5,17-26-13,-4 4-4,4-10-12,-3 2-21,5-8-6,-15 9-46,9-13-30,3-22-2,6-42-21,29-20 79,8 8 26,2 15 23,6-6 3,-1 7 2,5 2 1,12-10 3,7 16 19,15 18 28,-20 13-11,36 18 51,-32-6-42,19 10 35,19 14-15,-14 1-53,-8 0-16,5 8-36,-28-22-27</inkml:trace>
</inkml:ink>
</file>

<file path=ppt/ink/ink16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89"/>
    </inkml:context>
    <inkml:brush xml:id="br0">
      <inkml:brushProperty name="width" value="0.05953" units="cm"/>
      <inkml:brushProperty name="height" value="0.05953" units="cm"/>
      <inkml:brushProperty name="fitToCurve" value="1"/>
    </inkml:brush>
  </inkml:definitions>
  <inkml:trace contextRef="#ctx0" brushRef="#br0">8949 9089 253,'11'40'95,"-5"-1"-45,-2 0 8,-5 23 24,-2-26-42,-2 9-5,0-5-4,-4 8-6,0 0-4,-6 26 9,-5 7-30,-5 2-36,3-13-2,5-10-15,7-24-45,-10-5-393</inkml:trace>
</inkml:ink>
</file>

<file path=ppt/ink/ink16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90"/>
    </inkml:context>
    <inkml:brush xml:id="br0">
      <inkml:brushProperty name="width" value="0.05953" units="cm"/>
      <inkml:brushProperty name="height" value="0.05953" units="cm"/>
      <inkml:brushProperty name="fitToCurve" value="1"/>
    </inkml:brush>
  </inkml:definitions>
  <inkml:trace contextRef="#ctx0" brushRef="#br0">8963 9442 168,'32'9'163,"4"35"23,-16 4-72,-2 4-36,3 9-38,-6-15-19,3-4-37,8 6-118,-22-17-77</inkml:trace>
</inkml:ink>
</file>

<file path=ppt/ink/ink16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91"/>
    </inkml:context>
    <inkml:brush xml:id="br0">
      <inkml:brushProperty name="width" value="0.05953" units="cm"/>
      <inkml:brushProperty name="height" value="0.05953" units="cm"/>
      <inkml:brushProperty name="fitToCurve" value="1"/>
    </inkml:brush>
  </inkml:definitions>
  <inkml:trace contextRef="#ctx0" brushRef="#br0">9398 9451 136,'32'-18'18,"9"-11"28,-9 9 45,17-7 99,-13 10-67,4 1-19,3 1-34,6 0-41,8 14-130,-26 9-50</inkml:trace>
</inkml:ink>
</file>

<file path=ppt/ink/ink16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92"/>
    </inkml:context>
    <inkml:brush xml:id="br0">
      <inkml:brushProperty name="width" value="0.05953" units="cm"/>
      <inkml:brushProperty name="height" value="0.05953" units="cm"/>
      <inkml:brushProperty name="fitToCurve" value="1"/>
    </inkml:brush>
  </inkml:definitions>
  <inkml:trace contextRef="#ctx0" brushRef="#br0">9395 9542 271,'48'10'317,"-12"-20"-350,-8-1-23,2-4-42,-6 4-95</inkml:trace>
</inkml:ink>
</file>

<file path=ppt/ink/ink16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93"/>
    </inkml:context>
    <inkml:brush xml:id="br0">
      <inkml:brushProperty name="width" value="0.05953" units="cm"/>
      <inkml:brushProperty name="height" value="0.05953" units="cm"/>
      <inkml:brushProperty name="fitToCurve" value="1"/>
    </inkml:brush>
  </inkml:definitions>
  <inkml:trace contextRef="#ctx0" brushRef="#br0">9652 9555 136,'-27'44'4,"-1"5"12,6-10 3,-3 4 9,1 0 10,1-5 7,0 2 36,-5 6 51,-9 19 150,100-57-358,-10-46 19,-19 2 31,4-10-9,4-12-1,-7 5-9,-11 20 6,11-21-9,2-5 4,2-10 1,-8 14 3,3-5 3,-8 12 4,-4 9 7,3-7-8,-6 11 19,-42 85 209,4-2-65,2 6-7,2-11-33,2-2-27,0 3-44,2 6-109,-9-16-249</inkml:trace>
</inkml:ink>
</file>

<file path=ppt/ink/ink16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94"/>
    </inkml:context>
    <inkml:brush xml:id="br0">
      <inkml:brushProperty name="width" value="0.05953" units="cm"/>
      <inkml:brushProperty name="height" value="0.05953" units="cm"/>
      <inkml:brushProperty name="fitToCurve" value="1"/>
    </inkml:brush>
  </inkml:definitions>
  <inkml:trace contextRef="#ctx0" brushRef="#br0">9783 9300 136,'43'-40'17,"-5"11"11,5 8 5,11 0 27,-14 11 2,13 2 9,-3 5 5,-4 6-1,-5 9 19,-11 15-16,-22 23-30,-18 1-25,-12-5-17,-7 2-7,-9 4-9,-5-4-23,3-11-18,1-7-55,-8-7-31,8-11-8</inkml:trace>
</inkml:ink>
</file>

<file path=ppt/ink/ink16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95"/>
    </inkml:context>
    <inkml:brush xml:id="br0">
      <inkml:brushProperty name="width" value="0.05953" units="cm"/>
      <inkml:brushProperty name="height" value="0.05953" units="cm"/>
      <inkml:brushProperty name="fitToCurve" value="1"/>
    </inkml:brush>
  </inkml:definitions>
  <inkml:trace contextRef="#ctx0" brushRef="#br0">9857 9438 136,'10'-35'6,"24"0"15,-2 16 4,12 3 18,-6 5-12,15 1 17,-60 49 165,-25-11-124,-4 5-11,-4 4 4,-1 3-32,97-68-176,-17-14 46,-6 6-24,20-13-115,-38 82 142,-24 28 100,2-27-1,-5 20 21,4-18-14,-3 3 2,1-4 0,-1 4-2,0-1-3,-2 4-5,2-7-5,-6 16 0,0-4-21,-3-9-26,-3-2-8,-36 4-34,26-43 49,0-13-4,1-9 5,-4-18 20,25-3 102,70 2 71,-13 33-132,1 4-29,2-1-19,-10 3-14,8 0-25,-10 5-8,-6 1-5,-47 31 105,-26-4 15,4-3 15,-16 5 17,-7 3-21,8-1-13,-1 3 5,18 17-32,63 16-24,17-27-11,28-12-28,-11-19-41,7-10-121,-22-2-243</inkml:trace>
</inkml:ink>
</file>

<file path=ppt/ink/ink16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96"/>
    </inkml:context>
    <inkml:brush xml:id="br0">
      <inkml:brushProperty name="width" value="0.05953" units="cm"/>
      <inkml:brushProperty name="height" value="0.05953" units="cm"/>
      <inkml:brushProperty name="fitToCurve" value="1"/>
    </inkml:brush>
  </inkml:definitions>
  <inkml:trace contextRef="#ctx0" brushRef="#br0">10885 9131 205,'-36'25'101,"-27"15"27,2 2 34,20-16-109,-14 9-27,-8 7-43,15-11-18,-11 9-77,14-9-219</inkml:trace>
</inkml:ink>
</file>

<file path=ppt/ink/ink16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97"/>
    </inkml:context>
    <inkml:brush xml:id="br0">
      <inkml:brushProperty name="width" value="0.05953" units="cm"/>
      <inkml:brushProperty name="height" value="0.05953" units="cm"/>
      <inkml:brushProperty name="fitToCurve" value="1"/>
    </inkml:brush>
  </inkml:definitions>
  <inkml:trace contextRef="#ctx0" brushRef="#br0">10397 9368 360,'25'31'17,"2"7"64,20-7-197,-24-31 11</inkml:trace>
</inkml:ink>
</file>

<file path=ppt/ink/ink16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98"/>
    </inkml:context>
    <inkml:brush xml:id="br0">
      <inkml:brushProperty name="width" value="0.05953" units="cm"/>
      <inkml:brushProperty name="height" value="0.05953" units="cm"/>
      <inkml:brushProperty name="fitToCurve" value="1"/>
    </inkml:brush>
  </inkml:definitions>
  <inkml:trace contextRef="#ctx0" brushRef="#br0">10708 9381 136,'-31'12'59,"96"-1"85,-2-34-146,1-2-39,-16 6 3,-8 6 1,-8 5-8,-80 47 32,-14-5 45,32-16-8,-19 8 26,17-8-19,-11 2 4,8-2-1,-5 2 2,2-1-4,-18 8 20,-2 1-14,5-2-2,13-3 6,2 0 27,12 11 21,73-4-131,16-29-27,-12-12 14,-9-1 2,8-9-6,12-15-5,-9-4-4,-12 3 3,-6 3 10,-7 4 11,1-1 0,-38 79 41,-2-15 12,2-2 1,-3 8 9,0 1 3,-7 20 25,-1 1 22,11-28-29,0-2 0,-10 32 77,7-23-32,-3 9 15,-1-4-21,-12 1-57,-20-65-89,26-36-11,14 6-19,5 12 6,6-7-5,3-3 8,5 6 17,6-5 11,1 14 29,-72 68 226,16-2-131,-10 10-16,-8 10-2,23-22-32,-1 3-8,5-3-8,5 0-41,55-40-124,22-31 90,-5 6 24,17-4 14,-26 18 25,-6 4 6,4 1 4,-3 3 2,-4 4 0,13 1 1,-4 8 0,-7 9 4,-2 10 6,-13 13 13,5-70-67</inkml:trace>
</inkml:ink>
</file>

<file path=ppt/ink/ink16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699"/>
    </inkml:context>
    <inkml:brush xml:id="br0">
      <inkml:brushProperty name="width" value="0.05953" units="cm"/>
      <inkml:brushProperty name="height" value="0.05953" units="cm"/>
      <inkml:brushProperty name="fitToCurve" value="1"/>
    </inkml:brush>
  </inkml:definitions>
  <inkml:trace contextRef="#ctx0" brushRef="#br0">10961 9266 148,'-37'36'123,"6"1"-75,-7 11 42,2 5 21,19-13-50,17-1-92,25-6-102,9-22 25,14-10-16,-15 2 86,-32 28 27,-23 3 19,-1-2 14,3 1 8,16-1-8,19 0-38,17-10-28,-2-5 36,-22 19 23,-10 0 0,-8 10 3,-1-7-3,-1-4-2,-2 7-9,0 1-7,0-3-5,4 0-41</inkml:trace>
</inkml:ink>
</file>

<file path=ppt/ink/ink16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00"/>
    </inkml:context>
    <inkml:brush xml:id="br0">
      <inkml:brushProperty name="width" value="0.05953" units="cm"/>
      <inkml:brushProperty name="height" value="0.05953" units="cm"/>
      <inkml:brushProperty name="fitToCurve" value="1"/>
    </inkml:brush>
  </inkml:definitions>
  <inkml:trace contextRef="#ctx0" brushRef="#br0">11654 9049 236,'-36'25'21,"1"6"-5,5-2 7,-18 19 29,3-1-22,-4 2-14,1 0-29,10-9-48,7-14-195</inkml:trace>
</inkml:ink>
</file>

<file path=ppt/ink/ink16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01"/>
    </inkml:context>
    <inkml:brush xml:id="br0">
      <inkml:brushProperty name="width" value="0.05953" units="cm"/>
      <inkml:brushProperty name="height" value="0.05953" units="cm"/>
      <inkml:brushProperty name="fitToCurve" value="1"/>
    </inkml:brush>
  </inkml:definitions>
  <inkml:trace contextRef="#ctx0" brushRef="#br0">11449 9243 136,'32'-20'0,"5"1"0,3 4 0,4 6 12,-7 9 13,-37 35 2,-40 7-15,-7-2 0,8-11-1,-13 5 15,12-8 4,-12 2-1,19-10-15,-19 10 21,-4 4 55,124-23 135,-4-24-253,6 1-9,-2 0 2,-20 8 13,-4 2 9,-5 6 5,1 14-5,-28 18-3,-21-4 10,-16 7 0,-7-6-13,-9 1-21,2-4-24,6-9-31</inkml:trace>
</inkml:ink>
</file>

<file path=ppt/ink/ink16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02"/>
    </inkml:context>
    <inkml:brush xml:id="br0">
      <inkml:brushProperty name="width" value="0.05953" units="cm"/>
      <inkml:brushProperty name="height" value="0.05953" units="cm"/>
      <inkml:brushProperty name="fitToCurve" value="1"/>
    </inkml:brush>
  </inkml:definitions>
  <inkml:trace contextRef="#ctx0" brushRef="#br0">11438 9395 161,'-41'33'-21,"20"4"35,4-5 2,-3 8 2,1-4 14,2-2 55,24 16 136,27-30-148,6-12-60,12-9-58,-6-10-40,-10 3-33</inkml:trace>
</inkml:ink>
</file>

<file path=ppt/ink/ink16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03"/>
    </inkml:context>
    <inkml:brush xml:id="br0">
      <inkml:brushProperty name="width" value="0.05953" units="cm"/>
      <inkml:brushProperty name="height" value="0.05953" units="cm"/>
      <inkml:brushProperty name="fitToCurve" value="1"/>
    </inkml:brush>
  </inkml:definitions>
  <inkml:trace contextRef="#ctx0" brushRef="#br0">11199 9507 162,'-7'40'6,"-7"7"13,-1 10 16,8-26-13,-2 15 27,1 15 72,9-16-29,9-3 2,4-9-15,13 2-22,22-5-13,18-9-18,22-11-13,-23-9-6,13-6-3,1-6-3,-14-1 0,2-8-1,-17-29-11,-26-17-12,-13-11-164,-5 40-87</inkml:trace>
</inkml:ink>
</file>

<file path=ppt/ink/ink16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04"/>
    </inkml:context>
    <inkml:brush xml:id="br0">
      <inkml:brushProperty name="width" value="0.05953" units="cm"/>
      <inkml:brushProperty name="height" value="0.05953" units="cm"/>
      <inkml:brushProperty name="fitToCurve" value="1"/>
    </inkml:brush>
  </inkml:definitions>
  <inkml:trace contextRef="#ctx0" brushRef="#br0">12158 9102 184,'-11'56'125,"-5"19"-54,12-46-46,-4 23 18,4-16-22,-2 12 0,0-8-1,1 11-2,1-3-3,-4 8-2,2-14-3,-8 28-2,2-28-14,1 5-14,3-8-14,-3 5-4,0-4-9,1-2 1,1-4-3,-2 6-133</inkml:trace>
</inkml:ink>
</file>

<file path=ppt/ink/ink16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05"/>
    </inkml:context>
    <inkml:brush xml:id="br0">
      <inkml:brushProperty name="width" value="0.05953" units="cm"/>
      <inkml:brushProperty name="height" value="0.05953" units="cm"/>
      <inkml:brushProperty name="fitToCurve" value="1"/>
    </inkml:brush>
  </inkml:definitions>
  <inkml:trace contextRef="#ctx0" brushRef="#br0">11994 9212 171,'37'-35'31,"10"10"-1,-10 7 3,29-4 16,-33 12-23,12 0-4,1 3-1,21-4 13,-34 9-22,6-1-1,-5 4-4,-3 2-3,22 10-18,-16 3-6,17 40-21,-26 12 56,-14-4 45,-6-8-6,-5-24-19,-2 8 1,0 33 35,1-9-18,-2 2-12,-4 11-18,-4 4-27,-3-5-48,2-21-15,-4 2-39,-3 7 4,0-8 21,-1-11-24,5-15-69</inkml:trace>
</inkml:ink>
</file>

<file path=ppt/ink/ink16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06"/>
    </inkml:context>
    <inkml:brush xml:id="br0">
      <inkml:brushProperty name="width" value="0.05953" units="cm"/>
      <inkml:brushProperty name="height" value="0.05953" units="cm"/>
      <inkml:brushProperty name="fitToCurve" value="1"/>
    </inkml:brush>
  </inkml:definitions>
  <inkml:trace contextRef="#ctx0" brushRef="#br0">12369 9148 177,'-35'43'197,"12"-13"-134,-27 46 26,15-26-67,-5 6-15,9-14-18,3-11-30,-3-1-45</inkml:trace>
</inkml:ink>
</file>

<file path=ppt/ink/ink16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07"/>
    </inkml:context>
    <inkml:brush xml:id="br0">
      <inkml:brushProperty name="width" value="0.05953" units="cm"/>
      <inkml:brushProperty name="height" value="0.05953" units="cm"/>
      <inkml:brushProperty name="fitToCurve" value="1"/>
    </inkml:brush>
  </inkml:definitions>
  <inkml:trace contextRef="#ctx0" brushRef="#br0">12228 9359 136,'36'-23'0,"0"-1"0,1 2 5,7 0 6,3 0 9,-3 6 0,-5 4 3,-4 15 4,-34 40 71,-54 21-2,23-32-59,-14 9-9,12-10-18,-32 28-3,28-28-17,-6 2-13,8-5-4,-21 14-32,21-17 23,-2-2-7,-1 1-109</inkml:trace>
</inkml:ink>
</file>

<file path=ppt/ink/ink16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08"/>
    </inkml:context>
    <inkml:brush xml:id="br0">
      <inkml:brushProperty name="width" value="0.05953" units="cm"/>
      <inkml:brushProperty name="height" value="0.05953" units="cm"/>
      <inkml:brushProperty name="fitToCurve" value="1"/>
    </inkml:brush>
  </inkml:definitions>
  <inkml:trace contextRef="#ctx0" brushRef="#br0">12160 9331 161,'51'0'6,"-11"1"8,9 6 13,-6 2 14,2 6 0,-10-6-5,6 6-9,-2-1-10,15 13-3,-6 7-6,-34-2-50</inkml:trace>
</inkml:ink>
</file>

<file path=ppt/ink/ink16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09"/>
    </inkml:context>
    <inkml:brush xml:id="br0">
      <inkml:brushProperty name="width" value="0.05953" units="cm"/>
      <inkml:brushProperty name="height" value="0.05953" units="cm"/>
      <inkml:brushProperty name="fitToCurve" value="1"/>
    </inkml:brush>
  </inkml:definitions>
  <inkml:trace contextRef="#ctx0" brushRef="#br0">12293 9509 641,'52'3'144,"1"5"-132,4 4-20,-17 20-141,-71-3 100,-11-10 96,-10 1 30,0-1 11,5 5-40,71 27-39,42-30-42,-13-14-105,-85 38-326,-23-21 454,11-4 11,-13 7 9,10-7 11,-3 2 28,-2 2 17,4-2 21,16-4 23,21 16 83,68-14-139,6-14-50,-8-4-4,15-4 0,12-4 0,5-1-1,-3 0-10,-29 6-6,6 0-25,-5 1-26,-10-2-14,-4 0-23,-7-1-28,-4 4-217</inkml:trace>
</inkml:ink>
</file>

<file path=ppt/ink/ink16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10"/>
    </inkml:context>
    <inkml:brush xml:id="br0">
      <inkml:brushProperty name="width" value="0.05953" units="cm"/>
      <inkml:brushProperty name="height" value="0.05953" units="cm"/>
      <inkml:brushProperty name="fitToCurve" value="1"/>
    </inkml:brush>
  </inkml:definitions>
  <inkml:trace contextRef="#ctx0" brushRef="#br0">21240 17073 533</inkml:trace>
</inkml:ink>
</file>

<file path=ppt/ink/ink16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11"/>
    </inkml:context>
    <inkml:brush xml:id="br0">
      <inkml:brushProperty name="width" value="0.05953" units="cm"/>
      <inkml:brushProperty name="height" value="0.05953" units="cm"/>
      <inkml:brushProperty name="fitToCurve" value="1"/>
    </inkml:brush>
  </inkml:definitions>
  <inkml:trace contextRef="#ctx0" brushRef="#br0">10952 12229 236,'-16'169'470,"-18"-51"-390,-12 15-56,-9 0-30,-6-5-50,4-27-22,-12-2-22,1-16-23</inkml:trace>
</inkml:ink>
</file>

<file path=ppt/ink/ink16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12"/>
    </inkml:context>
    <inkml:brush xml:id="br0">
      <inkml:brushProperty name="width" value="0.05953" units="cm"/>
      <inkml:brushProperty name="height" value="0.05953" units="cm"/>
      <inkml:brushProperty name="fitToCurve" value="1"/>
    </inkml:brush>
  </inkml:definitions>
  <inkml:trace contextRef="#ctx0" brushRef="#br0">10529 12754 136,'-85'107'49,"24"-24"43,-2 25-8,8 21 10,41-50 33,93-8 30,68-116-206,-19-26-65,-48 29-83</inkml:trace>
</inkml:ink>
</file>

<file path=ppt/ink/ink16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13"/>
    </inkml:context>
    <inkml:brush xml:id="br0">
      <inkml:brushProperty name="width" value="0.05953" units="cm"/>
      <inkml:brushProperty name="height" value="0.05953" units="cm"/>
      <inkml:brushProperty name="fitToCurve" value="1"/>
    </inkml:brush>
  </inkml:definitions>
  <inkml:trace contextRef="#ctx0" brushRef="#br0">17138 16882 533</inkml:trace>
</inkml:ink>
</file>

<file path=ppt/ink/ink16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14"/>
    </inkml:context>
    <inkml:brush xml:id="br0">
      <inkml:brushProperty name="width" value="0.05953" units="cm"/>
      <inkml:brushProperty name="height" value="0.05953" units="cm"/>
      <inkml:brushProperty name="fitToCurve" value="1"/>
    </inkml:brush>
  </inkml:definitions>
  <inkml:trace contextRef="#ctx0" brushRef="#br0">7258 12361 136,'-85'77'29,"28"2"18,4 39 2,27-5-12,31 30 21,69-28 44,11-98-69,53-110-28,-83 4-5,-16-12 17,-13-18 42,-19 25 26,-31-18 9,-69 24-57,-11 158-167,21-47-93</inkml:trace>
</inkml:ink>
</file>

<file path=ppt/ink/ink16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15"/>
    </inkml:context>
    <inkml:brush xml:id="br0">
      <inkml:brushProperty name="width" value="0.05953" units="cm"/>
      <inkml:brushProperty name="height" value="0.05953" units="cm"/>
      <inkml:brushProperty name="fitToCurve" value="1"/>
    </inkml:brush>
  </inkml:definitions>
  <inkml:trace contextRef="#ctx0" brushRef="#br0">7504 12626 588,'93'-36'157,"41"-26"-329,-46 20 22,-8 31-269</inkml:trace>
</inkml:ink>
</file>

<file path=ppt/ink/ink16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16"/>
    </inkml:context>
    <inkml:brush xml:id="br0">
      <inkml:brushProperty name="width" value="0.05953" units="cm"/>
      <inkml:brushProperty name="height" value="0.05953" units="cm"/>
      <inkml:brushProperty name="fitToCurve" value="1"/>
    </inkml:brush>
  </inkml:definitions>
  <inkml:trace contextRef="#ctx0" brushRef="#br0">8112 12260 369,'67'184'491,"-35"-54"-482,13 6 0,34-16-3,-201-22-7,-31-93-2,-1-29-1,13-30-10,54-19-279</inkml:trace>
</inkml:ink>
</file>

<file path=ppt/ink/ink16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17"/>
    </inkml:context>
    <inkml:brush xml:id="br0">
      <inkml:brushProperty name="width" value="0.05953" units="cm"/>
      <inkml:brushProperty name="height" value="0.05953" units="cm"/>
      <inkml:brushProperty name="fitToCurve" value="1"/>
    </inkml:brush>
  </inkml:definitions>
  <inkml:trace contextRef="#ctx0" brushRef="#br0">7875 12362 334,'96'-4'0,"27"-19"82,-19 6 38,1 5-8,15-4-106,-16 3-421</inkml:trace>
</inkml:ink>
</file>

<file path=ppt/ink/ink16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18"/>
    </inkml:context>
    <inkml:brush xml:id="br0">
      <inkml:brushProperty name="width" value="0.05953" units="cm"/>
      <inkml:brushProperty name="height" value="0.05953" units="cm"/>
      <inkml:brushProperty name="fitToCurve" value="1"/>
    </inkml:brush>
  </inkml:definitions>
  <inkml:trace contextRef="#ctx0" brushRef="#br0">7041 13127 224,'91'-46'184,"78"31"88,-140 120-351,-80-14 87,-26 10 38,-8-10 24,-3 2-15,52 28 10,177-105-84,-14-76-191,-47 51 1</inkml:trace>
</inkml:ink>
</file>

<file path=ppt/ink/ink16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19"/>
    </inkml:context>
    <inkml:brush xml:id="br0">
      <inkml:brushProperty name="width" value="0.05953" units="cm"/>
      <inkml:brushProperty name="height" value="0.05953" units="cm"/>
      <inkml:brushProperty name="fitToCurve" value="1"/>
    </inkml:brush>
  </inkml:definitions>
  <inkml:trace contextRef="#ctx0" brushRef="#br0">7429 13206 269,'177'0'569,"-44"-9"-839,-50 37-18</inkml:trace>
</inkml:ink>
</file>

<file path=ppt/ink/ink16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20"/>
    </inkml:context>
    <inkml:brush xml:id="br0">
      <inkml:brushProperty name="width" value="0.05953" units="cm"/>
      <inkml:brushProperty name="height" value="0.05953" units="cm"/>
      <inkml:brushProperty name="fitToCurve" value="1"/>
    </inkml:brush>
  </inkml:definitions>
  <inkml:trace contextRef="#ctx0" brushRef="#br0">8029 13038 261,'35'133'518,"47"-18"-443,1 5-64,-206-29 1,-50-139-25,44-22-63,37-25-314</inkml:trace>
</inkml:ink>
</file>

<file path=ppt/ink/ink16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21"/>
    </inkml:context>
    <inkml:brush xml:id="br0">
      <inkml:brushProperty name="width" value="0.05953" units="cm"/>
      <inkml:brushProperty name="height" value="0.05953" units="cm"/>
      <inkml:brushProperty name="fitToCurve" value="1"/>
    </inkml:brush>
  </inkml:definitions>
  <inkml:trace contextRef="#ctx0" brushRef="#br0">7787 13099 136,'108'0'34,"-2"-5"-14,6-5 8,2 5 25,16 4 25,-49 10-81</inkml:trace>
</inkml:ink>
</file>

<file path=ppt/ink/ink16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22"/>
    </inkml:context>
    <inkml:brush xml:id="br0">
      <inkml:brushProperty name="width" value="0.05953" units="cm"/>
      <inkml:brushProperty name="height" value="0.05953" units="cm"/>
      <inkml:brushProperty name="fitToCurve" value="1"/>
    </inkml:brush>
  </inkml:definitions>
  <inkml:trace contextRef="#ctx0" brushRef="#br0">7218 13688 215,'-4'105'326,"-8"-14"-178,-20 34-55,-5 9-64,11-10-315,-20-48-93</inkml:trace>
</inkml:ink>
</file>

<file path=ppt/ink/ink16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23"/>
    </inkml:context>
    <inkml:brush xml:id="br0">
      <inkml:brushProperty name="width" value="0.05953" units="cm"/>
      <inkml:brushProperty name="height" value="0.05953" units="cm"/>
      <inkml:brushProperty name="fitToCurve" value="1"/>
    </inkml:brush>
  </inkml:definitions>
  <inkml:trace contextRef="#ctx0" brushRef="#br0">7313 13901 390,'159'-91'403,"-12"71"-342,-3 17-199,-66 29-15</inkml:trace>
</inkml:ink>
</file>

<file path=ppt/ink/ink16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24"/>
    </inkml:context>
    <inkml:brush xml:id="br0">
      <inkml:brushProperty name="width" value="0.05953" units="cm"/>
      <inkml:brushProperty name="height" value="0.05953" units="cm"/>
      <inkml:brushProperty name="fitToCurve" value="1"/>
    </inkml:brush>
  </inkml:definitions>
  <inkml:trace contextRef="#ctx0" brushRef="#br0">7976 13539 340,'-32'184'492,"21"-49"-466,63-6-22,83-102-18,4-82-29,-34-28 19,-25-19 20,-43-17 29,-135 34 46,-2 191-65,18 22-5,11 13-2,-1-3-5,4 18-63,-4-78-204</inkml:trace>
</inkml:ink>
</file>

<file path=ppt/ink/ink16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25"/>
    </inkml:context>
    <inkml:brush xml:id="br0">
      <inkml:brushProperty name="width" value="0.05953" units="cm"/>
      <inkml:brushProperty name="height" value="0.05953" units="cm"/>
      <inkml:brushProperty name="fitToCurve" value="1"/>
    </inkml:brush>
  </inkml:definitions>
  <inkml:trace contextRef="#ctx0" brushRef="#br0">23503 17268 533</inkml:trace>
</inkml:ink>
</file>

<file path=ppt/ink/ink16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26"/>
    </inkml:context>
    <inkml:brush xml:id="br0">
      <inkml:brushProperty name="width" value="0.05953" units="cm"/>
      <inkml:brushProperty name="height" value="0.05953" units="cm"/>
      <inkml:brushProperty name="fitToCurve" value="1"/>
    </inkml:brush>
  </inkml:definitions>
  <inkml:trace contextRef="#ctx0" brushRef="#br0">12159 12118 274,'0'140'500,"31"-13"-428,37-10-61,36-22-43,25-46-226,-46 19-304</inkml:trace>
</inkml:ink>
</file>

<file path=ppt/ink/ink16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27"/>
    </inkml:context>
    <inkml:brush xml:id="br0">
      <inkml:brushProperty name="width" value="0.05953" units="cm"/>
      <inkml:brushProperty name="height" value="0.05953" units="cm"/>
      <inkml:brushProperty name="fitToCurve" value="1"/>
    </inkml:brush>
  </inkml:definitions>
  <inkml:trace contextRef="#ctx0" brushRef="#br0">12696 12376 136,'-5'103'178,"-2"43"63,-1-51-107,-7 13-11,-73-7-63,-54-89-50,-17-30-11,22-51-26,59-8-263</inkml:trace>
</inkml:ink>
</file>

<file path=ppt/ink/ink16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28"/>
    </inkml:context>
    <inkml:brush xml:id="br0">
      <inkml:brushProperty name="width" value="0.05953" units="cm"/>
      <inkml:brushProperty name="height" value="0.05953" units="cm"/>
      <inkml:brushProperty name="fitToCurve" value="1"/>
    </inkml:brush>
  </inkml:definitions>
  <inkml:trace contextRef="#ctx0" brushRef="#br0">13259 12229 279,'173'4'510,"-89"102"-621,-144-10 90,-32-13 76,-6 1 15,0 2-31,36 37-2,203-81-41,-7-113-204,-43 57-11</inkml:trace>
</inkml:ink>
</file>

<file path=ppt/ink/ink16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29"/>
    </inkml:context>
    <inkml:brush xml:id="br0">
      <inkml:brushProperty name="width" value="0.05953" units="cm"/>
      <inkml:brushProperty name="height" value="0.05953" units="cm"/>
      <inkml:brushProperty name="fitToCurve" value="1"/>
    </inkml:brush>
  </inkml:definitions>
  <inkml:trace contextRef="#ctx0" brushRef="#br0">13472 12451 136,'150'0'414,"-62"-7"-401,8-10-94,-8 2-58</inkml:trace>
</inkml:ink>
</file>

<file path=ppt/ink/ink16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30"/>
    </inkml:context>
    <inkml:brush xml:id="br0">
      <inkml:brushProperty name="width" value="0.05953" units="cm"/>
      <inkml:brushProperty name="height" value="0.05953" units="cm"/>
      <inkml:brushProperty name="fitToCurve" value="1"/>
    </inkml:brush>
  </inkml:definitions>
  <inkml:trace contextRef="#ctx0" brushRef="#br0">14112 12232 244,'0'94'221,"11"-14"-40,39 15-60,33 4-81,-194-24 14,-48-34-71,-2-30-84,46-42-20,37-19-194</inkml:trace>
</inkml:ink>
</file>

<file path=ppt/ink/ink16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31"/>
    </inkml:context>
    <inkml:brush xml:id="br0">
      <inkml:brushProperty name="width" value="0.05953" units="cm"/>
      <inkml:brushProperty name="height" value="0.05953" units="cm"/>
      <inkml:brushProperty name="fitToCurve" value="1"/>
    </inkml:brush>
  </inkml:definitions>
  <inkml:trace contextRef="#ctx0" brushRef="#br0">14070 12238 191,'64'0'-25,"-6"0"15,2 0-56</inkml:trace>
</inkml:ink>
</file>

<file path=ppt/ink/ink16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32"/>
    </inkml:context>
    <inkml:brush xml:id="br0">
      <inkml:brushProperty name="width" value="0.05953" units="cm"/>
      <inkml:brushProperty name="height" value="0.05953" units="cm"/>
      <inkml:brushProperty name="fitToCurve" value="1"/>
    </inkml:brush>
  </inkml:definitions>
  <inkml:trace contextRef="#ctx0" brushRef="#br0">13304 12891 179,'-15'89'281,"-1"-3"-139,-12 12-49,-9 17-86,0-11-149,-27-22-413</inkml:trace>
</inkml:ink>
</file>

<file path=ppt/ink/ink16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33"/>
    </inkml:context>
    <inkml:brush xml:id="br0">
      <inkml:brushProperty name="width" value="0.05953" units="cm"/>
      <inkml:brushProperty name="height" value="0.05953" units="cm"/>
      <inkml:brushProperty name="fitToCurve" value="1"/>
    </inkml:brush>
  </inkml:definitions>
  <inkml:trace contextRef="#ctx0" brushRef="#br0">13323 13017 222,'92'-26'200,"81"59"-93,-89-17-324</inkml:trace>
</inkml:ink>
</file>

<file path=ppt/ink/ink16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34"/>
    </inkml:context>
    <inkml:brush xml:id="br0">
      <inkml:brushProperty name="width" value="0.05953" units="cm"/>
      <inkml:brushProperty name="height" value="0.05953" units="cm"/>
      <inkml:brushProperty name="fitToCurve" value="1"/>
    </inkml:brush>
  </inkml:definitions>
  <inkml:trace contextRef="#ctx0" brushRef="#br0">13936 12808 240,'15'120'381,"15"-16"-248,10 25-79,7-1-18,-194-77-24,-2-37-55,60-36-131</inkml:trace>
</inkml:ink>
</file>

<file path=ppt/ink/ink16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35"/>
    </inkml:context>
    <inkml:brush xml:id="br0">
      <inkml:brushProperty name="width" value="0.05953" units="cm"/>
      <inkml:brushProperty name="height" value="0.05953" units="cm"/>
      <inkml:brushProperty name="fitToCurve" value="1"/>
    </inkml:brush>
  </inkml:definitions>
  <inkml:trace contextRef="#ctx0" brushRef="#br0">13714 12827 234,'129'-17'0,"-36"0"-4,3 9-2,21 8 54,-2 7-8</inkml:trace>
</inkml:ink>
</file>

<file path=ppt/ink/ink16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36"/>
    </inkml:context>
    <inkml:brush xml:id="br0">
      <inkml:brushProperty name="width" value="0.05953" units="cm"/>
      <inkml:brushProperty name="height" value="0.05953" units="cm"/>
      <inkml:brushProperty name="fitToCurve" value="1"/>
    </inkml:brush>
  </inkml:definitions>
  <inkml:trace contextRef="#ctx0" brushRef="#br0">13248 13498 184,'19'93'342,"27"-5"-165,17 21-92,-14 4-30,-157-193-28,-31 101-34,2-6-62,49-34-101</inkml:trace>
</inkml:ink>
</file>

<file path=ppt/ink/ink16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37"/>
    </inkml:context>
    <inkml:brush xml:id="br0">
      <inkml:brushProperty name="width" value="0.05953" units="cm"/>
      <inkml:brushProperty name="height" value="0.05953" units="cm"/>
      <inkml:brushProperty name="fitToCurve" value="1"/>
    </inkml:brush>
  </inkml:definitions>
  <inkml:trace contextRef="#ctx0" brushRef="#br0">12988 13530 338,'80'-24'0,"51"8"166,-51 25 12,28 14-77,20 12-282,-43 24-254</inkml:trace>
</inkml:ink>
</file>

<file path=ppt/ink/ink16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38"/>
    </inkml:context>
    <inkml:brush xml:id="br0">
      <inkml:brushProperty name="width" value="0.05953" units="cm"/>
      <inkml:brushProperty name="height" value="0.05953" units="cm"/>
      <inkml:brushProperty name="fitToCurve" value="1"/>
    </inkml:brush>
  </inkml:definitions>
  <inkml:trace contextRef="#ctx0" brushRef="#br0">13553 13654 542,'85'0'140,"34"-11"-34,6-28-214,-13-3-225</inkml:trace>
</inkml:ink>
</file>

<file path=ppt/ink/ink16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39"/>
    </inkml:context>
    <inkml:brush xml:id="br0">
      <inkml:brushProperty name="width" value="0.05953" units="cm"/>
      <inkml:brushProperty name="height" value="0.05953" units="cm"/>
      <inkml:brushProperty name="fitToCurve" value="1"/>
    </inkml:brush>
  </inkml:definitions>
  <inkml:trace contextRef="#ctx0" brushRef="#br0">14049 13337 276,'-48'141'505,"9"-18"-454,1 1-29,84 8-18,96-99-15,-3-58-100,-35-43-170,-77-47 79,-57 31 184,-75 70 510,47 134-412,5 15-64,-7 13-53,9-17-156,18-44-9</inkml:trace>
</inkml:ink>
</file>

<file path=ppt/ink/ink16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40"/>
    </inkml:context>
    <inkml:brush xml:id="br0">
      <inkml:brushProperty name="width" value="0.05953" units="cm"/>
      <inkml:brushProperty name="height" value="0.05953" units="cm"/>
      <inkml:brushProperty name="fitToCurve" value="1"/>
    </inkml:brush>
  </inkml:definitions>
  <inkml:trace contextRef="#ctx0" brushRef="#br0">17927 16859 533,'-279'86'-61</inkml:trace>
</inkml:ink>
</file>

<file path=ppt/ink/ink16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41"/>
    </inkml:context>
    <inkml:brush xml:id="br0">
      <inkml:brushProperty name="width" value="0.05953" units="cm"/>
      <inkml:brushProperty name="height" value="0.05953" units="cm"/>
      <inkml:brushProperty name="fitToCurve" value="1"/>
    </inkml:brush>
  </inkml:definitions>
  <inkml:trace contextRef="#ctx0" brushRef="#br0">24615 15981 533</inkml:trace>
</inkml:ink>
</file>

<file path=ppt/ink/ink16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42"/>
    </inkml:context>
    <inkml:brush xml:id="br0">
      <inkml:brushProperty name="width" value="0.05953" units="cm"/>
      <inkml:brushProperty name="height" value="0.05953" units="cm"/>
      <inkml:brushProperty name="fitToCurve" value="1"/>
    </inkml:brush>
  </inkml:definitions>
  <inkml:trace contextRef="#ctx0" brushRef="#br0">16266 12387 212,'81'-28'-38,"8"15"22,-6 5-72</inkml:trace>
</inkml:ink>
</file>

<file path=ppt/ink/ink16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43"/>
    </inkml:context>
    <inkml:brush xml:id="br0">
      <inkml:brushProperty name="width" value="0.05953" units="cm"/>
      <inkml:brushProperty name="height" value="0.05953" units="cm"/>
      <inkml:brushProperty name="fitToCurve" value="1"/>
    </inkml:brush>
  </inkml:definitions>
  <inkml:trace contextRef="#ctx0" brushRef="#br0">16202 12463 168,'91'-19'304,"-10"-13"-207,19-10-16,16-4-18,-7 8-26,15 1-28,0 16-129,-40 35-97</inkml:trace>
</inkml:ink>
</file>

<file path=ppt/ink/ink16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44"/>
    </inkml:context>
    <inkml:brush xml:id="br0">
      <inkml:brushProperty name="width" value="0.05953" units="cm"/>
      <inkml:brushProperty name="height" value="0.05953" units="cm"/>
      <inkml:brushProperty name="fitToCurve" value="1"/>
    </inkml:brush>
  </inkml:definitions>
  <inkml:trace contextRef="#ctx0" brushRef="#br0">16423 12350 147,'0'87'87,"0"6"-51,0 21 5,0 32-1,-3-48-25,-3-23-7,-9 66-11,2-52-24,-8-11-139</inkml:trace>
</inkml:ink>
</file>

<file path=ppt/ink/ink16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45"/>
    </inkml:context>
    <inkml:brush xml:id="br0">
      <inkml:brushProperty name="width" value="0.05953" units="cm"/>
      <inkml:brushProperty name="height" value="0.05953" units="cm"/>
      <inkml:brushProperty name="fitToCurve" value="1"/>
    </inkml:brush>
  </inkml:definitions>
  <inkml:trace contextRef="#ctx0" brushRef="#br0">16646 12476 222,'0'92'23,"0"40"43,-2 25 20,0 21 11,-1-78-47,-1 37-12,-1-26-14,-1-10-12,-5 20-10,3-22-12,-3 30-36,3-41-86</inkml:trace>
</inkml:ink>
</file>

<file path=ppt/ink/ink16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46"/>
    </inkml:context>
    <inkml:brush xml:id="br0">
      <inkml:brushProperty name="width" value="0.05953" units="cm"/>
      <inkml:brushProperty name="height" value="0.05953" units="cm"/>
      <inkml:brushProperty name="fitToCurve" value="1"/>
    </inkml:brush>
  </inkml:definitions>
  <inkml:trace contextRef="#ctx0" brushRef="#br0">16409 12579 343,'150'-75'184,"-44"55"-92,1 8 0,-94 139-31,-105-4-29,-3-13-5,-15 8-8,115 15-103,140-143-19,-187 131-93,-44-45 262,-6-2-2,5-6-26,-3-10-69,11-38-174</inkml:trace>
</inkml:ink>
</file>

<file path=ppt/ink/ink16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47"/>
    </inkml:context>
    <inkml:brush xml:id="br0">
      <inkml:brushProperty name="width" value="0.05953" units="cm"/>
      <inkml:brushProperty name="height" value="0.05953" units="cm"/>
      <inkml:brushProperty name="fitToCurve" value="1"/>
    </inkml:brush>
  </inkml:definitions>
  <inkml:trace contextRef="#ctx0" brushRef="#br0">16843 12568 136,'90'-45'0,"-2"5"1,-4 5 12,32-1 52,-31 64 78,-115 105 137,-25-20-166,-7-8-81,-5 7-25,-31 16-6,5-19-14,-8-14-90,1-47-157,22-36-159</inkml:trace>
</inkml:ink>
</file>

<file path=ppt/ink/ink16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48"/>
    </inkml:context>
    <inkml:brush xml:id="br0">
      <inkml:brushProperty name="width" value="0.05953" units="cm"/>
      <inkml:brushProperty name="height" value="0.05953" units="cm"/>
      <inkml:brushProperty name="fitToCurve" value="1"/>
    </inkml:brush>
  </inkml:definitions>
  <inkml:trace contextRef="#ctx0" brushRef="#br0">16714 12798 136,'104'-63'54,"8"115"155,14 120-80,41-36-30,-58-100-110,20-27-60,-39-19-34,-8 31-331</inkml:trace>
</inkml:ink>
</file>

<file path=ppt/ink/ink16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49"/>
    </inkml:context>
    <inkml:brush xml:id="br0">
      <inkml:brushProperty name="width" value="0.05953" units="cm"/>
      <inkml:brushProperty name="height" value="0.05953" units="cm"/>
      <inkml:brushProperty name="fitToCurve" value="1"/>
    </inkml:brush>
  </inkml:definitions>
  <inkml:trace contextRef="#ctx0" brushRef="#br0">17431 12611 136,'45'132'167,"-67"-2"-21,7-38-70,3-7-18,-8 15-5,0 4-7,109-210 4,-44-5-50,12-5-7,10 5 1,6 10-21,-11 194 66,-86 47 36,-2-8-47,26 4-15,105-250-26,-32-17-14,8-13 4,-14 24 13,-13 243 89,-58 15-67,-1 11-9,101-264-56,-42-31-76,-8 17-22,-21 42 40,15-50-48,-3 29 88,-11 8 188,-32 181-138</inkml:trace>
</inkml:ink>
</file>

<file path=ppt/ink/ink16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50"/>
    </inkml:context>
    <inkml:brush xml:id="br0">
      <inkml:brushProperty name="width" value="0.05953" units="cm"/>
      <inkml:brushProperty name="height" value="0.05953" units="cm"/>
      <inkml:brushProperty name="fitToCurve" value="1"/>
    </inkml:brush>
  </inkml:definitions>
  <inkml:trace contextRef="#ctx0" brushRef="#br0">18196 12440 136,'-3'84'190,"-7"44"0,-1-34-48,-3 16-39,-10 16-63,-19-47-211</inkml:trace>
</inkml:ink>
</file>

<file path=ppt/ink/ink16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51"/>
    </inkml:context>
    <inkml:brush xml:id="br0">
      <inkml:brushProperty name="width" value="0.05953" units="cm"/>
      <inkml:brushProperty name="height" value="0.05953" units="cm"/>
      <inkml:brushProperty name="fitToCurve" value="1"/>
    </inkml:brush>
  </inkml:definitions>
  <inkml:trace contextRef="#ctx0" brushRef="#br0">18318 12434 147,'0'92'370,"0"-4"-231,0 25-45,-4 14-49,12 1-40,72-244-29,-21 3 22,12-11 1,1 25 1,-22 210 72,-69 26-50,11 11-13,171-151-15,-47-137-12,3-18-1,-48 25-166,-23 42-253</inkml:trace>
</inkml:ink>
</file>

<file path=ppt/ink/ink16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52"/>
    </inkml:context>
    <inkml:brush xml:id="br0">
      <inkml:brushProperty name="width" value="0.05953" units="cm"/>
      <inkml:brushProperty name="height" value="0.05953" units="cm"/>
      <inkml:brushProperty name="fitToCurve" value="1"/>
    </inkml:brush>
  </inkml:definitions>
  <inkml:trace contextRef="#ctx0" brushRef="#br0">8226 6491 584,'32'97'297,"35"51"-349,-60-72-51,0 1-615</inkml:trace>
</inkml:ink>
</file>

<file path=ppt/ink/ink17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53"/>
    </inkml:context>
    <inkml:brush xml:id="br0">
      <inkml:brushProperty name="width" value="0.05953" units="cm"/>
      <inkml:brushProperty name="height" value="0.05953" units="cm"/>
      <inkml:brushProperty name="fitToCurve" value="1"/>
    </inkml:brush>
  </inkml:definitions>
  <inkml:trace contextRef="#ctx0" brushRef="#br0">8147 6877 671,'86'64'77,"-18"35"-74,-100 26-155,-124 0 55,75-92 122,-2 1 186,180 66-81,66-20-129,-2 0-6,-35-22-16,6 7-17,-8 9-91,-57 2-214</inkml:trace>
</inkml:ink>
</file>

<file path=ppt/ink/ink17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54"/>
    </inkml:context>
    <inkml:brush xml:id="br0">
      <inkml:brushProperty name="width" value="0.05953" units="cm"/>
      <inkml:brushProperty name="height" value="0.05953" units="cm"/>
      <inkml:brushProperty name="fitToCurve" value="1"/>
    </inkml:brush>
  </inkml:definitions>
  <inkml:trace contextRef="#ctx0" brushRef="#br0">8385 7064 316,'17'-122'125,"87"-18"101,4 94-100,15 52-71,-15 93-49,-66 42-6,-42 2 5,-22-14 2,-31-3-2,-86-87-71,52-153-128,49 25 38,31 13-173</inkml:trace>
</inkml:ink>
</file>

<file path=ppt/ink/ink17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55"/>
    </inkml:context>
    <inkml:brush xml:id="br0">
      <inkml:brushProperty name="width" value="0.05953" units="cm"/>
      <inkml:brushProperty name="height" value="0.05953" units="cm"/>
      <inkml:brushProperty name="fitToCurve" value="1"/>
    </inkml:brush>
  </inkml:definitions>
  <inkml:trace contextRef="#ctx0" brushRef="#br0">8680 6572 136,'15'124'171,"-34"9"66,-15-26-128,-24 44-2,-12 5-63,-1-12-40,0-16-10,9-13-27,-24-35-357</inkml:trace>
</inkml:ink>
</file>

<file path=ppt/ink/ink17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56"/>
    </inkml:context>
    <inkml:brush xml:id="br0">
      <inkml:brushProperty name="width" value="0.05953" units="cm"/>
      <inkml:brushProperty name="height" value="0.05953" units="cm"/>
      <inkml:brushProperty name="fitToCurve" value="1"/>
    </inkml:brush>
  </inkml:definitions>
  <inkml:trace contextRef="#ctx0" brushRef="#br0">9093 6286 573,'23'97'205,"-6"57"-157,-17 18-34,-6-14-33,-21-72-156</inkml:trace>
</inkml:ink>
</file>

<file path=ppt/ink/ink17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57"/>
    </inkml:context>
    <inkml:brush xml:id="br0">
      <inkml:brushProperty name="width" value="0.05953" units="cm"/>
      <inkml:brushProperty name="height" value="0.05953" units="cm"/>
      <inkml:brushProperty name="fitToCurve" value="1"/>
    </inkml:brush>
  </inkml:definitions>
  <inkml:trace contextRef="#ctx0" brushRef="#br0">9327 6343 470,'101'-32'39,"-14"-3"32,24-1 43,10 23-26,-85 131-58,-89 13 0,-1-3-19,3-3-26,1 0-214,-18-45-211</inkml:trace>
</inkml:ink>
</file>

<file path=ppt/ink/ink17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58"/>
    </inkml:context>
    <inkml:brush xml:id="br0">
      <inkml:brushProperty name="width" value="0.05953" units="cm"/>
      <inkml:brushProperty name="height" value="0.05953" units="cm"/>
      <inkml:brushProperty name="fitToCurve" value="1"/>
    </inkml:brush>
  </inkml:definitions>
  <inkml:trace contextRef="#ctx0" brushRef="#br0">9202 6714 555,'172'-125'11,"-89"102"-298</inkml:trace>
</inkml:ink>
</file>

<file path=ppt/ink/ink17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59"/>
    </inkml:context>
    <inkml:brush xml:id="br0">
      <inkml:brushProperty name="width" value="0.05953" units="cm"/>
      <inkml:brushProperty name="height" value="0.05953" units="cm"/>
      <inkml:brushProperty name="fitToCurve" value="1"/>
    </inkml:brush>
  </inkml:definitions>
  <inkml:trace contextRef="#ctx0" brushRef="#br0">9365 6510 136,'0'86'58,"-67"51"63,-20-30 60,177-33 85,31-138-472,-44 12-74</inkml:trace>
</inkml:ink>
</file>

<file path=ppt/ink/ink17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60"/>
    </inkml:context>
    <inkml:brush xml:id="br0">
      <inkml:brushProperty name="width" value="0.05953" units="cm"/>
      <inkml:brushProperty name="height" value="0.05953" units="cm"/>
      <inkml:brushProperty name="fitToCurve" value="1"/>
    </inkml:brush>
  </inkml:definitions>
  <inkml:trace contextRef="#ctx0" brushRef="#br0">9600 6695 136,'-101'71'55,"10"26"128,-34 58-38,40-53-123,-59 51-76,26-39-149</inkml:trace>
</inkml:ink>
</file>

<file path=ppt/ink/ink17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61"/>
    </inkml:context>
    <inkml:brush xml:id="br0">
      <inkml:brushProperty name="width" value="0.05953" units="cm"/>
      <inkml:brushProperty name="height" value="0.05953" units="cm"/>
      <inkml:brushProperty name="fitToCurve" value="1"/>
    </inkml:brush>
  </inkml:definitions>
  <inkml:trace contextRef="#ctx0" brushRef="#br0">9390 6806 136,'77'-46'0,"16"8"2,3 32 43,5 98 385,-69 1-415,-32-11-228</inkml:trace>
</inkml:ink>
</file>

<file path=ppt/ink/ink17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62"/>
    </inkml:context>
    <inkml:brush xml:id="br0">
      <inkml:brushProperty name="width" value="0.05953" units="cm"/>
      <inkml:brushProperty name="height" value="0.05953" units="cm"/>
      <inkml:brushProperty name="fitToCurve" value="1"/>
    </inkml:brush>
  </inkml:definitions>
  <inkml:trace contextRef="#ctx0" brushRef="#br0">9303 6911 159,'-2'117'109,"-15"-10"21,5 38-36,130-265-78,-64 35 21,9 2 17,17 5 30,18 31 1,-62 181-29,-45-2-30,-15 5-17,5 34-5,-24-83-189</inkml:trace>
</inkml:ink>
</file>

<file path=ppt/ink/ink17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63"/>
    </inkml:context>
    <inkml:brush xml:id="br0">
      <inkml:brushProperty name="width" value="0.05953" units="cm"/>
      <inkml:brushProperty name="height" value="0.05953" units="cm"/>
      <inkml:brushProperty name="fitToCurve" value="1"/>
    </inkml:brush>
  </inkml:definitions>
  <inkml:trace contextRef="#ctx0" brushRef="#br0">10039 6480 242,'121'0'531,"22"-24"-430,26-11-92,-29 5-10,7 4-28,-67 39-77,0 0-633</inkml:trace>
</inkml:ink>
</file>

<file path=ppt/ink/ink17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64"/>
    </inkml:context>
    <inkml:brush xml:id="br0">
      <inkml:brushProperty name="width" value="0.05953" units="cm"/>
      <inkml:brushProperty name="height" value="0.05953" units="cm"/>
      <inkml:brushProperty name="fitToCurve" value="1"/>
    </inkml:brush>
  </inkml:definitions>
  <inkml:trace contextRef="#ctx0" brushRef="#br0">10601 6403 266,'-72'96'278,"19"-16"-173,-7 16-24,-9 3-22,-9 19-14,3-5-22,-23 13-12,-7-2-8,13-20-33,10-56-150</inkml:trace>
</inkml:ink>
</file>

<file path=ppt/ink/ink17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65"/>
    </inkml:context>
    <inkml:brush xml:id="br0">
      <inkml:brushProperty name="width" value="0.05953" units="cm"/>
      <inkml:brushProperty name="height" value="0.05953" units="cm"/>
      <inkml:brushProperty name="fitToCurve" value="1"/>
    </inkml:brush>
  </inkml:definitions>
  <inkml:trace contextRef="#ctx0" brushRef="#br0">10359 6626 199,'0'115'116,"0"26"8,0-35-51,-5-18-17,-7 26-21,-2-16-23,4 0-29,-9 21-61,-1-21-18,-13-22-38</inkml:trace>
</inkml:ink>
</file>

<file path=ppt/ink/ink17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66"/>
    </inkml:context>
    <inkml:brush xml:id="br0">
      <inkml:brushProperty name="width" value="0.05953" units="cm"/>
      <inkml:brushProperty name="height" value="0.05953" units="cm"/>
      <inkml:brushProperty name="fitToCurve" value="1"/>
    </inkml:brush>
  </inkml:definitions>
  <inkml:trace contextRef="#ctx0" brushRef="#br0">10420 6821 136,'81'149'716,"-10"-28"-713,16-18-252,-53-20-59</inkml:trace>
</inkml:ink>
</file>

<file path=ppt/ink/ink17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67"/>
    </inkml:context>
    <inkml:brush xml:id="br0">
      <inkml:brushProperty name="width" value="0.05953" units="cm"/>
      <inkml:brushProperty name="height" value="0.05953" units="cm"/>
      <inkml:brushProperty name="fitToCurve" value="1"/>
    </inkml:brush>
  </inkml:definitions>
  <inkml:trace contextRef="#ctx0" brushRef="#br0">11091 6101 382,'-72'128'311,"31"6"-185,0-11-112,-7 0-106,-22-37-284</inkml:trace>
</inkml:ink>
</file>

<file path=ppt/ink/ink17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68"/>
    </inkml:context>
    <inkml:brush xml:id="br0">
      <inkml:brushProperty name="width" value="0.05953" units="cm"/>
      <inkml:brushProperty name="height" value="0.05953" units="cm"/>
      <inkml:brushProperty name="fitToCurve" value="1"/>
    </inkml:brush>
  </inkml:definitions>
  <inkml:trace contextRef="#ctx0" brushRef="#br0">11020 6256 288,'129'-49'68,"31"16"197,-118 126-68,-150 7-162,-7-14-21,-17 10-5,282-58-33,-61 16-158</inkml:trace>
</inkml:ink>
</file>

<file path=ppt/ink/ink17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69"/>
    </inkml:context>
    <inkml:brush xml:id="br0">
      <inkml:brushProperty name="width" value="0.05953" units="cm"/>
      <inkml:brushProperty name="height" value="0.05953" units="cm"/>
      <inkml:brushProperty name="fitToCurve" value="1"/>
    </inkml:brush>
  </inkml:definitions>
  <inkml:trace contextRef="#ctx0" brushRef="#br0">11343 5936 449,'0'81'333,"-11"56"-288,-25-1-34,-5-12-16,-15 15-45,111-262-558,7 43 619,23-7 19,33 78 534,-148 138-474,-19-3-90,-10 0-270,-19-45-324</inkml:trace>
</inkml:ink>
</file>

<file path=ppt/ink/ink17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70"/>
    </inkml:context>
    <inkml:brush xml:id="br0">
      <inkml:brushProperty name="width" value="0.05953" units="cm"/>
      <inkml:brushProperty name="height" value="0.05953" units="cm"/>
      <inkml:brushProperty name="fitToCurve" value="1"/>
    </inkml:brush>
  </inkml:definitions>
  <inkml:trace contextRef="#ctx0" brushRef="#br0">11158 6437 250,'60'108'328,"-44"-12"-313,-33-20-216</inkml:trace>
</inkml:ink>
</file>

<file path=ppt/ink/ink17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71"/>
    </inkml:context>
    <inkml:brush xml:id="br0">
      <inkml:brushProperty name="width" value="0.05953" units="cm"/>
      <inkml:brushProperty name="height" value="0.05953" units="cm"/>
      <inkml:brushProperty name="fitToCurve" value="1"/>
    </inkml:brush>
  </inkml:definitions>
  <inkml:trace contextRef="#ctx0" brushRef="#br0">10997 6616 191,'-83'124'275,"58"-48"-207,1 7-38,0 21-40,8-18-138</inkml:trace>
</inkml:ink>
</file>

<file path=ppt/ink/ink17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72"/>
    </inkml:context>
    <inkml:brush xml:id="br0">
      <inkml:brushProperty name="width" value="0.05953" units="cm"/>
      <inkml:brushProperty name="height" value="0.05953" units="cm"/>
      <inkml:brushProperty name="fitToCurve" value="1"/>
    </inkml:brush>
  </inkml:definitions>
  <inkml:trace contextRef="#ctx0" brushRef="#br0">11047 6770 162,'102'-75'74,"-7"12"46,45-14 78,-58 43-64,25 11-34,-45 128-39,-122 41-44,-3-23-13,-17 7-15,-13-34-445</inkml:trace>
</inkml:ink>
</file>

<file path=ppt/ink/ink17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73"/>
    </inkml:context>
    <inkml:brush xml:id="br0">
      <inkml:brushProperty name="width" value="0.05953" units="cm"/>
      <inkml:brushProperty name="height" value="0.05953" units="cm"/>
      <inkml:brushProperty name="fitToCurve" value="1"/>
    </inkml:brush>
  </inkml:definitions>
  <inkml:trace contextRef="#ctx0" brushRef="#br0">11040 6838 443,'141'-87'194,"-36"50"-49,22 29-65,-138 147-77,-87-22-4,-17-42-6,-14-129-364,93 200 318,32-58 149,-4 0-9,-5 24-47,2-12-154,-1-12-176</inkml:trace>
</inkml:ink>
</file>

<file path=ppt/ink/ink17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74"/>
    </inkml:context>
    <inkml:brush xml:id="br0">
      <inkml:brushProperty name="width" value="0.05953" units="cm"/>
      <inkml:brushProperty name="height" value="0.05953" units="cm"/>
      <inkml:brushProperty name="fitToCurve" value="1"/>
    </inkml:brush>
  </inkml:definitions>
  <inkml:trace contextRef="#ctx0" brushRef="#br0">11022 7128 147,'85'-32'33,"-2"10"93,59-5 100,-54 22-142,14 22-35,-128 96 104,-90-25-109,-10-14-33,216 29 2,56-107-15,17-16-9,-83 36-97,2 0-649</inkml:trace>
</inkml:ink>
</file>

<file path=ppt/ink/ink17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75"/>
    </inkml:context>
    <inkml:brush xml:id="br0">
      <inkml:brushProperty name="width" value="0.05953" units="cm"/>
      <inkml:brushProperty name="height" value="0.05953" units="cm"/>
      <inkml:brushProperty name="fitToCurve" value="1"/>
    </inkml:brush>
  </inkml:definitions>
  <inkml:trace contextRef="#ctx0" brushRef="#br0">11909 6385 415,'198'-24'422,"-61"19"-393,-43 112-33,-169 23 4,0-9-1,74 18-63,119-80-183,-30-28 119,-14 80 234,-98-19 17,-41 1-22,-34-4-23,-34-18-84,-16-23-213,68-48 14</inkml:trace>
</inkml:ink>
</file>

<file path=ppt/ink/ink17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76"/>
    </inkml:context>
    <inkml:brush xml:id="br0">
      <inkml:brushProperty name="width" value="0.05953" units="cm"/>
      <inkml:brushProperty name="height" value="0.05953" units="cm"/>
      <inkml:brushProperty name="fitToCurve" value="1"/>
    </inkml:brush>
  </inkml:definitions>
  <inkml:trace contextRef="#ctx0" brushRef="#br0">12660 6997 877</inkml:trace>
</inkml:ink>
</file>

<file path=ppt/ink/ink17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77"/>
    </inkml:context>
    <inkml:brush xml:id="br0">
      <inkml:brushProperty name="width" value="0.05953" units="cm"/>
      <inkml:brushProperty name="height" value="0.05953" units="cm"/>
      <inkml:brushProperty name="fitToCurve" value="1"/>
    </inkml:brush>
  </inkml:definitions>
  <inkml:trace contextRef="#ctx0" brushRef="#br0">12319 3181 802,'134'-43'38,"37"-11"-24,-30 14-9,-7 11-77,-44 37-96</inkml:trace>
</inkml:ink>
</file>

<file path=ppt/ink/ink17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78"/>
    </inkml:context>
    <inkml:brush xml:id="br0">
      <inkml:brushProperty name="width" value="0.05953" units="cm"/>
      <inkml:brushProperty name="height" value="0.05953" units="cm"/>
      <inkml:brushProperty name="fitToCurve" value="1"/>
    </inkml:brush>
  </inkml:definitions>
  <inkml:trace contextRef="#ctx0" brushRef="#br0">13116 2396 302,'-132'59'41,"44"58"8,50-9-9,11-5-4,15-25-13,-1 58 17,6-11 10,3 46 6,2-27-6,3-8-4,-1 39-5,-1-31-7,-2 51-2,-14-19-13,-15-27-10,-13-19-4,-35-1 0,-66-53-1,9-144-4,66-82-1,29-35-3,32 38-2,21-15-98,0 43-280</inkml:trace>
</inkml:ink>
</file>

<file path=ppt/ink/ink17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79"/>
    </inkml:context>
    <inkml:brush xml:id="br0">
      <inkml:brushProperty name="width" value="0.05953" units="cm"/>
      <inkml:brushProperty name="height" value="0.05953" units="cm"/>
      <inkml:brushProperty name="fitToCurve" value="1"/>
    </inkml:brush>
  </inkml:definitions>
  <inkml:trace contextRef="#ctx0" brushRef="#br0">13129 2972 461,'92'-27'176,"9"-21"-89,24-2 3,7-1-45,44-4-31,-18 15-12,-18 21-5,-59 36-105,1-2-648</inkml:trace>
</inkml:ink>
</file>

<file path=ppt/ink/ink17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80"/>
    </inkml:context>
    <inkml:brush xml:id="br0">
      <inkml:brushProperty name="width" value="0.05953" units="cm"/>
      <inkml:brushProperty name="height" value="0.05953" units="cm"/>
      <inkml:brushProperty name="fitToCurve" value="1"/>
    </inkml:brush>
  </inkml:definitions>
  <inkml:trace contextRef="#ctx0" brushRef="#br0">13843 2349 212,'-4'101'41,"-27"34"20,-4-11 14,6-32-27,-3-3-9,-16 40 40,-1-15-7,1-13-6,-16 32-9,12-19-12,-25 48-23,5-23-33,5-18-108,-18-42-377</inkml:trace>
</inkml:ink>
</file>

<file path=ppt/ink/ink17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81"/>
    </inkml:context>
    <inkml:brush xml:id="br0">
      <inkml:brushProperty name="width" value="0.05953" units="cm"/>
      <inkml:brushProperty name="height" value="0.05953" units="cm"/>
      <inkml:brushProperty name="fitToCurve" value="1"/>
    </inkml:brush>
  </inkml:definitions>
  <inkml:trace contextRef="#ctx0" brushRef="#br0">13583 2790 282,'-4'136'55,"-3"-7"38,3-41-37,-9 35 6,-4 9-23,-2 8-36,-2-8-53,4-12-44,3-18 9,-6-26 13</inkml:trace>
</inkml:ink>
</file>

<file path=ppt/ink/ink17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82"/>
    </inkml:context>
    <inkml:brush xml:id="br0">
      <inkml:brushProperty name="width" value="0.05953" units="cm"/>
      <inkml:brushProperty name="height" value="0.05953" units="cm"/>
      <inkml:brushProperty name="fitToCurve" value="1"/>
    </inkml:brush>
  </inkml:definitions>
  <inkml:trace contextRef="#ctx0" brushRef="#br0">13595 3441 136,'67'-97'171,"75"37"161,-27 17-301,-28-24-134,-45-22-195,-92-1 165,-25 169 279,79 59-38,-19 25-56,-33-21-46,-56 4 212,175-63-8,76-132-216,12-52-33,-43 17-86,-24 7-195</inkml:trace>
</inkml:ink>
</file>

<file path=ppt/ink/ink17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83"/>
    </inkml:context>
    <inkml:brush xml:id="br0">
      <inkml:brushProperty name="width" value="0.05953" units="cm"/>
      <inkml:brushProperty name="height" value="0.05953" units="cm"/>
      <inkml:brushProperty name="fitToCurve" value="1"/>
    </inkml:brush>
  </inkml:definitions>
  <inkml:trace contextRef="#ctx0" brushRef="#br0">14544 3012 313,'102'-44'51,"9"-81"335,-72 13-323,-107 5-25,-57 209-59,40 1-14,20 18-124,136-44-3,4-64 104,9 12 25,33 89 21,-55 37 48,-36 15 42,-24-69-15,-13 19 34,-16-9-10,-15 3-3,-35-6-40,-52-56-27,-3-86-12,39-71-8,72-63-3,70 23-1,17 23-32,12 53-242</inkml:trace>
</inkml:ink>
</file>

<file path=ppt/ink/ink17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84"/>
    </inkml:context>
    <inkml:brush xml:id="br0">
      <inkml:brushProperty name="width" value="0.05953" units="cm"/>
      <inkml:brushProperty name="height" value="0.05953" units="cm"/>
      <inkml:brushProperty name="fitToCurve" value="1"/>
    </inkml:brush>
  </inkml:definitions>
  <inkml:trace contextRef="#ctx0" brushRef="#br0">15372 2382 136,'14'97'395,"-6"3"-276,3 39-44,1 15-30,-3 7-30,-2-8-33,0-14-74,-1-35-65,-31-20-217</inkml:trace>
</inkml:ink>
</file>

<file path=ppt/ink/ink17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85"/>
    </inkml:context>
    <inkml:brush xml:id="br0">
      <inkml:brushProperty name="width" value="0.05953" units="cm"/>
      <inkml:brushProperty name="height" value="0.05953" units="cm"/>
      <inkml:brushProperty name="fitToCurve" value="1"/>
    </inkml:brush>
  </inkml:definitions>
  <inkml:trace contextRef="#ctx0" brushRef="#br0">15489 2975 269,'98'-95'76,"24"36"49,-44 38-82,5 33-189</inkml:trace>
</inkml:ink>
</file>

<file path=ppt/ink/ink17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86"/>
    </inkml:context>
    <inkml:brush xml:id="br0">
      <inkml:brushProperty name="width" value="0.05953" units="cm"/>
      <inkml:brushProperty name="height" value="0.05953" units="cm"/>
      <inkml:brushProperty name="fitToCurve" value="1"/>
    </inkml:brush>
  </inkml:definitions>
  <inkml:trace contextRef="#ctx0" brushRef="#br0">15102 3394 732,'148'-42'116,"-5"3"-93,13-5-18,34-8-4,-10 0-8,-41 11-22,-59 42-75,0 2-625</inkml:trace>
</inkml:ink>
</file>

<file path=ppt/ink/ink17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87"/>
    </inkml:context>
    <inkml:brush xml:id="br0">
      <inkml:brushProperty name="width" value="0.05953" units="cm"/>
      <inkml:brushProperty name="height" value="0.05953" units="cm"/>
      <inkml:brushProperty name="fitToCurve" value="1"/>
    </inkml:brush>
  </inkml:definitions>
  <inkml:trace contextRef="#ctx0" brushRef="#br0">17008 2123 274,'-132'36'426,"48"43"-364,-12 21-51,-10 16-59,2 9-61,1-5-56,37-41 57,2 0-63</inkml:trace>
</inkml:ink>
</file>

<file path=ppt/ink/ink17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88"/>
    </inkml:context>
    <inkml:brush xml:id="br0">
      <inkml:brushProperty name="width" value="0.05953" units="cm"/>
      <inkml:brushProperty name="height" value="0.05953" units="cm"/>
      <inkml:brushProperty name="fitToCurve" value="1"/>
    </inkml:brush>
  </inkml:definitions>
  <inkml:trace contextRef="#ctx0" brushRef="#br0">16150 2962 136,'155'-10'356,"-45"-54"-287,-23 8-30,-4-2 2,22-9 0,33-26 0,-12 7-52,-16 10-64,-20 13-74,-166 21-81,-4 104 305,12 31 21,37-15-35,11 0 0,4 25 5,7 28-9,6-12-14,2 8-10,3 17-5,-2 20 6,-1-26-7,-10 17-3,-21-22-15,-62-241-20,54-75-67,19 44-73,10 35-118</inkml:trace>
</inkml:ink>
</file>

<file path=ppt/ink/ink17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89"/>
    </inkml:context>
    <inkml:brush xml:id="br0">
      <inkml:brushProperty name="width" value="0.05953" units="cm"/>
      <inkml:brushProperty name="height" value="0.05953" units="cm"/>
      <inkml:brushProperty name="fitToCurve" value="1"/>
    </inkml:brush>
  </inkml:definitions>
  <inkml:trace contextRef="#ctx0" brushRef="#br0">16744 2655 212,'-59'92'209,"10"-16"-116,-12 21-36,-2 10-27,2 12-22,7-11-7,2-15-27,-29-19-553</inkml:trace>
</inkml:ink>
</file>

<file path=ppt/ink/ink17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90"/>
    </inkml:context>
    <inkml:brush xml:id="br0">
      <inkml:brushProperty name="width" value="0.05953" units="cm"/>
      <inkml:brushProperty name="height" value="0.05953" units="cm"/>
      <inkml:brushProperty name="fitToCurve" value="1"/>
    </inkml:brush>
  </inkml:definitions>
  <inkml:trace contextRef="#ctx0" brushRef="#br0">16709 2777 161,'60'85'159,"-51"-28"-121</inkml:trace>
</inkml:ink>
</file>

<file path=ppt/ink/ink17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91"/>
    </inkml:context>
    <inkml:brush xml:id="br0">
      <inkml:brushProperty name="width" value="0.05953" units="cm"/>
      <inkml:brushProperty name="height" value="0.05953" units="cm"/>
      <inkml:brushProperty name="fitToCurve" value="1"/>
    </inkml:brush>
  </inkml:definitions>
  <inkml:trace contextRef="#ctx0" brushRef="#br0">17339 1871 293,'-93'139'318,"34"-55"-237,-18 36 2,7-13-45,-7 4-20,221-49-9,19-121-11,-29 18-6,1 38-1,-175 166 22,-31-45-2,-22-4-1,-7-13-2,-21 3-4,-6-16-7,-18-34-49,105-178-624</inkml:trace>
</inkml:ink>
</file>

<file path=ppt/ink/ink17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92"/>
    </inkml:context>
    <inkml:brush xml:id="br0">
      <inkml:brushProperty name="width" value="0.05953" units="cm"/>
      <inkml:brushProperty name="height" value="0.05953" units="cm"/>
      <inkml:brushProperty name="fitToCurve" value="1"/>
    </inkml:brush>
  </inkml:definitions>
  <inkml:trace contextRef="#ctx0" brushRef="#br0">17145 2470 136,'90'0'8,"17"0"42,-39 84 69,-117 20-33,-35 10-18,-31 14-77,256-103-157,-72 120 270,-83-59 24,-22 5 12,-30 7-8,-40-9-69,-45-45-45,67-168-16,132-29-5,81 21 0,16 39-6,42-6-36,-59 34-90,-47 52-11</inkml:trace>
</inkml:ink>
</file>

<file path=ppt/ink/ink17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93"/>
    </inkml:context>
    <inkml:brush xml:id="br0">
      <inkml:brushProperty name="width" value="0.05953" units="cm"/>
      <inkml:brushProperty name="height" value="0.05953" units="cm"/>
      <inkml:brushProperty name="fitToCurve" value="1"/>
    </inkml:brush>
  </inkml:definitions>
  <inkml:trace contextRef="#ctx0" brushRef="#br0">6778 9212 136,'0'81'32,"0"27"-18,0-3-7,0-15-1,0 14 1,0 4 0,0 4 2,0-36-3,0 42 4,-3 14-2,2-10-3,-4 12-3,3-12-1,1 10-3,-2-7-2,-1-4-2,3-8-2,-2 2 1,1-12 3,0-13-1,-2-2-1,2-4-1,-4 24-5,2-12 1,-1 8 0,2-28 4,1 2 2,-1 22 0,-1 16 2,0-26 2,0 21 0,-1-12 0,3-17 1,0-3 3,103-59 237,41-20-164,-56-1-53,2 2 3,23 3-2,-8 3-7,-2 3-5,-8 0-11,1-6-9,-105-91 225,-1-40-221,1-2-3,1-4-21,-5-2-18,0 14 0,-3-41 4,7 49 23,3 10 2,-7-86-7,9 52 18,3 46 1,-2-40 2,-1 18 0,1-80 0,6 72 2,1-69 0,-1 97 1,0-56 0,2 67-2,-3-42-2,1 27-19,1-6-8,-5 25 2,-4-68-38,-2 32 8,-7 4 15,3 20 22,-2 3 11,1 4 7,-113 106 285,40-28-217,-14-19 56,-9-10-49,-17 12-40,3-9-60,39-21-230</inkml:trace>
</inkml:ink>
</file>

<file path=ppt/ink/ink17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94"/>
    </inkml:context>
    <inkml:brush xml:id="br0">
      <inkml:brushProperty name="width" value="0.05953" units="cm"/>
      <inkml:brushProperty name="height" value="0.05953" units="cm"/>
      <inkml:brushProperty name="fitToCurve" value="1"/>
    </inkml:brush>
  </inkml:definitions>
  <inkml:trace contextRef="#ctx0" brushRef="#br0">7916 8834 228,'0'-143'613,"-1"13"-595,-144 122-20,73 137-5,35 15-10,70-19-267,51-174 120,14-45 136,-3 23-3,-32 152 86,-61 91 160,-5-64-106,-2 23-10,-22 3-52,-28-13-25,-59-22-10,-37-83-8,43-139-3,114-21-4,72 7-57,16 37-305</inkml:trace>
</inkml:ink>
</file>

<file path=ppt/ink/ink17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95"/>
    </inkml:context>
    <inkml:brush xml:id="br0">
      <inkml:brushProperty name="width" value="0.05953" units="cm"/>
      <inkml:brushProperty name="height" value="0.05953" units="cm"/>
      <inkml:brushProperty name="fitToCurve" value="1"/>
    </inkml:brush>
  </inkml:definitions>
  <inkml:trace contextRef="#ctx0" brushRef="#br0">11574 8916 136,'-2'88'0,"-8"-5"2,4 61 5,4-66 0,-1 33 1,3 12-1,0-45 1,0 45-1,1-8 0,3 41-1,0 16 0,-2-60 0,-2 45-3,3-12 0,-1-53-1,3 62 0,-3 20 0,1-62-1,-1 47 0,-2-8 0,0-55 0,2 61 0,-4 23 1,2-63-1,2 55 0,-2-12 1,0-57 0,3 62 0,0 19 0,-1-65 0,2 57 0,0-4 0,-2-62 0,2 60 0,-1 19 1,1-68-1,0 59 0,1-12 0,-2-60-1,1 56 0,5 14 1,-4-64 0,1 38 0,-1-18 1,-3-48-1,3 40 1,3-6 1,-4-44-1,1 20 2,-1-10-1,5 84-21,-3-56-53,-1-32-48</inkml:trace>
</inkml:ink>
</file>

<file path=ppt/ink/ink17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96"/>
    </inkml:context>
    <inkml:brush xml:id="br0">
      <inkml:brushProperty name="width" value="0.05953" units="cm"/>
      <inkml:brushProperty name="height" value="0.05953" units="cm"/>
      <inkml:brushProperty name="fitToCurve" value="1"/>
    </inkml:brush>
  </inkml:definitions>
  <inkml:trace contextRef="#ctx0" brushRef="#br0">12088 13267 476,'180'-123'378,"-20"113"-388,-83 32-94,1 0-628</inkml:trace>
</inkml:ink>
</file>

<file path=ppt/ink/ink17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97"/>
    </inkml:context>
    <inkml:brush xml:id="br0">
      <inkml:brushProperty name="width" value="0.05953" units="cm"/>
      <inkml:brushProperty name="height" value="0.05953" units="cm"/>
      <inkml:brushProperty name="fitToCurve" value="1"/>
    </inkml:brush>
  </inkml:definitions>
  <inkml:trace contextRef="#ctx0" brushRef="#br0">12483 13193 213,'-74'128'125,"34"-52"-33,-13 19 43,-14 11-8,-5-6-31,-14 13-49,-8 9-54,17-70-170</inkml:trace>
</inkml:ink>
</file>

<file path=ppt/ink/ink17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98"/>
    </inkml:context>
    <inkml:brush xml:id="br0">
      <inkml:brushProperty name="width" value="0.05953" units="cm"/>
      <inkml:brushProperty name="height" value="0.05953" units="cm"/>
      <inkml:brushProperty name="fitToCurve" value="1"/>
    </inkml:brush>
  </inkml:definitions>
  <inkml:trace contextRef="#ctx0" brushRef="#br0">12307 13411 398,'0'168'246,"0"-39"-211,-13 2-32,-23-49-235</inkml:trace>
</inkml:ink>
</file>

<file path=ppt/ink/ink17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799"/>
    </inkml:context>
    <inkml:brush xml:id="br0">
      <inkml:brushProperty name="width" value="0.05953" units="cm"/>
      <inkml:brushProperty name="height" value="0.05953" units="cm"/>
      <inkml:brushProperty name="fitToCurve" value="1"/>
    </inkml:brush>
  </inkml:definitions>
  <inkml:trace contextRef="#ctx0" brushRef="#br0">12439 13458 363,'132'124'422,"-22"-71"-442,-27 27-368</inkml:trace>
</inkml:ink>
</file>

<file path=ppt/ink/ink17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00"/>
    </inkml:context>
    <inkml:brush xml:id="br0">
      <inkml:brushProperty name="width" value="0.05953" units="cm"/>
      <inkml:brushProperty name="height" value="0.05953" units="cm"/>
      <inkml:brushProperty name="fitToCurve" value="1"/>
    </inkml:brush>
  </inkml:definitions>
  <inkml:trace contextRef="#ctx0" brushRef="#br0">12846 13105 398,'164'-7'291,"-53"-4"-219,-116 131-156,-105-46 143,14 0-11,0 13-12,136 35-7,103-158-113,-24 0-169,-41 37-7</inkml:trace>
</inkml:ink>
</file>

<file path=ppt/ink/ink17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01"/>
    </inkml:context>
    <inkml:brush xml:id="br0">
      <inkml:brushProperty name="width" value="0.05953" units="cm"/>
      <inkml:brushProperty name="height" value="0.05953" units="cm"/>
      <inkml:brushProperty name="fitToCurve" value="1"/>
    </inkml:brush>
  </inkml:definitions>
  <inkml:trace contextRef="#ctx0" brushRef="#br0">13124 13395 136,'-78'64'115,"10"18"49,-22 46 38,41-40-57,163-159-238,-28-19-130,-9 14 44</inkml:trace>
</inkml:ink>
</file>

<file path=ppt/ink/ink17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02"/>
    </inkml:context>
    <inkml:brush xml:id="br0">
      <inkml:brushProperty name="width" value="0.05953" units="cm"/>
      <inkml:brushProperty name="height" value="0.05953" units="cm"/>
      <inkml:brushProperty name="fitToCurve" value="1"/>
    </inkml:brush>
  </inkml:definitions>
  <inkml:trace contextRef="#ctx0" brushRef="#br0">13107 13440 136,'89'-50'134,"28"30"-41,14 53-47,-70 92 7,-65-45 52,-25 13 48,-18 22-45,-15 3-70,-48-217-248,80 1 62,13-29 11,13 50-38</inkml:trace>
</inkml:ink>
</file>

<file path=ppt/ink/ink17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03"/>
    </inkml:context>
    <inkml:brush xml:id="br0">
      <inkml:brushProperty name="width" value="0.05953" units="cm"/>
      <inkml:brushProperty name="height" value="0.05953" units="cm"/>
      <inkml:brushProperty name="fitToCurve" value="1"/>
    </inkml:brush>
  </inkml:definitions>
  <inkml:trace contextRef="#ctx0" brushRef="#br0">13425 13061 255,'0'115'129,"0"-22"28,-18 21-12,-27 14-58,-22 18-53,-9 7-29,-1 0-8,0-6-6,2-30-35,-2-54-213</inkml:trace>
</inkml:ink>
</file>

<file path=ppt/ink/ink17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04"/>
    </inkml:context>
    <inkml:brush xml:id="br0">
      <inkml:brushProperty name="width" value="0.05953" units="cm"/>
      <inkml:brushProperty name="height" value="0.05953" units="cm"/>
      <inkml:brushProperty name="fitToCurve" value="1"/>
    </inkml:brush>
  </inkml:definitions>
  <inkml:trace contextRef="#ctx0" brushRef="#br0">13776 13690 791</inkml:trace>
</inkml:ink>
</file>

<file path=ppt/ink/ink17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05"/>
    </inkml:context>
    <inkml:brush xml:id="br0">
      <inkml:brushProperty name="width" value="0.05953" units="cm"/>
      <inkml:brushProperty name="height" value="0.05953" units="cm"/>
      <inkml:brushProperty name="fitToCurve" value="1"/>
    </inkml:brush>
  </inkml:definitions>
  <inkml:trace contextRef="#ctx0" brushRef="#br0">21040 12285 136,'100'-87'687,"30"70"-685,13-7 0,-8-4-45,-16-22-398</inkml:trace>
</inkml:ink>
</file>

<file path=ppt/ink/ink17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06"/>
    </inkml:context>
    <inkml:brush xml:id="br0">
      <inkml:brushProperty name="width" value="0.05953" units="cm"/>
      <inkml:brushProperty name="height" value="0.05953" units="cm"/>
      <inkml:brushProperty name="fitToCurve" value="1"/>
    </inkml:brush>
  </inkml:definitions>
  <inkml:trace contextRef="#ctx0" brushRef="#br0">21463 11839 171,'-44'104'77,"-11"4"3,-25 34 22,0 6-10,23-51-53,11-18-12,-4 5-10,-1 1-5,-21 19-3,15-17-11,2-2-35,-21-22-387</inkml:trace>
</inkml:ink>
</file>

<file path=ppt/ink/ink17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07"/>
    </inkml:context>
    <inkml:brush xml:id="br0">
      <inkml:brushProperty name="width" value="0.05953" units="cm"/>
      <inkml:brushProperty name="height" value="0.05953" units="cm"/>
      <inkml:brushProperty name="fitToCurve" value="1"/>
    </inkml:brush>
  </inkml:definitions>
  <inkml:trace contextRef="#ctx0" brushRef="#br0">21069 12512 175,'93'-54'145,"32"1"129,-23 45-373,-19 31-259</inkml:trace>
</inkml:ink>
</file>

<file path=ppt/ink/ink17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08"/>
    </inkml:context>
    <inkml:brush xml:id="br0">
      <inkml:brushProperty name="width" value="0.05953" units="cm"/>
      <inkml:brushProperty name="height" value="0.05953" units="cm"/>
      <inkml:brushProperty name="fitToCurve" value="1"/>
    </inkml:brush>
  </inkml:definitions>
  <inkml:trace contextRef="#ctx0" brushRef="#br0">21299 12459 136,'-12'89'77,"-20"-9"-64,-24 0-6,-57-17 98,288-105 372,-38 65-499,-10 24-310</inkml:trace>
</inkml:ink>
</file>

<file path=ppt/ink/ink17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09"/>
    </inkml:context>
    <inkml:brush xml:id="br0">
      <inkml:brushProperty name="width" value="0.05953" units="cm"/>
      <inkml:brushProperty name="height" value="0.05953" units="cm"/>
      <inkml:brushProperty name="fitToCurve" value="1"/>
    </inkml:brush>
  </inkml:definitions>
  <inkml:trace contextRef="#ctx0" brushRef="#br0">21603 12557 261,'33'89'220,"-32"-28"-568</inkml:trace>
</inkml:ink>
</file>

<file path=ppt/ink/ink17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10"/>
    </inkml:context>
    <inkml:brush xml:id="br0">
      <inkml:brushProperty name="width" value="0.05953" units="cm"/>
      <inkml:brushProperty name="height" value="0.05953" units="cm"/>
      <inkml:brushProperty name="fitToCurve" value="1"/>
    </inkml:brush>
  </inkml:definitions>
  <inkml:trace contextRef="#ctx0" brushRef="#br0">22131 12116 253,'162'-35'552,"-23"5"-553,-10-24-121,-38-4-205</inkml:trace>
</inkml:ink>
</file>

<file path=ppt/ink/ink17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11"/>
    </inkml:context>
    <inkml:brush xml:id="br0">
      <inkml:brushProperty name="width" value="0.05953" units="cm"/>
      <inkml:brushProperty name="height" value="0.05953" units="cm"/>
      <inkml:brushProperty name="fitToCurve" value="1"/>
    </inkml:brush>
  </inkml:definitions>
  <inkml:trace contextRef="#ctx0" brushRef="#br0">22647 11750 136,'-90'60'110,"26"21"-20,-9 21 3,-18 29-13,-6 27 3,25-41-29,-1-2-17,12-9-24,-2 5-47,15-7-40,-28-24-509</inkml:trace>
</inkml:ink>
</file>

<file path=ppt/ink/ink17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12"/>
    </inkml:context>
    <inkml:brush xml:id="br0">
      <inkml:brushProperty name="width" value="0.05953" units="cm"/>
      <inkml:brushProperty name="height" value="0.05953" units="cm"/>
      <inkml:brushProperty name="fitToCurve" value="1"/>
    </inkml:brush>
  </inkml:definitions>
  <inkml:trace contextRef="#ctx0" brushRef="#br0">22166 12273 136,'22'135'180,"-34"-57"-95,-7 1-24,0 3-26,-2 5-22,5-7-101</inkml:trace>
</inkml:ink>
</file>

<file path=ppt/ink/ink17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13"/>
    </inkml:context>
    <inkml:brush xml:id="br0">
      <inkml:brushProperty name="width" value="0.05953" units="cm"/>
      <inkml:brushProperty name="height" value="0.05953" units="cm"/>
      <inkml:brushProperty name="fitToCurve" value="1"/>
    </inkml:brush>
  </inkml:definitions>
  <inkml:trace contextRef="#ctx0" brushRef="#br0">22192 12344 158,'89'-58'28,"-6"33"10,-13 117 8,-106 31-13,-13-20 8,-15 16 8,11 15-32,166-57-5,43-113-129,-41-4 35,-37 20-141</inkml:trace>
</inkml:ink>
</file>

<file path=ppt/ink/ink17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14"/>
    </inkml:context>
    <inkml:brush xml:id="br0">
      <inkml:brushProperty name="width" value="0.05953" units="cm"/>
      <inkml:brushProperty name="height" value="0.05953" units="cm"/>
      <inkml:brushProperty name="fitToCurve" value="1"/>
    </inkml:brush>
  </inkml:definitions>
  <inkml:trace contextRef="#ctx0" brushRef="#br0">22750 12066 146,'128'-30'315,"33"14"-370</inkml:trace>
</inkml:ink>
</file>

<file path=ppt/ink/ink17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15"/>
    </inkml:context>
    <inkml:brush xml:id="br0">
      <inkml:brushProperty name="width" value="0.05953" units="cm"/>
      <inkml:brushProperty name="height" value="0.05953" units="cm"/>
      <inkml:brushProperty name="fitToCurve" value="1"/>
    </inkml:brush>
  </inkml:definitions>
  <inkml:trace contextRef="#ctx0" brushRef="#br0">22976 11760 136,'-33'106'65,"19"-30"-36,-4 37-39,-1-28-16,-2-6 4</inkml:trace>
</inkml:ink>
</file>

<file path=ppt/ink/ink17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16"/>
    </inkml:context>
    <inkml:brush xml:id="br0">
      <inkml:brushProperty name="width" value="0.05953" units="cm"/>
      <inkml:brushProperty name="height" value="0.05953" units="cm"/>
      <inkml:brushProperty name="fitToCurve" value="1"/>
    </inkml:brush>
  </inkml:definitions>
  <inkml:trace contextRef="#ctx0" brushRef="#br0">22717 12240 136,'89'0'394,"1"0"-418,7-4-39,-14-22-41</inkml:trace>
</inkml:ink>
</file>

<file path=ppt/ink/ink17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17"/>
    </inkml:context>
    <inkml:brush xml:id="br0">
      <inkml:brushProperty name="width" value="0.05953" units="cm"/>
      <inkml:brushProperty name="height" value="0.05953" units="cm"/>
      <inkml:brushProperty name="fitToCurve" value="1"/>
    </inkml:brush>
  </inkml:definitions>
  <inkml:trace contextRef="#ctx0" brushRef="#br0">23330 11901 136,'-83'40'7,"-5"48"41,-22 26 35,18 8-23,8-4-25,-18 12-45,0-5-52,21-31-19,6-12 24</inkml:trace>
</inkml:ink>
</file>

<file path=ppt/ink/ink17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18"/>
    </inkml:context>
    <inkml:brush xml:id="br0">
      <inkml:brushProperty name="width" value="0.05953" units="cm"/>
      <inkml:brushProperty name="height" value="0.05953" units="cm"/>
      <inkml:brushProperty name="fitToCurve" value="1"/>
    </inkml:brush>
  </inkml:definitions>
  <inkml:trace contextRef="#ctx0" brushRef="#br0">22743 12311 136,'0'134'217,"-13"8"-97,7-63-129,5-3-79</inkml:trace>
</inkml:ink>
</file>

<file path=ppt/ink/ink17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19"/>
    </inkml:context>
    <inkml:brush xml:id="br0">
      <inkml:brushProperty name="width" value="0.05953" units="cm"/>
      <inkml:brushProperty name="height" value="0.05953" units="cm"/>
      <inkml:brushProperty name="fitToCurve" value="1"/>
    </inkml:brush>
  </inkml:definitions>
  <inkml:trace contextRef="#ctx0" brushRef="#br0">22787 12322 136,'86'0'50,"-29"89"245,-79-6-278,3-4-56,-19-1-100</inkml:trace>
</inkml:ink>
</file>

<file path=ppt/ink/ink17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20"/>
    </inkml:context>
    <inkml:brush xml:id="br0">
      <inkml:brushProperty name="width" value="0.05953" units="cm"/>
      <inkml:brushProperty name="height" value="0.05953" units="cm"/>
      <inkml:brushProperty name="fitToCurve" value="1"/>
    </inkml:brush>
  </inkml:definitions>
  <inkml:trace contextRef="#ctx0" brushRef="#br0">22741 12469 136,'8'77'266,"-69"19"-112,127-140-244,-22-15 1,12 2-89</inkml:trace>
</inkml:ink>
</file>

<file path=ppt/ink/ink17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21"/>
    </inkml:context>
    <inkml:brush xml:id="br0">
      <inkml:brushProperty name="width" value="0.05953" units="cm"/>
      <inkml:brushProperty name="height" value="0.05953" units="cm"/>
      <inkml:brushProperty name="fitToCurve" value="1"/>
    </inkml:brush>
  </inkml:definitions>
  <inkml:trace contextRef="#ctx0" brushRef="#br0">23043 12140 151,'19'-85'129,"18"242"122,-44-24-173,-3-34-31,0 43-8,-6 38 1,-3-7-19,5-25-12,7-19-13,2 9-34,0-11-75,-24-39-197</inkml:trace>
</inkml:ink>
</file>

<file path=ppt/ink/ink17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22"/>
    </inkml:context>
    <inkml:brush xml:id="br0">
      <inkml:brushProperty name="width" value="0.05953" units="cm"/>
      <inkml:brushProperty name="height" value="0.05953" units="cm"/>
      <inkml:brushProperty name="fitToCurve" value="1"/>
    </inkml:brush>
  </inkml:definitions>
  <inkml:trace contextRef="#ctx0" brushRef="#br0">22995 12152 136,'78'-85'113,"27"30"70,52 23 100,-155 142-227,-70-6-58,-1-3-4,41 18-19,87-14-5,-1-1 22,-121 2 90,-57-55-387,39-44-40</inkml:trace>
</inkml:ink>
</file>

<file path=ppt/ink/ink17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23"/>
    </inkml:context>
    <inkml:brush xml:id="br0">
      <inkml:brushProperty name="width" value="0.05953" units="cm"/>
      <inkml:brushProperty name="height" value="0.05953" units="cm"/>
      <inkml:brushProperty name="fitToCurve" value="1"/>
    </inkml:brush>
  </inkml:definitions>
  <inkml:trace contextRef="#ctx0" brushRef="#br0">23350 12290 210,'90'-28'90,"26"1"55,-32 20-7,11 12 2,-6 28-386</inkml:trace>
</inkml:ink>
</file>

<file path=ppt/ink/ink17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24"/>
    </inkml:context>
    <inkml:brush xml:id="br0">
      <inkml:brushProperty name="width" value="0.05953" units="cm"/>
      <inkml:brushProperty name="height" value="0.05953" units="cm"/>
      <inkml:brushProperty name="fitToCurve" value="1"/>
    </inkml:brush>
  </inkml:definitions>
  <inkml:trace contextRef="#ctx0" brushRef="#br0">23693 12013 180,'-10'113'252,"-4"-27"-214,-1 7 6,-5 14 14,0-9 5,-8 21 14,-5 5-16,-58-37-40,-18-169 9,181-26 7,78 68-35,7-5-55,-43-18-397</inkml:trace>
</inkml:ink>
</file>

<file path=ppt/ink/ink17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25"/>
    </inkml:context>
    <inkml:brush xml:id="br0">
      <inkml:brushProperty name="width" value="0.05953" units="cm"/>
      <inkml:brushProperty name="height" value="0.05953" units="cm"/>
      <inkml:brushProperty name="fitToCurve" value="1"/>
    </inkml:brush>
  </inkml:definitions>
  <inkml:trace contextRef="#ctx0" brushRef="#br0">23945 11967 146,'-34'110'305</inkml:trace>
</inkml:ink>
</file>

<file path=ppt/ink/ink17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26"/>
    </inkml:context>
    <inkml:brush xml:id="br0">
      <inkml:brushProperty name="width" value="0.05953" units="cm"/>
      <inkml:brushProperty name="height" value="0.05953" units="cm"/>
      <inkml:brushProperty name="fitToCurve" value="1"/>
    </inkml:brush>
  </inkml:definitions>
  <inkml:trace contextRef="#ctx0" brushRef="#br0">23790 12170 319,'136'-67'504,"2"46"-461,-1 46-189,-52 25-99</inkml:trace>
</inkml:ink>
</file>

<file path=ppt/ink/ink17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27"/>
    </inkml:context>
    <inkml:brush xml:id="br0">
      <inkml:brushProperty name="width" value="0.05953" units="cm"/>
      <inkml:brushProperty name="height" value="0.05953" units="cm"/>
      <inkml:brushProperty name="fitToCurve" value="1"/>
    </inkml:brush>
  </inkml:definitions>
  <inkml:trace contextRef="#ctx0" brushRef="#br0">23924 12139 175,'-12'113'441,"-12"21"-320,5-14-77,2 3-10,-18 31 0,-5-13-17,-16-11-43,-17-47-259</inkml:trace>
</inkml:ink>
</file>

<file path=ppt/ink/ink17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28"/>
    </inkml:context>
    <inkml:brush xml:id="br0">
      <inkml:brushProperty name="width" value="0.05953" units="cm"/>
      <inkml:brushProperty name="height" value="0.05953" units="cm"/>
      <inkml:brushProperty name="fitToCurve" value="1"/>
    </inkml:brush>
  </inkml:definitions>
  <inkml:trace contextRef="#ctx0" brushRef="#br0">24465 12053 169,'117'-47'291,"68"21"3,-66 60-239,-178 98-54,-42-21-6,4 4-5,45 13 1,73 6-1,47-21-10,34-11 11,-95 17 121,-152-95-107,7-24-68,51-29-109</inkml:trace>
</inkml:ink>
</file>

<file path=ppt/ink/ink17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29"/>
    </inkml:context>
    <inkml:brush xml:id="br0">
      <inkml:brushProperty name="width" value="0.05953" units="cm"/>
      <inkml:brushProperty name="height" value="0.05953" units="cm"/>
      <inkml:brushProperty name="fitToCurve" value="1"/>
    </inkml:brush>
  </inkml:definitions>
  <inkml:trace contextRef="#ctx0" brushRef="#br0">1758 20293 533,'203'-7'114,"69"-35"-201,1-5 35,82-11 7,3 2 15,-120 19 8,46-6 7,1 0 6,-90 12-10,2 2 34,-58 9 11,-50 6-12,-5 1 58,-1 27-430</inkml:trace>
</inkml:ink>
</file>

<file path=ppt/ink/ink17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30"/>
    </inkml:context>
    <inkml:brush xml:id="br0">
      <inkml:brushProperty name="width" value="0.05953" units="cm"/>
      <inkml:brushProperty name="height" value="0.05953" units="cm"/>
      <inkml:brushProperty name="fitToCurve" value="1"/>
    </inkml:brush>
  </inkml:definitions>
  <inkml:trace contextRef="#ctx0" brushRef="#br0">4610 11879 786,'124'-16'38,"36"-12"-7,8-3-8,-24 14-24,-6 12-238,-56 27 22</inkml:trace>
</inkml:ink>
</file>

<file path=ppt/ink/ink17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31"/>
    </inkml:context>
    <inkml:brush xml:id="br0">
      <inkml:brushProperty name="width" value="0.05953" units="cm"/>
      <inkml:brushProperty name="height" value="0.05953" units="cm"/>
      <inkml:brushProperty name="fitToCurve" value="1"/>
    </inkml:brush>
  </inkml:definitions>
  <inkml:trace contextRef="#ctx0" brushRef="#br0">4980 11908 293,'-36'139'127,"4"-57"2,-7 14 2,-17 17-22,-25 22-63,-1-18-39,-17-29-60,17-53-116</inkml:trace>
</inkml:ink>
</file>

<file path=ppt/ink/ink17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32"/>
    </inkml:context>
    <inkml:brush xml:id="br0">
      <inkml:brushProperty name="width" value="0.05953" units="cm"/>
      <inkml:brushProperty name="height" value="0.05953" units="cm"/>
      <inkml:brushProperty name="fitToCurve" value="1"/>
    </inkml:brush>
  </inkml:definitions>
  <inkml:trace contextRef="#ctx0" brushRef="#br0">4930 12025 199,'0'112'310,"0"-32"-231,-7 17-8,-5 9-9,-4 29-19,3 6-103,-25-57-179</inkml:trace>
</inkml:ink>
</file>

<file path=ppt/ink/ink17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33"/>
    </inkml:context>
    <inkml:brush xml:id="br0">
      <inkml:brushProperty name="width" value="0.05953" units="cm"/>
      <inkml:brushProperty name="height" value="0.05953" units="cm"/>
      <inkml:brushProperty name="fitToCurve" value="1"/>
    </inkml:brush>
  </inkml:definitions>
  <inkml:trace contextRef="#ctx0" brushRef="#br0">4945 12206 274,'114'41'320,"-19"23"-196,14-6-74,-29 25-440</inkml:trace>
</inkml:ink>
</file>

<file path=ppt/ink/ink17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34"/>
    </inkml:context>
    <inkml:brush xml:id="br0">
      <inkml:brushProperty name="width" value="0.05953" units="cm"/>
      <inkml:brushProperty name="height" value="0.05953" units="cm"/>
      <inkml:brushProperty name="fitToCurve" value="1"/>
    </inkml:brush>
  </inkml:definitions>
  <inkml:trace contextRef="#ctx0" brushRef="#br0">5445 11817 136,'166'-28'734,"-24"3"-737,-183 168-81,-40-49 78,-21 13 23,6-7 25,211-36-17,3-128-241,-35 49-3</inkml:trace>
</inkml:ink>
</file>

<file path=ppt/ink/ink17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35"/>
    </inkml:context>
    <inkml:brush xml:id="br0">
      <inkml:brushProperty name="width" value="0.05953" units="cm"/>
      <inkml:brushProperty name="height" value="0.05953" units="cm"/>
      <inkml:brushProperty name="fitToCurve" value="1"/>
    </inkml:brush>
  </inkml:definitions>
  <inkml:trace contextRef="#ctx0" brushRef="#br0">5612 12159 136,'-67'114'516,"20"-18"-412,-5 23-43,163-214-402,-52 19-39</inkml:trace>
</inkml:ink>
</file>

<file path=ppt/ink/ink17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36"/>
    </inkml:context>
    <inkml:brush xml:id="br0">
      <inkml:brushProperty name="width" value="0.05953" units="cm"/>
      <inkml:brushProperty name="height" value="0.05953" units="cm"/>
      <inkml:brushProperty name="fitToCurve" value="1"/>
    </inkml:brush>
  </inkml:definitions>
  <inkml:trace contextRef="#ctx0" brushRef="#br0">5687 12188 136,'78'-41'30,"25"-14"55,-8 11 12,48 53-20,-66 142 104,-64-43-40,-18 12-53,-11 10-56,-19 1-23,-39-270-15,61-18 3,12-11-62,10 34-117,4 15-6,10-18 10,-32 268 778,-27 14-582,-18 21-13,7-24-4,-16 43 0,-6-17-4,-1-18-8,-8-67-283</inkml:trace>
</inkml:ink>
</file>

<file path=ppt/ink/ink17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37"/>
    </inkml:context>
    <inkml:brush xml:id="br0">
      <inkml:brushProperty name="width" value="0.05953" units="cm"/>
      <inkml:brushProperty name="height" value="0.05953" units="cm"/>
      <inkml:brushProperty name="fitToCurve" value="1"/>
    </inkml:brush>
  </inkml:definitions>
  <inkml:trace contextRef="#ctx0" brushRef="#br0">4610 5023 269,'0'105'26,"0"55"42,0-81-40,4 23 7,2-12-1,0 19 1,2-9 10,1 0-2,6 32 23,1 0-16,2-20-25,8 8-62,-37-44-110</inkml:trace>
</inkml:ink>
</file>

<file path=ppt/ink/ink17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38"/>
    </inkml:context>
    <inkml:brush xml:id="br0">
      <inkml:brushProperty name="width" value="0.05953" units="cm"/>
      <inkml:brushProperty name="height" value="0.05953" units="cm"/>
      <inkml:brushProperty name="fitToCurve" value="1"/>
    </inkml:brush>
  </inkml:definitions>
  <inkml:trace contextRef="#ctx0" brushRef="#br0">4683 4784 136,'-36'100'353,"-11"-2"-279,-14 16-31,-8-8-24,3-13-22,-19-31-446</inkml:trace>
</inkml:ink>
</file>

<file path=ppt/ink/ink17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39"/>
    </inkml:context>
    <inkml:brush xml:id="br0">
      <inkml:brushProperty name="width" value="0.05953" units="cm"/>
      <inkml:brushProperty name="height" value="0.05953" units="cm"/>
      <inkml:brushProperty name="fitToCurve" value="1"/>
    </inkml:brush>
  </inkml:definitions>
  <inkml:trace contextRef="#ctx0" brushRef="#br0">4676 4848 360,'44'156'472,"32"-38"-458,-56-42-119,0 1-628</inkml:trace>
</inkml:ink>
</file>

<file path=ppt/ink/ink17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40"/>
    </inkml:context>
    <inkml:brush xml:id="br0">
      <inkml:brushProperty name="width" value="0.05953" units="cm"/>
      <inkml:brushProperty name="height" value="0.05953" units="cm"/>
      <inkml:brushProperty name="fitToCurve" value="1"/>
    </inkml:brush>
  </inkml:definitions>
  <inkml:trace contextRef="#ctx0" brushRef="#br0">15337 3446 184,'0'152'561,"0"12"-476,0 16-52,0 10-22,0-6-7,0-26-1,-1 5-3,1-7-8,-15-78-100,-1-2-649</inkml:trace>
</inkml:ink>
</file>

<file path=ppt/ink/ink17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41"/>
    </inkml:context>
    <inkml:brush xml:id="br0">
      <inkml:brushProperty name="width" value="0.05953" units="cm"/>
      <inkml:brushProperty name="height" value="0.05953" units="cm"/>
      <inkml:brushProperty name="fitToCurve" value="1"/>
    </inkml:brush>
  </inkml:definitions>
  <inkml:trace contextRef="#ctx0" brushRef="#br0">15425 3489 271,'-59'131'470,"9"-11"-365,-21 34-79,-7-6-20,-3-27-5,-8 6-8,9-68-180</inkml:trace>
</inkml:ink>
</file>

<file path=ppt/ink/ink17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42"/>
    </inkml:context>
    <inkml:brush xml:id="br0">
      <inkml:brushProperty name="width" value="0.05953" units="cm"/>
      <inkml:brushProperty name="height" value="0.05953" units="cm"/>
      <inkml:brushProperty name="fitToCurve" value="1"/>
    </inkml:brush>
  </inkml:definitions>
  <inkml:trace contextRef="#ctx0" brushRef="#br0">15304 3571 594,'114'60'256,"-10"48"-219,1 2-33,22-14-9,-71-14-185</inkml:trace>
</inkml:ink>
</file>

<file path=ppt/ink/ink17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43"/>
    </inkml:context>
    <inkml:brush xml:id="br0">
      <inkml:brushProperty name="width" value="0.05953" units="cm"/>
      <inkml:brushProperty name="height" value="0.05953" units="cm"/>
      <inkml:brushProperty name="fitToCurve" value="1"/>
    </inkml:brush>
  </inkml:definitions>
  <inkml:trace contextRef="#ctx0" brushRef="#br0">24163 7955 533</inkml:trace>
</inkml:ink>
</file>

<file path=ppt/ink/ink17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44"/>
    </inkml:context>
    <inkml:brush xml:id="br0">
      <inkml:brushProperty name="width" value="0.05953" units="cm"/>
      <inkml:brushProperty name="height" value="0.05953" units="cm"/>
      <inkml:brushProperty name="fitToCurve" value="1"/>
    </inkml:brush>
  </inkml:definitions>
  <inkml:trace contextRef="#ctx0" brushRef="#br0">20169 10619 533</inkml:trace>
</inkml:ink>
</file>

<file path=ppt/ink/ink17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45"/>
    </inkml:context>
    <inkml:brush xml:id="br0">
      <inkml:brushProperty name="width" value="0.05953" units="cm"/>
      <inkml:brushProperty name="height" value="0.05953" units="cm"/>
      <inkml:brushProperty name="fitToCurve" value="1"/>
    </inkml:brush>
  </inkml:definitions>
  <inkml:trace contextRef="#ctx0" brushRef="#br0">16751 6773 136,'209'9'738,"-70"-36"-736,-1 6 1,4 23-1,-63 24-111,0-1-655</inkml:trace>
</inkml:ink>
</file>

<file path=ppt/ink/ink17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46"/>
    </inkml:context>
    <inkml:brush xml:id="br0">
      <inkml:brushProperty name="width" value="0.05953" units="cm"/>
      <inkml:brushProperty name="height" value="0.05953" units="cm"/>
      <inkml:brushProperty name="fitToCurve" value="1"/>
    </inkml:brush>
  </inkml:definitions>
  <inkml:trace contextRef="#ctx0" brushRef="#br0">12773 2733 809,'153'-43'40,"25"6"-29,-8 24-7,-27 24-74,-60 21-100</inkml:trace>
</inkml:ink>
</file>

<file path=ppt/ink/ink17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47"/>
    </inkml:context>
    <inkml:brush xml:id="br0">
      <inkml:brushProperty name="width" value="0.05953" units="cm"/>
      <inkml:brushProperty name="height" value="0.05953" units="cm"/>
      <inkml:brushProperty name="fitToCurve" value="1"/>
    </inkml:brush>
  </inkml:definitions>
  <inkml:trace contextRef="#ctx0" brushRef="#br0">12661 2855 205,'18'104'203,"-14"24"-95,-7 7-6,-1 3-17,-19 85-14,0-38-23,5-29-27,-14 45-8,6-42-7,1-26-2,-10 34-1,-2 16 2,10-43-3,-11-4-7,30-302-174,10 33 27,-1 30-232</inkml:trace>
</inkml:ink>
</file>

<file path=ppt/ink/ink17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48"/>
    </inkml:context>
    <inkml:brush xml:id="br0">
      <inkml:brushProperty name="width" value="0.05953" units="cm"/>
      <inkml:brushProperty name="height" value="0.05953" units="cm"/>
      <inkml:brushProperty name="fitToCurve" value="1"/>
    </inkml:brush>
  </inkml:definitions>
  <inkml:trace contextRef="#ctx0" brushRef="#br0">13258 2921 136,'-123'19'228,"-5"43"-93,53-14-75,-66 100 114,105-20-114,22 8-42,16-10-33,-2 16-112,-8-36-58,-27-23-295</inkml:trace>
</inkml:ink>
</file>

<file path=ppt/ink/ink17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49"/>
    </inkml:context>
    <inkml:brush xml:id="br0">
      <inkml:brushProperty name="width" value="0.05953" units="cm"/>
      <inkml:brushProperty name="height" value="0.05953" units="cm"/>
      <inkml:brushProperty name="fitToCurve" value="1"/>
    </inkml:brush>
  </inkml:definitions>
  <inkml:trace contextRef="#ctx0" brushRef="#br0">12834 3282 219,'109'-53'2,"-13"13"24,29-6 51,20 11 39,-13 99 22,-153 40 11,-29 4-81,-22 10-170,-7-50-249</inkml:trace>
</inkml:ink>
</file>

<file path=ppt/ink/ink17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50"/>
    </inkml:context>
    <inkml:brush xml:id="br0">
      <inkml:brushProperty name="width" value="0.05953" units="cm"/>
      <inkml:brushProperty name="height" value="0.05953" units="cm"/>
      <inkml:brushProperty name="fitToCurve" value="1"/>
    </inkml:brush>
  </inkml:definitions>
  <inkml:trace contextRef="#ctx0" brushRef="#br0">12864 3371 185,'77'-68'146,"37"90"145,-159 68-218,-21 12-17,0-5-13,195-58-66,-10-66-73,-65 122 198,-51 34-38,2 7-40,14-2-18,-101-22 6,-49-156-16,54-15-184</inkml:trace>
</inkml:ink>
</file>

<file path=ppt/ink/ink17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51"/>
    </inkml:context>
    <inkml:brush xml:id="br0">
      <inkml:brushProperty name="width" value="0.05953" units="cm"/>
      <inkml:brushProperty name="height" value="0.05953" units="cm"/>
      <inkml:brushProperty name="fitToCurve" value="1"/>
    </inkml:brush>
  </inkml:definitions>
  <inkml:trace contextRef="#ctx0" brushRef="#br0">12868 3766 195,'-64'113'77,"11"-9"-21,5 8-76</inkml:trace>
</inkml:ink>
</file>

<file path=ppt/ink/ink17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52"/>
    </inkml:context>
    <inkml:brush xml:id="br0">
      <inkml:brushProperty name="width" value="0.05953" units="cm"/>
      <inkml:brushProperty name="height" value="0.05953" units="cm"/>
      <inkml:brushProperty name="fitToCurve" value="1"/>
    </inkml:brush>
  </inkml:definitions>
  <inkml:trace contextRef="#ctx0" brushRef="#br0">13330 3712 215,'28'96'73,"33"32"113,4-43-143</inkml:trace>
</inkml:ink>
</file>

<file path=ppt/ink/ink18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53"/>
    </inkml:context>
    <inkml:brush xml:id="br0">
      <inkml:brushProperty name="width" value="0.05953" units="cm"/>
      <inkml:brushProperty name="height" value="0.05953" units="cm"/>
      <inkml:brushProperty name="fitToCurve" value="1"/>
    </inkml:brush>
  </inkml:definitions>
  <inkml:trace contextRef="#ctx0" brushRef="#br0">13932 3665 867,'105'-113'-52,"35"41"49,8 26-3,-3 10-95,-29 16-195,-38 30-109</inkml:trace>
</inkml:ink>
</file>

<file path=ppt/ink/ink18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54"/>
    </inkml:context>
    <inkml:brush xml:id="br0">
      <inkml:brushProperty name="width" value="0.05953" units="cm"/>
      <inkml:brushProperty name="height" value="0.05953" units="cm"/>
      <inkml:brushProperty name="fitToCurve" value="1"/>
    </inkml:brush>
  </inkml:definitions>
  <inkml:trace contextRef="#ctx0" brushRef="#br0">15048 3118 452,'92'-48'53,"-6"8"56,42-10 0,1 7-25,-3 6-50,24 10-26,-15 19-51,-123 143-180,-111-27 182,10-26 27,-3-6 7,-56 33 13,19-18 5,-71 32 6,81-50-6,5-5 12,10-6 34,20 4 91,253-85-80,-4-30-66,-34 9-1,22-12-2,40-14-1,-30 12-9,-11 6-97,-31 12-221,-42 37-81</inkml:trace>
</inkml:ink>
</file>

<file path=ppt/ink/ink18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55"/>
    </inkml:context>
    <inkml:brush xml:id="br0">
      <inkml:brushProperty name="width" value="0.05953" units="cm"/>
      <inkml:brushProperty name="height" value="0.05953" units="cm"/>
      <inkml:brushProperty name="fitToCurve" value="1"/>
    </inkml:brush>
  </inkml:definitions>
  <inkml:trace contextRef="#ctx0" brushRef="#br0">15184 3118 168,'-37'128'218,"26"-35"-53,4 18-27,6 17-66,1 9-46,-1-2-16,-3 11 1,6-3-30,-28-59-150</inkml:trace>
</inkml:ink>
</file>

<file path=ppt/ink/ink18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56"/>
    </inkml:context>
    <inkml:brush xml:id="br0">
      <inkml:brushProperty name="width" value="0.05953" units="cm"/>
      <inkml:brushProperty name="height" value="0.05953" units="cm"/>
      <inkml:brushProperty name="fitToCurve" value="1"/>
    </inkml:brush>
  </inkml:definitions>
  <inkml:trace contextRef="#ctx0" brushRef="#br0">15478 3108 350,'30'148'372,"-20"20"-270,-3 43-60,0-63-35,5 47-3,5-22-10,5-24-68,-8-22-203,-31-52 13</inkml:trace>
</inkml:ink>
</file>

<file path=ppt/ink/ink18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57"/>
    </inkml:context>
    <inkml:brush xml:id="br0">
      <inkml:brushProperty name="width" value="0.05953" units="cm"/>
      <inkml:brushProperty name="height" value="0.05953" units="cm"/>
      <inkml:brushProperty name="fitToCurve" value="1"/>
    </inkml:brush>
  </inkml:definitions>
  <inkml:trace contextRef="#ctx0" brushRef="#br0">9455 2866 570,'84'-34'211,"49"-16"-156,10 9-40,-64 44-120,3 1-633</inkml:trace>
</inkml:ink>
</file>

<file path=ppt/ink/ink18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58"/>
    </inkml:context>
    <inkml:brush xml:id="br0">
      <inkml:brushProperty name="width" value="0.05953" units="cm"/>
      <inkml:brushProperty name="height" value="0.05953" units="cm"/>
      <inkml:brushProperty name="fitToCurve" value="1"/>
    </inkml:brush>
  </inkml:definitions>
  <inkml:trace contextRef="#ctx0" brushRef="#br0">9744 2856 363,'-2'86'36,"-12"7"64,7-14-19,0 19 3,5 26 14,0 19-32,-10-11-36,-17 14-11,-39-15-10,-60-75-5,-7-133-8,69-75-15,60 71-88,-1-1-645</inkml:trace>
</inkml:ink>
</file>

<file path=ppt/ink/ink18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59"/>
    </inkml:context>
    <inkml:brush xml:id="br0">
      <inkml:brushProperty name="width" value="0.05953" units="cm"/>
      <inkml:brushProperty name="height" value="0.05953" units="cm"/>
      <inkml:brushProperty name="fitToCurve" value="1"/>
    </inkml:brush>
  </inkml:definitions>
  <inkml:trace contextRef="#ctx0" brushRef="#br0">9815 2678 762,'132'-47'112,"9"-2"-101,-1 16-16,-57 42-104,0 0-654</inkml:trace>
</inkml:ink>
</file>

<file path=ppt/ink/ink18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60"/>
    </inkml:context>
    <inkml:brush xml:id="br0">
      <inkml:brushProperty name="width" value="0.05953" units="cm"/>
      <inkml:brushProperty name="height" value="0.05953" units="cm"/>
      <inkml:brushProperty name="fitToCurve" value="1"/>
    </inkml:brush>
  </inkml:definitions>
  <inkml:trace contextRef="#ctx0" brushRef="#br0">10125 2674 162,'-83'105'580,"19"-4"-522,5 26-27,5 20-7,12-12-15,11 0-8,5 2-6,11 14-71,-21-71-91</inkml:trace>
</inkml:ink>
</file>

<file path=ppt/ink/ink18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61"/>
    </inkml:context>
    <inkml:brush xml:id="br0">
      <inkml:brushProperty name="width" value="0.05953" units="cm"/>
      <inkml:brushProperty name="height" value="0.05953" units="cm"/>
      <inkml:brushProperty name="fitToCurve" value="1"/>
    </inkml:brush>
  </inkml:definitions>
  <inkml:trace contextRef="#ctx0" brushRef="#br0">9872 3259 136,'29'-81'0,"28"-11"0,22-11 11,5 18 34,19 6 78,26 46 131,-65 118-42,-89 35-170,-40 27-24,-9-31-23,1-240-600,67 49 539,-64 168 225,0 46 5,27-52-93,-8 15-33,0 1-38,-1-2-23,6-13-13,10-9-93</inkml:trace>
</inkml:ink>
</file>

<file path=ppt/ink/ink18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62"/>
    </inkml:context>
    <inkml:brush xml:id="br0">
      <inkml:brushProperty name="width" value="0.05953" units="cm"/>
      <inkml:brushProperty name="height" value="0.05953" units="cm"/>
      <inkml:brushProperty name="fitToCurve" value="1"/>
    </inkml:brush>
  </inkml:definitions>
  <inkml:trace contextRef="#ctx0" brushRef="#br0">9901 3443 136,'107'35'108,"-22"67"10,10-26-165</inkml:trace>
</inkml:ink>
</file>

<file path=ppt/ink/ink18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63"/>
    </inkml:context>
    <inkml:brush xml:id="br0">
      <inkml:brushProperty name="width" value="0.05953" units="cm"/>
      <inkml:brushProperty name="height" value="0.05953" units="cm"/>
      <inkml:brushProperty name="fitToCurve" value="1"/>
    </inkml:brush>
  </inkml:definitions>
  <inkml:trace contextRef="#ctx0" brushRef="#br0">10500 2862 384,'-27'205'482,"16"-34"-479,-9-6-5,-12-23-12,-2-13-220,-17-51-80</inkml:trace>
</inkml:ink>
</file>

<file path=ppt/ink/ink18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64"/>
    </inkml:context>
    <inkml:brush xml:id="br0">
      <inkml:brushProperty name="width" value="0.05953" units="cm"/>
      <inkml:brushProperty name="height" value="0.05953" units="cm"/>
      <inkml:brushProperty name="fitToCurve" value="1"/>
    </inkml:brush>
  </inkml:definitions>
  <inkml:trace contextRef="#ctx0" brushRef="#br0">10385 3245 171,'3'-118'31,"44"21"42,58-8 54,36 32-8,-56 73-98,-46 91 74,-35 13 5,-12 17-22,-2 24-38,-4 7-27,-32-6-7,-96-179-58,62-17-124</inkml:trace>
</inkml:ink>
</file>

<file path=ppt/ink/ink18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65"/>
    </inkml:context>
    <inkml:brush xml:id="br0">
      <inkml:brushProperty name="width" value="0.05953" units="cm"/>
      <inkml:brushProperty name="height" value="0.05953" units="cm"/>
      <inkml:brushProperty name="fitToCurve" value="1"/>
    </inkml:brush>
  </inkml:definitions>
  <inkml:trace contextRef="#ctx0" brushRef="#br0">10478 2432 340,'0'133'151,"0"-49"-106,0 35 29,13 46 0,0-22-16,-2 18-9,3 4-8,-7-34-19,3 71-5,-4-35-12,-7-10-3,-8-1-5,-9-22-149,-22-48-94</inkml:trace>
</inkml:ink>
</file>

<file path=ppt/ink/ink18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66"/>
    </inkml:context>
    <inkml:brush xml:id="br0">
      <inkml:brushProperty name="width" value="0.05953" units="cm"/>
      <inkml:brushProperty name="height" value="0.05953" units="cm"/>
      <inkml:brushProperty name="fitToCurve" value="1"/>
    </inkml:brush>
  </inkml:definitions>
  <inkml:trace contextRef="#ctx0" brushRef="#br0">10698 2532 413,'7'80'243,"7"45"-104,2 37-88,-9-9-65,-10-21-148,-26-50-66</inkml:trace>
</inkml:ink>
</file>

<file path=ppt/ink/ink18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67"/>
    </inkml:context>
    <inkml:brush xml:id="br0">
      <inkml:brushProperty name="width" value="0.05953" units="cm"/>
      <inkml:brushProperty name="height" value="0.05953" units="cm"/>
      <inkml:brushProperty name="fitToCurve" value="1"/>
    </inkml:brush>
  </inkml:definitions>
  <inkml:trace contextRef="#ctx0" brushRef="#br0">10734 2676 224,'103'-110'93,"13"28"137,-34 45-86,36 14-19,13 72-86,-112 84-32,-37 0-3,-23-3-6,-31-4-127,-9-53-244</inkml:trace>
</inkml:ink>
</file>

<file path=ppt/ink/ink18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68"/>
    </inkml:context>
    <inkml:brush xml:id="br0">
      <inkml:brushProperty name="width" value="0.05953" units="cm"/>
      <inkml:brushProperty name="height" value="0.05953" units="cm"/>
      <inkml:brushProperty name="fitToCurve" value="1"/>
    </inkml:brush>
  </inkml:definitions>
  <inkml:trace contextRef="#ctx0" brushRef="#br0">10862 2703 316,'107'-82'251,"-8"59"-29,-46 141-168,-148-4-45,-27-6-1,12-15-1,243-55 8,20-80-19,-70 47-105,0 1-652</inkml:trace>
</inkml:ink>
</file>

<file path=ppt/ink/ink18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69"/>
    </inkml:context>
    <inkml:brush xml:id="br0">
      <inkml:brushProperty name="width" value="0.05953" units="cm"/>
      <inkml:brushProperty name="height" value="0.05953" units="cm"/>
      <inkml:brushProperty name="fitToCurve" value="1"/>
    </inkml:brush>
  </inkml:definitions>
  <inkml:trace contextRef="#ctx0" brushRef="#br0">10873 3072 401,'-31'87'288,"31"51"-165,3 14-89,-3-22-29,-8 30-23,-25-73-160</inkml:trace>
</inkml:ink>
</file>

<file path=ppt/ink/ink18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70"/>
    </inkml:context>
    <inkml:brush xml:id="br0">
      <inkml:brushProperty name="width" value="0.05953" units="cm"/>
      <inkml:brushProperty name="height" value="0.05953" units="cm"/>
      <inkml:brushProperty name="fitToCurve" value="1"/>
    </inkml:brush>
  </inkml:definitions>
  <inkml:trace contextRef="#ctx0" brushRef="#br0">10847 3389 144,'80'-90'23,"25"2"61,-8 26 38,51 12 57,-55 74-104,-53 80 70,-35 49-71,-8 4-53,3-1-18,0-8-13,-5-11-159,-28-53-66</inkml:trace>
</inkml:ink>
</file>

<file path=ppt/ink/ink18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71"/>
    </inkml:context>
    <inkml:brush xml:id="br0">
      <inkml:brushProperty name="width" value="0.05953" units="cm"/>
      <inkml:brushProperty name="height" value="0.05953" units="cm"/>
      <inkml:brushProperty name="fitToCurve" value="1"/>
    </inkml:brush>
  </inkml:definitions>
  <inkml:trace contextRef="#ctx0" brushRef="#br0">10916 3361 168,'149'-71'698,"-11"51"-693,-196 153-6,-57-50 4,115 55-3,-54-4-4,-26-25 8,222-105 5,-10-58-16,3-5-68,-44 51-96</inkml:trace>
</inkml:ink>
</file>

<file path=ppt/ink/ink18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72"/>
    </inkml:context>
    <inkml:brush xml:id="br0">
      <inkml:brushProperty name="width" value="0.05953" units="cm"/>
      <inkml:brushProperty name="height" value="0.05953" units="cm"/>
      <inkml:brushProperty name="fitToCurve" value="1"/>
    </inkml:brush>
  </inkml:definitions>
  <inkml:trace contextRef="#ctx0" brushRef="#br0">11707 3404 777,'24'104'-95,"-29"-47"-51</inkml:trace>
</inkml:ink>
</file>

<file path=ppt/ink/ink18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73"/>
    </inkml:context>
    <inkml:brush xml:id="br0">
      <inkml:brushProperty name="width" value="0.05953" units="cm"/>
      <inkml:brushProperty name="height" value="0.05953" units="cm"/>
      <inkml:brushProperty name="fitToCurve" value="1"/>
    </inkml:brush>
  </inkml:definitions>
  <inkml:trace contextRef="#ctx0" brushRef="#br0">11625 3698 436,'206'107'276,"-128"-55"-518</inkml:trace>
</inkml:ink>
</file>

<file path=ppt/ink/ink18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74"/>
    </inkml:context>
    <inkml:brush xml:id="br0">
      <inkml:brushProperty name="width" value="0.05953" units="cm"/>
      <inkml:brushProperty name="height" value="0.05953" units="cm"/>
      <inkml:brushProperty name="fitToCurve" value="1"/>
    </inkml:brush>
  </inkml:definitions>
  <inkml:trace contextRef="#ctx0" brushRef="#br0">25289 6803 533</inkml:trace>
</inkml:ink>
</file>

<file path=ppt/ink/ink18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75"/>
    </inkml:context>
    <inkml:brush xml:id="br0">
      <inkml:brushProperty name="width" value="0.05953" units="cm"/>
      <inkml:brushProperty name="height" value="0.05953" units="cm"/>
      <inkml:brushProperty name="fitToCurve" value="1"/>
    </inkml:brush>
  </inkml:definitions>
  <inkml:trace contextRef="#ctx0" brushRef="#br0">17902 2360 319,'54'109'271,"-44"-53"-471</inkml:trace>
</inkml:ink>
</file>

<file path=ppt/ink/ink18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76"/>
    </inkml:context>
    <inkml:brush xml:id="br0">
      <inkml:brushProperty name="width" value="0.05953" units="cm"/>
      <inkml:brushProperty name="height" value="0.05953" units="cm"/>
      <inkml:brushProperty name="fitToCurve" value="1"/>
    </inkml:brush>
  </inkml:definitions>
  <inkml:trace contextRef="#ctx0" brushRef="#br0">17598 2854 325,'57'-115'279,"30"67"-219,47-13 26,9 12-15,-5 9-38,14 7-25,9 25-53,-71 34-130</inkml:trace>
</inkml:ink>
</file>

<file path=ppt/ink/ink18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77"/>
    </inkml:context>
    <inkml:brush xml:id="br0">
      <inkml:brushProperty name="width" value="0.05953" units="cm"/>
      <inkml:brushProperty name="height" value="0.05953" units="cm"/>
      <inkml:brushProperty name="fitToCurve" value="1"/>
    </inkml:brush>
  </inkml:definitions>
  <inkml:trace contextRef="#ctx0" brushRef="#br0">17802 2730 390,'-4'168'182,"-4"-75"-96,-18 78 24,1-46-65,-23 31-18,-13 33-11,1-1-11,10-27-5,6-32-2,-5 3-3,-22-45-285</inkml:trace>
</inkml:ink>
</file>

<file path=ppt/ink/ink18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78"/>
    </inkml:context>
    <inkml:brush xml:id="br0">
      <inkml:brushProperty name="width" value="0.05953" units="cm"/>
      <inkml:brushProperty name="height" value="0.05953" units="cm"/>
      <inkml:brushProperty name="fitToCurve" value="1"/>
    </inkml:brush>
  </inkml:definitions>
  <inkml:trace contextRef="#ctx0" brushRef="#br0">18355 2792 230,'-95'32'358,"-15"-2"-137,-29-40-197,67 121-1,78 23-20,-5 11-2,-18 24 0,-19-30 0,-13-11 2,-25 11 1,183-229-1,-32-32-34,13 51-255</inkml:trace>
</inkml:ink>
</file>

<file path=ppt/ink/ink18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79"/>
    </inkml:context>
    <inkml:brush xml:id="br0">
      <inkml:brushProperty name="width" value="0.05953" units="cm"/>
      <inkml:brushProperty name="height" value="0.05953" units="cm"/>
      <inkml:brushProperty name="fitToCurve" value="1"/>
    </inkml:brush>
  </inkml:definitions>
  <inkml:trace contextRef="#ctx0" brushRef="#br0">17913 3304 152,'97'-104'702,"27"49"-693,18-5-76,-52 52-103</inkml:trace>
</inkml:ink>
</file>

<file path=ppt/ink/ink18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80"/>
    </inkml:context>
    <inkml:brush xml:id="br0">
      <inkml:brushProperty name="width" value="0.05953" units="cm"/>
      <inkml:brushProperty name="height" value="0.05953" units="cm"/>
      <inkml:brushProperty name="fitToCurve" value="1"/>
    </inkml:brush>
  </inkml:definitions>
  <inkml:trace contextRef="#ctx0" brushRef="#br0">18206 2995 139,'-59'90'100,"57"21"78,44 65 96,7-65-155,44 10-73,12-30-37,-56-7-194</inkml:trace>
</inkml:ink>
</file>

<file path=ppt/ink/ink18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81"/>
    </inkml:context>
    <inkml:brush xml:id="br0">
      <inkml:brushProperty name="width" value="0.05953" units="cm"/>
      <inkml:brushProperty name="height" value="0.05953" units="cm"/>
      <inkml:brushProperty name="fitToCurve" value="1"/>
    </inkml:brush>
  </inkml:definitions>
  <inkml:trace contextRef="#ctx0" brushRef="#br0">18031 3596 136,'95'-10'603,"-33"23"-761</inkml:trace>
</inkml:ink>
</file>

<file path=ppt/ink/ink18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82"/>
    </inkml:context>
    <inkml:brush xml:id="br0">
      <inkml:brushProperty name="width" value="0.05953" units="cm"/>
      <inkml:brushProperty name="height" value="0.05953" units="cm"/>
      <inkml:brushProperty name="fitToCurve" value="1"/>
    </inkml:brush>
  </inkml:definitions>
  <inkml:trace contextRef="#ctx0" brushRef="#br0">18784 2809 136,'0'100'382,"0"-16"-308,-4 18-39,-8 27-18,-1-24-117,-26-23-293</inkml:trace>
</inkml:ink>
</file>

<file path=ppt/ink/ink18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83"/>
    </inkml:context>
    <inkml:brush xml:id="br0">
      <inkml:brushProperty name="width" value="0.05953" units="cm"/>
      <inkml:brushProperty name="height" value="0.05953" units="cm"/>
      <inkml:brushProperty name="fitToCurve" value="1"/>
    </inkml:brush>
  </inkml:definitions>
  <inkml:trace contextRef="#ctx0" brushRef="#br0">18698 3076 146,'71'-109'5,"19"9"25,-10 31 16,23 3 29,-5 35-13,-19 108-35,-81 75 45,-11-62-40,-4-3-16,-5-4-6,-4 7 20,-21-10-135</inkml:trace>
</inkml:ink>
</file>

<file path=ppt/ink/ink18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84"/>
    </inkml:context>
    <inkml:brush xml:id="br0">
      <inkml:brushProperty name="width" value="0.05953" units="cm"/>
      <inkml:brushProperty name="height" value="0.05953" units="cm"/>
      <inkml:brushProperty name="fitToCurve" value="1"/>
    </inkml:brush>
  </inkml:definitions>
  <inkml:trace contextRef="#ctx0" brushRef="#br0">18938 2398 165,'0'83'133,"0"71"43,3 3-58,0-6-25,0-7-13,-8 59-24,1-38-33,4-24-15,1 18-3,1 30-4,5-36-2,3-20-3,-12 25-51,-32-74-116</inkml:trace>
</inkml:ink>
</file>

<file path=ppt/ink/ink18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85"/>
    </inkml:context>
    <inkml:brush xml:id="br0">
      <inkml:brushProperty name="width" value="0.05953" units="cm"/>
      <inkml:brushProperty name="height" value="0.05953" units="cm"/>
      <inkml:brushProperty name="fitToCurve" value="1"/>
    </inkml:brush>
  </inkml:definitions>
  <inkml:trace contextRef="#ctx0" brushRef="#br0">19294 2305 224,'0'93'140,"0"-5"-53,2 4-18,0 15-29,-2-18-22,-9 24-46,-23-38-251</inkml:trace>
</inkml:ink>
</file>

<file path=ppt/ink/ink18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86"/>
    </inkml:context>
    <inkml:brush xml:id="br0">
      <inkml:brushProperty name="width" value="0.05953" units="cm"/>
      <inkml:brushProperty name="height" value="0.05953" units="cm"/>
      <inkml:brushProperty name="fitToCurve" value="1"/>
    </inkml:brush>
  </inkml:definitions>
  <inkml:trace contextRef="#ctx0" brushRef="#br0">19214 2453 157,'97'-85'9,"-16"35"15,5 8 0,17 6 19,29 8 56,-54 21-15,24 104 171,-125 9-186,-18 34-31,-6-4-90,-11-18-120,7-29 41,-45 22-29</inkml:trace>
</inkml:ink>
</file>

<file path=ppt/ink/ink18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87"/>
    </inkml:context>
    <inkml:brush xml:id="br0">
      <inkml:brushProperty name="width" value="0.05953" units="cm"/>
      <inkml:brushProperty name="height" value="0.05953" units="cm"/>
      <inkml:brushProperty name="fitToCurve" value="1"/>
    </inkml:brush>
  </inkml:definitions>
  <inkml:trace contextRef="#ctx0" brushRef="#br0">19314 2600 198,'98'-49'85,"16"18"145,-30 18-151,-98 105 57,-66-9-103,-21 17-7,15-9-1,218-81 17,-43 28-225</inkml:trace>
</inkml:ink>
</file>

<file path=ppt/ink/ink18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88"/>
    </inkml:context>
    <inkml:brush xml:id="br0">
      <inkml:brushProperty name="width" value="0.05953" units="cm"/>
      <inkml:brushProperty name="height" value="0.05953" units="cm"/>
      <inkml:brushProperty name="fitToCurve" value="1"/>
    </inkml:brush>
  </inkml:definitions>
  <inkml:trace contextRef="#ctx0" brushRef="#br0">19268 2951 162,'0'113'77,"0"22"-17,-2 19 44,-5-78-50,-6 1-9,-1 11-18,-1 18-35,-24-28-368</inkml:trace>
</inkml:ink>
</file>

<file path=ppt/ink/ink18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89"/>
    </inkml:context>
    <inkml:brush xml:id="br0">
      <inkml:brushProperty name="width" value="0.05953" units="cm"/>
      <inkml:brushProperty name="height" value="0.05953" units="cm"/>
      <inkml:brushProperty name="fitToCurve" value="1"/>
    </inkml:brush>
  </inkml:definitions>
  <inkml:trace contextRef="#ctx0" brushRef="#br0">19276 3153 143,'81'-61'8,"27"0"36,-26 24 17,8 5 31,34 44 174,-126 107-87,-10 27-120,14-8-54,-6 21-56,4-17-113,-25-62-54</inkml:trace>
</inkml:ink>
</file>

<file path=ppt/ink/ink18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90"/>
    </inkml:context>
    <inkml:brush xml:id="br0">
      <inkml:brushProperty name="width" value="0.05953" units="cm"/>
      <inkml:brushProperty name="height" value="0.05953" units="cm"/>
      <inkml:brushProperty name="fitToCurve" value="1"/>
    </inkml:brush>
  </inkml:definitions>
  <inkml:trace contextRef="#ctx0" brushRef="#br0">19285 3255 253,'114'-72'438,"-6"49"-324,-60 147-117,-137-21-1,154 12-22,-153-26 82,-4 8-14,213-26-39,29-101-45,-25-30-374,-46 51 5</inkml:trace>
</inkml:ink>
</file>

<file path=ppt/ink/ink18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91"/>
    </inkml:context>
    <inkml:brush xml:id="br0">
      <inkml:brushProperty name="width" value="0.05953" units="cm"/>
      <inkml:brushProperty name="height" value="0.05953" units="cm"/>
      <inkml:brushProperty name="fitToCurve" value="1"/>
    </inkml:brush>
  </inkml:definitions>
  <inkml:trace contextRef="#ctx0" brushRef="#br0">19936 3436 177</inkml:trace>
</inkml:ink>
</file>

<file path=ppt/ink/ink18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92"/>
    </inkml:context>
    <inkml:brush xml:id="br0">
      <inkml:brushProperty name="width" value="0.05953" units="cm"/>
      <inkml:brushProperty name="height" value="0.05953" units="cm"/>
      <inkml:brushProperty name="fitToCurve" value="1"/>
    </inkml:brush>
  </inkml:definitions>
  <inkml:trace contextRef="#ctx0" brushRef="#br0">21084 2439 325,'134'95'474,"-16"-40"-434,-38 21-325</inkml:trace>
</inkml:ink>
</file>

<file path=ppt/ink/ink18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93"/>
    </inkml:context>
    <inkml:brush xml:id="br0">
      <inkml:brushProperty name="width" value="0.05953" units="cm"/>
      <inkml:brushProperty name="height" value="0.05953" units="cm"/>
      <inkml:brushProperty name="fitToCurve" value="1"/>
    </inkml:brush>
  </inkml:definitions>
  <inkml:trace contextRef="#ctx0" brushRef="#br0">21152 2763 191,'0'89'182,"0"59"-28,4-54-96,3-1-24,0 22-15,-2 2-12,-20 4-38,-15-11-87,-22-32-374</inkml:trace>
</inkml:ink>
</file>

<file path=ppt/ink/ink18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94"/>
    </inkml:context>
    <inkml:brush xml:id="br0">
      <inkml:brushProperty name="width" value="0.05953" units="cm"/>
      <inkml:brushProperty name="height" value="0.05953" units="cm"/>
      <inkml:brushProperty name="fitToCurve" value="1"/>
    </inkml:brush>
  </inkml:definitions>
  <inkml:trace contextRef="#ctx0" brushRef="#br0">21527 2494 139,'93'-28'11,"-14"-8"36,8 5 45,48-8 41,15 17-55,-65 52-69,-28 51-4,-37-1 29,-12 19 35,-4 0-12,4 14-13,3 26-14,-5-9-15,5 1-9,2 25-2,5-8-1,-9-20 2,-56-11 35,-92-87-22,-20-73-25,35-22-44,10-9-96,17-4-43</inkml:trace>
</inkml:ink>
</file>

<file path=ppt/ink/ink18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95"/>
    </inkml:context>
    <inkml:brush xml:id="br0">
      <inkml:brushProperty name="width" value="0.05953" units="cm"/>
      <inkml:brushProperty name="height" value="0.05953" units="cm"/>
      <inkml:brushProperty name="fitToCurve" value="1"/>
    </inkml:brush>
  </inkml:definitions>
  <inkml:trace contextRef="#ctx0" brushRef="#br0">21543 2885 242,'113'-57'154,"40"12"25,-44 39-104,-25 31-296</inkml:trace>
</inkml:ink>
</file>

<file path=ppt/ink/ink18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96"/>
    </inkml:context>
    <inkml:brush xml:id="br0">
      <inkml:brushProperty name="width" value="0.05953" units="cm"/>
      <inkml:brushProperty name="height" value="0.05953" units="cm"/>
      <inkml:brushProperty name="fitToCurve" value="1"/>
    </inkml:brush>
  </inkml:definitions>
  <inkml:trace contextRef="#ctx0" brushRef="#br0">21910 2644 136,'-10'119'36,"6"-38"9,4 19 27,15 21 51,1-45-29,6 5 33,-12 22-7,-30 20-72,-115-119-65,79-133-238,57 39 3,21 8 117,-100 70 286,-44 94 3,-13 27-60,27 31-303</inkml:trace>
</inkml:ink>
</file>

<file path=ppt/ink/ink18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97"/>
    </inkml:context>
    <inkml:brush xml:id="br0">
      <inkml:brushProperty name="width" value="0.05953" units="cm"/>
      <inkml:brushProperty name="height" value="0.05953" units="cm"/>
      <inkml:brushProperty name="fitToCurve" value="1"/>
    </inkml:brush>
  </inkml:definitions>
  <inkml:trace contextRef="#ctx0" brushRef="#br0">22317 3024 707,'129'-33'31,"0"0"43,14 36-28,7 27-79,-19-11-21,-51 25-111</inkml:trace>
</inkml:ink>
</file>

<file path=ppt/ink/ink18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98"/>
    </inkml:context>
    <inkml:brush xml:id="br0">
      <inkml:brushProperty name="width" value="0.05953" units="cm"/>
      <inkml:brushProperty name="height" value="0.05953" units="cm"/>
      <inkml:brushProperty name="fitToCurve" value="1"/>
    </inkml:brush>
  </inkml:definitions>
  <inkml:trace contextRef="#ctx0" brushRef="#br0">23186 2311 142,'95'-62'183,"45"46"65,-47 10-137,51-1-17,1 3-50,9 4-31,-16 12-121,-50 25-139</inkml:trace>
</inkml:ink>
</file>

<file path=ppt/ink/ink18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899"/>
    </inkml:context>
    <inkml:brush xml:id="br0">
      <inkml:brushProperty name="width" value="0.05953" units="cm"/>
      <inkml:brushProperty name="height" value="0.05953" units="cm"/>
      <inkml:brushProperty name="fitToCurve" value="1"/>
    </inkml:brush>
  </inkml:definitions>
  <inkml:trace contextRef="#ctx0" brushRef="#br0">23428 2231 188,'0'135'88,"-11"-14"-39,-5-27-15,-16 73 37,-13 26 24,18-87-24,-5 17 0,-5 27 4,4-22-31,-1-9-31,9 3-92,-23-40-166</inkml:trace>
</inkml:ink>
</file>

<file path=ppt/ink/ink18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00"/>
    </inkml:context>
    <inkml:brush xml:id="br0">
      <inkml:brushProperty name="width" value="0.05953" units="cm"/>
      <inkml:brushProperty name="height" value="0.05953" units="cm"/>
      <inkml:brushProperty name="fitToCurve" value="1"/>
    </inkml:brush>
  </inkml:definitions>
  <inkml:trace contextRef="#ctx0" brushRef="#br0">23862 2356 142,'-78'20'239,"-54"48"-206,-8-7-10,55 56 252,89 7-278,-12-6-70,-15-11-98</inkml:trace>
</inkml:ink>
</file>

<file path=ppt/ink/ink18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01"/>
    </inkml:context>
    <inkml:brush xml:id="br0">
      <inkml:brushProperty name="width" value="0.05953" units="cm"/>
      <inkml:brushProperty name="height" value="0.05953" units="cm"/>
      <inkml:brushProperty name="fitToCurve" value="1"/>
    </inkml:brush>
  </inkml:definitions>
  <inkml:trace contextRef="#ctx0" brushRef="#br0">23415 2807 136,'40'-79'0,"63"3"2,-5 35 13,-18 13-2,7 6 11,8-1 39,7 3 46,-121 196 308,-45-64-541,5-22-101,-20-3-44</inkml:trace>
</inkml:ink>
</file>

<file path=ppt/ink/ink18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02"/>
    </inkml:context>
    <inkml:brush xml:id="br0">
      <inkml:brushProperty name="width" value="0.05953" units="cm"/>
      <inkml:brushProperty name="height" value="0.05953" units="cm"/>
      <inkml:brushProperty name="fitToCurve" value="1"/>
    </inkml:brush>
  </inkml:definitions>
  <inkml:trace contextRef="#ctx0" brushRef="#br0">23516 2810 145,'82'-82'217,"45"39"-65,-115 123-109,-149 51-14,158-19 64,78-60-143,-92 53 37,-14 13 98,1-9 20,-88-21-46,4-202-134,62 31-94</inkml:trace>
</inkml:ink>
</file>

<file path=ppt/ink/ink18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03"/>
    </inkml:context>
    <inkml:brush xml:id="br0">
      <inkml:brushProperty name="width" value="0.05953" units="cm"/>
      <inkml:brushProperty name="height" value="0.05953" units="cm"/>
      <inkml:brushProperty name="fitToCurve" value="1"/>
    </inkml:brush>
  </inkml:definitions>
  <inkml:trace contextRef="#ctx0" brushRef="#br0">23552 2974 136,'-62'88'540,"13"5"-446,-6 25-172,-16-42-273</inkml:trace>
</inkml:ink>
</file>

<file path=ppt/ink/ink18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04"/>
    </inkml:context>
    <inkml:brush xml:id="br0">
      <inkml:brushProperty name="width" value="0.05953" units="cm"/>
      <inkml:brushProperty name="height" value="0.05953" units="cm"/>
      <inkml:brushProperty name="fitToCurve" value="1"/>
    </inkml:brush>
  </inkml:definitions>
  <inkml:trace contextRef="#ctx0" brushRef="#br0">23841 3067 136,'75'59'359,"-51"-2"-717</inkml:trace>
</inkml:ink>
</file>

<file path=ppt/ink/ink18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05"/>
    </inkml:context>
    <inkml:brush xml:id="br0">
      <inkml:brushProperty name="width" value="0.05953" units="cm"/>
      <inkml:brushProperty name="height" value="0.05953" units="cm"/>
      <inkml:brushProperty name="fitToCurve" value="1"/>
    </inkml:brush>
  </inkml:definitions>
  <inkml:trace contextRef="#ctx0" brushRef="#br0">8791 11113 656,'120'-65'87,"29"12"-25,-24 17-25,35 7-10,-11 15-28,-10 1-94,-53 34-70</inkml:trace>
</inkml:ink>
</file>

<file path=ppt/ink/ink18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06"/>
    </inkml:context>
    <inkml:brush xml:id="br0">
      <inkml:brushProperty name="width" value="0.05953" units="cm"/>
      <inkml:brushProperty name="height" value="0.05953" units="cm"/>
      <inkml:brushProperty name="fitToCurve" value="1"/>
    </inkml:brush>
  </inkml:definitions>
  <inkml:trace contextRef="#ctx0" brushRef="#br0">9543 10587 274,'-39'89'-1,"2"-14"43,-31 58 52,13-33-24,-5-1 9,-22 33-2,12-25-16,9-14-13,-18 33-8,-19 26-2,12-21-26,1-2-25,7-14-116,-5-52-222</inkml:trace>
</inkml:ink>
</file>

<file path=ppt/ink/ink18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07"/>
    </inkml:context>
    <inkml:brush xml:id="br0">
      <inkml:brushProperty name="width" value="0.05953" units="cm"/>
      <inkml:brushProperty name="height" value="0.05953" units="cm"/>
      <inkml:brushProperty name="fitToCurve" value="1"/>
    </inkml:brush>
  </inkml:definitions>
  <inkml:trace contextRef="#ctx0" brushRef="#br0">8938 11244 502,'112'155'230,"-30"-58"-317,-51-18-132</inkml:trace>
</inkml:ink>
</file>

<file path=ppt/ink/ink18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08"/>
    </inkml:context>
    <inkml:brush xml:id="br0">
      <inkml:brushProperty name="width" value="0.05953" units="cm"/>
      <inkml:brushProperty name="height" value="0.05953" units="cm"/>
      <inkml:brushProperty name="fitToCurve" value="1"/>
    </inkml:brush>
  </inkml:definitions>
  <inkml:trace contextRef="#ctx0" brushRef="#br0">9384 11102 338,'-43'131'234,"12"-34"-122,-6 6-51,-4 13-25,-19 35 0,1-21-9,-3 10-15,-14-58-303</inkml:trace>
</inkml:ink>
</file>

<file path=ppt/ink/ink18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09"/>
    </inkml:context>
    <inkml:brush xml:id="br0">
      <inkml:brushProperty name="width" value="0.05953" units="cm"/>
      <inkml:brushProperty name="height" value="0.05953" units="cm"/>
      <inkml:brushProperty name="fitToCurve" value="1"/>
    </inkml:brush>
  </inkml:definitions>
  <inkml:trace contextRef="#ctx0" brushRef="#br0">9601 11207 263,'-125'92'504,"29"-4"-432,19 21-44,37 28-20,87-2-9,80-33-11,-75-20-172</inkml:trace>
</inkml:ink>
</file>

<file path=ppt/ink/ink18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10"/>
    </inkml:context>
    <inkml:brush xml:id="br0">
      <inkml:brushProperty name="width" value="0.05953" units="cm"/>
      <inkml:brushProperty name="height" value="0.05953" units="cm"/>
      <inkml:brushProperty name="fitToCurve" value="1"/>
    </inkml:brush>
  </inkml:definitions>
  <inkml:trace contextRef="#ctx0" brushRef="#br0">10393 10710 330,'-129'93'108,"61"-15"0,-17 23-26,2-1-50,-7 12-87,14-20-57,19-12 4,-11-4-141</inkml:trace>
</inkml:ink>
</file>

<file path=ppt/ink/ink18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11"/>
    </inkml:context>
    <inkml:brush xml:id="br0">
      <inkml:brushProperty name="width" value="0.05953" units="cm"/>
      <inkml:brushProperty name="height" value="0.05953" units="cm"/>
      <inkml:brushProperty name="fitToCurve" value="1"/>
    </inkml:brush>
  </inkml:definitions>
  <inkml:trace contextRef="#ctx0" brushRef="#br0">10001 11061 316,'0'165'229,"0"-42"-92,-7 16-42,-10 7-55,1-21-30,3 16-13,-4-1-78,-19-64-78</inkml:trace>
</inkml:ink>
</file>

<file path=ppt/ink/ink18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12"/>
    </inkml:context>
    <inkml:brush xml:id="br0">
      <inkml:brushProperty name="width" value="0.05953" units="cm"/>
      <inkml:brushProperty name="height" value="0.05953" units="cm"/>
      <inkml:brushProperty name="fitToCurve" value="1"/>
    </inkml:brush>
  </inkml:definitions>
  <inkml:trace contextRef="#ctx0" brushRef="#br0">10135 11060 513,'87'-52'37,"-2"16"60,32 3-6,-1 11-40,20 7-21,-45 34-205</inkml:trace>
</inkml:ink>
</file>

<file path=ppt/ink/ink18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13"/>
    </inkml:context>
    <inkml:brush xml:id="br0">
      <inkml:brushProperty name="width" value="0.05953" units="cm"/>
      <inkml:brushProperty name="height" value="0.05953" units="cm"/>
      <inkml:brushProperty name="fitToCurve" value="1"/>
    </inkml:brush>
  </inkml:definitions>
  <inkml:trace contextRef="#ctx0" brushRef="#br0">10505 10729 139,'-49'77'14,"22"11"49,-1 20 52,4-25-25,-1-1-20,-4 1-15,1-1 5,-6 12 45,7 23-40,3 24-55,7-9-48,-3 13-119,3-24 27,-7-39 38</inkml:trace>
</inkml:ink>
</file>

<file path=ppt/ink/ink18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14"/>
    </inkml:context>
    <inkml:brush xml:id="br0">
      <inkml:brushProperty name="width" value="0.05953" units="cm"/>
      <inkml:brushProperty name="height" value="0.05953" units="cm"/>
      <inkml:brushProperty name="fitToCurve" value="1"/>
    </inkml:brush>
  </inkml:definitions>
  <inkml:trace contextRef="#ctx0" brushRef="#br0">10289 11391 159,'92'-76'18,"24"-7"53,-14 25 16,22 29 28,-103 113 15,-27 6-30,-2 29-30,0-1-23,-3 37-15,-2-3-31,-13-7-170,-15-69-56</inkml:trace>
</inkml:ink>
</file>

<file path=ppt/ink/ink18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15"/>
    </inkml:context>
    <inkml:brush xml:id="br0">
      <inkml:brushProperty name="width" value="0.05953" units="cm"/>
      <inkml:brushProperty name="height" value="0.05953" units="cm"/>
      <inkml:brushProperty name="fitToCurve" value="1"/>
    </inkml:brush>
  </inkml:definitions>
  <inkml:trace contextRef="#ctx0" brushRef="#br0">10368 11393 322,'129'-54'402,"-12"23"-293,-147 171-91,-34-16-26,76 13-56,-107-52-10,-22-14 103,2-14 2,-2-18 23,246 10 12,47-52-68,1 1-3,-7-8-10,-8-2-7,-85 31-82,1 0-625</inkml:trace>
</inkml:ink>
</file>

<file path=ppt/ink/ink18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16"/>
    </inkml:context>
    <inkml:brush xml:id="br0">
      <inkml:brushProperty name="width" value="0.05953" units="cm"/>
      <inkml:brushProperty name="height" value="0.05953" units="cm"/>
      <inkml:brushProperty name="fitToCurve" value="1"/>
    </inkml:brush>
  </inkml:definitions>
  <inkml:trace contextRef="#ctx0" brushRef="#br0">11193 10808 419,'-35'159'184,"29"-50"-82,7 35-37,0-7-39,-3 25-17,-11-7-7,-11 2-10,-5-14-31,-2-19-65,5-24-224</inkml:trace>
</inkml:ink>
</file>

<file path=ppt/ink/ink18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17"/>
    </inkml:context>
    <inkml:brush xml:id="br0">
      <inkml:brushProperty name="width" value="0.05953" units="cm"/>
      <inkml:brushProperty name="height" value="0.05953" units="cm"/>
      <inkml:brushProperty name="fitToCurve" value="1"/>
    </inkml:brush>
  </inkml:definitions>
  <inkml:trace contextRef="#ctx0" brushRef="#br0">10963 10922 332,'124'-60'12,"48"3"74,-80 30-32,-6 3 2,23-1-8,22 5 1,-27 19-20,1 26-15,-14 65 42,-47 53 12,-35 11-32,-1-22-21,2 5-11,-1-3-2,3-2-1,-5 28-1,-9-8-14,-8-3-70,-10-27-142,-23-43-163</inkml:trace>
</inkml:ink>
</file>

<file path=ppt/ink/ink18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18"/>
    </inkml:context>
    <inkml:brush xml:id="br0">
      <inkml:brushProperty name="width" value="0.05953" units="cm"/>
      <inkml:brushProperty name="height" value="0.05953" units="cm"/>
      <inkml:brushProperty name="fitToCurve" value="1"/>
    </inkml:brush>
  </inkml:definitions>
  <inkml:trace contextRef="#ctx0" brushRef="#br0">11477 11002 240,'-68'129'390,"5"-40"-464,-18-10-58</inkml:trace>
</inkml:ink>
</file>

<file path=ppt/ink/ink18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19"/>
    </inkml:context>
    <inkml:brush xml:id="br0">
      <inkml:brushProperty name="width" value="0.05953" units="cm"/>
      <inkml:brushProperty name="height" value="0.05953" units="cm"/>
      <inkml:brushProperty name="fitToCurve" value="1"/>
    </inkml:brush>
  </inkml:definitions>
  <inkml:trace contextRef="#ctx0" brushRef="#br0">11483 11111 136,'77'-56'9,"22"12"74,-102 205 325,-55-76-311,-36 42-32,4-15-49,-24 2-27,5-40-108,21-50-114</inkml:trace>
</inkml:ink>
</file>

<file path=ppt/ink/ink18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20"/>
    </inkml:context>
    <inkml:brush xml:id="br0">
      <inkml:brushProperty name="width" value="0.05953" units="cm"/>
      <inkml:brushProperty name="height" value="0.05953" units="cm"/>
      <inkml:brushProperty name="fitToCurve" value="1"/>
    </inkml:brush>
  </inkml:definitions>
  <inkml:trace contextRef="#ctx0" brushRef="#br0">11351 11197 136,'112'0'196,"41"0"80,-56 0-183,14 6-128,-28 21-191</inkml:trace>
</inkml:ink>
</file>

<file path=ppt/ink/ink18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21"/>
    </inkml:context>
    <inkml:brush xml:id="br0">
      <inkml:brushProperty name="width" value="0.05953" units="cm"/>
      <inkml:brushProperty name="height" value="0.05953" units="cm"/>
      <inkml:brushProperty name="fitToCurve" value="1"/>
    </inkml:brush>
  </inkml:definitions>
  <inkml:trace contextRef="#ctx0" brushRef="#br0">11262 11425 548,'104'0'29,"-12"9"105,12 33-107,-182 72-325,-43-28 198,237-58 380,-282 136-44,247-52-234,51-149-51,-11-8-33,30-24 1,-53 22-23,-15 39-171</inkml:trace>
</inkml:ink>
</file>

<file path=ppt/ink/ink18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22"/>
    </inkml:context>
    <inkml:brush xml:id="br0">
      <inkml:brushProperty name="width" value="0.05953" units="cm"/>
      <inkml:brushProperty name="height" value="0.05953" units="cm"/>
      <inkml:brushProperty name="fitToCurve" value="1"/>
    </inkml:brush>
  </inkml:definitions>
  <inkml:trace contextRef="#ctx0" brushRef="#br0">13229 10529 358,'-79'9'97,"-70"131"152,62-3-166,12 18-37,7 43-29,35-68-11,15 47-4,16-32-1,22 42 0,40-37-1,14-34-4,-54-39-102,-1 1-636</inkml:trace>
</inkml:ink>
</file>

<file path=ppt/ink/ink18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23"/>
    </inkml:context>
    <inkml:brush xml:id="br0">
      <inkml:brushProperty name="width" value="0.05953" units="cm"/>
      <inkml:brushProperty name="height" value="0.05953" units="cm"/>
      <inkml:brushProperty name="fitToCurve" value="1"/>
    </inkml:brush>
  </inkml:definitions>
  <inkml:trace contextRef="#ctx0" brushRef="#br0">13599 10580 162,'-3'99'114,"-5"6"-45,1 47 20,7 42 41,0-30-76,0-37-33,-1 17-38,-8-30-27,-6-7-21,-10 26-45,4-27-169</inkml:trace>
</inkml:ink>
</file>

<file path=ppt/ink/ink18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24"/>
    </inkml:context>
    <inkml:brush xml:id="br0">
      <inkml:brushProperty name="width" value="0.05953" units="cm"/>
      <inkml:brushProperty name="height" value="0.05953" units="cm"/>
      <inkml:brushProperty name="fitToCurve" value="1"/>
    </inkml:brush>
  </inkml:definitions>
  <inkml:trace contextRef="#ctx0" brushRef="#br0">13257 11008 345,'125'-35'-38,"-27"111"133,-137 47-204,-39-43 116,183 2 39,-112 35-108,-75-13 88,-28-17 109,-45 26 203,309-94-492,-64-103-112</inkml:trace>
</inkml:ink>
</file>

<file path=ppt/ink/ink18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25"/>
    </inkml:context>
    <inkml:brush xml:id="br0">
      <inkml:brushProperty name="width" value="0.05953" units="cm"/>
      <inkml:brushProperty name="height" value="0.05953" units="cm"/>
      <inkml:brushProperty name="fitToCurve" value="1"/>
    </inkml:brush>
  </inkml:definitions>
  <inkml:trace contextRef="#ctx0" brushRef="#br0">13844 10412 290,'-3'112'108,"-6"-8"-15,2 4 3,-3 32-9,3 35-14,2-30-26,1 7-18,-1 22-12,-2-38-8,0 1-6,2 4-3,1 27-10,-1-29 0,-3-8-7,-25-47-158</inkml:trace>
</inkml:ink>
</file>

<file path=ppt/ink/ink18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26"/>
    </inkml:context>
    <inkml:brush xml:id="br0">
      <inkml:brushProperty name="width" value="0.05953" units="cm"/>
      <inkml:brushProperty name="height" value="0.05953" units="cm"/>
      <inkml:brushProperty name="fitToCurve" value="1"/>
    </inkml:brush>
  </inkml:definitions>
  <inkml:trace contextRef="#ctx0" brushRef="#br0">13798 11018 403,'139'-64'331,"-69"173"-710,-122-12 193,-31-22 165,-10-34 264,184-64 115,44-35-330,-8 16-22,-122 190 12,-77-30 13,-21 16-5,11-9-7,-1 22-9,181-35-9,86-167-7,17-83-4,-74 39 4,30-26-83,-39 27-257,-40 70-81</inkml:trace>
</inkml:ink>
</file>

<file path=ppt/ink/ink18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27"/>
    </inkml:context>
    <inkml:brush xml:id="br0">
      <inkml:brushProperty name="width" value="0.05953" units="cm"/>
      <inkml:brushProperty name="height" value="0.05953" units="cm"/>
      <inkml:brushProperty name="fitToCurve" value="1"/>
    </inkml:brush>
  </inkml:definitions>
  <inkml:trace contextRef="#ctx0" brushRef="#br0">14836 10355 602</inkml:trace>
</inkml:ink>
</file>

<file path=ppt/ink/ink18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28"/>
    </inkml:context>
    <inkml:brush xml:id="br0">
      <inkml:brushProperty name="width" value="0.05953" units="cm"/>
      <inkml:brushProperty name="height" value="0.05953" units="cm"/>
      <inkml:brushProperty name="fitToCurve" value="1"/>
    </inkml:brush>
  </inkml:definitions>
  <inkml:trace contextRef="#ctx0" brushRef="#br0">15623 10197 136,'-98'87'201,"-29"9"-37,42-36-52,-31 15-20,7-7-35,-15 1-22,12-5-9,-16 15-1,12 5-5,301-72-7,-24-56-12,18-4 0,-14 3-1,-21 11 1,-4 11-2,6 11-25,-67 31-80,0 0-637</inkml:trace>
</inkml:ink>
</file>

<file path=ppt/ink/ink18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29"/>
    </inkml:context>
    <inkml:brush xml:id="br0">
      <inkml:brushProperty name="width" value="0.05953" units="cm"/>
      <inkml:brushProperty name="height" value="0.05953" units="cm"/>
      <inkml:brushProperty name="fitToCurve" value="1"/>
    </inkml:brush>
  </inkml:definitions>
  <inkml:trace contextRef="#ctx0" brushRef="#br0">14818 10306 623,'73'49'-89,"-38"11"-150</inkml:trace>
</inkml:ink>
</file>

<file path=ppt/ink/ink18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30"/>
    </inkml:context>
    <inkml:brush xml:id="br0">
      <inkml:brushProperty name="width" value="0.05953" units="cm"/>
      <inkml:brushProperty name="height" value="0.05953" units="cm"/>
      <inkml:brushProperty name="fitToCurve" value="1"/>
    </inkml:brush>
  </inkml:definitions>
  <inkml:trace contextRef="#ctx0" brushRef="#br0">14862 10868 467,'0'92'211,"0"37"-89,-11 23-80,-8 18-30,-8-32-12,-19 37-12,2-27-22,6-26-57,-2-16-273</inkml:trace>
</inkml:ink>
</file>

<file path=ppt/ink/ink18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31"/>
    </inkml:context>
    <inkml:brush xml:id="br0">
      <inkml:brushProperty name="width" value="0.05953" units="cm"/>
      <inkml:brushProperty name="height" value="0.05953" units="cm"/>
      <inkml:brushProperty name="fitToCurve" value="1"/>
    </inkml:brush>
  </inkml:definitions>
  <inkml:trace contextRef="#ctx0" brushRef="#br0">14660 11264 236,'45'-116'-9,"20"30"23,10 10 59,42 2 39,26 67 53,-101 100-24,-14 37-81,-4 16-17,4 0-24,-9 23-13,-17-32-4,-17 25-2,-32-32-3,-75-65-79,27-164-97,55 18-124</inkml:trace>
</inkml:ink>
</file>

<file path=ppt/ink/ink18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32"/>
    </inkml:context>
    <inkml:brush xml:id="br0">
      <inkml:brushProperty name="width" value="0.05953" units="cm"/>
      <inkml:brushProperty name="height" value="0.05953" units="cm"/>
      <inkml:brushProperty name="fitToCurve" value="1"/>
    </inkml:brush>
  </inkml:definitions>
  <inkml:trace contextRef="#ctx0" brushRef="#br0">14789 11308 290,'137'-117'58,"-8"89"85,-116 121-107,-60 2 29,-11-7 37,-16 14 7,188-192-216,-25 19-297</inkml:trace>
</inkml:ink>
</file>

<file path=ppt/ink/ink18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33"/>
    </inkml:context>
    <inkml:brush xml:id="br0">
      <inkml:brushProperty name="width" value="0.05953" units="cm"/>
      <inkml:brushProperty name="height" value="0.05953" units="cm"/>
      <inkml:brushProperty name="fitToCurve" value="1"/>
    </inkml:brush>
  </inkml:definitions>
  <inkml:trace contextRef="#ctx0" brushRef="#br0">15241 10999 136,'0'86'379,"-8"5"-271,12 10-71,100-161-185,-70-25 142,37-59 6,-14 333 331,-58-7-313,2 17-11,-2-23-18,2-11-65,-2-44-120,-27-39-98</inkml:trace>
</inkml:ink>
</file>

<file path=ppt/ink/ink18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34"/>
    </inkml:context>
    <inkml:brush xml:id="br0">
      <inkml:brushProperty name="width" value="0.05953" units="cm"/>
      <inkml:brushProperty name="height" value="0.05953" units="cm"/>
      <inkml:brushProperty name="fitToCurve" value="1"/>
    </inkml:brush>
  </inkml:definitions>
  <inkml:trace contextRef="#ctx0" brushRef="#br0">16033 10513 548,'96'-31'80,"43"-2"45,-9 8-52,11 2-37,22 2-23,0 13-10,-184 146-251,-23-55-72</inkml:trace>
</inkml:ink>
</file>

<file path=ppt/ink/ink18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35"/>
    </inkml:context>
    <inkml:brush xml:id="br0">
      <inkml:brushProperty name="width" value="0.05953" units="cm"/>
      <inkml:brushProperty name="height" value="0.05953" units="cm"/>
      <inkml:brushProperty name="fitToCurve" value="1"/>
    </inkml:brush>
  </inkml:definitions>
  <inkml:trace contextRef="#ctx0" brushRef="#br0">16574 10417 171,'-83'63'300,"-46"49"-220,-24 21 1,96-41 25,19 36-54,17-3-32,0 36-10,1-1-26,3-27-51,-3 2-143,-3-52-155</inkml:trace>
</inkml:ink>
</file>

<file path=ppt/ink/ink18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36"/>
    </inkml:context>
    <inkml:brush xml:id="br0">
      <inkml:brushProperty name="width" value="0.05953" units="cm"/>
      <inkml:brushProperty name="height" value="0.05953" units="cm"/>
      <inkml:brushProperty name="fitToCurve" value="1"/>
    </inkml:brush>
  </inkml:definitions>
  <inkml:trace contextRef="#ctx0" brushRef="#br0">16124 11005 188,'90'-74'-1,"20"-3"7,8 7 27,21 4 27,-27 22 0,16 22 23,-4 102 145,-131 43-111,-13 5-70,-2 24-16,7-9-17,-18 16-17,-15-18-157,-15-57-196</inkml:trace>
</inkml:ink>
</file>

<file path=ppt/ink/ink18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37"/>
    </inkml:context>
    <inkml:brush xml:id="br0">
      <inkml:brushProperty name="width" value="0.05953" units="cm"/>
      <inkml:brushProperty name="height" value="0.05953" units="cm"/>
      <inkml:brushProperty name="fitToCurve" value="1"/>
    </inkml:brush>
  </inkml:definitions>
  <inkml:trace contextRef="#ctx0" brushRef="#br0">16267 10828 219,'0'122'488,"-30"6"-431,2-5-49,-25-38-271</inkml:trace>
</inkml:ink>
</file>

<file path=ppt/ink/ink18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38"/>
    </inkml:context>
    <inkml:brush xml:id="br0">
      <inkml:brushProperty name="width" value="0.05953" units="cm"/>
      <inkml:brushProperty name="height" value="0.05953" units="cm"/>
      <inkml:brushProperty name="fitToCurve" value="1"/>
    </inkml:brush>
  </inkml:definitions>
  <inkml:trace contextRef="#ctx0" brushRef="#br0">16418 10789 253,'56'79'272,"-45"27"-162,-6 14-51,-2 8-52,-10 19-93,-13-33-103</inkml:trace>
</inkml:ink>
</file>

<file path=ppt/ink/ink18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39"/>
    </inkml:context>
    <inkml:brush xml:id="br0">
      <inkml:brushProperty name="width" value="0.05953" units="cm"/>
      <inkml:brushProperty name="height" value="0.05953" units="cm"/>
      <inkml:brushProperty name="fitToCurve" value="1"/>
    </inkml:brush>
  </inkml:definitions>
  <inkml:trace contextRef="#ctx0" brushRef="#br0">16262 10963 308,'118'0'181,"-39"11"-195,1 29-457</inkml:trace>
</inkml:ink>
</file>

<file path=ppt/ink/ink18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40"/>
    </inkml:context>
    <inkml:brush xml:id="br0">
      <inkml:brushProperty name="width" value="0.05953" units="cm"/>
      <inkml:brushProperty name="height" value="0.05953" units="cm"/>
      <inkml:brushProperty name="fitToCurve" value="1"/>
    </inkml:brush>
  </inkml:definitions>
  <inkml:trace contextRef="#ctx0" brushRef="#br0">16281 11133 269,'113'0'122,"-252"144"346,50-25-446,244-37-33,20-121-5,-86 47-89,-1 1-636</inkml:trace>
</inkml:ink>
</file>

<file path=ppt/ink/ink18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41"/>
    </inkml:context>
    <inkml:brush xml:id="br0">
      <inkml:brushProperty name="width" value="0.05953" units="cm"/>
      <inkml:brushProperty name="height" value="0.05953" units="cm"/>
      <inkml:brushProperty name="fitToCurve" value="1"/>
    </inkml:brush>
  </inkml:definitions>
  <inkml:trace contextRef="#ctx0" brushRef="#br0">17975 10382 369,'-127'76'86,"-44"3"49,65-62-89,-8-28 39,7 57 51,110 118-135,-7-18 1,-12 28-1,-9-41-1,-14 28-2,2-21-9,1-5-35,-23-48-227</inkml:trace>
</inkml:ink>
</file>

<file path=ppt/ink/ink18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42"/>
    </inkml:context>
    <inkml:brush xml:id="br0">
      <inkml:brushProperty name="width" value="0.05953" units="cm"/>
      <inkml:brushProperty name="height" value="0.05953" units="cm"/>
      <inkml:brushProperty name="fitToCurve" value="1"/>
    </inkml:brush>
  </inkml:definitions>
  <inkml:trace contextRef="#ctx0" brushRef="#br0">17274 10812 184,'79'-41'7,"44"-23"73,-14 17 59,35 56 159,-128 103-183,-45 45-80,-2-9-24,7 16-8,12-24-9,-7 0-7,-23-56-169</inkml:trace>
</inkml:ink>
</file>

<file path=ppt/ink/ink18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43"/>
    </inkml:context>
    <inkml:brush xml:id="br0">
      <inkml:brushProperty name="width" value="0.05953" units="cm"/>
      <inkml:brushProperty name="height" value="0.05953" units="cm"/>
      <inkml:brushProperty name="fitToCurve" value="1"/>
    </inkml:brush>
  </inkml:definitions>
  <inkml:trace contextRef="#ctx0" brushRef="#br0">17408 10985 288,'117'-60'404,"-103"168"-238,-78 26-147,-21-21-15,0-54-192</inkml:trace>
</inkml:ink>
</file>

<file path=ppt/ink/ink18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44"/>
    </inkml:context>
    <inkml:brush xml:id="br0">
      <inkml:brushProperty name="width" value="0.05953" units="cm"/>
      <inkml:brushProperty name="height" value="0.05953" units="cm"/>
      <inkml:brushProperty name="fitToCurve" value="1"/>
    </inkml:brush>
  </inkml:definitions>
  <inkml:trace contextRef="#ctx0" brushRef="#br0">18058 10420 261,'-88'142'504,"17"-29"-470,68 16-51,70 3-23,-13-8-14,-19-9 56,-23-6 27,-30 27 30,-43-31 4,-73-53-40,44-186-8,100-17-16,51 18-6,48 22-13,22 25-47,-44 63-101</inkml:trace>
</inkml:ink>
</file>

<file path=ppt/ink/ink18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45"/>
    </inkml:context>
    <inkml:brush xml:id="br0">
      <inkml:brushProperty name="width" value="0.05953" units="cm"/>
      <inkml:brushProperty name="height" value="0.05953" units="cm"/>
      <inkml:brushProperty name="fitToCurve" value="1"/>
    </inkml:brush>
  </inkml:definitions>
  <inkml:trace contextRef="#ctx0" brushRef="#br0">18709 10866 635,'114'-34'95,"6"0"-16,22 1-25,-4 65-289,-57 20-84</inkml:trace>
</inkml:ink>
</file>

<file path=ppt/ink/ink18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46"/>
    </inkml:context>
    <inkml:brush xml:id="br0">
      <inkml:brushProperty name="width" value="0.05953" units="cm"/>
      <inkml:brushProperty name="height" value="0.05953" units="cm"/>
      <inkml:brushProperty name="fitToCurve" value="1"/>
    </inkml:brush>
  </inkml:definitions>
  <inkml:trace contextRef="#ctx0" brushRef="#br0">18516 11183 504,'81'-5'144,"29"-15"-47,4-8-42,69-12-7,-7 17-42,-96 41-112,-1-1-634</inkml:trace>
</inkml:ink>
</file>

<file path=ppt/ink/ink18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47"/>
    </inkml:context>
    <inkml:brush xml:id="br0">
      <inkml:brushProperty name="width" value="0.05953" units="cm"/>
      <inkml:brushProperty name="height" value="0.05953" units="cm"/>
      <inkml:brushProperty name="fitToCurve" value="1"/>
    </inkml:brush>
  </inkml:definitions>
  <inkml:trace contextRef="#ctx0" brushRef="#br0">20076 10152 250,'-95'112'407,"11"-19"-321,-6 11-56,-1-8-27,-3-6-7,5-9-311,10-46-138</inkml:trace>
</inkml:ink>
</file>

<file path=ppt/ink/ink18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48"/>
    </inkml:context>
    <inkml:brush xml:id="br0">
      <inkml:brushProperty name="width" value="0.05953" units="cm"/>
      <inkml:brushProperty name="height" value="0.05953" units="cm"/>
      <inkml:brushProperty name="fitToCurve" value="1"/>
    </inkml:brush>
  </inkml:definitions>
  <inkml:trace contextRef="#ctx0" brushRef="#br0">19727 10415 182,'56'111'92,"-54"4"29,-10-23-17,0 4 3,-13 29-18,-3 27-4,-6-8-48,-1 6-32,6-3-51,-17-71-120</inkml:trace>
</inkml:ink>
</file>

<file path=ppt/ink/ink18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49"/>
    </inkml:context>
    <inkml:brush xml:id="br0">
      <inkml:brushProperty name="width" value="0.05953" units="cm"/>
      <inkml:brushProperty name="height" value="0.05953" units="cm"/>
      <inkml:brushProperty name="fitToCurve" value="1"/>
    </inkml:brush>
  </inkml:definitions>
  <inkml:trace contextRef="#ctx0" brushRef="#br0">19910 10518 261,'139'-57'292,"-54"33"-199,32-6-13,6 11-26,2 1-25,-35 36-202</inkml:trace>
</inkml:ink>
</file>

<file path=ppt/ink/ink18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50"/>
    </inkml:context>
    <inkml:brush xml:id="br0">
      <inkml:brushProperty name="width" value="0.05953" units="cm"/>
      <inkml:brushProperty name="height" value="0.05953" units="cm"/>
      <inkml:brushProperty name="fitToCurve" value="1"/>
    </inkml:brush>
  </inkml:definitions>
  <inkml:trace contextRef="#ctx0" brushRef="#br0">20197 10243 136,'-22'105'77,"-19"-17"28,-13 34 89,23-48-62,7 46-10,-4 25-87,4-14-27,-5 25-4,-2-18-3,2 4-31,-4-14-190,-19-48-187</inkml:trace>
</inkml:ink>
</file>

<file path=ppt/ink/ink18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51"/>
    </inkml:context>
    <inkml:brush xml:id="br0">
      <inkml:brushProperty name="width" value="0.05953" units="cm"/>
      <inkml:brushProperty name="height" value="0.05953" units="cm"/>
      <inkml:brushProperty name="fitToCurve" value="1"/>
    </inkml:brush>
  </inkml:definitions>
  <inkml:trace contextRef="#ctx0" brushRef="#br0">19964 10688 159,'88'-35'18,"-2"2"-10,9 3 45,-3 17 78,-48 123 285,-62 19-348,11 17-58,1 12-10,-7-15-19,-6-3-136,-20-58-79</inkml:trace>
</inkml:ink>
</file>

<file path=ppt/ink/ink18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52"/>
    </inkml:context>
    <inkml:brush xml:id="br0">
      <inkml:brushProperty name="width" value="0.05953" units="cm"/>
      <inkml:brushProperty name="height" value="0.05953" units="cm"/>
      <inkml:brushProperty name="fitToCurve" value="1"/>
    </inkml:brush>
  </inkml:definitions>
  <inkml:trace contextRef="#ctx0" brushRef="#br0">19983 10894 136,'126'-63'405,"-38"31"-239,23-2-38,-190 153-100,-36-15-27,147 30-11,-52 0-141,-73-70 106,-8-18 121,-14-8 18,264-22-55,-8-22-38,16 4 0,-7-1 1,12-8-3,-6-21-15,-27-7-81,-42 42-65</inkml:trace>
</inkml:ink>
</file>

<file path=ppt/ink/ink19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53"/>
    </inkml:context>
    <inkml:brush xml:id="br0">
      <inkml:brushProperty name="width" value="0.05953" units="cm"/>
      <inkml:brushProperty name="height" value="0.05953" units="cm"/>
      <inkml:brushProperty name="fitToCurve" value="1"/>
    </inkml:brush>
  </inkml:definitions>
  <inkml:trace contextRef="#ctx0" brushRef="#br0">20896 10178 142,'14'91'213,"-12"74"15,-2-72-147,-4 34-18,-7 54-3,-12-1-44,-6-27-26,-7-15-45,-1-22-63,1-24-10,-8-13-21</inkml:trace>
</inkml:ink>
</file>

<file path=ppt/ink/ink19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54"/>
    </inkml:context>
    <inkml:brush xml:id="br0">
      <inkml:brushProperty name="width" value="0.05953" units="cm"/>
      <inkml:brushProperty name="height" value="0.05953" units="cm"/>
      <inkml:brushProperty name="fitToCurve" value="1"/>
    </inkml:brush>
  </inkml:definitions>
  <inkml:trace contextRef="#ctx0" brushRef="#br0">20829 10363 151,'91'-72'38,"3"14"22,2 7 27,44-13 61,-31 20-38,-5 17-15,17 18-14,18 34-43,-41 63-24,-59 62 12,-28-4-12,-18-10-9,1 8 0,8 22-2,5-2-2,-3-24-1,-5 21-1,-9-5-6,-11-20-65,-20-57-98</inkml:trace>
</inkml:ink>
</file>

<file path=ppt/ink/ink19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55"/>
    </inkml:context>
    <inkml:brush xml:id="br0">
      <inkml:brushProperty name="width" value="0.05953" units="cm"/>
      <inkml:brushProperty name="height" value="0.05953" units="cm"/>
      <inkml:brushProperty name="fitToCurve" value="1"/>
    </inkml:brush>
  </inkml:definitions>
  <inkml:trace contextRef="#ctx0" brushRef="#br0">21311 10248 161,'-35'84'228,"-35"60"0,19-51-162,-18-2-250,-8-39-311</inkml:trace>
</inkml:ink>
</file>

<file path=ppt/ink/ink19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56"/>
    </inkml:context>
    <inkml:brush xml:id="br0">
      <inkml:brushProperty name="width" value="0.05953" units="cm"/>
      <inkml:brushProperty name="height" value="0.05953" units="cm"/>
      <inkml:brushProperty name="fitToCurve" value="1"/>
    </inkml:brush>
  </inkml:definitions>
  <inkml:trace contextRef="#ctx0" brushRef="#br0">21306 10411 136,'88'-46'0,"14"4"32,-24 15 54,-97 172 461,-78-24-504,-10 10-29,3-2-11,-2-5-5,14-17-8,-16-22-37,23-54-124</inkml:trace>
</inkml:ink>
</file>

<file path=ppt/ink/ink19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57"/>
    </inkml:context>
    <inkml:brush xml:id="br0">
      <inkml:brushProperty name="width" value="0.05953" units="cm"/>
      <inkml:brushProperty name="height" value="0.05953" units="cm"/>
      <inkml:brushProperty name="fitToCurve" value="1"/>
    </inkml:brush>
  </inkml:definitions>
  <inkml:trace contextRef="#ctx0" brushRef="#br0">21073 10528 168,'113'13'171,"15"29"127,-30-10-202,17 0-39,-3 23-24,-36 23-313</inkml:trace>
</inkml:ink>
</file>

<file path=ppt/ink/ink19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58"/>
    </inkml:context>
    <inkml:brush xml:id="br0">
      <inkml:brushProperty name="width" value="0.05953" units="cm"/>
      <inkml:brushProperty name="height" value="0.05953" units="cm"/>
      <inkml:brushProperty name="fitToCurve" value="1"/>
    </inkml:brush>
  </inkml:definitions>
  <inkml:trace contextRef="#ctx0" brushRef="#br0">21212 10842 369,'185'0'468,"-41"0"-441,-197 133-94,-75-76 12,9-10 50,229 10 114,-53 63-151,-170-38 31,-14-21 9,17 0 3,-1 2 39,255-66 2,1-22-40,30-5-1,-34 18-8,-4 16-351,-54 26-12</inkml:trace>
</inkml:ink>
</file>

<file path=ppt/ink/ink19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59"/>
    </inkml:context>
    <inkml:brush xml:id="br0">
      <inkml:brushProperty name="width" value="0.05953" units="cm"/>
      <inkml:brushProperty name="height" value="0.05953" units="cm"/>
      <inkml:brushProperty name="fitToCurve" value="1"/>
    </inkml:brush>
  </inkml:definitions>
  <inkml:trace contextRef="#ctx0" brushRef="#br0">22228 10206 390,'129'153'162,"-76"-34"-56,-28-6-38,-22 52-10,-27-15-21,-24 16-19,-32 22-6,10-46-4,-8-4-5,-7 7-1,-16 18-2,10-35-2,-7-23-25,16-59-152</inkml:trace>
</inkml:ink>
</file>

<file path=ppt/ink/ink19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60"/>
    </inkml:context>
    <inkml:brush xml:id="br0">
      <inkml:brushProperty name="width" value="0.05953" units="cm"/>
      <inkml:brushProperty name="height" value="0.05953" units="cm"/>
      <inkml:brushProperty name="fitToCurve" value="1"/>
    </inkml:brush>
  </inkml:definitions>
  <inkml:trace contextRef="#ctx0" brushRef="#br0">19892 5273 533</inkml:trace>
</inkml:ink>
</file>

<file path=ppt/ink/ink19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61"/>
    </inkml:context>
    <inkml:brush xml:id="br0">
      <inkml:brushProperty name="width" value="0.05953" units="cm"/>
      <inkml:brushProperty name="height" value="0.05953" units="cm"/>
      <inkml:brushProperty name="fitToCurve" value="1"/>
    </inkml:brush>
  </inkml:definitions>
  <inkml:trace contextRef="#ctx0" brushRef="#br0">14872 2544 246,'-9'114'350,"1"-31"-268,0-12-22,-6 31-14,-1 0-27,2-15-2,-7 4 6,9 2 2,109-88-14,-14-47-9,15-8-2,4-11-2,-20-3-16,-29-17-356,-59 28 67</inkml:trace>
</inkml:ink>
</file>

<file path=ppt/ink/ink19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62"/>
    </inkml:context>
    <inkml:brush xml:id="br0">
      <inkml:brushProperty name="width" value="0.05953" units="cm"/>
      <inkml:brushProperty name="height" value="0.05953" units="cm"/>
      <inkml:brushProperty name="fitToCurve" value="1"/>
    </inkml:brush>
  </inkml:definitions>
  <inkml:trace contextRef="#ctx0" brushRef="#br0">15141 2258 136,'-17'63'543,"-2"25"-460,-3 33-40,5-8-27,3 2-17,9-24-29,14 9-96,6-30-137</inkml:trace>
</inkml:ink>
</file>

<file path=ppt/ink/ink19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63"/>
    </inkml:context>
    <inkml:brush xml:id="br0">
      <inkml:brushProperty name="width" value="0.05953" units="cm"/>
      <inkml:brushProperty name="height" value="0.05953" units="cm"/>
      <inkml:brushProperty name="fitToCurve" value="1"/>
    </inkml:brush>
  </inkml:definitions>
  <inkml:trace contextRef="#ctx0" brushRef="#br0">15271 2474 136,'20'64'62,"-20"-4"-11,-3-7-8,-7 48 53,6-42-37,-3 42 47,4-36-56,-1 35 19,4-17-38,1 11-64,0-23-130,-19-17-203</inkml:trace>
</inkml:ink>
</file>

<file path=ppt/ink/ink19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64"/>
    </inkml:context>
    <inkml:brush xml:id="br0">
      <inkml:brushProperty name="width" value="0.05953" units="cm"/>
      <inkml:brushProperty name="height" value="0.05953" units="cm"/>
      <inkml:brushProperty name="fitToCurve" value="1"/>
    </inkml:brush>
  </inkml:definitions>
  <inkml:trace contextRef="#ctx0" brushRef="#br0">16295 1823 366,'-23'116'352,"13"-13"-291,-3 6-19,5 15-27,3-19-22,-5 6-65,-12-60-90</inkml:trace>
</inkml:ink>
</file>

<file path=ppt/ink/ink19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65"/>
    </inkml:context>
    <inkml:brush xml:id="br0">
      <inkml:brushProperty name="width" value="0.05953" units="cm"/>
      <inkml:brushProperty name="height" value="0.05953" units="cm"/>
      <inkml:brushProperty name="fitToCurve" value="1"/>
    </inkml:brush>
  </inkml:definitions>
  <inkml:trace contextRef="#ctx0" brushRef="#br0">16125 2044 279,'-43'72'123,"-1"14"15,10-16-54,7-12-62,-1 9-150</inkml:trace>
</inkml:ink>
</file>

<file path=ppt/ink/ink19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66"/>
    </inkml:context>
    <inkml:brush xml:id="br0">
      <inkml:brushProperty name="width" value="0.05953" units="cm"/>
      <inkml:brushProperty name="height" value="0.05953" units="cm"/>
      <inkml:brushProperty name="fitToCurve" value="1"/>
    </inkml:brush>
  </inkml:definitions>
  <inkml:trace contextRef="#ctx0" brushRef="#br0">16319 2094 136,'42'0'7,"10"1"39,-24 41-6,-33 13-67</inkml:trace>
</inkml:ink>
</file>

<file path=ppt/ink/ink19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67"/>
    </inkml:context>
    <inkml:brush xml:id="br0">
      <inkml:brushProperty name="width" value="0.05953" units="cm"/>
      <inkml:brushProperty name="height" value="0.05953" units="cm"/>
      <inkml:brushProperty name="fitToCurve" value="1"/>
    </inkml:brush>
  </inkml:definitions>
  <inkml:trace contextRef="#ctx0" brushRef="#br0">15864 2720 497,'109'-66'102,"-39"32"-38,-5 6-4,32-6 17,3 6-35,-7 12-29,18 5-39,-17 4-210,-36 22-65</inkml:trace>
</inkml:ink>
</file>

<file path=ppt/ink/ink19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68"/>
    </inkml:context>
    <inkml:brush xml:id="br0">
      <inkml:brushProperty name="width" value="0.05953" units="cm"/>
      <inkml:brushProperty name="height" value="0.05953" units="cm"/>
      <inkml:brushProperty name="fitToCurve" value="1"/>
    </inkml:brush>
  </inkml:definitions>
  <inkml:trace contextRef="#ctx0" brushRef="#br0">16421 2433 230,'-44'52'43,"-9"29"85,-3 10 68,17-27-108,-16 23 1,-6 0-41,5-11-30,-6 2-12,5-11-75,-2-32-195</inkml:trace>
</inkml:ink>
</file>

<file path=ppt/ink/ink19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69"/>
    </inkml:context>
    <inkml:brush xml:id="br0">
      <inkml:brushProperty name="width" value="0.05953" units="cm"/>
      <inkml:brushProperty name="height" value="0.05953" units="cm"/>
      <inkml:brushProperty name="fitToCurve" value="1"/>
    </inkml:brush>
  </inkml:definitions>
  <inkml:trace contextRef="#ctx0" brushRef="#br0">16289 2678 815,'68'74'31,"0"-4"-18,11-1 2,-3-7-11,8-5-3,31-9-3,-16-35-5,-7-35-40,-40 27-55,-1 1-611</inkml:trace>
</inkml:ink>
</file>

<file path=ppt/ink/ink19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70"/>
    </inkml:context>
    <inkml:brush xml:id="br0">
      <inkml:brushProperty name="width" value="0.05953" units="cm"/>
      <inkml:brushProperty name="height" value="0.05953" units="cm"/>
      <inkml:brushProperty name="fitToCurve" value="1"/>
    </inkml:brush>
  </inkml:definitions>
  <inkml:trace contextRef="#ctx0" brushRef="#br0">16395 2076 789,'101'44'59,"-9"-14"-66,-8-8-94,-5-3-275</inkml:trace>
</inkml:ink>
</file>

<file path=ppt/ink/ink19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71"/>
    </inkml:context>
    <inkml:brush xml:id="br0">
      <inkml:brushProperty name="width" value="0.05953" units="cm"/>
      <inkml:brushProperty name="height" value="0.05953" units="cm"/>
      <inkml:brushProperty name="fitToCurve" value="1"/>
    </inkml:brush>
  </inkml:definitions>
  <inkml:trace contextRef="#ctx0" brushRef="#br0">13469 5317 136,'89'0'32,"18"-9"14,-26-12-21,27-8-7,4 2-5,-25 9-7,36-7 1,-58 12-2,46-5 11,-13 14 9,2 1 0,-29 9-8,-4 1 2,3 9 5,4 3 1,4 1 0,-2-2-2,-1-2-4,0-2-2,-3-4-4,13 7 2,14-1-4,-3-2-5,-8-4-1,5 4 2,3-2 4,-12 0 0,8 1 1,3-1-2,-5-4-4,6-4-5,7-7-4,-14 0-3,6 0 0,-2 2 2,10 2 1,-11 2 4,-8 0-1,11 0 2,12 2 0,-19-3 0,6-1-4,-1-2 0,3-4-2,0 2 2,1 3 1,-11-2 3,4-2-1,12-1-2,-17 4 1,0-1 2,5 4-1,-2-2 3,-3-5 4,15-8 0,-5-13 1,-3 4 3,-4 10 0,8 3 0,-2 6 2,0 0 7,11 1 0,6-2 0,-5-1-5,14 4-3,-14 1-4,18 1 0,12 13 1,-12 2-4,-12 4-3,30 1-2,-15-12-18,-11-21-66,-49 30-71</inkml:trace>
</inkml:ink>
</file>

<file path=ppt/ink/ink19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72"/>
    </inkml:context>
    <inkml:brush xml:id="br0">
      <inkml:brushProperty name="width" value="0.05953" units="cm"/>
      <inkml:brushProperty name="height" value="0.05953" units="cm"/>
      <inkml:brushProperty name="fitToCurve" value="1"/>
    </inkml:brush>
  </inkml:definitions>
  <inkml:trace contextRef="#ctx0" brushRef="#br0">9200 11582 302,'-3'186'496,"20"-10"-442,3-3-59,6-9-64,-5-27-93,-38-46-48</inkml:trace>
</inkml:ink>
</file>

<file path=ppt/ink/ink19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73"/>
    </inkml:context>
    <inkml:brush xml:id="br0">
      <inkml:brushProperty name="width" value="0.05953" units="cm"/>
      <inkml:brushProperty name="height" value="0.05953" units="cm"/>
      <inkml:brushProperty name="fitToCurve" value="1"/>
    </inkml:brush>
  </inkml:definitions>
  <inkml:trace contextRef="#ctx0" brushRef="#br0">9011 11786 424,'89'-32'17,"21"3"83,44-2 23,23 1-30,-7 12-46,3 4-39,-22 40-36,-195 121 21,-68-23 31,-32 10 6,-27 0-5,29-31-8,-5-3-7,251 30-13,57-148-48,-74 37-51,1 0-617</inkml:trace>
</inkml:ink>
</file>

<file path=ppt/ink/ink19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74"/>
    </inkml:context>
    <inkml:brush xml:id="br0">
      <inkml:brushProperty name="width" value="0.05953" units="cm"/>
      <inkml:brushProperty name="height" value="0.05953" units="cm"/>
      <inkml:brushProperty name="fitToCurve" value="1"/>
    </inkml:brush>
  </inkml:definitions>
  <inkml:trace contextRef="#ctx0" brushRef="#br0">9170 12444 366,'-62'206'406,"26"-69"-446,184-163-305,-31-73 292,-26 24 30,45-35-2,-13 18 0,-12 39-10,-31 147 66,-83 67 173,14-72-180,-31 2-374</inkml:trace>
</inkml:ink>
</file>

<file path=ppt/ink/ink19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75"/>
    </inkml:context>
    <inkml:brush xml:id="br0">
      <inkml:brushProperty name="width" value="0.05953" units="cm"/>
      <inkml:brushProperty name="height" value="0.05953" units="cm"/>
      <inkml:brushProperty name="fitToCurve" value="1"/>
    </inkml:brush>
  </inkml:definitions>
  <inkml:trace contextRef="#ctx0" brushRef="#br0">10153 12028 332,'135'-56'153,"-45"21"-20,23-3-11,26 23-99,-157 172-10,-67-29 40,-24 12-28,-1-3-23,15-11-2,-17-4-23,-22-27-167,42-65-29</inkml:trace>
</inkml:ink>
</file>

<file path=ppt/ink/ink19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76"/>
    </inkml:context>
    <inkml:brush xml:id="br0">
      <inkml:brushProperty name="width" value="0.05953" units="cm"/>
      <inkml:brushProperty name="height" value="0.05953" units="cm"/>
      <inkml:brushProperty name="fitToCurve" value="1"/>
    </inkml:brush>
  </inkml:definitions>
  <inkml:trace contextRef="#ctx0" brushRef="#br0">10025 12294 250,'107'55'166,"80"-41"-13,-83-4-298,-17-17-93</inkml:trace>
</inkml:ink>
</file>

<file path=ppt/ink/ink19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77"/>
    </inkml:context>
    <inkml:brush xml:id="br0">
      <inkml:brushProperty name="width" value="0.05953" units="cm"/>
      <inkml:brushProperty name="height" value="0.05953" units="cm"/>
      <inkml:brushProperty name="fitToCurve" value="1"/>
    </inkml:brush>
  </inkml:definitions>
  <inkml:trace contextRef="#ctx0" brushRef="#br0">10498 12209 136,'69'-89'0,"19"12"2,9 3 26,3 21 45,-49 184 215,-59-3-229,6 19-7,6-1-15,6-9-16,-12-13-18,-19 9-8,-37-13 3,-62-85 7,34-147 43,41-42-3,43 8-31,76-14-10,70 68-28,20 12-56,-18 5-21,-31 16-183</inkml:trace>
</inkml:ink>
</file>

<file path=ppt/ink/ink19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78"/>
    </inkml:context>
    <inkml:brush xml:id="br0">
      <inkml:brushProperty name="width" value="0.05953" units="cm"/>
      <inkml:brushProperty name="height" value="0.05953" units="cm"/>
      <inkml:brushProperty name="fitToCurve" value="1"/>
    </inkml:brush>
  </inkml:definitions>
  <inkml:trace contextRef="#ctx0" brushRef="#br0">11552 11963 403,'91'-22'230,"23"-10"-74,55-7-85,-17-1-91,-9-55-327,-51 70-9</inkml:trace>
</inkml:ink>
</file>

<file path=ppt/ink/ink19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79"/>
    </inkml:context>
    <inkml:brush xml:id="br0">
      <inkml:brushProperty name="width" value="0.05953" units="cm"/>
      <inkml:brushProperty name="height" value="0.05953" units="cm"/>
      <inkml:brushProperty name="fitToCurve" value="1"/>
    </inkml:brush>
  </inkml:definitions>
  <inkml:trace contextRef="#ctx0" brushRef="#br0">11965 11456 205,'0'117'185,"0"64"-25,4-34-73,-2-22-24,2 21-9,-5 5-7,-7 30-7,-8-23-20,-10 5-10,-13 1-6,-92-259-96,62 1-174</inkml:trace>
</inkml:ink>
</file>

<file path=ppt/ink/ink19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80"/>
    </inkml:context>
    <inkml:brush xml:id="br0">
      <inkml:brushProperty name="width" value="0.05953" units="cm"/>
      <inkml:brushProperty name="height" value="0.05953" units="cm"/>
      <inkml:brushProperty name="fitToCurve" value="1"/>
    </inkml:brush>
  </inkml:definitions>
  <inkml:trace contextRef="#ctx0" brushRef="#br0">11959 11964 242,'-79'117'91,"-10"13"58,6-26-32,-6 4-38,0 0-44,-1-5-162,-7-45-296</inkml:trace>
</inkml:ink>
</file>

<file path=ppt/ink/ink19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81"/>
    </inkml:context>
    <inkml:brush xml:id="br0">
      <inkml:brushProperty name="width" value="0.05953" units="cm"/>
      <inkml:brushProperty name="height" value="0.05953" units="cm"/>
      <inkml:brushProperty name="fitToCurve" value="1"/>
    </inkml:brush>
  </inkml:definitions>
  <inkml:trace contextRef="#ctx0" brushRef="#br0">11873 12312 191,'0'86'31,"17"-12"174,59-78-218</inkml:trace>
</inkml:ink>
</file>

<file path=ppt/ink/ink19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82"/>
    </inkml:context>
    <inkml:brush xml:id="br0">
      <inkml:brushProperty name="width" value="0.05953" units="cm"/>
      <inkml:brushProperty name="height" value="0.05953" units="cm"/>
      <inkml:brushProperty name="fitToCurve" value="1"/>
    </inkml:brush>
  </inkml:definitions>
  <inkml:trace contextRef="#ctx0" brushRef="#br0">12247 11693 371,'133'-88'143,"-44"49"17,43 23-34,-151 171-107,-82-37 2,7 2-8,135 32-45,100-66-73,-41 45 2,-76-20 111,-39 18 105,-37-1-5,-37 6-78,-33-34-22,-7-194-224,62-1-121</inkml:trace>
</inkml:ink>
</file>

<file path=ppt/ink/ink19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83"/>
    </inkml:context>
    <inkml:brush xml:id="br0">
      <inkml:brushProperty name="width" value="0.05953" units="cm"/>
      <inkml:brushProperty name="height" value="0.05953" units="cm"/>
      <inkml:brushProperty name="fitToCurve" value="1"/>
    </inkml:brush>
  </inkml:definitions>
  <inkml:trace contextRef="#ctx0" brushRef="#br0">12217 12038 345,'-11'153'135,"-13"-68"-98,-4 25-98,29-19-149</inkml:trace>
</inkml:ink>
</file>

<file path=ppt/ink/ink19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84"/>
    </inkml:context>
    <inkml:brush xml:id="br0">
      <inkml:brushProperty name="width" value="0.05953" units="cm"/>
      <inkml:brushProperty name="height" value="0.05953" units="cm"/>
      <inkml:brushProperty name="fitToCurve" value="1"/>
    </inkml:brush>
  </inkml:definitions>
  <inkml:trace contextRef="#ctx0" brushRef="#br0">12740 12136 136,'12'104'54,"13"-18"17,-2 1-127</inkml:trace>
</inkml:ink>
</file>

<file path=ppt/ink/ink19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85"/>
    </inkml:context>
    <inkml:brush xml:id="br0">
      <inkml:brushProperty name="width" value="0.05953" units="cm"/>
      <inkml:brushProperty name="height" value="0.05953" units="cm"/>
      <inkml:brushProperty name="fitToCurve" value="1"/>
    </inkml:brush>
  </inkml:definitions>
  <inkml:trace contextRef="#ctx0" brushRef="#br0">13221 11550 573,'109'0'121,"11"41"-30,-48 80-202,-52-24-118</inkml:trace>
</inkml:ink>
</file>

<file path=ppt/ink/ink19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86"/>
    </inkml:context>
    <inkml:brush xml:id="br0">
      <inkml:brushProperty name="width" value="0.05953" units="cm"/>
      <inkml:brushProperty name="height" value="0.05953" units="cm"/>
      <inkml:brushProperty name="fitToCurve" value="1"/>
    </inkml:brush>
  </inkml:definitions>
  <inkml:trace contextRef="#ctx0" brushRef="#br0">13182 11956 345,'147'-52'212,"-30"53"-139,-69 111-7,-88 20 12,-41 18-12,-21 12-35,22-27-24,259-229-247,-116-7 152,2-38-19,-9 13-235</inkml:trace>
</inkml:ink>
</file>

<file path=ppt/ink/ink19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87"/>
    </inkml:context>
    <inkml:brush xml:id="br0">
      <inkml:brushProperty name="width" value="0.05953" units="cm"/>
      <inkml:brushProperty name="height" value="0.05953" units="cm"/>
      <inkml:brushProperty name="fitToCurve" value="1"/>
    </inkml:brush>
  </inkml:definitions>
  <inkml:trace contextRef="#ctx0" brushRef="#br0">13547 11604 136,'110'-15'108,"21"23"58,-42 4-46,12 36-14,-42 57-16,-90 19-60,-54 1-19,-31-8-25,14-66-242</inkml:trace>
</inkml:ink>
</file>

<file path=ppt/ink/ink19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88"/>
    </inkml:context>
    <inkml:brush xml:id="br0">
      <inkml:brushProperty name="width" value="0.05953" units="cm"/>
      <inkml:brushProperty name="height" value="0.05953" units="cm"/>
      <inkml:brushProperty name="fitToCurve" value="1"/>
    </inkml:brush>
  </inkml:definitions>
  <inkml:trace contextRef="#ctx0" brushRef="#br0">13652 11998 271,'-15'89'7,"-18"18"52,-1 49 197,49-33-51,77-3-138,80-93-62,-37-112-18,-18-50-43,-34 17-63,-11 13-263</inkml:trace>
</inkml:ink>
</file>

<file path=ppt/ink/ink19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89"/>
    </inkml:context>
    <inkml:brush xml:id="br0">
      <inkml:brushProperty name="width" value="0.05953" units="cm"/>
      <inkml:brushProperty name="height" value="0.05953" units="cm"/>
      <inkml:brushProperty name="fitToCurve" value="1"/>
    </inkml:brush>
  </inkml:definitions>
  <inkml:trace contextRef="#ctx0" brushRef="#br0">14433 11552 302,'91'-10'410,"57"-37"-287,20-6-94,22 5-21,-26 20-8,4 36-31,-66 34-149</inkml:trace>
</inkml:ink>
</file>

<file path=ppt/ink/ink19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90"/>
    </inkml:context>
    <inkml:brush xml:id="br0">
      <inkml:brushProperty name="width" value="0.05953" units="cm"/>
      <inkml:brushProperty name="height" value="0.05953" units="cm"/>
      <inkml:brushProperty name="fitToCurve" value="1"/>
    </inkml:brush>
  </inkml:definitions>
  <inkml:trace contextRef="#ctx0" brushRef="#br0">14672 11458 221,'-14'217'581,"-3"-64"-563,-4 21-2,-14 12-2,-3-10-6,-1-12-5,-12 14-6,9-29-88,-22-55-170</inkml:trace>
</inkml:ink>
</file>

<file path=ppt/ink/ink19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91"/>
    </inkml:context>
    <inkml:brush xml:id="br0">
      <inkml:brushProperty name="width" value="0.05953" units="cm"/>
      <inkml:brushProperty name="height" value="0.05953" units="cm"/>
      <inkml:brushProperty name="fitToCurve" value="1"/>
    </inkml:brush>
  </inkml:definitions>
  <inkml:trace contextRef="#ctx0" brushRef="#br0">14728 11650 495,'60'98'133,"16"30"-4,-4-7-62,17 32-149,-12-30-252</inkml:trace>
</inkml:ink>
</file>

<file path=ppt/ink/ink19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92"/>
    </inkml:context>
    <inkml:brush xml:id="br0">
      <inkml:brushProperty name="width" value="0.05953" units="cm"/>
      <inkml:brushProperty name="height" value="0.05953" units="cm"/>
      <inkml:brushProperty name="fitToCurve" value="1"/>
    </inkml:brush>
  </inkml:definitions>
  <inkml:trace contextRef="#ctx0" brushRef="#br0">15284 11684 285,'-59'165'419,"-14"-24"-336,-6-13-58,-36 16-4,-15-3-6,-2-21-5,-13-10-5,18-21 2,319-80 7,-10-29-15,-4-4-1,0 6-1,-17 10-5,3-1-51,-62 36-114</inkml:trace>
</inkml:ink>
</file>

<file path=ppt/ink/ink19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93"/>
    </inkml:context>
    <inkml:brush xml:id="br0">
      <inkml:brushProperty name="width" value="0.05953" units="cm"/>
      <inkml:brushProperty name="height" value="0.05953" units="cm"/>
      <inkml:brushProperty name="fitToCurve" value="1"/>
    </inkml:brush>
  </inkml:definitions>
  <inkml:trace contextRef="#ctx0" brushRef="#br0">15397 12021 779,'64'-124'-29,"78"50"51,12 21 25,5 29-20,0 37-77,-64 27-120</inkml:trace>
</inkml:ink>
</file>

<file path=ppt/ink/ink19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94"/>
    </inkml:context>
    <inkml:brush xml:id="br0">
      <inkml:brushProperty name="width" value="0.05953" units="cm"/>
      <inkml:brushProperty name="height" value="0.05953" units="cm"/>
      <inkml:brushProperty name="fitToCurve" value="1"/>
    </inkml:brush>
  </inkml:definitions>
  <inkml:trace contextRef="#ctx0" brushRef="#br0">15764 11486 253,'0'142'84,"0"74"8,0-96-51,0-12-17,-12 32-31,-1-41-15,-28 75-28,5-76 72,-61 67 301,26-42-203,239-197-123,-37-79 2,-44 23-5,6-26-19,-7-12-63,-24 44-158</inkml:trace>
</inkml:ink>
</file>

<file path=ppt/ink/ink19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95"/>
    </inkml:context>
    <inkml:brush xml:id="br0">
      <inkml:brushProperty name="width" value="0.05953" units="cm"/>
      <inkml:brushProperty name="height" value="0.05953" units="cm"/>
      <inkml:brushProperty name="fitToCurve" value="1"/>
    </inkml:brush>
  </inkml:definitions>
  <inkml:trace contextRef="#ctx0" brushRef="#br0">16024 11711 136,'97'-128'477,"33"96"-286,29 14-152,-69 39-144,-2-2-625</inkml:trace>
</inkml:ink>
</file>

<file path=ppt/ink/ink19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96"/>
    </inkml:context>
    <inkml:brush xml:id="br0">
      <inkml:brushProperty name="width" value="0.05953" units="cm"/>
      <inkml:brushProperty name="height" value="0.05953" units="cm"/>
      <inkml:brushProperty name="fitToCurve" value="1"/>
    </inkml:brush>
  </inkml:definitions>
  <inkml:trace contextRef="#ctx0" brushRef="#br0">15932 11722 424,'0'97'227,"0"41"-125,-4 1-76,-18 1-63,-26-43-215</inkml:trace>
</inkml:ink>
</file>

<file path=ppt/ink/ink19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97"/>
    </inkml:context>
    <inkml:brush xml:id="br0">
      <inkml:brushProperty name="width" value="0.05953" units="cm"/>
      <inkml:brushProperty name="height" value="0.05953" units="cm"/>
      <inkml:brushProperty name="fitToCurve" value="1"/>
    </inkml:brush>
  </inkml:definitions>
  <inkml:trace contextRef="#ctx0" brushRef="#br0">15987 11973 136,'98'-88'6,"29"-9"62,-26 46 65,-147 226 378,-44-38-495,1-3-39,-12-56-265</inkml:trace>
</inkml:ink>
</file>

<file path=ppt/ink/ink19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98"/>
    </inkml:context>
    <inkml:brush xml:id="br0">
      <inkml:brushProperty name="width" value="0.05953" units="cm"/>
      <inkml:brushProperty name="height" value="0.05953" units="cm"/>
      <inkml:brushProperty name="fitToCurve" value="1"/>
    </inkml:brush>
  </inkml:definitions>
  <inkml:trace contextRef="#ctx0" brushRef="#br0">15777 12613 184,'101'-66'297,"64"-85"-247,-11-30-195,-76 61-77</inkml:trace>
</inkml:ink>
</file>

<file path=ppt/ink/ink19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8.999"/>
    </inkml:context>
    <inkml:brush xml:id="br0">
      <inkml:brushProperty name="width" value="0.05953" units="cm"/>
      <inkml:brushProperty name="height" value="0.05953" units="cm"/>
      <inkml:brushProperty name="fitToCurve" value="1"/>
    </inkml:brush>
  </inkml:definitions>
  <inkml:trace contextRef="#ctx0" brushRef="#br0">16315 11225 224,'0'116'260,"0"-20"-134,5 32-27,4 1-49,14 77 2,-4-60-32,11 72-2,1-4-9,-7-39-7,3-18-1,9 13 0,26-2 0,81-240-12,-105-126-9,-17 16-1,-6 35-6,1-6-24,-5-5-15,-4 12-20,-19 38 17,-131 274 296,76-26-183,-8 7-22,-11-4-6,-12-22-6,-34-10-22,31-289-154,104 61-12,30 22-293</inkml:trace>
</inkml:ink>
</file>

<file path=ppt/ink/ink19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9"/>
    </inkml:context>
    <inkml:brush xml:id="br0">
      <inkml:brushProperty name="width" value="0.05953" units="cm"/>
      <inkml:brushProperty name="height" value="0.05953" units="cm"/>
      <inkml:brushProperty name="fitToCurve" value="1"/>
    </inkml:brush>
  </inkml:definitions>
  <inkml:trace contextRef="#ctx0" brushRef="#br0">16360 11489 136,'76'-116'8,"51"129"192,-18 130-27,-80-41-547</inkml:trace>
</inkml:ink>
</file>

<file path=ppt/ink/ink19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9.001"/>
    </inkml:context>
    <inkml:brush xml:id="br0">
      <inkml:brushProperty name="width" value="0.05953" units="cm"/>
      <inkml:brushProperty name="height" value="0.05953" units="cm"/>
      <inkml:brushProperty name="fitToCurve" value="1"/>
    </inkml:brush>
  </inkml:definitions>
  <inkml:trace contextRef="#ctx0" brushRef="#br0">17576 11382 464,'-132'152'227,"56"-42"-133,-12 21-44,-35 31-52,26-48-23,-20-18-160,30-61-27</inkml:trace>
</inkml:ink>
</file>

<file path=ppt/ink/ink19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9.002"/>
    </inkml:context>
    <inkml:brush xml:id="br0">
      <inkml:brushProperty name="width" value="0.05953" units="cm"/>
      <inkml:brushProperty name="height" value="0.05953" units="cm"/>
      <inkml:brushProperty name="fitToCurve" value="1"/>
    </inkml:brush>
  </inkml:definitions>
  <inkml:trace contextRef="#ctx0" brushRef="#br0">17501 11378 363,'150'84'81,"-110"80"-39,-89-71-142</inkml:trace>
</inkml:ink>
</file>

<file path=ppt/ink/ink19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9.003"/>
    </inkml:context>
    <inkml:brush xml:id="br0">
      <inkml:brushProperty name="width" value="0.05953" units="cm"/>
      <inkml:brushProperty name="height" value="0.05953" units="cm"/>
      <inkml:brushProperty name="fitToCurve" value="1"/>
    </inkml:brush>
  </inkml:definitions>
  <inkml:trace contextRef="#ctx0" brushRef="#br0">17192 11865 340,'157'-35'232,"-52"18"-150,32 8-46,-1 27-60,-44 73 11,-74 49 94,-30-4 6,-29 12-46,-45 1-36,-64-95-41,52-194-72,75 4 15,21 5 7,12 32 28,6 8 26,-127 274 393,34-55-323,-9 1-30,-11-9-229,4-62-104</inkml:trace>
</inkml:ink>
</file>

<file path=ppt/ink/ink19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9.004"/>
    </inkml:context>
    <inkml:brush xml:id="br0">
      <inkml:brushProperty name="width" value="0.05953" units="cm"/>
      <inkml:brushProperty name="height" value="0.05953" units="cm"/>
      <inkml:brushProperty name="fitToCurve" value="1"/>
    </inkml:brush>
  </inkml:definitions>
  <inkml:trace contextRef="#ctx0" brushRef="#br0">18358 11023 548,'30'96'178,"-50"48"-273,-38-47-225</inkml:trace>
</inkml:ink>
</file>

<file path=ppt/ink/ink19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9.005"/>
    </inkml:context>
    <inkml:brush xml:id="br0">
      <inkml:brushProperty name="width" value="0.05953" units="cm"/>
      <inkml:brushProperty name="height" value="0.05953" units="cm"/>
      <inkml:brushProperty name="fitToCurve" value="1"/>
    </inkml:brush>
  </inkml:definitions>
  <inkml:trace contextRef="#ctx0" brushRef="#br0">18121 11309 263,'38'120'227,"4"-19"-139,-51 9-90,-44-8-54</inkml:trace>
</inkml:ink>
</file>

<file path=ppt/ink/ink19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9.006"/>
    </inkml:context>
    <inkml:brush xml:id="br0">
      <inkml:brushProperty name="width" value="0.05953" units="cm"/>
      <inkml:brushProperty name="height" value="0.05953" units="cm"/>
      <inkml:brushProperty name="fitToCurve" value="1"/>
    </inkml:brush>
  </inkml:definitions>
  <inkml:trace contextRef="#ctx0" brushRef="#br0">18055 11624 136,'99'-88'20,"-12"39"41,41-5 45,-33 20-26,-2 5 4,35-5 11,17 3 15,-3 9-25,-24 101-24,-230 50-37,-12-20-18,-36-7-18,-5-33-123,31-41-306,259-137 630,72 52 13,-286 167-31,-29-13-148,23 42-26,65 27-261,-84-105 299,5-6 125,234 13-98,17-124-112,-15-42-24,-70-24-129,-42 18 0,-11-18 70,-2 7 90,-3 19 42,-12 186 225,-22 91-160,-18-11-103,-3-54-17,4-26 1,-24 16-9</inkml:trace>
</inkml:ink>
</file>

<file path=ppt/ink/ink19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9.007"/>
    </inkml:context>
    <inkml:brush xml:id="br0">
      <inkml:brushProperty name="width" value="0.05953" units="cm"/>
      <inkml:brushProperty name="height" value="0.05953" units="cm"/>
      <inkml:brushProperty name="fitToCurve" value="1"/>
    </inkml:brush>
  </inkml:definitions>
  <inkml:trace contextRef="#ctx0" brushRef="#br0">18133 12114 162,'17'165'606,"-60"-29"-719,-27-43-219</inkml:trace>
</inkml:ink>
</file>

<file path=ppt/ink/ink19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9.008"/>
    </inkml:context>
    <inkml:brush xml:id="br0">
      <inkml:brushProperty name="width" value="0.05953" units="cm"/>
      <inkml:brushProperty name="height" value="0.05953" units="cm"/>
      <inkml:brushProperty name="fitToCurve" value="1"/>
    </inkml:brush>
  </inkml:definitions>
  <inkml:trace contextRef="#ctx0" brushRef="#br0">18123 12432 136,'93'-95'0,"15"22"7,33 2 43,-3 31 54,-17 57 8,-194 142 163,-24-76-172,-24-1-41,-21 12-43,8-8-16,274-162-41,-12-25-10,0-8-51,-1-13-18,-28 16 29,12-33-12,-17 25 15,-92 297 509,-25-52-343,105-267-280,-29 22 147,5 3 26,47-45 36,-30 368 245,-80-46-210,-24 8-21,-10-18-11,-28 10-7,-18-21-3,-20-21-3,-27 2-6,-18-58-19,59-58-80,-1 0-631</inkml:trace>
</inkml:ink>
</file>

<file path=ppt/ink/ink19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13T14:56:19.009"/>
    </inkml:context>
    <inkml:brush xml:id="br0">
      <inkml:brushProperty name="width" value="0.05953" units="cm"/>
      <inkml:brushProperty name="height" value="0.05953" units="cm"/>
      <inkml:brushProperty name="fitToCurve" value="1"/>
    </inkml:brush>
  </inkml:definitions>
  <inkml:trace contextRef="#ctx0" brushRef="#br0">19418 12272 880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2650"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vl1pPr>
          </a:lstStyle>
          <a:p>
            <a:endParaRPr lang="en-US"/>
          </a:p>
        </p:txBody>
      </p:sp>
      <p:sp>
        <p:nvSpPr>
          <p:cNvPr id="1052651"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vl1pPr>
          </a:lstStyle>
          <a:p>
            <a:fld id="{663F614E-17FA-4017-A199-2E19884CFEAB}" type="datetimeFigureOut">
              <a:rPr lang="en-US"/>
              <a:t>12/15/2025</a:t>
            </a:fld>
            <a:endParaRPr lang="en-US"/>
          </a:p>
        </p:txBody>
      </p:sp>
      <p:sp>
        <p:nvSpPr>
          <p:cNvPr id="1052652"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1052653"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52654"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a:lvl1pPr>
          </a:lstStyle>
          <a:p>
            <a:endParaRPr lang="en-US"/>
          </a:p>
        </p:txBody>
      </p:sp>
      <p:sp>
        <p:nvSpPr>
          <p:cNvPr id="1052655" name="Slide Number Placeholder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95562159-28D3-41DC-9738-E798EBAE2162}" type="slidenum">
              <a:rPr lang="en-US" altLang="zh-CN"/>
              <a:t>‹#›</a:t>
            </a:fld>
            <a:endParaRPr lang="en-US" altLang="zh-CN"/>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52" name="幻灯片图像占位符 1"/>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1049053" name="备注占位符 2"/>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442" name="幻灯片图像占位符 1"/>
          <p:cNvSpPr>
            <a:spLocks noGrp="1" noRot="1" noChangeAspect="1" noChangeArrowheads="1" noTextEdit="1"/>
          </p:cNvSpPr>
          <p:nvPr>
            <p:ph type="sldImg"/>
          </p:nvPr>
        </p:nvSpPr>
        <p:spPr bwMode="auto">
          <a:noFill/>
          <a:ln>
            <a:solidFill>
              <a:srgbClr val="000000"/>
            </a:solidFill>
            <a:miter lim="800000"/>
            <a:headEnd/>
            <a:tailEnd/>
          </a:ln>
        </p:spPr>
      </p:sp>
      <p:sp>
        <p:nvSpPr>
          <p:cNvPr id="1052443" name="备注占位符 2"/>
          <p:cNvSpPr>
            <a:spLocks noGrp="1" noChangeArrowheads="1"/>
          </p:cNvSpPr>
          <p:nvPr>
            <p:ph type="body" idx="1"/>
          </p:nvPr>
        </p:nvSpPr>
        <p:spPr bwMode="auto">
          <a:noFill/>
        </p:spPr>
        <p:txBody>
          <a:bodyPr wrap="square" numCol="1" anchor="t" anchorCtr="0" compatLnSpc="1">
            <a:prstTxWarp prst="textNoShape">
              <a:avLst/>
            </a:prstTxWarp>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52624" name="标题 1"/>
          <p:cNvSpPr>
            <a:spLocks noGrp="1"/>
          </p:cNvSpPr>
          <p:nvPr>
            <p:ph type="ctrTitle"/>
          </p:nvPr>
        </p:nvSpPr>
        <p:spPr>
          <a:xfrm>
            <a:off x="1523406" y="1122363"/>
            <a:ext cx="9145191" cy="2387600"/>
          </a:xfrm>
        </p:spPr>
        <p:txBody>
          <a:bodyPr anchor="b"/>
          <a:lstStyle>
            <a:lvl1pPr algn="ctr">
              <a:defRPr sz="4498"/>
            </a:lvl1pPr>
          </a:lstStyle>
          <a:p>
            <a:r>
              <a:rPr lang="en-US" altLang="zh-CN" noProof="1"/>
              <a:t>Click to edit Master title style</a:t>
            </a:r>
            <a:endParaRPr lang="zh-CN" altLang="en-US" noProof="1"/>
          </a:p>
        </p:txBody>
      </p:sp>
      <p:sp>
        <p:nvSpPr>
          <p:cNvPr id="1052625" name="副标题 2"/>
          <p:cNvSpPr>
            <a:spLocks noGrp="1"/>
          </p:cNvSpPr>
          <p:nvPr>
            <p:ph type="subTitle" idx="1"/>
          </p:nvPr>
        </p:nvSpPr>
        <p:spPr>
          <a:xfrm>
            <a:off x="1523406" y="3602038"/>
            <a:ext cx="9145191" cy="1655762"/>
          </a:xfrm>
        </p:spPr>
        <p:txBody>
          <a:bodyPr/>
          <a:lstStyle>
            <a:lvl1pPr marL="0" indent="0" algn="ctr">
              <a:buNone/>
              <a:defRPr sz="1799"/>
            </a:lvl1pPr>
            <a:lvl2pPr marL="342763" indent="0" algn="ctr">
              <a:buNone/>
              <a:defRPr sz="1499"/>
            </a:lvl2pPr>
            <a:lvl3pPr marL="685526" indent="0" algn="ctr">
              <a:buNone/>
              <a:defRPr sz="1349"/>
            </a:lvl3pPr>
            <a:lvl4pPr marL="1028289" indent="0" algn="ctr">
              <a:buNone/>
              <a:defRPr sz="1200"/>
            </a:lvl4pPr>
            <a:lvl5pPr marL="1371051" indent="0" algn="ctr">
              <a:buNone/>
              <a:defRPr sz="1200"/>
            </a:lvl5pPr>
            <a:lvl6pPr marL="1713814" indent="0" algn="ctr">
              <a:buNone/>
              <a:defRPr sz="1200"/>
            </a:lvl6pPr>
            <a:lvl7pPr marL="2056577" indent="0" algn="ctr">
              <a:buNone/>
              <a:defRPr sz="1200"/>
            </a:lvl7pPr>
            <a:lvl8pPr marL="2399340" indent="0" algn="ctr">
              <a:buNone/>
              <a:defRPr sz="1200"/>
            </a:lvl8pPr>
            <a:lvl9pPr marL="2742103" indent="0" algn="ctr">
              <a:buNone/>
              <a:defRPr sz="1200"/>
            </a:lvl9pPr>
          </a:lstStyle>
          <a:p>
            <a:r>
              <a:rPr lang="en-US" altLang="zh-CN" noProof="1"/>
              <a:t>Click to edit Master subtitle style</a:t>
            </a:r>
            <a:endParaRPr lang="zh-CN" altLang="en-US"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52630" name="标题 1"/>
          <p:cNvSpPr>
            <a:spLocks noGrp="1"/>
          </p:cNvSpPr>
          <p:nvPr>
            <p:ph type="title"/>
          </p:nvPr>
        </p:nvSpPr>
        <p:spPr/>
        <p:txBody>
          <a:bodyPr/>
          <a:lstStyle/>
          <a:p>
            <a:r>
              <a:rPr lang="en-US" altLang="zh-CN" noProof="1"/>
              <a:t>Click to edit Master title style</a:t>
            </a:r>
            <a:endParaRPr lang="zh-CN" altLang="en-US" noProof="1"/>
          </a:p>
        </p:txBody>
      </p:sp>
      <p:sp>
        <p:nvSpPr>
          <p:cNvPr id="1052631" name="内容占位符 2"/>
          <p:cNvSpPr>
            <a:spLocks noGrp="1"/>
          </p:cNvSpPr>
          <p:nvPr>
            <p:ph idx="1"/>
          </p:nvPr>
        </p:nvSpPr>
        <p:spPr/>
        <p:txBody>
          <a:bodyPr/>
          <a:lstStyle/>
          <a:p>
            <a:pPr lvl="0"/>
            <a:r>
              <a:rPr lang="en-US" altLang="zh-CN" noProof="1"/>
              <a:t>Click to edit Master text styles</a:t>
            </a:r>
          </a:p>
          <a:p>
            <a:pPr lvl="1"/>
            <a:r>
              <a:rPr lang="en-US" altLang="zh-CN" noProof="1"/>
              <a:t>Second level</a:t>
            </a:r>
          </a:p>
          <a:p>
            <a:pPr lvl="2"/>
            <a:r>
              <a:rPr lang="en-US" altLang="zh-CN" noProof="1"/>
              <a:t>Third level</a:t>
            </a:r>
          </a:p>
          <a:p>
            <a:pPr lvl="3"/>
            <a:r>
              <a:rPr lang="en-US" altLang="zh-CN" noProof="1"/>
              <a:t>Fourth level</a:t>
            </a:r>
          </a:p>
          <a:p>
            <a:pPr lvl="4"/>
            <a:r>
              <a:rPr lang="en-US" altLang="zh-CN" noProof="1"/>
              <a:t>Fifth level</a:t>
            </a:r>
            <a:endParaRPr lang="zh-CN" altLang="en-US"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52637" name="标题 1"/>
          <p:cNvSpPr>
            <a:spLocks noGrp="1"/>
          </p:cNvSpPr>
          <p:nvPr>
            <p:ph type="title"/>
          </p:nvPr>
        </p:nvSpPr>
        <p:spPr>
          <a:xfrm>
            <a:off x="831526" y="1709740"/>
            <a:ext cx="10516255" cy="2852737"/>
          </a:xfrm>
        </p:spPr>
        <p:txBody>
          <a:bodyPr anchor="b"/>
          <a:lstStyle>
            <a:lvl1pPr>
              <a:defRPr sz="4498"/>
            </a:lvl1pPr>
          </a:lstStyle>
          <a:p>
            <a:r>
              <a:rPr lang="en-US" altLang="zh-CN" noProof="1"/>
              <a:t>Click to edit Master title style</a:t>
            </a:r>
            <a:endParaRPr lang="zh-CN" altLang="en-US" noProof="1"/>
          </a:p>
        </p:txBody>
      </p:sp>
      <p:sp>
        <p:nvSpPr>
          <p:cNvPr id="1052638" name="文本占位符 2"/>
          <p:cNvSpPr>
            <a:spLocks noGrp="1"/>
          </p:cNvSpPr>
          <p:nvPr>
            <p:ph type="body" idx="1"/>
          </p:nvPr>
        </p:nvSpPr>
        <p:spPr>
          <a:xfrm>
            <a:off x="831526" y="4589465"/>
            <a:ext cx="10516255" cy="1500187"/>
          </a:xfrm>
        </p:spPr>
        <p:txBody>
          <a:bodyPr/>
          <a:lstStyle>
            <a:lvl1pPr marL="0" indent="0">
              <a:buNone/>
              <a:defRPr sz="1799"/>
            </a:lvl1pPr>
            <a:lvl2pPr marL="342763" indent="0">
              <a:buNone/>
              <a:defRPr sz="1499"/>
            </a:lvl2pPr>
            <a:lvl3pPr marL="685526" indent="0">
              <a:buNone/>
              <a:defRPr sz="1349"/>
            </a:lvl3pPr>
            <a:lvl4pPr marL="1028289" indent="0">
              <a:buNone/>
              <a:defRPr sz="1200"/>
            </a:lvl4pPr>
            <a:lvl5pPr marL="1371051" indent="0">
              <a:buNone/>
              <a:defRPr sz="1200"/>
            </a:lvl5pPr>
            <a:lvl6pPr marL="1713814" indent="0">
              <a:buNone/>
              <a:defRPr sz="1200"/>
            </a:lvl6pPr>
            <a:lvl7pPr marL="2056577" indent="0">
              <a:buNone/>
              <a:defRPr sz="1200"/>
            </a:lvl7pPr>
            <a:lvl8pPr marL="2399340" indent="0">
              <a:buNone/>
              <a:defRPr sz="1200"/>
            </a:lvl8pPr>
            <a:lvl9pPr marL="2742103" indent="0">
              <a:buNone/>
              <a:defRPr sz="1200"/>
            </a:lvl9pPr>
          </a:lstStyle>
          <a:p>
            <a:pPr lvl="0"/>
            <a:r>
              <a:rPr lang="en-US" altLang="zh-CN" noProof="1"/>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52639" name="标题 1"/>
          <p:cNvSpPr>
            <a:spLocks noGrp="1"/>
          </p:cNvSpPr>
          <p:nvPr>
            <p:ph type="title"/>
          </p:nvPr>
        </p:nvSpPr>
        <p:spPr/>
        <p:txBody>
          <a:bodyPr/>
          <a:lstStyle/>
          <a:p>
            <a:r>
              <a:rPr lang="en-US" altLang="zh-CN" noProof="1"/>
              <a:t>Click to edit Master title style</a:t>
            </a:r>
            <a:endParaRPr lang="zh-CN" altLang="en-US" noProof="1"/>
          </a:p>
        </p:txBody>
      </p:sp>
      <p:sp>
        <p:nvSpPr>
          <p:cNvPr id="1052640" name="内容占位符 2"/>
          <p:cNvSpPr>
            <a:spLocks noGrp="1"/>
          </p:cNvSpPr>
          <p:nvPr>
            <p:ph sz="half" idx="1"/>
          </p:nvPr>
        </p:nvSpPr>
        <p:spPr>
          <a:xfrm>
            <a:off x="609361" y="1600202"/>
            <a:ext cx="5409675" cy="4525963"/>
          </a:xfrm>
        </p:spPr>
        <p:txBody>
          <a:bodyPr/>
          <a:lstStyle/>
          <a:p>
            <a:pPr lvl="0"/>
            <a:r>
              <a:rPr lang="en-US" altLang="zh-CN" noProof="1"/>
              <a:t>Click to edit Master text styles</a:t>
            </a:r>
          </a:p>
          <a:p>
            <a:pPr lvl="1"/>
            <a:r>
              <a:rPr lang="en-US" altLang="zh-CN" noProof="1"/>
              <a:t>Second level</a:t>
            </a:r>
          </a:p>
          <a:p>
            <a:pPr lvl="2"/>
            <a:r>
              <a:rPr lang="en-US" altLang="zh-CN" noProof="1"/>
              <a:t>Third level</a:t>
            </a:r>
          </a:p>
          <a:p>
            <a:pPr lvl="3"/>
            <a:r>
              <a:rPr lang="en-US" altLang="zh-CN" noProof="1"/>
              <a:t>Fourth level</a:t>
            </a:r>
          </a:p>
          <a:p>
            <a:pPr lvl="4"/>
            <a:r>
              <a:rPr lang="en-US" altLang="zh-CN" noProof="1"/>
              <a:t>Fifth level</a:t>
            </a:r>
            <a:endParaRPr lang="zh-CN" altLang="en-US" noProof="1"/>
          </a:p>
        </p:txBody>
      </p:sp>
      <p:sp>
        <p:nvSpPr>
          <p:cNvPr id="1052641" name="内容占位符 3"/>
          <p:cNvSpPr>
            <a:spLocks noGrp="1"/>
          </p:cNvSpPr>
          <p:nvPr>
            <p:ph sz="half" idx="2"/>
          </p:nvPr>
        </p:nvSpPr>
        <p:spPr>
          <a:xfrm>
            <a:off x="6171378" y="1600202"/>
            <a:ext cx="5411261" cy="4525963"/>
          </a:xfrm>
        </p:spPr>
        <p:txBody>
          <a:bodyPr/>
          <a:lstStyle/>
          <a:p>
            <a:pPr lvl="0"/>
            <a:r>
              <a:rPr lang="en-US" altLang="zh-CN" noProof="1"/>
              <a:t>Click to edit Master text styles</a:t>
            </a:r>
          </a:p>
          <a:p>
            <a:pPr lvl="1"/>
            <a:r>
              <a:rPr lang="en-US" altLang="zh-CN" noProof="1"/>
              <a:t>Second level</a:t>
            </a:r>
          </a:p>
          <a:p>
            <a:pPr lvl="2"/>
            <a:r>
              <a:rPr lang="en-US" altLang="zh-CN" noProof="1"/>
              <a:t>Third level</a:t>
            </a:r>
          </a:p>
          <a:p>
            <a:pPr lvl="3"/>
            <a:r>
              <a:rPr lang="en-US" altLang="zh-CN" noProof="1"/>
              <a:t>Fourth level</a:t>
            </a:r>
          </a:p>
          <a:p>
            <a:pPr lvl="4"/>
            <a:r>
              <a:rPr lang="en-US" altLang="zh-CN" noProof="1"/>
              <a:t>Fifth level</a:t>
            </a:r>
            <a:endParaRPr lang="zh-CN" altLang="en-US"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52642" name="标题 1"/>
          <p:cNvSpPr>
            <a:spLocks noGrp="1"/>
          </p:cNvSpPr>
          <p:nvPr>
            <p:ph type="title"/>
          </p:nvPr>
        </p:nvSpPr>
        <p:spPr>
          <a:xfrm>
            <a:off x="839460" y="365127"/>
            <a:ext cx="10516253" cy="1325563"/>
          </a:xfrm>
        </p:spPr>
        <p:txBody>
          <a:bodyPr/>
          <a:lstStyle/>
          <a:p>
            <a:r>
              <a:rPr lang="en-US" altLang="zh-CN" noProof="1"/>
              <a:t>Click to edit Master title style</a:t>
            </a:r>
            <a:endParaRPr lang="zh-CN" altLang="en-US" noProof="1"/>
          </a:p>
        </p:txBody>
      </p:sp>
      <p:sp>
        <p:nvSpPr>
          <p:cNvPr id="1052643" name="文本占位符 2"/>
          <p:cNvSpPr>
            <a:spLocks noGrp="1"/>
          </p:cNvSpPr>
          <p:nvPr>
            <p:ph type="body" idx="1"/>
          </p:nvPr>
        </p:nvSpPr>
        <p:spPr>
          <a:xfrm>
            <a:off x="839460" y="1681163"/>
            <a:ext cx="5157360" cy="823912"/>
          </a:xfrm>
        </p:spPr>
        <p:txBody>
          <a:bodyPr anchor="b"/>
          <a:lstStyle>
            <a:lvl1pPr marL="0" indent="0">
              <a:buNone/>
              <a:defRPr sz="1799" b="1"/>
            </a:lvl1pPr>
            <a:lvl2pPr marL="342763" indent="0">
              <a:buNone/>
              <a:defRPr sz="1499" b="1"/>
            </a:lvl2pPr>
            <a:lvl3pPr marL="685526" indent="0">
              <a:buNone/>
              <a:defRPr sz="1349" b="1"/>
            </a:lvl3pPr>
            <a:lvl4pPr marL="1028289" indent="0">
              <a:buNone/>
              <a:defRPr sz="1200" b="1"/>
            </a:lvl4pPr>
            <a:lvl5pPr marL="1371051" indent="0">
              <a:buNone/>
              <a:defRPr sz="1200" b="1"/>
            </a:lvl5pPr>
            <a:lvl6pPr marL="1713814" indent="0">
              <a:buNone/>
              <a:defRPr sz="1200" b="1"/>
            </a:lvl6pPr>
            <a:lvl7pPr marL="2056577" indent="0">
              <a:buNone/>
              <a:defRPr sz="1200" b="1"/>
            </a:lvl7pPr>
            <a:lvl8pPr marL="2399340" indent="0">
              <a:buNone/>
              <a:defRPr sz="1200" b="1"/>
            </a:lvl8pPr>
            <a:lvl9pPr marL="2742103" indent="0">
              <a:buNone/>
              <a:defRPr sz="1200" b="1"/>
            </a:lvl9pPr>
          </a:lstStyle>
          <a:p>
            <a:pPr lvl="0"/>
            <a:r>
              <a:rPr lang="en-US" altLang="zh-CN" noProof="1"/>
              <a:t>Click to edit Master text styles</a:t>
            </a:r>
          </a:p>
        </p:txBody>
      </p:sp>
      <p:sp>
        <p:nvSpPr>
          <p:cNvPr id="1052644" name="内容占位符 3"/>
          <p:cNvSpPr>
            <a:spLocks noGrp="1"/>
          </p:cNvSpPr>
          <p:nvPr>
            <p:ph sz="half" idx="2"/>
          </p:nvPr>
        </p:nvSpPr>
        <p:spPr>
          <a:xfrm>
            <a:off x="839460" y="2505075"/>
            <a:ext cx="5157360" cy="3684588"/>
          </a:xfrm>
        </p:spPr>
        <p:txBody>
          <a:bodyPr/>
          <a:lstStyle/>
          <a:p>
            <a:pPr lvl="0"/>
            <a:r>
              <a:rPr lang="en-US" altLang="zh-CN" noProof="1"/>
              <a:t>Click to edit Master text styles</a:t>
            </a:r>
          </a:p>
          <a:p>
            <a:pPr lvl="1"/>
            <a:r>
              <a:rPr lang="en-US" altLang="zh-CN" noProof="1"/>
              <a:t>Second level</a:t>
            </a:r>
          </a:p>
          <a:p>
            <a:pPr lvl="2"/>
            <a:r>
              <a:rPr lang="en-US" altLang="zh-CN" noProof="1"/>
              <a:t>Third level</a:t>
            </a:r>
          </a:p>
          <a:p>
            <a:pPr lvl="3"/>
            <a:r>
              <a:rPr lang="en-US" altLang="zh-CN" noProof="1"/>
              <a:t>Fourth level</a:t>
            </a:r>
          </a:p>
          <a:p>
            <a:pPr lvl="4"/>
            <a:r>
              <a:rPr lang="en-US" altLang="zh-CN" noProof="1"/>
              <a:t>Fifth level</a:t>
            </a:r>
            <a:endParaRPr lang="zh-CN" altLang="en-US" noProof="1"/>
          </a:p>
        </p:txBody>
      </p:sp>
      <p:sp>
        <p:nvSpPr>
          <p:cNvPr id="1052645" name="文本占位符 4"/>
          <p:cNvSpPr>
            <a:spLocks noGrp="1"/>
          </p:cNvSpPr>
          <p:nvPr>
            <p:ph type="body" sz="quarter" idx="3"/>
          </p:nvPr>
        </p:nvSpPr>
        <p:spPr>
          <a:xfrm>
            <a:off x="6172965" y="1681163"/>
            <a:ext cx="5182751" cy="823912"/>
          </a:xfrm>
        </p:spPr>
        <p:txBody>
          <a:bodyPr anchor="b"/>
          <a:lstStyle>
            <a:lvl1pPr marL="0" indent="0">
              <a:buNone/>
              <a:defRPr sz="1799" b="1"/>
            </a:lvl1pPr>
            <a:lvl2pPr marL="342763" indent="0">
              <a:buNone/>
              <a:defRPr sz="1499" b="1"/>
            </a:lvl2pPr>
            <a:lvl3pPr marL="685526" indent="0">
              <a:buNone/>
              <a:defRPr sz="1349" b="1"/>
            </a:lvl3pPr>
            <a:lvl4pPr marL="1028289" indent="0">
              <a:buNone/>
              <a:defRPr sz="1200" b="1"/>
            </a:lvl4pPr>
            <a:lvl5pPr marL="1371051" indent="0">
              <a:buNone/>
              <a:defRPr sz="1200" b="1"/>
            </a:lvl5pPr>
            <a:lvl6pPr marL="1713814" indent="0">
              <a:buNone/>
              <a:defRPr sz="1200" b="1"/>
            </a:lvl6pPr>
            <a:lvl7pPr marL="2056577" indent="0">
              <a:buNone/>
              <a:defRPr sz="1200" b="1"/>
            </a:lvl7pPr>
            <a:lvl8pPr marL="2399340" indent="0">
              <a:buNone/>
              <a:defRPr sz="1200" b="1"/>
            </a:lvl8pPr>
            <a:lvl9pPr marL="2742103" indent="0">
              <a:buNone/>
              <a:defRPr sz="1200" b="1"/>
            </a:lvl9pPr>
          </a:lstStyle>
          <a:p>
            <a:pPr lvl="0"/>
            <a:r>
              <a:rPr lang="en-US" altLang="zh-CN" noProof="1"/>
              <a:t>Click to edit Master text styles</a:t>
            </a:r>
          </a:p>
        </p:txBody>
      </p:sp>
      <p:sp>
        <p:nvSpPr>
          <p:cNvPr id="1052646" name="内容占位符 5"/>
          <p:cNvSpPr>
            <a:spLocks noGrp="1"/>
          </p:cNvSpPr>
          <p:nvPr>
            <p:ph sz="quarter" idx="4"/>
          </p:nvPr>
        </p:nvSpPr>
        <p:spPr>
          <a:xfrm>
            <a:off x="6172965" y="2505075"/>
            <a:ext cx="5182751" cy="3684588"/>
          </a:xfrm>
        </p:spPr>
        <p:txBody>
          <a:bodyPr/>
          <a:lstStyle/>
          <a:p>
            <a:pPr lvl="0"/>
            <a:r>
              <a:rPr lang="en-US" altLang="zh-CN" noProof="1"/>
              <a:t>Click to edit Master text styles</a:t>
            </a:r>
          </a:p>
          <a:p>
            <a:pPr lvl="1"/>
            <a:r>
              <a:rPr lang="en-US" altLang="zh-CN" noProof="1"/>
              <a:t>Second level</a:t>
            </a:r>
          </a:p>
          <a:p>
            <a:pPr lvl="2"/>
            <a:r>
              <a:rPr lang="en-US" altLang="zh-CN" noProof="1"/>
              <a:t>Third level</a:t>
            </a:r>
          </a:p>
          <a:p>
            <a:pPr lvl="3"/>
            <a:r>
              <a:rPr lang="en-US" altLang="zh-CN" noProof="1"/>
              <a:t>Fourth level</a:t>
            </a:r>
          </a:p>
          <a:p>
            <a:pPr lvl="4"/>
            <a:r>
              <a:rPr lang="en-US" altLang="zh-CN" noProof="1"/>
              <a:t>Fifth level</a:t>
            </a:r>
            <a:endParaRPr lang="zh-CN" altLang="en-US"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52626" name="标题 1"/>
          <p:cNvSpPr>
            <a:spLocks noGrp="1"/>
          </p:cNvSpPr>
          <p:nvPr>
            <p:ph type="title"/>
          </p:nvPr>
        </p:nvSpPr>
        <p:spPr/>
        <p:txBody>
          <a:bodyPr/>
          <a:lstStyle/>
          <a:p>
            <a:r>
              <a:rPr lang="en-US" altLang="zh-CN" noProof="1"/>
              <a:t>Click to edit Master title style</a:t>
            </a:r>
            <a:endParaRPr lang="zh-CN" altLang="en-US"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52647" name="标题 1"/>
          <p:cNvSpPr>
            <a:spLocks noGrp="1"/>
          </p:cNvSpPr>
          <p:nvPr>
            <p:ph type="title"/>
          </p:nvPr>
        </p:nvSpPr>
        <p:spPr>
          <a:xfrm>
            <a:off x="839461" y="457200"/>
            <a:ext cx="3932289" cy="1600200"/>
          </a:xfrm>
        </p:spPr>
        <p:txBody>
          <a:bodyPr anchor="b"/>
          <a:lstStyle>
            <a:lvl1pPr>
              <a:defRPr sz="2399"/>
            </a:lvl1pPr>
          </a:lstStyle>
          <a:p>
            <a:r>
              <a:rPr lang="en-US" altLang="zh-CN" noProof="1"/>
              <a:t>Click to edit Master title style</a:t>
            </a:r>
            <a:endParaRPr lang="zh-CN" altLang="en-US" noProof="1"/>
          </a:p>
        </p:txBody>
      </p:sp>
      <p:sp>
        <p:nvSpPr>
          <p:cNvPr id="1052648" name="内容占位符 2"/>
          <p:cNvSpPr>
            <a:spLocks noGrp="1"/>
          </p:cNvSpPr>
          <p:nvPr>
            <p:ph idx="1"/>
          </p:nvPr>
        </p:nvSpPr>
        <p:spPr>
          <a:xfrm>
            <a:off x="5182751" y="987427"/>
            <a:ext cx="6172964" cy="4873625"/>
          </a:xfrm>
        </p:spPr>
        <p:txBody>
          <a:bodyPr/>
          <a:lstStyle>
            <a:lvl1pPr>
              <a:defRPr sz="2399"/>
            </a:lvl1pPr>
            <a:lvl2pPr>
              <a:defRPr sz="2099"/>
            </a:lvl2pPr>
            <a:lvl3pPr>
              <a:defRPr sz="1799"/>
            </a:lvl3pPr>
            <a:lvl4pPr>
              <a:defRPr sz="1499"/>
            </a:lvl4pPr>
            <a:lvl5pPr>
              <a:defRPr sz="1499"/>
            </a:lvl5pPr>
            <a:lvl6pPr>
              <a:defRPr sz="1499"/>
            </a:lvl6pPr>
            <a:lvl7pPr>
              <a:defRPr sz="1499"/>
            </a:lvl7pPr>
            <a:lvl8pPr>
              <a:defRPr sz="1499"/>
            </a:lvl8pPr>
            <a:lvl9pPr>
              <a:defRPr sz="1499"/>
            </a:lvl9pPr>
          </a:lstStyle>
          <a:p>
            <a:pPr lvl="0"/>
            <a:r>
              <a:rPr lang="en-US" altLang="zh-CN" noProof="1"/>
              <a:t>Click to edit Master text styles</a:t>
            </a:r>
          </a:p>
          <a:p>
            <a:pPr lvl="1"/>
            <a:r>
              <a:rPr lang="en-US" altLang="zh-CN" noProof="1"/>
              <a:t>Second level</a:t>
            </a:r>
          </a:p>
          <a:p>
            <a:pPr lvl="2"/>
            <a:r>
              <a:rPr lang="en-US" altLang="zh-CN" noProof="1"/>
              <a:t>Third level</a:t>
            </a:r>
          </a:p>
          <a:p>
            <a:pPr lvl="3"/>
            <a:r>
              <a:rPr lang="en-US" altLang="zh-CN" noProof="1"/>
              <a:t>Fourth level</a:t>
            </a:r>
          </a:p>
          <a:p>
            <a:pPr lvl="4"/>
            <a:r>
              <a:rPr lang="en-US" altLang="zh-CN" noProof="1"/>
              <a:t>Fifth level</a:t>
            </a:r>
            <a:endParaRPr lang="zh-CN" altLang="en-US" noProof="1"/>
          </a:p>
        </p:txBody>
      </p:sp>
      <p:sp>
        <p:nvSpPr>
          <p:cNvPr id="1052649" name="文本占位符 3"/>
          <p:cNvSpPr>
            <a:spLocks noGrp="1"/>
          </p:cNvSpPr>
          <p:nvPr>
            <p:ph type="body" sz="half" idx="2"/>
          </p:nvPr>
        </p:nvSpPr>
        <p:spPr>
          <a:xfrm>
            <a:off x="839461" y="2057400"/>
            <a:ext cx="3932289" cy="3811588"/>
          </a:xfrm>
        </p:spPr>
        <p:txBody>
          <a:bodyPr/>
          <a:lstStyle>
            <a:lvl1pPr marL="0" indent="0">
              <a:buNone/>
              <a:defRPr sz="1200"/>
            </a:lvl1pPr>
            <a:lvl2pPr marL="342763" indent="0">
              <a:buNone/>
              <a:defRPr sz="1050"/>
            </a:lvl2pPr>
            <a:lvl3pPr marL="685526" indent="0">
              <a:buNone/>
              <a:defRPr sz="900"/>
            </a:lvl3pPr>
            <a:lvl4pPr marL="1028289" indent="0">
              <a:buNone/>
              <a:defRPr sz="750"/>
            </a:lvl4pPr>
            <a:lvl5pPr marL="1371051" indent="0">
              <a:buNone/>
              <a:defRPr sz="750"/>
            </a:lvl5pPr>
            <a:lvl6pPr marL="1713814" indent="0">
              <a:buNone/>
              <a:defRPr sz="750"/>
            </a:lvl6pPr>
            <a:lvl7pPr marL="2056577" indent="0">
              <a:buNone/>
              <a:defRPr sz="750"/>
            </a:lvl7pPr>
            <a:lvl8pPr marL="2399340" indent="0">
              <a:buNone/>
              <a:defRPr sz="750"/>
            </a:lvl8pPr>
            <a:lvl9pPr marL="2742103" indent="0">
              <a:buNone/>
              <a:defRPr sz="750"/>
            </a:lvl9pPr>
          </a:lstStyle>
          <a:p>
            <a:pPr lvl="0"/>
            <a:r>
              <a:rPr lang="en-US" altLang="zh-CN" noProof="1"/>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52632" name="标题 1"/>
          <p:cNvSpPr>
            <a:spLocks noGrp="1"/>
          </p:cNvSpPr>
          <p:nvPr>
            <p:ph type="title"/>
          </p:nvPr>
        </p:nvSpPr>
        <p:spPr>
          <a:xfrm>
            <a:off x="839461" y="457200"/>
            <a:ext cx="3932289" cy="1600200"/>
          </a:xfrm>
        </p:spPr>
        <p:txBody>
          <a:bodyPr anchor="b"/>
          <a:lstStyle>
            <a:lvl1pPr>
              <a:defRPr sz="2399"/>
            </a:lvl1pPr>
          </a:lstStyle>
          <a:p>
            <a:r>
              <a:rPr lang="en-US" altLang="zh-CN" noProof="1"/>
              <a:t>Click to edit Master title style</a:t>
            </a:r>
            <a:endParaRPr lang="zh-CN" altLang="en-US" noProof="1"/>
          </a:p>
        </p:txBody>
      </p:sp>
      <p:sp>
        <p:nvSpPr>
          <p:cNvPr id="1052633" name="图片占位符 2"/>
          <p:cNvSpPr>
            <a:spLocks noGrp="1"/>
          </p:cNvSpPr>
          <p:nvPr>
            <p:ph type="pic" idx="1"/>
          </p:nvPr>
        </p:nvSpPr>
        <p:spPr>
          <a:xfrm>
            <a:off x="5182751" y="987427"/>
            <a:ext cx="6172964" cy="4873625"/>
          </a:xfrm>
        </p:spPr>
        <p:txBody>
          <a:bodyPr/>
          <a:lstStyle>
            <a:lvl1pPr marL="0" indent="0">
              <a:buNone/>
              <a:defRPr sz="2399"/>
            </a:lvl1pPr>
            <a:lvl2pPr marL="342763" indent="0">
              <a:buNone/>
              <a:defRPr sz="2099"/>
            </a:lvl2pPr>
            <a:lvl3pPr marL="685526" indent="0">
              <a:buNone/>
              <a:defRPr sz="1799"/>
            </a:lvl3pPr>
            <a:lvl4pPr marL="1028289" indent="0">
              <a:buNone/>
              <a:defRPr sz="1499"/>
            </a:lvl4pPr>
            <a:lvl5pPr marL="1371051" indent="0">
              <a:buNone/>
              <a:defRPr sz="1499"/>
            </a:lvl5pPr>
            <a:lvl6pPr marL="1713814" indent="0">
              <a:buNone/>
              <a:defRPr sz="1499"/>
            </a:lvl6pPr>
            <a:lvl7pPr marL="2056577" indent="0">
              <a:buNone/>
              <a:defRPr sz="1499"/>
            </a:lvl7pPr>
            <a:lvl8pPr marL="2399340" indent="0">
              <a:buNone/>
              <a:defRPr sz="1499"/>
            </a:lvl8pPr>
            <a:lvl9pPr marL="2742103" indent="0">
              <a:buNone/>
              <a:defRPr sz="1499"/>
            </a:lvl9pPr>
          </a:lstStyle>
          <a:p>
            <a:pPr lvl="0"/>
            <a:r>
              <a:rPr lang="en-US" altLang="zh-CN" noProof="0"/>
              <a:t>Click icon to add picture</a:t>
            </a:r>
            <a:endParaRPr lang="zh-CN" altLang="en-US" noProof="0"/>
          </a:p>
        </p:txBody>
      </p:sp>
      <p:sp>
        <p:nvSpPr>
          <p:cNvPr id="1052634" name="文本占位符 3"/>
          <p:cNvSpPr>
            <a:spLocks noGrp="1"/>
          </p:cNvSpPr>
          <p:nvPr>
            <p:ph type="body" sz="half" idx="2"/>
          </p:nvPr>
        </p:nvSpPr>
        <p:spPr>
          <a:xfrm>
            <a:off x="839461" y="2057400"/>
            <a:ext cx="3932289" cy="3811588"/>
          </a:xfrm>
        </p:spPr>
        <p:txBody>
          <a:bodyPr/>
          <a:lstStyle>
            <a:lvl1pPr marL="0" indent="0">
              <a:buNone/>
              <a:defRPr sz="1200"/>
            </a:lvl1pPr>
            <a:lvl2pPr marL="342763" indent="0">
              <a:buNone/>
              <a:defRPr sz="1050"/>
            </a:lvl2pPr>
            <a:lvl3pPr marL="685526" indent="0">
              <a:buNone/>
              <a:defRPr sz="900"/>
            </a:lvl3pPr>
            <a:lvl4pPr marL="1028289" indent="0">
              <a:buNone/>
              <a:defRPr sz="750"/>
            </a:lvl4pPr>
            <a:lvl5pPr marL="1371051" indent="0">
              <a:buNone/>
              <a:defRPr sz="750"/>
            </a:lvl5pPr>
            <a:lvl6pPr marL="1713814" indent="0">
              <a:buNone/>
              <a:defRPr sz="750"/>
            </a:lvl6pPr>
            <a:lvl7pPr marL="2056577" indent="0">
              <a:buNone/>
              <a:defRPr sz="750"/>
            </a:lvl7pPr>
            <a:lvl8pPr marL="2399340" indent="0">
              <a:buNone/>
              <a:defRPr sz="750"/>
            </a:lvl8pPr>
            <a:lvl9pPr marL="2742103" indent="0">
              <a:buNone/>
              <a:defRPr sz="750"/>
            </a:lvl9pPr>
          </a:lstStyle>
          <a:p>
            <a:pPr lvl="0"/>
            <a:r>
              <a:rPr lang="en-US" altLang="zh-CN" noProof="1"/>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52635" name="标题 1"/>
          <p:cNvSpPr>
            <a:spLocks noGrp="1"/>
          </p:cNvSpPr>
          <p:nvPr>
            <p:ph type="title"/>
          </p:nvPr>
        </p:nvSpPr>
        <p:spPr/>
        <p:txBody>
          <a:bodyPr/>
          <a:lstStyle/>
          <a:p>
            <a:r>
              <a:rPr lang="en-US" altLang="zh-CN" noProof="1"/>
              <a:t>Click to edit Master title style</a:t>
            </a:r>
            <a:endParaRPr lang="zh-CN" altLang="en-US" noProof="1"/>
          </a:p>
        </p:txBody>
      </p:sp>
      <p:sp>
        <p:nvSpPr>
          <p:cNvPr id="1052636" name="竖排文字占位符 2"/>
          <p:cNvSpPr>
            <a:spLocks noGrp="1"/>
          </p:cNvSpPr>
          <p:nvPr>
            <p:ph type="body" orient="vert" idx="1"/>
          </p:nvPr>
        </p:nvSpPr>
        <p:spPr/>
        <p:txBody>
          <a:bodyPr vert="eaVert"/>
          <a:lstStyle/>
          <a:p>
            <a:pPr lvl="0"/>
            <a:r>
              <a:rPr lang="en-US" altLang="zh-CN" noProof="1"/>
              <a:t>Click to edit Master text styles</a:t>
            </a:r>
          </a:p>
          <a:p>
            <a:pPr lvl="1"/>
            <a:r>
              <a:rPr lang="en-US" altLang="zh-CN" noProof="1"/>
              <a:t>Second level</a:t>
            </a:r>
          </a:p>
          <a:p>
            <a:pPr lvl="2"/>
            <a:r>
              <a:rPr lang="en-US" altLang="zh-CN" noProof="1"/>
              <a:t>Third level</a:t>
            </a:r>
          </a:p>
          <a:p>
            <a:pPr lvl="3"/>
            <a:r>
              <a:rPr lang="en-US" altLang="zh-CN" noProof="1"/>
              <a:t>Fourth level</a:t>
            </a:r>
          </a:p>
          <a:p>
            <a:pPr lvl="4"/>
            <a:r>
              <a:rPr lang="en-US" altLang="zh-CN" noProof="1"/>
              <a:t>Fifth level</a:t>
            </a:r>
            <a:endParaRPr lang="zh-CN" altLang="en-US"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 文本">
    <p:spTree>
      <p:nvGrpSpPr>
        <p:cNvPr id="1" name=""/>
        <p:cNvGrpSpPr/>
        <p:nvPr/>
      </p:nvGrpSpPr>
      <p:grpSpPr>
        <a:xfrm>
          <a:off x="0" y="0"/>
          <a:ext cx="0" cy="0"/>
          <a:chOff x="0" y="0"/>
          <a:chExt cx="0" cy="0"/>
        </a:xfrm>
      </p:grpSpPr>
      <p:sp>
        <p:nvSpPr>
          <p:cNvPr id="1052627" name="流程图: 接点 3"/>
          <p:cNvSpPr/>
          <p:nvPr/>
        </p:nvSpPr>
        <p:spPr bwMode="auto">
          <a:xfrm>
            <a:off x="122238" y="46038"/>
            <a:ext cx="766762" cy="720725"/>
          </a:xfrm>
          <a:prstGeom prst="flowChartConnector">
            <a:avLst/>
          </a:prstGeom>
          <a:solidFill>
            <a:srgbClr val="00467A"/>
          </a:solidFill>
          <a:ln w="9525" cap="flat" cmpd="sng" algn="ctr">
            <a:solidFill>
              <a:schemeClr val="tx1"/>
            </a:solidFill>
            <a:prstDash val="solid"/>
            <a:round/>
            <a:headEnd type="none" w="med" len="med"/>
            <a:tailEnd type="none" w="med" len="med"/>
          </a:ln>
        </p:spPr>
        <p:txBody>
          <a:bodyPr lIns="68553" tIns="34277" rIns="68553" bIns="34277"/>
          <a:lstStyle/>
          <a:p>
            <a:pPr defTabSz="685526" eaLnBrk="1" hangingPunct="1">
              <a:buFont typeface="Arial" panose="020B0604020202020204" pitchFamily="34" charset="0"/>
              <a:buNone/>
            </a:pPr>
            <a:endParaRPr lang="zh-CN" altLang="en-US" sz="1349"/>
          </a:p>
        </p:txBody>
      </p:sp>
      <p:pic>
        <p:nvPicPr>
          <p:cNvPr id="2097357" name="图片 7"/>
          <p:cNvPicPr>
            <a:picLocks noChangeAspect="1" noChangeArrowheads="1"/>
          </p:cNvPicPr>
          <p:nvPr/>
        </p:nvPicPr>
        <p:blipFill>
          <a:blip r:embed="rId2"/>
          <a:srcRect l="-2568" t="-11948" r="78384" b="-8012"/>
          <a:stretch>
            <a:fillRect/>
          </a:stretch>
        </p:blipFill>
        <p:spPr bwMode="auto">
          <a:xfrm>
            <a:off x="85725" y="9525"/>
            <a:ext cx="839788" cy="793750"/>
          </a:xfrm>
          <a:prstGeom prst="rect">
            <a:avLst/>
          </a:prstGeom>
          <a:noFill/>
          <a:ln>
            <a:noFill/>
          </a:ln>
        </p:spPr>
      </p:pic>
      <p:cxnSp>
        <p:nvCxnSpPr>
          <p:cNvPr id="3145729" name="直接连接符 6"/>
          <p:cNvCxnSpPr>
            <a:cxnSpLocks noChangeShapeType="1"/>
          </p:cNvCxnSpPr>
          <p:nvPr/>
        </p:nvCxnSpPr>
        <p:spPr bwMode="auto">
          <a:xfrm>
            <a:off x="193675" y="836613"/>
            <a:ext cx="6405563" cy="0"/>
          </a:xfrm>
          <a:prstGeom prst="line">
            <a:avLst/>
          </a:prstGeom>
          <a:noFill/>
          <a:ln w="38100" algn="ctr">
            <a:solidFill>
              <a:srgbClr val="00467A"/>
            </a:solidFill>
            <a:round/>
            <a:headEnd/>
            <a:tailEnd/>
          </a:ln>
        </p:spPr>
      </p:cxnSp>
      <p:sp>
        <p:nvSpPr>
          <p:cNvPr id="1052628" name="竖排标题 1"/>
          <p:cNvSpPr>
            <a:spLocks noGrp="1"/>
          </p:cNvSpPr>
          <p:nvPr>
            <p:ph type="title" orient="vert"/>
          </p:nvPr>
        </p:nvSpPr>
        <p:spPr>
          <a:xfrm>
            <a:off x="8840510" y="908050"/>
            <a:ext cx="2742129" cy="5218113"/>
          </a:xfrm>
        </p:spPr>
        <p:txBody>
          <a:bodyPr vert="eaVert"/>
          <a:lstStyle/>
          <a:p>
            <a:r>
              <a:rPr lang="en-US" altLang="zh-CN" noProof="1"/>
              <a:t>Click to edit Master title style</a:t>
            </a:r>
            <a:endParaRPr lang="zh-CN" altLang="en-US" noProof="1"/>
          </a:p>
        </p:txBody>
      </p:sp>
      <p:sp>
        <p:nvSpPr>
          <p:cNvPr id="1052629" name="竖排文字占位符 2"/>
          <p:cNvSpPr>
            <a:spLocks noGrp="1"/>
          </p:cNvSpPr>
          <p:nvPr>
            <p:ph type="body" orient="vert" idx="1"/>
          </p:nvPr>
        </p:nvSpPr>
        <p:spPr>
          <a:xfrm>
            <a:off x="609363" y="908050"/>
            <a:ext cx="8078807" cy="5218113"/>
          </a:xfrm>
        </p:spPr>
        <p:txBody>
          <a:bodyPr vert="eaVert"/>
          <a:lstStyle/>
          <a:p>
            <a:pPr lvl="0"/>
            <a:r>
              <a:rPr lang="en-US" altLang="zh-CN" noProof="1"/>
              <a:t>Click to edit Master text styles</a:t>
            </a:r>
          </a:p>
          <a:p>
            <a:pPr lvl="1"/>
            <a:r>
              <a:rPr lang="en-US" altLang="zh-CN" noProof="1"/>
              <a:t>Second level</a:t>
            </a:r>
          </a:p>
          <a:p>
            <a:pPr lvl="2"/>
            <a:r>
              <a:rPr lang="en-US" altLang="zh-CN" noProof="1"/>
              <a:t>Third level</a:t>
            </a:r>
          </a:p>
          <a:p>
            <a:pPr lvl="3"/>
            <a:r>
              <a:rPr lang="en-US" altLang="zh-CN" noProof="1"/>
              <a:t>Fourth level</a:t>
            </a:r>
          </a:p>
          <a:p>
            <a:pPr lvl="4"/>
            <a:r>
              <a:rPr lang="en-US" altLang="zh-CN" noProof="1"/>
              <a:t>Fifth level</a:t>
            </a:r>
            <a:endParaRPr lang="zh-CN" altLang="en-US" noProof="1"/>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48576" name="矩形 3"/>
          <p:cNvSpPr>
            <a:spLocks noChangeArrowheads="1"/>
          </p:cNvSpPr>
          <p:nvPr/>
        </p:nvSpPr>
        <p:spPr bwMode="auto">
          <a:xfrm>
            <a:off x="11577638" y="6381750"/>
            <a:ext cx="492125" cy="396875"/>
          </a:xfrm>
          <a:prstGeom prst="rect">
            <a:avLst/>
          </a:prstGeom>
          <a:solidFill>
            <a:srgbClr val="0F3D68"/>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685526" eaLnBrk="1" hangingPunct="1">
              <a:buFont typeface="Arial" panose="020B0604020202020204" pitchFamily="34" charset="0"/>
              <a:buNone/>
            </a:pPr>
            <a:endParaRPr lang="zh-CN" altLang="en-US" sz="1349"/>
          </a:p>
        </p:txBody>
      </p:sp>
      <p:sp>
        <p:nvSpPr>
          <p:cNvPr id="1048577" name="TextBox 4"/>
          <p:cNvSpPr txBox="1">
            <a:spLocks noChangeArrowheads="1"/>
          </p:cNvSpPr>
          <p:nvPr/>
        </p:nvSpPr>
        <p:spPr bwMode="auto">
          <a:xfrm>
            <a:off x="11636375" y="6410325"/>
            <a:ext cx="360679" cy="269240"/>
          </a:xfrm>
          <a:prstGeom prst="rect">
            <a:avLst/>
          </a:prstGeom>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fld id="{FE9D1A80-7CF7-470C-A401-764F8F38726F}" type="slidenum">
              <a:rPr lang="zh-CN" altLang="en-US" sz="1200" smtClean="0">
                <a:solidFill>
                  <a:schemeClr val="accent2"/>
                </a:solidFill>
              </a:rPr>
              <a:pPr algn="ctr" eaLnBrk="1" hangingPunct="1"/>
              <a:t>‹#›</a:t>
            </a:fld>
            <a:endParaRPr lang="zh-CN" altLang="en-US" sz="1200">
              <a:solidFill>
                <a:schemeClr val="accent2"/>
              </a:solidFill>
            </a:endParaRPr>
          </a:p>
        </p:txBody>
      </p:sp>
      <p:sp>
        <p:nvSpPr>
          <p:cNvPr id="1048578" name="Rectangle 2"/>
          <p:cNvSpPr>
            <a:spLocks noGrp="1" noChangeArrowheads="1"/>
          </p:cNvSpPr>
          <p:nvPr>
            <p:ph type="title"/>
          </p:nvPr>
        </p:nvSpPr>
        <p:spPr bwMode="auto">
          <a:xfrm>
            <a:off x="609600" y="908050"/>
            <a:ext cx="10972800" cy="635000"/>
          </a:xfrm>
          <a:prstGeom prst="rect">
            <a:avLst/>
          </a:prstGeom>
          <a:noFill/>
          <a:ln>
            <a:noFill/>
          </a:ln>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48579" name="Rectangle 3"/>
          <p:cNvSpPr>
            <a:spLocks noGrp="1" noChangeArrowheads="1"/>
          </p:cNvSpPr>
          <p:nvPr>
            <p:ph type="body"/>
          </p:nvPr>
        </p:nvSpPr>
        <p:spPr bwMode="auto">
          <a:xfrm>
            <a:off x="609600" y="1600200"/>
            <a:ext cx="10972800" cy="4525963"/>
          </a:xfrm>
          <a:prstGeom prst="rect">
            <a:avLst/>
          </a:prstGeom>
          <a:noFill/>
          <a:ln>
            <a:noFill/>
          </a:ln>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p:txBody>
      </p:sp>
      <p:sp>
        <p:nvSpPr>
          <p:cNvPr id="1048580" name="矩形 1"/>
          <p:cNvSpPr>
            <a:spLocks noChangeArrowheads="1"/>
          </p:cNvSpPr>
          <p:nvPr/>
        </p:nvSpPr>
        <p:spPr bwMode="auto">
          <a:xfrm>
            <a:off x="0" y="6713538"/>
            <a:ext cx="12192000" cy="144462"/>
          </a:xfrm>
          <a:prstGeom prst="rect">
            <a:avLst/>
          </a:prstGeom>
          <a:solidFill>
            <a:srgbClr val="0F3D68"/>
          </a:solidFill>
          <a:ln>
            <a:noFill/>
          </a:ln>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685526" eaLnBrk="1" hangingPunct="1"/>
            <a:endParaRPr lang="zh-CN" altLang="en-US" sz="1349"/>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048577"/>
                                        </p:tgtEl>
                                        <p:attrNameLst>
                                          <p:attrName>style.visibility</p:attrName>
                                        </p:attrNameLst>
                                      </p:cBhvr>
                                      <p:to>
                                        <p:strVal val="visible"/>
                                      </p:to>
                                    </p:set>
                                    <p:anim calcmode="lin" valueType="num">
                                      <p:cBhvr>
                                        <p:cTn id="7" dur="400" fill="hold"/>
                                        <p:tgtEl>
                                          <p:spTgt spid="1048577"/>
                                        </p:tgtEl>
                                        <p:attrNameLst>
                                          <p:attrName>ppt_w</p:attrName>
                                        </p:attrNameLst>
                                      </p:cBhvr>
                                      <p:tavLst>
                                        <p:tav tm="0">
                                          <p:val>
                                            <p:fltVal val="0"/>
                                          </p:val>
                                        </p:tav>
                                        <p:tav tm="100000">
                                          <p:val>
                                            <p:strVal val="#ppt_w"/>
                                          </p:val>
                                        </p:tav>
                                      </p:tavLst>
                                    </p:anim>
                                    <p:anim calcmode="lin" valueType="num">
                                      <p:cBhvr>
                                        <p:cTn id="8" dur="400" fill="hold"/>
                                        <p:tgtEl>
                                          <p:spTgt spid="1048577"/>
                                        </p:tgtEl>
                                        <p:attrNameLst>
                                          <p:attrName>ppt_h</p:attrName>
                                        </p:attrNameLst>
                                      </p:cBhvr>
                                      <p:tavLst>
                                        <p:tav tm="0">
                                          <p:val>
                                            <p:fltVal val="0"/>
                                          </p:val>
                                        </p:tav>
                                        <p:tav tm="100000">
                                          <p:val>
                                            <p:strVal val="#ppt_h"/>
                                          </p:val>
                                        </p:tav>
                                      </p:tavLst>
                                    </p:anim>
                                    <p:anim calcmode="lin" valueType="num">
                                      <p:cBhvr>
                                        <p:cTn id="9" dur="400" fill="hold"/>
                                        <p:tgtEl>
                                          <p:spTgt spid="1048577"/>
                                        </p:tgtEl>
                                        <p:attrNameLst>
                                          <p:attrName>style.rotation</p:attrName>
                                        </p:attrNameLst>
                                      </p:cBhvr>
                                      <p:tavLst>
                                        <p:tav tm="0">
                                          <p:val>
                                            <p:fltVal val="90"/>
                                          </p:val>
                                        </p:tav>
                                        <p:tav tm="100000">
                                          <p:val>
                                            <p:fltVal val="0"/>
                                          </p:val>
                                        </p:tav>
                                      </p:tavLst>
                                    </p:anim>
                                    <p:animEffect transition="in" filter="fade">
                                      <p:cBhvr>
                                        <p:cTn id="10" dur="400"/>
                                        <p:tgtEl>
                                          <p:spTgt spid="10485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577" grpId="0"/>
    </p:bldLst>
  </p:timing>
  <p:hf sldNum="0" hdr="0" ftr="0" dt="0"/>
  <p:txStyles>
    <p:titleStyle>
      <a:lvl1pPr algn="l" rtl="0" eaLnBrk="0" fontAlgn="base" hangingPunct="0">
        <a:spcBef>
          <a:spcPct val="0"/>
        </a:spcBef>
        <a:spcAft>
          <a:spcPct val="0"/>
        </a:spcAft>
        <a:defRPr sz="1700" kern="1200">
          <a:solidFill>
            <a:schemeClr val="accent1"/>
          </a:solidFill>
          <a:latin typeface="+mj-lt"/>
          <a:ea typeface="+mj-ea"/>
          <a:cs typeface="+mj-cs"/>
        </a:defRPr>
      </a:lvl1pPr>
      <a:lvl2pPr algn="l" rtl="0" eaLnBrk="0" fontAlgn="base" hangingPunct="0">
        <a:spcBef>
          <a:spcPct val="0"/>
        </a:spcBef>
        <a:spcAft>
          <a:spcPct val="0"/>
        </a:spcAft>
        <a:defRPr sz="1700">
          <a:solidFill>
            <a:schemeClr val="accent1"/>
          </a:solidFill>
          <a:latin typeface="Arial" panose="020B0604020202020204" pitchFamily="34" charset="0"/>
          <a:ea typeface="微软雅黑" panose="020B0503020204020204" pitchFamily="34" charset="-122"/>
        </a:defRPr>
      </a:lvl2pPr>
      <a:lvl3pPr algn="l" rtl="0" eaLnBrk="0" fontAlgn="base" hangingPunct="0">
        <a:spcBef>
          <a:spcPct val="0"/>
        </a:spcBef>
        <a:spcAft>
          <a:spcPct val="0"/>
        </a:spcAft>
        <a:defRPr sz="1700">
          <a:solidFill>
            <a:schemeClr val="accent1"/>
          </a:solidFill>
          <a:latin typeface="Arial" panose="020B0604020202020204" pitchFamily="34" charset="0"/>
          <a:ea typeface="微软雅黑" panose="020B0503020204020204" pitchFamily="34" charset="-122"/>
        </a:defRPr>
      </a:lvl3pPr>
      <a:lvl4pPr algn="l" rtl="0" eaLnBrk="0" fontAlgn="base" hangingPunct="0">
        <a:spcBef>
          <a:spcPct val="0"/>
        </a:spcBef>
        <a:spcAft>
          <a:spcPct val="0"/>
        </a:spcAft>
        <a:defRPr sz="1700">
          <a:solidFill>
            <a:schemeClr val="accent1"/>
          </a:solidFill>
          <a:latin typeface="Arial" panose="020B0604020202020204" pitchFamily="34" charset="0"/>
          <a:ea typeface="微软雅黑" panose="020B0503020204020204" pitchFamily="34" charset="-122"/>
        </a:defRPr>
      </a:lvl4pPr>
      <a:lvl5pPr algn="l" rtl="0" eaLnBrk="0" fontAlgn="base" hangingPunct="0">
        <a:spcBef>
          <a:spcPct val="0"/>
        </a:spcBef>
        <a:spcAft>
          <a:spcPct val="0"/>
        </a:spcAft>
        <a:defRPr sz="1700">
          <a:solidFill>
            <a:schemeClr val="accent1"/>
          </a:solidFill>
          <a:latin typeface="Arial" panose="020B0604020202020204" pitchFamily="34" charset="0"/>
          <a:ea typeface="微软雅黑" panose="020B0503020204020204" pitchFamily="34" charset="-122"/>
        </a:defRPr>
      </a:lvl5pPr>
      <a:lvl6pPr marL="342763" algn="l" rtl="0" eaLnBrk="1" fontAlgn="base" hangingPunct="1">
        <a:spcBef>
          <a:spcPct val="0"/>
        </a:spcBef>
        <a:spcAft>
          <a:spcPct val="0"/>
        </a:spcAft>
        <a:defRPr sz="1799">
          <a:solidFill>
            <a:schemeClr val="accent1"/>
          </a:solidFill>
          <a:latin typeface="Arial" panose="020B0604020202020204" pitchFamily="34" charset="0"/>
          <a:ea typeface="微软雅黑" panose="020B0503020204020204" pitchFamily="34" charset="-122"/>
        </a:defRPr>
      </a:lvl6pPr>
      <a:lvl7pPr marL="685526" algn="l" rtl="0" eaLnBrk="1" fontAlgn="base" hangingPunct="1">
        <a:spcBef>
          <a:spcPct val="0"/>
        </a:spcBef>
        <a:spcAft>
          <a:spcPct val="0"/>
        </a:spcAft>
        <a:defRPr sz="1799">
          <a:solidFill>
            <a:schemeClr val="accent1"/>
          </a:solidFill>
          <a:latin typeface="Arial" panose="020B0604020202020204" pitchFamily="34" charset="0"/>
          <a:ea typeface="微软雅黑" panose="020B0503020204020204" pitchFamily="34" charset="-122"/>
        </a:defRPr>
      </a:lvl7pPr>
      <a:lvl8pPr marL="1028289" algn="l" rtl="0" eaLnBrk="1" fontAlgn="base" hangingPunct="1">
        <a:spcBef>
          <a:spcPct val="0"/>
        </a:spcBef>
        <a:spcAft>
          <a:spcPct val="0"/>
        </a:spcAft>
        <a:defRPr sz="1799">
          <a:solidFill>
            <a:schemeClr val="accent1"/>
          </a:solidFill>
          <a:latin typeface="Arial" panose="020B0604020202020204" pitchFamily="34" charset="0"/>
          <a:ea typeface="微软雅黑" panose="020B0503020204020204" pitchFamily="34" charset="-122"/>
        </a:defRPr>
      </a:lvl8pPr>
      <a:lvl9pPr marL="1371051" algn="l" rtl="0" eaLnBrk="1" fontAlgn="base" hangingPunct="1">
        <a:spcBef>
          <a:spcPct val="0"/>
        </a:spcBef>
        <a:spcAft>
          <a:spcPct val="0"/>
        </a:spcAft>
        <a:defRPr sz="1799">
          <a:solidFill>
            <a:schemeClr val="accent1"/>
          </a:solidFill>
          <a:latin typeface="Arial" panose="020B0604020202020204" pitchFamily="34" charset="0"/>
          <a:ea typeface="微软雅黑" panose="020B0503020204020204" pitchFamily="34" charset="-122"/>
        </a:defRPr>
      </a:lvl9pPr>
    </p:titleStyle>
    <p:bodyStyle>
      <a:lvl1pPr marL="255588" indent="-255588" algn="l" rtl="0" eaLnBrk="0" fontAlgn="base" hangingPunct="0">
        <a:spcBef>
          <a:spcPct val="20000"/>
        </a:spcBef>
        <a:spcAft>
          <a:spcPct val="0"/>
        </a:spcAft>
        <a:buChar char="•"/>
        <a:defRPr sz="1400" kern="1200">
          <a:solidFill>
            <a:schemeClr val="accent1"/>
          </a:solidFill>
          <a:latin typeface="+mn-lt"/>
          <a:ea typeface="+mn-ea"/>
          <a:cs typeface="+mn-cs"/>
        </a:defRPr>
      </a:lvl1pPr>
      <a:lvl2pPr marL="555625" indent="-212725" algn="l" rtl="0" eaLnBrk="0" fontAlgn="base" hangingPunct="0">
        <a:spcBef>
          <a:spcPct val="20000"/>
        </a:spcBef>
        <a:spcAft>
          <a:spcPct val="0"/>
        </a:spcAft>
        <a:buChar char="–"/>
        <a:defRPr sz="1400" kern="1200">
          <a:solidFill>
            <a:schemeClr val="accent1"/>
          </a:solidFill>
          <a:latin typeface="+mn-lt"/>
          <a:ea typeface="仿宋_GB2312" pitchFamily="1" charset="-122"/>
          <a:cs typeface="仿宋_GB2312"/>
        </a:defRPr>
      </a:lvl2pPr>
      <a:lvl3pPr marL="855663" indent="-169863" algn="l" rtl="0" eaLnBrk="0" fontAlgn="base" hangingPunct="0">
        <a:spcBef>
          <a:spcPct val="20000"/>
        </a:spcBef>
        <a:spcAft>
          <a:spcPct val="0"/>
        </a:spcAft>
        <a:buChar char="•"/>
        <a:defRPr sz="1700" kern="1200">
          <a:solidFill>
            <a:schemeClr val="tx1"/>
          </a:solidFill>
          <a:latin typeface="+mn-lt"/>
          <a:ea typeface="宋体" panose="02010600030101010101" pitchFamily="2" charset="-122"/>
          <a:cs typeface="仿宋_GB2312"/>
        </a:defRPr>
      </a:lvl3pPr>
      <a:lvl4pPr marL="1198563" indent="-169863" algn="l" rtl="0" eaLnBrk="0" fontAlgn="base" hangingPunct="0">
        <a:spcBef>
          <a:spcPct val="20000"/>
        </a:spcBef>
        <a:spcAft>
          <a:spcPct val="0"/>
        </a:spcAft>
        <a:buChar char="–"/>
        <a:defRPr sz="1400" kern="1200">
          <a:solidFill>
            <a:schemeClr val="tx1"/>
          </a:solidFill>
          <a:latin typeface="+mn-lt"/>
          <a:ea typeface="宋体" panose="02010600030101010101" pitchFamily="2" charset="-122"/>
          <a:cs typeface="仿宋_GB2312"/>
        </a:defRPr>
      </a:lvl4pPr>
      <a:lvl5pPr marL="1541463" indent="-169863" algn="l" rtl="0" eaLnBrk="0" fontAlgn="base" hangingPunct="0">
        <a:spcBef>
          <a:spcPct val="20000"/>
        </a:spcBef>
        <a:spcAft>
          <a:spcPct val="0"/>
        </a:spcAft>
        <a:buChar char="»"/>
        <a:defRPr sz="1400" kern="1200">
          <a:solidFill>
            <a:schemeClr val="tx1"/>
          </a:solidFill>
          <a:latin typeface="+mn-lt"/>
          <a:ea typeface="宋体" panose="02010600030101010101" pitchFamily="2" charset="-122"/>
          <a:cs typeface="仿宋_GB2312"/>
        </a:defRPr>
      </a:lvl5pPr>
      <a:lvl6pPr marL="1885196" indent="-171381" algn="l" defTabSz="685526"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6pPr>
      <a:lvl7pPr marL="2227958" indent="-171381" algn="l" defTabSz="685526"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7pPr>
      <a:lvl8pPr marL="2570721" indent="-171381" algn="l" defTabSz="685526"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8pPr>
      <a:lvl9pPr marL="2913484" indent="-171381" algn="l" defTabSz="685526"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9pPr>
    </p:bodyStyle>
    <p:otherStyle>
      <a:defPPr>
        <a:defRPr lang="zh-CN"/>
      </a:defPPr>
      <a:lvl1pPr marL="0" algn="l" defTabSz="685526" rtl="0" eaLnBrk="1" latinLnBrk="0" hangingPunct="1">
        <a:defRPr sz="1349" kern="1200">
          <a:solidFill>
            <a:schemeClr val="tx1"/>
          </a:solidFill>
          <a:latin typeface="+mn-lt"/>
          <a:ea typeface="+mn-ea"/>
          <a:cs typeface="+mn-cs"/>
        </a:defRPr>
      </a:lvl1pPr>
      <a:lvl2pPr marL="342763" algn="l" defTabSz="685526" rtl="0" eaLnBrk="1" latinLnBrk="0" hangingPunct="1">
        <a:defRPr sz="1349" kern="1200">
          <a:solidFill>
            <a:schemeClr val="tx1"/>
          </a:solidFill>
          <a:latin typeface="+mn-lt"/>
          <a:ea typeface="+mn-ea"/>
          <a:cs typeface="+mn-cs"/>
        </a:defRPr>
      </a:lvl2pPr>
      <a:lvl3pPr marL="685526" algn="l" defTabSz="685526" rtl="0" eaLnBrk="1" latinLnBrk="0" hangingPunct="1">
        <a:defRPr sz="1349" kern="1200">
          <a:solidFill>
            <a:schemeClr val="tx1"/>
          </a:solidFill>
          <a:latin typeface="+mn-lt"/>
          <a:ea typeface="+mn-ea"/>
          <a:cs typeface="+mn-cs"/>
        </a:defRPr>
      </a:lvl3pPr>
      <a:lvl4pPr marL="1028289" algn="l" defTabSz="685526" rtl="0" eaLnBrk="1" latinLnBrk="0" hangingPunct="1">
        <a:defRPr sz="1349" kern="1200">
          <a:solidFill>
            <a:schemeClr val="tx1"/>
          </a:solidFill>
          <a:latin typeface="+mn-lt"/>
          <a:ea typeface="+mn-ea"/>
          <a:cs typeface="+mn-cs"/>
        </a:defRPr>
      </a:lvl4pPr>
      <a:lvl5pPr marL="1371051" algn="l" defTabSz="685526" rtl="0" eaLnBrk="1" latinLnBrk="0" hangingPunct="1">
        <a:defRPr sz="1349" kern="1200">
          <a:solidFill>
            <a:schemeClr val="tx1"/>
          </a:solidFill>
          <a:latin typeface="+mn-lt"/>
          <a:ea typeface="+mn-ea"/>
          <a:cs typeface="+mn-cs"/>
        </a:defRPr>
      </a:lvl5pPr>
      <a:lvl6pPr marL="1713814" algn="l" defTabSz="685526" rtl="0" eaLnBrk="1" latinLnBrk="0" hangingPunct="1">
        <a:defRPr sz="1349" kern="1200">
          <a:solidFill>
            <a:schemeClr val="tx1"/>
          </a:solidFill>
          <a:latin typeface="+mn-lt"/>
          <a:ea typeface="+mn-ea"/>
          <a:cs typeface="+mn-cs"/>
        </a:defRPr>
      </a:lvl6pPr>
      <a:lvl7pPr marL="2056577" algn="l" defTabSz="685526" rtl="0" eaLnBrk="1" latinLnBrk="0" hangingPunct="1">
        <a:defRPr sz="1349" kern="1200">
          <a:solidFill>
            <a:schemeClr val="tx1"/>
          </a:solidFill>
          <a:latin typeface="+mn-lt"/>
          <a:ea typeface="+mn-ea"/>
          <a:cs typeface="+mn-cs"/>
        </a:defRPr>
      </a:lvl7pPr>
      <a:lvl8pPr marL="2399340" algn="l" defTabSz="685526" rtl="0" eaLnBrk="1" latinLnBrk="0" hangingPunct="1">
        <a:defRPr sz="1349" kern="1200">
          <a:solidFill>
            <a:schemeClr val="tx1"/>
          </a:solidFill>
          <a:latin typeface="+mn-lt"/>
          <a:ea typeface="+mn-ea"/>
          <a:cs typeface="+mn-cs"/>
        </a:defRPr>
      </a:lvl8pPr>
      <a:lvl9pPr marL="2742103" algn="l" defTabSz="685526" rtl="0" eaLnBrk="1" latinLnBrk="0" hangingPunct="1">
        <a:defRPr sz="134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9.w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image" Target="../media/image8.wmf"/><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4.bin"/><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17" Type="http://schemas.openxmlformats.org/officeDocument/2006/relationships/customXml" Target="../ink/ink113.xml"/><Relationship Id="rId21" Type="http://schemas.openxmlformats.org/officeDocument/2006/relationships/customXml" Target="../ink/ink17.xml"/><Relationship Id="rId42" Type="http://schemas.openxmlformats.org/officeDocument/2006/relationships/customXml" Target="../ink/ink38.xml"/><Relationship Id="rId63" Type="http://schemas.openxmlformats.org/officeDocument/2006/relationships/customXml" Target="../ink/ink59.xml"/><Relationship Id="rId84" Type="http://schemas.openxmlformats.org/officeDocument/2006/relationships/customXml" Target="../ink/ink80.xml"/><Relationship Id="rId16" Type="http://schemas.openxmlformats.org/officeDocument/2006/relationships/customXml" Target="../ink/ink12.xml"/><Relationship Id="rId107" Type="http://schemas.openxmlformats.org/officeDocument/2006/relationships/customXml" Target="../ink/ink103.xml"/><Relationship Id="rId11" Type="http://schemas.openxmlformats.org/officeDocument/2006/relationships/customXml" Target="../ink/ink7.xml"/><Relationship Id="rId32" Type="http://schemas.openxmlformats.org/officeDocument/2006/relationships/customXml" Target="../ink/ink28.xml"/><Relationship Id="rId37" Type="http://schemas.openxmlformats.org/officeDocument/2006/relationships/customXml" Target="../ink/ink33.xml"/><Relationship Id="rId53" Type="http://schemas.openxmlformats.org/officeDocument/2006/relationships/customXml" Target="../ink/ink49.xml"/><Relationship Id="rId58" Type="http://schemas.openxmlformats.org/officeDocument/2006/relationships/customXml" Target="../ink/ink54.xml"/><Relationship Id="rId74" Type="http://schemas.openxmlformats.org/officeDocument/2006/relationships/customXml" Target="../ink/ink70.xml"/><Relationship Id="rId79" Type="http://schemas.openxmlformats.org/officeDocument/2006/relationships/customXml" Target="../ink/ink75.xml"/><Relationship Id="rId102" Type="http://schemas.openxmlformats.org/officeDocument/2006/relationships/customXml" Target="../ink/ink98.xml"/><Relationship Id="rId123" Type="http://schemas.openxmlformats.org/officeDocument/2006/relationships/customXml" Target="../ink/ink119.xml"/><Relationship Id="rId128" Type="http://schemas.openxmlformats.org/officeDocument/2006/relationships/customXml" Target="../ink/ink124.xml"/><Relationship Id="rId5" Type="http://schemas.openxmlformats.org/officeDocument/2006/relationships/customXml" Target="../ink/ink1.xml"/><Relationship Id="rId90" Type="http://schemas.openxmlformats.org/officeDocument/2006/relationships/customXml" Target="../ink/ink86.xml"/><Relationship Id="rId95" Type="http://schemas.openxmlformats.org/officeDocument/2006/relationships/customXml" Target="../ink/ink91.xml"/><Relationship Id="rId22" Type="http://schemas.openxmlformats.org/officeDocument/2006/relationships/customXml" Target="../ink/ink18.xml"/><Relationship Id="rId27" Type="http://schemas.openxmlformats.org/officeDocument/2006/relationships/customXml" Target="../ink/ink23.xml"/><Relationship Id="rId43" Type="http://schemas.openxmlformats.org/officeDocument/2006/relationships/customXml" Target="../ink/ink39.xml"/><Relationship Id="rId48" Type="http://schemas.openxmlformats.org/officeDocument/2006/relationships/customXml" Target="../ink/ink44.xml"/><Relationship Id="rId64" Type="http://schemas.openxmlformats.org/officeDocument/2006/relationships/customXml" Target="../ink/ink60.xml"/><Relationship Id="rId69" Type="http://schemas.openxmlformats.org/officeDocument/2006/relationships/customXml" Target="../ink/ink65.xml"/><Relationship Id="rId113" Type="http://schemas.openxmlformats.org/officeDocument/2006/relationships/customXml" Target="../ink/ink109.xml"/><Relationship Id="rId118" Type="http://schemas.openxmlformats.org/officeDocument/2006/relationships/customXml" Target="../ink/ink114.xml"/><Relationship Id="rId80" Type="http://schemas.openxmlformats.org/officeDocument/2006/relationships/customXml" Target="../ink/ink76.xml"/><Relationship Id="rId85" Type="http://schemas.openxmlformats.org/officeDocument/2006/relationships/customXml" Target="../ink/ink81.xml"/><Relationship Id="rId12" Type="http://schemas.openxmlformats.org/officeDocument/2006/relationships/customXml" Target="../ink/ink8.xml"/><Relationship Id="rId17" Type="http://schemas.openxmlformats.org/officeDocument/2006/relationships/customXml" Target="../ink/ink13.xml"/><Relationship Id="rId33" Type="http://schemas.openxmlformats.org/officeDocument/2006/relationships/customXml" Target="../ink/ink29.xml"/><Relationship Id="rId38" Type="http://schemas.openxmlformats.org/officeDocument/2006/relationships/customXml" Target="../ink/ink34.xml"/><Relationship Id="rId59" Type="http://schemas.openxmlformats.org/officeDocument/2006/relationships/customXml" Target="../ink/ink55.xml"/><Relationship Id="rId103" Type="http://schemas.openxmlformats.org/officeDocument/2006/relationships/customXml" Target="../ink/ink99.xml"/><Relationship Id="rId108" Type="http://schemas.openxmlformats.org/officeDocument/2006/relationships/customXml" Target="../ink/ink104.xml"/><Relationship Id="rId124" Type="http://schemas.openxmlformats.org/officeDocument/2006/relationships/customXml" Target="../ink/ink120.xml"/><Relationship Id="rId129" Type="http://schemas.openxmlformats.org/officeDocument/2006/relationships/customXml" Target="../ink/ink125.xml"/><Relationship Id="rId54" Type="http://schemas.openxmlformats.org/officeDocument/2006/relationships/customXml" Target="../ink/ink50.xml"/><Relationship Id="rId70" Type="http://schemas.openxmlformats.org/officeDocument/2006/relationships/customXml" Target="../ink/ink66.xml"/><Relationship Id="rId75" Type="http://schemas.openxmlformats.org/officeDocument/2006/relationships/customXml" Target="../ink/ink71.xml"/><Relationship Id="rId91" Type="http://schemas.openxmlformats.org/officeDocument/2006/relationships/customXml" Target="../ink/ink87.xml"/><Relationship Id="rId96" Type="http://schemas.openxmlformats.org/officeDocument/2006/relationships/customXml" Target="../ink/ink92.xml"/><Relationship Id="rId1" Type="http://schemas.openxmlformats.org/officeDocument/2006/relationships/slideLayout" Target="../slideLayouts/slideLayout7.xml"/><Relationship Id="rId6" Type="http://schemas.openxmlformats.org/officeDocument/2006/relationships/customXml" Target="../ink/ink2.xml"/><Relationship Id="rId23" Type="http://schemas.openxmlformats.org/officeDocument/2006/relationships/customXml" Target="../ink/ink19.xml"/><Relationship Id="rId28" Type="http://schemas.openxmlformats.org/officeDocument/2006/relationships/customXml" Target="../ink/ink24.xml"/><Relationship Id="rId49" Type="http://schemas.openxmlformats.org/officeDocument/2006/relationships/customXml" Target="../ink/ink45.xml"/><Relationship Id="rId114" Type="http://schemas.openxmlformats.org/officeDocument/2006/relationships/customXml" Target="../ink/ink110.xml"/><Relationship Id="rId119" Type="http://schemas.openxmlformats.org/officeDocument/2006/relationships/customXml" Target="../ink/ink115.xml"/><Relationship Id="rId44" Type="http://schemas.openxmlformats.org/officeDocument/2006/relationships/customXml" Target="../ink/ink40.xml"/><Relationship Id="rId60" Type="http://schemas.openxmlformats.org/officeDocument/2006/relationships/customXml" Target="../ink/ink56.xml"/><Relationship Id="rId65" Type="http://schemas.openxmlformats.org/officeDocument/2006/relationships/customXml" Target="../ink/ink61.xml"/><Relationship Id="rId81" Type="http://schemas.openxmlformats.org/officeDocument/2006/relationships/customXml" Target="../ink/ink77.xml"/><Relationship Id="rId86" Type="http://schemas.openxmlformats.org/officeDocument/2006/relationships/customXml" Target="../ink/ink82.xml"/><Relationship Id="rId130" Type="http://schemas.openxmlformats.org/officeDocument/2006/relationships/customXml" Target="../ink/ink126.xml"/><Relationship Id="rId13" Type="http://schemas.openxmlformats.org/officeDocument/2006/relationships/customXml" Target="../ink/ink9.xml"/><Relationship Id="rId18" Type="http://schemas.openxmlformats.org/officeDocument/2006/relationships/customXml" Target="../ink/ink14.xml"/><Relationship Id="rId39" Type="http://schemas.openxmlformats.org/officeDocument/2006/relationships/customXml" Target="../ink/ink35.xml"/><Relationship Id="rId109" Type="http://schemas.openxmlformats.org/officeDocument/2006/relationships/customXml" Target="../ink/ink105.xml"/><Relationship Id="rId34" Type="http://schemas.openxmlformats.org/officeDocument/2006/relationships/customXml" Target="../ink/ink30.xml"/><Relationship Id="rId50" Type="http://schemas.openxmlformats.org/officeDocument/2006/relationships/customXml" Target="../ink/ink46.xml"/><Relationship Id="rId55" Type="http://schemas.openxmlformats.org/officeDocument/2006/relationships/customXml" Target="../ink/ink51.xml"/><Relationship Id="rId76" Type="http://schemas.openxmlformats.org/officeDocument/2006/relationships/customXml" Target="../ink/ink72.xml"/><Relationship Id="rId97" Type="http://schemas.openxmlformats.org/officeDocument/2006/relationships/customXml" Target="../ink/ink93.xml"/><Relationship Id="rId104" Type="http://schemas.openxmlformats.org/officeDocument/2006/relationships/customXml" Target="../ink/ink100.xml"/><Relationship Id="rId120" Type="http://schemas.openxmlformats.org/officeDocument/2006/relationships/customXml" Target="../ink/ink116.xml"/><Relationship Id="rId125" Type="http://schemas.openxmlformats.org/officeDocument/2006/relationships/customXml" Target="../ink/ink121.xml"/><Relationship Id="rId7" Type="http://schemas.openxmlformats.org/officeDocument/2006/relationships/customXml" Target="../ink/ink3.xml"/><Relationship Id="rId71" Type="http://schemas.openxmlformats.org/officeDocument/2006/relationships/customXml" Target="../ink/ink67.xml"/><Relationship Id="rId92" Type="http://schemas.openxmlformats.org/officeDocument/2006/relationships/customXml" Target="../ink/ink88.xml"/><Relationship Id="rId2" Type="http://schemas.openxmlformats.org/officeDocument/2006/relationships/oleObject" Target="../embeddings/oleObject5.bin"/><Relationship Id="rId29" Type="http://schemas.openxmlformats.org/officeDocument/2006/relationships/customXml" Target="../ink/ink25.xml"/><Relationship Id="rId24" Type="http://schemas.openxmlformats.org/officeDocument/2006/relationships/customXml" Target="../ink/ink20.xml"/><Relationship Id="rId40" Type="http://schemas.openxmlformats.org/officeDocument/2006/relationships/customXml" Target="../ink/ink36.xml"/><Relationship Id="rId45" Type="http://schemas.openxmlformats.org/officeDocument/2006/relationships/customXml" Target="../ink/ink41.xml"/><Relationship Id="rId66" Type="http://schemas.openxmlformats.org/officeDocument/2006/relationships/customXml" Target="../ink/ink62.xml"/><Relationship Id="rId87" Type="http://schemas.openxmlformats.org/officeDocument/2006/relationships/customXml" Target="../ink/ink83.xml"/><Relationship Id="rId110" Type="http://schemas.openxmlformats.org/officeDocument/2006/relationships/customXml" Target="../ink/ink106.xml"/><Relationship Id="rId115" Type="http://schemas.openxmlformats.org/officeDocument/2006/relationships/customXml" Target="../ink/ink111.xml"/><Relationship Id="rId131" Type="http://schemas.openxmlformats.org/officeDocument/2006/relationships/customXml" Target="../ink/ink127.xml"/><Relationship Id="rId61" Type="http://schemas.openxmlformats.org/officeDocument/2006/relationships/customXml" Target="../ink/ink57.xml"/><Relationship Id="rId82" Type="http://schemas.openxmlformats.org/officeDocument/2006/relationships/customXml" Target="../ink/ink78.xml"/><Relationship Id="rId19" Type="http://schemas.openxmlformats.org/officeDocument/2006/relationships/customXml" Target="../ink/ink15.xml"/><Relationship Id="rId14" Type="http://schemas.openxmlformats.org/officeDocument/2006/relationships/customXml" Target="../ink/ink10.xml"/><Relationship Id="rId30" Type="http://schemas.openxmlformats.org/officeDocument/2006/relationships/customXml" Target="../ink/ink26.xml"/><Relationship Id="rId35" Type="http://schemas.openxmlformats.org/officeDocument/2006/relationships/customXml" Target="../ink/ink31.xml"/><Relationship Id="rId56" Type="http://schemas.openxmlformats.org/officeDocument/2006/relationships/customXml" Target="../ink/ink52.xml"/><Relationship Id="rId77" Type="http://schemas.openxmlformats.org/officeDocument/2006/relationships/customXml" Target="../ink/ink73.xml"/><Relationship Id="rId100" Type="http://schemas.openxmlformats.org/officeDocument/2006/relationships/customXml" Target="../ink/ink96.xml"/><Relationship Id="rId105" Type="http://schemas.openxmlformats.org/officeDocument/2006/relationships/customXml" Target="../ink/ink101.xml"/><Relationship Id="rId126" Type="http://schemas.openxmlformats.org/officeDocument/2006/relationships/customXml" Target="../ink/ink122.xml"/><Relationship Id="rId8" Type="http://schemas.openxmlformats.org/officeDocument/2006/relationships/customXml" Target="../ink/ink4.xml"/><Relationship Id="rId51" Type="http://schemas.openxmlformats.org/officeDocument/2006/relationships/customXml" Target="../ink/ink47.xml"/><Relationship Id="rId72" Type="http://schemas.openxmlformats.org/officeDocument/2006/relationships/customXml" Target="../ink/ink68.xml"/><Relationship Id="rId93" Type="http://schemas.openxmlformats.org/officeDocument/2006/relationships/customXml" Target="../ink/ink89.xml"/><Relationship Id="rId98" Type="http://schemas.openxmlformats.org/officeDocument/2006/relationships/customXml" Target="../ink/ink94.xml"/><Relationship Id="rId121" Type="http://schemas.openxmlformats.org/officeDocument/2006/relationships/customXml" Target="../ink/ink117.xml"/><Relationship Id="rId3" Type="http://schemas.openxmlformats.org/officeDocument/2006/relationships/image" Target="../media/image11.wmf"/><Relationship Id="rId25" Type="http://schemas.openxmlformats.org/officeDocument/2006/relationships/customXml" Target="../ink/ink21.xml"/><Relationship Id="rId46" Type="http://schemas.openxmlformats.org/officeDocument/2006/relationships/customXml" Target="../ink/ink42.xml"/><Relationship Id="rId67" Type="http://schemas.openxmlformats.org/officeDocument/2006/relationships/customXml" Target="../ink/ink63.xml"/><Relationship Id="rId116" Type="http://schemas.openxmlformats.org/officeDocument/2006/relationships/customXml" Target="../ink/ink112.xml"/><Relationship Id="rId20" Type="http://schemas.openxmlformats.org/officeDocument/2006/relationships/customXml" Target="../ink/ink16.xml"/><Relationship Id="rId41" Type="http://schemas.openxmlformats.org/officeDocument/2006/relationships/customXml" Target="../ink/ink37.xml"/><Relationship Id="rId62" Type="http://schemas.openxmlformats.org/officeDocument/2006/relationships/customXml" Target="../ink/ink58.xml"/><Relationship Id="rId83" Type="http://schemas.openxmlformats.org/officeDocument/2006/relationships/customXml" Target="../ink/ink79.xml"/><Relationship Id="rId88" Type="http://schemas.openxmlformats.org/officeDocument/2006/relationships/customXml" Target="../ink/ink84.xml"/><Relationship Id="rId111" Type="http://schemas.openxmlformats.org/officeDocument/2006/relationships/customXml" Target="../ink/ink107.xml"/><Relationship Id="rId132" Type="http://schemas.openxmlformats.org/officeDocument/2006/relationships/customXml" Target="../ink/ink128.xml"/><Relationship Id="rId15" Type="http://schemas.openxmlformats.org/officeDocument/2006/relationships/customXml" Target="../ink/ink11.xml"/><Relationship Id="rId36" Type="http://schemas.openxmlformats.org/officeDocument/2006/relationships/customXml" Target="../ink/ink32.xml"/><Relationship Id="rId57" Type="http://schemas.openxmlformats.org/officeDocument/2006/relationships/customXml" Target="../ink/ink53.xml"/><Relationship Id="rId106" Type="http://schemas.openxmlformats.org/officeDocument/2006/relationships/customXml" Target="../ink/ink102.xml"/><Relationship Id="rId127" Type="http://schemas.openxmlformats.org/officeDocument/2006/relationships/customXml" Target="../ink/ink123.xml"/><Relationship Id="rId10" Type="http://schemas.openxmlformats.org/officeDocument/2006/relationships/customXml" Target="../ink/ink6.xml"/><Relationship Id="rId31" Type="http://schemas.openxmlformats.org/officeDocument/2006/relationships/customXml" Target="../ink/ink27.xml"/><Relationship Id="rId52" Type="http://schemas.openxmlformats.org/officeDocument/2006/relationships/customXml" Target="../ink/ink48.xml"/><Relationship Id="rId73" Type="http://schemas.openxmlformats.org/officeDocument/2006/relationships/customXml" Target="../ink/ink69.xml"/><Relationship Id="rId78" Type="http://schemas.openxmlformats.org/officeDocument/2006/relationships/customXml" Target="../ink/ink74.xml"/><Relationship Id="rId94" Type="http://schemas.openxmlformats.org/officeDocument/2006/relationships/customXml" Target="../ink/ink90.xml"/><Relationship Id="rId99" Type="http://schemas.openxmlformats.org/officeDocument/2006/relationships/customXml" Target="../ink/ink95.xml"/><Relationship Id="rId101" Type="http://schemas.openxmlformats.org/officeDocument/2006/relationships/customXml" Target="../ink/ink97.xml"/><Relationship Id="rId122" Type="http://schemas.openxmlformats.org/officeDocument/2006/relationships/customXml" Target="../ink/ink118.xml"/><Relationship Id="rId4" Type="http://schemas.openxmlformats.org/officeDocument/2006/relationships/image" Target="../media/image12.png"/><Relationship Id="rId9" Type="http://schemas.openxmlformats.org/officeDocument/2006/relationships/customXml" Target="../ink/ink5.xml"/><Relationship Id="rId26" Type="http://schemas.openxmlformats.org/officeDocument/2006/relationships/customXml" Target="../ink/ink22.xml"/><Relationship Id="rId47" Type="http://schemas.openxmlformats.org/officeDocument/2006/relationships/customXml" Target="../ink/ink43.xml"/><Relationship Id="rId68" Type="http://schemas.openxmlformats.org/officeDocument/2006/relationships/customXml" Target="../ink/ink64.xml"/><Relationship Id="rId89" Type="http://schemas.openxmlformats.org/officeDocument/2006/relationships/customXml" Target="../ink/ink85.xml"/><Relationship Id="rId112" Type="http://schemas.openxmlformats.org/officeDocument/2006/relationships/customXml" Target="../ink/ink108.xml"/><Relationship Id="rId133" Type="http://schemas.openxmlformats.org/officeDocument/2006/relationships/customXml" Target="../ink/ink129.xml"/></Relationships>
</file>

<file path=ppt/slides/_rels/slide11.xml.rels><?xml version="1.0" encoding="UTF-8" standalone="yes"?>
<Relationships xmlns="http://schemas.openxmlformats.org/package/2006/relationships"><Relationship Id="rId26" Type="http://schemas.openxmlformats.org/officeDocument/2006/relationships/customXml" Target="../ink/ink151.xml"/><Relationship Id="rId21" Type="http://schemas.openxmlformats.org/officeDocument/2006/relationships/customXml" Target="../ink/ink146.xml"/><Relationship Id="rId34" Type="http://schemas.openxmlformats.org/officeDocument/2006/relationships/customXml" Target="../ink/ink159.xml"/><Relationship Id="rId42" Type="http://schemas.openxmlformats.org/officeDocument/2006/relationships/customXml" Target="../ink/ink167.xml"/><Relationship Id="rId47" Type="http://schemas.openxmlformats.org/officeDocument/2006/relationships/customXml" Target="../ink/ink172.xml"/><Relationship Id="rId50" Type="http://schemas.openxmlformats.org/officeDocument/2006/relationships/customXml" Target="../ink/ink175.xml"/><Relationship Id="rId55" Type="http://schemas.openxmlformats.org/officeDocument/2006/relationships/customXml" Target="../ink/ink180.xml"/><Relationship Id="rId63" Type="http://schemas.openxmlformats.org/officeDocument/2006/relationships/customXml" Target="../ink/ink188.xml"/><Relationship Id="rId68" Type="http://schemas.openxmlformats.org/officeDocument/2006/relationships/customXml" Target="../ink/ink193.xml"/><Relationship Id="rId7" Type="http://schemas.openxmlformats.org/officeDocument/2006/relationships/customXml" Target="../ink/ink132.xml"/><Relationship Id="rId2" Type="http://schemas.openxmlformats.org/officeDocument/2006/relationships/image" Target="../media/image13.png"/><Relationship Id="rId16" Type="http://schemas.openxmlformats.org/officeDocument/2006/relationships/customXml" Target="../ink/ink141.xml"/><Relationship Id="rId29" Type="http://schemas.openxmlformats.org/officeDocument/2006/relationships/customXml" Target="../ink/ink154.xml"/><Relationship Id="rId11" Type="http://schemas.openxmlformats.org/officeDocument/2006/relationships/customXml" Target="../ink/ink136.xml"/><Relationship Id="rId24" Type="http://schemas.openxmlformats.org/officeDocument/2006/relationships/customXml" Target="../ink/ink149.xml"/><Relationship Id="rId32" Type="http://schemas.openxmlformats.org/officeDocument/2006/relationships/customXml" Target="../ink/ink157.xml"/><Relationship Id="rId37" Type="http://schemas.openxmlformats.org/officeDocument/2006/relationships/customXml" Target="../ink/ink162.xml"/><Relationship Id="rId40" Type="http://schemas.openxmlformats.org/officeDocument/2006/relationships/customXml" Target="../ink/ink165.xml"/><Relationship Id="rId45" Type="http://schemas.openxmlformats.org/officeDocument/2006/relationships/customXml" Target="../ink/ink170.xml"/><Relationship Id="rId53" Type="http://schemas.openxmlformats.org/officeDocument/2006/relationships/customXml" Target="../ink/ink178.xml"/><Relationship Id="rId58" Type="http://schemas.openxmlformats.org/officeDocument/2006/relationships/customXml" Target="../ink/ink183.xml"/><Relationship Id="rId66" Type="http://schemas.openxmlformats.org/officeDocument/2006/relationships/customXml" Target="../ink/ink191.xml"/><Relationship Id="rId5" Type="http://schemas.openxmlformats.org/officeDocument/2006/relationships/customXml" Target="../ink/ink130.xml"/><Relationship Id="rId61" Type="http://schemas.openxmlformats.org/officeDocument/2006/relationships/customXml" Target="../ink/ink186.xml"/><Relationship Id="rId19" Type="http://schemas.openxmlformats.org/officeDocument/2006/relationships/customXml" Target="../ink/ink144.xml"/><Relationship Id="rId14" Type="http://schemas.openxmlformats.org/officeDocument/2006/relationships/customXml" Target="../ink/ink139.xml"/><Relationship Id="rId22" Type="http://schemas.openxmlformats.org/officeDocument/2006/relationships/customXml" Target="../ink/ink147.xml"/><Relationship Id="rId27" Type="http://schemas.openxmlformats.org/officeDocument/2006/relationships/customXml" Target="../ink/ink152.xml"/><Relationship Id="rId30" Type="http://schemas.openxmlformats.org/officeDocument/2006/relationships/customXml" Target="../ink/ink155.xml"/><Relationship Id="rId35" Type="http://schemas.openxmlformats.org/officeDocument/2006/relationships/customXml" Target="../ink/ink160.xml"/><Relationship Id="rId43" Type="http://schemas.openxmlformats.org/officeDocument/2006/relationships/customXml" Target="../ink/ink168.xml"/><Relationship Id="rId48" Type="http://schemas.openxmlformats.org/officeDocument/2006/relationships/customXml" Target="../ink/ink173.xml"/><Relationship Id="rId56" Type="http://schemas.openxmlformats.org/officeDocument/2006/relationships/customXml" Target="../ink/ink181.xml"/><Relationship Id="rId64" Type="http://schemas.openxmlformats.org/officeDocument/2006/relationships/customXml" Target="../ink/ink189.xml"/><Relationship Id="rId8" Type="http://schemas.openxmlformats.org/officeDocument/2006/relationships/customXml" Target="../ink/ink133.xml"/><Relationship Id="rId51" Type="http://schemas.openxmlformats.org/officeDocument/2006/relationships/customXml" Target="../ink/ink176.xml"/><Relationship Id="rId3" Type="http://schemas.openxmlformats.org/officeDocument/2006/relationships/oleObject" Target="../embeddings/oleObject5.bin"/><Relationship Id="rId12" Type="http://schemas.openxmlformats.org/officeDocument/2006/relationships/customXml" Target="../ink/ink137.xml"/><Relationship Id="rId17" Type="http://schemas.openxmlformats.org/officeDocument/2006/relationships/customXml" Target="../ink/ink142.xml"/><Relationship Id="rId25" Type="http://schemas.openxmlformats.org/officeDocument/2006/relationships/customXml" Target="../ink/ink150.xml"/><Relationship Id="rId33" Type="http://schemas.openxmlformats.org/officeDocument/2006/relationships/customXml" Target="../ink/ink158.xml"/><Relationship Id="rId38" Type="http://schemas.openxmlformats.org/officeDocument/2006/relationships/customXml" Target="../ink/ink163.xml"/><Relationship Id="rId46" Type="http://schemas.openxmlformats.org/officeDocument/2006/relationships/customXml" Target="../ink/ink171.xml"/><Relationship Id="rId59" Type="http://schemas.openxmlformats.org/officeDocument/2006/relationships/customXml" Target="../ink/ink184.xml"/><Relationship Id="rId67" Type="http://schemas.openxmlformats.org/officeDocument/2006/relationships/customXml" Target="../ink/ink192.xml"/><Relationship Id="rId20" Type="http://schemas.openxmlformats.org/officeDocument/2006/relationships/customXml" Target="../ink/ink145.xml"/><Relationship Id="rId41" Type="http://schemas.openxmlformats.org/officeDocument/2006/relationships/customXml" Target="../ink/ink166.xml"/><Relationship Id="rId54" Type="http://schemas.openxmlformats.org/officeDocument/2006/relationships/customXml" Target="../ink/ink179.xml"/><Relationship Id="rId62" Type="http://schemas.openxmlformats.org/officeDocument/2006/relationships/customXml" Target="../ink/ink187.xml"/><Relationship Id="rId1" Type="http://schemas.openxmlformats.org/officeDocument/2006/relationships/slideLayout" Target="../slideLayouts/slideLayout7.xml"/><Relationship Id="rId6" Type="http://schemas.openxmlformats.org/officeDocument/2006/relationships/customXml" Target="../ink/ink131.xml"/><Relationship Id="rId15" Type="http://schemas.openxmlformats.org/officeDocument/2006/relationships/customXml" Target="../ink/ink140.xml"/><Relationship Id="rId23" Type="http://schemas.openxmlformats.org/officeDocument/2006/relationships/customXml" Target="../ink/ink148.xml"/><Relationship Id="rId28" Type="http://schemas.openxmlformats.org/officeDocument/2006/relationships/customXml" Target="../ink/ink153.xml"/><Relationship Id="rId36" Type="http://schemas.openxmlformats.org/officeDocument/2006/relationships/customXml" Target="../ink/ink161.xml"/><Relationship Id="rId49" Type="http://schemas.openxmlformats.org/officeDocument/2006/relationships/customXml" Target="../ink/ink174.xml"/><Relationship Id="rId57" Type="http://schemas.openxmlformats.org/officeDocument/2006/relationships/customXml" Target="../ink/ink182.xml"/><Relationship Id="rId10" Type="http://schemas.openxmlformats.org/officeDocument/2006/relationships/customXml" Target="../ink/ink135.xml"/><Relationship Id="rId31" Type="http://schemas.openxmlformats.org/officeDocument/2006/relationships/customXml" Target="../ink/ink156.xml"/><Relationship Id="rId44" Type="http://schemas.openxmlformats.org/officeDocument/2006/relationships/customXml" Target="../ink/ink169.xml"/><Relationship Id="rId52" Type="http://schemas.openxmlformats.org/officeDocument/2006/relationships/customXml" Target="../ink/ink177.xml"/><Relationship Id="rId60" Type="http://schemas.openxmlformats.org/officeDocument/2006/relationships/customXml" Target="../ink/ink185.xml"/><Relationship Id="rId65" Type="http://schemas.openxmlformats.org/officeDocument/2006/relationships/customXml" Target="../ink/ink190.xml"/><Relationship Id="rId4" Type="http://schemas.openxmlformats.org/officeDocument/2006/relationships/image" Target="../media/image11.wmf"/><Relationship Id="rId9" Type="http://schemas.openxmlformats.org/officeDocument/2006/relationships/customXml" Target="../ink/ink134.xml"/><Relationship Id="rId13" Type="http://schemas.openxmlformats.org/officeDocument/2006/relationships/customXml" Target="../ink/ink138.xml"/><Relationship Id="rId18" Type="http://schemas.openxmlformats.org/officeDocument/2006/relationships/customXml" Target="../ink/ink143.xml"/><Relationship Id="rId39" Type="http://schemas.openxmlformats.org/officeDocument/2006/relationships/customXml" Target="../ink/ink164.xml"/></Relationships>
</file>

<file path=ppt/slides/_rels/slide12.xml.rels><?xml version="1.0" encoding="UTF-8" standalone="yes"?>
<Relationships xmlns="http://schemas.openxmlformats.org/package/2006/relationships"><Relationship Id="rId26" Type="http://schemas.openxmlformats.org/officeDocument/2006/relationships/customXml" Target="../ink/ink212.xml"/><Relationship Id="rId21" Type="http://schemas.openxmlformats.org/officeDocument/2006/relationships/customXml" Target="../ink/ink207.xml"/><Relationship Id="rId42" Type="http://schemas.openxmlformats.org/officeDocument/2006/relationships/customXml" Target="../ink/ink228.xml"/><Relationship Id="rId47" Type="http://schemas.openxmlformats.org/officeDocument/2006/relationships/customXml" Target="../ink/ink233.xml"/><Relationship Id="rId63" Type="http://schemas.openxmlformats.org/officeDocument/2006/relationships/customXml" Target="../ink/ink249.xml"/><Relationship Id="rId68" Type="http://schemas.openxmlformats.org/officeDocument/2006/relationships/customXml" Target="../ink/ink254.xml"/><Relationship Id="rId7" Type="http://schemas.openxmlformats.org/officeDocument/2006/relationships/image" Target="../media/image16.wmf"/><Relationship Id="rId71" Type="http://schemas.openxmlformats.org/officeDocument/2006/relationships/customXml" Target="../ink/ink257.xml"/><Relationship Id="rId2" Type="http://schemas.openxmlformats.org/officeDocument/2006/relationships/oleObject" Target="../embeddings/oleObject6.bin"/><Relationship Id="rId16" Type="http://schemas.openxmlformats.org/officeDocument/2006/relationships/customXml" Target="../ink/ink202.xml"/><Relationship Id="rId29" Type="http://schemas.openxmlformats.org/officeDocument/2006/relationships/customXml" Target="../ink/ink215.xml"/><Relationship Id="rId11" Type="http://schemas.openxmlformats.org/officeDocument/2006/relationships/customXml" Target="../ink/ink197.xml"/><Relationship Id="rId24" Type="http://schemas.openxmlformats.org/officeDocument/2006/relationships/customXml" Target="../ink/ink210.xml"/><Relationship Id="rId32" Type="http://schemas.openxmlformats.org/officeDocument/2006/relationships/customXml" Target="../ink/ink218.xml"/><Relationship Id="rId37" Type="http://schemas.openxmlformats.org/officeDocument/2006/relationships/customXml" Target="../ink/ink223.xml"/><Relationship Id="rId40" Type="http://schemas.openxmlformats.org/officeDocument/2006/relationships/customXml" Target="../ink/ink226.xml"/><Relationship Id="rId45" Type="http://schemas.openxmlformats.org/officeDocument/2006/relationships/customXml" Target="../ink/ink231.xml"/><Relationship Id="rId53" Type="http://schemas.openxmlformats.org/officeDocument/2006/relationships/customXml" Target="../ink/ink239.xml"/><Relationship Id="rId58" Type="http://schemas.openxmlformats.org/officeDocument/2006/relationships/customXml" Target="../ink/ink244.xml"/><Relationship Id="rId66" Type="http://schemas.openxmlformats.org/officeDocument/2006/relationships/customXml" Target="../ink/ink252.xml"/><Relationship Id="rId5" Type="http://schemas.openxmlformats.org/officeDocument/2006/relationships/image" Target="../media/image15.wmf"/><Relationship Id="rId61" Type="http://schemas.openxmlformats.org/officeDocument/2006/relationships/customXml" Target="../ink/ink247.xml"/><Relationship Id="rId19" Type="http://schemas.openxmlformats.org/officeDocument/2006/relationships/customXml" Target="../ink/ink205.xml"/><Relationship Id="rId14" Type="http://schemas.openxmlformats.org/officeDocument/2006/relationships/customXml" Target="../ink/ink200.xml"/><Relationship Id="rId22" Type="http://schemas.openxmlformats.org/officeDocument/2006/relationships/customXml" Target="../ink/ink208.xml"/><Relationship Id="rId27" Type="http://schemas.openxmlformats.org/officeDocument/2006/relationships/customXml" Target="../ink/ink213.xml"/><Relationship Id="rId30" Type="http://schemas.openxmlformats.org/officeDocument/2006/relationships/customXml" Target="../ink/ink216.xml"/><Relationship Id="rId35" Type="http://schemas.openxmlformats.org/officeDocument/2006/relationships/customXml" Target="../ink/ink221.xml"/><Relationship Id="rId43" Type="http://schemas.openxmlformats.org/officeDocument/2006/relationships/customXml" Target="../ink/ink229.xml"/><Relationship Id="rId48" Type="http://schemas.openxmlformats.org/officeDocument/2006/relationships/customXml" Target="../ink/ink234.xml"/><Relationship Id="rId56" Type="http://schemas.openxmlformats.org/officeDocument/2006/relationships/customXml" Target="../ink/ink242.xml"/><Relationship Id="rId64" Type="http://schemas.openxmlformats.org/officeDocument/2006/relationships/customXml" Target="../ink/ink250.xml"/><Relationship Id="rId69" Type="http://schemas.openxmlformats.org/officeDocument/2006/relationships/customXml" Target="../ink/ink255.xml"/><Relationship Id="rId8" Type="http://schemas.openxmlformats.org/officeDocument/2006/relationships/customXml" Target="../ink/ink194.xml"/><Relationship Id="rId51" Type="http://schemas.openxmlformats.org/officeDocument/2006/relationships/customXml" Target="../ink/ink237.xml"/><Relationship Id="rId3" Type="http://schemas.openxmlformats.org/officeDocument/2006/relationships/image" Target="../media/image14.wmf"/><Relationship Id="rId12" Type="http://schemas.openxmlformats.org/officeDocument/2006/relationships/customXml" Target="../ink/ink198.xml"/><Relationship Id="rId17" Type="http://schemas.openxmlformats.org/officeDocument/2006/relationships/customXml" Target="../ink/ink203.xml"/><Relationship Id="rId25" Type="http://schemas.openxmlformats.org/officeDocument/2006/relationships/customXml" Target="../ink/ink211.xml"/><Relationship Id="rId33" Type="http://schemas.openxmlformats.org/officeDocument/2006/relationships/customXml" Target="../ink/ink219.xml"/><Relationship Id="rId38" Type="http://schemas.openxmlformats.org/officeDocument/2006/relationships/customXml" Target="../ink/ink224.xml"/><Relationship Id="rId46" Type="http://schemas.openxmlformats.org/officeDocument/2006/relationships/customXml" Target="../ink/ink232.xml"/><Relationship Id="rId59" Type="http://schemas.openxmlformats.org/officeDocument/2006/relationships/customXml" Target="../ink/ink245.xml"/><Relationship Id="rId67" Type="http://schemas.openxmlformats.org/officeDocument/2006/relationships/customXml" Target="../ink/ink253.xml"/><Relationship Id="rId20" Type="http://schemas.openxmlformats.org/officeDocument/2006/relationships/customXml" Target="../ink/ink206.xml"/><Relationship Id="rId41" Type="http://schemas.openxmlformats.org/officeDocument/2006/relationships/customXml" Target="../ink/ink227.xml"/><Relationship Id="rId54" Type="http://schemas.openxmlformats.org/officeDocument/2006/relationships/customXml" Target="../ink/ink240.xml"/><Relationship Id="rId62" Type="http://schemas.openxmlformats.org/officeDocument/2006/relationships/customXml" Target="../ink/ink248.xml"/><Relationship Id="rId70" Type="http://schemas.openxmlformats.org/officeDocument/2006/relationships/customXml" Target="../ink/ink256.xml"/><Relationship Id="rId1" Type="http://schemas.openxmlformats.org/officeDocument/2006/relationships/slideLayout" Target="../slideLayouts/slideLayout7.xml"/><Relationship Id="rId6" Type="http://schemas.openxmlformats.org/officeDocument/2006/relationships/oleObject" Target="../embeddings/oleObject8.bin"/><Relationship Id="rId15" Type="http://schemas.openxmlformats.org/officeDocument/2006/relationships/customXml" Target="../ink/ink201.xml"/><Relationship Id="rId23" Type="http://schemas.openxmlformats.org/officeDocument/2006/relationships/customXml" Target="../ink/ink209.xml"/><Relationship Id="rId28" Type="http://schemas.openxmlformats.org/officeDocument/2006/relationships/customXml" Target="../ink/ink214.xml"/><Relationship Id="rId36" Type="http://schemas.openxmlformats.org/officeDocument/2006/relationships/customXml" Target="../ink/ink222.xml"/><Relationship Id="rId49" Type="http://schemas.openxmlformats.org/officeDocument/2006/relationships/customXml" Target="../ink/ink235.xml"/><Relationship Id="rId57" Type="http://schemas.openxmlformats.org/officeDocument/2006/relationships/customXml" Target="../ink/ink243.xml"/><Relationship Id="rId10" Type="http://schemas.openxmlformats.org/officeDocument/2006/relationships/customXml" Target="../ink/ink196.xml"/><Relationship Id="rId31" Type="http://schemas.openxmlformats.org/officeDocument/2006/relationships/customXml" Target="../ink/ink217.xml"/><Relationship Id="rId44" Type="http://schemas.openxmlformats.org/officeDocument/2006/relationships/customXml" Target="../ink/ink230.xml"/><Relationship Id="rId52" Type="http://schemas.openxmlformats.org/officeDocument/2006/relationships/customXml" Target="../ink/ink238.xml"/><Relationship Id="rId60" Type="http://schemas.openxmlformats.org/officeDocument/2006/relationships/customXml" Target="../ink/ink246.xml"/><Relationship Id="rId65" Type="http://schemas.openxmlformats.org/officeDocument/2006/relationships/customXml" Target="../ink/ink251.xml"/><Relationship Id="rId4" Type="http://schemas.openxmlformats.org/officeDocument/2006/relationships/oleObject" Target="../embeddings/oleObject7.bin"/><Relationship Id="rId9" Type="http://schemas.openxmlformats.org/officeDocument/2006/relationships/customXml" Target="../ink/ink195.xml"/><Relationship Id="rId13" Type="http://schemas.openxmlformats.org/officeDocument/2006/relationships/customXml" Target="../ink/ink199.xml"/><Relationship Id="rId18" Type="http://schemas.openxmlformats.org/officeDocument/2006/relationships/customXml" Target="../ink/ink204.xml"/><Relationship Id="rId39" Type="http://schemas.openxmlformats.org/officeDocument/2006/relationships/customXml" Target="../ink/ink225.xml"/><Relationship Id="rId34" Type="http://schemas.openxmlformats.org/officeDocument/2006/relationships/customXml" Target="../ink/ink220.xml"/><Relationship Id="rId50" Type="http://schemas.openxmlformats.org/officeDocument/2006/relationships/customXml" Target="../ink/ink236.xml"/><Relationship Id="rId55" Type="http://schemas.openxmlformats.org/officeDocument/2006/relationships/customXml" Target="../ink/ink241.xml"/></Relationships>
</file>

<file path=ppt/slides/_rels/slide13.xml.rels><?xml version="1.0" encoding="UTF-8" standalone="yes"?>
<Relationships xmlns="http://schemas.openxmlformats.org/package/2006/relationships"><Relationship Id="rId117" Type="http://schemas.openxmlformats.org/officeDocument/2006/relationships/customXml" Target="../ink/ink368.xml"/><Relationship Id="rId21" Type="http://schemas.openxmlformats.org/officeDocument/2006/relationships/customXml" Target="../ink/ink272.xml"/><Relationship Id="rId63" Type="http://schemas.openxmlformats.org/officeDocument/2006/relationships/customXml" Target="../ink/ink314.xml"/><Relationship Id="rId159" Type="http://schemas.openxmlformats.org/officeDocument/2006/relationships/customXml" Target="../ink/ink410.xml"/><Relationship Id="rId170" Type="http://schemas.openxmlformats.org/officeDocument/2006/relationships/customXml" Target="../ink/ink421.xml"/><Relationship Id="rId226" Type="http://schemas.openxmlformats.org/officeDocument/2006/relationships/customXml" Target="../ink/ink477.xml"/><Relationship Id="rId107" Type="http://schemas.openxmlformats.org/officeDocument/2006/relationships/customXml" Target="../ink/ink358.xml"/><Relationship Id="rId11" Type="http://schemas.openxmlformats.org/officeDocument/2006/relationships/customXml" Target="../ink/ink262.xml"/><Relationship Id="rId32" Type="http://schemas.openxmlformats.org/officeDocument/2006/relationships/customXml" Target="../ink/ink283.xml"/><Relationship Id="rId53" Type="http://schemas.openxmlformats.org/officeDocument/2006/relationships/customXml" Target="../ink/ink304.xml"/><Relationship Id="rId74" Type="http://schemas.openxmlformats.org/officeDocument/2006/relationships/customXml" Target="../ink/ink325.xml"/><Relationship Id="rId128" Type="http://schemas.openxmlformats.org/officeDocument/2006/relationships/customXml" Target="../ink/ink379.xml"/><Relationship Id="rId149" Type="http://schemas.openxmlformats.org/officeDocument/2006/relationships/customXml" Target="../ink/ink400.xml"/><Relationship Id="rId5" Type="http://schemas.openxmlformats.org/officeDocument/2006/relationships/image" Target="../media/image18.wmf"/><Relationship Id="rId95" Type="http://schemas.openxmlformats.org/officeDocument/2006/relationships/customXml" Target="../ink/ink346.xml"/><Relationship Id="rId160" Type="http://schemas.openxmlformats.org/officeDocument/2006/relationships/customXml" Target="../ink/ink411.xml"/><Relationship Id="rId181" Type="http://schemas.openxmlformats.org/officeDocument/2006/relationships/customXml" Target="../ink/ink432.xml"/><Relationship Id="rId216" Type="http://schemas.openxmlformats.org/officeDocument/2006/relationships/customXml" Target="../ink/ink467.xml"/><Relationship Id="rId237" Type="http://schemas.openxmlformats.org/officeDocument/2006/relationships/customXml" Target="../ink/ink488.xml"/><Relationship Id="rId258" Type="http://schemas.openxmlformats.org/officeDocument/2006/relationships/customXml" Target="../ink/ink509.xml"/><Relationship Id="rId22" Type="http://schemas.openxmlformats.org/officeDocument/2006/relationships/customXml" Target="../ink/ink273.xml"/><Relationship Id="rId43" Type="http://schemas.openxmlformats.org/officeDocument/2006/relationships/customXml" Target="../ink/ink294.xml"/><Relationship Id="rId64" Type="http://schemas.openxmlformats.org/officeDocument/2006/relationships/customXml" Target="../ink/ink315.xml"/><Relationship Id="rId118" Type="http://schemas.openxmlformats.org/officeDocument/2006/relationships/customXml" Target="../ink/ink369.xml"/><Relationship Id="rId139" Type="http://schemas.openxmlformats.org/officeDocument/2006/relationships/customXml" Target="../ink/ink390.xml"/><Relationship Id="rId85" Type="http://schemas.openxmlformats.org/officeDocument/2006/relationships/customXml" Target="../ink/ink336.xml"/><Relationship Id="rId150" Type="http://schemas.openxmlformats.org/officeDocument/2006/relationships/customXml" Target="../ink/ink401.xml"/><Relationship Id="rId171" Type="http://schemas.openxmlformats.org/officeDocument/2006/relationships/customXml" Target="../ink/ink422.xml"/><Relationship Id="rId192" Type="http://schemas.openxmlformats.org/officeDocument/2006/relationships/customXml" Target="../ink/ink443.xml"/><Relationship Id="rId206" Type="http://schemas.openxmlformats.org/officeDocument/2006/relationships/customXml" Target="../ink/ink457.xml"/><Relationship Id="rId227" Type="http://schemas.openxmlformats.org/officeDocument/2006/relationships/customXml" Target="../ink/ink478.xml"/><Relationship Id="rId248" Type="http://schemas.openxmlformats.org/officeDocument/2006/relationships/customXml" Target="../ink/ink499.xml"/><Relationship Id="rId12" Type="http://schemas.openxmlformats.org/officeDocument/2006/relationships/customXml" Target="../ink/ink263.xml"/><Relationship Id="rId33" Type="http://schemas.openxmlformats.org/officeDocument/2006/relationships/customXml" Target="../ink/ink284.xml"/><Relationship Id="rId108" Type="http://schemas.openxmlformats.org/officeDocument/2006/relationships/customXml" Target="../ink/ink359.xml"/><Relationship Id="rId129" Type="http://schemas.openxmlformats.org/officeDocument/2006/relationships/customXml" Target="../ink/ink380.xml"/><Relationship Id="rId54" Type="http://schemas.openxmlformats.org/officeDocument/2006/relationships/customXml" Target="../ink/ink305.xml"/><Relationship Id="rId75" Type="http://schemas.openxmlformats.org/officeDocument/2006/relationships/customXml" Target="../ink/ink326.xml"/><Relationship Id="rId96" Type="http://schemas.openxmlformats.org/officeDocument/2006/relationships/customXml" Target="../ink/ink347.xml"/><Relationship Id="rId140" Type="http://schemas.openxmlformats.org/officeDocument/2006/relationships/customXml" Target="../ink/ink391.xml"/><Relationship Id="rId161" Type="http://schemas.openxmlformats.org/officeDocument/2006/relationships/customXml" Target="../ink/ink412.xml"/><Relationship Id="rId182" Type="http://schemas.openxmlformats.org/officeDocument/2006/relationships/customXml" Target="../ink/ink433.xml"/><Relationship Id="rId217" Type="http://schemas.openxmlformats.org/officeDocument/2006/relationships/customXml" Target="../ink/ink468.xml"/><Relationship Id="rId6" Type="http://schemas.openxmlformats.org/officeDocument/2006/relationships/image" Target="../media/image19.png"/><Relationship Id="rId238" Type="http://schemas.openxmlformats.org/officeDocument/2006/relationships/customXml" Target="../ink/ink489.xml"/><Relationship Id="rId259" Type="http://schemas.openxmlformats.org/officeDocument/2006/relationships/customXml" Target="../ink/ink510.xml"/><Relationship Id="rId23" Type="http://schemas.openxmlformats.org/officeDocument/2006/relationships/customXml" Target="../ink/ink274.xml"/><Relationship Id="rId119" Type="http://schemas.openxmlformats.org/officeDocument/2006/relationships/customXml" Target="../ink/ink370.xml"/><Relationship Id="rId44" Type="http://schemas.openxmlformats.org/officeDocument/2006/relationships/customXml" Target="../ink/ink295.xml"/><Relationship Id="rId65" Type="http://schemas.openxmlformats.org/officeDocument/2006/relationships/customXml" Target="../ink/ink316.xml"/><Relationship Id="rId86" Type="http://schemas.openxmlformats.org/officeDocument/2006/relationships/customXml" Target="../ink/ink337.xml"/><Relationship Id="rId130" Type="http://schemas.openxmlformats.org/officeDocument/2006/relationships/customXml" Target="../ink/ink381.xml"/><Relationship Id="rId151" Type="http://schemas.openxmlformats.org/officeDocument/2006/relationships/customXml" Target="../ink/ink402.xml"/><Relationship Id="rId172" Type="http://schemas.openxmlformats.org/officeDocument/2006/relationships/customXml" Target="../ink/ink423.xml"/><Relationship Id="rId193" Type="http://schemas.openxmlformats.org/officeDocument/2006/relationships/customXml" Target="../ink/ink444.xml"/><Relationship Id="rId207" Type="http://schemas.openxmlformats.org/officeDocument/2006/relationships/customXml" Target="../ink/ink458.xml"/><Relationship Id="rId228" Type="http://schemas.openxmlformats.org/officeDocument/2006/relationships/customXml" Target="../ink/ink479.xml"/><Relationship Id="rId249" Type="http://schemas.openxmlformats.org/officeDocument/2006/relationships/customXml" Target="../ink/ink500.xml"/><Relationship Id="rId13" Type="http://schemas.openxmlformats.org/officeDocument/2006/relationships/customXml" Target="../ink/ink264.xml"/><Relationship Id="rId109" Type="http://schemas.openxmlformats.org/officeDocument/2006/relationships/customXml" Target="../ink/ink360.xml"/><Relationship Id="rId260" Type="http://schemas.openxmlformats.org/officeDocument/2006/relationships/customXml" Target="../ink/ink511.xml"/><Relationship Id="rId34" Type="http://schemas.openxmlformats.org/officeDocument/2006/relationships/customXml" Target="../ink/ink285.xml"/><Relationship Id="rId55" Type="http://schemas.openxmlformats.org/officeDocument/2006/relationships/customXml" Target="../ink/ink306.xml"/><Relationship Id="rId76" Type="http://schemas.openxmlformats.org/officeDocument/2006/relationships/customXml" Target="../ink/ink327.xml"/><Relationship Id="rId97" Type="http://schemas.openxmlformats.org/officeDocument/2006/relationships/customXml" Target="../ink/ink348.xml"/><Relationship Id="rId120" Type="http://schemas.openxmlformats.org/officeDocument/2006/relationships/customXml" Target="../ink/ink371.xml"/><Relationship Id="rId141" Type="http://schemas.openxmlformats.org/officeDocument/2006/relationships/customXml" Target="../ink/ink392.xml"/><Relationship Id="rId7" Type="http://schemas.openxmlformats.org/officeDocument/2006/relationships/customXml" Target="../ink/ink258.xml"/><Relationship Id="rId162" Type="http://schemas.openxmlformats.org/officeDocument/2006/relationships/customXml" Target="../ink/ink413.xml"/><Relationship Id="rId183" Type="http://schemas.openxmlformats.org/officeDocument/2006/relationships/customXml" Target="../ink/ink434.xml"/><Relationship Id="rId218" Type="http://schemas.openxmlformats.org/officeDocument/2006/relationships/customXml" Target="../ink/ink469.xml"/><Relationship Id="rId239" Type="http://schemas.openxmlformats.org/officeDocument/2006/relationships/customXml" Target="../ink/ink490.xml"/><Relationship Id="rId250" Type="http://schemas.openxmlformats.org/officeDocument/2006/relationships/customXml" Target="../ink/ink501.xml"/><Relationship Id="rId24" Type="http://schemas.openxmlformats.org/officeDocument/2006/relationships/customXml" Target="../ink/ink275.xml"/><Relationship Id="rId45" Type="http://schemas.openxmlformats.org/officeDocument/2006/relationships/customXml" Target="../ink/ink296.xml"/><Relationship Id="rId66" Type="http://schemas.openxmlformats.org/officeDocument/2006/relationships/customXml" Target="../ink/ink317.xml"/><Relationship Id="rId87" Type="http://schemas.openxmlformats.org/officeDocument/2006/relationships/customXml" Target="../ink/ink338.xml"/><Relationship Id="rId110" Type="http://schemas.openxmlformats.org/officeDocument/2006/relationships/customXml" Target="../ink/ink361.xml"/><Relationship Id="rId131" Type="http://schemas.openxmlformats.org/officeDocument/2006/relationships/customXml" Target="../ink/ink382.xml"/><Relationship Id="rId152" Type="http://schemas.openxmlformats.org/officeDocument/2006/relationships/customXml" Target="../ink/ink403.xml"/><Relationship Id="rId173" Type="http://schemas.openxmlformats.org/officeDocument/2006/relationships/customXml" Target="../ink/ink424.xml"/><Relationship Id="rId194" Type="http://schemas.openxmlformats.org/officeDocument/2006/relationships/customXml" Target="../ink/ink445.xml"/><Relationship Id="rId208" Type="http://schemas.openxmlformats.org/officeDocument/2006/relationships/customXml" Target="../ink/ink459.xml"/><Relationship Id="rId229" Type="http://schemas.openxmlformats.org/officeDocument/2006/relationships/customXml" Target="../ink/ink480.xml"/><Relationship Id="rId240" Type="http://schemas.openxmlformats.org/officeDocument/2006/relationships/customXml" Target="../ink/ink491.xml"/><Relationship Id="rId261" Type="http://schemas.openxmlformats.org/officeDocument/2006/relationships/customXml" Target="../ink/ink512.xml"/><Relationship Id="rId14" Type="http://schemas.openxmlformats.org/officeDocument/2006/relationships/customXml" Target="../ink/ink265.xml"/><Relationship Id="rId35" Type="http://schemas.openxmlformats.org/officeDocument/2006/relationships/customXml" Target="../ink/ink286.xml"/><Relationship Id="rId56" Type="http://schemas.openxmlformats.org/officeDocument/2006/relationships/customXml" Target="../ink/ink307.xml"/><Relationship Id="rId77" Type="http://schemas.openxmlformats.org/officeDocument/2006/relationships/customXml" Target="../ink/ink328.xml"/><Relationship Id="rId100" Type="http://schemas.openxmlformats.org/officeDocument/2006/relationships/customXml" Target="../ink/ink351.xml"/><Relationship Id="rId8" Type="http://schemas.openxmlformats.org/officeDocument/2006/relationships/customXml" Target="../ink/ink259.xml"/><Relationship Id="rId98" Type="http://schemas.openxmlformats.org/officeDocument/2006/relationships/customXml" Target="../ink/ink349.xml"/><Relationship Id="rId121" Type="http://schemas.openxmlformats.org/officeDocument/2006/relationships/customXml" Target="../ink/ink372.xml"/><Relationship Id="rId142" Type="http://schemas.openxmlformats.org/officeDocument/2006/relationships/customXml" Target="../ink/ink393.xml"/><Relationship Id="rId163" Type="http://schemas.openxmlformats.org/officeDocument/2006/relationships/customXml" Target="../ink/ink414.xml"/><Relationship Id="rId184" Type="http://schemas.openxmlformats.org/officeDocument/2006/relationships/customXml" Target="../ink/ink435.xml"/><Relationship Id="rId219" Type="http://schemas.openxmlformats.org/officeDocument/2006/relationships/customXml" Target="../ink/ink470.xml"/><Relationship Id="rId230" Type="http://schemas.openxmlformats.org/officeDocument/2006/relationships/customXml" Target="../ink/ink481.xml"/><Relationship Id="rId251" Type="http://schemas.openxmlformats.org/officeDocument/2006/relationships/customXml" Target="../ink/ink502.xml"/><Relationship Id="rId25" Type="http://schemas.openxmlformats.org/officeDocument/2006/relationships/customXml" Target="../ink/ink276.xml"/><Relationship Id="rId46" Type="http://schemas.openxmlformats.org/officeDocument/2006/relationships/customXml" Target="../ink/ink297.xml"/><Relationship Id="rId67" Type="http://schemas.openxmlformats.org/officeDocument/2006/relationships/customXml" Target="../ink/ink318.xml"/><Relationship Id="rId88" Type="http://schemas.openxmlformats.org/officeDocument/2006/relationships/customXml" Target="../ink/ink339.xml"/><Relationship Id="rId111" Type="http://schemas.openxmlformats.org/officeDocument/2006/relationships/customXml" Target="../ink/ink362.xml"/><Relationship Id="rId132" Type="http://schemas.openxmlformats.org/officeDocument/2006/relationships/customXml" Target="../ink/ink383.xml"/><Relationship Id="rId153" Type="http://schemas.openxmlformats.org/officeDocument/2006/relationships/customXml" Target="../ink/ink404.xml"/><Relationship Id="rId174" Type="http://schemas.openxmlformats.org/officeDocument/2006/relationships/customXml" Target="../ink/ink425.xml"/><Relationship Id="rId195" Type="http://schemas.openxmlformats.org/officeDocument/2006/relationships/customXml" Target="../ink/ink446.xml"/><Relationship Id="rId209" Type="http://schemas.openxmlformats.org/officeDocument/2006/relationships/customXml" Target="../ink/ink460.xml"/><Relationship Id="rId220" Type="http://schemas.openxmlformats.org/officeDocument/2006/relationships/customXml" Target="../ink/ink471.xml"/><Relationship Id="rId241" Type="http://schemas.openxmlformats.org/officeDocument/2006/relationships/customXml" Target="../ink/ink492.xml"/><Relationship Id="rId15" Type="http://schemas.openxmlformats.org/officeDocument/2006/relationships/customXml" Target="../ink/ink266.xml"/><Relationship Id="rId36" Type="http://schemas.openxmlformats.org/officeDocument/2006/relationships/customXml" Target="../ink/ink287.xml"/><Relationship Id="rId57" Type="http://schemas.openxmlformats.org/officeDocument/2006/relationships/customXml" Target="../ink/ink308.xml"/><Relationship Id="rId262" Type="http://schemas.openxmlformats.org/officeDocument/2006/relationships/customXml" Target="../ink/ink513.xml"/><Relationship Id="rId78" Type="http://schemas.openxmlformats.org/officeDocument/2006/relationships/customXml" Target="../ink/ink329.xml"/><Relationship Id="rId99" Type="http://schemas.openxmlformats.org/officeDocument/2006/relationships/customXml" Target="../ink/ink350.xml"/><Relationship Id="rId101" Type="http://schemas.openxmlformats.org/officeDocument/2006/relationships/customXml" Target="../ink/ink352.xml"/><Relationship Id="rId122" Type="http://schemas.openxmlformats.org/officeDocument/2006/relationships/customXml" Target="../ink/ink373.xml"/><Relationship Id="rId143" Type="http://schemas.openxmlformats.org/officeDocument/2006/relationships/customXml" Target="../ink/ink394.xml"/><Relationship Id="rId164" Type="http://schemas.openxmlformats.org/officeDocument/2006/relationships/customXml" Target="../ink/ink415.xml"/><Relationship Id="rId185" Type="http://schemas.openxmlformats.org/officeDocument/2006/relationships/customXml" Target="../ink/ink436.xml"/><Relationship Id="rId9" Type="http://schemas.openxmlformats.org/officeDocument/2006/relationships/customXml" Target="../ink/ink260.xml"/><Relationship Id="rId210" Type="http://schemas.openxmlformats.org/officeDocument/2006/relationships/customXml" Target="../ink/ink461.xml"/><Relationship Id="rId26" Type="http://schemas.openxmlformats.org/officeDocument/2006/relationships/customXml" Target="../ink/ink277.xml"/><Relationship Id="rId231" Type="http://schemas.openxmlformats.org/officeDocument/2006/relationships/customXml" Target="../ink/ink482.xml"/><Relationship Id="rId252" Type="http://schemas.openxmlformats.org/officeDocument/2006/relationships/customXml" Target="../ink/ink503.xml"/><Relationship Id="rId47" Type="http://schemas.openxmlformats.org/officeDocument/2006/relationships/customXml" Target="../ink/ink298.xml"/><Relationship Id="rId68" Type="http://schemas.openxmlformats.org/officeDocument/2006/relationships/customXml" Target="../ink/ink319.xml"/><Relationship Id="rId89" Type="http://schemas.openxmlformats.org/officeDocument/2006/relationships/customXml" Target="../ink/ink340.xml"/><Relationship Id="rId112" Type="http://schemas.openxmlformats.org/officeDocument/2006/relationships/customXml" Target="../ink/ink363.xml"/><Relationship Id="rId133" Type="http://schemas.openxmlformats.org/officeDocument/2006/relationships/customXml" Target="../ink/ink384.xml"/><Relationship Id="rId154" Type="http://schemas.openxmlformats.org/officeDocument/2006/relationships/customXml" Target="../ink/ink405.xml"/><Relationship Id="rId175" Type="http://schemas.openxmlformats.org/officeDocument/2006/relationships/customXml" Target="../ink/ink426.xml"/><Relationship Id="rId196" Type="http://schemas.openxmlformats.org/officeDocument/2006/relationships/customXml" Target="../ink/ink447.xml"/><Relationship Id="rId200" Type="http://schemas.openxmlformats.org/officeDocument/2006/relationships/customXml" Target="../ink/ink451.xml"/><Relationship Id="rId16" Type="http://schemas.openxmlformats.org/officeDocument/2006/relationships/customXml" Target="../ink/ink267.xml"/><Relationship Id="rId221" Type="http://schemas.openxmlformats.org/officeDocument/2006/relationships/customXml" Target="../ink/ink472.xml"/><Relationship Id="rId242" Type="http://schemas.openxmlformats.org/officeDocument/2006/relationships/customXml" Target="../ink/ink493.xml"/><Relationship Id="rId263" Type="http://schemas.openxmlformats.org/officeDocument/2006/relationships/customXml" Target="../ink/ink514.xml"/><Relationship Id="rId37" Type="http://schemas.openxmlformats.org/officeDocument/2006/relationships/customXml" Target="../ink/ink288.xml"/><Relationship Id="rId58" Type="http://schemas.openxmlformats.org/officeDocument/2006/relationships/customXml" Target="../ink/ink309.xml"/><Relationship Id="rId79" Type="http://schemas.openxmlformats.org/officeDocument/2006/relationships/customXml" Target="../ink/ink330.xml"/><Relationship Id="rId102" Type="http://schemas.openxmlformats.org/officeDocument/2006/relationships/customXml" Target="../ink/ink353.xml"/><Relationship Id="rId123" Type="http://schemas.openxmlformats.org/officeDocument/2006/relationships/customXml" Target="../ink/ink374.xml"/><Relationship Id="rId144" Type="http://schemas.openxmlformats.org/officeDocument/2006/relationships/customXml" Target="../ink/ink395.xml"/><Relationship Id="rId90" Type="http://schemas.openxmlformats.org/officeDocument/2006/relationships/customXml" Target="../ink/ink341.xml"/><Relationship Id="rId165" Type="http://schemas.openxmlformats.org/officeDocument/2006/relationships/customXml" Target="../ink/ink416.xml"/><Relationship Id="rId186" Type="http://schemas.openxmlformats.org/officeDocument/2006/relationships/customXml" Target="../ink/ink437.xml"/><Relationship Id="rId211" Type="http://schemas.openxmlformats.org/officeDocument/2006/relationships/customXml" Target="../ink/ink462.xml"/><Relationship Id="rId232" Type="http://schemas.openxmlformats.org/officeDocument/2006/relationships/customXml" Target="../ink/ink483.xml"/><Relationship Id="rId253" Type="http://schemas.openxmlformats.org/officeDocument/2006/relationships/customXml" Target="../ink/ink504.xml"/><Relationship Id="rId27" Type="http://schemas.openxmlformats.org/officeDocument/2006/relationships/customXml" Target="../ink/ink278.xml"/><Relationship Id="rId48" Type="http://schemas.openxmlformats.org/officeDocument/2006/relationships/customXml" Target="../ink/ink299.xml"/><Relationship Id="rId69" Type="http://schemas.openxmlformats.org/officeDocument/2006/relationships/customXml" Target="../ink/ink320.xml"/><Relationship Id="rId113" Type="http://schemas.openxmlformats.org/officeDocument/2006/relationships/customXml" Target="../ink/ink364.xml"/><Relationship Id="rId134" Type="http://schemas.openxmlformats.org/officeDocument/2006/relationships/customXml" Target="../ink/ink385.xml"/><Relationship Id="rId80" Type="http://schemas.openxmlformats.org/officeDocument/2006/relationships/customXml" Target="../ink/ink331.xml"/><Relationship Id="rId155" Type="http://schemas.openxmlformats.org/officeDocument/2006/relationships/customXml" Target="../ink/ink406.xml"/><Relationship Id="rId176" Type="http://schemas.openxmlformats.org/officeDocument/2006/relationships/customXml" Target="../ink/ink427.xml"/><Relationship Id="rId197" Type="http://schemas.openxmlformats.org/officeDocument/2006/relationships/customXml" Target="../ink/ink448.xml"/><Relationship Id="rId201" Type="http://schemas.openxmlformats.org/officeDocument/2006/relationships/customXml" Target="../ink/ink452.xml"/><Relationship Id="rId222" Type="http://schemas.openxmlformats.org/officeDocument/2006/relationships/customXml" Target="../ink/ink473.xml"/><Relationship Id="rId243" Type="http://schemas.openxmlformats.org/officeDocument/2006/relationships/customXml" Target="../ink/ink494.xml"/><Relationship Id="rId264" Type="http://schemas.openxmlformats.org/officeDocument/2006/relationships/customXml" Target="../ink/ink515.xml"/><Relationship Id="rId17" Type="http://schemas.openxmlformats.org/officeDocument/2006/relationships/customXml" Target="../ink/ink268.xml"/><Relationship Id="rId38" Type="http://schemas.openxmlformats.org/officeDocument/2006/relationships/customXml" Target="../ink/ink289.xml"/><Relationship Id="rId59" Type="http://schemas.openxmlformats.org/officeDocument/2006/relationships/customXml" Target="../ink/ink310.xml"/><Relationship Id="rId103" Type="http://schemas.openxmlformats.org/officeDocument/2006/relationships/customXml" Target="../ink/ink354.xml"/><Relationship Id="rId124" Type="http://schemas.openxmlformats.org/officeDocument/2006/relationships/customXml" Target="../ink/ink375.xml"/><Relationship Id="rId70" Type="http://schemas.openxmlformats.org/officeDocument/2006/relationships/customXml" Target="../ink/ink321.xml"/><Relationship Id="rId91" Type="http://schemas.openxmlformats.org/officeDocument/2006/relationships/customXml" Target="../ink/ink342.xml"/><Relationship Id="rId145" Type="http://schemas.openxmlformats.org/officeDocument/2006/relationships/customXml" Target="../ink/ink396.xml"/><Relationship Id="rId166" Type="http://schemas.openxmlformats.org/officeDocument/2006/relationships/customXml" Target="../ink/ink417.xml"/><Relationship Id="rId187" Type="http://schemas.openxmlformats.org/officeDocument/2006/relationships/customXml" Target="../ink/ink438.xml"/><Relationship Id="rId1" Type="http://schemas.openxmlformats.org/officeDocument/2006/relationships/slideLayout" Target="../slideLayouts/slideLayout7.xml"/><Relationship Id="rId212" Type="http://schemas.openxmlformats.org/officeDocument/2006/relationships/customXml" Target="../ink/ink463.xml"/><Relationship Id="rId233" Type="http://schemas.openxmlformats.org/officeDocument/2006/relationships/customXml" Target="../ink/ink484.xml"/><Relationship Id="rId254" Type="http://schemas.openxmlformats.org/officeDocument/2006/relationships/customXml" Target="../ink/ink505.xml"/><Relationship Id="rId28" Type="http://schemas.openxmlformats.org/officeDocument/2006/relationships/customXml" Target="../ink/ink279.xml"/><Relationship Id="rId49" Type="http://schemas.openxmlformats.org/officeDocument/2006/relationships/customXml" Target="../ink/ink300.xml"/><Relationship Id="rId114" Type="http://schemas.openxmlformats.org/officeDocument/2006/relationships/customXml" Target="../ink/ink365.xml"/><Relationship Id="rId60" Type="http://schemas.openxmlformats.org/officeDocument/2006/relationships/customXml" Target="../ink/ink311.xml"/><Relationship Id="rId81" Type="http://schemas.openxmlformats.org/officeDocument/2006/relationships/customXml" Target="../ink/ink332.xml"/><Relationship Id="rId135" Type="http://schemas.openxmlformats.org/officeDocument/2006/relationships/customXml" Target="../ink/ink386.xml"/><Relationship Id="rId156" Type="http://schemas.openxmlformats.org/officeDocument/2006/relationships/customXml" Target="../ink/ink407.xml"/><Relationship Id="rId177" Type="http://schemas.openxmlformats.org/officeDocument/2006/relationships/customXml" Target="../ink/ink428.xml"/><Relationship Id="rId198" Type="http://schemas.openxmlformats.org/officeDocument/2006/relationships/customXml" Target="../ink/ink449.xml"/><Relationship Id="rId202" Type="http://schemas.openxmlformats.org/officeDocument/2006/relationships/customXml" Target="../ink/ink453.xml"/><Relationship Id="rId223" Type="http://schemas.openxmlformats.org/officeDocument/2006/relationships/customXml" Target="../ink/ink474.xml"/><Relationship Id="rId244" Type="http://schemas.openxmlformats.org/officeDocument/2006/relationships/customXml" Target="../ink/ink495.xml"/><Relationship Id="rId18" Type="http://schemas.openxmlformats.org/officeDocument/2006/relationships/customXml" Target="../ink/ink269.xml"/><Relationship Id="rId39" Type="http://schemas.openxmlformats.org/officeDocument/2006/relationships/customXml" Target="../ink/ink290.xml"/><Relationship Id="rId265" Type="http://schemas.openxmlformats.org/officeDocument/2006/relationships/customXml" Target="../ink/ink516.xml"/><Relationship Id="rId50" Type="http://schemas.openxmlformats.org/officeDocument/2006/relationships/customXml" Target="../ink/ink301.xml"/><Relationship Id="rId104" Type="http://schemas.openxmlformats.org/officeDocument/2006/relationships/customXml" Target="../ink/ink355.xml"/><Relationship Id="rId125" Type="http://schemas.openxmlformats.org/officeDocument/2006/relationships/customXml" Target="../ink/ink376.xml"/><Relationship Id="rId146" Type="http://schemas.openxmlformats.org/officeDocument/2006/relationships/customXml" Target="../ink/ink397.xml"/><Relationship Id="rId167" Type="http://schemas.openxmlformats.org/officeDocument/2006/relationships/customXml" Target="../ink/ink418.xml"/><Relationship Id="rId188" Type="http://schemas.openxmlformats.org/officeDocument/2006/relationships/customXml" Target="../ink/ink439.xml"/><Relationship Id="rId71" Type="http://schemas.openxmlformats.org/officeDocument/2006/relationships/customXml" Target="../ink/ink322.xml"/><Relationship Id="rId92" Type="http://schemas.openxmlformats.org/officeDocument/2006/relationships/customXml" Target="../ink/ink343.xml"/><Relationship Id="rId213" Type="http://schemas.openxmlformats.org/officeDocument/2006/relationships/customXml" Target="../ink/ink464.xml"/><Relationship Id="rId234" Type="http://schemas.openxmlformats.org/officeDocument/2006/relationships/customXml" Target="../ink/ink485.xml"/><Relationship Id="rId2" Type="http://schemas.openxmlformats.org/officeDocument/2006/relationships/oleObject" Target="../embeddings/oleObject9.bin"/><Relationship Id="rId29" Type="http://schemas.openxmlformats.org/officeDocument/2006/relationships/customXml" Target="../ink/ink280.xml"/><Relationship Id="rId255" Type="http://schemas.openxmlformats.org/officeDocument/2006/relationships/customXml" Target="../ink/ink506.xml"/><Relationship Id="rId40" Type="http://schemas.openxmlformats.org/officeDocument/2006/relationships/customXml" Target="../ink/ink291.xml"/><Relationship Id="rId115" Type="http://schemas.openxmlformats.org/officeDocument/2006/relationships/customXml" Target="../ink/ink366.xml"/><Relationship Id="rId136" Type="http://schemas.openxmlformats.org/officeDocument/2006/relationships/customXml" Target="../ink/ink387.xml"/><Relationship Id="rId157" Type="http://schemas.openxmlformats.org/officeDocument/2006/relationships/customXml" Target="../ink/ink408.xml"/><Relationship Id="rId178" Type="http://schemas.openxmlformats.org/officeDocument/2006/relationships/customXml" Target="../ink/ink429.xml"/><Relationship Id="rId61" Type="http://schemas.openxmlformats.org/officeDocument/2006/relationships/customXml" Target="../ink/ink312.xml"/><Relationship Id="rId82" Type="http://schemas.openxmlformats.org/officeDocument/2006/relationships/customXml" Target="../ink/ink333.xml"/><Relationship Id="rId199" Type="http://schemas.openxmlformats.org/officeDocument/2006/relationships/customXml" Target="../ink/ink450.xml"/><Relationship Id="rId203" Type="http://schemas.openxmlformats.org/officeDocument/2006/relationships/customXml" Target="../ink/ink454.xml"/><Relationship Id="rId19" Type="http://schemas.openxmlformats.org/officeDocument/2006/relationships/customXml" Target="../ink/ink270.xml"/><Relationship Id="rId224" Type="http://schemas.openxmlformats.org/officeDocument/2006/relationships/customXml" Target="../ink/ink475.xml"/><Relationship Id="rId245" Type="http://schemas.openxmlformats.org/officeDocument/2006/relationships/customXml" Target="../ink/ink496.xml"/><Relationship Id="rId30" Type="http://schemas.openxmlformats.org/officeDocument/2006/relationships/customXml" Target="../ink/ink281.xml"/><Relationship Id="rId105" Type="http://schemas.openxmlformats.org/officeDocument/2006/relationships/customXml" Target="../ink/ink356.xml"/><Relationship Id="rId126" Type="http://schemas.openxmlformats.org/officeDocument/2006/relationships/customXml" Target="../ink/ink377.xml"/><Relationship Id="rId147" Type="http://schemas.openxmlformats.org/officeDocument/2006/relationships/customXml" Target="../ink/ink398.xml"/><Relationship Id="rId168" Type="http://schemas.openxmlformats.org/officeDocument/2006/relationships/customXml" Target="../ink/ink419.xml"/><Relationship Id="rId51" Type="http://schemas.openxmlformats.org/officeDocument/2006/relationships/customXml" Target="../ink/ink302.xml"/><Relationship Id="rId72" Type="http://schemas.openxmlformats.org/officeDocument/2006/relationships/customXml" Target="../ink/ink323.xml"/><Relationship Id="rId93" Type="http://schemas.openxmlformats.org/officeDocument/2006/relationships/customXml" Target="../ink/ink344.xml"/><Relationship Id="rId189" Type="http://schemas.openxmlformats.org/officeDocument/2006/relationships/customXml" Target="../ink/ink440.xml"/><Relationship Id="rId3" Type="http://schemas.openxmlformats.org/officeDocument/2006/relationships/image" Target="../media/image17.wmf"/><Relationship Id="rId214" Type="http://schemas.openxmlformats.org/officeDocument/2006/relationships/customXml" Target="../ink/ink465.xml"/><Relationship Id="rId235" Type="http://schemas.openxmlformats.org/officeDocument/2006/relationships/customXml" Target="../ink/ink486.xml"/><Relationship Id="rId256" Type="http://schemas.openxmlformats.org/officeDocument/2006/relationships/customXml" Target="../ink/ink507.xml"/><Relationship Id="rId116" Type="http://schemas.openxmlformats.org/officeDocument/2006/relationships/customXml" Target="../ink/ink367.xml"/><Relationship Id="rId137" Type="http://schemas.openxmlformats.org/officeDocument/2006/relationships/customXml" Target="../ink/ink388.xml"/><Relationship Id="rId158" Type="http://schemas.openxmlformats.org/officeDocument/2006/relationships/customXml" Target="../ink/ink409.xml"/><Relationship Id="rId20" Type="http://schemas.openxmlformats.org/officeDocument/2006/relationships/customXml" Target="../ink/ink271.xml"/><Relationship Id="rId41" Type="http://schemas.openxmlformats.org/officeDocument/2006/relationships/customXml" Target="../ink/ink292.xml"/><Relationship Id="rId62" Type="http://schemas.openxmlformats.org/officeDocument/2006/relationships/customXml" Target="../ink/ink313.xml"/><Relationship Id="rId83" Type="http://schemas.openxmlformats.org/officeDocument/2006/relationships/customXml" Target="../ink/ink334.xml"/><Relationship Id="rId179" Type="http://schemas.openxmlformats.org/officeDocument/2006/relationships/customXml" Target="../ink/ink430.xml"/><Relationship Id="rId190" Type="http://schemas.openxmlformats.org/officeDocument/2006/relationships/customXml" Target="../ink/ink441.xml"/><Relationship Id="rId204" Type="http://schemas.openxmlformats.org/officeDocument/2006/relationships/customXml" Target="../ink/ink455.xml"/><Relationship Id="rId225" Type="http://schemas.openxmlformats.org/officeDocument/2006/relationships/customXml" Target="../ink/ink476.xml"/><Relationship Id="rId246" Type="http://schemas.openxmlformats.org/officeDocument/2006/relationships/customXml" Target="../ink/ink497.xml"/><Relationship Id="rId106" Type="http://schemas.openxmlformats.org/officeDocument/2006/relationships/customXml" Target="../ink/ink357.xml"/><Relationship Id="rId127" Type="http://schemas.openxmlformats.org/officeDocument/2006/relationships/customXml" Target="../ink/ink378.xml"/><Relationship Id="rId10" Type="http://schemas.openxmlformats.org/officeDocument/2006/relationships/customXml" Target="../ink/ink261.xml"/><Relationship Id="rId31" Type="http://schemas.openxmlformats.org/officeDocument/2006/relationships/customXml" Target="../ink/ink282.xml"/><Relationship Id="rId52" Type="http://schemas.openxmlformats.org/officeDocument/2006/relationships/customXml" Target="../ink/ink303.xml"/><Relationship Id="rId73" Type="http://schemas.openxmlformats.org/officeDocument/2006/relationships/customXml" Target="../ink/ink324.xml"/><Relationship Id="rId94" Type="http://schemas.openxmlformats.org/officeDocument/2006/relationships/customXml" Target="../ink/ink345.xml"/><Relationship Id="rId148" Type="http://schemas.openxmlformats.org/officeDocument/2006/relationships/customXml" Target="../ink/ink399.xml"/><Relationship Id="rId169" Type="http://schemas.openxmlformats.org/officeDocument/2006/relationships/customXml" Target="../ink/ink420.xml"/><Relationship Id="rId4" Type="http://schemas.openxmlformats.org/officeDocument/2006/relationships/oleObject" Target="../embeddings/oleObject10.bin"/><Relationship Id="rId180" Type="http://schemas.openxmlformats.org/officeDocument/2006/relationships/customXml" Target="../ink/ink431.xml"/><Relationship Id="rId215" Type="http://schemas.openxmlformats.org/officeDocument/2006/relationships/customXml" Target="../ink/ink466.xml"/><Relationship Id="rId236" Type="http://schemas.openxmlformats.org/officeDocument/2006/relationships/customXml" Target="../ink/ink487.xml"/><Relationship Id="rId257" Type="http://schemas.openxmlformats.org/officeDocument/2006/relationships/customXml" Target="../ink/ink508.xml"/><Relationship Id="rId42" Type="http://schemas.openxmlformats.org/officeDocument/2006/relationships/customXml" Target="../ink/ink293.xml"/><Relationship Id="rId84" Type="http://schemas.openxmlformats.org/officeDocument/2006/relationships/customXml" Target="../ink/ink335.xml"/><Relationship Id="rId138" Type="http://schemas.openxmlformats.org/officeDocument/2006/relationships/customXml" Target="../ink/ink389.xml"/><Relationship Id="rId191" Type="http://schemas.openxmlformats.org/officeDocument/2006/relationships/customXml" Target="../ink/ink442.xml"/><Relationship Id="rId205" Type="http://schemas.openxmlformats.org/officeDocument/2006/relationships/customXml" Target="../ink/ink456.xml"/><Relationship Id="rId247" Type="http://schemas.openxmlformats.org/officeDocument/2006/relationships/customXml" Target="../ink/ink498.xml"/></Relationships>
</file>

<file path=ppt/slides/_rels/slide14.xml.rels><?xml version="1.0" encoding="UTF-8" standalone="yes"?>
<Relationships xmlns="http://schemas.openxmlformats.org/package/2006/relationships"><Relationship Id="rId8" Type="http://schemas.openxmlformats.org/officeDocument/2006/relationships/customXml" Target="../ink/ink521.xml"/><Relationship Id="rId13" Type="http://schemas.openxmlformats.org/officeDocument/2006/relationships/customXml" Target="../ink/ink526.xml"/><Relationship Id="rId3" Type="http://schemas.openxmlformats.org/officeDocument/2006/relationships/image" Target="../media/image20.wmf"/><Relationship Id="rId7" Type="http://schemas.openxmlformats.org/officeDocument/2006/relationships/customXml" Target="../ink/ink520.xml"/><Relationship Id="rId12" Type="http://schemas.openxmlformats.org/officeDocument/2006/relationships/customXml" Target="../ink/ink525.xml"/><Relationship Id="rId2" Type="http://schemas.openxmlformats.org/officeDocument/2006/relationships/oleObject" Target="../embeddings/oleObject11.bin"/><Relationship Id="rId16" Type="http://schemas.openxmlformats.org/officeDocument/2006/relationships/customXml" Target="../ink/ink529.xml"/><Relationship Id="rId1" Type="http://schemas.openxmlformats.org/officeDocument/2006/relationships/slideLayout" Target="../slideLayouts/slideLayout7.xml"/><Relationship Id="rId6" Type="http://schemas.openxmlformats.org/officeDocument/2006/relationships/customXml" Target="../ink/ink519.xml"/><Relationship Id="rId11" Type="http://schemas.openxmlformats.org/officeDocument/2006/relationships/customXml" Target="../ink/ink524.xml"/><Relationship Id="rId5" Type="http://schemas.openxmlformats.org/officeDocument/2006/relationships/customXml" Target="../ink/ink518.xml"/><Relationship Id="rId15" Type="http://schemas.openxmlformats.org/officeDocument/2006/relationships/customXml" Target="../ink/ink528.xml"/><Relationship Id="rId10" Type="http://schemas.openxmlformats.org/officeDocument/2006/relationships/customXml" Target="../ink/ink523.xml"/><Relationship Id="rId4" Type="http://schemas.openxmlformats.org/officeDocument/2006/relationships/customXml" Target="../ink/ink517.xml"/><Relationship Id="rId9" Type="http://schemas.openxmlformats.org/officeDocument/2006/relationships/customXml" Target="../ink/ink522.xml"/><Relationship Id="rId14" Type="http://schemas.openxmlformats.org/officeDocument/2006/relationships/customXml" Target="../ink/ink527.xml"/></Relationships>
</file>

<file path=ppt/slides/_rels/slide15.xml.rels><?xml version="1.0" encoding="UTF-8" standalone="yes"?>
<Relationships xmlns="http://schemas.openxmlformats.org/package/2006/relationships"><Relationship Id="rId13" Type="http://schemas.openxmlformats.org/officeDocument/2006/relationships/customXml" Target="../ink/ink533.xml"/><Relationship Id="rId18" Type="http://schemas.openxmlformats.org/officeDocument/2006/relationships/customXml" Target="../ink/ink538.xml"/><Relationship Id="rId26" Type="http://schemas.openxmlformats.org/officeDocument/2006/relationships/customXml" Target="../ink/ink546.xml"/><Relationship Id="rId39" Type="http://schemas.openxmlformats.org/officeDocument/2006/relationships/customXml" Target="../ink/ink559.xml"/><Relationship Id="rId21" Type="http://schemas.openxmlformats.org/officeDocument/2006/relationships/customXml" Target="../ink/ink541.xml"/><Relationship Id="rId34" Type="http://schemas.openxmlformats.org/officeDocument/2006/relationships/customXml" Target="../ink/ink554.xml"/><Relationship Id="rId7" Type="http://schemas.openxmlformats.org/officeDocument/2006/relationships/image" Target="../media/image23.wmf"/><Relationship Id="rId12" Type="http://schemas.openxmlformats.org/officeDocument/2006/relationships/customXml" Target="../ink/ink532.xml"/><Relationship Id="rId17" Type="http://schemas.openxmlformats.org/officeDocument/2006/relationships/customXml" Target="../ink/ink537.xml"/><Relationship Id="rId25" Type="http://schemas.openxmlformats.org/officeDocument/2006/relationships/customXml" Target="../ink/ink545.xml"/><Relationship Id="rId33" Type="http://schemas.openxmlformats.org/officeDocument/2006/relationships/customXml" Target="../ink/ink553.xml"/><Relationship Id="rId38" Type="http://schemas.openxmlformats.org/officeDocument/2006/relationships/customXml" Target="../ink/ink558.xml"/><Relationship Id="rId2" Type="http://schemas.openxmlformats.org/officeDocument/2006/relationships/image" Target="../media/image21.png"/><Relationship Id="rId16" Type="http://schemas.openxmlformats.org/officeDocument/2006/relationships/customXml" Target="../ink/ink536.xml"/><Relationship Id="rId20" Type="http://schemas.openxmlformats.org/officeDocument/2006/relationships/customXml" Target="../ink/ink540.xml"/><Relationship Id="rId29" Type="http://schemas.openxmlformats.org/officeDocument/2006/relationships/customXml" Target="../ink/ink549.xml"/><Relationship Id="rId1" Type="http://schemas.openxmlformats.org/officeDocument/2006/relationships/slideLayout" Target="../slideLayouts/slideLayout7.xml"/><Relationship Id="rId6" Type="http://schemas.openxmlformats.org/officeDocument/2006/relationships/oleObject" Target="../embeddings/oleObject14.bin"/><Relationship Id="rId11" Type="http://schemas.openxmlformats.org/officeDocument/2006/relationships/customXml" Target="../ink/ink531.xml"/><Relationship Id="rId24" Type="http://schemas.openxmlformats.org/officeDocument/2006/relationships/customXml" Target="../ink/ink544.xml"/><Relationship Id="rId32" Type="http://schemas.openxmlformats.org/officeDocument/2006/relationships/customXml" Target="../ink/ink552.xml"/><Relationship Id="rId37" Type="http://schemas.openxmlformats.org/officeDocument/2006/relationships/customXml" Target="../ink/ink557.xml"/><Relationship Id="rId5" Type="http://schemas.openxmlformats.org/officeDocument/2006/relationships/oleObject" Target="../embeddings/oleObject13.bin"/><Relationship Id="rId15" Type="http://schemas.openxmlformats.org/officeDocument/2006/relationships/customXml" Target="../ink/ink535.xml"/><Relationship Id="rId23" Type="http://schemas.openxmlformats.org/officeDocument/2006/relationships/customXml" Target="../ink/ink543.xml"/><Relationship Id="rId28" Type="http://schemas.openxmlformats.org/officeDocument/2006/relationships/customXml" Target="../ink/ink548.xml"/><Relationship Id="rId36" Type="http://schemas.openxmlformats.org/officeDocument/2006/relationships/customXml" Target="../ink/ink556.xml"/><Relationship Id="rId10" Type="http://schemas.openxmlformats.org/officeDocument/2006/relationships/customXml" Target="../ink/ink530.xml"/><Relationship Id="rId19" Type="http://schemas.openxmlformats.org/officeDocument/2006/relationships/customXml" Target="../ink/ink539.xml"/><Relationship Id="rId31" Type="http://schemas.openxmlformats.org/officeDocument/2006/relationships/customXml" Target="../ink/ink551.xml"/><Relationship Id="rId4" Type="http://schemas.openxmlformats.org/officeDocument/2006/relationships/image" Target="../media/image22.wmf"/><Relationship Id="rId9" Type="http://schemas.openxmlformats.org/officeDocument/2006/relationships/image" Target="../media/image25.png"/><Relationship Id="rId14" Type="http://schemas.openxmlformats.org/officeDocument/2006/relationships/customXml" Target="../ink/ink534.xml"/><Relationship Id="rId22" Type="http://schemas.openxmlformats.org/officeDocument/2006/relationships/customXml" Target="../ink/ink542.xml"/><Relationship Id="rId27" Type="http://schemas.openxmlformats.org/officeDocument/2006/relationships/customXml" Target="../ink/ink547.xml"/><Relationship Id="rId30" Type="http://schemas.openxmlformats.org/officeDocument/2006/relationships/customXml" Target="../ink/ink550.xml"/><Relationship Id="rId35" Type="http://schemas.openxmlformats.org/officeDocument/2006/relationships/customXml" Target="../ink/ink555.xml"/><Relationship Id="rId8" Type="http://schemas.openxmlformats.org/officeDocument/2006/relationships/image" Target="../media/image24.png"/><Relationship Id="rId3" Type="http://schemas.openxmlformats.org/officeDocument/2006/relationships/oleObject" Target="../embeddings/oleObject12.bin"/></Relationships>
</file>

<file path=ppt/slides/_rels/slide16.xml.rels><?xml version="1.0" encoding="UTF-8" standalone="yes"?>
<Relationships xmlns="http://schemas.openxmlformats.org/package/2006/relationships"><Relationship Id="rId26" Type="http://schemas.openxmlformats.org/officeDocument/2006/relationships/customXml" Target="../ink/ink568.xml"/><Relationship Id="rId117" Type="http://schemas.openxmlformats.org/officeDocument/2006/relationships/customXml" Target="../ink/ink659.xml"/><Relationship Id="rId21" Type="http://schemas.openxmlformats.org/officeDocument/2006/relationships/customXml" Target="../ink/ink563.xml"/><Relationship Id="rId42" Type="http://schemas.openxmlformats.org/officeDocument/2006/relationships/customXml" Target="../ink/ink584.xml"/><Relationship Id="rId47" Type="http://schemas.openxmlformats.org/officeDocument/2006/relationships/customXml" Target="../ink/ink589.xml"/><Relationship Id="rId63" Type="http://schemas.openxmlformats.org/officeDocument/2006/relationships/customXml" Target="../ink/ink605.xml"/><Relationship Id="rId68" Type="http://schemas.openxmlformats.org/officeDocument/2006/relationships/customXml" Target="../ink/ink610.xml"/><Relationship Id="rId84" Type="http://schemas.openxmlformats.org/officeDocument/2006/relationships/customXml" Target="../ink/ink626.xml"/><Relationship Id="rId89" Type="http://schemas.openxmlformats.org/officeDocument/2006/relationships/customXml" Target="../ink/ink631.xml"/><Relationship Id="rId112" Type="http://schemas.openxmlformats.org/officeDocument/2006/relationships/customXml" Target="../ink/ink654.xml"/><Relationship Id="rId16" Type="http://schemas.openxmlformats.org/officeDocument/2006/relationships/image" Target="../media/image33.png"/><Relationship Id="rId107" Type="http://schemas.openxmlformats.org/officeDocument/2006/relationships/customXml" Target="../ink/ink649.xml"/><Relationship Id="rId11" Type="http://schemas.openxmlformats.org/officeDocument/2006/relationships/image" Target="../media/image30.wmf"/><Relationship Id="rId32" Type="http://schemas.openxmlformats.org/officeDocument/2006/relationships/customXml" Target="../ink/ink574.xml"/><Relationship Id="rId37" Type="http://schemas.openxmlformats.org/officeDocument/2006/relationships/customXml" Target="../ink/ink579.xml"/><Relationship Id="rId53" Type="http://schemas.openxmlformats.org/officeDocument/2006/relationships/customXml" Target="../ink/ink595.xml"/><Relationship Id="rId58" Type="http://schemas.openxmlformats.org/officeDocument/2006/relationships/customXml" Target="../ink/ink600.xml"/><Relationship Id="rId74" Type="http://schemas.openxmlformats.org/officeDocument/2006/relationships/customXml" Target="../ink/ink616.xml"/><Relationship Id="rId79" Type="http://schemas.openxmlformats.org/officeDocument/2006/relationships/customXml" Target="../ink/ink621.xml"/><Relationship Id="rId102" Type="http://schemas.openxmlformats.org/officeDocument/2006/relationships/customXml" Target="../ink/ink644.xml"/><Relationship Id="rId123" Type="http://schemas.openxmlformats.org/officeDocument/2006/relationships/customXml" Target="../ink/ink665.xml"/><Relationship Id="rId5" Type="http://schemas.openxmlformats.org/officeDocument/2006/relationships/image" Target="../media/image27.wmf"/><Relationship Id="rId90" Type="http://schemas.openxmlformats.org/officeDocument/2006/relationships/customXml" Target="../ink/ink632.xml"/><Relationship Id="rId95" Type="http://schemas.openxmlformats.org/officeDocument/2006/relationships/customXml" Target="../ink/ink637.xml"/><Relationship Id="rId22" Type="http://schemas.openxmlformats.org/officeDocument/2006/relationships/customXml" Target="../ink/ink564.xml"/><Relationship Id="rId27" Type="http://schemas.openxmlformats.org/officeDocument/2006/relationships/customXml" Target="../ink/ink569.xml"/><Relationship Id="rId43" Type="http://schemas.openxmlformats.org/officeDocument/2006/relationships/customXml" Target="../ink/ink585.xml"/><Relationship Id="rId48" Type="http://schemas.openxmlformats.org/officeDocument/2006/relationships/customXml" Target="../ink/ink590.xml"/><Relationship Id="rId64" Type="http://schemas.openxmlformats.org/officeDocument/2006/relationships/customXml" Target="../ink/ink606.xml"/><Relationship Id="rId69" Type="http://schemas.openxmlformats.org/officeDocument/2006/relationships/customXml" Target="../ink/ink611.xml"/><Relationship Id="rId113" Type="http://schemas.openxmlformats.org/officeDocument/2006/relationships/customXml" Target="../ink/ink655.xml"/><Relationship Id="rId118" Type="http://schemas.openxmlformats.org/officeDocument/2006/relationships/customXml" Target="../ink/ink660.xml"/><Relationship Id="rId80" Type="http://schemas.openxmlformats.org/officeDocument/2006/relationships/customXml" Target="../ink/ink622.xml"/><Relationship Id="rId85" Type="http://schemas.openxmlformats.org/officeDocument/2006/relationships/customXml" Target="../ink/ink627.xml"/><Relationship Id="rId12" Type="http://schemas.openxmlformats.org/officeDocument/2006/relationships/oleObject" Target="../embeddings/oleObject20.bin"/><Relationship Id="rId17" Type="http://schemas.openxmlformats.org/officeDocument/2006/relationships/image" Target="../media/image34.png"/><Relationship Id="rId33" Type="http://schemas.openxmlformats.org/officeDocument/2006/relationships/customXml" Target="../ink/ink575.xml"/><Relationship Id="rId38" Type="http://schemas.openxmlformats.org/officeDocument/2006/relationships/customXml" Target="../ink/ink580.xml"/><Relationship Id="rId59" Type="http://schemas.openxmlformats.org/officeDocument/2006/relationships/customXml" Target="../ink/ink601.xml"/><Relationship Id="rId103" Type="http://schemas.openxmlformats.org/officeDocument/2006/relationships/customXml" Target="../ink/ink645.xml"/><Relationship Id="rId108" Type="http://schemas.openxmlformats.org/officeDocument/2006/relationships/customXml" Target="../ink/ink650.xml"/><Relationship Id="rId124" Type="http://schemas.openxmlformats.org/officeDocument/2006/relationships/customXml" Target="../ink/ink666.xml"/><Relationship Id="rId54" Type="http://schemas.openxmlformats.org/officeDocument/2006/relationships/customXml" Target="../ink/ink596.xml"/><Relationship Id="rId70" Type="http://schemas.openxmlformats.org/officeDocument/2006/relationships/customXml" Target="../ink/ink612.xml"/><Relationship Id="rId75" Type="http://schemas.openxmlformats.org/officeDocument/2006/relationships/customXml" Target="../ink/ink617.xml"/><Relationship Id="rId91" Type="http://schemas.openxmlformats.org/officeDocument/2006/relationships/customXml" Target="../ink/ink633.xml"/><Relationship Id="rId96" Type="http://schemas.openxmlformats.org/officeDocument/2006/relationships/customXml" Target="../ink/ink638.xml"/><Relationship Id="rId1" Type="http://schemas.openxmlformats.org/officeDocument/2006/relationships/slideLayout" Target="../slideLayouts/slideLayout7.xml"/><Relationship Id="rId6" Type="http://schemas.openxmlformats.org/officeDocument/2006/relationships/oleObject" Target="../embeddings/oleObject17.bin"/><Relationship Id="rId23" Type="http://schemas.openxmlformats.org/officeDocument/2006/relationships/customXml" Target="../ink/ink565.xml"/><Relationship Id="rId28" Type="http://schemas.openxmlformats.org/officeDocument/2006/relationships/customXml" Target="../ink/ink570.xml"/><Relationship Id="rId49" Type="http://schemas.openxmlformats.org/officeDocument/2006/relationships/customXml" Target="../ink/ink591.xml"/><Relationship Id="rId114" Type="http://schemas.openxmlformats.org/officeDocument/2006/relationships/customXml" Target="../ink/ink656.xml"/><Relationship Id="rId119" Type="http://schemas.openxmlformats.org/officeDocument/2006/relationships/customXml" Target="../ink/ink661.xml"/><Relationship Id="rId44" Type="http://schemas.openxmlformats.org/officeDocument/2006/relationships/customXml" Target="../ink/ink586.xml"/><Relationship Id="rId60" Type="http://schemas.openxmlformats.org/officeDocument/2006/relationships/customXml" Target="../ink/ink602.xml"/><Relationship Id="rId65" Type="http://schemas.openxmlformats.org/officeDocument/2006/relationships/customXml" Target="../ink/ink607.xml"/><Relationship Id="rId81" Type="http://schemas.openxmlformats.org/officeDocument/2006/relationships/customXml" Target="../ink/ink623.xml"/><Relationship Id="rId86" Type="http://schemas.openxmlformats.org/officeDocument/2006/relationships/customXml" Target="../ink/ink628.xml"/><Relationship Id="rId4" Type="http://schemas.openxmlformats.org/officeDocument/2006/relationships/oleObject" Target="../embeddings/oleObject16.bin"/><Relationship Id="rId9" Type="http://schemas.openxmlformats.org/officeDocument/2006/relationships/image" Target="../media/image29.wmf"/><Relationship Id="rId13" Type="http://schemas.openxmlformats.org/officeDocument/2006/relationships/image" Target="../media/image31.wmf"/><Relationship Id="rId18" Type="http://schemas.openxmlformats.org/officeDocument/2006/relationships/customXml" Target="../ink/ink560.xml"/><Relationship Id="rId39" Type="http://schemas.openxmlformats.org/officeDocument/2006/relationships/customXml" Target="../ink/ink581.xml"/><Relationship Id="rId109" Type="http://schemas.openxmlformats.org/officeDocument/2006/relationships/customXml" Target="../ink/ink651.xml"/><Relationship Id="rId34" Type="http://schemas.openxmlformats.org/officeDocument/2006/relationships/customXml" Target="../ink/ink576.xml"/><Relationship Id="rId50" Type="http://schemas.openxmlformats.org/officeDocument/2006/relationships/customXml" Target="../ink/ink592.xml"/><Relationship Id="rId55" Type="http://schemas.openxmlformats.org/officeDocument/2006/relationships/customXml" Target="../ink/ink597.xml"/><Relationship Id="rId76" Type="http://schemas.openxmlformats.org/officeDocument/2006/relationships/customXml" Target="../ink/ink618.xml"/><Relationship Id="rId97" Type="http://schemas.openxmlformats.org/officeDocument/2006/relationships/customXml" Target="../ink/ink639.xml"/><Relationship Id="rId104" Type="http://schemas.openxmlformats.org/officeDocument/2006/relationships/customXml" Target="../ink/ink646.xml"/><Relationship Id="rId120" Type="http://schemas.openxmlformats.org/officeDocument/2006/relationships/customXml" Target="../ink/ink662.xml"/><Relationship Id="rId7" Type="http://schemas.openxmlformats.org/officeDocument/2006/relationships/image" Target="../media/image28.wmf"/><Relationship Id="rId71" Type="http://schemas.openxmlformats.org/officeDocument/2006/relationships/customXml" Target="../ink/ink613.xml"/><Relationship Id="rId92" Type="http://schemas.openxmlformats.org/officeDocument/2006/relationships/customXml" Target="../ink/ink634.xml"/><Relationship Id="rId2" Type="http://schemas.openxmlformats.org/officeDocument/2006/relationships/oleObject" Target="../embeddings/oleObject15.bin"/><Relationship Id="rId29" Type="http://schemas.openxmlformats.org/officeDocument/2006/relationships/customXml" Target="../ink/ink571.xml"/><Relationship Id="rId24" Type="http://schemas.openxmlformats.org/officeDocument/2006/relationships/customXml" Target="../ink/ink566.xml"/><Relationship Id="rId40" Type="http://schemas.openxmlformats.org/officeDocument/2006/relationships/customXml" Target="../ink/ink582.xml"/><Relationship Id="rId45" Type="http://schemas.openxmlformats.org/officeDocument/2006/relationships/customXml" Target="../ink/ink587.xml"/><Relationship Id="rId66" Type="http://schemas.openxmlformats.org/officeDocument/2006/relationships/customXml" Target="../ink/ink608.xml"/><Relationship Id="rId87" Type="http://schemas.openxmlformats.org/officeDocument/2006/relationships/customXml" Target="../ink/ink629.xml"/><Relationship Id="rId110" Type="http://schemas.openxmlformats.org/officeDocument/2006/relationships/customXml" Target="../ink/ink652.xml"/><Relationship Id="rId115" Type="http://schemas.openxmlformats.org/officeDocument/2006/relationships/customXml" Target="../ink/ink657.xml"/><Relationship Id="rId61" Type="http://schemas.openxmlformats.org/officeDocument/2006/relationships/customXml" Target="../ink/ink603.xml"/><Relationship Id="rId82" Type="http://schemas.openxmlformats.org/officeDocument/2006/relationships/customXml" Target="../ink/ink624.xml"/><Relationship Id="rId19" Type="http://schemas.openxmlformats.org/officeDocument/2006/relationships/customXml" Target="../ink/ink561.xml"/><Relationship Id="rId14" Type="http://schemas.openxmlformats.org/officeDocument/2006/relationships/oleObject" Target="../embeddings/oleObject21.bin"/><Relationship Id="rId30" Type="http://schemas.openxmlformats.org/officeDocument/2006/relationships/customXml" Target="../ink/ink572.xml"/><Relationship Id="rId35" Type="http://schemas.openxmlformats.org/officeDocument/2006/relationships/customXml" Target="../ink/ink577.xml"/><Relationship Id="rId56" Type="http://schemas.openxmlformats.org/officeDocument/2006/relationships/customXml" Target="../ink/ink598.xml"/><Relationship Id="rId77" Type="http://schemas.openxmlformats.org/officeDocument/2006/relationships/customXml" Target="../ink/ink619.xml"/><Relationship Id="rId100" Type="http://schemas.openxmlformats.org/officeDocument/2006/relationships/customXml" Target="../ink/ink642.xml"/><Relationship Id="rId105" Type="http://schemas.openxmlformats.org/officeDocument/2006/relationships/customXml" Target="../ink/ink647.xml"/><Relationship Id="rId8" Type="http://schemas.openxmlformats.org/officeDocument/2006/relationships/oleObject" Target="../embeddings/oleObject18.bin"/><Relationship Id="rId51" Type="http://schemas.openxmlformats.org/officeDocument/2006/relationships/customXml" Target="../ink/ink593.xml"/><Relationship Id="rId72" Type="http://schemas.openxmlformats.org/officeDocument/2006/relationships/customXml" Target="../ink/ink614.xml"/><Relationship Id="rId93" Type="http://schemas.openxmlformats.org/officeDocument/2006/relationships/customXml" Target="../ink/ink635.xml"/><Relationship Id="rId98" Type="http://schemas.openxmlformats.org/officeDocument/2006/relationships/customXml" Target="../ink/ink640.xml"/><Relationship Id="rId121" Type="http://schemas.openxmlformats.org/officeDocument/2006/relationships/customXml" Target="../ink/ink663.xml"/><Relationship Id="rId3" Type="http://schemas.openxmlformats.org/officeDocument/2006/relationships/image" Target="../media/image26.wmf"/><Relationship Id="rId25" Type="http://schemas.openxmlformats.org/officeDocument/2006/relationships/customXml" Target="../ink/ink567.xml"/><Relationship Id="rId46" Type="http://schemas.openxmlformats.org/officeDocument/2006/relationships/customXml" Target="../ink/ink588.xml"/><Relationship Id="rId67" Type="http://schemas.openxmlformats.org/officeDocument/2006/relationships/customXml" Target="../ink/ink609.xml"/><Relationship Id="rId116" Type="http://schemas.openxmlformats.org/officeDocument/2006/relationships/customXml" Target="../ink/ink658.xml"/><Relationship Id="rId20" Type="http://schemas.openxmlformats.org/officeDocument/2006/relationships/customXml" Target="../ink/ink562.xml"/><Relationship Id="rId41" Type="http://schemas.openxmlformats.org/officeDocument/2006/relationships/customXml" Target="../ink/ink583.xml"/><Relationship Id="rId62" Type="http://schemas.openxmlformats.org/officeDocument/2006/relationships/customXml" Target="../ink/ink604.xml"/><Relationship Id="rId83" Type="http://schemas.openxmlformats.org/officeDocument/2006/relationships/customXml" Target="../ink/ink625.xml"/><Relationship Id="rId88" Type="http://schemas.openxmlformats.org/officeDocument/2006/relationships/customXml" Target="../ink/ink630.xml"/><Relationship Id="rId111" Type="http://schemas.openxmlformats.org/officeDocument/2006/relationships/customXml" Target="../ink/ink653.xml"/><Relationship Id="rId15" Type="http://schemas.openxmlformats.org/officeDocument/2006/relationships/image" Target="../media/image32.wmf"/><Relationship Id="rId36" Type="http://schemas.openxmlformats.org/officeDocument/2006/relationships/customXml" Target="../ink/ink578.xml"/><Relationship Id="rId57" Type="http://schemas.openxmlformats.org/officeDocument/2006/relationships/customXml" Target="../ink/ink599.xml"/><Relationship Id="rId106" Type="http://schemas.openxmlformats.org/officeDocument/2006/relationships/customXml" Target="../ink/ink648.xml"/><Relationship Id="rId10" Type="http://schemas.openxmlformats.org/officeDocument/2006/relationships/oleObject" Target="../embeddings/oleObject19.bin"/><Relationship Id="rId31" Type="http://schemas.openxmlformats.org/officeDocument/2006/relationships/customXml" Target="../ink/ink573.xml"/><Relationship Id="rId52" Type="http://schemas.openxmlformats.org/officeDocument/2006/relationships/customXml" Target="../ink/ink594.xml"/><Relationship Id="rId73" Type="http://schemas.openxmlformats.org/officeDocument/2006/relationships/customXml" Target="../ink/ink615.xml"/><Relationship Id="rId78" Type="http://schemas.openxmlformats.org/officeDocument/2006/relationships/customXml" Target="../ink/ink620.xml"/><Relationship Id="rId94" Type="http://schemas.openxmlformats.org/officeDocument/2006/relationships/customXml" Target="../ink/ink636.xml"/><Relationship Id="rId99" Type="http://schemas.openxmlformats.org/officeDocument/2006/relationships/customXml" Target="../ink/ink641.xml"/><Relationship Id="rId101" Type="http://schemas.openxmlformats.org/officeDocument/2006/relationships/customXml" Target="../ink/ink643.xml"/><Relationship Id="rId122" Type="http://schemas.openxmlformats.org/officeDocument/2006/relationships/customXml" Target="../ink/ink664.xml"/></Relationships>
</file>

<file path=ppt/slides/_rels/slide17.xml.rels><?xml version="1.0" encoding="UTF-8" standalone="yes"?>
<Relationships xmlns="http://schemas.openxmlformats.org/package/2006/relationships"><Relationship Id="rId117" Type="http://schemas.openxmlformats.org/officeDocument/2006/relationships/customXml" Target="../ink/ink774.xml"/><Relationship Id="rId21" Type="http://schemas.openxmlformats.org/officeDocument/2006/relationships/customXml" Target="../ink/ink678.xml"/><Relationship Id="rId42" Type="http://schemas.openxmlformats.org/officeDocument/2006/relationships/customXml" Target="../ink/ink699.xml"/><Relationship Id="rId63" Type="http://schemas.openxmlformats.org/officeDocument/2006/relationships/customXml" Target="../ink/ink720.xml"/><Relationship Id="rId84" Type="http://schemas.openxmlformats.org/officeDocument/2006/relationships/customXml" Target="../ink/ink741.xml"/><Relationship Id="rId138" Type="http://schemas.openxmlformats.org/officeDocument/2006/relationships/customXml" Target="../ink/ink795.xml"/><Relationship Id="rId159" Type="http://schemas.openxmlformats.org/officeDocument/2006/relationships/customXml" Target="../ink/ink816.xml"/><Relationship Id="rId170" Type="http://schemas.openxmlformats.org/officeDocument/2006/relationships/customXml" Target="../ink/ink827.xml"/><Relationship Id="rId191" Type="http://schemas.openxmlformats.org/officeDocument/2006/relationships/customXml" Target="../ink/ink848.xml"/><Relationship Id="rId205" Type="http://schemas.openxmlformats.org/officeDocument/2006/relationships/customXml" Target="../ink/ink862.xml"/><Relationship Id="rId107" Type="http://schemas.openxmlformats.org/officeDocument/2006/relationships/customXml" Target="../ink/ink764.xml"/><Relationship Id="rId11" Type="http://schemas.openxmlformats.org/officeDocument/2006/relationships/customXml" Target="../ink/ink668.xml"/><Relationship Id="rId32" Type="http://schemas.openxmlformats.org/officeDocument/2006/relationships/customXml" Target="../ink/ink689.xml"/><Relationship Id="rId53" Type="http://schemas.openxmlformats.org/officeDocument/2006/relationships/customXml" Target="../ink/ink710.xml"/><Relationship Id="rId74" Type="http://schemas.openxmlformats.org/officeDocument/2006/relationships/customXml" Target="../ink/ink731.xml"/><Relationship Id="rId128" Type="http://schemas.openxmlformats.org/officeDocument/2006/relationships/customXml" Target="../ink/ink785.xml"/><Relationship Id="rId149" Type="http://schemas.openxmlformats.org/officeDocument/2006/relationships/customXml" Target="../ink/ink806.xml"/><Relationship Id="rId5" Type="http://schemas.openxmlformats.org/officeDocument/2006/relationships/image" Target="../media/image36.wmf"/><Relationship Id="rId95" Type="http://schemas.openxmlformats.org/officeDocument/2006/relationships/customXml" Target="../ink/ink752.xml"/><Relationship Id="rId160" Type="http://schemas.openxmlformats.org/officeDocument/2006/relationships/customXml" Target="../ink/ink817.xml"/><Relationship Id="rId181" Type="http://schemas.openxmlformats.org/officeDocument/2006/relationships/customXml" Target="../ink/ink838.xml"/><Relationship Id="rId22" Type="http://schemas.openxmlformats.org/officeDocument/2006/relationships/customXml" Target="../ink/ink679.xml"/><Relationship Id="rId43" Type="http://schemas.openxmlformats.org/officeDocument/2006/relationships/customXml" Target="../ink/ink700.xml"/><Relationship Id="rId64" Type="http://schemas.openxmlformats.org/officeDocument/2006/relationships/customXml" Target="../ink/ink721.xml"/><Relationship Id="rId118" Type="http://schemas.openxmlformats.org/officeDocument/2006/relationships/customXml" Target="../ink/ink775.xml"/><Relationship Id="rId139" Type="http://schemas.openxmlformats.org/officeDocument/2006/relationships/customXml" Target="../ink/ink796.xml"/><Relationship Id="rId85" Type="http://schemas.openxmlformats.org/officeDocument/2006/relationships/customXml" Target="../ink/ink742.xml"/><Relationship Id="rId150" Type="http://schemas.openxmlformats.org/officeDocument/2006/relationships/customXml" Target="../ink/ink807.xml"/><Relationship Id="rId171" Type="http://schemas.openxmlformats.org/officeDocument/2006/relationships/customXml" Target="../ink/ink828.xml"/><Relationship Id="rId192" Type="http://schemas.openxmlformats.org/officeDocument/2006/relationships/customXml" Target="../ink/ink849.xml"/><Relationship Id="rId206" Type="http://schemas.openxmlformats.org/officeDocument/2006/relationships/customXml" Target="../ink/ink863.xml"/><Relationship Id="rId12" Type="http://schemas.openxmlformats.org/officeDocument/2006/relationships/customXml" Target="../ink/ink669.xml"/><Relationship Id="rId33" Type="http://schemas.openxmlformats.org/officeDocument/2006/relationships/customXml" Target="../ink/ink690.xml"/><Relationship Id="rId108" Type="http://schemas.openxmlformats.org/officeDocument/2006/relationships/customXml" Target="../ink/ink765.xml"/><Relationship Id="rId129" Type="http://schemas.openxmlformats.org/officeDocument/2006/relationships/customXml" Target="../ink/ink786.xml"/><Relationship Id="rId54" Type="http://schemas.openxmlformats.org/officeDocument/2006/relationships/customXml" Target="../ink/ink711.xml"/><Relationship Id="rId75" Type="http://schemas.openxmlformats.org/officeDocument/2006/relationships/customXml" Target="../ink/ink732.xml"/><Relationship Id="rId96" Type="http://schemas.openxmlformats.org/officeDocument/2006/relationships/customXml" Target="../ink/ink753.xml"/><Relationship Id="rId140" Type="http://schemas.openxmlformats.org/officeDocument/2006/relationships/customXml" Target="../ink/ink797.xml"/><Relationship Id="rId161" Type="http://schemas.openxmlformats.org/officeDocument/2006/relationships/customXml" Target="../ink/ink818.xml"/><Relationship Id="rId182" Type="http://schemas.openxmlformats.org/officeDocument/2006/relationships/customXml" Target="../ink/ink839.xml"/><Relationship Id="rId6" Type="http://schemas.openxmlformats.org/officeDocument/2006/relationships/oleObject" Target="../embeddings/oleObject24.bin"/><Relationship Id="rId23" Type="http://schemas.openxmlformats.org/officeDocument/2006/relationships/customXml" Target="../ink/ink680.xml"/><Relationship Id="rId119" Type="http://schemas.openxmlformats.org/officeDocument/2006/relationships/customXml" Target="../ink/ink776.xml"/><Relationship Id="rId44" Type="http://schemas.openxmlformats.org/officeDocument/2006/relationships/customXml" Target="../ink/ink701.xml"/><Relationship Id="rId65" Type="http://schemas.openxmlformats.org/officeDocument/2006/relationships/customXml" Target="../ink/ink722.xml"/><Relationship Id="rId86" Type="http://schemas.openxmlformats.org/officeDocument/2006/relationships/customXml" Target="../ink/ink743.xml"/><Relationship Id="rId130" Type="http://schemas.openxmlformats.org/officeDocument/2006/relationships/customXml" Target="../ink/ink787.xml"/><Relationship Id="rId151" Type="http://schemas.openxmlformats.org/officeDocument/2006/relationships/customXml" Target="../ink/ink808.xml"/><Relationship Id="rId172" Type="http://schemas.openxmlformats.org/officeDocument/2006/relationships/customXml" Target="../ink/ink829.xml"/><Relationship Id="rId193" Type="http://schemas.openxmlformats.org/officeDocument/2006/relationships/customXml" Target="../ink/ink850.xml"/><Relationship Id="rId13" Type="http://schemas.openxmlformats.org/officeDocument/2006/relationships/customXml" Target="../ink/ink670.xml"/><Relationship Id="rId109" Type="http://schemas.openxmlformats.org/officeDocument/2006/relationships/customXml" Target="../ink/ink766.xml"/><Relationship Id="rId34" Type="http://schemas.openxmlformats.org/officeDocument/2006/relationships/customXml" Target="../ink/ink691.xml"/><Relationship Id="rId55" Type="http://schemas.openxmlformats.org/officeDocument/2006/relationships/customXml" Target="../ink/ink712.xml"/><Relationship Id="rId76" Type="http://schemas.openxmlformats.org/officeDocument/2006/relationships/customXml" Target="../ink/ink733.xml"/><Relationship Id="rId97" Type="http://schemas.openxmlformats.org/officeDocument/2006/relationships/customXml" Target="../ink/ink754.xml"/><Relationship Id="rId120" Type="http://schemas.openxmlformats.org/officeDocument/2006/relationships/customXml" Target="../ink/ink777.xml"/><Relationship Id="rId141" Type="http://schemas.openxmlformats.org/officeDocument/2006/relationships/customXml" Target="../ink/ink798.xml"/><Relationship Id="rId7" Type="http://schemas.openxmlformats.org/officeDocument/2006/relationships/image" Target="../media/image37.wmf"/><Relationship Id="rId162" Type="http://schemas.openxmlformats.org/officeDocument/2006/relationships/customXml" Target="../ink/ink819.xml"/><Relationship Id="rId183" Type="http://schemas.openxmlformats.org/officeDocument/2006/relationships/customXml" Target="../ink/ink840.xml"/><Relationship Id="rId24" Type="http://schemas.openxmlformats.org/officeDocument/2006/relationships/customXml" Target="../ink/ink681.xml"/><Relationship Id="rId40" Type="http://schemas.openxmlformats.org/officeDocument/2006/relationships/customXml" Target="../ink/ink697.xml"/><Relationship Id="rId45" Type="http://schemas.openxmlformats.org/officeDocument/2006/relationships/customXml" Target="../ink/ink702.xml"/><Relationship Id="rId66" Type="http://schemas.openxmlformats.org/officeDocument/2006/relationships/customXml" Target="../ink/ink723.xml"/><Relationship Id="rId87" Type="http://schemas.openxmlformats.org/officeDocument/2006/relationships/customXml" Target="../ink/ink744.xml"/><Relationship Id="rId110" Type="http://schemas.openxmlformats.org/officeDocument/2006/relationships/customXml" Target="../ink/ink767.xml"/><Relationship Id="rId115" Type="http://schemas.openxmlformats.org/officeDocument/2006/relationships/customXml" Target="../ink/ink772.xml"/><Relationship Id="rId131" Type="http://schemas.openxmlformats.org/officeDocument/2006/relationships/customXml" Target="../ink/ink788.xml"/><Relationship Id="rId136" Type="http://schemas.openxmlformats.org/officeDocument/2006/relationships/customXml" Target="../ink/ink793.xml"/><Relationship Id="rId157" Type="http://schemas.openxmlformats.org/officeDocument/2006/relationships/customXml" Target="../ink/ink814.xml"/><Relationship Id="rId178" Type="http://schemas.openxmlformats.org/officeDocument/2006/relationships/customXml" Target="../ink/ink835.xml"/><Relationship Id="rId61" Type="http://schemas.openxmlformats.org/officeDocument/2006/relationships/customXml" Target="../ink/ink718.xml"/><Relationship Id="rId82" Type="http://schemas.openxmlformats.org/officeDocument/2006/relationships/customXml" Target="../ink/ink739.xml"/><Relationship Id="rId152" Type="http://schemas.openxmlformats.org/officeDocument/2006/relationships/customXml" Target="../ink/ink809.xml"/><Relationship Id="rId173" Type="http://schemas.openxmlformats.org/officeDocument/2006/relationships/customXml" Target="../ink/ink830.xml"/><Relationship Id="rId194" Type="http://schemas.openxmlformats.org/officeDocument/2006/relationships/customXml" Target="../ink/ink851.xml"/><Relationship Id="rId199" Type="http://schemas.openxmlformats.org/officeDocument/2006/relationships/customXml" Target="../ink/ink856.xml"/><Relationship Id="rId203" Type="http://schemas.openxmlformats.org/officeDocument/2006/relationships/customXml" Target="../ink/ink860.xml"/><Relationship Id="rId19" Type="http://schemas.openxmlformats.org/officeDocument/2006/relationships/customXml" Target="../ink/ink676.xml"/><Relationship Id="rId14" Type="http://schemas.openxmlformats.org/officeDocument/2006/relationships/customXml" Target="../ink/ink671.xml"/><Relationship Id="rId30" Type="http://schemas.openxmlformats.org/officeDocument/2006/relationships/customXml" Target="../ink/ink687.xml"/><Relationship Id="rId35" Type="http://schemas.openxmlformats.org/officeDocument/2006/relationships/customXml" Target="../ink/ink692.xml"/><Relationship Id="rId56" Type="http://schemas.openxmlformats.org/officeDocument/2006/relationships/customXml" Target="../ink/ink713.xml"/><Relationship Id="rId77" Type="http://schemas.openxmlformats.org/officeDocument/2006/relationships/customXml" Target="../ink/ink734.xml"/><Relationship Id="rId100" Type="http://schemas.openxmlformats.org/officeDocument/2006/relationships/customXml" Target="../ink/ink757.xml"/><Relationship Id="rId105" Type="http://schemas.openxmlformats.org/officeDocument/2006/relationships/customXml" Target="../ink/ink762.xml"/><Relationship Id="rId126" Type="http://schemas.openxmlformats.org/officeDocument/2006/relationships/customXml" Target="../ink/ink783.xml"/><Relationship Id="rId147" Type="http://schemas.openxmlformats.org/officeDocument/2006/relationships/customXml" Target="../ink/ink804.xml"/><Relationship Id="rId168" Type="http://schemas.openxmlformats.org/officeDocument/2006/relationships/customXml" Target="../ink/ink825.xml"/><Relationship Id="rId8" Type="http://schemas.openxmlformats.org/officeDocument/2006/relationships/image" Target="../media/image38.png"/><Relationship Id="rId51" Type="http://schemas.openxmlformats.org/officeDocument/2006/relationships/customXml" Target="../ink/ink708.xml"/><Relationship Id="rId72" Type="http://schemas.openxmlformats.org/officeDocument/2006/relationships/customXml" Target="../ink/ink729.xml"/><Relationship Id="rId93" Type="http://schemas.openxmlformats.org/officeDocument/2006/relationships/customXml" Target="../ink/ink750.xml"/><Relationship Id="rId98" Type="http://schemas.openxmlformats.org/officeDocument/2006/relationships/customXml" Target="../ink/ink755.xml"/><Relationship Id="rId121" Type="http://schemas.openxmlformats.org/officeDocument/2006/relationships/customXml" Target="../ink/ink778.xml"/><Relationship Id="rId142" Type="http://schemas.openxmlformats.org/officeDocument/2006/relationships/customXml" Target="../ink/ink799.xml"/><Relationship Id="rId163" Type="http://schemas.openxmlformats.org/officeDocument/2006/relationships/customXml" Target="../ink/ink820.xml"/><Relationship Id="rId184" Type="http://schemas.openxmlformats.org/officeDocument/2006/relationships/customXml" Target="../ink/ink841.xml"/><Relationship Id="rId189" Type="http://schemas.openxmlformats.org/officeDocument/2006/relationships/customXml" Target="../ink/ink846.xml"/><Relationship Id="rId3" Type="http://schemas.openxmlformats.org/officeDocument/2006/relationships/image" Target="../media/image35.wmf"/><Relationship Id="rId25" Type="http://schemas.openxmlformats.org/officeDocument/2006/relationships/customXml" Target="../ink/ink682.xml"/><Relationship Id="rId46" Type="http://schemas.openxmlformats.org/officeDocument/2006/relationships/customXml" Target="../ink/ink703.xml"/><Relationship Id="rId67" Type="http://schemas.openxmlformats.org/officeDocument/2006/relationships/customXml" Target="../ink/ink724.xml"/><Relationship Id="rId116" Type="http://schemas.openxmlformats.org/officeDocument/2006/relationships/customXml" Target="../ink/ink773.xml"/><Relationship Id="rId137" Type="http://schemas.openxmlformats.org/officeDocument/2006/relationships/customXml" Target="../ink/ink794.xml"/><Relationship Id="rId158" Type="http://schemas.openxmlformats.org/officeDocument/2006/relationships/customXml" Target="../ink/ink815.xml"/><Relationship Id="rId20" Type="http://schemas.openxmlformats.org/officeDocument/2006/relationships/customXml" Target="../ink/ink677.xml"/><Relationship Id="rId41" Type="http://schemas.openxmlformats.org/officeDocument/2006/relationships/customXml" Target="../ink/ink698.xml"/><Relationship Id="rId62" Type="http://schemas.openxmlformats.org/officeDocument/2006/relationships/customXml" Target="../ink/ink719.xml"/><Relationship Id="rId83" Type="http://schemas.openxmlformats.org/officeDocument/2006/relationships/customXml" Target="../ink/ink740.xml"/><Relationship Id="rId88" Type="http://schemas.openxmlformats.org/officeDocument/2006/relationships/customXml" Target="../ink/ink745.xml"/><Relationship Id="rId111" Type="http://schemas.openxmlformats.org/officeDocument/2006/relationships/customXml" Target="../ink/ink768.xml"/><Relationship Id="rId132" Type="http://schemas.openxmlformats.org/officeDocument/2006/relationships/customXml" Target="../ink/ink789.xml"/><Relationship Id="rId153" Type="http://schemas.openxmlformats.org/officeDocument/2006/relationships/customXml" Target="../ink/ink810.xml"/><Relationship Id="rId174" Type="http://schemas.openxmlformats.org/officeDocument/2006/relationships/customXml" Target="../ink/ink831.xml"/><Relationship Id="rId179" Type="http://schemas.openxmlformats.org/officeDocument/2006/relationships/customXml" Target="../ink/ink836.xml"/><Relationship Id="rId195" Type="http://schemas.openxmlformats.org/officeDocument/2006/relationships/customXml" Target="../ink/ink852.xml"/><Relationship Id="rId190" Type="http://schemas.openxmlformats.org/officeDocument/2006/relationships/customXml" Target="../ink/ink847.xml"/><Relationship Id="rId204" Type="http://schemas.openxmlformats.org/officeDocument/2006/relationships/customXml" Target="../ink/ink861.xml"/><Relationship Id="rId15" Type="http://schemas.openxmlformats.org/officeDocument/2006/relationships/customXml" Target="../ink/ink672.xml"/><Relationship Id="rId36" Type="http://schemas.openxmlformats.org/officeDocument/2006/relationships/customXml" Target="../ink/ink693.xml"/><Relationship Id="rId57" Type="http://schemas.openxmlformats.org/officeDocument/2006/relationships/customXml" Target="../ink/ink714.xml"/><Relationship Id="rId106" Type="http://schemas.openxmlformats.org/officeDocument/2006/relationships/customXml" Target="../ink/ink763.xml"/><Relationship Id="rId127" Type="http://schemas.openxmlformats.org/officeDocument/2006/relationships/customXml" Target="../ink/ink784.xml"/><Relationship Id="rId10" Type="http://schemas.openxmlformats.org/officeDocument/2006/relationships/customXml" Target="../ink/ink667.xml"/><Relationship Id="rId31" Type="http://schemas.openxmlformats.org/officeDocument/2006/relationships/customXml" Target="../ink/ink688.xml"/><Relationship Id="rId52" Type="http://schemas.openxmlformats.org/officeDocument/2006/relationships/customXml" Target="../ink/ink709.xml"/><Relationship Id="rId73" Type="http://schemas.openxmlformats.org/officeDocument/2006/relationships/customXml" Target="../ink/ink730.xml"/><Relationship Id="rId78" Type="http://schemas.openxmlformats.org/officeDocument/2006/relationships/customXml" Target="../ink/ink735.xml"/><Relationship Id="rId94" Type="http://schemas.openxmlformats.org/officeDocument/2006/relationships/customXml" Target="../ink/ink751.xml"/><Relationship Id="rId99" Type="http://schemas.openxmlformats.org/officeDocument/2006/relationships/customXml" Target="../ink/ink756.xml"/><Relationship Id="rId101" Type="http://schemas.openxmlformats.org/officeDocument/2006/relationships/customXml" Target="../ink/ink758.xml"/><Relationship Id="rId122" Type="http://schemas.openxmlformats.org/officeDocument/2006/relationships/customXml" Target="../ink/ink779.xml"/><Relationship Id="rId143" Type="http://schemas.openxmlformats.org/officeDocument/2006/relationships/customXml" Target="../ink/ink800.xml"/><Relationship Id="rId148" Type="http://schemas.openxmlformats.org/officeDocument/2006/relationships/customXml" Target="../ink/ink805.xml"/><Relationship Id="rId164" Type="http://schemas.openxmlformats.org/officeDocument/2006/relationships/customXml" Target="../ink/ink821.xml"/><Relationship Id="rId169" Type="http://schemas.openxmlformats.org/officeDocument/2006/relationships/customXml" Target="../ink/ink826.xml"/><Relationship Id="rId185" Type="http://schemas.openxmlformats.org/officeDocument/2006/relationships/customXml" Target="../ink/ink842.xml"/><Relationship Id="rId4" Type="http://schemas.openxmlformats.org/officeDocument/2006/relationships/oleObject" Target="../embeddings/oleObject23.bin"/><Relationship Id="rId9" Type="http://schemas.openxmlformats.org/officeDocument/2006/relationships/image" Target="../media/image39.png"/><Relationship Id="rId180" Type="http://schemas.openxmlformats.org/officeDocument/2006/relationships/customXml" Target="../ink/ink837.xml"/><Relationship Id="rId26" Type="http://schemas.openxmlformats.org/officeDocument/2006/relationships/customXml" Target="../ink/ink683.xml"/><Relationship Id="rId47" Type="http://schemas.openxmlformats.org/officeDocument/2006/relationships/customXml" Target="../ink/ink704.xml"/><Relationship Id="rId68" Type="http://schemas.openxmlformats.org/officeDocument/2006/relationships/customXml" Target="../ink/ink725.xml"/><Relationship Id="rId89" Type="http://schemas.openxmlformats.org/officeDocument/2006/relationships/customXml" Target="../ink/ink746.xml"/><Relationship Id="rId112" Type="http://schemas.openxmlformats.org/officeDocument/2006/relationships/customXml" Target="../ink/ink769.xml"/><Relationship Id="rId133" Type="http://schemas.openxmlformats.org/officeDocument/2006/relationships/customXml" Target="../ink/ink790.xml"/><Relationship Id="rId154" Type="http://schemas.openxmlformats.org/officeDocument/2006/relationships/customXml" Target="../ink/ink811.xml"/><Relationship Id="rId175" Type="http://schemas.openxmlformats.org/officeDocument/2006/relationships/customXml" Target="../ink/ink832.xml"/><Relationship Id="rId196" Type="http://schemas.openxmlformats.org/officeDocument/2006/relationships/customXml" Target="../ink/ink853.xml"/><Relationship Id="rId200" Type="http://schemas.openxmlformats.org/officeDocument/2006/relationships/customXml" Target="../ink/ink857.xml"/><Relationship Id="rId16" Type="http://schemas.openxmlformats.org/officeDocument/2006/relationships/customXml" Target="../ink/ink673.xml"/><Relationship Id="rId37" Type="http://schemas.openxmlformats.org/officeDocument/2006/relationships/customXml" Target="../ink/ink694.xml"/><Relationship Id="rId58" Type="http://schemas.openxmlformats.org/officeDocument/2006/relationships/customXml" Target="../ink/ink715.xml"/><Relationship Id="rId79" Type="http://schemas.openxmlformats.org/officeDocument/2006/relationships/customXml" Target="../ink/ink736.xml"/><Relationship Id="rId102" Type="http://schemas.openxmlformats.org/officeDocument/2006/relationships/customXml" Target="../ink/ink759.xml"/><Relationship Id="rId123" Type="http://schemas.openxmlformats.org/officeDocument/2006/relationships/customXml" Target="../ink/ink780.xml"/><Relationship Id="rId144" Type="http://schemas.openxmlformats.org/officeDocument/2006/relationships/customXml" Target="../ink/ink801.xml"/><Relationship Id="rId90" Type="http://schemas.openxmlformats.org/officeDocument/2006/relationships/customXml" Target="../ink/ink747.xml"/><Relationship Id="rId165" Type="http://schemas.openxmlformats.org/officeDocument/2006/relationships/customXml" Target="../ink/ink822.xml"/><Relationship Id="rId186" Type="http://schemas.openxmlformats.org/officeDocument/2006/relationships/customXml" Target="../ink/ink843.xml"/><Relationship Id="rId27" Type="http://schemas.openxmlformats.org/officeDocument/2006/relationships/customXml" Target="../ink/ink684.xml"/><Relationship Id="rId48" Type="http://schemas.openxmlformats.org/officeDocument/2006/relationships/customXml" Target="../ink/ink705.xml"/><Relationship Id="rId69" Type="http://schemas.openxmlformats.org/officeDocument/2006/relationships/customXml" Target="../ink/ink726.xml"/><Relationship Id="rId113" Type="http://schemas.openxmlformats.org/officeDocument/2006/relationships/customXml" Target="../ink/ink770.xml"/><Relationship Id="rId134" Type="http://schemas.openxmlformats.org/officeDocument/2006/relationships/customXml" Target="../ink/ink791.xml"/><Relationship Id="rId80" Type="http://schemas.openxmlformats.org/officeDocument/2006/relationships/customXml" Target="../ink/ink737.xml"/><Relationship Id="rId155" Type="http://schemas.openxmlformats.org/officeDocument/2006/relationships/customXml" Target="../ink/ink812.xml"/><Relationship Id="rId176" Type="http://schemas.openxmlformats.org/officeDocument/2006/relationships/customXml" Target="../ink/ink833.xml"/><Relationship Id="rId197" Type="http://schemas.openxmlformats.org/officeDocument/2006/relationships/customXml" Target="../ink/ink854.xml"/><Relationship Id="rId201" Type="http://schemas.openxmlformats.org/officeDocument/2006/relationships/customXml" Target="../ink/ink858.xml"/><Relationship Id="rId17" Type="http://schemas.openxmlformats.org/officeDocument/2006/relationships/customXml" Target="../ink/ink674.xml"/><Relationship Id="rId38" Type="http://schemas.openxmlformats.org/officeDocument/2006/relationships/customXml" Target="../ink/ink695.xml"/><Relationship Id="rId59" Type="http://schemas.openxmlformats.org/officeDocument/2006/relationships/customXml" Target="../ink/ink716.xml"/><Relationship Id="rId103" Type="http://schemas.openxmlformats.org/officeDocument/2006/relationships/customXml" Target="../ink/ink760.xml"/><Relationship Id="rId124" Type="http://schemas.openxmlformats.org/officeDocument/2006/relationships/customXml" Target="../ink/ink781.xml"/><Relationship Id="rId70" Type="http://schemas.openxmlformats.org/officeDocument/2006/relationships/customXml" Target="../ink/ink727.xml"/><Relationship Id="rId91" Type="http://schemas.openxmlformats.org/officeDocument/2006/relationships/customXml" Target="../ink/ink748.xml"/><Relationship Id="rId145" Type="http://schemas.openxmlformats.org/officeDocument/2006/relationships/customXml" Target="../ink/ink802.xml"/><Relationship Id="rId166" Type="http://schemas.openxmlformats.org/officeDocument/2006/relationships/customXml" Target="../ink/ink823.xml"/><Relationship Id="rId187" Type="http://schemas.openxmlformats.org/officeDocument/2006/relationships/customXml" Target="../ink/ink844.xml"/><Relationship Id="rId1" Type="http://schemas.openxmlformats.org/officeDocument/2006/relationships/slideLayout" Target="../slideLayouts/slideLayout7.xml"/><Relationship Id="rId28" Type="http://schemas.openxmlformats.org/officeDocument/2006/relationships/customXml" Target="../ink/ink685.xml"/><Relationship Id="rId49" Type="http://schemas.openxmlformats.org/officeDocument/2006/relationships/customXml" Target="../ink/ink706.xml"/><Relationship Id="rId114" Type="http://schemas.openxmlformats.org/officeDocument/2006/relationships/customXml" Target="../ink/ink771.xml"/><Relationship Id="rId60" Type="http://schemas.openxmlformats.org/officeDocument/2006/relationships/customXml" Target="../ink/ink717.xml"/><Relationship Id="rId81" Type="http://schemas.openxmlformats.org/officeDocument/2006/relationships/customXml" Target="../ink/ink738.xml"/><Relationship Id="rId135" Type="http://schemas.openxmlformats.org/officeDocument/2006/relationships/customXml" Target="../ink/ink792.xml"/><Relationship Id="rId156" Type="http://schemas.openxmlformats.org/officeDocument/2006/relationships/customXml" Target="../ink/ink813.xml"/><Relationship Id="rId177" Type="http://schemas.openxmlformats.org/officeDocument/2006/relationships/customXml" Target="../ink/ink834.xml"/><Relationship Id="rId198" Type="http://schemas.openxmlformats.org/officeDocument/2006/relationships/customXml" Target="../ink/ink855.xml"/><Relationship Id="rId202" Type="http://schemas.openxmlformats.org/officeDocument/2006/relationships/customXml" Target="../ink/ink859.xml"/><Relationship Id="rId18" Type="http://schemas.openxmlformats.org/officeDocument/2006/relationships/customXml" Target="../ink/ink675.xml"/><Relationship Id="rId39" Type="http://schemas.openxmlformats.org/officeDocument/2006/relationships/customXml" Target="../ink/ink696.xml"/><Relationship Id="rId50" Type="http://schemas.openxmlformats.org/officeDocument/2006/relationships/customXml" Target="../ink/ink707.xml"/><Relationship Id="rId104" Type="http://schemas.openxmlformats.org/officeDocument/2006/relationships/customXml" Target="../ink/ink761.xml"/><Relationship Id="rId125" Type="http://schemas.openxmlformats.org/officeDocument/2006/relationships/customXml" Target="../ink/ink782.xml"/><Relationship Id="rId146" Type="http://schemas.openxmlformats.org/officeDocument/2006/relationships/customXml" Target="../ink/ink803.xml"/><Relationship Id="rId167" Type="http://schemas.openxmlformats.org/officeDocument/2006/relationships/customXml" Target="../ink/ink824.xml"/><Relationship Id="rId188" Type="http://schemas.openxmlformats.org/officeDocument/2006/relationships/customXml" Target="../ink/ink845.xml"/><Relationship Id="rId71" Type="http://schemas.openxmlformats.org/officeDocument/2006/relationships/customXml" Target="../ink/ink728.xml"/><Relationship Id="rId92" Type="http://schemas.openxmlformats.org/officeDocument/2006/relationships/customXml" Target="../ink/ink749.xml"/><Relationship Id="rId2" Type="http://schemas.openxmlformats.org/officeDocument/2006/relationships/oleObject" Target="../embeddings/oleObject22.bin"/><Relationship Id="rId29" Type="http://schemas.openxmlformats.org/officeDocument/2006/relationships/customXml" Target="../ink/ink686.xml"/></Relationships>
</file>

<file path=ppt/slides/_rels/slide18.xml.rels><?xml version="1.0" encoding="UTF-8" standalone="yes"?>
<Relationships xmlns="http://schemas.openxmlformats.org/package/2006/relationships"><Relationship Id="rId117" Type="http://schemas.openxmlformats.org/officeDocument/2006/relationships/customXml" Target="../ink/ink969.xml"/><Relationship Id="rId21" Type="http://schemas.openxmlformats.org/officeDocument/2006/relationships/customXml" Target="../ink/ink873.xml"/><Relationship Id="rId42" Type="http://schemas.openxmlformats.org/officeDocument/2006/relationships/customXml" Target="../ink/ink894.xml"/><Relationship Id="rId47" Type="http://schemas.openxmlformats.org/officeDocument/2006/relationships/customXml" Target="../ink/ink899.xml"/><Relationship Id="rId63" Type="http://schemas.openxmlformats.org/officeDocument/2006/relationships/customXml" Target="../ink/ink915.xml"/><Relationship Id="rId68" Type="http://schemas.openxmlformats.org/officeDocument/2006/relationships/customXml" Target="../ink/ink920.xml"/><Relationship Id="rId84" Type="http://schemas.openxmlformats.org/officeDocument/2006/relationships/customXml" Target="../ink/ink936.xml"/><Relationship Id="rId89" Type="http://schemas.openxmlformats.org/officeDocument/2006/relationships/customXml" Target="../ink/ink941.xml"/><Relationship Id="rId112" Type="http://schemas.openxmlformats.org/officeDocument/2006/relationships/customXml" Target="../ink/ink964.xml"/><Relationship Id="rId16" Type="http://schemas.openxmlformats.org/officeDocument/2006/relationships/customXml" Target="../ink/ink868.xml"/><Relationship Id="rId107" Type="http://schemas.openxmlformats.org/officeDocument/2006/relationships/customXml" Target="../ink/ink959.xml"/><Relationship Id="rId11" Type="http://schemas.openxmlformats.org/officeDocument/2006/relationships/image" Target="../media/image42.wmf"/><Relationship Id="rId32" Type="http://schemas.openxmlformats.org/officeDocument/2006/relationships/customXml" Target="../ink/ink884.xml"/><Relationship Id="rId37" Type="http://schemas.openxmlformats.org/officeDocument/2006/relationships/customXml" Target="../ink/ink889.xml"/><Relationship Id="rId53" Type="http://schemas.openxmlformats.org/officeDocument/2006/relationships/customXml" Target="../ink/ink905.xml"/><Relationship Id="rId58" Type="http://schemas.openxmlformats.org/officeDocument/2006/relationships/customXml" Target="../ink/ink910.xml"/><Relationship Id="rId74" Type="http://schemas.openxmlformats.org/officeDocument/2006/relationships/customXml" Target="../ink/ink926.xml"/><Relationship Id="rId79" Type="http://schemas.openxmlformats.org/officeDocument/2006/relationships/customXml" Target="../ink/ink931.xml"/><Relationship Id="rId102" Type="http://schemas.openxmlformats.org/officeDocument/2006/relationships/customXml" Target="../ink/ink954.xml"/><Relationship Id="rId123" Type="http://schemas.openxmlformats.org/officeDocument/2006/relationships/customXml" Target="../ink/ink975.xml"/><Relationship Id="rId128" Type="http://schemas.openxmlformats.org/officeDocument/2006/relationships/customXml" Target="../ink/ink980.xml"/><Relationship Id="rId5" Type="http://schemas.openxmlformats.org/officeDocument/2006/relationships/image" Target="../media/image27.wmf"/><Relationship Id="rId90" Type="http://schemas.openxmlformats.org/officeDocument/2006/relationships/customXml" Target="../ink/ink942.xml"/><Relationship Id="rId95" Type="http://schemas.openxmlformats.org/officeDocument/2006/relationships/customXml" Target="../ink/ink947.xml"/><Relationship Id="rId22" Type="http://schemas.openxmlformats.org/officeDocument/2006/relationships/customXml" Target="../ink/ink874.xml"/><Relationship Id="rId27" Type="http://schemas.openxmlformats.org/officeDocument/2006/relationships/customXml" Target="../ink/ink879.xml"/><Relationship Id="rId43" Type="http://schemas.openxmlformats.org/officeDocument/2006/relationships/customXml" Target="../ink/ink895.xml"/><Relationship Id="rId48" Type="http://schemas.openxmlformats.org/officeDocument/2006/relationships/customXml" Target="../ink/ink900.xml"/><Relationship Id="rId64" Type="http://schemas.openxmlformats.org/officeDocument/2006/relationships/customXml" Target="../ink/ink916.xml"/><Relationship Id="rId69" Type="http://schemas.openxmlformats.org/officeDocument/2006/relationships/customXml" Target="../ink/ink921.xml"/><Relationship Id="rId113" Type="http://schemas.openxmlformats.org/officeDocument/2006/relationships/customXml" Target="../ink/ink965.xml"/><Relationship Id="rId118" Type="http://schemas.openxmlformats.org/officeDocument/2006/relationships/customXml" Target="../ink/ink970.xml"/><Relationship Id="rId80" Type="http://schemas.openxmlformats.org/officeDocument/2006/relationships/customXml" Target="../ink/ink932.xml"/><Relationship Id="rId85" Type="http://schemas.openxmlformats.org/officeDocument/2006/relationships/customXml" Target="../ink/ink937.xml"/><Relationship Id="rId12" Type="http://schemas.openxmlformats.org/officeDocument/2006/relationships/customXml" Target="../ink/ink864.xml"/><Relationship Id="rId17" Type="http://schemas.openxmlformats.org/officeDocument/2006/relationships/customXml" Target="../ink/ink869.xml"/><Relationship Id="rId33" Type="http://schemas.openxmlformats.org/officeDocument/2006/relationships/customXml" Target="../ink/ink885.xml"/><Relationship Id="rId38" Type="http://schemas.openxmlformats.org/officeDocument/2006/relationships/customXml" Target="../ink/ink890.xml"/><Relationship Id="rId59" Type="http://schemas.openxmlformats.org/officeDocument/2006/relationships/customXml" Target="../ink/ink911.xml"/><Relationship Id="rId103" Type="http://schemas.openxmlformats.org/officeDocument/2006/relationships/customXml" Target="../ink/ink955.xml"/><Relationship Id="rId108" Type="http://schemas.openxmlformats.org/officeDocument/2006/relationships/customXml" Target="../ink/ink960.xml"/><Relationship Id="rId124" Type="http://schemas.openxmlformats.org/officeDocument/2006/relationships/customXml" Target="../ink/ink976.xml"/><Relationship Id="rId129" Type="http://schemas.openxmlformats.org/officeDocument/2006/relationships/customXml" Target="../ink/ink981.xml"/><Relationship Id="rId54" Type="http://schemas.openxmlformats.org/officeDocument/2006/relationships/customXml" Target="../ink/ink906.xml"/><Relationship Id="rId70" Type="http://schemas.openxmlformats.org/officeDocument/2006/relationships/customXml" Target="../ink/ink922.xml"/><Relationship Id="rId75" Type="http://schemas.openxmlformats.org/officeDocument/2006/relationships/customXml" Target="../ink/ink927.xml"/><Relationship Id="rId91" Type="http://schemas.openxmlformats.org/officeDocument/2006/relationships/customXml" Target="../ink/ink943.xml"/><Relationship Id="rId96" Type="http://schemas.openxmlformats.org/officeDocument/2006/relationships/customXml" Target="../ink/ink948.xml"/><Relationship Id="rId1" Type="http://schemas.openxmlformats.org/officeDocument/2006/relationships/slideLayout" Target="../slideLayouts/slideLayout7.xml"/><Relationship Id="rId6" Type="http://schemas.openxmlformats.org/officeDocument/2006/relationships/oleObject" Target="../embeddings/oleObject25.bin"/><Relationship Id="rId23" Type="http://schemas.openxmlformats.org/officeDocument/2006/relationships/customXml" Target="../ink/ink875.xml"/><Relationship Id="rId28" Type="http://schemas.openxmlformats.org/officeDocument/2006/relationships/customXml" Target="../ink/ink880.xml"/><Relationship Id="rId49" Type="http://schemas.openxmlformats.org/officeDocument/2006/relationships/customXml" Target="../ink/ink901.xml"/><Relationship Id="rId114" Type="http://schemas.openxmlformats.org/officeDocument/2006/relationships/customXml" Target="../ink/ink966.xml"/><Relationship Id="rId119" Type="http://schemas.openxmlformats.org/officeDocument/2006/relationships/customXml" Target="../ink/ink971.xml"/><Relationship Id="rId44" Type="http://schemas.openxmlformats.org/officeDocument/2006/relationships/customXml" Target="../ink/ink896.xml"/><Relationship Id="rId60" Type="http://schemas.openxmlformats.org/officeDocument/2006/relationships/customXml" Target="../ink/ink912.xml"/><Relationship Id="rId65" Type="http://schemas.openxmlformats.org/officeDocument/2006/relationships/customXml" Target="../ink/ink917.xml"/><Relationship Id="rId81" Type="http://schemas.openxmlformats.org/officeDocument/2006/relationships/customXml" Target="../ink/ink933.xml"/><Relationship Id="rId86" Type="http://schemas.openxmlformats.org/officeDocument/2006/relationships/customXml" Target="../ink/ink938.xml"/><Relationship Id="rId13" Type="http://schemas.openxmlformats.org/officeDocument/2006/relationships/customXml" Target="../ink/ink865.xml"/><Relationship Id="rId18" Type="http://schemas.openxmlformats.org/officeDocument/2006/relationships/customXml" Target="../ink/ink870.xml"/><Relationship Id="rId39" Type="http://schemas.openxmlformats.org/officeDocument/2006/relationships/customXml" Target="../ink/ink891.xml"/><Relationship Id="rId109" Type="http://schemas.openxmlformats.org/officeDocument/2006/relationships/customXml" Target="../ink/ink961.xml"/><Relationship Id="rId34" Type="http://schemas.openxmlformats.org/officeDocument/2006/relationships/customXml" Target="../ink/ink886.xml"/><Relationship Id="rId50" Type="http://schemas.openxmlformats.org/officeDocument/2006/relationships/customXml" Target="../ink/ink902.xml"/><Relationship Id="rId55" Type="http://schemas.openxmlformats.org/officeDocument/2006/relationships/customXml" Target="../ink/ink907.xml"/><Relationship Id="rId76" Type="http://schemas.openxmlformats.org/officeDocument/2006/relationships/customXml" Target="../ink/ink928.xml"/><Relationship Id="rId97" Type="http://schemas.openxmlformats.org/officeDocument/2006/relationships/customXml" Target="../ink/ink949.xml"/><Relationship Id="rId104" Type="http://schemas.openxmlformats.org/officeDocument/2006/relationships/customXml" Target="../ink/ink956.xml"/><Relationship Id="rId120" Type="http://schemas.openxmlformats.org/officeDocument/2006/relationships/customXml" Target="../ink/ink972.xml"/><Relationship Id="rId125" Type="http://schemas.openxmlformats.org/officeDocument/2006/relationships/customXml" Target="../ink/ink977.xml"/><Relationship Id="rId7" Type="http://schemas.openxmlformats.org/officeDocument/2006/relationships/image" Target="../media/image40.wmf"/><Relationship Id="rId71" Type="http://schemas.openxmlformats.org/officeDocument/2006/relationships/customXml" Target="../ink/ink923.xml"/><Relationship Id="rId92" Type="http://schemas.openxmlformats.org/officeDocument/2006/relationships/customXml" Target="../ink/ink944.xml"/><Relationship Id="rId2" Type="http://schemas.openxmlformats.org/officeDocument/2006/relationships/oleObject" Target="../embeddings/oleObject15.bin"/><Relationship Id="rId29" Type="http://schemas.openxmlformats.org/officeDocument/2006/relationships/customXml" Target="../ink/ink881.xml"/><Relationship Id="rId24" Type="http://schemas.openxmlformats.org/officeDocument/2006/relationships/customXml" Target="../ink/ink876.xml"/><Relationship Id="rId40" Type="http://schemas.openxmlformats.org/officeDocument/2006/relationships/customXml" Target="../ink/ink892.xml"/><Relationship Id="rId45" Type="http://schemas.openxmlformats.org/officeDocument/2006/relationships/customXml" Target="../ink/ink897.xml"/><Relationship Id="rId66" Type="http://schemas.openxmlformats.org/officeDocument/2006/relationships/customXml" Target="../ink/ink918.xml"/><Relationship Id="rId87" Type="http://schemas.openxmlformats.org/officeDocument/2006/relationships/customXml" Target="../ink/ink939.xml"/><Relationship Id="rId110" Type="http://schemas.openxmlformats.org/officeDocument/2006/relationships/customXml" Target="../ink/ink962.xml"/><Relationship Id="rId115" Type="http://schemas.openxmlformats.org/officeDocument/2006/relationships/customXml" Target="../ink/ink967.xml"/><Relationship Id="rId61" Type="http://schemas.openxmlformats.org/officeDocument/2006/relationships/customXml" Target="../ink/ink913.xml"/><Relationship Id="rId82" Type="http://schemas.openxmlformats.org/officeDocument/2006/relationships/customXml" Target="../ink/ink934.xml"/><Relationship Id="rId19" Type="http://schemas.openxmlformats.org/officeDocument/2006/relationships/customXml" Target="../ink/ink871.xml"/><Relationship Id="rId14" Type="http://schemas.openxmlformats.org/officeDocument/2006/relationships/customXml" Target="../ink/ink866.xml"/><Relationship Id="rId30" Type="http://schemas.openxmlformats.org/officeDocument/2006/relationships/customXml" Target="../ink/ink882.xml"/><Relationship Id="rId35" Type="http://schemas.openxmlformats.org/officeDocument/2006/relationships/customXml" Target="../ink/ink887.xml"/><Relationship Id="rId56" Type="http://schemas.openxmlformats.org/officeDocument/2006/relationships/customXml" Target="../ink/ink908.xml"/><Relationship Id="rId77" Type="http://schemas.openxmlformats.org/officeDocument/2006/relationships/customXml" Target="../ink/ink929.xml"/><Relationship Id="rId100" Type="http://schemas.openxmlformats.org/officeDocument/2006/relationships/customXml" Target="../ink/ink952.xml"/><Relationship Id="rId105" Type="http://schemas.openxmlformats.org/officeDocument/2006/relationships/customXml" Target="../ink/ink957.xml"/><Relationship Id="rId126" Type="http://schemas.openxmlformats.org/officeDocument/2006/relationships/customXml" Target="../ink/ink978.xml"/><Relationship Id="rId8" Type="http://schemas.openxmlformats.org/officeDocument/2006/relationships/oleObject" Target="../embeddings/oleObject26.bin"/><Relationship Id="rId51" Type="http://schemas.openxmlformats.org/officeDocument/2006/relationships/customXml" Target="../ink/ink903.xml"/><Relationship Id="rId72" Type="http://schemas.openxmlformats.org/officeDocument/2006/relationships/customXml" Target="../ink/ink924.xml"/><Relationship Id="rId93" Type="http://schemas.openxmlformats.org/officeDocument/2006/relationships/customXml" Target="../ink/ink945.xml"/><Relationship Id="rId98" Type="http://schemas.openxmlformats.org/officeDocument/2006/relationships/customXml" Target="../ink/ink950.xml"/><Relationship Id="rId121" Type="http://schemas.openxmlformats.org/officeDocument/2006/relationships/customXml" Target="../ink/ink973.xml"/><Relationship Id="rId3" Type="http://schemas.openxmlformats.org/officeDocument/2006/relationships/image" Target="../media/image26.wmf"/><Relationship Id="rId25" Type="http://schemas.openxmlformats.org/officeDocument/2006/relationships/customXml" Target="../ink/ink877.xml"/><Relationship Id="rId46" Type="http://schemas.openxmlformats.org/officeDocument/2006/relationships/customXml" Target="../ink/ink898.xml"/><Relationship Id="rId67" Type="http://schemas.openxmlformats.org/officeDocument/2006/relationships/customXml" Target="../ink/ink919.xml"/><Relationship Id="rId116" Type="http://schemas.openxmlformats.org/officeDocument/2006/relationships/customXml" Target="../ink/ink968.xml"/><Relationship Id="rId20" Type="http://schemas.openxmlformats.org/officeDocument/2006/relationships/customXml" Target="../ink/ink872.xml"/><Relationship Id="rId41" Type="http://schemas.openxmlformats.org/officeDocument/2006/relationships/customXml" Target="../ink/ink893.xml"/><Relationship Id="rId62" Type="http://schemas.openxmlformats.org/officeDocument/2006/relationships/customXml" Target="../ink/ink914.xml"/><Relationship Id="rId83" Type="http://schemas.openxmlformats.org/officeDocument/2006/relationships/customXml" Target="../ink/ink935.xml"/><Relationship Id="rId88" Type="http://schemas.openxmlformats.org/officeDocument/2006/relationships/customXml" Target="../ink/ink940.xml"/><Relationship Id="rId111" Type="http://schemas.openxmlformats.org/officeDocument/2006/relationships/customXml" Target="../ink/ink963.xml"/><Relationship Id="rId15" Type="http://schemas.openxmlformats.org/officeDocument/2006/relationships/customXml" Target="../ink/ink867.xml"/><Relationship Id="rId36" Type="http://schemas.openxmlformats.org/officeDocument/2006/relationships/customXml" Target="../ink/ink888.xml"/><Relationship Id="rId57" Type="http://schemas.openxmlformats.org/officeDocument/2006/relationships/customXml" Target="../ink/ink909.xml"/><Relationship Id="rId106" Type="http://schemas.openxmlformats.org/officeDocument/2006/relationships/customXml" Target="../ink/ink958.xml"/><Relationship Id="rId127" Type="http://schemas.openxmlformats.org/officeDocument/2006/relationships/customXml" Target="../ink/ink979.xml"/><Relationship Id="rId10" Type="http://schemas.openxmlformats.org/officeDocument/2006/relationships/oleObject" Target="../embeddings/oleObject27.bin"/><Relationship Id="rId31" Type="http://schemas.openxmlformats.org/officeDocument/2006/relationships/customXml" Target="../ink/ink883.xml"/><Relationship Id="rId52" Type="http://schemas.openxmlformats.org/officeDocument/2006/relationships/customXml" Target="../ink/ink904.xml"/><Relationship Id="rId73" Type="http://schemas.openxmlformats.org/officeDocument/2006/relationships/customXml" Target="../ink/ink925.xml"/><Relationship Id="rId78" Type="http://schemas.openxmlformats.org/officeDocument/2006/relationships/customXml" Target="../ink/ink930.xml"/><Relationship Id="rId94" Type="http://schemas.openxmlformats.org/officeDocument/2006/relationships/customXml" Target="../ink/ink946.xml"/><Relationship Id="rId99" Type="http://schemas.openxmlformats.org/officeDocument/2006/relationships/customXml" Target="../ink/ink951.xml"/><Relationship Id="rId101" Type="http://schemas.openxmlformats.org/officeDocument/2006/relationships/customXml" Target="../ink/ink953.xml"/><Relationship Id="rId122" Type="http://schemas.openxmlformats.org/officeDocument/2006/relationships/customXml" Target="../ink/ink974.xml"/><Relationship Id="rId4" Type="http://schemas.openxmlformats.org/officeDocument/2006/relationships/oleObject" Target="../embeddings/oleObject16.bin"/><Relationship Id="rId9" Type="http://schemas.openxmlformats.org/officeDocument/2006/relationships/image" Target="../media/image41.wmf"/><Relationship Id="rId26" Type="http://schemas.openxmlformats.org/officeDocument/2006/relationships/customXml" Target="../ink/ink87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3" Type="http://schemas.openxmlformats.org/officeDocument/2006/relationships/customXml" Target="../ink/ink987.xml"/><Relationship Id="rId18" Type="http://schemas.openxmlformats.org/officeDocument/2006/relationships/customXml" Target="../ink/ink992.xml"/><Relationship Id="rId26" Type="http://schemas.openxmlformats.org/officeDocument/2006/relationships/customXml" Target="../ink/ink1000.xml"/><Relationship Id="rId39" Type="http://schemas.openxmlformats.org/officeDocument/2006/relationships/customXml" Target="../ink/ink1013.xml"/><Relationship Id="rId21" Type="http://schemas.openxmlformats.org/officeDocument/2006/relationships/customXml" Target="../ink/ink995.xml"/><Relationship Id="rId34" Type="http://schemas.openxmlformats.org/officeDocument/2006/relationships/customXml" Target="../ink/ink1008.xml"/><Relationship Id="rId42" Type="http://schemas.openxmlformats.org/officeDocument/2006/relationships/customXml" Target="../ink/ink1016.xml"/><Relationship Id="rId7" Type="http://schemas.openxmlformats.org/officeDocument/2006/relationships/image" Target="../media/image46.png"/><Relationship Id="rId2" Type="http://schemas.openxmlformats.org/officeDocument/2006/relationships/oleObject" Target="../embeddings/oleObject28.bin"/><Relationship Id="rId16" Type="http://schemas.openxmlformats.org/officeDocument/2006/relationships/customXml" Target="../ink/ink990.xml"/><Relationship Id="rId20" Type="http://schemas.openxmlformats.org/officeDocument/2006/relationships/customXml" Target="../ink/ink994.xml"/><Relationship Id="rId29" Type="http://schemas.openxmlformats.org/officeDocument/2006/relationships/customXml" Target="../ink/ink1003.xml"/><Relationship Id="rId41" Type="http://schemas.openxmlformats.org/officeDocument/2006/relationships/customXml" Target="../ink/ink1015.xml"/><Relationship Id="rId1" Type="http://schemas.openxmlformats.org/officeDocument/2006/relationships/slideLayout" Target="../slideLayouts/slideLayout7.xml"/><Relationship Id="rId6" Type="http://schemas.openxmlformats.org/officeDocument/2006/relationships/image" Target="../media/image45.png"/><Relationship Id="rId11" Type="http://schemas.openxmlformats.org/officeDocument/2006/relationships/customXml" Target="../ink/ink985.xml"/><Relationship Id="rId24" Type="http://schemas.openxmlformats.org/officeDocument/2006/relationships/customXml" Target="../ink/ink998.xml"/><Relationship Id="rId32" Type="http://schemas.openxmlformats.org/officeDocument/2006/relationships/customXml" Target="../ink/ink1006.xml"/><Relationship Id="rId37" Type="http://schemas.openxmlformats.org/officeDocument/2006/relationships/customXml" Target="../ink/ink1011.xml"/><Relationship Id="rId40" Type="http://schemas.openxmlformats.org/officeDocument/2006/relationships/customXml" Target="../ink/ink1014.xml"/><Relationship Id="rId5" Type="http://schemas.openxmlformats.org/officeDocument/2006/relationships/image" Target="../media/image44.wmf"/><Relationship Id="rId15" Type="http://schemas.openxmlformats.org/officeDocument/2006/relationships/customXml" Target="../ink/ink989.xml"/><Relationship Id="rId23" Type="http://schemas.openxmlformats.org/officeDocument/2006/relationships/customXml" Target="../ink/ink997.xml"/><Relationship Id="rId28" Type="http://schemas.openxmlformats.org/officeDocument/2006/relationships/customXml" Target="../ink/ink1002.xml"/><Relationship Id="rId36" Type="http://schemas.openxmlformats.org/officeDocument/2006/relationships/customXml" Target="../ink/ink1010.xml"/><Relationship Id="rId10" Type="http://schemas.openxmlformats.org/officeDocument/2006/relationships/customXml" Target="../ink/ink984.xml"/><Relationship Id="rId19" Type="http://schemas.openxmlformats.org/officeDocument/2006/relationships/customXml" Target="../ink/ink993.xml"/><Relationship Id="rId31" Type="http://schemas.openxmlformats.org/officeDocument/2006/relationships/customXml" Target="../ink/ink1005.xml"/><Relationship Id="rId44" Type="http://schemas.openxmlformats.org/officeDocument/2006/relationships/customXml" Target="../ink/ink1018.xml"/><Relationship Id="rId4" Type="http://schemas.openxmlformats.org/officeDocument/2006/relationships/oleObject" Target="../embeddings/oleObject29.bin"/><Relationship Id="rId9" Type="http://schemas.openxmlformats.org/officeDocument/2006/relationships/customXml" Target="../ink/ink983.xml"/><Relationship Id="rId14" Type="http://schemas.openxmlformats.org/officeDocument/2006/relationships/customXml" Target="../ink/ink988.xml"/><Relationship Id="rId22" Type="http://schemas.openxmlformats.org/officeDocument/2006/relationships/customXml" Target="../ink/ink996.xml"/><Relationship Id="rId27" Type="http://schemas.openxmlformats.org/officeDocument/2006/relationships/customXml" Target="../ink/ink1001.xml"/><Relationship Id="rId30" Type="http://schemas.openxmlformats.org/officeDocument/2006/relationships/customXml" Target="../ink/ink1004.xml"/><Relationship Id="rId35" Type="http://schemas.openxmlformats.org/officeDocument/2006/relationships/customXml" Target="../ink/ink1009.xml"/><Relationship Id="rId43" Type="http://schemas.openxmlformats.org/officeDocument/2006/relationships/customXml" Target="../ink/ink1017.xml"/><Relationship Id="rId8" Type="http://schemas.openxmlformats.org/officeDocument/2006/relationships/customXml" Target="../ink/ink982.xml"/><Relationship Id="rId3" Type="http://schemas.openxmlformats.org/officeDocument/2006/relationships/image" Target="../media/image43.wmf"/><Relationship Id="rId12" Type="http://schemas.openxmlformats.org/officeDocument/2006/relationships/customXml" Target="../ink/ink986.xml"/><Relationship Id="rId17" Type="http://schemas.openxmlformats.org/officeDocument/2006/relationships/customXml" Target="../ink/ink991.xml"/><Relationship Id="rId25" Type="http://schemas.openxmlformats.org/officeDocument/2006/relationships/customXml" Target="../ink/ink999.xml"/><Relationship Id="rId33" Type="http://schemas.openxmlformats.org/officeDocument/2006/relationships/customXml" Target="../ink/ink1007.xml"/><Relationship Id="rId38" Type="http://schemas.openxmlformats.org/officeDocument/2006/relationships/customXml" Target="../ink/ink10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17" Type="http://schemas.openxmlformats.org/officeDocument/2006/relationships/customXml" Target="../ink/ink1134.xml"/><Relationship Id="rId21" Type="http://schemas.openxmlformats.org/officeDocument/2006/relationships/customXml" Target="../ink/ink1038.xml"/><Relationship Id="rId42" Type="http://schemas.openxmlformats.org/officeDocument/2006/relationships/customXml" Target="../ink/ink1059.xml"/><Relationship Id="rId63" Type="http://schemas.openxmlformats.org/officeDocument/2006/relationships/customXml" Target="../ink/ink1080.xml"/><Relationship Id="rId84" Type="http://schemas.openxmlformats.org/officeDocument/2006/relationships/customXml" Target="../ink/ink1101.xml"/><Relationship Id="rId138" Type="http://schemas.openxmlformats.org/officeDocument/2006/relationships/customXml" Target="../ink/ink1155.xml"/><Relationship Id="rId159" Type="http://schemas.openxmlformats.org/officeDocument/2006/relationships/customXml" Target="../ink/ink1176.xml"/><Relationship Id="rId170" Type="http://schemas.openxmlformats.org/officeDocument/2006/relationships/customXml" Target="../ink/ink1187.xml"/><Relationship Id="rId107" Type="http://schemas.openxmlformats.org/officeDocument/2006/relationships/customXml" Target="../ink/ink1124.xml"/><Relationship Id="rId11" Type="http://schemas.openxmlformats.org/officeDocument/2006/relationships/customXml" Target="../ink/ink1028.xml"/><Relationship Id="rId32" Type="http://schemas.openxmlformats.org/officeDocument/2006/relationships/customXml" Target="../ink/ink1049.xml"/><Relationship Id="rId53" Type="http://schemas.openxmlformats.org/officeDocument/2006/relationships/customXml" Target="../ink/ink1070.xml"/><Relationship Id="rId74" Type="http://schemas.openxmlformats.org/officeDocument/2006/relationships/customXml" Target="../ink/ink1091.xml"/><Relationship Id="rId128" Type="http://schemas.openxmlformats.org/officeDocument/2006/relationships/customXml" Target="../ink/ink1145.xml"/><Relationship Id="rId149" Type="http://schemas.openxmlformats.org/officeDocument/2006/relationships/customXml" Target="../ink/ink1166.xml"/><Relationship Id="rId5" Type="http://schemas.openxmlformats.org/officeDocument/2006/relationships/customXml" Target="../ink/ink1022.xml"/><Relationship Id="rId95" Type="http://schemas.openxmlformats.org/officeDocument/2006/relationships/customXml" Target="../ink/ink1112.xml"/><Relationship Id="rId160" Type="http://schemas.openxmlformats.org/officeDocument/2006/relationships/customXml" Target="../ink/ink1177.xml"/><Relationship Id="rId22" Type="http://schemas.openxmlformats.org/officeDocument/2006/relationships/customXml" Target="../ink/ink1039.xml"/><Relationship Id="rId43" Type="http://schemas.openxmlformats.org/officeDocument/2006/relationships/customXml" Target="../ink/ink1060.xml"/><Relationship Id="rId64" Type="http://schemas.openxmlformats.org/officeDocument/2006/relationships/customXml" Target="../ink/ink1081.xml"/><Relationship Id="rId118" Type="http://schemas.openxmlformats.org/officeDocument/2006/relationships/customXml" Target="../ink/ink1135.xml"/><Relationship Id="rId139" Type="http://schemas.openxmlformats.org/officeDocument/2006/relationships/customXml" Target="../ink/ink1156.xml"/><Relationship Id="rId85" Type="http://schemas.openxmlformats.org/officeDocument/2006/relationships/customXml" Target="../ink/ink1102.xml"/><Relationship Id="rId150" Type="http://schemas.openxmlformats.org/officeDocument/2006/relationships/customXml" Target="../ink/ink1167.xml"/><Relationship Id="rId171" Type="http://schemas.openxmlformats.org/officeDocument/2006/relationships/customXml" Target="../ink/ink1188.xml"/><Relationship Id="rId12" Type="http://schemas.openxmlformats.org/officeDocument/2006/relationships/customXml" Target="../ink/ink1029.xml"/><Relationship Id="rId33" Type="http://schemas.openxmlformats.org/officeDocument/2006/relationships/customXml" Target="../ink/ink1050.xml"/><Relationship Id="rId108" Type="http://schemas.openxmlformats.org/officeDocument/2006/relationships/customXml" Target="../ink/ink1125.xml"/><Relationship Id="rId129" Type="http://schemas.openxmlformats.org/officeDocument/2006/relationships/customXml" Target="../ink/ink1146.xml"/><Relationship Id="rId54" Type="http://schemas.openxmlformats.org/officeDocument/2006/relationships/customXml" Target="../ink/ink1071.xml"/><Relationship Id="rId75" Type="http://schemas.openxmlformats.org/officeDocument/2006/relationships/customXml" Target="../ink/ink1092.xml"/><Relationship Id="rId96" Type="http://schemas.openxmlformats.org/officeDocument/2006/relationships/customXml" Target="../ink/ink1113.xml"/><Relationship Id="rId140" Type="http://schemas.openxmlformats.org/officeDocument/2006/relationships/customXml" Target="../ink/ink1157.xml"/><Relationship Id="rId161" Type="http://schemas.openxmlformats.org/officeDocument/2006/relationships/customXml" Target="../ink/ink1178.xml"/><Relationship Id="rId6" Type="http://schemas.openxmlformats.org/officeDocument/2006/relationships/customXml" Target="../ink/ink1023.xml"/><Relationship Id="rId23" Type="http://schemas.openxmlformats.org/officeDocument/2006/relationships/customXml" Target="../ink/ink1040.xml"/><Relationship Id="rId28" Type="http://schemas.openxmlformats.org/officeDocument/2006/relationships/customXml" Target="../ink/ink1045.xml"/><Relationship Id="rId49" Type="http://schemas.openxmlformats.org/officeDocument/2006/relationships/customXml" Target="../ink/ink1066.xml"/><Relationship Id="rId114" Type="http://schemas.openxmlformats.org/officeDocument/2006/relationships/customXml" Target="../ink/ink1131.xml"/><Relationship Id="rId119" Type="http://schemas.openxmlformats.org/officeDocument/2006/relationships/customXml" Target="../ink/ink1136.xml"/><Relationship Id="rId44" Type="http://schemas.openxmlformats.org/officeDocument/2006/relationships/customXml" Target="../ink/ink1061.xml"/><Relationship Id="rId60" Type="http://schemas.openxmlformats.org/officeDocument/2006/relationships/customXml" Target="../ink/ink1077.xml"/><Relationship Id="rId65" Type="http://schemas.openxmlformats.org/officeDocument/2006/relationships/customXml" Target="../ink/ink1082.xml"/><Relationship Id="rId81" Type="http://schemas.openxmlformats.org/officeDocument/2006/relationships/customXml" Target="../ink/ink1098.xml"/><Relationship Id="rId86" Type="http://schemas.openxmlformats.org/officeDocument/2006/relationships/customXml" Target="../ink/ink1103.xml"/><Relationship Id="rId130" Type="http://schemas.openxmlformats.org/officeDocument/2006/relationships/customXml" Target="../ink/ink1147.xml"/><Relationship Id="rId135" Type="http://schemas.openxmlformats.org/officeDocument/2006/relationships/customXml" Target="../ink/ink1152.xml"/><Relationship Id="rId151" Type="http://schemas.openxmlformats.org/officeDocument/2006/relationships/customXml" Target="../ink/ink1168.xml"/><Relationship Id="rId156" Type="http://schemas.openxmlformats.org/officeDocument/2006/relationships/customXml" Target="../ink/ink1173.xml"/><Relationship Id="rId177" Type="http://schemas.openxmlformats.org/officeDocument/2006/relationships/customXml" Target="../ink/ink1194.xml"/><Relationship Id="rId172" Type="http://schemas.openxmlformats.org/officeDocument/2006/relationships/customXml" Target="../ink/ink1189.xml"/><Relationship Id="rId13" Type="http://schemas.openxmlformats.org/officeDocument/2006/relationships/customXml" Target="../ink/ink1030.xml"/><Relationship Id="rId18" Type="http://schemas.openxmlformats.org/officeDocument/2006/relationships/customXml" Target="../ink/ink1035.xml"/><Relationship Id="rId39" Type="http://schemas.openxmlformats.org/officeDocument/2006/relationships/customXml" Target="../ink/ink1056.xml"/><Relationship Id="rId109" Type="http://schemas.openxmlformats.org/officeDocument/2006/relationships/customXml" Target="../ink/ink1126.xml"/><Relationship Id="rId34" Type="http://schemas.openxmlformats.org/officeDocument/2006/relationships/customXml" Target="../ink/ink1051.xml"/><Relationship Id="rId50" Type="http://schemas.openxmlformats.org/officeDocument/2006/relationships/customXml" Target="../ink/ink1067.xml"/><Relationship Id="rId55" Type="http://schemas.openxmlformats.org/officeDocument/2006/relationships/customXml" Target="../ink/ink1072.xml"/><Relationship Id="rId76" Type="http://schemas.openxmlformats.org/officeDocument/2006/relationships/customXml" Target="../ink/ink1093.xml"/><Relationship Id="rId97" Type="http://schemas.openxmlformats.org/officeDocument/2006/relationships/customXml" Target="../ink/ink1114.xml"/><Relationship Id="rId104" Type="http://schemas.openxmlformats.org/officeDocument/2006/relationships/customXml" Target="../ink/ink1121.xml"/><Relationship Id="rId120" Type="http://schemas.openxmlformats.org/officeDocument/2006/relationships/customXml" Target="../ink/ink1137.xml"/><Relationship Id="rId125" Type="http://schemas.openxmlformats.org/officeDocument/2006/relationships/customXml" Target="../ink/ink1142.xml"/><Relationship Id="rId141" Type="http://schemas.openxmlformats.org/officeDocument/2006/relationships/customXml" Target="../ink/ink1158.xml"/><Relationship Id="rId146" Type="http://schemas.openxmlformats.org/officeDocument/2006/relationships/customXml" Target="../ink/ink1163.xml"/><Relationship Id="rId167" Type="http://schemas.openxmlformats.org/officeDocument/2006/relationships/customXml" Target="../ink/ink1184.xml"/><Relationship Id="rId7" Type="http://schemas.openxmlformats.org/officeDocument/2006/relationships/customXml" Target="../ink/ink1024.xml"/><Relationship Id="rId71" Type="http://schemas.openxmlformats.org/officeDocument/2006/relationships/customXml" Target="../ink/ink1088.xml"/><Relationship Id="rId92" Type="http://schemas.openxmlformats.org/officeDocument/2006/relationships/customXml" Target="../ink/ink1109.xml"/><Relationship Id="rId162" Type="http://schemas.openxmlformats.org/officeDocument/2006/relationships/customXml" Target="../ink/ink1179.xml"/><Relationship Id="rId2" Type="http://schemas.openxmlformats.org/officeDocument/2006/relationships/customXml" Target="../ink/ink1019.xml"/><Relationship Id="rId29" Type="http://schemas.openxmlformats.org/officeDocument/2006/relationships/customXml" Target="../ink/ink1046.xml"/><Relationship Id="rId24" Type="http://schemas.openxmlformats.org/officeDocument/2006/relationships/customXml" Target="../ink/ink1041.xml"/><Relationship Id="rId40" Type="http://schemas.openxmlformats.org/officeDocument/2006/relationships/customXml" Target="../ink/ink1057.xml"/><Relationship Id="rId45" Type="http://schemas.openxmlformats.org/officeDocument/2006/relationships/customXml" Target="../ink/ink1062.xml"/><Relationship Id="rId66" Type="http://schemas.openxmlformats.org/officeDocument/2006/relationships/customXml" Target="../ink/ink1083.xml"/><Relationship Id="rId87" Type="http://schemas.openxmlformats.org/officeDocument/2006/relationships/customXml" Target="../ink/ink1104.xml"/><Relationship Id="rId110" Type="http://schemas.openxmlformats.org/officeDocument/2006/relationships/customXml" Target="../ink/ink1127.xml"/><Relationship Id="rId115" Type="http://schemas.openxmlformats.org/officeDocument/2006/relationships/customXml" Target="../ink/ink1132.xml"/><Relationship Id="rId131" Type="http://schemas.openxmlformats.org/officeDocument/2006/relationships/customXml" Target="../ink/ink1148.xml"/><Relationship Id="rId136" Type="http://schemas.openxmlformats.org/officeDocument/2006/relationships/customXml" Target="../ink/ink1153.xml"/><Relationship Id="rId157" Type="http://schemas.openxmlformats.org/officeDocument/2006/relationships/customXml" Target="../ink/ink1174.xml"/><Relationship Id="rId61" Type="http://schemas.openxmlformats.org/officeDocument/2006/relationships/customXml" Target="../ink/ink1078.xml"/><Relationship Id="rId82" Type="http://schemas.openxmlformats.org/officeDocument/2006/relationships/customXml" Target="../ink/ink1099.xml"/><Relationship Id="rId152" Type="http://schemas.openxmlformats.org/officeDocument/2006/relationships/customXml" Target="../ink/ink1169.xml"/><Relationship Id="rId173" Type="http://schemas.openxmlformats.org/officeDocument/2006/relationships/customXml" Target="../ink/ink1190.xml"/><Relationship Id="rId19" Type="http://schemas.openxmlformats.org/officeDocument/2006/relationships/customXml" Target="../ink/ink1036.xml"/><Relationship Id="rId14" Type="http://schemas.openxmlformats.org/officeDocument/2006/relationships/customXml" Target="../ink/ink1031.xml"/><Relationship Id="rId30" Type="http://schemas.openxmlformats.org/officeDocument/2006/relationships/customXml" Target="../ink/ink1047.xml"/><Relationship Id="rId35" Type="http://schemas.openxmlformats.org/officeDocument/2006/relationships/customXml" Target="../ink/ink1052.xml"/><Relationship Id="rId56" Type="http://schemas.openxmlformats.org/officeDocument/2006/relationships/customXml" Target="../ink/ink1073.xml"/><Relationship Id="rId77" Type="http://schemas.openxmlformats.org/officeDocument/2006/relationships/customXml" Target="../ink/ink1094.xml"/><Relationship Id="rId100" Type="http://schemas.openxmlformats.org/officeDocument/2006/relationships/customXml" Target="../ink/ink1117.xml"/><Relationship Id="rId105" Type="http://schemas.openxmlformats.org/officeDocument/2006/relationships/customXml" Target="../ink/ink1122.xml"/><Relationship Id="rId126" Type="http://schemas.openxmlformats.org/officeDocument/2006/relationships/customXml" Target="../ink/ink1143.xml"/><Relationship Id="rId147" Type="http://schemas.openxmlformats.org/officeDocument/2006/relationships/customXml" Target="../ink/ink1164.xml"/><Relationship Id="rId168" Type="http://schemas.openxmlformats.org/officeDocument/2006/relationships/customXml" Target="../ink/ink1185.xml"/><Relationship Id="rId8" Type="http://schemas.openxmlformats.org/officeDocument/2006/relationships/customXml" Target="../ink/ink1025.xml"/><Relationship Id="rId51" Type="http://schemas.openxmlformats.org/officeDocument/2006/relationships/customXml" Target="../ink/ink1068.xml"/><Relationship Id="rId72" Type="http://schemas.openxmlformats.org/officeDocument/2006/relationships/customXml" Target="../ink/ink1089.xml"/><Relationship Id="rId93" Type="http://schemas.openxmlformats.org/officeDocument/2006/relationships/customXml" Target="../ink/ink1110.xml"/><Relationship Id="rId98" Type="http://schemas.openxmlformats.org/officeDocument/2006/relationships/customXml" Target="../ink/ink1115.xml"/><Relationship Id="rId121" Type="http://schemas.openxmlformats.org/officeDocument/2006/relationships/customXml" Target="../ink/ink1138.xml"/><Relationship Id="rId142" Type="http://schemas.openxmlformats.org/officeDocument/2006/relationships/customXml" Target="../ink/ink1159.xml"/><Relationship Id="rId163" Type="http://schemas.openxmlformats.org/officeDocument/2006/relationships/customXml" Target="../ink/ink1180.xml"/><Relationship Id="rId3" Type="http://schemas.openxmlformats.org/officeDocument/2006/relationships/customXml" Target="../ink/ink1020.xml"/><Relationship Id="rId25" Type="http://schemas.openxmlformats.org/officeDocument/2006/relationships/customXml" Target="../ink/ink1042.xml"/><Relationship Id="rId46" Type="http://schemas.openxmlformats.org/officeDocument/2006/relationships/customXml" Target="../ink/ink1063.xml"/><Relationship Id="rId67" Type="http://schemas.openxmlformats.org/officeDocument/2006/relationships/customXml" Target="../ink/ink1084.xml"/><Relationship Id="rId116" Type="http://schemas.openxmlformats.org/officeDocument/2006/relationships/customXml" Target="../ink/ink1133.xml"/><Relationship Id="rId137" Type="http://schemas.openxmlformats.org/officeDocument/2006/relationships/customXml" Target="../ink/ink1154.xml"/><Relationship Id="rId158" Type="http://schemas.openxmlformats.org/officeDocument/2006/relationships/customXml" Target="../ink/ink1175.xml"/><Relationship Id="rId20" Type="http://schemas.openxmlformats.org/officeDocument/2006/relationships/customXml" Target="../ink/ink1037.xml"/><Relationship Id="rId41" Type="http://schemas.openxmlformats.org/officeDocument/2006/relationships/customXml" Target="../ink/ink1058.xml"/><Relationship Id="rId62" Type="http://schemas.openxmlformats.org/officeDocument/2006/relationships/customXml" Target="../ink/ink1079.xml"/><Relationship Id="rId83" Type="http://schemas.openxmlformats.org/officeDocument/2006/relationships/customXml" Target="../ink/ink1100.xml"/><Relationship Id="rId88" Type="http://schemas.openxmlformats.org/officeDocument/2006/relationships/customXml" Target="../ink/ink1105.xml"/><Relationship Id="rId111" Type="http://schemas.openxmlformats.org/officeDocument/2006/relationships/customXml" Target="../ink/ink1128.xml"/><Relationship Id="rId132" Type="http://schemas.openxmlformats.org/officeDocument/2006/relationships/customXml" Target="../ink/ink1149.xml"/><Relationship Id="rId153" Type="http://schemas.openxmlformats.org/officeDocument/2006/relationships/customXml" Target="../ink/ink1170.xml"/><Relationship Id="rId174" Type="http://schemas.openxmlformats.org/officeDocument/2006/relationships/customXml" Target="../ink/ink1191.xml"/><Relationship Id="rId15" Type="http://schemas.openxmlformats.org/officeDocument/2006/relationships/customXml" Target="../ink/ink1032.xml"/><Relationship Id="rId36" Type="http://schemas.openxmlformats.org/officeDocument/2006/relationships/customXml" Target="../ink/ink1053.xml"/><Relationship Id="rId57" Type="http://schemas.openxmlformats.org/officeDocument/2006/relationships/customXml" Target="../ink/ink1074.xml"/><Relationship Id="rId106" Type="http://schemas.openxmlformats.org/officeDocument/2006/relationships/customXml" Target="../ink/ink1123.xml"/><Relationship Id="rId127" Type="http://schemas.openxmlformats.org/officeDocument/2006/relationships/customXml" Target="../ink/ink1144.xml"/><Relationship Id="rId10" Type="http://schemas.openxmlformats.org/officeDocument/2006/relationships/customXml" Target="../ink/ink1027.xml"/><Relationship Id="rId31" Type="http://schemas.openxmlformats.org/officeDocument/2006/relationships/customXml" Target="../ink/ink1048.xml"/><Relationship Id="rId52" Type="http://schemas.openxmlformats.org/officeDocument/2006/relationships/customXml" Target="../ink/ink1069.xml"/><Relationship Id="rId73" Type="http://schemas.openxmlformats.org/officeDocument/2006/relationships/customXml" Target="../ink/ink1090.xml"/><Relationship Id="rId78" Type="http://schemas.openxmlformats.org/officeDocument/2006/relationships/customXml" Target="../ink/ink1095.xml"/><Relationship Id="rId94" Type="http://schemas.openxmlformats.org/officeDocument/2006/relationships/customXml" Target="../ink/ink1111.xml"/><Relationship Id="rId99" Type="http://schemas.openxmlformats.org/officeDocument/2006/relationships/customXml" Target="../ink/ink1116.xml"/><Relationship Id="rId101" Type="http://schemas.openxmlformats.org/officeDocument/2006/relationships/customXml" Target="../ink/ink1118.xml"/><Relationship Id="rId122" Type="http://schemas.openxmlformats.org/officeDocument/2006/relationships/customXml" Target="../ink/ink1139.xml"/><Relationship Id="rId143" Type="http://schemas.openxmlformats.org/officeDocument/2006/relationships/customXml" Target="../ink/ink1160.xml"/><Relationship Id="rId148" Type="http://schemas.openxmlformats.org/officeDocument/2006/relationships/customXml" Target="../ink/ink1165.xml"/><Relationship Id="rId164" Type="http://schemas.openxmlformats.org/officeDocument/2006/relationships/customXml" Target="../ink/ink1181.xml"/><Relationship Id="rId169" Type="http://schemas.openxmlformats.org/officeDocument/2006/relationships/customXml" Target="../ink/ink1186.xml"/><Relationship Id="rId4" Type="http://schemas.openxmlformats.org/officeDocument/2006/relationships/customXml" Target="../ink/ink1021.xml"/><Relationship Id="rId9" Type="http://schemas.openxmlformats.org/officeDocument/2006/relationships/customXml" Target="../ink/ink1026.xml"/><Relationship Id="rId26" Type="http://schemas.openxmlformats.org/officeDocument/2006/relationships/customXml" Target="../ink/ink1043.xml"/><Relationship Id="rId47" Type="http://schemas.openxmlformats.org/officeDocument/2006/relationships/customXml" Target="../ink/ink1064.xml"/><Relationship Id="rId68" Type="http://schemas.openxmlformats.org/officeDocument/2006/relationships/customXml" Target="../ink/ink1085.xml"/><Relationship Id="rId89" Type="http://schemas.openxmlformats.org/officeDocument/2006/relationships/customXml" Target="../ink/ink1106.xml"/><Relationship Id="rId112" Type="http://schemas.openxmlformats.org/officeDocument/2006/relationships/customXml" Target="../ink/ink1129.xml"/><Relationship Id="rId133" Type="http://schemas.openxmlformats.org/officeDocument/2006/relationships/customXml" Target="../ink/ink1150.xml"/><Relationship Id="rId154" Type="http://schemas.openxmlformats.org/officeDocument/2006/relationships/customXml" Target="../ink/ink1171.xml"/><Relationship Id="rId175" Type="http://schemas.openxmlformats.org/officeDocument/2006/relationships/customXml" Target="../ink/ink1192.xml"/><Relationship Id="rId16" Type="http://schemas.openxmlformats.org/officeDocument/2006/relationships/customXml" Target="../ink/ink1033.xml"/><Relationship Id="rId37" Type="http://schemas.openxmlformats.org/officeDocument/2006/relationships/customXml" Target="../ink/ink1054.xml"/><Relationship Id="rId58" Type="http://schemas.openxmlformats.org/officeDocument/2006/relationships/customXml" Target="../ink/ink1075.xml"/><Relationship Id="rId79" Type="http://schemas.openxmlformats.org/officeDocument/2006/relationships/customXml" Target="../ink/ink1096.xml"/><Relationship Id="rId102" Type="http://schemas.openxmlformats.org/officeDocument/2006/relationships/customXml" Target="../ink/ink1119.xml"/><Relationship Id="rId123" Type="http://schemas.openxmlformats.org/officeDocument/2006/relationships/customXml" Target="../ink/ink1140.xml"/><Relationship Id="rId144" Type="http://schemas.openxmlformats.org/officeDocument/2006/relationships/customXml" Target="../ink/ink1161.xml"/><Relationship Id="rId90" Type="http://schemas.openxmlformats.org/officeDocument/2006/relationships/customXml" Target="../ink/ink1107.xml"/><Relationship Id="rId165" Type="http://schemas.openxmlformats.org/officeDocument/2006/relationships/customXml" Target="../ink/ink1182.xml"/><Relationship Id="rId27" Type="http://schemas.openxmlformats.org/officeDocument/2006/relationships/customXml" Target="../ink/ink1044.xml"/><Relationship Id="rId48" Type="http://schemas.openxmlformats.org/officeDocument/2006/relationships/customXml" Target="../ink/ink1065.xml"/><Relationship Id="rId69" Type="http://schemas.openxmlformats.org/officeDocument/2006/relationships/customXml" Target="../ink/ink1086.xml"/><Relationship Id="rId113" Type="http://schemas.openxmlformats.org/officeDocument/2006/relationships/customXml" Target="../ink/ink1130.xml"/><Relationship Id="rId134" Type="http://schemas.openxmlformats.org/officeDocument/2006/relationships/customXml" Target="../ink/ink1151.xml"/><Relationship Id="rId80" Type="http://schemas.openxmlformats.org/officeDocument/2006/relationships/customXml" Target="../ink/ink1097.xml"/><Relationship Id="rId155" Type="http://schemas.openxmlformats.org/officeDocument/2006/relationships/customXml" Target="../ink/ink1172.xml"/><Relationship Id="rId176" Type="http://schemas.openxmlformats.org/officeDocument/2006/relationships/customXml" Target="../ink/ink1193.xml"/><Relationship Id="rId17" Type="http://schemas.openxmlformats.org/officeDocument/2006/relationships/customXml" Target="../ink/ink1034.xml"/><Relationship Id="rId38" Type="http://schemas.openxmlformats.org/officeDocument/2006/relationships/customXml" Target="../ink/ink1055.xml"/><Relationship Id="rId59" Type="http://schemas.openxmlformats.org/officeDocument/2006/relationships/customXml" Target="../ink/ink1076.xml"/><Relationship Id="rId103" Type="http://schemas.openxmlformats.org/officeDocument/2006/relationships/customXml" Target="../ink/ink1120.xml"/><Relationship Id="rId124" Type="http://schemas.openxmlformats.org/officeDocument/2006/relationships/customXml" Target="../ink/ink1141.xml"/><Relationship Id="rId70" Type="http://schemas.openxmlformats.org/officeDocument/2006/relationships/customXml" Target="../ink/ink1087.xml"/><Relationship Id="rId91" Type="http://schemas.openxmlformats.org/officeDocument/2006/relationships/customXml" Target="../ink/ink1108.xml"/><Relationship Id="rId145" Type="http://schemas.openxmlformats.org/officeDocument/2006/relationships/customXml" Target="../ink/ink1162.xml"/><Relationship Id="rId166" Type="http://schemas.openxmlformats.org/officeDocument/2006/relationships/customXml" Target="../ink/ink118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customXml" Target="../ink/ink1196.xml"/><Relationship Id="rId2" Type="http://schemas.openxmlformats.org/officeDocument/2006/relationships/customXml" Target="../ink/ink119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customXml" Target="../ink/ink1203.xml"/><Relationship Id="rId3" Type="http://schemas.openxmlformats.org/officeDocument/2006/relationships/customXml" Target="../ink/ink1198.xml"/><Relationship Id="rId7" Type="http://schemas.openxmlformats.org/officeDocument/2006/relationships/customXml" Target="../ink/ink1202.xml"/><Relationship Id="rId2" Type="http://schemas.openxmlformats.org/officeDocument/2006/relationships/customXml" Target="../ink/ink1197.xml"/><Relationship Id="rId1" Type="http://schemas.openxmlformats.org/officeDocument/2006/relationships/slideLayout" Target="../slideLayouts/slideLayout7.xml"/><Relationship Id="rId6" Type="http://schemas.openxmlformats.org/officeDocument/2006/relationships/customXml" Target="../ink/ink1201.xml"/><Relationship Id="rId5" Type="http://schemas.openxmlformats.org/officeDocument/2006/relationships/customXml" Target="../ink/ink1200.xml"/><Relationship Id="rId4" Type="http://schemas.openxmlformats.org/officeDocument/2006/relationships/customXml" Target="../ink/ink1199.xml"/></Relationships>
</file>

<file path=ppt/slides/_rels/slide27.xml.rels><?xml version="1.0" encoding="UTF-8" standalone="yes"?>
<Relationships xmlns="http://schemas.openxmlformats.org/package/2006/relationships"><Relationship Id="rId13" Type="http://schemas.openxmlformats.org/officeDocument/2006/relationships/image" Target="../media/image53.png"/><Relationship Id="rId18" Type="http://schemas.openxmlformats.org/officeDocument/2006/relationships/customXml" Target="../ink/ink1206.xml"/><Relationship Id="rId26" Type="http://schemas.openxmlformats.org/officeDocument/2006/relationships/customXml" Target="../ink/ink1214.xml"/><Relationship Id="rId39" Type="http://schemas.openxmlformats.org/officeDocument/2006/relationships/customXml" Target="../ink/ink1227.xml"/><Relationship Id="rId21" Type="http://schemas.openxmlformats.org/officeDocument/2006/relationships/customXml" Target="../ink/ink1209.xml"/><Relationship Id="rId34" Type="http://schemas.openxmlformats.org/officeDocument/2006/relationships/customXml" Target="../ink/ink1222.xml"/><Relationship Id="rId42" Type="http://schemas.openxmlformats.org/officeDocument/2006/relationships/customXml" Target="../ink/ink1230.xml"/><Relationship Id="rId47" Type="http://schemas.openxmlformats.org/officeDocument/2006/relationships/customXml" Target="../ink/ink1235.xml"/><Relationship Id="rId50" Type="http://schemas.openxmlformats.org/officeDocument/2006/relationships/customXml" Target="../ink/ink1238.xml"/><Relationship Id="rId55" Type="http://schemas.openxmlformats.org/officeDocument/2006/relationships/customXml" Target="../ink/ink1243.xml"/><Relationship Id="rId7" Type="http://schemas.openxmlformats.org/officeDocument/2006/relationships/image" Target="../media/image49.wmf"/><Relationship Id="rId2" Type="http://schemas.openxmlformats.org/officeDocument/2006/relationships/oleObject" Target="../embeddings/oleObject30.bin"/><Relationship Id="rId16" Type="http://schemas.openxmlformats.org/officeDocument/2006/relationships/customXml" Target="../ink/ink1204.xml"/><Relationship Id="rId29" Type="http://schemas.openxmlformats.org/officeDocument/2006/relationships/customXml" Target="../ink/ink1217.xml"/><Relationship Id="rId11" Type="http://schemas.openxmlformats.org/officeDocument/2006/relationships/image" Target="../media/image51.wmf"/><Relationship Id="rId24" Type="http://schemas.openxmlformats.org/officeDocument/2006/relationships/customXml" Target="../ink/ink1212.xml"/><Relationship Id="rId32" Type="http://schemas.openxmlformats.org/officeDocument/2006/relationships/customXml" Target="../ink/ink1220.xml"/><Relationship Id="rId37" Type="http://schemas.openxmlformats.org/officeDocument/2006/relationships/customXml" Target="../ink/ink1225.xml"/><Relationship Id="rId40" Type="http://schemas.openxmlformats.org/officeDocument/2006/relationships/customXml" Target="../ink/ink1228.xml"/><Relationship Id="rId45" Type="http://schemas.openxmlformats.org/officeDocument/2006/relationships/customXml" Target="../ink/ink1233.xml"/><Relationship Id="rId53" Type="http://schemas.openxmlformats.org/officeDocument/2006/relationships/customXml" Target="../ink/ink1241.xml"/><Relationship Id="rId58" Type="http://schemas.openxmlformats.org/officeDocument/2006/relationships/customXml" Target="../ink/ink1246.xml"/><Relationship Id="rId5" Type="http://schemas.openxmlformats.org/officeDocument/2006/relationships/image" Target="../media/image48.wmf"/><Relationship Id="rId19" Type="http://schemas.openxmlformats.org/officeDocument/2006/relationships/customXml" Target="../ink/ink1207.xml"/><Relationship Id="rId4" Type="http://schemas.openxmlformats.org/officeDocument/2006/relationships/oleObject" Target="../embeddings/oleObject31.bin"/><Relationship Id="rId9" Type="http://schemas.openxmlformats.org/officeDocument/2006/relationships/image" Target="../media/image50.wmf"/><Relationship Id="rId14" Type="http://schemas.openxmlformats.org/officeDocument/2006/relationships/image" Target="../media/image54.png"/><Relationship Id="rId22" Type="http://schemas.openxmlformats.org/officeDocument/2006/relationships/customXml" Target="../ink/ink1210.xml"/><Relationship Id="rId27" Type="http://schemas.openxmlformats.org/officeDocument/2006/relationships/customXml" Target="../ink/ink1215.xml"/><Relationship Id="rId30" Type="http://schemas.openxmlformats.org/officeDocument/2006/relationships/customXml" Target="../ink/ink1218.xml"/><Relationship Id="rId35" Type="http://schemas.openxmlformats.org/officeDocument/2006/relationships/customXml" Target="../ink/ink1223.xml"/><Relationship Id="rId43" Type="http://schemas.openxmlformats.org/officeDocument/2006/relationships/customXml" Target="../ink/ink1231.xml"/><Relationship Id="rId48" Type="http://schemas.openxmlformats.org/officeDocument/2006/relationships/customXml" Target="../ink/ink1236.xml"/><Relationship Id="rId56" Type="http://schemas.openxmlformats.org/officeDocument/2006/relationships/customXml" Target="../ink/ink1244.xml"/><Relationship Id="rId8" Type="http://schemas.openxmlformats.org/officeDocument/2006/relationships/oleObject" Target="../embeddings/oleObject33.bin"/><Relationship Id="rId51" Type="http://schemas.openxmlformats.org/officeDocument/2006/relationships/customXml" Target="../ink/ink1239.xml"/><Relationship Id="rId3" Type="http://schemas.openxmlformats.org/officeDocument/2006/relationships/image" Target="../media/image47.wmf"/><Relationship Id="rId12" Type="http://schemas.openxmlformats.org/officeDocument/2006/relationships/image" Target="../media/image52.png"/><Relationship Id="rId17" Type="http://schemas.openxmlformats.org/officeDocument/2006/relationships/customXml" Target="../ink/ink1205.xml"/><Relationship Id="rId25" Type="http://schemas.openxmlformats.org/officeDocument/2006/relationships/customXml" Target="../ink/ink1213.xml"/><Relationship Id="rId33" Type="http://schemas.openxmlformats.org/officeDocument/2006/relationships/customXml" Target="../ink/ink1221.xml"/><Relationship Id="rId38" Type="http://schemas.openxmlformats.org/officeDocument/2006/relationships/customXml" Target="../ink/ink1226.xml"/><Relationship Id="rId46" Type="http://schemas.openxmlformats.org/officeDocument/2006/relationships/customXml" Target="../ink/ink1234.xml"/><Relationship Id="rId59" Type="http://schemas.openxmlformats.org/officeDocument/2006/relationships/customXml" Target="../ink/ink1247.xml"/><Relationship Id="rId20" Type="http://schemas.openxmlformats.org/officeDocument/2006/relationships/customXml" Target="../ink/ink1208.xml"/><Relationship Id="rId41" Type="http://schemas.openxmlformats.org/officeDocument/2006/relationships/customXml" Target="../ink/ink1229.xml"/><Relationship Id="rId54" Type="http://schemas.openxmlformats.org/officeDocument/2006/relationships/customXml" Target="../ink/ink1242.xml"/><Relationship Id="rId1" Type="http://schemas.openxmlformats.org/officeDocument/2006/relationships/slideLayout" Target="../slideLayouts/slideLayout7.xml"/><Relationship Id="rId6" Type="http://schemas.openxmlformats.org/officeDocument/2006/relationships/oleObject" Target="../embeddings/oleObject32.bin"/><Relationship Id="rId15" Type="http://schemas.openxmlformats.org/officeDocument/2006/relationships/image" Target="../media/image55.png"/><Relationship Id="rId23" Type="http://schemas.openxmlformats.org/officeDocument/2006/relationships/customXml" Target="../ink/ink1211.xml"/><Relationship Id="rId28" Type="http://schemas.openxmlformats.org/officeDocument/2006/relationships/customXml" Target="../ink/ink1216.xml"/><Relationship Id="rId36" Type="http://schemas.openxmlformats.org/officeDocument/2006/relationships/customXml" Target="../ink/ink1224.xml"/><Relationship Id="rId49" Type="http://schemas.openxmlformats.org/officeDocument/2006/relationships/customXml" Target="../ink/ink1237.xml"/><Relationship Id="rId57" Type="http://schemas.openxmlformats.org/officeDocument/2006/relationships/customXml" Target="../ink/ink1245.xml"/><Relationship Id="rId10" Type="http://schemas.openxmlformats.org/officeDocument/2006/relationships/oleObject" Target="../embeddings/oleObject34.bin"/><Relationship Id="rId31" Type="http://schemas.openxmlformats.org/officeDocument/2006/relationships/customXml" Target="../ink/ink1219.xml"/><Relationship Id="rId44" Type="http://schemas.openxmlformats.org/officeDocument/2006/relationships/customXml" Target="../ink/ink1232.xml"/><Relationship Id="rId52" Type="http://schemas.openxmlformats.org/officeDocument/2006/relationships/customXml" Target="../ink/ink1240.xml"/></Relationships>
</file>

<file path=ppt/slides/_rels/slide28.xml.rels><?xml version="1.0" encoding="UTF-8" standalone="yes"?>
<Relationships xmlns="http://schemas.openxmlformats.org/package/2006/relationships"><Relationship Id="rId26" Type="http://schemas.openxmlformats.org/officeDocument/2006/relationships/customXml" Target="../ink/ink1272.xml"/><Relationship Id="rId21" Type="http://schemas.openxmlformats.org/officeDocument/2006/relationships/customXml" Target="../ink/ink1267.xml"/><Relationship Id="rId42" Type="http://schemas.openxmlformats.org/officeDocument/2006/relationships/customXml" Target="../ink/ink1288.xml"/><Relationship Id="rId47" Type="http://schemas.openxmlformats.org/officeDocument/2006/relationships/customXml" Target="../ink/ink1293.xml"/><Relationship Id="rId63" Type="http://schemas.openxmlformats.org/officeDocument/2006/relationships/customXml" Target="../ink/ink1309.xml"/><Relationship Id="rId68" Type="http://schemas.openxmlformats.org/officeDocument/2006/relationships/customXml" Target="../ink/ink1314.xml"/><Relationship Id="rId16" Type="http://schemas.openxmlformats.org/officeDocument/2006/relationships/customXml" Target="../ink/ink1262.xml"/><Relationship Id="rId11" Type="http://schemas.openxmlformats.org/officeDocument/2006/relationships/customXml" Target="../ink/ink1257.xml"/><Relationship Id="rId32" Type="http://schemas.openxmlformats.org/officeDocument/2006/relationships/customXml" Target="../ink/ink1278.xml"/><Relationship Id="rId37" Type="http://schemas.openxmlformats.org/officeDocument/2006/relationships/customXml" Target="../ink/ink1283.xml"/><Relationship Id="rId53" Type="http://schemas.openxmlformats.org/officeDocument/2006/relationships/customXml" Target="../ink/ink1299.xml"/><Relationship Id="rId58" Type="http://schemas.openxmlformats.org/officeDocument/2006/relationships/customXml" Target="../ink/ink1304.xml"/><Relationship Id="rId74" Type="http://schemas.openxmlformats.org/officeDocument/2006/relationships/customXml" Target="../ink/ink1320.xml"/><Relationship Id="rId79" Type="http://schemas.openxmlformats.org/officeDocument/2006/relationships/customXml" Target="../ink/ink1325.xml"/><Relationship Id="rId5" Type="http://schemas.openxmlformats.org/officeDocument/2006/relationships/customXml" Target="../ink/ink1251.xml"/><Relationship Id="rId61" Type="http://schemas.openxmlformats.org/officeDocument/2006/relationships/customXml" Target="../ink/ink1307.xml"/><Relationship Id="rId82" Type="http://schemas.openxmlformats.org/officeDocument/2006/relationships/customXml" Target="../ink/ink1328.xml"/><Relationship Id="rId19" Type="http://schemas.openxmlformats.org/officeDocument/2006/relationships/customXml" Target="../ink/ink1265.xml"/><Relationship Id="rId14" Type="http://schemas.openxmlformats.org/officeDocument/2006/relationships/customXml" Target="../ink/ink1260.xml"/><Relationship Id="rId22" Type="http://schemas.openxmlformats.org/officeDocument/2006/relationships/customXml" Target="../ink/ink1268.xml"/><Relationship Id="rId27" Type="http://schemas.openxmlformats.org/officeDocument/2006/relationships/customXml" Target="../ink/ink1273.xml"/><Relationship Id="rId30" Type="http://schemas.openxmlformats.org/officeDocument/2006/relationships/customXml" Target="../ink/ink1276.xml"/><Relationship Id="rId35" Type="http://schemas.openxmlformats.org/officeDocument/2006/relationships/customXml" Target="../ink/ink1281.xml"/><Relationship Id="rId43" Type="http://schemas.openxmlformats.org/officeDocument/2006/relationships/customXml" Target="../ink/ink1289.xml"/><Relationship Id="rId48" Type="http://schemas.openxmlformats.org/officeDocument/2006/relationships/customXml" Target="../ink/ink1294.xml"/><Relationship Id="rId56" Type="http://schemas.openxmlformats.org/officeDocument/2006/relationships/customXml" Target="../ink/ink1302.xml"/><Relationship Id="rId64" Type="http://schemas.openxmlformats.org/officeDocument/2006/relationships/customXml" Target="../ink/ink1310.xml"/><Relationship Id="rId69" Type="http://schemas.openxmlformats.org/officeDocument/2006/relationships/customXml" Target="../ink/ink1315.xml"/><Relationship Id="rId77" Type="http://schemas.openxmlformats.org/officeDocument/2006/relationships/customXml" Target="../ink/ink1323.xml"/><Relationship Id="rId8" Type="http://schemas.openxmlformats.org/officeDocument/2006/relationships/customXml" Target="../ink/ink1254.xml"/><Relationship Id="rId51" Type="http://schemas.openxmlformats.org/officeDocument/2006/relationships/customXml" Target="../ink/ink1297.xml"/><Relationship Id="rId72" Type="http://schemas.openxmlformats.org/officeDocument/2006/relationships/customXml" Target="../ink/ink1318.xml"/><Relationship Id="rId80" Type="http://schemas.openxmlformats.org/officeDocument/2006/relationships/customXml" Target="../ink/ink1326.xml"/><Relationship Id="rId3" Type="http://schemas.openxmlformats.org/officeDocument/2006/relationships/customXml" Target="../ink/ink1249.xml"/><Relationship Id="rId12" Type="http://schemas.openxmlformats.org/officeDocument/2006/relationships/customXml" Target="../ink/ink1258.xml"/><Relationship Id="rId17" Type="http://schemas.openxmlformats.org/officeDocument/2006/relationships/customXml" Target="../ink/ink1263.xml"/><Relationship Id="rId25" Type="http://schemas.openxmlformats.org/officeDocument/2006/relationships/customXml" Target="../ink/ink1271.xml"/><Relationship Id="rId33" Type="http://schemas.openxmlformats.org/officeDocument/2006/relationships/customXml" Target="../ink/ink1279.xml"/><Relationship Id="rId38" Type="http://schemas.openxmlformats.org/officeDocument/2006/relationships/customXml" Target="../ink/ink1284.xml"/><Relationship Id="rId46" Type="http://schemas.openxmlformats.org/officeDocument/2006/relationships/customXml" Target="../ink/ink1292.xml"/><Relationship Id="rId59" Type="http://schemas.openxmlformats.org/officeDocument/2006/relationships/customXml" Target="../ink/ink1305.xml"/><Relationship Id="rId67" Type="http://schemas.openxmlformats.org/officeDocument/2006/relationships/customXml" Target="../ink/ink1313.xml"/><Relationship Id="rId20" Type="http://schemas.openxmlformats.org/officeDocument/2006/relationships/customXml" Target="../ink/ink1266.xml"/><Relationship Id="rId41" Type="http://schemas.openxmlformats.org/officeDocument/2006/relationships/customXml" Target="../ink/ink1287.xml"/><Relationship Id="rId54" Type="http://schemas.openxmlformats.org/officeDocument/2006/relationships/customXml" Target="../ink/ink1300.xml"/><Relationship Id="rId62" Type="http://schemas.openxmlformats.org/officeDocument/2006/relationships/customXml" Target="../ink/ink1308.xml"/><Relationship Id="rId70" Type="http://schemas.openxmlformats.org/officeDocument/2006/relationships/customXml" Target="../ink/ink1316.xml"/><Relationship Id="rId75" Type="http://schemas.openxmlformats.org/officeDocument/2006/relationships/customXml" Target="../ink/ink1321.xml"/><Relationship Id="rId83" Type="http://schemas.openxmlformats.org/officeDocument/2006/relationships/customXml" Target="../ink/ink1329.xml"/><Relationship Id="rId1" Type="http://schemas.openxmlformats.org/officeDocument/2006/relationships/slideLayout" Target="../slideLayouts/slideLayout7.xml"/><Relationship Id="rId6" Type="http://schemas.openxmlformats.org/officeDocument/2006/relationships/customXml" Target="../ink/ink1252.xml"/><Relationship Id="rId15" Type="http://schemas.openxmlformats.org/officeDocument/2006/relationships/customXml" Target="../ink/ink1261.xml"/><Relationship Id="rId23" Type="http://schemas.openxmlformats.org/officeDocument/2006/relationships/customXml" Target="../ink/ink1269.xml"/><Relationship Id="rId28" Type="http://schemas.openxmlformats.org/officeDocument/2006/relationships/customXml" Target="../ink/ink1274.xml"/><Relationship Id="rId36" Type="http://schemas.openxmlformats.org/officeDocument/2006/relationships/customXml" Target="../ink/ink1282.xml"/><Relationship Id="rId49" Type="http://schemas.openxmlformats.org/officeDocument/2006/relationships/customXml" Target="../ink/ink1295.xml"/><Relationship Id="rId57" Type="http://schemas.openxmlformats.org/officeDocument/2006/relationships/customXml" Target="../ink/ink1303.xml"/><Relationship Id="rId10" Type="http://schemas.openxmlformats.org/officeDocument/2006/relationships/customXml" Target="../ink/ink1256.xml"/><Relationship Id="rId31" Type="http://schemas.openxmlformats.org/officeDocument/2006/relationships/customXml" Target="../ink/ink1277.xml"/><Relationship Id="rId44" Type="http://schemas.openxmlformats.org/officeDocument/2006/relationships/customXml" Target="../ink/ink1290.xml"/><Relationship Id="rId52" Type="http://schemas.openxmlformats.org/officeDocument/2006/relationships/customXml" Target="../ink/ink1298.xml"/><Relationship Id="rId60" Type="http://schemas.openxmlformats.org/officeDocument/2006/relationships/customXml" Target="../ink/ink1306.xml"/><Relationship Id="rId65" Type="http://schemas.openxmlformats.org/officeDocument/2006/relationships/customXml" Target="../ink/ink1311.xml"/><Relationship Id="rId73" Type="http://schemas.openxmlformats.org/officeDocument/2006/relationships/customXml" Target="../ink/ink1319.xml"/><Relationship Id="rId78" Type="http://schemas.openxmlformats.org/officeDocument/2006/relationships/customXml" Target="../ink/ink1324.xml"/><Relationship Id="rId81" Type="http://schemas.openxmlformats.org/officeDocument/2006/relationships/customXml" Target="../ink/ink1327.xml"/><Relationship Id="rId4" Type="http://schemas.openxmlformats.org/officeDocument/2006/relationships/customXml" Target="../ink/ink1250.xml"/><Relationship Id="rId9" Type="http://schemas.openxmlformats.org/officeDocument/2006/relationships/customXml" Target="../ink/ink1255.xml"/><Relationship Id="rId13" Type="http://schemas.openxmlformats.org/officeDocument/2006/relationships/customXml" Target="../ink/ink1259.xml"/><Relationship Id="rId18" Type="http://schemas.openxmlformats.org/officeDocument/2006/relationships/customXml" Target="../ink/ink1264.xml"/><Relationship Id="rId39" Type="http://schemas.openxmlformats.org/officeDocument/2006/relationships/customXml" Target="../ink/ink1285.xml"/><Relationship Id="rId34" Type="http://schemas.openxmlformats.org/officeDocument/2006/relationships/customXml" Target="../ink/ink1280.xml"/><Relationship Id="rId50" Type="http://schemas.openxmlformats.org/officeDocument/2006/relationships/customXml" Target="../ink/ink1296.xml"/><Relationship Id="rId55" Type="http://schemas.openxmlformats.org/officeDocument/2006/relationships/customXml" Target="../ink/ink1301.xml"/><Relationship Id="rId76" Type="http://schemas.openxmlformats.org/officeDocument/2006/relationships/customXml" Target="../ink/ink1322.xml"/><Relationship Id="rId7" Type="http://schemas.openxmlformats.org/officeDocument/2006/relationships/customXml" Target="../ink/ink1253.xml"/><Relationship Id="rId71" Type="http://schemas.openxmlformats.org/officeDocument/2006/relationships/customXml" Target="../ink/ink1317.xml"/><Relationship Id="rId2" Type="http://schemas.openxmlformats.org/officeDocument/2006/relationships/customXml" Target="../ink/ink1248.xml"/><Relationship Id="rId29" Type="http://schemas.openxmlformats.org/officeDocument/2006/relationships/customXml" Target="../ink/ink1275.xml"/><Relationship Id="rId24" Type="http://schemas.openxmlformats.org/officeDocument/2006/relationships/customXml" Target="../ink/ink1270.xml"/><Relationship Id="rId40" Type="http://schemas.openxmlformats.org/officeDocument/2006/relationships/customXml" Target="../ink/ink1286.xml"/><Relationship Id="rId45" Type="http://schemas.openxmlformats.org/officeDocument/2006/relationships/customXml" Target="../ink/ink1291.xml"/><Relationship Id="rId66" Type="http://schemas.openxmlformats.org/officeDocument/2006/relationships/customXml" Target="../ink/ink13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customXml" Target="../ink/ink1330.xml"/><Relationship Id="rId3" Type="http://schemas.openxmlformats.org/officeDocument/2006/relationships/image" Target="../media/image56.wmf"/><Relationship Id="rId7" Type="http://schemas.openxmlformats.org/officeDocument/2006/relationships/image" Target="../media/image58.wmf"/><Relationship Id="rId2" Type="http://schemas.openxmlformats.org/officeDocument/2006/relationships/oleObject" Target="../embeddings/oleObject35.bin"/><Relationship Id="rId1" Type="http://schemas.openxmlformats.org/officeDocument/2006/relationships/slideLayout" Target="../slideLayouts/slideLayout7.xml"/><Relationship Id="rId6" Type="http://schemas.openxmlformats.org/officeDocument/2006/relationships/oleObject" Target="../embeddings/oleObject37.bin"/><Relationship Id="rId5" Type="http://schemas.openxmlformats.org/officeDocument/2006/relationships/image" Target="../media/image57.wmf"/><Relationship Id="rId4" Type="http://schemas.openxmlformats.org/officeDocument/2006/relationships/oleObject" Target="../embeddings/oleObject36.bin"/></Relationships>
</file>

<file path=ppt/slides/_rels/slide31.xml.rels><?xml version="1.0" encoding="UTF-8" standalone="yes"?>
<Relationships xmlns="http://schemas.openxmlformats.org/package/2006/relationships"><Relationship Id="rId2" Type="http://schemas.openxmlformats.org/officeDocument/2006/relationships/customXml" Target="../ink/ink13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customXml" Target="../ink/ink1333.xml"/><Relationship Id="rId2" Type="http://schemas.openxmlformats.org/officeDocument/2006/relationships/customXml" Target="../ink/ink13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3" Type="http://schemas.openxmlformats.org/officeDocument/2006/relationships/customXml" Target="../ink/ink1345.xml"/><Relationship Id="rId18" Type="http://schemas.openxmlformats.org/officeDocument/2006/relationships/customXml" Target="../ink/ink1350.xml"/><Relationship Id="rId26" Type="http://schemas.openxmlformats.org/officeDocument/2006/relationships/customXml" Target="../ink/ink1358.xml"/><Relationship Id="rId3" Type="http://schemas.openxmlformats.org/officeDocument/2006/relationships/customXml" Target="../ink/ink1335.xml"/><Relationship Id="rId21" Type="http://schemas.openxmlformats.org/officeDocument/2006/relationships/customXml" Target="../ink/ink1353.xml"/><Relationship Id="rId34" Type="http://schemas.openxmlformats.org/officeDocument/2006/relationships/customXml" Target="../ink/ink1366.xml"/><Relationship Id="rId7" Type="http://schemas.openxmlformats.org/officeDocument/2006/relationships/customXml" Target="../ink/ink1339.xml"/><Relationship Id="rId12" Type="http://schemas.openxmlformats.org/officeDocument/2006/relationships/customXml" Target="../ink/ink1344.xml"/><Relationship Id="rId17" Type="http://schemas.openxmlformats.org/officeDocument/2006/relationships/customXml" Target="../ink/ink1349.xml"/><Relationship Id="rId25" Type="http://schemas.openxmlformats.org/officeDocument/2006/relationships/customXml" Target="../ink/ink1357.xml"/><Relationship Id="rId33" Type="http://schemas.openxmlformats.org/officeDocument/2006/relationships/customXml" Target="../ink/ink1365.xml"/><Relationship Id="rId2" Type="http://schemas.openxmlformats.org/officeDocument/2006/relationships/customXml" Target="../ink/ink1334.xml"/><Relationship Id="rId16" Type="http://schemas.openxmlformats.org/officeDocument/2006/relationships/customXml" Target="../ink/ink1348.xml"/><Relationship Id="rId20" Type="http://schemas.openxmlformats.org/officeDocument/2006/relationships/customXml" Target="../ink/ink1352.xml"/><Relationship Id="rId29" Type="http://schemas.openxmlformats.org/officeDocument/2006/relationships/customXml" Target="../ink/ink1361.xml"/><Relationship Id="rId1" Type="http://schemas.openxmlformats.org/officeDocument/2006/relationships/slideLayout" Target="../slideLayouts/slideLayout7.xml"/><Relationship Id="rId6" Type="http://schemas.openxmlformats.org/officeDocument/2006/relationships/customXml" Target="../ink/ink1338.xml"/><Relationship Id="rId11" Type="http://schemas.openxmlformats.org/officeDocument/2006/relationships/customXml" Target="../ink/ink1343.xml"/><Relationship Id="rId24" Type="http://schemas.openxmlformats.org/officeDocument/2006/relationships/customXml" Target="../ink/ink1356.xml"/><Relationship Id="rId32" Type="http://schemas.openxmlformats.org/officeDocument/2006/relationships/customXml" Target="../ink/ink1364.xml"/><Relationship Id="rId5" Type="http://schemas.openxmlformats.org/officeDocument/2006/relationships/customXml" Target="../ink/ink1337.xml"/><Relationship Id="rId15" Type="http://schemas.openxmlformats.org/officeDocument/2006/relationships/customXml" Target="../ink/ink1347.xml"/><Relationship Id="rId23" Type="http://schemas.openxmlformats.org/officeDocument/2006/relationships/customXml" Target="../ink/ink1355.xml"/><Relationship Id="rId28" Type="http://schemas.openxmlformats.org/officeDocument/2006/relationships/customXml" Target="../ink/ink1360.xml"/><Relationship Id="rId10" Type="http://schemas.openxmlformats.org/officeDocument/2006/relationships/customXml" Target="../ink/ink1342.xml"/><Relationship Id="rId19" Type="http://schemas.openxmlformats.org/officeDocument/2006/relationships/customXml" Target="../ink/ink1351.xml"/><Relationship Id="rId31" Type="http://schemas.openxmlformats.org/officeDocument/2006/relationships/customXml" Target="../ink/ink1363.xml"/><Relationship Id="rId4" Type="http://schemas.openxmlformats.org/officeDocument/2006/relationships/customXml" Target="../ink/ink1336.xml"/><Relationship Id="rId9" Type="http://schemas.openxmlformats.org/officeDocument/2006/relationships/customXml" Target="../ink/ink1341.xml"/><Relationship Id="rId14" Type="http://schemas.openxmlformats.org/officeDocument/2006/relationships/customXml" Target="../ink/ink1346.xml"/><Relationship Id="rId22" Type="http://schemas.openxmlformats.org/officeDocument/2006/relationships/customXml" Target="../ink/ink1354.xml"/><Relationship Id="rId27" Type="http://schemas.openxmlformats.org/officeDocument/2006/relationships/customXml" Target="../ink/ink1359.xml"/><Relationship Id="rId30" Type="http://schemas.openxmlformats.org/officeDocument/2006/relationships/customXml" Target="../ink/ink1362.xml"/><Relationship Id="rId8" Type="http://schemas.openxmlformats.org/officeDocument/2006/relationships/customXml" Target="../ink/ink1340.xml"/></Relationships>
</file>

<file path=ppt/slides/_rels/slide35.xml.rels><?xml version="1.0" encoding="UTF-8" standalone="yes"?>
<Relationships xmlns="http://schemas.openxmlformats.org/package/2006/relationships"><Relationship Id="rId8" Type="http://schemas.openxmlformats.org/officeDocument/2006/relationships/customXml" Target="../ink/ink1373.xml"/><Relationship Id="rId13" Type="http://schemas.openxmlformats.org/officeDocument/2006/relationships/customXml" Target="../ink/ink1378.xml"/><Relationship Id="rId18" Type="http://schemas.openxmlformats.org/officeDocument/2006/relationships/customXml" Target="../ink/ink1383.xml"/><Relationship Id="rId26" Type="http://schemas.openxmlformats.org/officeDocument/2006/relationships/customXml" Target="../ink/ink1391.xml"/><Relationship Id="rId3" Type="http://schemas.openxmlformats.org/officeDocument/2006/relationships/customXml" Target="../ink/ink1368.xml"/><Relationship Id="rId21" Type="http://schemas.openxmlformats.org/officeDocument/2006/relationships/customXml" Target="../ink/ink1386.xml"/><Relationship Id="rId7" Type="http://schemas.openxmlformats.org/officeDocument/2006/relationships/customXml" Target="../ink/ink1372.xml"/><Relationship Id="rId12" Type="http://schemas.openxmlformats.org/officeDocument/2006/relationships/customXml" Target="../ink/ink1377.xml"/><Relationship Id="rId17" Type="http://schemas.openxmlformats.org/officeDocument/2006/relationships/customXml" Target="../ink/ink1382.xml"/><Relationship Id="rId25" Type="http://schemas.openxmlformats.org/officeDocument/2006/relationships/customXml" Target="../ink/ink1390.xml"/><Relationship Id="rId2" Type="http://schemas.openxmlformats.org/officeDocument/2006/relationships/customXml" Target="../ink/ink1367.xml"/><Relationship Id="rId16" Type="http://schemas.openxmlformats.org/officeDocument/2006/relationships/customXml" Target="../ink/ink1381.xml"/><Relationship Id="rId20" Type="http://schemas.openxmlformats.org/officeDocument/2006/relationships/customXml" Target="../ink/ink1385.xml"/><Relationship Id="rId29" Type="http://schemas.openxmlformats.org/officeDocument/2006/relationships/customXml" Target="../ink/ink1394.xml"/><Relationship Id="rId1" Type="http://schemas.openxmlformats.org/officeDocument/2006/relationships/slideLayout" Target="../slideLayouts/slideLayout7.xml"/><Relationship Id="rId6" Type="http://schemas.openxmlformats.org/officeDocument/2006/relationships/customXml" Target="../ink/ink1371.xml"/><Relationship Id="rId11" Type="http://schemas.openxmlformats.org/officeDocument/2006/relationships/customXml" Target="../ink/ink1376.xml"/><Relationship Id="rId24" Type="http://schemas.openxmlformats.org/officeDocument/2006/relationships/customXml" Target="../ink/ink1389.xml"/><Relationship Id="rId5" Type="http://schemas.openxmlformats.org/officeDocument/2006/relationships/customXml" Target="../ink/ink1370.xml"/><Relationship Id="rId15" Type="http://schemas.openxmlformats.org/officeDocument/2006/relationships/customXml" Target="../ink/ink1380.xml"/><Relationship Id="rId23" Type="http://schemas.openxmlformats.org/officeDocument/2006/relationships/customXml" Target="../ink/ink1388.xml"/><Relationship Id="rId28" Type="http://schemas.openxmlformats.org/officeDocument/2006/relationships/customXml" Target="../ink/ink1393.xml"/><Relationship Id="rId10" Type="http://schemas.openxmlformats.org/officeDocument/2006/relationships/customXml" Target="../ink/ink1375.xml"/><Relationship Id="rId19" Type="http://schemas.openxmlformats.org/officeDocument/2006/relationships/customXml" Target="../ink/ink1384.xml"/><Relationship Id="rId4" Type="http://schemas.openxmlformats.org/officeDocument/2006/relationships/customXml" Target="../ink/ink1369.xml"/><Relationship Id="rId9" Type="http://schemas.openxmlformats.org/officeDocument/2006/relationships/customXml" Target="../ink/ink1374.xml"/><Relationship Id="rId14" Type="http://schemas.openxmlformats.org/officeDocument/2006/relationships/customXml" Target="../ink/ink1379.xml"/><Relationship Id="rId22" Type="http://schemas.openxmlformats.org/officeDocument/2006/relationships/customXml" Target="../ink/ink1387.xml"/><Relationship Id="rId27" Type="http://schemas.openxmlformats.org/officeDocument/2006/relationships/customXml" Target="../ink/ink1392.xml"/><Relationship Id="rId30" Type="http://schemas.openxmlformats.org/officeDocument/2006/relationships/customXml" Target="../ink/ink1395.xml"/></Relationships>
</file>

<file path=ppt/slides/_rels/slide36.xml.rels><?xml version="1.0" encoding="UTF-8" standalone="yes"?>
<Relationships xmlns="http://schemas.openxmlformats.org/package/2006/relationships"><Relationship Id="rId26" Type="http://schemas.openxmlformats.org/officeDocument/2006/relationships/customXml" Target="../ink/ink1418.xml"/><Relationship Id="rId21" Type="http://schemas.openxmlformats.org/officeDocument/2006/relationships/customXml" Target="../ink/ink1413.xml"/><Relationship Id="rId42" Type="http://schemas.openxmlformats.org/officeDocument/2006/relationships/customXml" Target="../ink/ink1434.xml"/><Relationship Id="rId47" Type="http://schemas.openxmlformats.org/officeDocument/2006/relationships/customXml" Target="../ink/ink1439.xml"/><Relationship Id="rId63" Type="http://schemas.openxmlformats.org/officeDocument/2006/relationships/customXml" Target="../ink/ink1455.xml"/><Relationship Id="rId68" Type="http://schemas.openxmlformats.org/officeDocument/2006/relationships/customXml" Target="../ink/ink1460.xml"/><Relationship Id="rId16" Type="http://schemas.openxmlformats.org/officeDocument/2006/relationships/customXml" Target="../ink/ink1408.xml"/><Relationship Id="rId11" Type="http://schemas.openxmlformats.org/officeDocument/2006/relationships/customXml" Target="../ink/ink1403.xml"/><Relationship Id="rId32" Type="http://schemas.openxmlformats.org/officeDocument/2006/relationships/customXml" Target="../ink/ink1424.xml"/><Relationship Id="rId37" Type="http://schemas.openxmlformats.org/officeDocument/2006/relationships/customXml" Target="../ink/ink1429.xml"/><Relationship Id="rId53" Type="http://schemas.openxmlformats.org/officeDocument/2006/relationships/customXml" Target="../ink/ink1445.xml"/><Relationship Id="rId58" Type="http://schemas.openxmlformats.org/officeDocument/2006/relationships/customXml" Target="../ink/ink1450.xml"/><Relationship Id="rId74" Type="http://schemas.openxmlformats.org/officeDocument/2006/relationships/customXml" Target="../ink/ink1466.xml"/><Relationship Id="rId79" Type="http://schemas.openxmlformats.org/officeDocument/2006/relationships/customXml" Target="../ink/ink1471.xml"/><Relationship Id="rId5" Type="http://schemas.openxmlformats.org/officeDocument/2006/relationships/customXml" Target="../ink/ink1397.xml"/><Relationship Id="rId61" Type="http://schemas.openxmlformats.org/officeDocument/2006/relationships/customXml" Target="../ink/ink1453.xml"/><Relationship Id="rId82" Type="http://schemas.openxmlformats.org/officeDocument/2006/relationships/customXml" Target="../ink/ink1474.xml"/><Relationship Id="rId19" Type="http://schemas.openxmlformats.org/officeDocument/2006/relationships/customXml" Target="../ink/ink1411.xml"/><Relationship Id="rId14" Type="http://schemas.openxmlformats.org/officeDocument/2006/relationships/customXml" Target="../ink/ink1406.xml"/><Relationship Id="rId22" Type="http://schemas.openxmlformats.org/officeDocument/2006/relationships/customXml" Target="../ink/ink1414.xml"/><Relationship Id="rId27" Type="http://schemas.openxmlformats.org/officeDocument/2006/relationships/customXml" Target="../ink/ink1419.xml"/><Relationship Id="rId30" Type="http://schemas.openxmlformats.org/officeDocument/2006/relationships/customXml" Target="../ink/ink1422.xml"/><Relationship Id="rId35" Type="http://schemas.openxmlformats.org/officeDocument/2006/relationships/customXml" Target="../ink/ink1427.xml"/><Relationship Id="rId43" Type="http://schemas.openxmlformats.org/officeDocument/2006/relationships/customXml" Target="../ink/ink1435.xml"/><Relationship Id="rId48" Type="http://schemas.openxmlformats.org/officeDocument/2006/relationships/customXml" Target="../ink/ink1440.xml"/><Relationship Id="rId56" Type="http://schemas.openxmlformats.org/officeDocument/2006/relationships/customXml" Target="../ink/ink1448.xml"/><Relationship Id="rId64" Type="http://schemas.openxmlformats.org/officeDocument/2006/relationships/customXml" Target="../ink/ink1456.xml"/><Relationship Id="rId69" Type="http://schemas.openxmlformats.org/officeDocument/2006/relationships/customXml" Target="../ink/ink1461.xml"/><Relationship Id="rId77" Type="http://schemas.openxmlformats.org/officeDocument/2006/relationships/customXml" Target="../ink/ink1469.xml"/><Relationship Id="rId8" Type="http://schemas.openxmlformats.org/officeDocument/2006/relationships/customXml" Target="../ink/ink1400.xml"/><Relationship Id="rId51" Type="http://schemas.openxmlformats.org/officeDocument/2006/relationships/customXml" Target="../ink/ink1443.xml"/><Relationship Id="rId72" Type="http://schemas.openxmlformats.org/officeDocument/2006/relationships/customXml" Target="../ink/ink1464.xml"/><Relationship Id="rId80" Type="http://schemas.openxmlformats.org/officeDocument/2006/relationships/customXml" Target="../ink/ink1472.xml"/><Relationship Id="rId3" Type="http://schemas.openxmlformats.org/officeDocument/2006/relationships/image" Target="../media/image59.wmf"/><Relationship Id="rId12" Type="http://schemas.openxmlformats.org/officeDocument/2006/relationships/customXml" Target="../ink/ink1404.xml"/><Relationship Id="rId17" Type="http://schemas.openxmlformats.org/officeDocument/2006/relationships/customXml" Target="../ink/ink1409.xml"/><Relationship Id="rId25" Type="http://schemas.openxmlformats.org/officeDocument/2006/relationships/customXml" Target="../ink/ink1417.xml"/><Relationship Id="rId33" Type="http://schemas.openxmlformats.org/officeDocument/2006/relationships/customXml" Target="../ink/ink1425.xml"/><Relationship Id="rId38" Type="http://schemas.openxmlformats.org/officeDocument/2006/relationships/customXml" Target="../ink/ink1430.xml"/><Relationship Id="rId46" Type="http://schemas.openxmlformats.org/officeDocument/2006/relationships/customXml" Target="../ink/ink1438.xml"/><Relationship Id="rId59" Type="http://schemas.openxmlformats.org/officeDocument/2006/relationships/customXml" Target="../ink/ink1451.xml"/><Relationship Id="rId67" Type="http://schemas.openxmlformats.org/officeDocument/2006/relationships/customXml" Target="../ink/ink1459.xml"/><Relationship Id="rId20" Type="http://schemas.openxmlformats.org/officeDocument/2006/relationships/customXml" Target="../ink/ink1412.xml"/><Relationship Id="rId41" Type="http://schemas.openxmlformats.org/officeDocument/2006/relationships/customXml" Target="../ink/ink1433.xml"/><Relationship Id="rId54" Type="http://schemas.openxmlformats.org/officeDocument/2006/relationships/customXml" Target="../ink/ink1446.xml"/><Relationship Id="rId62" Type="http://schemas.openxmlformats.org/officeDocument/2006/relationships/customXml" Target="../ink/ink1454.xml"/><Relationship Id="rId70" Type="http://schemas.openxmlformats.org/officeDocument/2006/relationships/customXml" Target="../ink/ink1462.xml"/><Relationship Id="rId75" Type="http://schemas.openxmlformats.org/officeDocument/2006/relationships/customXml" Target="../ink/ink1467.xml"/><Relationship Id="rId83" Type="http://schemas.openxmlformats.org/officeDocument/2006/relationships/customXml" Target="../ink/ink1475.xml"/><Relationship Id="rId1" Type="http://schemas.openxmlformats.org/officeDocument/2006/relationships/slideLayout" Target="../slideLayouts/slideLayout7.xml"/><Relationship Id="rId6" Type="http://schemas.openxmlformats.org/officeDocument/2006/relationships/customXml" Target="../ink/ink1398.xml"/><Relationship Id="rId15" Type="http://schemas.openxmlformats.org/officeDocument/2006/relationships/customXml" Target="../ink/ink1407.xml"/><Relationship Id="rId23" Type="http://schemas.openxmlformats.org/officeDocument/2006/relationships/customXml" Target="../ink/ink1415.xml"/><Relationship Id="rId28" Type="http://schemas.openxmlformats.org/officeDocument/2006/relationships/customXml" Target="../ink/ink1420.xml"/><Relationship Id="rId36" Type="http://schemas.openxmlformats.org/officeDocument/2006/relationships/customXml" Target="../ink/ink1428.xml"/><Relationship Id="rId49" Type="http://schemas.openxmlformats.org/officeDocument/2006/relationships/customXml" Target="../ink/ink1441.xml"/><Relationship Id="rId57" Type="http://schemas.openxmlformats.org/officeDocument/2006/relationships/customXml" Target="../ink/ink1449.xml"/><Relationship Id="rId10" Type="http://schemas.openxmlformats.org/officeDocument/2006/relationships/customXml" Target="../ink/ink1402.xml"/><Relationship Id="rId31" Type="http://schemas.openxmlformats.org/officeDocument/2006/relationships/customXml" Target="../ink/ink1423.xml"/><Relationship Id="rId44" Type="http://schemas.openxmlformats.org/officeDocument/2006/relationships/customXml" Target="../ink/ink1436.xml"/><Relationship Id="rId52" Type="http://schemas.openxmlformats.org/officeDocument/2006/relationships/customXml" Target="../ink/ink1444.xml"/><Relationship Id="rId60" Type="http://schemas.openxmlformats.org/officeDocument/2006/relationships/customXml" Target="../ink/ink1452.xml"/><Relationship Id="rId65" Type="http://schemas.openxmlformats.org/officeDocument/2006/relationships/customXml" Target="../ink/ink1457.xml"/><Relationship Id="rId73" Type="http://schemas.openxmlformats.org/officeDocument/2006/relationships/customXml" Target="../ink/ink1465.xml"/><Relationship Id="rId78" Type="http://schemas.openxmlformats.org/officeDocument/2006/relationships/customXml" Target="../ink/ink1470.xml"/><Relationship Id="rId81" Type="http://schemas.openxmlformats.org/officeDocument/2006/relationships/customXml" Target="../ink/ink1473.xml"/><Relationship Id="rId4" Type="http://schemas.openxmlformats.org/officeDocument/2006/relationships/customXml" Target="../ink/ink1396.xml"/><Relationship Id="rId9" Type="http://schemas.openxmlformats.org/officeDocument/2006/relationships/customXml" Target="../ink/ink1401.xml"/><Relationship Id="rId13" Type="http://schemas.openxmlformats.org/officeDocument/2006/relationships/customXml" Target="../ink/ink1405.xml"/><Relationship Id="rId18" Type="http://schemas.openxmlformats.org/officeDocument/2006/relationships/customXml" Target="../ink/ink1410.xml"/><Relationship Id="rId39" Type="http://schemas.openxmlformats.org/officeDocument/2006/relationships/customXml" Target="../ink/ink1431.xml"/><Relationship Id="rId34" Type="http://schemas.openxmlformats.org/officeDocument/2006/relationships/customXml" Target="../ink/ink1426.xml"/><Relationship Id="rId50" Type="http://schemas.openxmlformats.org/officeDocument/2006/relationships/customXml" Target="../ink/ink1442.xml"/><Relationship Id="rId55" Type="http://schemas.openxmlformats.org/officeDocument/2006/relationships/customXml" Target="../ink/ink1447.xml"/><Relationship Id="rId76" Type="http://schemas.openxmlformats.org/officeDocument/2006/relationships/customXml" Target="../ink/ink1468.xml"/><Relationship Id="rId7" Type="http://schemas.openxmlformats.org/officeDocument/2006/relationships/customXml" Target="../ink/ink1399.xml"/><Relationship Id="rId71" Type="http://schemas.openxmlformats.org/officeDocument/2006/relationships/customXml" Target="../ink/ink1463.xml"/><Relationship Id="rId2" Type="http://schemas.openxmlformats.org/officeDocument/2006/relationships/oleObject" Target="../embeddings/oleObject38.bin"/><Relationship Id="rId29" Type="http://schemas.openxmlformats.org/officeDocument/2006/relationships/customXml" Target="../ink/ink1421.xml"/><Relationship Id="rId24" Type="http://schemas.openxmlformats.org/officeDocument/2006/relationships/customXml" Target="../ink/ink1416.xml"/><Relationship Id="rId40" Type="http://schemas.openxmlformats.org/officeDocument/2006/relationships/customXml" Target="../ink/ink1432.xml"/><Relationship Id="rId45" Type="http://schemas.openxmlformats.org/officeDocument/2006/relationships/customXml" Target="../ink/ink1437.xml"/><Relationship Id="rId66" Type="http://schemas.openxmlformats.org/officeDocument/2006/relationships/customXml" Target="../ink/ink1458.xml"/></Relationships>
</file>

<file path=ppt/slides/_rels/slide37.xml.rels><?xml version="1.0" encoding="UTF-8" standalone="yes"?>
<Relationships xmlns="http://schemas.openxmlformats.org/package/2006/relationships"><Relationship Id="rId26" Type="http://schemas.openxmlformats.org/officeDocument/2006/relationships/customXml" Target="../ink/ink1500.xml"/><Relationship Id="rId21" Type="http://schemas.openxmlformats.org/officeDocument/2006/relationships/customXml" Target="../ink/ink1495.xml"/><Relationship Id="rId34" Type="http://schemas.openxmlformats.org/officeDocument/2006/relationships/customXml" Target="../ink/ink1508.xml"/><Relationship Id="rId42" Type="http://schemas.openxmlformats.org/officeDocument/2006/relationships/customXml" Target="../ink/ink1516.xml"/><Relationship Id="rId47" Type="http://schemas.openxmlformats.org/officeDocument/2006/relationships/customXml" Target="../ink/ink1521.xml"/><Relationship Id="rId50" Type="http://schemas.openxmlformats.org/officeDocument/2006/relationships/customXml" Target="../ink/ink1524.xml"/><Relationship Id="rId55" Type="http://schemas.openxmlformats.org/officeDocument/2006/relationships/customXml" Target="../ink/ink1529.xml"/><Relationship Id="rId63" Type="http://schemas.openxmlformats.org/officeDocument/2006/relationships/customXml" Target="../ink/ink1537.xml"/><Relationship Id="rId7" Type="http://schemas.openxmlformats.org/officeDocument/2006/relationships/customXml" Target="../ink/ink1481.xml"/><Relationship Id="rId2" Type="http://schemas.openxmlformats.org/officeDocument/2006/relationships/customXml" Target="../ink/ink1476.xml"/><Relationship Id="rId16" Type="http://schemas.openxmlformats.org/officeDocument/2006/relationships/customXml" Target="../ink/ink1490.xml"/><Relationship Id="rId29" Type="http://schemas.openxmlformats.org/officeDocument/2006/relationships/customXml" Target="../ink/ink1503.xml"/><Relationship Id="rId11" Type="http://schemas.openxmlformats.org/officeDocument/2006/relationships/customXml" Target="../ink/ink1485.xml"/><Relationship Id="rId24" Type="http://schemas.openxmlformats.org/officeDocument/2006/relationships/customXml" Target="../ink/ink1498.xml"/><Relationship Id="rId32" Type="http://schemas.openxmlformats.org/officeDocument/2006/relationships/customXml" Target="../ink/ink1506.xml"/><Relationship Id="rId37" Type="http://schemas.openxmlformats.org/officeDocument/2006/relationships/customXml" Target="../ink/ink1511.xml"/><Relationship Id="rId40" Type="http://schemas.openxmlformats.org/officeDocument/2006/relationships/customXml" Target="../ink/ink1514.xml"/><Relationship Id="rId45" Type="http://schemas.openxmlformats.org/officeDocument/2006/relationships/customXml" Target="../ink/ink1519.xml"/><Relationship Id="rId53" Type="http://schemas.openxmlformats.org/officeDocument/2006/relationships/customXml" Target="../ink/ink1527.xml"/><Relationship Id="rId58" Type="http://schemas.openxmlformats.org/officeDocument/2006/relationships/customXml" Target="../ink/ink1532.xml"/><Relationship Id="rId66" Type="http://schemas.openxmlformats.org/officeDocument/2006/relationships/customXml" Target="../ink/ink1540.xml"/><Relationship Id="rId5" Type="http://schemas.openxmlformats.org/officeDocument/2006/relationships/customXml" Target="../ink/ink1479.xml"/><Relationship Id="rId61" Type="http://schemas.openxmlformats.org/officeDocument/2006/relationships/customXml" Target="../ink/ink1535.xml"/><Relationship Id="rId19" Type="http://schemas.openxmlformats.org/officeDocument/2006/relationships/customXml" Target="../ink/ink1493.xml"/><Relationship Id="rId14" Type="http://schemas.openxmlformats.org/officeDocument/2006/relationships/customXml" Target="../ink/ink1488.xml"/><Relationship Id="rId22" Type="http://schemas.openxmlformats.org/officeDocument/2006/relationships/customXml" Target="../ink/ink1496.xml"/><Relationship Id="rId27" Type="http://schemas.openxmlformats.org/officeDocument/2006/relationships/customXml" Target="../ink/ink1501.xml"/><Relationship Id="rId30" Type="http://schemas.openxmlformats.org/officeDocument/2006/relationships/customXml" Target="../ink/ink1504.xml"/><Relationship Id="rId35" Type="http://schemas.openxmlformats.org/officeDocument/2006/relationships/customXml" Target="../ink/ink1509.xml"/><Relationship Id="rId43" Type="http://schemas.openxmlformats.org/officeDocument/2006/relationships/customXml" Target="../ink/ink1517.xml"/><Relationship Id="rId48" Type="http://schemas.openxmlformats.org/officeDocument/2006/relationships/customXml" Target="../ink/ink1522.xml"/><Relationship Id="rId56" Type="http://schemas.openxmlformats.org/officeDocument/2006/relationships/customXml" Target="../ink/ink1530.xml"/><Relationship Id="rId64" Type="http://schemas.openxmlformats.org/officeDocument/2006/relationships/customXml" Target="../ink/ink1538.xml"/><Relationship Id="rId8" Type="http://schemas.openxmlformats.org/officeDocument/2006/relationships/customXml" Target="../ink/ink1482.xml"/><Relationship Id="rId51" Type="http://schemas.openxmlformats.org/officeDocument/2006/relationships/customXml" Target="../ink/ink1525.xml"/><Relationship Id="rId3" Type="http://schemas.openxmlformats.org/officeDocument/2006/relationships/customXml" Target="../ink/ink1477.xml"/><Relationship Id="rId12" Type="http://schemas.openxmlformats.org/officeDocument/2006/relationships/customXml" Target="../ink/ink1486.xml"/><Relationship Id="rId17" Type="http://schemas.openxmlformats.org/officeDocument/2006/relationships/customXml" Target="../ink/ink1491.xml"/><Relationship Id="rId25" Type="http://schemas.openxmlformats.org/officeDocument/2006/relationships/customXml" Target="../ink/ink1499.xml"/><Relationship Id="rId33" Type="http://schemas.openxmlformats.org/officeDocument/2006/relationships/customXml" Target="../ink/ink1507.xml"/><Relationship Id="rId38" Type="http://schemas.openxmlformats.org/officeDocument/2006/relationships/customXml" Target="../ink/ink1512.xml"/><Relationship Id="rId46" Type="http://schemas.openxmlformats.org/officeDocument/2006/relationships/customXml" Target="../ink/ink1520.xml"/><Relationship Id="rId59" Type="http://schemas.openxmlformats.org/officeDocument/2006/relationships/customXml" Target="../ink/ink1533.xml"/><Relationship Id="rId20" Type="http://schemas.openxmlformats.org/officeDocument/2006/relationships/customXml" Target="../ink/ink1494.xml"/><Relationship Id="rId41" Type="http://schemas.openxmlformats.org/officeDocument/2006/relationships/customXml" Target="../ink/ink1515.xml"/><Relationship Id="rId54" Type="http://schemas.openxmlformats.org/officeDocument/2006/relationships/customXml" Target="../ink/ink1528.xml"/><Relationship Id="rId62" Type="http://schemas.openxmlformats.org/officeDocument/2006/relationships/customXml" Target="../ink/ink1536.xml"/><Relationship Id="rId1" Type="http://schemas.openxmlformats.org/officeDocument/2006/relationships/slideLayout" Target="../slideLayouts/slideLayout7.xml"/><Relationship Id="rId6" Type="http://schemas.openxmlformats.org/officeDocument/2006/relationships/customXml" Target="../ink/ink1480.xml"/><Relationship Id="rId15" Type="http://schemas.openxmlformats.org/officeDocument/2006/relationships/customXml" Target="../ink/ink1489.xml"/><Relationship Id="rId23" Type="http://schemas.openxmlformats.org/officeDocument/2006/relationships/customXml" Target="../ink/ink1497.xml"/><Relationship Id="rId28" Type="http://schemas.openxmlformats.org/officeDocument/2006/relationships/customXml" Target="../ink/ink1502.xml"/><Relationship Id="rId36" Type="http://schemas.openxmlformats.org/officeDocument/2006/relationships/customXml" Target="../ink/ink1510.xml"/><Relationship Id="rId49" Type="http://schemas.openxmlformats.org/officeDocument/2006/relationships/customXml" Target="../ink/ink1523.xml"/><Relationship Id="rId57" Type="http://schemas.openxmlformats.org/officeDocument/2006/relationships/customXml" Target="../ink/ink1531.xml"/><Relationship Id="rId10" Type="http://schemas.openxmlformats.org/officeDocument/2006/relationships/customXml" Target="../ink/ink1484.xml"/><Relationship Id="rId31" Type="http://schemas.openxmlformats.org/officeDocument/2006/relationships/customXml" Target="../ink/ink1505.xml"/><Relationship Id="rId44" Type="http://schemas.openxmlformats.org/officeDocument/2006/relationships/customXml" Target="../ink/ink1518.xml"/><Relationship Id="rId52" Type="http://schemas.openxmlformats.org/officeDocument/2006/relationships/customXml" Target="../ink/ink1526.xml"/><Relationship Id="rId60" Type="http://schemas.openxmlformats.org/officeDocument/2006/relationships/customXml" Target="../ink/ink1534.xml"/><Relationship Id="rId65" Type="http://schemas.openxmlformats.org/officeDocument/2006/relationships/customXml" Target="../ink/ink1539.xml"/><Relationship Id="rId4" Type="http://schemas.openxmlformats.org/officeDocument/2006/relationships/customXml" Target="../ink/ink1478.xml"/><Relationship Id="rId9" Type="http://schemas.openxmlformats.org/officeDocument/2006/relationships/customXml" Target="../ink/ink1483.xml"/><Relationship Id="rId13" Type="http://schemas.openxmlformats.org/officeDocument/2006/relationships/customXml" Target="../ink/ink1487.xml"/><Relationship Id="rId18" Type="http://schemas.openxmlformats.org/officeDocument/2006/relationships/customXml" Target="../ink/ink1492.xml"/><Relationship Id="rId39" Type="http://schemas.openxmlformats.org/officeDocument/2006/relationships/customXml" Target="../ink/ink1513.xml"/></Relationships>
</file>

<file path=ppt/slides/_rels/slide38.xml.rels><?xml version="1.0" encoding="UTF-8" standalone="yes"?>
<Relationships xmlns="http://schemas.openxmlformats.org/package/2006/relationships"><Relationship Id="rId8" Type="http://schemas.openxmlformats.org/officeDocument/2006/relationships/customXml" Target="../ink/ink1541.xml"/><Relationship Id="rId3" Type="http://schemas.openxmlformats.org/officeDocument/2006/relationships/image" Target="../media/image60.wmf"/><Relationship Id="rId7" Type="http://schemas.openxmlformats.org/officeDocument/2006/relationships/image" Target="../media/image62.wmf"/><Relationship Id="rId2" Type="http://schemas.openxmlformats.org/officeDocument/2006/relationships/oleObject" Target="../embeddings/oleObject39.bin"/><Relationship Id="rId1" Type="http://schemas.openxmlformats.org/officeDocument/2006/relationships/slideLayout" Target="../slideLayouts/slideLayout7.xml"/><Relationship Id="rId6" Type="http://schemas.openxmlformats.org/officeDocument/2006/relationships/oleObject" Target="../embeddings/oleObject41.bin"/><Relationship Id="rId5" Type="http://schemas.openxmlformats.org/officeDocument/2006/relationships/image" Target="../media/image61.wmf"/><Relationship Id="rId4" Type="http://schemas.openxmlformats.org/officeDocument/2006/relationships/oleObject" Target="../embeddings/oleObject40.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3" Type="http://schemas.openxmlformats.org/officeDocument/2006/relationships/customXml" Target="../ink/ink1551.xml"/><Relationship Id="rId18" Type="http://schemas.openxmlformats.org/officeDocument/2006/relationships/customXml" Target="../ink/ink1556.xml"/><Relationship Id="rId26" Type="http://schemas.openxmlformats.org/officeDocument/2006/relationships/customXml" Target="../ink/ink1564.xml"/><Relationship Id="rId39" Type="http://schemas.openxmlformats.org/officeDocument/2006/relationships/customXml" Target="../ink/ink1577.xml"/><Relationship Id="rId21" Type="http://schemas.openxmlformats.org/officeDocument/2006/relationships/customXml" Target="../ink/ink1559.xml"/><Relationship Id="rId34" Type="http://schemas.openxmlformats.org/officeDocument/2006/relationships/customXml" Target="../ink/ink1572.xml"/><Relationship Id="rId42" Type="http://schemas.openxmlformats.org/officeDocument/2006/relationships/customXml" Target="../ink/ink1580.xml"/><Relationship Id="rId47" Type="http://schemas.openxmlformats.org/officeDocument/2006/relationships/customXml" Target="../ink/ink1585.xml"/><Relationship Id="rId50" Type="http://schemas.openxmlformats.org/officeDocument/2006/relationships/customXml" Target="../ink/ink1588.xml"/><Relationship Id="rId55" Type="http://schemas.openxmlformats.org/officeDocument/2006/relationships/customXml" Target="../ink/ink1593.xml"/><Relationship Id="rId7" Type="http://schemas.openxmlformats.org/officeDocument/2006/relationships/customXml" Target="../ink/ink1545.xml"/><Relationship Id="rId2" Type="http://schemas.openxmlformats.org/officeDocument/2006/relationships/oleObject" Target="../embeddings/oleObject42.bin"/><Relationship Id="rId16" Type="http://schemas.openxmlformats.org/officeDocument/2006/relationships/customXml" Target="../ink/ink1554.xml"/><Relationship Id="rId29" Type="http://schemas.openxmlformats.org/officeDocument/2006/relationships/customXml" Target="../ink/ink1567.xml"/><Relationship Id="rId11" Type="http://schemas.openxmlformats.org/officeDocument/2006/relationships/customXml" Target="../ink/ink1549.xml"/><Relationship Id="rId24" Type="http://schemas.openxmlformats.org/officeDocument/2006/relationships/customXml" Target="../ink/ink1562.xml"/><Relationship Id="rId32" Type="http://schemas.openxmlformats.org/officeDocument/2006/relationships/customXml" Target="../ink/ink1570.xml"/><Relationship Id="rId37" Type="http://schemas.openxmlformats.org/officeDocument/2006/relationships/customXml" Target="../ink/ink1575.xml"/><Relationship Id="rId40" Type="http://schemas.openxmlformats.org/officeDocument/2006/relationships/customXml" Target="../ink/ink1578.xml"/><Relationship Id="rId45" Type="http://schemas.openxmlformats.org/officeDocument/2006/relationships/customXml" Target="../ink/ink1583.xml"/><Relationship Id="rId53" Type="http://schemas.openxmlformats.org/officeDocument/2006/relationships/customXml" Target="../ink/ink1591.xml"/><Relationship Id="rId58" Type="http://schemas.openxmlformats.org/officeDocument/2006/relationships/customXml" Target="../ink/ink1596.xml"/><Relationship Id="rId5" Type="http://schemas.openxmlformats.org/officeDocument/2006/relationships/customXml" Target="../ink/ink1543.xml"/><Relationship Id="rId19" Type="http://schemas.openxmlformats.org/officeDocument/2006/relationships/customXml" Target="../ink/ink1557.xml"/><Relationship Id="rId4" Type="http://schemas.openxmlformats.org/officeDocument/2006/relationships/customXml" Target="../ink/ink1542.xml"/><Relationship Id="rId9" Type="http://schemas.openxmlformats.org/officeDocument/2006/relationships/customXml" Target="../ink/ink1547.xml"/><Relationship Id="rId14" Type="http://schemas.openxmlformats.org/officeDocument/2006/relationships/customXml" Target="../ink/ink1552.xml"/><Relationship Id="rId22" Type="http://schemas.openxmlformats.org/officeDocument/2006/relationships/customXml" Target="../ink/ink1560.xml"/><Relationship Id="rId27" Type="http://schemas.openxmlformats.org/officeDocument/2006/relationships/customXml" Target="../ink/ink1565.xml"/><Relationship Id="rId30" Type="http://schemas.openxmlformats.org/officeDocument/2006/relationships/customXml" Target="../ink/ink1568.xml"/><Relationship Id="rId35" Type="http://schemas.openxmlformats.org/officeDocument/2006/relationships/customXml" Target="../ink/ink1573.xml"/><Relationship Id="rId43" Type="http://schemas.openxmlformats.org/officeDocument/2006/relationships/customXml" Target="../ink/ink1581.xml"/><Relationship Id="rId48" Type="http://schemas.openxmlformats.org/officeDocument/2006/relationships/customXml" Target="../ink/ink1586.xml"/><Relationship Id="rId56" Type="http://schemas.openxmlformats.org/officeDocument/2006/relationships/customXml" Target="../ink/ink1594.xml"/><Relationship Id="rId8" Type="http://schemas.openxmlformats.org/officeDocument/2006/relationships/customXml" Target="../ink/ink1546.xml"/><Relationship Id="rId51" Type="http://schemas.openxmlformats.org/officeDocument/2006/relationships/customXml" Target="../ink/ink1589.xml"/><Relationship Id="rId3" Type="http://schemas.openxmlformats.org/officeDocument/2006/relationships/image" Target="../media/image63.wmf"/><Relationship Id="rId12" Type="http://schemas.openxmlformats.org/officeDocument/2006/relationships/customXml" Target="../ink/ink1550.xml"/><Relationship Id="rId17" Type="http://schemas.openxmlformats.org/officeDocument/2006/relationships/customXml" Target="../ink/ink1555.xml"/><Relationship Id="rId25" Type="http://schemas.openxmlformats.org/officeDocument/2006/relationships/customXml" Target="../ink/ink1563.xml"/><Relationship Id="rId33" Type="http://schemas.openxmlformats.org/officeDocument/2006/relationships/customXml" Target="../ink/ink1571.xml"/><Relationship Id="rId38" Type="http://schemas.openxmlformats.org/officeDocument/2006/relationships/customXml" Target="../ink/ink1576.xml"/><Relationship Id="rId46" Type="http://schemas.openxmlformats.org/officeDocument/2006/relationships/customXml" Target="../ink/ink1584.xml"/><Relationship Id="rId59" Type="http://schemas.openxmlformats.org/officeDocument/2006/relationships/customXml" Target="../ink/ink1597.xml"/><Relationship Id="rId20" Type="http://schemas.openxmlformats.org/officeDocument/2006/relationships/customXml" Target="../ink/ink1558.xml"/><Relationship Id="rId41" Type="http://schemas.openxmlformats.org/officeDocument/2006/relationships/customXml" Target="../ink/ink1579.xml"/><Relationship Id="rId54" Type="http://schemas.openxmlformats.org/officeDocument/2006/relationships/customXml" Target="../ink/ink1592.xml"/><Relationship Id="rId1" Type="http://schemas.openxmlformats.org/officeDocument/2006/relationships/slideLayout" Target="../slideLayouts/slideLayout7.xml"/><Relationship Id="rId6" Type="http://schemas.openxmlformats.org/officeDocument/2006/relationships/customXml" Target="../ink/ink1544.xml"/><Relationship Id="rId15" Type="http://schemas.openxmlformats.org/officeDocument/2006/relationships/customXml" Target="../ink/ink1553.xml"/><Relationship Id="rId23" Type="http://schemas.openxmlformats.org/officeDocument/2006/relationships/customXml" Target="../ink/ink1561.xml"/><Relationship Id="rId28" Type="http://schemas.openxmlformats.org/officeDocument/2006/relationships/customXml" Target="../ink/ink1566.xml"/><Relationship Id="rId36" Type="http://schemas.openxmlformats.org/officeDocument/2006/relationships/customXml" Target="../ink/ink1574.xml"/><Relationship Id="rId49" Type="http://schemas.openxmlformats.org/officeDocument/2006/relationships/customXml" Target="../ink/ink1587.xml"/><Relationship Id="rId57" Type="http://schemas.openxmlformats.org/officeDocument/2006/relationships/customXml" Target="../ink/ink1595.xml"/><Relationship Id="rId10" Type="http://schemas.openxmlformats.org/officeDocument/2006/relationships/customXml" Target="../ink/ink1548.xml"/><Relationship Id="rId31" Type="http://schemas.openxmlformats.org/officeDocument/2006/relationships/customXml" Target="../ink/ink1569.xml"/><Relationship Id="rId44" Type="http://schemas.openxmlformats.org/officeDocument/2006/relationships/customXml" Target="../ink/ink1582.xml"/><Relationship Id="rId52" Type="http://schemas.openxmlformats.org/officeDocument/2006/relationships/customXml" Target="../ink/ink1590.xml"/></Relationships>
</file>

<file path=ppt/slides/_rels/slide41.xml.rels><?xml version="1.0" encoding="UTF-8" standalone="yes"?>
<Relationships xmlns="http://schemas.openxmlformats.org/package/2006/relationships"><Relationship Id="rId13" Type="http://schemas.openxmlformats.org/officeDocument/2006/relationships/customXml" Target="../ink/ink1609.xml"/><Relationship Id="rId18" Type="http://schemas.openxmlformats.org/officeDocument/2006/relationships/customXml" Target="../ink/ink1614.xml"/><Relationship Id="rId26" Type="http://schemas.openxmlformats.org/officeDocument/2006/relationships/customXml" Target="../ink/ink1622.xml"/><Relationship Id="rId3" Type="http://schemas.openxmlformats.org/officeDocument/2006/relationships/customXml" Target="../ink/ink1599.xml"/><Relationship Id="rId21" Type="http://schemas.openxmlformats.org/officeDocument/2006/relationships/customXml" Target="../ink/ink1617.xml"/><Relationship Id="rId34" Type="http://schemas.openxmlformats.org/officeDocument/2006/relationships/customXml" Target="../ink/ink1630.xml"/><Relationship Id="rId7" Type="http://schemas.openxmlformats.org/officeDocument/2006/relationships/customXml" Target="../ink/ink1603.xml"/><Relationship Id="rId12" Type="http://schemas.openxmlformats.org/officeDocument/2006/relationships/customXml" Target="../ink/ink1608.xml"/><Relationship Id="rId17" Type="http://schemas.openxmlformats.org/officeDocument/2006/relationships/customXml" Target="../ink/ink1613.xml"/><Relationship Id="rId25" Type="http://schemas.openxmlformats.org/officeDocument/2006/relationships/customXml" Target="../ink/ink1621.xml"/><Relationship Id="rId33" Type="http://schemas.openxmlformats.org/officeDocument/2006/relationships/customXml" Target="../ink/ink1629.xml"/><Relationship Id="rId2" Type="http://schemas.openxmlformats.org/officeDocument/2006/relationships/customXml" Target="../ink/ink1598.xml"/><Relationship Id="rId16" Type="http://schemas.openxmlformats.org/officeDocument/2006/relationships/customXml" Target="../ink/ink1612.xml"/><Relationship Id="rId20" Type="http://schemas.openxmlformats.org/officeDocument/2006/relationships/customXml" Target="../ink/ink1616.xml"/><Relationship Id="rId29" Type="http://schemas.openxmlformats.org/officeDocument/2006/relationships/customXml" Target="../ink/ink1625.xml"/><Relationship Id="rId1" Type="http://schemas.openxmlformats.org/officeDocument/2006/relationships/slideLayout" Target="../slideLayouts/slideLayout7.xml"/><Relationship Id="rId6" Type="http://schemas.openxmlformats.org/officeDocument/2006/relationships/customXml" Target="../ink/ink1602.xml"/><Relationship Id="rId11" Type="http://schemas.openxmlformats.org/officeDocument/2006/relationships/customXml" Target="../ink/ink1607.xml"/><Relationship Id="rId24" Type="http://schemas.openxmlformats.org/officeDocument/2006/relationships/customXml" Target="../ink/ink1620.xml"/><Relationship Id="rId32" Type="http://schemas.openxmlformats.org/officeDocument/2006/relationships/customXml" Target="../ink/ink1628.xml"/><Relationship Id="rId5" Type="http://schemas.openxmlformats.org/officeDocument/2006/relationships/customXml" Target="../ink/ink1601.xml"/><Relationship Id="rId15" Type="http://schemas.openxmlformats.org/officeDocument/2006/relationships/customXml" Target="../ink/ink1611.xml"/><Relationship Id="rId23" Type="http://schemas.openxmlformats.org/officeDocument/2006/relationships/customXml" Target="../ink/ink1619.xml"/><Relationship Id="rId28" Type="http://schemas.openxmlformats.org/officeDocument/2006/relationships/customXml" Target="../ink/ink1624.xml"/><Relationship Id="rId36" Type="http://schemas.openxmlformats.org/officeDocument/2006/relationships/customXml" Target="../ink/ink1632.xml"/><Relationship Id="rId10" Type="http://schemas.openxmlformats.org/officeDocument/2006/relationships/customXml" Target="../ink/ink1606.xml"/><Relationship Id="rId19" Type="http://schemas.openxmlformats.org/officeDocument/2006/relationships/customXml" Target="../ink/ink1615.xml"/><Relationship Id="rId31" Type="http://schemas.openxmlformats.org/officeDocument/2006/relationships/customXml" Target="../ink/ink1627.xml"/><Relationship Id="rId4" Type="http://schemas.openxmlformats.org/officeDocument/2006/relationships/customXml" Target="../ink/ink1600.xml"/><Relationship Id="rId9" Type="http://schemas.openxmlformats.org/officeDocument/2006/relationships/customXml" Target="../ink/ink1605.xml"/><Relationship Id="rId14" Type="http://schemas.openxmlformats.org/officeDocument/2006/relationships/customXml" Target="../ink/ink1610.xml"/><Relationship Id="rId22" Type="http://schemas.openxmlformats.org/officeDocument/2006/relationships/customXml" Target="../ink/ink1618.xml"/><Relationship Id="rId27" Type="http://schemas.openxmlformats.org/officeDocument/2006/relationships/customXml" Target="../ink/ink1623.xml"/><Relationship Id="rId30" Type="http://schemas.openxmlformats.org/officeDocument/2006/relationships/customXml" Target="../ink/ink1626.xml"/><Relationship Id="rId35" Type="http://schemas.openxmlformats.org/officeDocument/2006/relationships/customXml" Target="../ink/ink1631.xml"/><Relationship Id="rId8" Type="http://schemas.openxmlformats.org/officeDocument/2006/relationships/customXml" Target="../ink/ink1604.xml"/></Relationships>
</file>

<file path=ppt/slides/_rels/slide4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7.xml"/><Relationship Id="rId4" Type="http://schemas.openxmlformats.org/officeDocument/2006/relationships/image" Target="../media/image66.png"/></Relationships>
</file>

<file path=ppt/slides/_rels/slide4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8" Type="http://schemas.openxmlformats.org/officeDocument/2006/relationships/customXml" Target="../ink/ink1639.xml"/><Relationship Id="rId13" Type="http://schemas.openxmlformats.org/officeDocument/2006/relationships/customXml" Target="../ink/ink1644.xml"/><Relationship Id="rId18" Type="http://schemas.openxmlformats.org/officeDocument/2006/relationships/customXml" Target="../ink/ink1649.xml"/><Relationship Id="rId3" Type="http://schemas.openxmlformats.org/officeDocument/2006/relationships/customXml" Target="../ink/ink1634.xml"/><Relationship Id="rId21" Type="http://schemas.openxmlformats.org/officeDocument/2006/relationships/customXml" Target="../ink/ink1652.xml"/><Relationship Id="rId7" Type="http://schemas.openxmlformats.org/officeDocument/2006/relationships/customXml" Target="../ink/ink1638.xml"/><Relationship Id="rId12" Type="http://schemas.openxmlformats.org/officeDocument/2006/relationships/customXml" Target="../ink/ink1643.xml"/><Relationship Id="rId17" Type="http://schemas.openxmlformats.org/officeDocument/2006/relationships/customXml" Target="../ink/ink1648.xml"/><Relationship Id="rId25" Type="http://schemas.openxmlformats.org/officeDocument/2006/relationships/customXml" Target="../ink/ink1656.xml"/><Relationship Id="rId2" Type="http://schemas.openxmlformats.org/officeDocument/2006/relationships/customXml" Target="../ink/ink1633.xml"/><Relationship Id="rId16" Type="http://schemas.openxmlformats.org/officeDocument/2006/relationships/customXml" Target="../ink/ink1647.xml"/><Relationship Id="rId20" Type="http://schemas.openxmlformats.org/officeDocument/2006/relationships/customXml" Target="../ink/ink1651.xml"/><Relationship Id="rId1" Type="http://schemas.openxmlformats.org/officeDocument/2006/relationships/slideLayout" Target="../slideLayouts/slideLayout7.xml"/><Relationship Id="rId6" Type="http://schemas.openxmlformats.org/officeDocument/2006/relationships/customXml" Target="../ink/ink1637.xml"/><Relationship Id="rId11" Type="http://schemas.openxmlformats.org/officeDocument/2006/relationships/customXml" Target="../ink/ink1642.xml"/><Relationship Id="rId24" Type="http://schemas.openxmlformats.org/officeDocument/2006/relationships/customXml" Target="../ink/ink1655.xml"/><Relationship Id="rId5" Type="http://schemas.openxmlformats.org/officeDocument/2006/relationships/customXml" Target="../ink/ink1636.xml"/><Relationship Id="rId15" Type="http://schemas.openxmlformats.org/officeDocument/2006/relationships/customXml" Target="../ink/ink1646.xml"/><Relationship Id="rId23" Type="http://schemas.openxmlformats.org/officeDocument/2006/relationships/customXml" Target="../ink/ink1654.xml"/><Relationship Id="rId10" Type="http://schemas.openxmlformats.org/officeDocument/2006/relationships/customXml" Target="../ink/ink1641.xml"/><Relationship Id="rId19" Type="http://schemas.openxmlformats.org/officeDocument/2006/relationships/customXml" Target="../ink/ink1650.xml"/><Relationship Id="rId4" Type="http://schemas.openxmlformats.org/officeDocument/2006/relationships/customXml" Target="../ink/ink1635.xml"/><Relationship Id="rId9" Type="http://schemas.openxmlformats.org/officeDocument/2006/relationships/customXml" Target="../ink/ink1640.xml"/><Relationship Id="rId14" Type="http://schemas.openxmlformats.org/officeDocument/2006/relationships/customXml" Target="../ink/ink1645.xml"/><Relationship Id="rId22" Type="http://schemas.openxmlformats.org/officeDocument/2006/relationships/customXml" Target="../ink/ink1653.xml"/></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46.bin"/><Relationship Id="rId3" Type="http://schemas.openxmlformats.org/officeDocument/2006/relationships/image" Target="../media/image68.wmf"/><Relationship Id="rId7" Type="http://schemas.openxmlformats.org/officeDocument/2006/relationships/image" Target="../media/image70.wmf"/><Relationship Id="rId2" Type="http://schemas.openxmlformats.org/officeDocument/2006/relationships/oleObject" Target="../embeddings/oleObject43.bin"/><Relationship Id="rId1" Type="http://schemas.openxmlformats.org/officeDocument/2006/relationships/slideLayout" Target="../slideLayouts/slideLayout7.xml"/><Relationship Id="rId6" Type="http://schemas.openxmlformats.org/officeDocument/2006/relationships/oleObject" Target="../embeddings/oleObject45.bin"/><Relationship Id="rId11" Type="http://schemas.openxmlformats.org/officeDocument/2006/relationships/image" Target="../media/image73.png"/><Relationship Id="rId5" Type="http://schemas.openxmlformats.org/officeDocument/2006/relationships/image" Target="../media/image69.wmf"/><Relationship Id="rId10" Type="http://schemas.openxmlformats.org/officeDocument/2006/relationships/image" Target="../media/image72.png"/><Relationship Id="rId4" Type="http://schemas.openxmlformats.org/officeDocument/2006/relationships/oleObject" Target="../embeddings/oleObject44.bin"/><Relationship Id="rId9" Type="http://schemas.openxmlformats.org/officeDocument/2006/relationships/image" Target="../media/image71.wmf"/></Relationships>
</file>

<file path=ppt/slides/_rels/slide47.xml.rels><?xml version="1.0" encoding="UTF-8" standalone="yes"?>
<Relationships xmlns="http://schemas.openxmlformats.org/package/2006/relationships"><Relationship Id="rId13" Type="http://schemas.openxmlformats.org/officeDocument/2006/relationships/image" Target="../media/image80.png"/><Relationship Id="rId18" Type="http://schemas.openxmlformats.org/officeDocument/2006/relationships/customXml" Target="../ink/ink1660.xml"/><Relationship Id="rId26" Type="http://schemas.openxmlformats.org/officeDocument/2006/relationships/customXml" Target="../ink/ink1668.xml"/><Relationship Id="rId39" Type="http://schemas.openxmlformats.org/officeDocument/2006/relationships/customXml" Target="../ink/ink1681.xml"/><Relationship Id="rId21" Type="http://schemas.openxmlformats.org/officeDocument/2006/relationships/customXml" Target="../ink/ink1663.xml"/><Relationship Id="rId34" Type="http://schemas.openxmlformats.org/officeDocument/2006/relationships/customXml" Target="../ink/ink1676.xml"/><Relationship Id="rId42" Type="http://schemas.openxmlformats.org/officeDocument/2006/relationships/customXml" Target="../ink/ink1684.xml"/><Relationship Id="rId47" Type="http://schemas.openxmlformats.org/officeDocument/2006/relationships/customXml" Target="../ink/ink1689.xml"/><Relationship Id="rId50" Type="http://schemas.openxmlformats.org/officeDocument/2006/relationships/customXml" Target="../ink/ink1692.xml"/><Relationship Id="rId55" Type="http://schemas.openxmlformats.org/officeDocument/2006/relationships/customXml" Target="../ink/ink1697.xml"/><Relationship Id="rId7" Type="http://schemas.openxmlformats.org/officeDocument/2006/relationships/image" Target="../media/image76.wmf"/><Relationship Id="rId2" Type="http://schemas.openxmlformats.org/officeDocument/2006/relationships/oleObject" Target="../embeddings/oleObject47.bin"/><Relationship Id="rId16" Type="http://schemas.openxmlformats.org/officeDocument/2006/relationships/customXml" Target="../ink/ink1658.xml"/><Relationship Id="rId29" Type="http://schemas.openxmlformats.org/officeDocument/2006/relationships/customXml" Target="../ink/ink1671.xml"/><Relationship Id="rId11" Type="http://schemas.openxmlformats.org/officeDocument/2006/relationships/image" Target="../media/image78.wmf"/><Relationship Id="rId24" Type="http://schemas.openxmlformats.org/officeDocument/2006/relationships/customXml" Target="../ink/ink1666.xml"/><Relationship Id="rId32" Type="http://schemas.openxmlformats.org/officeDocument/2006/relationships/customXml" Target="../ink/ink1674.xml"/><Relationship Id="rId37" Type="http://schemas.openxmlformats.org/officeDocument/2006/relationships/customXml" Target="../ink/ink1679.xml"/><Relationship Id="rId40" Type="http://schemas.openxmlformats.org/officeDocument/2006/relationships/customXml" Target="../ink/ink1682.xml"/><Relationship Id="rId45" Type="http://schemas.openxmlformats.org/officeDocument/2006/relationships/customXml" Target="../ink/ink1687.xml"/><Relationship Id="rId53" Type="http://schemas.openxmlformats.org/officeDocument/2006/relationships/customXml" Target="../ink/ink1695.xml"/><Relationship Id="rId5" Type="http://schemas.openxmlformats.org/officeDocument/2006/relationships/image" Target="../media/image75.wmf"/><Relationship Id="rId10" Type="http://schemas.openxmlformats.org/officeDocument/2006/relationships/oleObject" Target="../embeddings/oleObject51.bin"/><Relationship Id="rId19" Type="http://schemas.openxmlformats.org/officeDocument/2006/relationships/customXml" Target="../ink/ink1661.xml"/><Relationship Id="rId31" Type="http://schemas.openxmlformats.org/officeDocument/2006/relationships/customXml" Target="../ink/ink1673.xml"/><Relationship Id="rId44" Type="http://schemas.openxmlformats.org/officeDocument/2006/relationships/customXml" Target="../ink/ink1686.xml"/><Relationship Id="rId52" Type="http://schemas.openxmlformats.org/officeDocument/2006/relationships/customXml" Target="../ink/ink1694.xml"/><Relationship Id="rId4" Type="http://schemas.openxmlformats.org/officeDocument/2006/relationships/oleObject" Target="../embeddings/oleObject48.bin"/><Relationship Id="rId9" Type="http://schemas.openxmlformats.org/officeDocument/2006/relationships/image" Target="../media/image77.wmf"/><Relationship Id="rId14" Type="http://schemas.openxmlformats.org/officeDocument/2006/relationships/image" Target="../media/image81.png"/><Relationship Id="rId22" Type="http://schemas.openxmlformats.org/officeDocument/2006/relationships/customXml" Target="../ink/ink1664.xml"/><Relationship Id="rId27" Type="http://schemas.openxmlformats.org/officeDocument/2006/relationships/customXml" Target="../ink/ink1669.xml"/><Relationship Id="rId30" Type="http://schemas.openxmlformats.org/officeDocument/2006/relationships/customXml" Target="../ink/ink1672.xml"/><Relationship Id="rId35" Type="http://schemas.openxmlformats.org/officeDocument/2006/relationships/customXml" Target="../ink/ink1677.xml"/><Relationship Id="rId43" Type="http://schemas.openxmlformats.org/officeDocument/2006/relationships/customXml" Target="../ink/ink1685.xml"/><Relationship Id="rId48" Type="http://schemas.openxmlformats.org/officeDocument/2006/relationships/customXml" Target="../ink/ink1690.xml"/><Relationship Id="rId56" Type="http://schemas.openxmlformats.org/officeDocument/2006/relationships/customXml" Target="../ink/ink1698.xml"/><Relationship Id="rId8" Type="http://schemas.openxmlformats.org/officeDocument/2006/relationships/oleObject" Target="../embeddings/oleObject50.bin"/><Relationship Id="rId51" Type="http://schemas.openxmlformats.org/officeDocument/2006/relationships/customXml" Target="../ink/ink1693.xml"/><Relationship Id="rId3" Type="http://schemas.openxmlformats.org/officeDocument/2006/relationships/image" Target="../media/image74.wmf"/><Relationship Id="rId12" Type="http://schemas.openxmlformats.org/officeDocument/2006/relationships/image" Target="../media/image79.png"/><Relationship Id="rId17" Type="http://schemas.openxmlformats.org/officeDocument/2006/relationships/customXml" Target="../ink/ink1659.xml"/><Relationship Id="rId25" Type="http://schemas.openxmlformats.org/officeDocument/2006/relationships/customXml" Target="../ink/ink1667.xml"/><Relationship Id="rId33" Type="http://schemas.openxmlformats.org/officeDocument/2006/relationships/customXml" Target="../ink/ink1675.xml"/><Relationship Id="rId38" Type="http://schemas.openxmlformats.org/officeDocument/2006/relationships/customXml" Target="../ink/ink1680.xml"/><Relationship Id="rId46" Type="http://schemas.openxmlformats.org/officeDocument/2006/relationships/customXml" Target="../ink/ink1688.xml"/><Relationship Id="rId20" Type="http://schemas.openxmlformats.org/officeDocument/2006/relationships/customXml" Target="../ink/ink1662.xml"/><Relationship Id="rId41" Type="http://schemas.openxmlformats.org/officeDocument/2006/relationships/customXml" Target="../ink/ink1683.xml"/><Relationship Id="rId54" Type="http://schemas.openxmlformats.org/officeDocument/2006/relationships/customXml" Target="../ink/ink1696.xml"/><Relationship Id="rId1" Type="http://schemas.openxmlformats.org/officeDocument/2006/relationships/slideLayout" Target="../slideLayouts/slideLayout7.xml"/><Relationship Id="rId6" Type="http://schemas.openxmlformats.org/officeDocument/2006/relationships/oleObject" Target="../embeddings/oleObject49.bin"/><Relationship Id="rId15" Type="http://schemas.openxmlformats.org/officeDocument/2006/relationships/customXml" Target="../ink/ink1657.xml"/><Relationship Id="rId23" Type="http://schemas.openxmlformats.org/officeDocument/2006/relationships/customXml" Target="../ink/ink1665.xml"/><Relationship Id="rId28" Type="http://schemas.openxmlformats.org/officeDocument/2006/relationships/customXml" Target="../ink/ink1670.xml"/><Relationship Id="rId36" Type="http://schemas.openxmlformats.org/officeDocument/2006/relationships/customXml" Target="../ink/ink1678.xml"/><Relationship Id="rId49" Type="http://schemas.openxmlformats.org/officeDocument/2006/relationships/customXml" Target="../ink/ink1691.xml"/></Relationships>
</file>

<file path=ppt/slides/_rels/slide48.xml.rels><?xml version="1.0" encoding="UTF-8" standalone="yes"?>
<Relationships xmlns="http://schemas.openxmlformats.org/package/2006/relationships"><Relationship Id="rId13" Type="http://schemas.openxmlformats.org/officeDocument/2006/relationships/customXml" Target="../ink/ink1700.xml"/><Relationship Id="rId18" Type="http://schemas.openxmlformats.org/officeDocument/2006/relationships/customXml" Target="../ink/ink1705.xml"/><Relationship Id="rId26" Type="http://schemas.openxmlformats.org/officeDocument/2006/relationships/customXml" Target="../ink/ink1713.xml"/><Relationship Id="rId3" Type="http://schemas.openxmlformats.org/officeDocument/2006/relationships/image" Target="../media/image82.wmf"/><Relationship Id="rId21" Type="http://schemas.openxmlformats.org/officeDocument/2006/relationships/customXml" Target="../ink/ink1708.xml"/><Relationship Id="rId34" Type="http://schemas.openxmlformats.org/officeDocument/2006/relationships/customXml" Target="../ink/ink1721.xml"/><Relationship Id="rId7" Type="http://schemas.openxmlformats.org/officeDocument/2006/relationships/image" Target="../media/image84.wmf"/><Relationship Id="rId12" Type="http://schemas.openxmlformats.org/officeDocument/2006/relationships/customXml" Target="../ink/ink1699.xml"/><Relationship Id="rId17" Type="http://schemas.openxmlformats.org/officeDocument/2006/relationships/customXml" Target="../ink/ink1704.xml"/><Relationship Id="rId25" Type="http://schemas.openxmlformats.org/officeDocument/2006/relationships/customXml" Target="../ink/ink1712.xml"/><Relationship Id="rId33" Type="http://schemas.openxmlformats.org/officeDocument/2006/relationships/customXml" Target="../ink/ink1720.xml"/><Relationship Id="rId2" Type="http://schemas.openxmlformats.org/officeDocument/2006/relationships/oleObject" Target="../embeddings/oleObject52.bin"/><Relationship Id="rId16" Type="http://schemas.openxmlformats.org/officeDocument/2006/relationships/customXml" Target="../ink/ink1703.xml"/><Relationship Id="rId20" Type="http://schemas.openxmlformats.org/officeDocument/2006/relationships/customXml" Target="../ink/ink1707.xml"/><Relationship Id="rId29" Type="http://schemas.openxmlformats.org/officeDocument/2006/relationships/customXml" Target="../ink/ink1716.xml"/><Relationship Id="rId1" Type="http://schemas.openxmlformats.org/officeDocument/2006/relationships/slideLayout" Target="../slideLayouts/slideLayout7.xml"/><Relationship Id="rId6" Type="http://schemas.openxmlformats.org/officeDocument/2006/relationships/oleObject" Target="../embeddings/oleObject54.bin"/><Relationship Id="rId11" Type="http://schemas.openxmlformats.org/officeDocument/2006/relationships/image" Target="../media/image79.png"/><Relationship Id="rId24" Type="http://schemas.openxmlformats.org/officeDocument/2006/relationships/customXml" Target="../ink/ink1711.xml"/><Relationship Id="rId32" Type="http://schemas.openxmlformats.org/officeDocument/2006/relationships/customXml" Target="../ink/ink1719.xml"/><Relationship Id="rId5" Type="http://schemas.openxmlformats.org/officeDocument/2006/relationships/image" Target="../media/image83.wmf"/><Relationship Id="rId15" Type="http://schemas.openxmlformats.org/officeDocument/2006/relationships/customXml" Target="../ink/ink1702.xml"/><Relationship Id="rId23" Type="http://schemas.openxmlformats.org/officeDocument/2006/relationships/customXml" Target="../ink/ink1710.xml"/><Relationship Id="rId28" Type="http://schemas.openxmlformats.org/officeDocument/2006/relationships/customXml" Target="../ink/ink1715.xml"/><Relationship Id="rId36" Type="http://schemas.openxmlformats.org/officeDocument/2006/relationships/customXml" Target="../ink/ink1723.xml"/><Relationship Id="rId10" Type="http://schemas.openxmlformats.org/officeDocument/2006/relationships/image" Target="../media/image74.wmf"/><Relationship Id="rId19" Type="http://schemas.openxmlformats.org/officeDocument/2006/relationships/customXml" Target="../ink/ink1706.xml"/><Relationship Id="rId31" Type="http://schemas.openxmlformats.org/officeDocument/2006/relationships/customXml" Target="../ink/ink1718.xml"/><Relationship Id="rId4" Type="http://schemas.openxmlformats.org/officeDocument/2006/relationships/oleObject" Target="../embeddings/oleObject53.bin"/><Relationship Id="rId9" Type="http://schemas.openxmlformats.org/officeDocument/2006/relationships/oleObject" Target="../embeddings/oleObject47.bin"/><Relationship Id="rId14" Type="http://schemas.openxmlformats.org/officeDocument/2006/relationships/customXml" Target="../ink/ink1701.xml"/><Relationship Id="rId22" Type="http://schemas.openxmlformats.org/officeDocument/2006/relationships/customXml" Target="../ink/ink1709.xml"/><Relationship Id="rId27" Type="http://schemas.openxmlformats.org/officeDocument/2006/relationships/customXml" Target="../ink/ink1714.xml"/><Relationship Id="rId30" Type="http://schemas.openxmlformats.org/officeDocument/2006/relationships/customXml" Target="../ink/ink1717.xml"/><Relationship Id="rId35" Type="http://schemas.openxmlformats.org/officeDocument/2006/relationships/customXml" Target="../ink/ink1722.xml"/><Relationship Id="rId8" Type="http://schemas.openxmlformats.org/officeDocument/2006/relationships/image" Target="../media/image85.png"/></Relationships>
</file>

<file path=ppt/slides/_rels/slide49.xml.rels><?xml version="1.0" encoding="UTF-8" standalone="yes"?>
<Relationships xmlns="http://schemas.openxmlformats.org/package/2006/relationships"><Relationship Id="rId3" Type="http://schemas.openxmlformats.org/officeDocument/2006/relationships/image" Target="../media/image86.wmf"/><Relationship Id="rId7" Type="http://schemas.openxmlformats.org/officeDocument/2006/relationships/image" Target="../media/image88.wmf"/><Relationship Id="rId2" Type="http://schemas.openxmlformats.org/officeDocument/2006/relationships/oleObject" Target="../embeddings/oleObject55.bin"/><Relationship Id="rId1" Type="http://schemas.openxmlformats.org/officeDocument/2006/relationships/slideLayout" Target="../slideLayouts/slideLayout7.xml"/><Relationship Id="rId6" Type="http://schemas.openxmlformats.org/officeDocument/2006/relationships/oleObject" Target="../embeddings/oleObject57.bin"/><Relationship Id="rId5" Type="http://schemas.openxmlformats.org/officeDocument/2006/relationships/image" Target="../media/image87.wmf"/><Relationship Id="rId4" Type="http://schemas.openxmlformats.org/officeDocument/2006/relationships/oleObject" Target="../embeddings/oleObject56.bin"/></Relationships>
</file>

<file path=ppt/slides/_rels/slide50.xml.rels><?xml version="1.0" encoding="UTF-8" standalone="yes"?>
<Relationships xmlns="http://schemas.openxmlformats.org/package/2006/relationships"><Relationship Id="rId26" Type="http://schemas.openxmlformats.org/officeDocument/2006/relationships/customXml" Target="../ink/ink1736.xml"/><Relationship Id="rId21" Type="http://schemas.openxmlformats.org/officeDocument/2006/relationships/customXml" Target="../ink/ink1731.xml"/><Relationship Id="rId34" Type="http://schemas.openxmlformats.org/officeDocument/2006/relationships/customXml" Target="../ink/ink1744.xml"/><Relationship Id="rId42" Type="http://schemas.openxmlformats.org/officeDocument/2006/relationships/customXml" Target="../ink/ink1752.xml"/><Relationship Id="rId47" Type="http://schemas.openxmlformats.org/officeDocument/2006/relationships/customXml" Target="../ink/ink1757.xml"/><Relationship Id="rId50" Type="http://schemas.openxmlformats.org/officeDocument/2006/relationships/customXml" Target="../ink/ink1760.xml"/><Relationship Id="rId55" Type="http://schemas.openxmlformats.org/officeDocument/2006/relationships/customXml" Target="../ink/ink1765.xml"/><Relationship Id="rId63" Type="http://schemas.openxmlformats.org/officeDocument/2006/relationships/customXml" Target="../ink/ink1773.xml"/><Relationship Id="rId7" Type="http://schemas.openxmlformats.org/officeDocument/2006/relationships/image" Target="../media/image91.wmf"/><Relationship Id="rId2" Type="http://schemas.openxmlformats.org/officeDocument/2006/relationships/oleObject" Target="../embeddings/oleObject58.bin"/><Relationship Id="rId16" Type="http://schemas.openxmlformats.org/officeDocument/2006/relationships/customXml" Target="../ink/ink1726.xml"/><Relationship Id="rId29" Type="http://schemas.openxmlformats.org/officeDocument/2006/relationships/customXml" Target="../ink/ink1739.xml"/><Relationship Id="rId11" Type="http://schemas.openxmlformats.org/officeDocument/2006/relationships/image" Target="../media/image93.wmf"/><Relationship Id="rId24" Type="http://schemas.openxmlformats.org/officeDocument/2006/relationships/customXml" Target="../ink/ink1734.xml"/><Relationship Id="rId32" Type="http://schemas.openxmlformats.org/officeDocument/2006/relationships/customXml" Target="../ink/ink1742.xml"/><Relationship Id="rId37" Type="http://schemas.openxmlformats.org/officeDocument/2006/relationships/customXml" Target="../ink/ink1747.xml"/><Relationship Id="rId40" Type="http://schemas.openxmlformats.org/officeDocument/2006/relationships/customXml" Target="../ink/ink1750.xml"/><Relationship Id="rId45" Type="http://schemas.openxmlformats.org/officeDocument/2006/relationships/customXml" Target="../ink/ink1755.xml"/><Relationship Id="rId53" Type="http://schemas.openxmlformats.org/officeDocument/2006/relationships/customXml" Target="../ink/ink1763.xml"/><Relationship Id="rId58" Type="http://schemas.openxmlformats.org/officeDocument/2006/relationships/customXml" Target="../ink/ink1768.xml"/><Relationship Id="rId5" Type="http://schemas.openxmlformats.org/officeDocument/2006/relationships/image" Target="../media/image90.wmf"/><Relationship Id="rId61" Type="http://schemas.openxmlformats.org/officeDocument/2006/relationships/customXml" Target="../ink/ink1771.xml"/><Relationship Id="rId19" Type="http://schemas.openxmlformats.org/officeDocument/2006/relationships/customXml" Target="../ink/ink1729.xml"/><Relationship Id="rId14" Type="http://schemas.openxmlformats.org/officeDocument/2006/relationships/customXml" Target="../ink/ink1724.xml"/><Relationship Id="rId22" Type="http://schemas.openxmlformats.org/officeDocument/2006/relationships/customXml" Target="../ink/ink1732.xml"/><Relationship Id="rId27" Type="http://schemas.openxmlformats.org/officeDocument/2006/relationships/customXml" Target="../ink/ink1737.xml"/><Relationship Id="rId30" Type="http://schemas.openxmlformats.org/officeDocument/2006/relationships/customXml" Target="../ink/ink1740.xml"/><Relationship Id="rId35" Type="http://schemas.openxmlformats.org/officeDocument/2006/relationships/customXml" Target="../ink/ink1745.xml"/><Relationship Id="rId43" Type="http://schemas.openxmlformats.org/officeDocument/2006/relationships/customXml" Target="../ink/ink1753.xml"/><Relationship Id="rId48" Type="http://schemas.openxmlformats.org/officeDocument/2006/relationships/customXml" Target="../ink/ink1758.xml"/><Relationship Id="rId56" Type="http://schemas.openxmlformats.org/officeDocument/2006/relationships/customXml" Target="../ink/ink1766.xml"/><Relationship Id="rId64" Type="http://schemas.openxmlformats.org/officeDocument/2006/relationships/customXml" Target="../ink/ink1774.xml"/><Relationship Id="rId8" Type="http://schemas.openxmlformats.org/officeDocument/2006/relationships/oleObject" Target="../embeddings/oleObject61.bin"/><Relationship Id="rId51" Type="http://schemas.openxmlformats.org/officeDocument/2006/relationships/customXml" Target="../ink/ink1761.xml"/><Relationship Id="rId3" Type="http://schemas.openxmlformats.org/officeDocument/2006/relationships/image" Target="../media/image89.wmf"/><Relationship Id="rId12" Type="http://schemas.openxmlformats.org/officeDocument/2006/relationships/oleObject" Target="../embeddings/oleObject63.bin"/><Relationship Id="rId17" Type="http://schemas.openxmlformats.org/officeDocument/2006/relationships/customXml" Target="../ink/ink1727.xml"/><Relationship Id="rId25" Type="http://schemas.openxmlformats.org/officeDocument/2006/relationships/customXml" Target="../ink/ink1735.xml"/><Relationship Id="rId33" Type="http://schemas.openxmlformats.org/officeDocument/2006/relationships/customXml" Target="../ink/ink1743.xml"/><Relationship Id="rId38" Type="http://schemas.openxmlformats.org/officeDocument/2006/relationships/customXml" Target="../ink/ink1748.xml"/><Relationship Id="rId46" Type="http://schemas.openxmlformats.org/officeDocument/2006/relationships/customXml" Target="../ink/ink1756.xml"/><Relationship Id="rId59" Type="http://schemas.openxmlformats.org/officeDocument/2006/relationships/customXml" Target="../ink/ink1769.xml"/><Relationship Id="rId20" Type="http://schemas.openxmlformats.org/officeDocument/2006/relationships/customXml" Target="../ink/ink1730.xml"/><Relationship Id="rId41" Type="http://schemas.openxmlformats.org/officeDocument/2006/relationships/customXml" Target="../ink/ink1751.xml"/><Relationship Id="rId54" Type="http://schemas.openxmlformats.org/officeDocument/2006/relationships/customXml" Target="../ink/ink1764.xml"/><Relationship Id="rId62" Type="http://schemas.openxmlformats.org/officeDocument/2006/relationships/customXml" Target="../ink/ink1772.xml"/><Relationship Id="rId1" Type="http://schemas.openxmlformats.org/officeDocument/2006/relationships/slideLayout" Target="../slideLayouts/slideLayout7.xml"/><Relationship Id="rId6" Type="http://schemas.openxmlformats.org/officeDocument/2006/relationships/oleObject" Target="../embeddings/oleObject60.bin"/><Relationship Id="rId15" Type="http://schemas.openxmlformats.org/officeDocument/2006/relationships/customXml" Target="../ink/ink1725.xml"/><Relationship Id="rId23" Type="http://schemas.openxmlformats.org/officeDocument/2006/relationships/customXml" Target="../ink/ink1733.xml"/><Relationship Id="rId28" Type="http://schemas.openxmlformats.org/officeDocument/2006/relationships/customXml" Target="../ink/ink1738.xml"/><Relationship Id="rId36" Type="http://schemas.openxmlformats.org/officeDocument/2006/relationships/customXml" Target="../ink/ink1746.xml"/><Relationship Id="rId49" Type="http://schemas.openxmlformats.org/officeDocument/2006/relationships/customXml" Target="../ink/ink1759.xml"/><Relationship Id="rId57" Type="http://schemas.openxmlformats.org/officeDocument/2006/relationships/customXml" Target="../ink/ink1767.xml"/><Relationship Id="rId10" Type="http://schemas.openxmlformats.org/officeDocument/2006/relationships/oleObject" Target="../embeddings/oleObject62.bin"/><Relationship Id="rId31" Type="http://schemas.openxmlformats.org/officeDocument/2006/relationships/customXml" Target="../ink/ink1741.xml"/><Relationship Id="rId44" Type="http://schemas.openxmlformats.org/officeDocument/2006/relationships/customXml" Target="../ink/ink1754.xml"/><Relationship Id="rId52" Type="http://schemas.openxmlformats.org/officeDocument/2006/relationships/customXml" Target="../ink/ink1762.xml"/><Relationship Id="rId60" Type="http://schemas.openxmlformats.org/officeDocument/2006/relationships/customXml" Target="../ink/ink1770.xml"/><Relationship Id="rId65" Type="http://schemas.openxmlformats.org/officeDocument/2006/relationships/customXml" Target="../ink/ink1775.xml"/><Relationship Id="rId4" Type="http://schemas.openxmlformats.org/officeDocument/2006/relationships/oleObject" Target="../embeddings/oleObject59.bin"/><Relationship Id="rId9" Type="http://schemas.openxmlformats.org/officeDocument/2006/relationships/image" Target="../media/image92.wmf"/><Relationship Id="rId13" Type="http://schemas.openxmlformats.org/officeDocument/2006/relationships/image" Target="../media/image94.wmf"/><Relationship Id="rId18" Type="http://schemas.openxmlformats.org/officeDocument/2006/relationships/customXml" Target="../ink/ink1728.xml"/><Relationship Id="rId39" Type="http://schemas.openxmlformats.org/officeDocument/2006/relationships/customXml" Target="../ink/ink1749.xml"/></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65.bin"/><Relationship Id="rId13" Type="http://schemas.openxmlformats.org/officeDocument/2006/relationships/customXml" Target="../ink/ink1777.xml"/><Relationship Id="rId18" Type="http://schemas.openxmlformats.org/officeDocument/2006/relationships/customXml" Target="../ink/ink1782.xml"/><Relationship Id="rId26" Type="http://schemas.openxmlformats.org/officeDocument/2006/relationships/customXml" Target="../ink/ink1790.xml"/><Relationship Id="rId3" Type="http://schemas.openxmlformats.org/officeDocument/2006/relationships/image" Target="../media/image95.wmf"/><Relationship Id="rId21" Type="http://schemas.openxmlformats.org/officeDocument/2006/relationships/customXml" Target="../ink/ink1785.xml"/><Relationship Id="rId7" Type="http://schemas.openxmlformats.org/officeDocument/2006/relationships/image" Target="../media/image83.wmf"/><Relationship Id="rId12" Type="http://schemas.openxmlformats.org/officeDocument/2006/relationships/customXml" Target="../ink/ink1776.xml"/><Relationship Id="rId17" Type="http://schemas.openxmlformats.org/officeDocument/2006/relationships/customXml" Target="../ink/ink1781.xml"/><Relationship Id="rId25" Type="http://schemas.openxmlformats.org/officeDocument/2006/relationships/customXml" Target="../ink/ink1789.xml"/><Relationship Id="rId2" Type="http://schemas.openxmlformats.org/officeDocument/2006/relationships/oleObject" Target="../embeddings/oleObject64.bin"/><Relationship Id="rId16" Type="http://schemas.openxmlformats.org/officeDocument/2006/relationships/customXml" Target="../ink/ink1780.xml"/><Relationship Id="rId20" Type="http://schemas.openxmlformats.org/officeDocument/2006/relationships/customXml" Target="../ink/ink1784.xml"/><Relationship Id="rId1" Type="http://schemas.openxmlformats.org/officeDocument/2006/relationships/slideLayout" Target="../slideLayouts/slideLayout7.xml"/><Relationship Id="rId6" Type="http://schemas.openxmlformats.org/officeDocument/2006/relationships/oleObject" Target="../embeddings/oleObject53.bin"/><Relationship Id="rId11" Type="http://schemas.openxmlformats.org/officeDocument/2006/relationships/image" Target="../media/image97.wmf"/><Relationship Id="rId24" Type="http://schemas.openxmlformats.org/officeDocument/2006/relationships/customXml" Target="../ink/ink1788.xml"/><Relationship Id="rId5" Type="http://schemas.openxmlformats.org/officeDocument/2006/relationships/image" Target="../media/image82.wmf"/><Relationship Id="rId15" Type="http://schemas.openxmlformats.org/officeDocument/2006/relationships/customXml" Target="../ink/ink1779.xml"/><Relationship Id="rId23" Type="http://schemas.openxmlformats.org/officeDocument/2006/relationships/customXml" Target="../ink/ink1787.xml"/><Relationship Id="rId10" Type="http://schemas.openxmlformats.org/officeDocument/2006/relationships/oleObject" Target="../embeddings/oleObject66.bin"/><Relationship Id="rId19" Type="http://schemas.openxmlformats.org/officeDocument/2006/relationships/customXml" Target="../ink/ink1783.xml"/><Relationship Id="rId4" Type="http://schemas.openxmlformats.org/officeDocument/2006/relationships/oleObject" Target="../embeddings/oleObject52.bin"/><Relationship Id="rId9" Type="http://schemas.openxmlformats.org/officeDocument/2006/relationships/image" Target="../media/image96.wmf"/><Relationship Id="rId14" Type="http://schemas.openxmlformats.org/officeDocument/2006/relationships/customXml" Target="../ink/ink1778.xml"/><Relationship Id="rId22" Type="http://schemas.openxmlformats.org/officeDocument/2006/relationships/customXml" Target="../ink/ink1786.xml"/></Relationships>
</file>

<file path=ppt/slides/_rels/slide52.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98.wmf"/><Relationship Id="rId7" Type="http://schemas.openxmlformats.org/officeDocument/2006/relationships/image" Target="../media/image101.png"/><Relationship Id="rId2" Type="http://schemas.openxmlformats.org/officeDocument/2006/relationships/oleObject" Target="../embeddings/oleObject67.bin"/><Relationship Id="rId1" Type="http://schemas.openxmlformats.org/officeDocument/2006/relationships/slideLayout" Target="../slideLayouts/slideLayout7.xml"/><Relationship Id="rId6" Type="http://schemas.openxmlformats.org/officeDocument/2006/relationships/image" Target="../media/image100.png"/><Relationship Id="rId5" Type="http://schemas.openxmlformats.org/officeDocument/2006/relationships/image" Target="../media/image99.wmf"/><Relationship Id="rId4" Type="http://schemas.openxmlformats.org/officeDocument/2006/relationships/oleObject" Target="../embeddings/oleObject68.bin"/></Relationships>
</file>

<file path=ppt/slides/_rels/slide53.x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oleObject" Target="../embeddings/oleObject69.bin"/><Relationship Id="rId1" Type="http://schemas.openxmlformats.org/officeDocument/2006/relationships/slideLayout" Target="../slideLayouts/slideLayout7.xml"/><Relationship Id="rId6" Type="http://schemas.openxmlformats.org/officeDocument/2006/relationships/customXml" Target="../ink/ink1792.xml"/><Relationship Id="rId5" Type="http://schemas.openxmlformats.org/officeDocument/2006/relationships/customXml" Target="../ink/ink1791.xml"/><Relationship Id="rId4" Type="http://schemas.openxmlformats.org/officeDocument/2006/relationships/image" Target="../media/image104.png"/></Relationships>
</file>

<file path=ppt/slides/_rels/slide54.xml.rels><?xml version="1.0" encoding="UTF-8" standalone="yes"?>
<Relationships xmlns="http://schemas.openxmlformats.org/package/2006/relationships"><Relationship Id="rId13" Type="http://schemas.openxmlformats.org/officeDocument/2006/relationships/customXml" Target="../ink/ink1802.xml"/><Relationship Id="rId18" Type="http://schemas.openxmlformats.org/officeDocument/2006/relationships/customXml" Target="../ink/ink1807.xml"/><Relationship Id="rId26" Type="http://schemas.openxmlformats.org/officeDocument/2006/relationships/customXml" Target="../ink/ink1815.xml"/><Relationship Id="rId39" Type="http://schemas.openxmlformats.org/officeDocument/2006/relationships/customXml" Target="../ink/ink1828.xml"/><Relationship Id="rId21" Type="http://schemas.openxmlformats.org/officeDocument/2006/relationships/customXml" Target="../ink/ink1810.xml"/><Relationship Id="rId34" Type="http://schemas.openxmlformats.org/officeDocument/2006/relationships/customXml" Target="../ink/ink1823.xml"/><Relationship Id="rId42" Type="http://schemas.openxmlformats.org/officeDocument/2006/relationships/customXml" Target="../ink/ink1831.xml"/><Relationship Id="rId47" Type="http://schemas.openxmlformats.org/officeDocument/2006/relationships/customXml" Target="../ink/ink1836.xml"/><Relationship Id="rId50" Type="http://schemas.openxmlformats.org/officeDocument/2006/relationships/customXml" Target="../ink/ink1839.xml"/><Relationship Id="rId55" Type="http://schemas.openxmlformats.org/officeDocument/2006/relationships/customXml" Target="../ink/ink1844.xml"/><Relationship Id="rId7" Type="http://schemas.openxmlformats.org/officeDocument/2006/relationships/customXml" Target="../ink/ink1796.xml"/><Relationship Id="rId2" Type="http://schemas.openxmlformats.org/officeDocument/2006/relationships/oleObject" Target="../embeddings/oleObject70.bin"/><Relationship Id="rId16" Type="http://schemas.openxmlformats.org/officeDocument/2006/relationships/customXml" Target="../ink/ink1805.xml"/><Relationship Id="rId29" Type="http://schemas.openxmlformats.org/officeDocument/2006/relationships/customXml" Target="../ink/ink1818.xml"/><Relationship Id="rId11" Type="http://schemas.openxmlformats.org/officeDocument/2006/relationships/customXml" Target="../ink/ink1800.xml"/><Relationship Id="rId24" Type="http://schemas.openxmlformats.org/officeDocument/2006/relationships/customXml" Target="../ink/ink1813.xml"/><Relationship Id="rId32" Type="http://schemas.openxmlformats.org/officeDocument/2006/relationships/customXml" Target="../ink/ink1821.xml"/><Relationship Id="rId37" Type="http://schemas.openxmlformats.org/officeDocument/2006/relationships/customXml" Target="../ink/ink1826.xml"/><Relationship Id="rId40" Type="http://schemas.openxmlformats.org/officeDocument/2006/relationships/customXml" Target="../ink/ink1829.xml"/><Relationship Id="rId45" Type="http://schemas.openxmlformats.org/officeDocument/2006/relationships/customXml" Target="../ink/ink1834.xml"/><Relationship Id="rId53" Type="http://schemas.openxmlformats.org/officeDocument/2006/relationships/customXml" Target="../ink/ink1842.xml"/><Relationship Id="rId58" Type="http://schemas.openxmlformats.org/officeDocument/2006/relationships/customXml" Target="../ink/ink1847.xml"/><Relationship Id="rId5" Type="http://schemas.openxmlformats.org/officeDocument/2006/relationships/customXml" Target="../ink/ink1794.xml"/><Relationship Id="rId61" Type="http://schemas.openxmlformats.org/officeDocument/2006/relationships/customXml" Target="../ink/ink1850.xml"/><Relationship Id="rId19" Type="http://schemas.openxmlformats.org/officeDocument/2006/relationships/customXml" Target="../ink/ink1808.xml"/><Relationship Id="rId14" Type="http://schemas.openxmlformats.org/officeDocument/2006/relationships/customXml" Target="../ink/ink1803.xml"/><Relationship Id="rId22" Type="http://schemas.openxmlformats.org/officeDocument/2006/relationships/customXml" Target="../ink/ink1811.xml"/><Relationship Id="rId27" Type="http://schemas.openxmlformats.org/officeDocument/2006/relationships/customXml" Target="../ink/ink1816.xml"/><Relationship Id="rId30" Type="http://schemas.openxmlformats.org/officeDocument/2006/relationships/customXml" Target="../ink/ink1819.xml"/><Relationship Id="rId35" Type="http://schemas.openxmlformats.org/officeDocument/2006/relationships/customXml" Target="../ink/ink1824.xml"/><Relationship Id="rId43" Type="http://schemas.openxmlformats.org/officeDocument/2006/relationships/customXml" Target="../ink/ink1832.xml"/><Relationship Id="rId48" Type="http://schemas.openxmlformats.org/officeDocument/2006/relationships/customXml" Target="../ink/ink1837.xml"/><Relationship Id="rId56" Type="http://schemas.openxmlformats.org/officeDocument/2006/relationships/customXml" Target="../ink/ink1845.xml"/><Relationship Id="rId8" Type="http://schemas.openxmlformats.org/officeDocument/2006/relationships/customXml" Target="../ink/ink1797.xml"/><Relationship Id="rId51" Type="http://schemas.openxmlformats.org/officeDocument/2006/relationships/customXml" Target="../ink/ink1840.xml"/><Relationship Id="rId3" Type="http://schemas.openxmlformats.org/officeDocument/2006/relationships/image" Target="../media/image105.wmf"/><Relationship Id="rId12" Type="http://schemas.openxmlformats.org/officeDocument/2006/relationships/customXml" Target="../ink/ink1801.xml"/><Relationship Id="rId17" Type="http://schemas.openxmlformats.org/officeDocument/2006/relationships/customXml" Target="../ink/ink1806.xml"/><Relationship Id="rId25" Type="http://schemas.openxmlformats.org/officeDocument/2006/relationships/customXml" Target="../ink/ink1814.xml"/><Relationship Id="rId33" Type="http://schemas.openxmlformats.org/officeDocument/2006/relationships/customXml" Target="../ink/ink1822.xml"/><Relationship Id="rId38" Type="http://schemas.openxmlformats.org/officeDocument/2006/relationships/customXml" Target="../ink/ink1827.xml"/><Relationship Id="rId46" Type="http://schemas.openxmlformats.org/officeDocument/2006/relationships/customXml" Target="../ink/ink1835.xml"/><Relationship Id="rId59" Type="http://schemas.openxmlformats.org/officeDocument/2006/relationships/customXml" Target="../ink/ink1848.xml"/><Relationship Id="rId20" Type="http://schemas.openxmlformats.org/officeDocument/2006/relationships/customXml" Target="../ink/ink1809.xml"/><Relationship Id="rId41" Type="http://schemas.openxmlformats.org/officeDocument/2006/relationships/customXml" Target="../ink/ink1830.xml"/><Relationship Id="rId54" Type="http://schemas.openxmlformats.org/officeDocument/2006/relationships/customXml" Target="../ink/ink1843.xml"/><Relationship Id="rId62" Type="http://schemas.openxmlformats.org/officeDocument/2006/relationships/customXml" Target="../ink/ink1851.xml"/><Relationship Id="rId1" Type="http://schemas.openxmlformats.org/officeDocument/2006/relationships/slideLayout" Target="../slideLayouts/slideLayout7.xml"/><Relationship Id="rId6" Type="http://schemas.openxmlformats.org/officeDocument/2006/relationships/customXml" Target="../ink/ink1795.xml"/><Relationship Id="rId15" Type="http://schemas.openxmlformats.org/officeDocument/2006/relationships/customXml" Target="../ink/ink1804.xml"/><Relationship Id="rId23" Type="http://schemas.openxmlformats.org/officeDocument/2006/relationships/customXml" Target="../ink/ink1812.xml"/><Relationship Id="rId28" Type="http://schemas.openxmlformats.org/officeDocument/2006/relationships/customXml" Target="../ink/ink1817.xml"/><Relationship Id="rId36" Type="http://schemas.openxmlformats.org/officeDocument/2006/relationships/customXml" Target="../ink/ink1825.xml"/><Relationship Id="rId49" Type="http://schemas.openxmlformats.org/officeDocument/2006/relationships/customXml" Target="../ink/ink1838.xml"/><Relationship Id="rId57" Type="http://schemas.openxmlformats.org/officeDocument/2006/relationships/customXml" Target="../ink/ink1846.xml"/><Relationship Id="rId10" Type="http://schemas.openxmlformats.org/officeDocument/2006/relationships/customXml" Target="../ink/ink1799.xml"/><Relationship Id="rId31" Type="http://schemas.openxmlformats.org/officeDocument/2006/relationships/customXml" Target="../ink/ink1820.xml"/><Relationship Id="rId44" Type="http://schemas.openxmlformats.org/officeDocument/2006/relationships/customXml" Target="../ink/ink1833.xml"/><Relationship Id="rId52" Type="http://schemas.openxmlformats.org/officeDocument/2006/relationships/customXml" Target="../ink/ink1841.xml"/><Relationship Id="rId60" Type="http://schemas.openxmlformats.org/officeDocument/2006/relationships/customXml" Target="../ink/ink1849.xml"/><Relationship Id="rId4" Type="http://schemas.openxmlformats.org/officeDocument/2006/relationships/customXml" Target="../ink/ink1793.xml"/><Relationship Id="rId9" Type="http://schemas.openxmlformats.org/officeDocument/2006/relationships/customXml" Target="../ink/ink1798.xml"/></Relationships>
</file>

<file path=ppt/slides/_rels/slide55.x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oleObject" Target="../embeddings/oleObject71.bin"/><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3" Type="http://schemas.openxmlformats.org/officeDocument/2006/relationships/customXml" Target="../ink/ink1863.xml"/><Relationship Id="rId18" Type="http://schemas.openxmlformats.org/officeDocument/2006/relationships/customXml" Target="../ink/ink1868.xml"/><Relationship Id="rId26" Type="http://schemas.openxmlformats.org/officeDocument/2006/relationships/customXml" Target="../ink/ink1876.xml"/><Relationship Id="rId39" Type="http://schemas.openxmlformats.org/officeDocument/2006/relationships/customXml" Target="../ink/ink1889.xml"/><Relationship Id="rId21" Type="http://schemas.openxmlformats.org/officeDocument/2006/relationships/customXml" Target="../ink/ink1871.xml"/><Relationship Id="rId34" Type="http://schemas.openxmlformats.org/officeDocument/2006/relationships/customXml" Target="../ink/ink1884.xml"/><Relationship Id="rId42" Type="http://schemas.openxmlformats.org/officeDocument/2006/relationships/customXml" Target="../ink/ink1892.xml"/><Relationship Id="rId47" Type="http://schemas.openxmlformats.org/officeDocument/2006/relationships/customXml" Target="../ink/ink1897.xml"/><Relationship Id="rId50" Type="http://schemas.openxmlformats.org/officeDocument/2006/relationships/customXml" Target="../ink/ink1900.xml"/><Relationship Id="rId55" Type="http://schemas.openxmlformats.org/officeDocument/2006/relationships/customXml" Target="../ink/ink1905.xml"/><Relationship Id="rId7" Type="http://schemas.openxmlformats.org/officeDocument/2006/relationships/customXml" Target="../ink/ink1857.xml"/><Relationship Id="rId2" Type="http://schemas.openxmlformats.org/officeDocument/2006/relationships/customXml" Target="../ink/ink1852.xml"/><Relationship Id="rId16" Type="http://schemas.openxmlformats.org/officeDocument/2006/relationships/customXml" Target="../ink/ink1866.xml"/><Relationship Id="rId29" Type="http://schemas.openxmlformats.org/officeDocument/2006/relationships/customXml" Target="../ink/ink1879.xml"/><Relationship Id="rId11" Type="http://schemas.openxmlformats.org/officeDocument/2006/relationships/customXml" Target="../ink/ink1861.xml"/><Relationship Id="rId24" Type="http://schemas.openxmlformats.org/officeDocument/2006/relationships/customXml" Target="../ink/ink1874.xml"/><Relationship Id="rId32" Type="http://schemas.openxmlformats.org/officeDocument/2006/relationships/customXml" Target="../ink/ink1882.xml"/><Relationship Id="rId37" Type="http://schemas.openxmlformats.org/officeDocument/2006/relationships/customXml" Target="../ink/ink1887.xml"/><Relationship Id="rId40" Type="http://schemas.openxmlformats.org/officeDocument/2006/relationships/customXml" Target="../ink/ink1890.xml"/><Relationship Id="rId45" Type="http://schemas.openxmlformats.org/officeDocument/2006/relationships/customXml" Target="../ink/ink1895.xml"/><Relationship Id="rId53" Type="http://schemas.openxmlformats.org/officeDocument/2006/relationships/customXml" Target="../ink/ink1903.xml"/><Relationship Id="rId5" Type="http://schemas.openxmlformats.org/officeDocument/2006/relationships/customXml" Target="../ink/ink1855.xml"/><Relationship Id="rId10" Type="http://schemas.openxmlformats.org/officeDocument/2006/relationships/customXml" Target="../ink/ink1860.xml"/><Relationship Id="rId19" Type="http://schemas.openxmlformats.org/officeDocument/2006/relationships/customXml" Target="../ink/ink1869.xml"/><Relationship Id="rId31" Type="http://schemas.openxmlformats.org/officeDocument/2006/relationships/customXml" Target="../ink/ink1881.xml"/><Relationship Id="rId44" Type="http://schemas.openxmlformats.org/officeDocument/2006/relationships/customXml" Target="../ink/ink1894.xml"/><Relationship Id="rId52" Type="http://schemas.openxmlformats.org/officeDocument/2006/relationships/customXml" Target="../ink/ink1902.xml"/><Relationship Id="rId4" Type="http://schemas.openxmlformats.org/officeDocument/2006/relationships/customXml" Target="../ink/ink1854.xml"/><Relationship Id="rId9" Type="http://schemas.openxmlformats.org/officeDocument/2006/relationships/customXml" Target="../ink/ink1859.xml"/><Relationship Id="rId14" Type="http://schemas.openxmlformats.org/officeDocument/2006/relationships/customXml" Target="../ink/ink1864.xml"/><Relationship Id="rId22" Type="http://schemas.openxmlformats.org/officeDocument/2006/relationships/customXml" Target="../ink/ink1872.xml"/><Relationship Id="rId27" Type="http://schemas.openxmlformats.org/officeDocument/2006/relationships/customXml" Target="../ink/ink1877.xml"/><Relationship Id="rId30" Type="http://schemas.openxmlformats.org/officeDocument/2006/relationships/customXml" Target="../ink/ink1880.xml"/><Relationship Id="rId35" Type="http://schemas.openxmlformats.org/officeDocument/2006/relationships/customXml" Target="../ink/ink1885.xml"/><Relationship Id="rId43" Type="http://schemas.openxmlformats.org/officeDocument/2006/relationships/customXml" Target="../ink/ink1893.xml"/><Relationship Id="rId48" Type="http://schemas.openxmlformats.org/officeDocument/2006/relationships/customXml" Target="../ink/ink1898.xml"/><Relationship Id="rId56" Type="http://schemas.openxmlformats.org/officeDocument/2006/relationships/customXml" Target="../ink/ink1906.xml"/><Relationship Id="rId8" Type="http://schemas.openxmlformats.org/officeDocument/2006/relationships/customXml" Target="../ink/ink1858.xml"/><Relationship Id="rId51" Type="http://schemas.openxmlformats.org/officeDocument/2006/relationships/customXml" Target="../ink/ink1901.xml"/><Relationship Id="rId3" Type="http://schemas.openxmlformats.org/officeDocument/2006/relationships/customXml" Target="../ink/ink1853.xml"/><Relationship Id="rId12" Type="http://schemas.openxmlformats.org/officeDocument/2006/relationships/customXml" Target="../ink/ink1862.xml"/><Relationship Id="rId17" Type="http://schemas.openxmlformats.org/officeDocument/2006/relationships/customXml" Target="../ink/ink1867.xml"/><Relationship Id="rId25" Type="http://schemas.openxmlformats.org/officeDocument/2006/relationships/customXml" Target="../ink/ink1875.xml"/><Relationship Id="rId33" Type="http://schemas.openxmlformats.org/officeDocument/2006/relationships/customXml" Target="../ink/ink1883.xml"/><Relationship Id="rId38" Type="http://schemas.openxmlformats.org/officeDocument/2006/relationships/customXml" Target="../ink/ink1888.xml"/><Relationship Id="rId46" Type="http://schemas.openxmlformats.org/officeDocument/2006/relationships/customXml" Target="../ink/ink1896.xml"/><Relationship Id="rId20" Type="http://schemas.openxmlformats.org/officeDocument/2006/relationships/customXml" Target="../ink/ink1870.xml"/><Relationship Id="rId41" Type="http://schemas.openxmlformats.org/officeDocument/2006/relationships/customXml" Target="../ink/ink1891.xml"/><Relationship Id="rId54" Type="http://schemas.openxmlformats.org/officeDocument/2006/relationships/customXml" Target="../ink/ink1904.xml"/><Relationship Id="rId1" Type="http://schemas.openxmlformats.org/officeDocument/2006/relationships/slideLayout" Target="../slideLayouts/slideLayout7.xml"/><Relationship Id="rId6" Type="http://schemas.openxmlformats.org/officeDocument/2006/relationships/customXml" Target="../ink/ink1856.xml"/><Relationship Id="rId15" Type="http://schemas.openxmlformats.org/officeDocument/2006/relationships/customXml" Target="../ink/ink1865.xml"/><Relationship Id="rId23" Type="http://schemas.openxmlformats.org/officeDocument/2006/relationships/customXml" Target="../ink/ink1873.xml"/><Relationship Id="rId28" Type="http://schemas.openxmlformats.org/officeDocument/2006/relationships/customXml" Target="../ink/ink1878.xml"/><Relationship Id="rId36" Type="http://schemas.openxmlformats.org/officeDocument/2006/relationships/customXml" Target="../ink/ink1886.xml"/><Relationship Id="rId49" Type="http://schemas.openxmlformats.org/officeDocument/2006/relationships/customXml" Target="../ink/ink1899.xml"/></Relationships>
</file>

<file path=ppt/slides/_rels/slide57.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09.wmf"/><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8" Type="http://schemas.openxmlformats.org/officeDocument/2006/relationships/customXml" Target="../ink/ink1912.xml"/><Relationship Id="rId13" Type="http://schemas.openxmlformats.org/officeDocument/2006/relationships/customXml" Target="../ink/ink1917.xml"/><Relationship Id="rId3" Type="http://schemas.openxmlformats.org/officeDocument/2006/relationships/customXml" Target="../ink/ink1907.xml"/><Relationship Id="rId7" Type="http://schemas.openxmlformats.org/officeDocument/2006/relationships/customXml" Target="../ink/ink1911.xml"/><Relationship Id="rId12" Type="http://schemas.openxmlformats.org/officeDocument/2006/relationships/customXml" Target="../ink/ink1916.xml"/><Relationship Id="rId2" Type="http://schemas.openxmlformats.org/officeDocument/2006/relationships/image" Target="../media/image110.wmf"/><Relationship Id="rId1" Type="http://schemas.openxmlformats.org/officeDocument/2006/relationships/slideLayout" Target="../slideLayouts/slideLayout7.xml"/><Relationship Id="rId6" Type="http://schemas.openxmlformats.org/officeDocument/2006/relationships/customXml" Target="../ink/ink1910.xml"/><Relationship Id="rId11" Type="http://schemas.openxmlformats.org/officeDocument/2006/relationships/customXml" Target="../ink/ink1915.xml"/><Relationship Id="rId5" Type="http://schemas.openxmlformats.org/officeDocument/2006/relationships/customXml" Target="../ink/ink1909.xml"/><Relationship Id="rId10" Type="http://schemas.openxmlformats.org/officeDocument/2006/relationships/customXml" Target="../ink/ink1914.xml"/><Relationship Id="rId4" Type="http://schemas.openxmlformats.org/officeDocument/2006/relationships/customXml" Target="../ink/ink1908.xml"/><Relationship Id="rId9" Type="http://schemas.openxmlformats.org/officeDocument/2006/relationships/customXml" Target="../ink/ink1913.xml"/></Relationships>
</file>

<file path=ppt/slides/_rels/slide63.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12.wmf"/><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customXml" Target="../ink/ink1918.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113.emf"/><Relationship Id="rId2" Type="http://schemas.openxmlformats.org/officeDocument/2006/relationships/oleObject" Target="../embeddings/oleObject72.bin"/><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115.wmf"/><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3" Type="http://schemas.openxmlformats.org/officeDocument/2006/relationships/customXml" Target="../ink/ink1930.xml"/><Relationship Id="rId18" Type="http://schemas.openxmlformats.org/officeDocument/2006/relationships/customXml" Target="../ink/ink1935.xml"/><Relationship Id="rId26" Type="http://schemas.openxmlformats.org/officeDocument/2006/relationships/customXml" Target="../ink/ink1943.xml"/><Relationship Id="rId39" Type="http://schemas.openxmlformats.org/officeDocument/2006/relationships/customXml" Target="../ink/ink1956.xml"/><Relationship Id="rId21" Type="http://schemas.openxmlformats.org/officeDocument/2006/relationships/customXml" Target="../ink/ink1938.xml"/><Relationship Id="rId34" Type="http://schemas.openxmlformats.org/officeDocument/2006/relationships/customXml" Target="../ink/ink1951.xml"/><Relationship Id="rId7" Type="http://schemas.openxmlformats.org/officeDocument/2006/relationships/customXml" Target="../ink/ink1924.xml"/><Relationship Id="rId12" Type="http://schemas.openxmlformats.org/officeDocument/2006/relationships/customXml" Target="../ink/ink1929.xml"/><Relationship Id="rId17" Type="http://schemas.openxmlformats.org/officeDocument/2006/relationships/customXml" Target="../ink/ink1934.xml"/><Relationship Id="rId25" Type="http://schemas.openxmlformats.org/officeDocument/2006/relationships/customXml" Target="../ink/ink1942.xml"/><Relationship Id="rId33" Type="http://schemas.openxmlformats.org/officeDocument/2006/relationships/customXml" Target="../ink/ink1950.xml"/><Relationship Id="rId38" Type="http://schemas.openxmlformats.org/officeDocument/2006/relationships/customXml" Target="../ink/ink1955.xml"/><Relationship Id="rId2" Type="http://schemas.openxmlformats.org/officeDocument/2006/relationships/customXml" Target="../ink/ink1919.xml"/><Relationship Id="rId16" Type="http://schemas.openxmlformats.org/officeDocument/2006/relationships/customXml" Target="../ink/ink1933.xml"/><Relationship Id="rId20" Type="http://schemas.openxmlformats.org/officeDocument/2006/relationships/customXml" Target="../ink/ink1937.xml"/><Relationship Id="rId29" Type="http://schemas.openxmlformats.org/officeDocument/2006/relationships/customXml" Target="../ink/ink1946.xml"/><Relationship Id="rId1" Type="http://schemas.openxmlformats.org/officeDocument/2006/relationships/slideLayout" Target="../slideLayouts/slideLayout7.xml"/><Relationship Id="rId6" Type="http://schemas.openxmlformats.org/officeDocument/2006/relationships/customXml" Target="../ink/ink1923.xml"/><Relationship Id="rId11" Type="http://schemas.openxmlformats.org/officeDocument/2006/relationships/customXml" Target="../ink/ink1928.xml"/><Relationship Id="rId24" Type="http://schemas.openxmlformats.org/officeDocument/2006/relationships/customXml" Target="../ink/ink1941.xml"/><Relationship Id="rId32" Type="http://schemas.openxmlformats.org/officeDocument/2006/relationships/customXml" Target="../ink/ink1949.xml"/><Relationship Id="rId37" Type="http://schemas.openxmlformats.org/officeDocument/2006/relationships/customXml" Target="../ink/ink1954.xml"/><Relationship Id="rId5" Type="http://schemas.openxmlformats.org/officeDocument/2006/relationships/customXml" Target="../ink/ink1922.xml"/><Relationship Id="rId15" Type="http://schemas.openxmlformats.org/officeDocument/2006/relationships/customXml" Target="../ink/ink1932.xml"/><Relationship Id="rId23" Type="http://schemas.openxmlformats.org/officeDocument/2006/relationships/customXml" Target="../ink/ink1940.xml"/><Relationship Id="rId28" Type="http://schemas.openxmlformats.org/officeDocument/2006/relationships/customXml" Target="../ink/ink1945.xml"/><Relationship Id="rId36" Type="http://schemas.openxmlformats.org/officeDocument/2006/relationships/customXml" Target="../ink/ink1953.xml"/><Relationship Id="rId10" Type="http://schemas.openxmlformats.org/officeDocument/2006/relationships/customXml" Target="../ink/ink1927.xml"/><Relationship Id="rId19" Type="http://schemas.openxmlformats.org/officeDocument/2006/relationships/customXml" Target="../ink/ink1936.xml"/><Relationship Id="rId31" Type="http://schemas.openxmlformats.org/officeDocument/2006/relationships/customXml" Target="../ink/ink1948.xml"/><Relationship Id="rId4" Type="http://schemas.openxmlformats.org/officeDocument/2006/relationships/customXml" Target="../ink/ink1921.xml"/><Relationship Id="rId9" Type="http://schemas.openxmlformats.org/officeDocument/2006/relationships/customXml" Target="../ink/ink1926.xml"/><Relationship Id="rId14" Type="http://schemas.openxmlformats.org/officeDocument/2006/relationships/customXml" Target="../ink/ink1931.xml"/><Relationship Id="rId22" Type="http://schemas.openxmlformats.org/officeDocument/2006/relationships/customXml" Target="../ink/ink1939.xml"/><Relationship Id="rId27" Type="http://schemas.openxmlformats.org/officeDocument/2006/relationships/customXml" Target="../ink/ink1944.xml"/><Relationship Id="rId30" Type="http://schemas.openxmlformats.org/officeDocument/2006/relationships/customXml" Target="../ink/ink1947.xml"/><Relationship Id="rId35" Type="http://schemas.openxmlformats.org/officeDocument/2006/relationships/customXml" Target="../ink/ink1952.xml"/><Relationship Id="rId8" Type="http://schemas.openxmlformats.org/officeDocument/2006/relationships/customXml" Target="../ink/ink1925.xml"/><Relationship Id="rId3" Type="http://schemas.openxmlformats.org/officeDocument/2006/relationships/customXml" Target="../ink/ink192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117.png"/><Relationship Id="rId7" Type="http://schemas.openxmlformats.org/officeDocument/2006/relationships/image" Target="../media/image121.png"/><Relationship Id="rId2" Type="http://schemas.openxmlformats.org/officeDocument/2006/relationships/image" Target="../media/image116.png"/><Relationship Id="rId1" Type="http://schemas.openxmlformats.org/officeDocument/2006/relationships/slideLayout" Target="../slideLayouts/slideLayout7.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s>
</file>

<file path=ppt/slides/_rels/slide77.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125.png"/><Relationship Id="rId7" Type="http://schemas.openxmlformats.org/officeDocument/2006/relationships/image" Target="../media/image129.png"/><Relationship Id="rId2" Type="http://schemas.openxmlformats.org/officeDocument/2006/relationships/image" Target="../media/image124.png"/><Relationship Id="rId1" Type="http://schemas.openxmlformats.org/officeDocument/2006/relationships/slideLayout" Target="../slideLayouts/slideLayout7.xml"/><Relationship Id="rId6" Type="http://schemas.openxmlformats.org/officeDocument/2006/relationships/image" Target="../media/image128.png"/><Relationship Id="rId5" Type="http://schemas.openxmlformats.org/officeDocument/2006/relationships/image" Target="../media/image127.png"/><Relationship Id="rId4" Type="http://schemas.openxmlformats.org/officeDocument/2006/relationships/image" Target="../media/image12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image" Target="../media/image130.wmf"/><Relationship Id="rId1" Type="http://schemas.openxmlformats.org/officeDocument/2006/relationships/slideLayout" Target="../slideLayouts/slideLayout7.xml"/><Relationship Id="rId4" Type="http://schemas.openxmlformats.org/officeDocument/2006/relationships/image" Target="../media/image132.png"/></Relationships>
</file>

<file path=ppt/slides/_rels/slide81.x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image" Target="../media/image133.wmf"/><Relationship Id="rId1" Type="http://schemas.openxmlformats.org/officeDocument/2006/relationships/slideLayout" Target="../slideLayouts/slideLayout7.xml"/><Relationship Id="rId5" Type="http://schemas.openxmlformats.org/officeDocument/2006/relationships/image" Target="../media/image136.wmf"/><Relationship Id="rId4" Type="http://schemas.openxmlformats.org/officeDocument/2006/relationships/image" Target="../media/image135.png"/></Relationships>
</file>

<file path=ppt/slides/_rels/slide82.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138.wmf"/><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139.wmf"/><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141.wmf"/><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143.wmf"/><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slideLayout" Target="../slideLayouts/slideLayout7.xml"/><Relationship Id="rId5" Type="http://schemas.openxmlformats.org/officeDocument/2006/relationships/image" Target="../media/image147.png"/><Relationship Id="rId4" Type="http://schemas.openxmlformats.org/officeDocument/2006/relationships/image" Target="../media/image1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00" name="图片 3"/>
          <p:cNvPicPr>
            <a:picLocks noChangeAspect="1"/>
          </p:cNvPicPr>
          <p:nvPr/>
        </p:nvPicPr>
        <p:blipFill rotWithShape="1">
          <a:blip r:embed="rId3">
            <a:duotone>
              <a:prstClr val="black"/>
              <a:srgbClr val="0070C0">
                <a:tint val="45000"/>
                <a:satMod val="400000"/>
              </a:srgbClr>
            </a:duotone>
          </a:blip>
          <a:srcRect t="44701" b="-1"/>
          <a:stretch>
            <a:fillRect/>
          </a:stretch>
        </p:blipFill>
        <p:spPr>
          <a:xfrm>
            <a:off x="-1853" y="6516140"/>
            <a:ext cx="12193856" cy="340526"/>
          </a:xfrm>
          <a:prstGeom prst="rect">
            <a:avLst/>
          </a:prstGeom>
        </p:spPr>
      </p:pic>
      <p:pic>
        <p:nvPicPr>
          <p:cNvPr id="2097201" name="图片 5"/>
          <p:cNvPicPr>
            <a:picLocks noChangeAspect="1"/>
          </p:cNvPicPr>
          <p:nvPr/>
        </p:nvPicPr>
        <p:blipFill rotWithShape="1">
          <a:blip r:embed="rId4">
            <a:duotone>
              <a:prstClr val="black"/>
              <a:srgbClr val="0070C0">
                <a:tint val="45000"/>
                <a:satMod val="400000"/>
              </a:srgbClr>
            </a:duotone>
          </a:blip>
          <a:srcRect l="1577" b="26536"/>
          <a:stretch>
            <a:fillRect/>
          </a:stretch>
        </p:blipFill>
        <p:spPr>
          <a:xfrm flipH="1">
            <a:off x="0" y="-3305"/>
            <a:ext cx="7998965" cy="3427661"/>
          </a:xfrm>
          <a:prstGeom prst="rect">
            <a:avLst/>
          </a:prstGeom>
        </p:spPr>
      </p:pic>
      <p:pic>
        <p:nvPicPr>
          <p:cNvPr id="2097202" name="图片 6"/>
          <p:cNvPicPr>
            <a:picLocks noChangeAspect="1"/>
          </p:cNvPicPr>
          <p:nvPr/>
        </p:nvPicPr>
        <p:blipFill rotWithShape="1">
          <a:blip r:embed="rId5">
            <a:duotone>
              <a:prstClr val="black"/>
              <a:srgbClr val="0070C0">
                <a:tint val="45000"/>
                <a:satMod val="400000"/>
              </a:srgbClr>
            </a:duotone>
          </a:blip>
          <a:srcRect l="36637" t="16732" b="56471"/>
          <a:stretch>
            <a:fillRect/>
          </a:stretch>
        </p:blipFill>
        <p:spPr>
          <a:xfrm>
            <a:off x="6221517" y="5039640"/>
            <a:ext cx="5970482" cy="1449610"/>
          </a:xfrm>
          <a:prstGeom prst="rect">
            <a:avLst/>
          </a:prstGeom>
        </p:spPr>
      </p:pic>
      <p:pic>
        <p:nvPicPr>
          <p:cNvPr id="2097203" name="图片 1"/>
          <p:cNvPicPr>
            <a:picLocks noChangeAspect="1" noChangeArrowheads="1"/>
          </p:cNvPicPr>
          <p:nvPr/>
        </p:nvPicPr>
        <p:blipFill>
          <a:blip r:embed="rId6"/>
          <a:srcRect/>
          <a:stretch>
            <a:fillRect/>
          </a:stretch>
        </p:blipFill>
        <p:spPr bwMode="auto">
          <a:xfrm>
            <a:off x="141288" y="58738"/>
            <a:ext cx="3543300" cy="673100"/>
          </a:xfrm>
          <a:prstGeom prst="rect">
            <a:avLst/>
          </a:prstGeom>
          <a:noFill/>
          <a:ln>
            <a:noFill/>
          </a:ln>
        </p:spPr>
      </p:pic>
      <p:sp>
        <p:nvSpPr>
          <p:cNvPr id="1049050" name="Rectangle 3"/>
          <p:cNvSpPr txBox="1"/>
          <p:nvPr/>
        </p:nvSpPr>
        <p:spPr>
          <a:xfrm>
            <a:off x="858838" y="2398713"/>
            <a:ext cx="10725150" cy="817562"/>
          </a:xfrm>
          <a:prstGeom prst="rect">
            <a:avLst/>
          </a:prstGeom>
          <a:noFill/>
          <a:ln w="9525">
            <a:noFill/>
          </a:ln>
        </p:spPr>
        <p:txBody>
          <a:bodyPr anchor="ctr"/>
          <a:lstStyle/>
          <a:p>
            <a:pPr algn="ctr" defTabSz="914034" eaLnBrk="1" hangingPunct="1"/>
            <a:r>
              <a:rPr lang="zh-CN" altLang="en-US" sz="5998" b="1" dirty="0">
                <a:solidFill>
                  <a:srgbClr val="004C54"/>
                </a:solidFill>
                <a:latin typeface="微软雅黑" panose="020B0503020204020204" pitchFamily="34" charset="-122"/>
                <a:ea typeface="微软雅黑" panose="020B0503020204020204" pitchFamily="34" charset="-122"/>
              </a:rPr>
              <a:t>数学形态学</a:t>
            </a:r>
          </a:p>
        </p:txBody>
      </p:sp>
      <p:sp>
        <p:nvSpPr>
          <p:cNvPr id="1049051" name="Text Box 11"/>
          <p:cNvSpPr txBox="1">
            <a:spLocks noChangeArrowheads="1"/>
          </p:cNvSpPr>
          <p:nvPr/>
        </p:nvSpPr>
        <p:spPr bwMode="auto">
          <a:xfrm>
            <a:off x="1892300" y="3962400"/>
            <a:ext cx="7920038" cy="1143000"/>
          </a:xfrm>
          <a:prstGeom prst="rect">
            <a:avLst/>
          </a:prstGeom>
          <a:noFill/>
          <a:ln>
            <a:noFill/>
          </a:ln>
        </p:spPr>
        <p:txBody>
          <a:bodyPr>
            <a:spAutoFit/>
          </a:bodyPr>
          <a:lstStyle>
            <a:lvl1pPr indent="457200">
              <a:spcBef>
                <a:spcPct val="20000"/>
              </a:spcBef>
              <a:buChar char="•"/>
              <a:defRPr sz="19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900">
                <a:solidFill>
                  <a:schemeClr val="accent1"/>
                </a:solidFill>
                <a:latin typeface="Arial" panose="020B0604020202020204" pitchFamily="34" charset="0"/>
                <a:ea typeface="仿宋_GB2312"/>
                <a:cs typeface="仿宋_GB2312"/>
              </a:defRPr>
            </a:lvl2pPr>
            <a:lvl3pPr marL="1143000" indent="-228600">
              <a:spcBef>
                <a:spcPct val="20000"/>
              </a:spcBef>
              <a:buChar char="•"/>
              <a:defRPr sz="23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9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9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9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9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9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900">
                <a:solidFill>
                  <a:schemeClr val="tx1"/>
                </a:solidFill>
                <a:latin typeface="Arial" panose="020B0604020202020204" pitchFamily="34" charset="0"/>
                <a:ea typeface="宋体" panose="02010600030101010101" pitchFamily="2" charset="-122"/>
                <a:cs typeface="仿宋_GB2312"/>
              </a:defRPr>
            </a:lvl9pPr>
          </a:lstStyle>
          <a:p>
            <a:pPr algn="ctr" eaLnBrk="1" hangingPunct="1">
              <a:spcBef>
                <a:spcPct val="50000"/>
              </a:spcBef>
              <a:buFontTx/>
              <a:buNone/>
            </a:pPr>
            <a:r>
              <a:rPr lang="zh-CN" altLang="en-US" sz="2800" dirty="0">
                <a:solidFill>
                  <a:srgbClr val="004C54"/>
                </a:solidFill>
                <a:latin typeface="黑体" panose="02010609060101010101" pitchFamily="49" charset="-122"/>
                <a:ea typeface="黑体" panose="02010609060101010101" pitchFamily="49" charset="-122"/>
              </a:rPr>
              <a:t>白相志</a:t>
            </a:r>
            <a:endParaRPr lang="en-US" altLang="zh-CN" sz="2800" dirty="0">
              <a:solidFill>
                <a:srgbClr val="004C54"/>
              </a:solidFill>
              <a:latin typeface="黑体" panose="02010609060101010101" pitchFamily="49" charset="-122"/>
              <a:ea typeface="黑体" panose="02010609060101010101" pitchFamily="49" charset="-122"/>
            </a:endParaRPr>
          </a:p>
          <a:p>
            <a:pPr algn="ctr" eaLnBrk="1" hangingPunct="1">
              <a:spcBef>
                <a:spcPct val="50000"/>
              </a:spcBef>
              <a:buFontTx/>
              <a:buNone/>
            </a:pPr>
            <a:r>
              <a:rPr lang="zh-CN" altLang="en-US" sz="2800" dirty="0">
                <a:solidFill>
                  <a:srgbClr val="004C54"/>
                </a:solidFill>
                <a:latin typeface="黑体" panose="02010609060101010101" pitchFamily="49" charset="-122"/>
                <a:ea typeface="黑体" panose="02010609060101010101" pitchFamily="49" charset="-122"/>
              </a:rPr>
              <a:t>北京航空航天大学    图像中心</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049054" name="TextBox 27"/>
          <p:cNvSpPr txBox="1"/>
          <p:nvPr/>
        </p:nvSpPr>
        <p:spPr>
          <a:xfrm>
            <a:off x="1012825" y="2062163"/>
            <a:ext cx="4907281" cy="3615691"/>
          </a:xfrm>
          <a:prstGeom prst="rect">
            <a:avLst/>
          </a:prstGeom>
          <a:noFill/>
          <a:ln w="9525">
            <a:noFill/>
          </a:ln>
        </p:spPr>
        <p:txBody>
          <a:bodyPr wrap="none">
            <a:spAutoFit/>
          </a:bodyPr>
          <a:lstStyle/>
          <a:p>
            <a:pPr eaLnBrk="1" hangingPunct="1">
              <a:lnSpc>
                <a:spcPct val="150000"/>
              </a:lnSpc>
            </a:pPr>
            <a:r>
              <a:rPr lang="zh-CN" altLang="en-US" sz="3199" dirty="0">
                <a:latin typeface="黑体" panose="02010609060101010101" pitchFamily="49" charset="-122"/>
                <a:ea typeface="黑体" panose="02010609060101010101" pitchFamily="49" charset="-122"/>
              </a:rPr>
              <a:t>一、数学形态学概述</a:t>
            </a:r>
          </a:p>
          <a:p>
            <a:pPr eaLnBrk="1" hangingPunct="1">
              <a:lnSpc>
                <a:spcPct val="150000"/>
              </a:lnSpc>
            </a:pPr>
            <a:r>
              <a:rPr lang="zh-CN" altLang="en-US" sz="3199" dirty="0">
                <a:solidFill>
                  <a:srgbClr val="B3B3B3"/>
                </a:solidFill>
                <a:latin typeface="黑体" panose="02010609060101010101" pitchFamily="49" charset="-122"/>
                <a:ea typeface="黑体" panose="02010609060101010101" pitchFamily="49" charset="-122"/>
              </a:rPr>
              <a:t>二、数学形态学基本算法</a:t>
            </a:r>
          </a:p>
          <a:p>
            <a:pPr eaLnBrk="1" hangingPunct="1">
              <a:lnSpc>
                <a:spcPct val="150000"/>
              </a:lnSpc>
            </a:pPr>
            <a:r>
              <a:rPr lang="zh-CN" altLang="en-US" sz="3199" dirty="0">
                <a:solidFill>
                  <a:srgbClr val="B3B3B3"/>
                </a:solidFill>
                <a:latin typeface="黑体" panose="02010609060101010101" pitchFamily="49" charset="-122"/>
                <a:ea typeface="黑体" panose="02010609060101010101" pitchFamily="49" charset="-122"/>
              </a:rPr>
              <a:t>三、二值图像的形态学处理</a:t>
            </a:r>
          </a:p>
          <a:p>
            <a:pPr eaLnBrk="1" hangingPunct="1">
              <a:lnSpc>
                <a:spcPct val="150000"/>
              </a:lnSpc>
            </a:pPr>
            <a:r>
              <a:rPr lang="zh-CN" altLang="en-US" sz="3199" dirty="0">
                <a:solidFill>
                  <a:srgbClr val="B3B3B3"/>
                </a:solidFill>
                <a:latin typeface="黑体" panose="02010609060101010101" pitchFamily="49" charset="-122"/>
                <a:ea typeface="黑体" panose="02010609060101010101" pitchFamily="49" charset="-122"/>
              </a:rPr>
              <a:t>四、灰值形态学</a:t>
            </a:r>
            <a:endParaRPr lang="en-US" altLang="zh-CN" sz="3199" dirty="0">
              <a:solidFill>
                <a:srgbClr val="B3B3B3"/>
              </a:solidFill>
              <a:latin typeface="黑体" panose="02010609060101010101" pitchFamily="49" charset="-122"/>
              <a:ea typeface="黑体" panose="02010609060101010101" pitchFamily="49" charset="-122"/>
            </a:endParaRPr>
          </a:p>
          <a:p>
            <a:pPr eaLnBrk="1" hangingPunct="1">
              <a:lnSpc>
                <a:spcPct val="150000"/>
              </a:lnSpc>
            </a:pPr>
            <a:r>
              <a:rPr lang="zh-CN" altLang="en-US" sz="3199" dirty="0">
                <a:solidFill>
                  <a:srgbClr val="B3B3B3"/>
                </a:solidFill>
                <a:latin typeface="黑体" panose="02010609060101010101" pitchFamily="49" charset="-122"/>
                <a:ea typeface="黑体" panose="02010609060101010101" pitchFamily="49" charset="-122"/>
              </a:rPr>
              <a:t>五、分水岭算法</a:t>
            </a:r>
          </a:p>
        </p:txBody>
      </p:sp>
      <p:sp>
        <p:nvSpPr>
          <p:cNvPr id="1049055" name="TextBox 27"/>
          <p:cNvSpPr txBox="1"/>
          <p:nvPr/>
        </p:nvSpPr>
        <p:spPr>
          <a:xfrm>
            <a:off x="1012825" y="177800"/>
            <a:ext cx="9702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目录</a:t>
            </a:r>
          </a:p>
        </p:txBody>
      </p:sp>
      <p:sp>
        <p:nvSpPr>
          <p:cNvPr id="1049056"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57" name="矩形 4"/>
          <p:cNvSpPr>
            <a:spLocks noChangeArrowheads="1"/>
          </p:cNvSpPr>
          <p:nvPr/>
        </p:nvSpPr>
        <p:spPr bwMode="auto">
          <a:xfrm>
            <a:off x="1754188" y="1198563"/>
            <a:ext cx="9036050" cy="1695450"/>
          </a:xfrm>
          <a:prstGeom prst="rect">
            <a:avLst/>
          </a:prstGeom>
          <a:solidFill>
            <a:schemeClr val="tx2"/>
          </a:solidFill>
          <a:ln w="9525">
            <a:solidFill>
              <a:schemeClr val="bg2"/>
            </a:solidFill>
            <a:bevel/>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49058" name="TextBox 15"/>
          <p:cNvSpPr txBox="1"/>
          <p:nvPr/>
        </p:nvSpPr>
        <p:spPr>
          <a:xfrm>
            <a:off x="1993900" y="1296988"/>
            <a:ext cx="8796338" cy="1463040"/>
          </a:xfrm>
          <a:prstGeom prst="rect">
            <a:avLst/>
          </a:prstGeom>
          <a:noFill/>
          <a:ln w="9525">
            <a:noFill/>
          </a:ln>
        </p:spPr>
        <p:txBody>
          <a:bodyPr>
            <a:spAutoFit/>
          </a:bodyPr>
          <a:lstStyle/>
          <a:p>
            <a:pPr eaLnBrk="1" hangingPunct="1">
              <a:lnSpc>
                <a:spcPct val="150000"/>
              </a:lnSpc>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起源</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：数学形态学（</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Mathematics  Morphology</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）形成于</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1964</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年，法国巴黎矿业学院马瑟荣（</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G. </a:t>
            </a:r>
            <a:r>
              <a:rPr lang="en-US" altLang="zh-CN" sz="2000" dirty="0" err="1">
                <a:latin typeface="Times New Roman" panose="02020603050405020304" pitchFamily="18" charset="0"/>
                <a:ea typeface="黑体" panose="02010609060101010101" pitchFamily="49" charset="-122"/>
                <a:cs typeface="Times New Roman" panose="02020603050405020304" pitchFamily="18" charset="0"/>
              </a:rPr>
              <a:t>Matheron</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）和其学生赛拉（</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J. Serra</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）从事铁矿核的定量岩石学分析，提出了该理论。</a:t>
            </a:r>
            <a:endParaRPr lang="zh-CN" altLang="en-US" sz="1999" dirty="0">
              <a:solidFill>
                <a:schemeClr val="accent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49059" name="Freeform 12"/>
          <p:cNvSpPr/>
          <p:nvPr/>
        </p:nvSpPr>
        <p:spPr bwMode="auto">
          <a:xfrm>
            <a:off x="1617663" y="1052513"/>
            <a:ext cx="527050" cy="530225"/>
          </a:xfrm>
          <a:custGeom>
            <a:avLst/>
            <a:gdLst>
              <a:gd name="T0" fmla="*/ 0 w 1446"/>
              <a:gd name="T1" fmla="*/ 0 h 1446"/>
              <a:gd name="T2" fmla="*/ 2147483646 w 1446"/>
              <a:gd name="T3" fmla="*/ 0 h 1446"/>
              <a:gd name="T4" fmla="*/ 2147483646 w 1446"/>
              <a:gd name="T5" fmla="*/ 2147483646 h 1446"/>
              <a:gd name="T6" fmla="*/ 2147483646 w 1446"/>
              <a:gd name="T7" fmla="*/ 2147483646 h 1446"/>
              <a:gd name="T8" fmla="*/ 2147483646 w 1446"/>
              <a:gd name="T9" fmla="*/ 2147483646 h 1446"/>
              <a:gd name="T10" fmla="*/ 0 w 1446"/>
              <a:gd name="T11" fmla="*/ 2147483646 h 1446"/>
              <a:gd name="T12" fmla="*/ 0 w 1446"/>
              <a:gd name="T13" fmla="*/ 0 h 1446"/>
              <a:gd name="T14" fmla="*/ 0 60000 65536"/>
              <a:gd name="T15" fmla="*/ 0 60000 65536"/>
              <a:gd name="T16" fmla="*/ 0 60000 65536"/>
              <a:gd name="T17" fmla="*/ 0 60000 65536"/>
              <a:gd name="T18" fmla="*/ 0 60000 65536"/>
              <a:gd name="T19" fmla="*/ 0 60000 65536"/>
              <a:gd name="T20" fmla="*/ 0 60000 65536"/>
              <a:gd name="T21" fmla="*/ 0 w 1446"/>
              <a:gd name="T22" fmla="*/ 0 h 1446"/>
              <a:gd name="T23" fmla="*/ 1446 w 1446"/>
              <a:gd name="T24" fmla="*/ 1446 h 14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6" h="1446">
                <a:moveTo>
                  <a:pt x="0" y="0"/>
                </a:moveTo>
                <a:lnTo>
                  <a:pt x="1446" y="0"/>
                </a:lnTo>
                <a:lnTo>
                  <a:pt x="1446" y="458"/>
                </a:lnTo>
                <a:lnTo>
                  <a:pt x="438" y="458"/>
                </a:lnTo>
                <a:lnTo>
                  <a:pt x="438" y="1446"/>
                </a:lnTo>
                <a:lnTo>
                  <a:pt x="0" y="1446"/>
                </a:lnTo>
                <a:lnTo>
                  <a:pt x="0" y="0"/>
                </a:lnTo>
                <a:close/>
              </a:path>
            </a:pathLst>
          </a:custGeom>
          <a:solidFill>
            <a:srgbClr val="113E6A"/>
          </a:solidFill>
          <a:ln>
            <a:noFill/>
          </a:ln>
        </p:spPr>
        <p:txBody>
          <a:bodyPr/>
          <a:lstStyle/>
          <a:p>
            <a:endParaRPr lang="zh-CN" altLang="en-US"/>
          </a:p>
        </p:txBody>
      </p:sp>
      <p:sp>
        <p:nvSpPr>
          <p:cNvPr id="1049060" name="Freeform 12"/>
          <p:cNvSpPr/>
          <p:nvPr/>
        </p:nvSpPr>
        <p:spPr bwMode="auto">
          <a:xfrm flipH="1" flipV="1">
            <a:off x="10409238" y="2533650"/>
            <a:ext cx="528637" cy="530225"/>
          </a:xfrm>
          <a:custGeom>
            <a:avLst/>
            <a:gdLst>
              <a:gd name="T0" fmla="*/ 0 w 1446"/>
              <a:gd name="T1" fmla="*/ 0 h 1446"/>
              <a:gd name="T2" fmla="*/ 2147483646 w 1446"/>
              <a:gd name="T3" fmla="*/ 0 h 1446"/>
              <a:gd name="T4" fmla="*/ 2147483646 w 1446"/>
              <a:gd name="T5" fmla="*/ 2147483646 h 1446"/>
              <a:gd name="T6" fmla="*/ 2147483646 w 1446"/>
              <a:gd name="T7" fmla="*/ 2147483646 h 1446"/>
              <a:gd name="T8" fmla="*/ 2147483646 w 1446"/>
              <a:gd name="T9" fmla="*/ 2147483646 h 1446"/>
              <a:gd name="T10" fmla="*/ 0 w 1446"/>
              <a:gd name="T11" fmla="*/ 2147483646 h 1446"/>
              <a:gd name="T12" fmla="*/ 0 w 1446"/>
              <a:gd name="T13" fmla="*/ 0 h 1446"/>
              <a:gd name="T14" fmla="*/ 0 60000 65536"/>
              <a:gd name="T15" fmla="*/ 0 60000 65536"/>
              <a:gd name="T16" fmla="*/ 0 60000 65536"/>
              <a:gd name="T17" fmla="*/ 0 60000 65536"/>
              <a:gd name="T18" fmla="*/ 0 60000 65536"/>
              <a:gd name="T19" fmla="*/ 0 60000 65536"/>
              <a:gd name="T20" fmla="*/ 0 60000 65536"/>
              <a:gd name="T21" fmla="*/ 0 w 1446"/>
              <a:gd name="T22" fmla="*/ 0 h 1446"/>
              <a:gd name="T23" fmla="*/ 1446 w 1446"/>
              <a:gd name="T24" fmla="*/ 1446 h 14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6" h="1446">
                <a:moveTo>
                  <a:pt x="0" y="0"/>
                </a:moveTo>
                <a:lnTo>
                  <a:pt x="1446" y="0"/>
                </a:lnTo>
                <a:lnTo>
                  <a:pt x="1446" y="458"/>
                </a:lnTo>
                <a:lnTo>
                  <a:pt x="438" y="458"/>
                </a:lnTo>
                <a:lnTo>
                  <a:pt x="438" y="1446"/>
                </a:lnTo>
                <a:lnTo>
                  <a:pt x="0" y="1446"/>
                </a:lnTo>
                <a:lnTo>
                  <a:pt x="0" y="0"/>
                </a:lnTo>
                <a:close/>
              </a:path>
            </a:pathLst>
          </a:custGeom>
          <a:solidFill>
            <a:srgbClr val="113E6A"/>
          </a:solidFill>
          <a:ln>
            <a:noFill/>
          </a:ln>
        </p:spPr>
        <p:txBody>
          <a:bodyPr/>
          <a:lstStyle/>
          <a:p>
            <a:endParaRPr lang="zh-CN" altLang="en-US"/>
          </a:p>
        </p:txBody>
      </p:sp>
      <p:sp>
        <p:nvSpPr>
          <p:cNvPr id="1049061" name="TextBox 27"/>
          <p:cNvSpPr txBox="1"/>
          <p:nvPr/>
        </p:nvSpPr>
        <p:spPr>
          <a:xfrm>
            <a:off x="1012825" y="177800"/>
            <a:ext cx="37261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一、数学形态学概述</a:t>
            </a:r>
          </a:p>
        </p:txBody>
      </p:sp>
      <p:sp>
        <p:nvSpPr>
          <p:cNvPr id="1049062"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49063" name="Text Box 2"/>
          <p:cNvSpPr txBox="1">
            <a:spLocks noChangeArrowheads="1"/>
          </p:cNvSpPr>
          <p:nvPr/>
        </p:nvSpPr>
        <p:spPr bwMode="auto">
          <a:xfrm>
            <a:off x="1773238" y="3429000"/>
            <a:ext cx="9017000" cy="1920240"/>
          </a:xfrm>
          <a:prstGeom prst="rect">
            <a:avLst/>
          </a:prstGeom>
          <a:noFill/>
          <a:ln>
            <a:noFill/>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Aft>
                <a:spcPct val="50000"/>
              </a:spcAft>
            </a:pPr>
            <a:r>
              <a:rPr lang="zh-CN" altLang="en-US" sz="2000" b="1" dirty="0">
                <a:latin typeface="黑体" panose="02010609060101010101" pitchFamily="49" charset="-122"/>
                <a:ea typeface="黑体" panose="02010609060101010101" pitchFamily="49" charset="-122"/>
                <a:cs typeface="Times New Roman" panose="02020603050405020304" pitchFamily="18" charset="0"/>
              </a:rPr>
              <a:t>发展</a:t>
            </a:r>
            <a:r>
              <a:rPr lang="zh-CN" altLang="en-US" sz="2000" dirty="0">
                <a:latin typeface="黑体" panose="02010609060101010101" pitchFamily="49" charset="-122"/>
                <a:ea typeface="黑体" panose="02010609060101010101" pitchFamily="49" charset="-122"/>
                <a:cs typeface="Times New Roman" panose="02020603050405020304" pitchFamily="18" charset="0"/>
              </a:rPr>
              <a:t>：数学形态学是一门建立在严格数学理论基础上的学科，其基本思想和方法对</a:t>
            </a:r>
            <a:r>
              <a:rPr lang="zh-CN" altLang="en-US" sz="2000" b="1" dirty="0">
                <a:latin typeface="黑体" panose="02010609060101010101" pitchFamily="49" charset="-122"/>
                <a:ea typeface="黑体" panose="02010609060101010101" pitchFamily="49" charset="-122"/>
                <a:cs typeface="Times New Roman" panose="02020603050405020304" pitchFamily="18" charset="0"/>
              </a:rPr>
              <a:t>图像处理的理论和技术</a:t>
            </a:r>
            <a:r>
              <a:rPr lang="zh-CN" altLang="en-US" sz="2000" dirty="0">
                <a:latin typeface="黑体" panose="02010609060101010101" pitchFamily="49" charset="-122"/>
                <a:ea typeface="黑体" panose="02010609060101010101" pitchFamily="49" charset="-122"/>
                <a:cs typeface="Times New Roman" panose="02020603050405020304" pitchFamily="18" charset="0"/>
              </a:rPr>
              <a:t>产生了重大的影响。目前，形态学图像处理已成为数字图像处理的一个主要研究领域。在</a:t>
            </a:r>
            <a:r>
              <a:rPr lang="zh-CN" altLang="en-US" sz="20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文字识别，显微图像分析、医学图像、工业检测、机器人视觉</a:t>
            </a:r>
            <a:r>
              <a:rPr lang="zh-CN" altLang="en-US" sz="2000" dirty="0">
                <a:latin typeface="黑体" panose="02010609060101010101" pitchFamily="49" charset="-122"/>
                <a:ea typeface="黑体" panose="02010609060101010101" pitchFamily="49" charset="-122"/>
                <a:cs typeface="Times New Roman" panose="02020603050405020304" pitchFamily="18" charset="0"/>
              </a:rPr>
              <a:t>都有很成功的应用。</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4" name="TextBox 27"/>
          <p:cNvSpPr txBox="1"/>
          <p:nvPr/>
        </p:nvSpPr>
        <p:spPr>
          <a:xfrm>
            <a:off x="1012825" y="177800"/>
            <a:ext cx="37261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一、数学形态学概述</a:t>
            </a:r>
          </a:p>
        </p:txBody>
      </p:sp>
      <p:sp>
        <p:nvSpPr>
          <p:cNvPr id="1049065"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49066" name="Text Box 3"/>
          <p:cNvSpPr txBox="1">
            <a:spLocks noChangeArrowheads="1"/>
          </p:cNvSpPr>
          <p:nvPr/>
        </p:nvSpPr>
        <p:spPr bwMode="auto">
          <a:xfrm>
            <a:off x="1127125" y="1412875"/>
            <a:ext cx="10009188" cy="3116263"/>
          </a:xfrm>
          <a:prstGeom prst="rect">
            <a:avLst/>
          </a:prstGeom>
          <a:noFill/>
          <a:ln>
            <a:noFill/>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Aft>
                <a:spcPct val="50000"/>
              </a:spcAft>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定义</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p>
          <a:p>
            <a:pPr eaLnBrk="1" hangingPunct="1">
              <a:lnSpc>
                <a:spcPct val="150000"/>
              </a:lnSpc>
              <a:spcAft>
                <a:spcPct val="50000"/>
              </a:spcAft>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数学形态学（</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Mathematical Morphology</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）是分析几何形状和结构的数学方法，它建立在集合代数的基础上，是用集合论方法定量描述目标几何结构的学科。</a:t>
            </a:r>
          </a:p>
          <a:p>
            <a:pPr eaLnBrk="1" hangingPunct="1">
              <a:lnSpc>
                <a:spcPct val="150000"/>
              </a:lnSpc>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这种结构表示的可以是分析对象的</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宏观</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性质，例如，在分析一个工具或印刷字符的形状时，研究的就是其宏观结构；也可以是</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微观</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性质，例如，在分析颗粒分布或由小的基元产生的纹理时，研究的便是微观结构。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7" name="TextBox 27"/>
          <p:cNvSpPr txBox="1"/>
          <p:nvPr/>
        </p:nvSpPr>
        <p:spPr>
          <a:xfrm>
            <a:off x="1012825" y="177800"/>
            <a:ext cx="37261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一、数学形态学概述</a:t>
            </a:r>
          </a:p>
        </p:txBody>
      </p:sp>
      <p:sp>
        <p:nvSpPr>
          <p:cNvPr id="1049068"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49069" name="Text Box 2"/>
          <p:cNvSpPr txBox="1">
            <a:spLocks noChangeArrowheads="1"/>
          </p:cNvSpPr>
          <p:nvPr/>
        </p:nvSpPr>
        <p:spPr bwMode="auto">
          <a:xfrm>
            <a:off x="1119188" y="1289050"/>
            <a:ext cx="10090150" cy="1477328"/>
          </a:xfrm>
          <a:prstGeom prst="rect">
            <a:avLst/>
          </a:prstGeom>
          <a:noFill/>
          <a:ln>
            <a:noFill/>
          </a:ln>
          <a:effectLst/>
        </p:spPr>
        <p:txBody>
          <a:bodyPr>
            <a:spAutoFit/>
          </a:bodyPr>
          <a:lstStyle/>
          <a:p>
            <a:pPr eaLnBrk="1" hangingPunct="1">
              <a:lnSpc>
                <a:spcPct val="150000"/>
              </a:lnSpc>
            </a:pPr>
            <a:r>
              <a:rPr lang="zh-CN" altLang="en-US" sz="2000" b="1" dirty="0">
                <a:solidFill>
                  <a:schemeClr val="bg1">
                    <a:lumMod val="50000"/>
                  </a:schemeClr>
                </a:solidFill>
                <a:latin typeface="黑体" panose="02010609060101010101" pitchFamily="49" charset="-122"/>
                <a:ea typeface="黑体" panose="02010609060101010101" pitchFamily="49" charset="-122"/>
              </a:rPr>
              <a:t>形态学研究几何结构的基本思想</a:t>
            </a:r>
            <a:r>
              <a:rPr lang="zh-CN" altLang="en-US" sz="2000" dirty="0">
                <a:solidFill>
                  <a:schemeClr val="bg1">
                    <a:lumMod val="50000"/>
                  </a:schemeClr>
                </a:solidFill>
                <a:latin typeface="黑体" panose="02010609060101010101" pitchFamily="49" charset="-122"/>
                <a:ea typeface="黑体" panose="02010609060101010101" pitchFamily="49" charset="-122"/>
              </a:rPr>
              <a:t>：</a:t>
            </a:r>
            <a:endParaRPr lang="en-GB" altLang="zh-CN" sz="2000" dirty="0">
              <a:solidFill>
                <a:schemeClr val="bg1">
                  <a:lumMod val="50000"/>
                </a:schemeClr>
              </a:solidFill>
              <a:latin typeface="黑体" panose="02010609060101010101" pitchFamily="49" charset="-122"/>
              <a:ea typeface="黑体" panose="02010609060101010101" pitchFamily="49" charset="-122"/>
            </a:endParaRPr>
          </a:p>
          <a:p>
            <a:pPr eaLnBrk="1" hangingPunct="1">
              <a:lnSpc>
                <a:spcPct val="150000"/>
              </a:lnSpc>
            </a:pPr>
            <a:r>
              <a:rPr lang="zh-CN" altLang="en-US" sz="2000" dirty="0">
                <a:solidFill>
                  <a:schemeClr val="bg1">
                    <a:lumMod val="50000"/>
                  </a:schemeClr>
                </a:solidFill>
                <a:latin typeface="黑体" panose="02010609060101010101" pitchFamily="49" charset="-122"/>
                <a:ea typeface="黑体" panose="02010609060101010101" pitchFamily="49" charset="-122"/>
              </a:rPr>
              <a:t>    利用一个</a:t>
            </a:r>
            <a:r>
              <a:rPr lang="zh-CN" altLang="en-US" sz="2000" dirty="0">
                <a:solidFill>
                  <a:srgbClr val="FF0000"/>
                </a:solidFill>
                <a:latin typeface="黑体" panose="02010609060101010101" pitchFamily="49" charset="-122"/>
                <a:ea typeface="黑体" panose="02010609060101010101" pitchFamily="49" charset="-122"/>
              </a:rPr>
              <a:t>结构元素</a:t>
            </a:r>
            <a:r>
              <a:rPr lang="zh-CN" altLang="en-US" sz="2000" dirty="0">
                <a:solidFill>
                  <a:schemeClr val="bg1">
                    <a:lumMod val="50000"/>
                  </a:schemeClr>
                </a:solidFill>
                <a:latin typeface="黑体" panose="02010609060101010101" pitchFamily="49" charset="-122"/>
                <a:ea typeface="黑体" panose="02010609060101010101" pitchFamily="49" charset="-122"/>
              </a:rPr>
              <a:t>（相当于模板）去探测一个图像，看是否能将这个结构元素很好地填放在图像的内部，同时验证填放结构元素的方法是否有效。</a:t>
            </a:r>
          </a:p>
        </p:txBody>
      </p:sp>
      <p:sp>
        <p:nvSpPr>
          <p:cNvPr id="1049070" name="Text Box 3"/>
          <p:cNvSpPr txBox="1">
            <a:spLocks noChangeArrowheads="1"/>
          </p:cNvSpPr>
          <p:nvPr/>
        </p:nvSpPr>
        <p:spPr bwMode="auto">
          <a:xfrm>
            <a:off x="5888038" y="3402013"/>
            <a:ext cx="5156200" cy="2400657"/>
          </a:xfrm>
          <a:prstGeom prst="rect">
            <a:avLst/>
          </a:prstGeom>
          <a:noFill/>
          <a:ln>
            <a:noFill/>
          </a:ln>
          <a:effectLst/>
        </p:spPr>
        <p:txBody>
          <a:bodyPr>
            <a:spAutoFit/>
          </a:bodyPr>
          <a:lstStyle/>
          <a:p>
            <a:pPr eaLnBrk="1" hangingPunct="1">
              <a:lnSpc>
                <a:spcPct val="150000"/>
              </a:lnSpc>
            </a:pPr>
            <a:r>
              <a:rPr lang="en-US" altLang="zh-CN" dirty="0">
                <a:solidFill>
                  <a:schemeClr val="bg1">
                    <a:lumMod val="50000"/>
                  </a:schemeClr>
                </a:solidFill>
                <a:latin typeface="黑体" panose="02010609060101010101" pitchFamily="49" charset="-122"/>
                <a:ea typeface="黑体" panose="02010609060101010101" pitchFamily="49" charset="-122"/>
              </a:rPr>
              <a:t>    </a:t>
            </a:r>
            <a:r>
              <a:rPr lang="zh-CN" altLang="en-US" sz="2000" dirty="0">
                <a:solidFill>
                  <a:schemeClr val="bg1">
                    <a:lumMod val="50000"/>
                  </a:schemeClr>
                </a:solidFill>
                <a:latin typeface="黑体" panose="02010609060101010101" pitchFamily="49" charset="-122"/>
                <a:ea typeface="黑体" panose="02010609060101010101" pitchFamily="49" charset="-122"/>
              </a:rPr>
              <a:t>通过对图像内适合放入结构元素的位置做标记，就可得到关于图像结构的信息。</a:t>
            </a:r>
            <a:r>
              <a:rPr lang="zh-CN" altLang="en-US" sz="2000" u="sng" dirty="0">
                <a:solidFill>
                  <a:schemeClr val="bg1">
                    <a:lumMod val="50000"/>
                  </a:schemeClr>
                </a:solidFill>
                <a:latin typeface="黑体" panose="02010609060101010101" pitchFamily="49" charset="-122"/>
                <a:ea typeface="黑体" panose="02010609060101010101" pitchFamily="49" charset="-122"/>
              </a:rPr>
              <a:t>这些信息与</a:t>
            </a:r>
            <a:r>
              <a:rPr lang="zh-CN" altLang="en-US" sz="2000" u="sng" dirty="0">
                <a:solidFill>
                  <a:srgbClr val="FF0000"/>
                </a:solidFill>
                <a:latin typeface="黑体" panose="02010609060101010101" pitchFamily="49" charset="-122"/>
                <a:ea typeface="黑体" panose="02010609060101010101" pitchFamily="49" charset="-122"/>
              </a:rPr>
              <a:t>结构元素的尺寸和形状</a:t>
            </a:r>
            <a:r>
              <a:rPr lang="zh-CN" altLang="en-US" sz="2000" u="sng" dirty="0">
                <a:solidFill>
                  <a:schemeClr val="bg1">
                    <a:lumMod val="50000"/>
                  </a:schemeClr>
                </a:solidFill>
                <a:latin typeface="黑体" panose="02010609060101010101" pitchFamily="49" charset="-122"/>
                <a:ea typeface="黑体" panose="02010609060101010101" pitchFamily="49" charset="-122"/>
              </a:rPr>
              <a:t>都有关。构造不同的结构元素，便可完成不同的图像分析，得到不同的分析结果。</a:t>
            </a:r>
          </a:p>
        </p:txBody>
      </p:sp>
      <p:grpSp>
        <p:nvGrpSpPr>
          <p:cNvPr id="143" name="Group 25"/>
          <p:cNvGrpSpPr/>
          <p:nvPr/>
        </p:nvGrpSpPr>
        <p:grpSpPr bwMode="auto">
          <a:xfrm>
            <a:off x="766763" y="2852738"/>
            <a:ext cx="4572000" cy="3200400"/>
            <a:chOff x="0" y="2304"/>
            <a:chExt cx="2880" cy="2016"/>
          </a:xfrm>
        </p:grpSpPr>
        <p:sp>
          <p:nvSpPr>
            <p:cNvPr id="1049071" name="Rectangle 23"/>
            <p:cNvSpPr>
              <a:spLocks noChangeArrowheads="1"/>
            </p:cNvSpPr>
            <p:nvPr/>
          </p:nvSpPr>
          <p:spPr bwMode="auto">
            <a:xfrm>
              <a:off x="0" y="2304"/>
              <a:ext cx="2880" cy="2016"/>
            </a:xfrm>
            <a:prstGeom prst="rect">
              <a:avLst/>
            </a:prstGeom>
            <a:noFill/>
            <a:ln w="9525">
              <a:solidFill>
                <a:schemeClr val="tx1"/>
              </a:solidFill>
              <a:miter lim="800000"/>
              <a:headEnd/>
              <a:tailEnd/>
            </a:ln>
            <a:effectLst/>
          </p:spPr>
          <p:txBody>
            <a:bodyPr wrap="none" anchor="ctr"/>
            <a:lstStyle/>
            <a:p>
              <a:pPr eaLnBrk="1" hangingPunct="1"/>
              <a:endParaRPr lang="en-US" dirty="0">
                <a:solidFill>
                  <a:schemeClr val="bg1">
                    <a:lumMod val="50000"/>
                  </a:schemeClr>
                </a:solidFill>
              </a:endParaRPr>
            </a:p>
          </p:txBody>
        </p:sp>
        <p:grpSp>
          <p:nvGrpSpPr>
            <p:cNvPr id="144" name="Group 24"/>
            <p:cNvGrpSpPr/>
            <p:nvPr/>
          </p:nvGrpSpPr>
          <p:grpSpPr bwMode="auto">
            <a:xfrm>
              <a:off x="240" y="2496"/>
              <a:ext cx="2400" cy="1596"/>
              <a:chOff x="240" y="2400"/>
              <a:chExt cx="2400" cy="1596"/>
            </a:xfrm>
          </p:grpSpPr>
          <p:sp>
            <p:nvSpPr>
              <p:cNvPr id="1049072" name="Oval 16"/>
              <p:cNvSpPr>
                <a:spLocks noChangeArrowheads="1"/>
              </p:cNvSpPr>
              <p:nvPr/>
            </p:nvSpPr>
            <p:spPr bwMode="auto">
              <a:xfrm>
                <a:off x="829" y="2804"/>
                <a:ext cx="464" cy="494"/>
              </a:xfrm>
              <a:prstGeom prst="ellipse">
                <a:avLst/>
              </a:prstGeom>
              <a:noFill/>
              <a:ln w="9525">
                <a:solidFill>
                  <a:schemeClr val="tx1"/>
                </a:solidFill>
                <a:miter lim="800000"/>
                <a:headEnd/>
                <a:tailEnd/>
              </a:ln>
              <a:effectLst/>
            </p:spPr>
            <p:txBody>
              <a:bodyPr wrap="none" anchor="ctr"/>
              <a:lstStyle/>
              <a:p>
                <a:pPr eaLnBrk="1" hangingPunct="1"/>
                <a:endParaRPr lang="en-US">
                  <a:solidFill>
                    <a:schemeClr val="bg1">
                      <a:lumMod val="50000"/>
                    </a:schemeClr>
                  </a:solidFill>
                </a:endParaRPr>
              </a:p>
            </p:txBody>
          </p:sp>
          <p:sp>
            <p:nvSpPr>
              <p:cNvPr id="1049073" name="Rectangle 17"/>
              <p:cNvSpPr>
                <a:spLocks noChangeArrowheads="1"/>
              </p:cNvSpPr>
              <p:nvPr/>
            </p:nvSpPr>
            <p:spPr bwMode="auto">
              <a:xfrm>
                <a:off x="1248" y="2999"/>
                <a:ext cx="126" cy="157"/>
              </a:xfrm>
              <a:prstGeom prst="rect">
                <a:avLst/>
              </a:prstGeom>
              <a:noFill/>
              <a:ln>
                <a:noFill/>
              </a:ln>
              <a:effectLst/>
            </p:spPr>
            <p:txBody>
              <a:bodyPr wrap="none" anchor="ctr"/>
              <a:lstStyle/>
              <a:p>
                <a:pPr eaLnBrk="1" hangingPunct="1"/>
                <a:endParaRPr lang="en-US">
                  <a:solidFill>
                    <a:schemeClr val="bg1">
                      <a:lumMod val="50000"/>
                    </a:schemeClr>
                  </a:solidFill>
                </a:endParaRPr>
              </a:p>
            </p:txBody>
          </p:sp>
          <p:sp>
            <p:nvSpPr>
              <p:cNvPr id="1049074" name="Text Box 5"/>
              <p:cNvSpPr txBox="1">
                <a:spLocks noChangeArrowheads="1"/>
              </p:cNvSpPr>
              <p:nvPr/>
            </p:nvSpPr>
            <p:spPr bwMode="auto">
              <a:xfrm>
                <a:off x="240" y="3253"/>
                <a:ext cx="295" cy="250"/>
              </a:xfrm>
              <a:prstGeom prst="rect">
                <a:avLst/>
              </a:prstGeom>
              <a:noFill/>
              <a:ln>
                <a:noFill/>
              </a:ln>
              <a:effectLst/>
            </p:spPr>
            <p:txBody>
              <a:bodyPr>
                <a:spAutoFit/>
              </a:bodyPr>
              <a:lstStyle/>
              <a:p>
                <a:pPr algn="ctr" eaLnBrk="1" hangingPunct="1">
                  <a:spcBef>
                    <a:spcPct val="50000"/>
                  </a:spcBef>
                </a:pPr>
                <a:r>
                  <a:rPr lang="en-US" altLang="zh-CN" sz="2000" i="1" dirty="0">
                    <a:solidFill>
                      <a:schemeClr val="bg1">
                        <a:lumMod val="50000"/>
                      </a:schemeClr>
                    </a:solidFill>
                    <a:latin typeface="Times New Roman" panose="02020603050405020304" pitchFamily="18" charset="0"/>
                  </a:rPr>
                  <a:t>B</a:t>
                </a:r>
              </a:p>
            </p:txBody>
          </p:sp>
          <p:sp>
            <p:nvSpPr>
              <p:cNvPr id="1049075" name="Oval 7"/>
              <p:cNvSpPr>
                <a:spLocks noChangeArrowheads="1"/>
              </p:cNvSpPr>
              <p:nvPr/>
            </p:nvSpPr>
            <p:spPr bwMode="auto">
              <a:xfrm>
                <a:off x="493" y="3433"/>
                <a:ext cx="252" cy="269"/>
              </a:xfrm>
              <a:prstGeom prst="ellipse">
                <a:avLst/>
              </a:prstGeom>
              <a:solidFill>
                <a:schemeClr val="bg1"/>
              </a:solidFill>
              <a:ln w="9525">
                <a:solidFill>
                  <a:schemeClr val="tx1"/>
                </a:solidFill>
                <a:round/>
                <a:headEnd/>
                <a:tailEnd/>
              </a:ln>
              <a:effectLst/>
            </p:spPr>
            <p:txBody>
              <a:bodyPr wrap="none" anchor="ctr"/>
              <a:lstStyle/>
              <a:p>
                <a:pPr eaLnBrk="1" hangingPunct="1"/>
                <a:endParaRPr lang="en-US">
                  <a:solidFill>
                    <a:schemeClr val="bg1">
                      <a:lumMod val="50000"/>
                    </a:schemeClr>
                  </a:solidFill>
                </a:endParaRPr>
              </a:p>
            </p:txBody>
          </p:sp>
          <p:sp>
            <p:nvSpPr>
              <p:cNvPr id="1049076" name="Line 8"/>
              <p:cNvSpPr>
                <a:spLocks noChangeShapeType="1"/>
              </p:cNvSpPr>
              <p:nvPr/>
            </p:nvSpPr>
            <p:spPr bwMode="auto">
              <a:xfrm>
                <a:off x="619" y="3568"/>
                <a:ext cx="2021" cy="0"/>
              </a:xfrm>
              <a:prstGeom prst="line">
                <a:avLst/>
              </a:prstGeom>
              <a:noFill/>
              <a:ln w="9525">
                <a:solidFill>
                  <a:schemeClr val="tx1"/>
                </a:solidFill>
                <a:round/>
                <a:headEnd/>
                <a:tailEnd type="triangle" w="med" len="med"/>
              </a:ln>
              <a:effectLst/>
            </p:spPr>
            <p:txBody>
              <a:bodyPr wrap="none"/>
              <a:lstStyle/>
              <a:p>
                <a:pPr eaLnBrk="1" hangingPunct="1"/>
                <a:endParaRPr lang="en-US">
                  <a:solidFill>
                    <a:schemeClr val="bg1">
                      <a:lumMod val="50000"/>
                    </a:schemeClr>
                  </a:solidFill>
                </a:endParaRPr>
              </a:p>
            </p:txBody>
          </p:sp>
          <p:sp>
            <p:nvSpPr>
              <p:cNvPr id="1049077" name="Line 9"/>
              <p:cNvSpPr>
                <a:spLocks noChangeShapeType="1"/>
              </p:cNvSpPr>
              <p:nvPr/>
            </p:nvSpPr>
            <p:spPr bwMode="auto">
              <a:xfrm flipV="1">
                <a:off x="619" y="2400"/>
                <a:ext cx="0" cy="1168"/>
              </a:xfrm>
              <a:prstGeom prst="line">
                <a:avLst/>
              </a:prstGeom>
              <a:noFill/>
              <a:ln w="9525">
                <a:solidFill>
                  <a:schemeClr val="tx1"/>
                </a:solidFill>
                <a:round/>
                <a:headEnd/>
                <a:tailEnd type="triangle" w="med" len="med"/>
              </a:ln>
              <a:effectLst/>
            </p:spPr>
            <p:txBody>
              <a:bodyPr wrap="none"/>
              <a:lstStyle/>
              <a:p>
                <a:pPr eaLnBrk="1" hangingPunct="1"/>
                <a:endParaRPr lang="en-US">
                  <a:solidFill>
                    <a:schemeClr val="bg1">
                      <a:lumMod val="50000"/>
                    </a:schemeClr>
                  </a:solidFill>
                </a:endParaRPr>
              </a:p>
            </p:txBody>
          </p:sp>
          <p:sp>
            <p:nvSpPr>
              <p:cNvPr id="1049078" name="Line 10"/>
              <p:cNvSpPr>
                <a:spLocks noChangeShapeType="1"/>
              </p:cNvSpPr>
              <p:nvPr/>
            </p:nvSpPr>
            <p:spPr bwMode="auto">
              <a:xfrm>
                <a:off x="1293" y="2984"/>
                <a:ext cx="715" cy="0"/>
              </a:xfrm>
              <a:prstGeom prst="line">
                <a:avLst/>
              </a:prstGeom>
              <a:noFill/>
              <a:ln w="9525">
                <a:solidFill>
                  <a:schemeClr val="tx1"/>
                </a:solidFill>
                <a:round/>
                <a:headEnd/>
                <a:tailEnd/>
              </a:ln>
              <a:effectLst/>
            </p:spPr>
            <p:txBody>
              <a:bodyPr wrap="none"/>
              <a:lstStyle/>
              <a:p>
                <a:pPr eaLnBrk="1" hangingPunct="1"/>
                <a:endParaRPr lang="en-US">
                  <a:solidFill>
                    <a:schemeClr val="bg1">
                      <a:lumMod val="50000"/>
                    </a:schemeClr>
                  </a:solidFill>
                </a:endParaRPr>
              </a:p>
            </p:txBody>
          </p:sp>
          <p:sp>
            <p:nvSpPr>
              <p:cNvPr id="1049079" name="Line 11"/>
              <p:cNvSpPr>
                <a:spLocks noChangeShapeType="1"/>
              </p:cNvSpPr>
              <p:nvPr/>
            </p:nvSpPr>
            <p:spPr bwMode="auto">
              <a:xfrm>
                <a:off x="1251" y="3163"/>
                <a:ext cx="757" cy="0"/>
              </a:xfrm>
              <a:prstGeom prst="line">
                <a:avLst/>
              </a:prstGeom>
              <a:noFill/>
              <a:ln w="9525">
                <a:solidFill>
                  <a:schemeClr val="tx1"/>
                </a:solidFill>
                <a:round/>
                <a:headEnd/>
                <a:tailEnd/>
              </a:ln>
              <a:effectLst/>
            </p:spPr>
            <p:txBody>
              <a:bodyPr wrap="none"/>
              <a:lstStyle/>
              <a:p>
                <a:pPr eaLnBrk="1" hangingPunct="1"/>
                <a:endParaRPr lang="en-US">
                  <a:solidFill>
                    <a:schemeClr val="bg1">
                      <a:lumMod val="50000"/>
                    </a:schemeClr>
                  </a:solidFill>
                </a:endParaRPr>
              </a:p>
            </p:txBody>
          </p:sp>
          <p:sp>
            <p:nvSpPr>
              <p:cNvPr id="1049080" name="Oval 12"/>
              <p:cNvSpPr>
                <a:spLocks noChangeArrowheads="1"/>
              </p:cNvSpPr>
              <p:nvPr/>
            </p:nvSpPr>
            <p:spPr bwMode="auto">
              <a:xfrm>
                <a:off x="1419" y="2939"/>
                <a:ext cx="253" cy="269"/>
              </a:xfrm>
              <a:prstGeom prst="ellipse">
                <a:avLst/>
              </a:prstGeom>
              <a:solidFill>
                <a:schemeClr val="bg1"/>
              </a:solidFill>
              <a:ln w="9525">
                <a:solidFill>
                  <a:schemeClr val="tx1"/>
                </a:solidFill>
                <a:round/>
                <a:headEnd/>
                <a:tailEnd/>
              </a:ln>
              <a:effectLst/>
            </p:spPr>
            <p:txBody>
              <a:bodyPr wrap="none" anchor="ctr"/>
              <a:lstStyle/>
              <a:p>
                <a:pPr eaLnBrk="1" hangingPunct="1"/>
                <a:endParaRPr lang="en-US">
                  <a:solidFill>
                    <a:schemeClr val="bg1">
                      <a:lumMod val="50000"/>
                    </a:schemeClr>
                  </a:solidFill>
                </a:endParaRPr>
              </a:p>
            </p:txBody>
          </p:sp>
          <p:sp>
            <p:nvSpPr>
              <p:cNvPr id="1049081" name="Oval 13"/>
              <p:cNvSpPr>
                <a:spLocks noChangeArrowheads="1"/>
              </p:cNvSpPr>
              <p:nvPr/>
            </p:nvSpPr>
            <p:spPr bwMode="auto">
              <a:xfrm>
                <a:off x="864" y="2928"/>
                <a:ext cx="252" cy="269"/>
              </a:xfrm>
              <a:prstGeom prst="ellipse">
                <a:avLst/>
              </a:prstGeom>
              <a:solidFill>
                <a:schemeClr val="bg1"/>
              </a:solidFill>
              <a:ln w="9525">
                <a:solidFill>
                  <a:schemeClr val="tx1"/>
                </a:solidFill>
                <a:round/>
                <a:headEnd/>
                <a:tailEnd/>
              </a:ln>
              <a:effectLst/>
            </p:spPr>
            <p:txBody>
              <a:bodyPr wrap="none" anchor="ctr"/>
              <a:lstStyle/>
              <a:p>
                <a:pPr eaLnBrk="1" hangingPunct="1"/>
                <a:endParaRPr lang="en-US">
                  <a:solidFill>
                    <a:schemeClr val="bg1">
                      <a:lumMod val="50000"/>
                    </a:schemeClr>
                  </a:solidFill>
                </a:endParaRPr>
              </a:p>
            </p:txBody>
          </p:sp>
          <p:sp>
            <p:nvSpPr>
              <p:cNvPr id="1049082" name="Text Box 14"/>
              <p:cNvSpPr txBox="1">
                <a:spLocks noChangeArrowheads="1"/>
              </p:cNvSpPr>
              <p:nvPr/>
            </p:nvSpPr>
            <p:spPr bwMode="auto">
              <a:xfrm>
                <a:off x="768" y="3744"/>
                <a:ext cx="1247" cy="252"/>
              </a:xfrm>
              <a:prstGeom prst="rect">
                <a:avLst/>
              </a:prstGeom>
              <a:noFill/>
              <a:ln>
                <a:noFill/>
              </a:ln>
              <a:effectLst/>
            </p:spPr>
            <p:txBody>
              <a:bodyPr wrap="none">
                <a:spAutoFit/>
              </a:bodyPr>
              <a:lstStyle/>
              <a:p>
                <a:pPr eaLnBrk="1" hangingPunct="1"/>
                <a:r>
                  <a:rPr lang="zh-CN" altLang="en-US" sz="2000" dirty="0">
                    <a:solidFill>
                      <a:schemeClr val="bg1">
                        <a:lumMod val="50000"/>
                      </a:schemeClr>
                    </a:solidFill>
                    <a:latin typeface="黑体" panose="02010609060101010101" pitchFamily="49" charset="-122"/>
                    <a:ea typeface="黑体" panose="02010609060101010101" pitchFamily="49" charset="-122"/>
                  </a:rPr>
                  <a:t>形态学基本运算</a:t>
                </a:r>
              </a:p>
            </p:txBody>
          </p:sp>
          <p:sp>
            <p:nvSpPr>
              <p:cNvPr id="1049083" name="Oval 19"/>
              <p:cNvSpPr>
                <a:spLocks noChangeArrowheads="1"/>
              </p:cNvSpPr>
              <p:nvPr/>
            </p:nvSpPr>
            <p:spPr bwMode="auto">
              <a:xfrm>
                <a:off x="2008" y="2759"/>
                <a:ext cx="590" cy="629"/>
              </a:xfrm>
              <a:prstGeom prst="ellipse">
                <a:avLst/>
              </a:prstGeom>
              <a:noFill/>
              <a:ln w="9525">
                <a:solidFill>
                  <a:schemeClr val="tx1"/>
                </a:solidFill>
                <a:miter lim="800000"/>
                <a:headEnd/>
                <a:tailEnd/>
              </a:ln>
              <a:effectLst/>
            </p:spPr>
            <p:txBody>
              <a:bodyPr wrap="none" anchor="ctr"/>
              <a:lstStyle/>
              <a:p>
                <a:pPr eaLnBrk="1" hangingPunct="1"/>
                <a:endParaRPr lang="en-US">
                  <a:solidFill>
                    <a:schemeClr val="bg1">
                      <a:lumMod val="50000"/>
                    </a:schemeClr>
                  </a:solidFill>
                </a:endParaRPr>
              </a:p>
            </p:txBody>
          </p:sp>
          <p:sp>
            <p:nvSpPr>
              <p:cNvPr id="1049084" name="Rectangle 20"/>
              <p:cNvSpPr>
                <a:spLocks noChangeArrowheads="1"/>
              </p:cNvSpPr>
              <p:nvPr/>
            </p:nvSpPr>
            <p:spPr bwMode="auto">
              <a:xfrm>
                <a:off x="1966" y="2996"/>
                <a:ext cx="126" cy="159"/>
              </a:xfrm>
              <a:prstGeom prst="rect">
                <a:avLst/>
              </a:prstGeom>
              <a:noFill/>
              <a:ln>
                <a:noFill/>
              </a:ln>
              <a:effectLst/>
            </p:spPr>
            <p:txBody>
              <a:bodyPr wrap="none" anchor="ctr"/>
              <a:lstStyle/>
              <a:p>
                <a:pPr eaLnBrk="1" hangingPunct="1"/>
                <a:endParaRPr lang="en-US">
                  <a:solidFill>
                    <a:schemeClr val="bg1">
                      <a:lumMod val="50000"/>
                    </a:schemeClr>
                  </a:solidFill>
                </a:endParaRPr>
              </a:p>
            </p:txBody>
          </p:sp>
          <p:sp>
            <p:nvSpPr>
              <p:cNvPr id="1049085" name="Text Box 21"/>
              <p:cNvSpPr txBox="1">
                <a:spLocks noChangeArrowheads="1"/>
              </p:cNvSpPr>
              <p:nvPr/>
            </p:nvSpPr>
            <p:spPr bwMode="auto">
              <a:xfrm>
                <a:off x="2155" y="2958"/>
                <a:ext cx="295" cy="250"/>
              </a:xfrm>
              <a:prstGeom prst="rect">
                <a:avLst/>
              </a:prstGeom>
              <a:noFill/>
              <a:ln>
                <a:noFill/>
              </a:ln>
              <a:effectLst/>
            </p:spPr>
            <p:txBody>
              <a:bodyPr>
                <a:spAutoFit/>
              </a:bodyPr>
              <a:lstStyle/>
              <a:p>
                <a:pPr algn="ctr" eaLnBrk="1" hangingPunct="1">
                  <a:spcBef>
                    <a:spcPct val="50000"/>
                  </a:spcBef>
                </a:pPr>
                <a:r>
                  <a:rPr lang="en-US" altLang="zh-CN" sz="2000" i="1" dirty="0">
                    <a:solidFill>
                      <a:schemeClr val="bg1">
                        <a:lumMod val="50000"/>
                      </a:schemeClr>
                    </a:solidFill>
                    <a:latin typeface="Times New Roman" panose="02020603050405020304" pitchFamily="18" charset="0"/>
                  </a:rPr>
                  <a:t>A</a:t>
                </a:r>
              </a:p>
            </p:txBody>
          </p:sp>
          <p:sp>
            <p:nvSpPr>
              <p:cNvPr id="1049086" name="Oval 22"/>
              <p:cNvSpPr>
                <a:spLocks noChangeArrowheads="1"/>
              </p:cNvSpPr>
              <p:nvPr/>
            </p:nvSpPr>
            <p:spPr bwMode="auto">
              <a:xfrm>
                <a:off x="600" y="3529"/>
                <a:ext cx="48" cy="48"/>
              </a:xfrm>
              <a:prstGeom prst="ellipse">
                <a:avLst/>
              </a:prstGeom>
              <a:solidFill>
                <a:srgbClr val="000000"/>
              </a:solidFill>
              <a:ln w="9525">
                <a:solidFill>
                  <a:schemeClr val="tx1"/>
                </a:solidFill>
                <a:miter lim="800000"/>
                <a:headEnd/>
                <a:tailEnd/>
              </a:ln>
              <a:effectLst/>
            </p:spPr>
            <p:txBody>
              <a:bodyPr wrap="none" anchor="ctr"/>
              <a:lstStyle/>
              <a:p>
                <a:pPr eaLnBrk="1" hangingPunct="1"/>
                <a:endParaRPr lang="en-US">
                  <a:solidFill>
                    <a:schemeClr val="bg1">
                      <a:lumMod val="50000"/>
                    </a:schemeClr>
                  </a:solidFill>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87" name="TextBox 27"/>
          <p:cNvSpPr txBox="1"/>
          <p:nvPr/>
        </p:nvSpPr>
        <p:spPr>
          <a:xfrm>
            <a:off x="1012825" y="2062163"/>
            <a:ext cx="4907281" cy="3615691"/>
          </a:xfrm>
          <a:prstGeom prst="rect">
            <a:avLst/>
          </a:prstGeom>
          <a:noFill/>
          <a:ln w="9525">
            <a:noFill/>
          </a:ln>
        </p:spPr>
        <p:txBody>
          <a:bodyPr wrap="none">
            <a:spAutoFit/>
          </a:bodyPr>
          <a:lstStyle/>
          <a:p>
            <a:pPr eaLnBrk="1" hangingPunct="1">
              <a:lnSpc>
                <a:spcPct val="150000"/>
              </a:lnSpc>
            </a:pPr>
            <a:r>
              <a:rPr lang="zh-CN" altLang="en-US" sz="3199" dirty="0">
                <a:solidFill>
                  <a:srgbClr val="B3B3B3"/>
                </a:solidFill>
                <a:latin typeface="黑体" panose="02010609060101010101" pitchFamily="49" charset="-122"/>
                <a:ea typeface="黑体" panose="02010609060101010101" pitchFamily="49" charset="-122"/>
              </a:rPr>
              <a:t>一、数学形态学概述</a:t>
            </a:r>
          </a:p>
          <a:p>
            <a:pPr eaLnBrk="1" hangingPunct="1">
              <a:lnSpc>
                <a:spcPct val="150000"/>
              </a:lnSpc>
            </a:pPr>
            <a:r>
              <a:rPr lang="zh-CN" altLang="en-US" sz="3199" dirty="0">
                <a:latin typeface="黑体" panose="02010609060101010101" pitchFamily="49" charset="-122"/>
                <a:ea typeface="黑体" panose="02010609060101010101" pitchFamily="49" charset="-122"/>
              </a:rPr>
              <a:t>二、数学形态学基本算法</a:t>
            </a:r>
          </a:p>
          <a:p>
            <a:pPr eaLnBrk="1" hangingPunct="1">
              <a:lnSpc>
                <a:spcPct val="150000"/>
              </a:lnSpc>
            </a:pPr>
            <a:r>
              <a:rPr lang="zh-CN" altLang="en-US" sz="3199" dirty="0">
                <a:solidFill>
                  <a:srgbClr val="B3B3B3"/>
                </a:solidFill>
                <a:latin typeface="黑体" panose="02010609060101010101" pitchFamily="49" charset="-122"/>
                <a:ea typeface="黑体" panose="02010609060101010101" pitchFamily="49" charset="-122"/>
              </a:rPr>
              <a:t>三、二值图像的形态学处理</a:t>
            </a:r>
          </a:p>
          <a:p>
            <a:pPr eaLnBrk="1" hangingPunct="1">
              <a:lnSpc>
                <a:spcPct val="150000"/>
              </a:lnSpc>
            </a:pPr>
            <a:r>
              <a:rPr lang="zh-CN" altLang="en-US" sz="3199" dirty="0">
                <a:solidFill>
                  <a:srgbClr val="B3B3B3"/>
                </a:solidFill>
                <a:latin typeface="黑体" panose="02010609060101010101" pitchFamily="49" charset="-122"/>
                <a:ea typeface="黑体" panose="02010609060101010101" pitchFamily="49" charset="-122"/>
              </a:rPr>
              <a:t>四、灰值形态学</a:t>
            </a:r>
            <a:endParaRPr lang="en-US" altLang="zh-CN" sz="3199" dirty="0">
              <a:solidFill>
                <a:srgbClr val="B3B3B3"/>
              </a:solidFill>
              <a:latin typeface="黑体" panose="02010609060101010101" pitchFamily="49" charset="-122"/>
              <a:ea typeface="黑体" panose="02010609060101010101" pitchFamily="49" charset="-122"/>
            </a:endParaRPr>
          </a:p>
          <a:p>
            <a:pPr eaLnBrk="1" hangingPunct="1">
              <a:lnSpc>
                <a:spcPct val="150000"/>
              </a:lnSpc>
            </a:pPr>
            <a:r>
              <a:rPr lang="zh-CN" altLang="en-US" sz="3199" dirty="0">
                <a:solidFill>
                  <a:schemeClr val="accent5"/>
                </a:solidFill>
                <a:latin typeface="黑体" panose="02010609060101010101" pitchFamily="49" charset="-122"/>
                <a:ea typeface="黑体" panose="02010609060101010101" pitchFamily="49" charset="-122"/>
              </a:rPr>
              <a:t>五、分水岭算法</a:t>
            </a:r>
          </a:p>
        </p:txBody>
      </p:sp>
      <p:sp>
        <p:nvSpPr>
          <p:cNvPr id="1049088" name="TextBox 27"/>
          <p:cNvSpPr txBox="1"/>
          <p:nvPr/>
        </p:nvSpPr>
        <p:spPr>
          <a:xfrm>
            <a:off x="1012825" y="177800"/>
            <a:ext cx="9702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目录</a:t>
            </a:r>
          </a:p>
        </p:txBody>
      </p:sp>
      <p:sp>
        <p:nvSpPr>
          <p:cNvPr id="1049089"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90" name="Rectangle 53"/>
          <p:cNvSpPr>
            <a:spLocks noChangeArrowheads="1"/>
          </p:cNvSpPr>
          <p:nvPr/>
        </p:nvSpPr>
        <p:spPr bwMode="auto">
          <a:xfrm>
            <a:off x="3600450" y="2794000"/>
            <a:ext cx="4911725" cy="1447800"/>
          </a:xfrm>
          <a:prstGeom prst="rect">
            <a:avLst/>
          </a:prstGeom>
          <a:solidFill>
            <a:srgbClr val="C0C0C0"/>
          </a:solid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091"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buFont typeface="Wingdings" panose="05000000000000000000" pitchFamily="2" charset="2"/>
              <a:buNone/>
            </a:pPr>
            <a:r>
              <a:rPr lang="zh-CN" altLang="en-US" sz="2000" b="1" dirty="0">
                <a:solidFill>
                  <a:schemeClr val="bg1">
                    <a:lumMod val="50000"/>
                  </a:schemeClr>
                </a:solidFill>
                <a:latin typeface="黑体" panose="02010609060101010101" pitchFamily="49" charset="-122"/>
                <a:ea typeface="黑体" panose="02010609060101010101" pitchFamily="49" charset="-122"/>
              </a:rPr>
              <a:t>基本概念 </a:t>
            </a:r>
          </a:p>
        </p:txBody>
      </p:sp>
      <p:grpSp>
        <p:nvGrpSpPr>
          <p:cNvPr id="147" name="Group 22"/>
          <p:cNvGrpSpPr/>
          <p:nvPr/>
        </p:nvGrpSpPr>
        <p:grpSpPr bwMode="auto">
          <a:xfrm>
            <a:off x="3200400" y="4883037"/>
            <a:ext cx="1143000" cy="762000"/>
            <a:chOff x="912" y="3456"/>
            <a:chExt cx="720" cy="480"/>
          </a:xfrm>
          <a:solidFill>
            <a:schemeClr val="bg1"/>
          </a:solidFill>
        </p:grpSpPr>
        <p:grpSp>
          <p:nvGrpSpPr>
            <p:cNvPr id="148" name="Group 21"/>
            <p:cNvGrpSpPr/>
            <p:nvPr/>
          </p:nvGrpSpPr>
          <p:grpSpPr bwMode="auto">
            <a:xfrm>
              <a:off x="912" y="3456"/>
              <a:ext cx="720" cy="480"/>
              <a:chOff x="912" y="3360"/>
              <a:chExt cx="720" cy="480"/>
            </a:xfrm>
            <a:grpFill/>
          </p:grpSpPr>
          <p:sp>
            <p:nvSpPr>
              <p:cNvPr id="1049092" name="Rectangle 16"/>
              <p:cNvSpPr>
                <a:spLocks noChangeArrowheads="1"/>
              </p:cNvSpPr>
              <p:nvPr/>
            </p:nvSpPr>
            <p:spPr bwMode="auto">
              <a:xfrm>
                <a:off x="912" y="3360"/>
                <a:ext cx="720" cy="480"/>
              </a:xfrm>
              <a:prstGeom prst="rect">
                <a:avLst/>
              </a:prstGeom>
              <a:grpFill/>
              <a:ln w="9525">
                <a:solidFill>
                  <a:schemeClr val="tx1"/>
                </a:solidFill>
                <a:miter lim="800000"/>
                <a:headEnd/>
                <a:tailEnd/>
              </a:ln>
              <a:effectLst/>
            </p:spPr>
            <p:txBody>
              <a:bodyPr wrap="none" lIns="0" anchorCtr="1"/>
              <a:lstStyle/>
              <a:p>
                <a:pPr algn="ctr" eaLnBrk="1" hangingPunct="1"/>
                <a:endParaRPr lang="en-US" altLang="en-US"/>
              </a:p>
            </p:txBody>
          </p:sp>
          <p:sp>
            <p:nvSpPr>
              <p:cNvPr id="1049093" name="Text Box 20"/>
              <p:cNvSpPr txBox="1">
                <a:spLocks noChangeArrowheads="1"/>
              </p:cNvSpPr>
              <p:nvPr/>
            </p:nvSpPr>
            <p:spPr bwMode="auto">
              <a:xfrm>
                <a:off x="912" y="3391"/>
                <a:ext cx="215" cy="252"/>
              </a:xfrm>
              <a:prstGeom prst="rect">
                <a:avLst/>
              </a:prstGeom>
              <a:grpFill/>
              <a:ln>
                <a:noFill/>
              </a:ln>
              <a:effectLst/>
            </p:spPr>
            <p:txBody>
              <a:bodyPr wrap="none">
                <a:spAutoFit/>
              </a:bodyPr>
              <a:lstStyle/>
              <a:p>
                <a:pPr eaLnBrk="1" hangingPunct="1"/>
                <a:r>
                  <a:rPr lang="en-US" altLang="zh-CN" sz="2000" i="1">
                    <a:latin typeface="Times New Roman" panose="02020603050405020304" pitchFamily="18" charset="0"/>
                    <a:cs typeface="Times New Roman" panose="02020603050405020304" pitchFamily="18" charset="0"/>
                  </a:rPr>
                  <a:t>A</a:t>
                </a:r>
              </a:p>
            </p:txBody>
          </p:sp>
        </p:grpSp>
        <p:sp>
          <p:nvSpPr>
            <p:cNvPr id="1049094" name="Oval 17"/>
            <p:cNvSpPr>
              <a:spLocks noChangeArrowheads="1"/>
            </p:cNvSpPr>
            <p:nvPr/>
          </p:nvSpPr>
          <p:spPr bwMode="auto">
            <a:xfrm>
              <a:off x="1248" y="3552"/>
              <a:ext cx="288" cy="288"/>
            </a:xfrm>
            <a:prstGeom prst="ellipse">
              <a:avLst/>
            </a:prstGeom>
            <a:grpFill/>
            <a:ln w="9525">
              <a:solidFill>
                <a:schemeClr val="tx1"/>
              </a:solidFill>
              <a:miter lim="800000"/>
              <a:headEnd/>
              <a:tailEnd/>
            </a:ln>
            <a:effectLst/>
          </p:spPr>
          <p:txBody>
            <a:bodyPr wrap="none" anchor="ctr"/>
            <a:lstStyle/>
            <a:p>
              <a:pPr algn="ctr" eaLnBrk="1" hangingPunct="1"/>
              <a:r>
                <a:rPr lang="en-US" altLang="zh-CN" sz="2000" i="1" dirty="0">
                  <a:latin typeface="Times New Roman" panose="02020603050405020304" pitchFamily="18" charset="0"/>
                  <a:cs typeface="Times New Roman" panose="02020603050405020304" pitchFamily="18" charset="0"/>
                </a:rPr>
                <a:t>B</a:t>
              </a:r>
            </a:p>
          </p:txBody>
        </p:sp>
      </p:grpSp>
      <p:grpSp>
        <p:nvGrpSpPr>
          <p:cNvPr id="149" name="Group 33"/>
          <p:cNvGrpSpPr/>
          <p:nvPr/>
        </p:nvGrpSpPr>
        <p:grpSpPr bwMode="auto">
          <a:xfrm>
            <a:off x="5486400" y="4883037"/>
            <a:ext cx="1371600" cy="762000"/>
            <a:chOff x="2064" y="3456"/>
            <a:chExt cx="864" cy="480"/>
          </a:xfrm>
          <a:solidFill>
            <a:schemeClr val="bg1"/>
          </a:solidFill>
        </p:grpSpPr>
        <p:grpSp>
          <p:nvGrpSpPr>
            <p:cNvPr id="150" name="Group 24"/>
            <p:cNvGrpSpPr/>
            <p:nvPr/>
          </p:nvGrpSpPr>
          <p:grpSpPr bwMode="auto">
            <a:xfrm>
              <a:off x="2064" y="3456"/>
              <a:ext cx="720" cy="480"/>
              <a:chOff x="912" y="3360"/>
              <a:chExt cx="720" cy="480"/>
            </a:xfrm>
            <a:grpFill/>
          </p:grpSpPr>
          <p:sp>
            <p:nvSpPr>
              <p:cNvPr id="1049095" name="Rectangle 25"/>
              <p:cNvSpPr>
                <a:spLocks noChangeArrowheads="1"/>
              </p:cNvSpPr>
              <p:nvPr/>
            </p:nvSpPr>
            <p:spPr bwMode="auto">
              <a:xfrm>
                <a:off x="912" y="3360"/>
                <a:ext cx="720" cy="480"/>
              </a:xfrm>
              <a:prstGeom prst="rect">
                <a:avLst/>
              </a:prstGeom>
              <a:grpFill/>
              <a:ln w="9525">
                <a:solidFill>
                  <a:schemeClr val="tx1"/>
                </a:solidFill>
                <a:miter lim="800000"/>
                <a:headEnd/>
                <a:tailEnd/>
              </a:ln>
              <a:effectLst/>
            </p:spPr>
            <p:txBody>
              <a:bodyPr wrap="none" lIns="0" anchorCtr="1"/>
              <a:lstStyle/>
              <a:p>
                <a:pPr algn="ctr" eaLnBrk="1" hangingPunct="1"/>
                <a:endParaRPr lang="en-US" altLang="en-US"/>
              </a:p>
            </p:txBody>
          </p:sp>
          <p:sp>
            <p:nvSpPr>
              <p:cNvPr id="1049096" name="Text Box 26"/>
              <p:cNvSpPr txBox="1">
                <a:spLocks noChangeArrowheads="1"/>
              </p:cNvSpPr>
              <p:nvPr/>
            </p:nvSpPr>
            <p:spPr bwMode="auto">
              <a:xfrm>
                <a:off x="912" y="3391"/>
                <a:ext cx="215" cy="252"/>
              </a:xfrm>
              <a:prstGeom prst="rect">
                <a:avLst/>
              </a:prstGeom>
              <a:grpFill/>
              <a:ln>
                <a:noFill/>
              </a:ln>
              <a:effectLst/>
            </p:spPr>
            <p:txBody>
              <a:bodyPr wrap="none">
                <a:spAutoFit/>
              </a:bodyPr>
              <a:lstStyle/>
              <a:p>
                <a:pPr eaLnBrk="1" hangingPunct="1"/>
                <a:r>
                  <a:rPr lang="en-US" altLang="zh-CN" sz="2000" i="1" dirty="0">
                    <a:latin typeface="Times New Roman" panose="02020603050405020304" pitchFamily="18" charset="0"/>
                    <a:cs typeface="Times New Roman" panose="02020603050405020304" pitchFamily="18" charset="0"/>
                  </a:rPr>
                  <a:t>A</a:t>
                </a:r>
              </a:p>
            </p:txBody>
          </p:sp>
        </p:grpSp>
        <p:sp>
          <p:nvSpPr>
            <p:cNvPr id="1049097" name="Oval 27"/>
            <p:cNvSpPr>
              <a:spLocks noChangeArrowheads="1"/>
            </p:cNvSpPr>
            <p:nvPr/>
          </p:nvSpPr>
          <p:spPr bwMode="auto">
            <a:xfrm>
              <a:off x="2640" y="3552"/>
              <a:ext cx="288" cy="288"/>
            </a:xfrm>
            <a:prstGeom prst="ellipse">
              <a:avLst/>
            </a:prstGeom>
            <a:grpFill/>
            <a:ln w="9525">
              <a:solidFill>
                <a:schemeClr val="tx1"/>
              </a:solidFill>
              <a:miter lim="800000"/>
              <a:headEnd/>
              <a:tailEnd/>
            </a:ln>
            <a:effectLst/>
          </p:spPr>
          <p:txBody>
            <a:bodyPr wrap="none" anchor="ctr"/>
            <a:lstStyle/>
            <a:p>
              <a:pPr algn="ctr" eaLnBrk="1" hangingPunct="1"/>
              <a:r>
                <a:rPr lang="en-US" altLang="zh-CN" sz="2000" i="1" dirty="0">
                  <a:latin typeface="Times New Roman" panose="02020603050405020304" pitchFamily="18" charset="0"/>
                  <a:cs typeface="Times New Roman" panose="02020603050405020304" pitchFamily="18" charset="0"/>
                </a:rPr>
                <a:t>B</a:t>
              </a:r>
            </a:p>
          </p:txBody>
        </p:sp>
      </p:grpSp>
      <p:grpSp>
        <p:nvGrpSpPr>
          <p:cNvPr id="151" name="Group 34"/>
          <p:cNvGrpSpPr/>
          <p:nvPr/>
        </p:nvGrpSpPr>
        <p:grpSpPr bwMode="auto">
          <a:xfrm>
            <a:off x="7772400" y="4883037"/>
            <a:ext cx="1676400" cy="762000"/>
            <a:chOff x="3696" y="3456"/>
            <a:chExt cx="1056" cy="480"/>
          </a:xfrm>
          <a:solidFill>
            <a:schemeClr val="bg1"/>
          </a:solidFill>
        </p:grpSpPr>
        <p:grpSp>
          <p:nvGrpSpPr>
            <p:cNvPr id="152" name="Group 29"/>
            <p:cNvGrpSpPr/>
            <p:nvPr/>
          </p:nvGrpSpPr>
          <p:grpSpPr bwMode="auto">
            <a:xfrm>
              <a:off x="3696" y="3456"/>
              <a:ext cx="720" cy="480"/>
              <a:chOff x="912" y="3360"/>
              <a:chExt cx="720" cy="480"/>
            </a:xfrm>
            <a:grpFill/>
          </p:grpSpPr>
          <p:sp>
            <p:nvSpPr>
              <p:cNvPr id="1049098" name="Rectangle 30"/>
              <p:cNvSpPr>
                <a:spLocks noChangeArrowheads="1"/>
              </p:cNvSpPr>
              <p:nvPr/>
            </p:nvSpPr>
            <p:spPr bwMode="auto">
              <a:xfrm>
                <a:off x="912" y="3360"/>
                <a:ext cx="720" cy="480"/>
              </a:xfrm>
              <a:prstGeom prst="rect">
                <a:avLst/>
              </a:prstGeom>
              <a:grpFill/>
              <a:ln w="9525">
                <a:solidFill>
                  <a:schemeClr val="tx1"/>
                </a:solidFill>
                <a:miter lim="800000"/>
                <a:headEnd/>
                <a:tailEnd/>
              </a:ln>
              <a:effectLst/>
            </p:spPr>
            <p:txBody>
              <a:bodyPr wrap="none" lIns="0" anchorCtr="1"/>
              <a:lstStyle/>
              <a:p>
                <a:pPr algn="ctr" eaLnBrk="1" hangingPunct="1"/>
                <a:endParaRPr lang="en-US" altLang="en-US"/>
              </a:p>
            </p:txBody>
          </p:sp>
          <p:sp>
            <p:nvSpPr>
              <p:cNvPr id="1049099" name="Text Box 31"/>
              <p:cNvSpPr txBox="1">
                <a:spLocks noChangeArrowheads="1"/>
              </p:cNvSpPr>
              <p:nvPr/>
            </p:nvSpPr>
            <p:spPr bwMode="auto">
              <a:xfrm>
                <a:off x="912" y="3391"/>
                <a:ext cx="215" cy="252"/>
              </a:xfrm>
              <a:prstGeom prst="rect">
                <a:avLst/>
              </a:prstGeom>
              <a:grpFill/>
              <a:ln>
                <a:noFill/>
              </a:ln>
              <a:effectLst/>
            </p:spPr>
            <p:txBody>
              <a:bodyPr wrap="none">
                <a:spAutoFit/>
              </a:bodyPr>
              <a:lstStyle/>
              <a:p>
                <a:pPr eaLnBrk="1" hangingPunct="1"/>
                <a:r>
                  <a:rPr lang="en-US" altLang="zh-CN" sz="2000" i="1" dirty="0">
                    <a:latin typeface="Times New Roman" panose="02020603050405020304" pitchFamily="18" charset="0"/>
                    <a:cs typeface="Times New Roman" panose="02020603050405020304" pitchFamily="18" charset="0"/>
                  </a:rPr>
                  <a:t>A</a:t>
                </a:r>
              </a:p>
            </p:txBody>
          </p:sp>
        </p:grpSp>
        <p:sp>
          <p:nvSpPr>
            <p:cNvPr id="1049100" name="Oval 32"/>
            <p:cNvSpPr>
              <a:spLocks noChangeArrowheads="1"/>
            </p:cNvSpPr>
            <p:nvPr/>
          </p:nvSpPr>
          <p:spPr bwMode="auto">
            <a:xfrm>
              <a:off x="4464" y="3552"/>
              <a:ext cx="288" cy="288"/>
            </a:xfrm>
            <a:prstGeom prst="ellipse">
              <a:avLst/>
            </a:prstGeom>
            <a:grpFill/>
            <a:ln w="9525">
              <a:solidFill>
                <a:schemeClr val="tx1"/>
              </a:solidFill>
              <a:miter lim="800000"/>
              <a:headEnd/>
              <a:tailEnd/>
            </a:ln>
            <a:effectLst/>
          </p:spPr>
          <p:txBody>
            <a:bodyPr wrap="none" anchor="ctr"/>
            <a:lstStyle/>
            <a:p>
              <a:pPr algn="ctr" eaLnBrk="1" hangingPunct="1"/>
              <a:r>
                <a:rPr lang="en-US" altLang="zh-CN" sz="2000" i="1" dirty="0">
                  <a:latin typeface="Times New Roman" panose="02020603050405020304" pitchFamily="18" charset="0"/>
                  <a:cs typeface="Times New Roman" panose="02020603050405020304" pitchFamily="18" charset="0"/>
                </a:rPr>
                <a:t>B</a:t>
              </a:r>
            </a:p>
          </p:txBody>
        </p:sp>
      </p:grpSp>
      <p:sp>
        <p:nvSpPr>
          <p:cNvPr id="1049101" name="Text Box 35"/>
          <p:cNvSpPr txBox="1">
            <a:spLocks noChangeArrowheads="1"/>
          </p:cNvSpPr>
          <p:nvPr/>
        </p:nvSpPr>
        <p:spPr bwMode="auto">
          <a:xfrm>
            <a:off x="4427538" y="5805488"/>
            <a:ext cx="3294380" cy="39624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latin typeface="黑体" panose="02010609060101010101" pitchFamily="49" charset="-122"/>
                <a:ea typeface="黑体" panose="02010609060101010101" pitchFamily="49" charset="-122"/>
              </a:rPr>
              <a:t>包含、击中和击不中示意图 </a:t>
            </a:r>
          </a:p>
        </p:txBody>
      </p:sp>
      <p:grpSp>
        <p:nvGrpSpPr>
          <p:cNvPr id="153" name="Group 51"/>
          <p:cNvGrpSpPr/>
          <p:nvPr/>
        </p:nvGrpSpPr>
        <p:grpSpPr bwMode="auto">
          <a:xfrm>
            <a:off x="3733800" y="2760663"/>
            <a:ext cx="4321396" cy="1479586"/>
            <a:chOff x="528" y="2112"/>
            <a:chExt cx="2480" cy="933"/>
          </a:xfrm>
        </p:grpSpPr>
        <p:sp>
          <p:nvSpPr>
            <p:cNvPr id="1049102" name="Text Box 8"/>
            <p:cNvSpPr txBox="1">
              <a:spLocks noChangeArrowheads="1"/>
            </p:cNvSpPr>
            <p:nvPr/>
          </p:nvSpPr>
          <p:spPr bwMode="auto">
            <a:xfrm>
              <a:off x="528" y="2112"/>
              <a:ext cx="1872" cy="933"/>
            </a:xfrm>
            <a:prstGeom prst="rect">
              <a:avLst/>
            </a:prstGeom>
            <a:noFill/>
            <a:ln>
              <a:noFill/>
            </a:ln>
            <a:effectLst/>
          </p:spPr>
          <p:txBody>
            <a:bodyPr>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914400" indent="-457200">
                <a:defRPr>
                  <a:solidFill>
                    <a:schemeClr val="tx1"/>
                  </a:solidFill>
                  <a:latin typeface="Arial" panose="020B0604020202020204" pitchFamily="34" charset="0"/>
                  <a:ea typeface="宋体" panose="02010600030101010101" pitchFamily="2" charset="-122"/>
                </a:defRPr>
              </a:lvl2pPr>
              <a:lvl3pPr marL="1371600" indent="-457200">
                <a:defRPr>
                  <a:solidFill>
                    <a:schemeClr val="tx1"/>
                  </a:solidFill>
                  <a:latin typeface="Arial" panose="020B0604020202020204" pitchFamily="34" charset="0"/>
                  <a:ea typeface="宋体" panose="02010600030101010101" pitchFamily="2" charset="-122"/>
                </a:defRPr>
              </a:lvl3pPr>
              <a:lvl4pPr marL="1828800" indent="-457200">
                <a:defRPr>
                  <a:solidFill>
                    <a:schemeClr val="tx1"/>
                  </a:solidFill>
                  <a:latin typeface="Arial" panose="020B0604020202020204" pitchFamily="34" charset="0"/>
                  <a:ea typeface="宋体" panose="02010600030101010101" pitchFamily="2" charset="-122"/>
                </a:defRPr>
              </a:lvl4pPr>
              <a:lvl5pPr marL="2286000" indent="-457200">
                <a:defRPr>
                  <a:solidFill>
                    <a:schemeClr val="tx1"/>
                  </a:solidFill>
                  <a:latin typeface="Arial" panose="020B0604020202020204" pitchFamily="34" charset="0"/>
                  <a:ea typeface="宋体" panose="02010600030101010101" pitchFamily="2" charset="-122"/>
                </a:defRPr>
              </a:lvl5pPr>
              <a:lvl6pPr marL="27432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en-US" altLang="zh-CN" sz="2400" dirty="0">
                  <a:latin typeface="Times New Roman" panose="02020603050405020304" pitchFamily="18" charset="0"/>
                  <a:ea typeface="黑体" panose="02010609060101010101" pitchFamily="49" charset="-122"/>
                  <a:cs typeface="Times New Roman" panose="02020603050405020304" pitchFamily="18" charset="0"/>
                </a:rPr>
                <a:t>a) </a:t>
              </a:r>
              <a:r>
                <a:rPr kumimoji="1" lang="en-US" altLang="zh-CN" sz="2400" i="1" dirty="0">
                  <a:latin typeface="Times New Roman" panose="02020603050405020304" pitchFamily="18" charset="0"/>
                  <a:ea typeface="黑体" panose="02010609060101010101" pitchFamily="49" charset="-122"/>
                  <a:cs typeface="Times New Roman" panose="02020603050405020304" pitchFamily="18" charset="0"/>
                </a:rPr>
                <a:t>B </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包含</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于</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A</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p>
            <a:p>
              <a:pPr eaLnBrk="1" hangingPunct="1">
                <a:lnSpc>
                  <a:spcPct val="130000"/>
                </a:lnSpc>
              </a:pPr>
              <a:r>
                <a:rPr kumimoji="1" lang="en-US" altLang="zh-CN" sz="2400" dirty="0">
                  <a:latin typeface="Times New Roman" panose="02020603050405020304" pitchFamily="18" charset="0"/>
                  <a:ea typeface="黑体" panose="02010609060101010101" pitchFamily="49" charset="-122"/>
                  <a:cs typeface="Times New Roman" panose="02020603050405020304" pitchFamily="18" charset="0"/>
                </a:rPr>
                <a:t>b) </a:t>
              </a:r>
              <a:r>
                <a:rPr kumimoji="1" lang="en-US" altLang="zh-CN" sz="2400" i="1" dirty="0">
                  <a:latin typeface="Times New Roman" panose="02020603050405020304" pitchFamily="18" charset="0"/>
                  <a:ea typeface="黑体" panose="02010609060101010101" pitchFamily="49" charset="-122"/>
                  <a:cs typeface="Times New Roman" panose="02020603050405020304" pitchFamily="18" charset="0"/>
                </a:rPr>
                <a:t>B </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击中</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hit</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A</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p>
            <a:p>
              <a:pPr eaLnBrk="1" hangingPunct="1">
                <a:lnSpc>
                  <a:spcPct val="130000"/>
                </a:lnSpc>
              </a:pPr>
              <a:r>
                <a:rPr kumimoji="1" lang="en-US" altLang="zh-CN" sz="2400" dirty="0">
                  <a:latin typeface="Times New Roman" panose="02020603050405020304" pitchFamily="18" charset="0"/>
                  <a:ea typeface="黑体" panose="02010609060101010101" pitchFamily="49" charset="-122"/>
                  <a:cs typeface="Times New Roman" panose="02020603050405020304" pitchFamily="18" charset="0"/>
                </a:rPr>
                <a:t>c) </a:t>
              </a:r>
              <a:r>
                <a:rPr kumimoji="1" lang="en-US" altLang="zh-CN" sz="2400" i="1" dirty="0">
                  <a:latin typeface="Times New Roman" panose="02020603050405020304" pitchFamily="18" charset="0"/>
                  <a:ea typeface="黑体" panose="02010609060101010101" pitchFamily="49" charset="-122"/>
                  <a:cs typeface="Times New Roman" panose="02020603050405020304" pitchFamily="18" charset="0"/>
                </a:rPr>
                <a:t>B </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击不中</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(miss)</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a:t>
              </a:r>
            </a:p>
          </p:txBody>
        </p:sp>
        <p:graphicFrame>
          <p:nvGraphicFramePr>
            <p:cNvPr id="4194328" name="Object 40"/>
            <p:cNvGraphicFramePr>
              <a:graphicFrameLocks noChangeAspect="1"/>
            </p:cNvGraphicFramePr>
            <p:nvPr/>
          </p:nvGraphicFramePr>
          <p:xfrm>
            <a:off x="1730" y="2190"/>
            <a:ext cx="560" cy="214"/>
          </p:xfrm>
          <a:graphic>
            <a:graphicData uri="http://schemas.openxmlformats.org/presentationml/2006/ole">
              <mc:AlternateContent xmlns:mc="http://schemas.openxmlformats.org/markup-compatibility/2006">
                <mc:Choice xmlns:v="urn:schemas-microsoft-com:vml" Requires="v">
                  <p:oleObj name="Equation" r:id="rId2" imgW="431613" imgH="165028" progId="Equation.3">
                    <p:embed/>
                  </p:oleObj>
                </mc:Choice>
                <mc:Fallback>
                  <p:oleObj name="Equation" r:id="rId2" imgW="431613" imgH="165028" progId="Equation.3">
                    <p:embed/>
                    <p:pic>
                      <p:nvPicPr>
                        <p:cNvPr id="2097204" name="Object 40"/>
                        <p:cNvPicPr>
                          <a:picLocks noChangeAspect="1" noChangeArrowheads="1"/>
                        </p:cNvPicPr>
                        <p:nvPr/>
                      </p:nvPicPr>
                      <p:blipFill>
                        <a:blip r:embed="rId3"/>
                        <a:srcRect/>
                        <a:stretch>
                          <a:fillRect/>
                        </a:stretch>
                      </p:blipFill>
                      <p:spPr bwMode="auto">
                        <a:xfrm>
                          <a:off x="1730" y="2190"/>
                          <a:ext cx="560" cy="214"/>
                        </a:xfrm>
                        <a:prstGeom prst="rect">
                          <a:avLst/>
                        </a:prstGeom>
                        <a:noFill/>
                        <a:ln>
                          <a:noFill/>
                        </a:ln>
                        <a:effectLst/>
                      </p:spPr>
                    </p:pic>
                  </p:oleObj>
                </mc:Fallback>
              </mc:AlternateContent>
            </a:graphicData>
          </a:graphic>
        </p:graphicFrame>
        <p:graphicFrame>
          <p:nvGraphicFramePr>
            <p:cNvPr id="4194329" name="Object 41"/>
            <p:cNvGraphicFramePr>
              <a:graphicFrameLocks noChangeAspect="1"/>
            </p:cNvGraphicFramePr>
            <p:nvPr/>
          </p:nvGraphicFramePr>
          <p:xfrm>
            <a:off x="2113" y="2497"/>
            <a:ext cx="728" cy="228"/>
          </p:xfrm>
          <a:graphic>
            <a:graphicData uri="http://schemas.openxmlformats.org/presentationml/2006/ole">
              <mc:AlternateContent xmlns:mc="http://schemas.openxmlformats.org/markup-compatibility/2006">
                <mc:Choice xmlns:v="urn:schemas-microsoft-com:vml" Requires="v">
                  <p:oleObj name="Microsoft Equation 3.0" r:id="rId4" imgW="723586" imgH="190417" progId="Equation.3">
                    <p:embed/>
                  </p:oleObj>
                </mc:Choice>
                <mc:Fallback>
                  <p:oleObj name="Microsoft Equation 3.0" r:id="rId4" imgW="723586" imgH="190417" progId="Equation.3">
                    <p:embed/>
                    <p:pic>
                      <p:nvPicPr>
                        <p:cNvPr id="2097205" name="Object 41"/>
                        <p:cNvPicPr>
                          <a:picLocks noChangeAspect="1" noChangeArrowheads="1"/>
                        </p:cNvPicPr>
                        <p:nvPr/>
                      </p:nvPicPr>
                      <p:blipFill>
                        <a:blip r:embed="rId5"/>
                        <a:srcRect/>
                        <a:stretch>
                          <a:fillRect/>
                        </a:stretch>
                      </p:blipFill>
                      <p:spPr bwMode="auto">
                        <a:xfrm>
                          <a:off x="2113" y="2497"/>
                          <a:ext cx="728" cy="228"/>
                        </a:xfrm>
                        <a:prstGeom prst="rect">
                          <a:avLst/>
                        </a:prstGeom>
                        <a:noFill/>
                        <a:ln>
                          <a:noFill/>
                        </a:ln>
                        <a:effectLst/>
                      </p:spPr>
                    </p:pic>
                  </p:oleObj>
                </mc:Fallback>
              </mc:AlternateContent>
            </a:graphicData>
          </a:graphic>
        </p:graphicFrame>
        <p:graphicFrame>
          <p:nvGraphicFramePr>
            <p:cNvPr id="4194330" name="Object 42"/>
            <p:cNvGraphicFramePr>
              <a:graphicFrameLocks noChangeAspect="1"/>
            </p:cNvGraphicFramePr>
            <p:nvPr/>
          </p:nvGraphicFramePr>
          <p:xfrm>
            <a:off x="2219" y="2783"/>
            <a:ext cx="789" cy="228"/>
          </p:xfrm>
          <a:graphic>
            <a:graphicData uri="http://schemas.openxmlformats.org/presentationml/2006/ole">
              <mc:AlternateContent xmlns:mc="http://schemas.openxmlformats.org/markup-compatibility/2006">
                <mc:Choice xmlns:v="urn:schemas-microsoft-com:vml" Requires="v">
                  <p:oleObj name="Equation" r:id="rId6" imgW="660113" imgH="190417" progId="Equation.3">
                    <p:embed/>
                  </p:oleObj>
                </mc:Choice>
                <mc:Fallback>
                  <p:oleObj name="Equation" r:id="rId6" imgW="660113" imgH="190417" progId="Equation.3">
                    <p:embed/>
                    <p:pic>
                      <p:nvPicPr>
                        <p:cNvPr id="2097206" name="Object 42"/>
                        <p:cNvPicPr>
                          <a:picLocks noChangeAspect="1" noChangeArrowheads="1"/>
                        </p:cNvPicPr>
                        <p:nvPr/>
                      </p:nvPicPr>
                      <p:blipFill>
                        <a:blip r:embed="rId7"/>
                        <a:srcRect/>
                        <a:stretch>
                          <a:fillRect/>
                        </a:stretch>
                      </p:blipFill>
                      <p:spPr bwMode="auto">
                        <a:xfrm>
                          <a:off x="2219" y="2783"/>
                          <a:ext cx="789" cy="228"/>
                        </a:xfrm>
                        <a:prstGeom prst="rect">
                          <a:avLst/>
                        </a:prstGeom>
                        <a:noFill/>
                        <a:ln>
                          <a:noFill/>
                        </a:ln>
                        <a:effectLst/>
                      </p:spPr>
                    </p:pic>
                  </p:oleObj>
                </mc:Fallback>
              </mc:AlternateContent>
            </a:graphicData>
          </a:graphic>
        </p:graphicFrame>
      </p:grpSp>
      <p:sp>
        <p:nvSpPr>
          <p:cNvPr id="1049103" name="TextBox 27"/>
          <p:cNvSpPr txBox="1"/>
          <p:nvPr/>
        </p:nvSpPr>
        <p:spPr>
          <a:xfrm>
            <a:off x="1012825" y="177800"/>
            <a:ext cx="46151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二、 数学形态学基本算法</a:t>
            </a:r>
          </a:p>
        </p:txBody>
      </p:sp>
      <p:sp>
        <p:nvSpPr>
          <p:cNvPr id="1049104"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49105" name="Text Box 4"/>
          <p:cNvSpPr txBox="1">
            <a:spLocks noChangeArrowheads="1"/>
          </p:cNvSpPr>
          <p:nvPr/>
        </p:nvSpPr>
        <p:spPr bwMode="auto">
          <a:xfrm>
            <a:off x="1722438" y="1484784"/>
            <a:ext cx="9270106" cy="1005839"/>
          </a:xfrm>
          <a:prstGeom prst="rect">
            <a:avLst/>
          </a:prstGeom>
          <a:noFill/>
          <a:ln>
            <a:noFill/>
          </a:ln>
          <a:effectLst/>
        </p:spPr>
        <p:txBody>
          <a:bodyPr wrap="square">
            <a:spAutoFit/>
          </a:bodyPr>
          <a:lstStyle/>
          <a:p>
            <a:pPr>
              <a:lnSpc>
                <a:spcPct val="150000"/>
              </a:lnSpc>
              <a:spcAft>
                <a:spcPct val="50000"/>
              </a:spcAft>
            </a:pP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集合关系：设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和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B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为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R</a:t>
            </a:r>
            <a:r>
              <a:rPr lang="en-US" altLang="zh-CN" sz="2000" baseline="30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2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的子集，</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为物体区域，</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B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为某种结构元素，则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B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结构单元对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的关系有三类：</a:t>
            </a:r>
            <a:endParaRPr lang="en-US" altLang="zh-CN" sz="2000" i="1"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06"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buFont typeface="Wingdings" panose="05000000000000000000" pitchFamily="2" charset="2"/>
              <a:buNone/>
            </a:pPr>
            <a:r>
              <a:rPr lang="zh-CN" altLang="en-US" sz="2000" b="1" dirty="0">
                <a:solidFill>
                  <a:schemeClr val="bg1">
                    <a:lumMod val="50000"/>
                  </a:schemeClr>
                </a:solidFill>
                <a:latin typeface="黑体" panose="02010609060101010101" pitchFamily="49" charset="-122"/>
                <a:ea typeface="黑体" panose="02010609060101010101" pitchFamily="49" charset="-122"/>
              </a:rPr>
              <a:t>基本概念</a:t>
            </a:r>
            <a:r>
              <a:rPr lang="zh-CN" altLang="en-US" sz="2000" b="1" dirty="0">
                <a:solidFill>
                  <a:schemeClr val="bg1">
                    <a:lumMod val="50000"/>
                  </a:schemeClr>
                </a:solidFill>
                <a:latin typeface="宋体" panose="02010600030101010101" pitchFamily="2" charset="-122"/>
              </a:rPr>
              <a:t> </a:t>
            </a:r>
          </a:p>
        </p:txBody>
      </p:sp>
      <p:sp>
        <p:nvSpPr>
          <p:cNvPr id="1049107" name="Rectangle 15"/>
          <p:cNvSpPr>
            <a:spLocks noChangeArrowheads="1"/>
          </p:cNvSpPr>
          <p:nvPr/>
        </p:nvSpPr>
        <p:spPr bwMode="auto">
          <a:xfrm>
            <a:off x="5457825" y="2967038"/>
            <a:ext cx="9144000" cy="369887"/>
          </a:xfrm>
          <a:prstGeom prst="rect">
            <a:avLst/>
          </a:prstGeom>
          <a:noFill/>
          <a:ln>
            <a:noFill/>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108" name="TextBox 27"/>
          <p:cNvSpPr txBox="1"/>
          <p:nvPr/>
        </p:nvSpPr>
        <p:spPr>
          <a:xfrm>
            <a:off x="1012825" y="177800"/>
            <a:ext cx="46151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二、 数学形态学基本算法</a:t>
            </a:r>
          </a:p>
        </p:txBody>
      </p:sp>
      <p:sp>
        <p:nvSpPr>
          <p:cNvPr id="1049109"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49110" name="Rectangle 36"/>
          <p:cNvSpPr>
            <a:spLocks noChangeArrowheads="1"/>
          </p:cNvSpPr>
          <p:nvPr/>
        </p:nvSpPr>
        <p:spPr bwMode="auto">
          <a:xfrm>
            <a:off x="2486025" y="3217168"/>
            <a:ext cx="5943600" cy="2971800"/>
          </a:xfrm>
          <a:prstGeom prst="rect">
            <a:avLst/>
          </a:prstGeom>
          <a:no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aphicFrame>
        <p:nvGraphicFramePr>
          <p:cNvPr id="4194331" name="Object 28"/>
          <p:cNvGraphicFramePr>
            <a:graphicFrameLocks noChangeAspect="1"/>
          </p:cNvGraphicFramePr>
          <p:nvPr/>
        </p:nvGraphicFramePr>
        <p:xfrm>
          <a:off x="4081463" y="2366963"/>
          <a:ext cx="2724209" cy="415231"/>
        </p:xfrm>
        <a:graphic>
          <a:graphicData uri="http://schemas.openxmlformats.org/presentationml/2006/ole">
            <mc:AlternateContent xmlns:mc="http://schemas.openxmlformats.org/markup-compatibility/2006">
              <mc:Choice xmlns:v="urn:schemas-microsoft-com:vml" Requires="v">
                <p:oleObj name="Equation" r:id="rId2" imgW="1333500" imgH="203200" progId="Equation.DSMT4">
                  <p:embed/>
                </p:oleObj>
              </mc:Choice>
              <mc:Fallback>
                <p:oleObj name="Equation" r:id="rId2" imgW="1333500" imgH="203200" progId="Equation.DSMT4">
                  <p:embed/>
                  <p:pic>
                    <p:nvPicPr>
                      <p:cNvPr id="2097210" name="Object 28"/>
                      <p:cNvPicPr>
                        <a:picLocks noChangeAspect="1" noChangeArrowheads="1"/>
                      </p:cNvPicPr>
                      <p:nvPr/>
                    </p:nvPicPr>
                    <p:blipFill>
                      <a:blip r:embed="rId3"/>
                      <a:srcRect/>
                      <a:stretch>
                        <a:fillRect/>
                      </a:stretch>
                    </p:blipFill>
                    <p:spPr bwMode="auto">
                      <a:xfrm>
                        <a:off x="4081463" y="2366963"/>
                        <a:ext cx="2724209" cy="415231"/>
                      </a:xfrm>
                      <a:prstGeom prst="rect">
                        <a:avLst/>
                      </a:prstGeom>
                      <a:solidFill>
                        <a:srgbClr val="C0C0C0"/>
                      </a:solidFill>
                      <a:ln>
                        <a:noFill/>
                      </a:ln>
                      <a:effectLst/>
                    </p:spPr>
                  </p:pic>
                </p:oleObj>
              </mc:Fallback>
            </mc:AlternateContent>
          </a:graphicData>
        </a:graphic>
      </p:graphicFrame>
      <p:grpSp>
        <p:nvGrpSpPr>
          <p:cNvPr id="155" name="Group 34"/>
          <p:cNvGrpSpPr/>
          <p:nvPr/>
        </p:nvGrpSpPr>
        <p:grpSpPr bwMode="auto">
          <a:xfrm>
            <a:off x="3558208" y="3217168"/>
            <a:ext cx="4178300" cy="2706688"/>
            <a:chOff x="1584" y="2400"/>
            <a:chExt cx="2632" cy="1705"/>
          </a:xfrm>
          <a:noFill/>
        </p:grpSpPr>
        <p:grpSp>
          <p:nvGrpSpPr>
            <p:cNvPr id="156" name="Group 27"/>
            <p:cNvGrpSpPr/>
            <p:nvPr/>
          </p:nvGrpSpPr>
          <p:grpSpPr bwMode="auto">
            <a:xfrm>
              <a:off x="1584" y="2400"/>
              <a:ext cx="2632" cy="1705"/>
              <a:chOff x="1632" y="2352"/>
              <a:chExt cx="2632" cy="1705"/>
            </a:xfrm>
            <a:grpFill/>
          </p:grpSpPr>
          <p:grpSp>
            <p:nvGrpSpPr>
              <p:cNvPr id="157" name="Group 25"/>
              <p:cNvGrpSpPr/>
              <p:nvPr/>
            </p:nvGrpSpPr>
            <p:grpSpPr bwMode="auto">
              <a:xfrm>
                <a:off x="1632" y="2352"/>
                <a:ext cx="2632" cy="1392"/>
                <a:chOff x="1344" y="2352"/>
                <a:chExt cx="2632" cy="1392"/>
              </a:xfrm>
              <a:grpFill/>
            </p:grpSpPr>
            <p:sp>
              <p:nvSpPr>
                <p:cNvPr id="1049111" name="Line 13"/>
                <p:cNvSpPr>
                  <a:spLocks noChangeShapeType="1"/>
                </p:cNvSpPr>
                <p:nvPr/>
              </p:nvSpPr>
              <p:spPr bwMode="auto">
                <a:xfrm>
                  <a:off x="1344" y="3744"/>
                  <a:ext cx="2592" cy="0"/>
                </a:xfrm>
                <a:prstGeom prst="line">
                  <a:avLst/>
                </a:prstGeom>
                <a:grpFill/>
                <a:ln w="9525">
                  <a:solidFill>
                    <a:schemeClr val="tx1"/>
                  </a:solidFill>
                  <a:miter lim="800000"/>
                  <a:headEnd/>
                  <a:tailEnd type="triangle" w="med" len="med"/>
                </a:ln>
                <a:effectLst/>
              </p:spPr>
              <p:txBody>
                <a:bodyPr wrap="none"/>
                <a:lstStyle/>
                <a:p>
                  <a:pPr eaLnBrk="1" hangingPunct="1"/>
                  <a:endParaRPr lang="en-US"/>
                </a:p>
              </p:txBody>
            </p:sp>
            <p:sp>
              <p:nvSpPr>
                <p:cNvPr id="1049112" name="Line 14"/>
                <p:cNvSpPr>
                  <a:spLocks noChangeShapeType="1"/>
                </p:cNvSpPr>
                <p:nvPr/>
              </p:nvSpPr>
              <p:spPr bwMode="auto">
                <a:xfrm flipV="1">
                  <a:off x="1344" y="2448"/>
                  <a:ext cx="0" cy="1296"/>
                </a:xfrm>
                <a:prstGeom prst="line">
                  <a:avLst/>
                </a:prstGeom>
                <a:grpFill/>
                <a:ln w="9525">
                  <a:solidFill>
                    <a:schemeClr val="tx1"/>
                  </a:solidFill>
                  <a:miter lim="800000"/>
                  <a:headEnd/>
                  <a:tailEnd type="triangle" w="med" len="med"/>
                </a:ln>
                <a:effectLst/>
              </p:spPr>
              <p:txBody>
                <a:bodyPr wrap="none"/>
                <a:lstStyle/>
                <a:p>
                  <a:pPr eaLnBrk="1" hangingPunct="1"/>
                  <a:endParaRPr lang="en-US"/>
                </a:p>
              </p:txBody>
            </p:sp>
            <p:sp>
              <p:nvSpPr>
                <p:cNvPr id="1049113" name="Line 15"/>
                <p:cNvSpPr>
                  <a:spLocks noChangeShapeType="1"/>
                </p:cNvSpPr>
                <p:nvPr/>
              </p:nvSpPr>
              <p:spPr bwMode="auto">
                <a:xfrm flipV="1">
                  <a:off x="1344" y="3360"/>
                  <a:ext cx="1008" cy="384"/>
                </a:xfrm>
                <a:prstGeom prst="line">
                  <a:avLst/>
                </a:prstGeom>
                <a:grpFill/>
                <a:ln w="9525">
                  <a:solidFill>
                    <a:schemeClr val="tx1"/>
                  </a:solidFill>
                  <a:miter lim="800000"/>
                  <a:headEnd/>
                  <a:tailEnd type="triangle" w="med" len="med"/>
                </a:ln>
                <a:effectLst/>
              </p:spPr>
              <p:txBody>
                <a:bodyPr wrap="none"/>
                <a:lstStyle/>
                <a:p>
                  <a:pPr eaLnBrk="1" hangingPunct="1"/>
                  <a:endParaRPr lang="en-US"/>
                </a:p>
              </p:txBody>
            </p:sp>
            <p:sp>
              <p:nvSpPr>
                <p:cNvPr id="1049114" name="Oval 16"/>
                <p:cNvSpPr>
                  <a:spLocks noChangeArrowheads="1"/>
                </p:cNvSpPr>
                <p:nvPr/>
              </p:nvSpPr>
              <p:spPr bwMode="auto">
                <a:xfrm>
                  <a:off x="1824" y="2880"/>
                  <a:ext cx="336" cy="288"/>
                </a:xfrm>
                <a:prstGeom prst="ellipse">
                  <a:avLst/>
                </a:prstGeom>
                <a:solidFill>
                  <a:schemeClr val="bg1"/>
                </a:solidFill>
                <a:ln w="9525">
                  <a:solidFill>
                    <a:schemeClr val="tx1"/>
                  </a:solidFill>
                  <a:miter lim="800000"/>
                  <a:headEnd/>
                  <a:tailEnd/>
                </a:ln>
                <a:effectLst/>
              </p:spPr>
              <p:txBody>
                <a:bodyPr wrap="none" anchor="ctr"/>
                <a:lstStyle/>
                <a:p>
                  <a:pPr eaLnBrk="1" hangingPunct="1"/>
                  <a:endParaRPr lang="en-US"/>
                </a:p>
              </p:txBody>
            </p:sp>
            <p:sp>
              <p:nvSpPr>
                <p:cNvPr id="1049115" name="Oval 17"/>
                <p:cNvSpPr>
                  <a:spLocks noChangeArrowheads="1"/>
                </p:cNvSpPr>
                <p:nvPr/>
              </p:nvSpPr>
              <p:spPr bwMode="auto">
                <a:xfrm>
                  <a:off x="2928" y="2496"/>
                  <a:ext cx="336" cy="288"/>
                </a:xfrm>
                <a:prstGeom prst="ellipse">
                  <a:avLst/>
                </a:prstGeom>
                <a:solidFill>
                  <a:schemeClr val="bg1"/>
                </a:solidFill>
                <a:ln w="9525">
                  <a:solidFill>
                    <a:schemeClr val="tx1"/>
                  </a:solidFill>
                  <a:miter lim="800000"/>
                  <a:headEnd/>
                  <a:tailEnd/>
                </a:ln>
                <a:effectLst/>
              </p:spPr>
              <p:txBody>
                <a:bodyPr wrap="none" anchor="ctr"/>
                <a:lstStyle/>
                <a:p>
                  <a:pPr eaLnBrk="1" hangingPunct="1"/>
                  <a:endParaRPr lang="en-US"/>
                </a:p>
              </p:txBody>
            </p:sp>
            <p:sp>
              <p:nvSpPr>
                <p:cNvPr id="1049116" name="Line 18"/>
                <p:cNvSpPr>
                  <a:spLocks noChangeShapeType="1"/>
                </p:cNvSpPr>
                <p:nvPr/>
              </p:nvSpPr>
              <p:spPr bwMode="auto">
                <a:xfrm flipV="1">
                  <a:off x="2016" y="2640"/>
                  <a:ext cx="1056" cy="384"/>
                </a:xfrm>
                <a:prstGeom prst="line">
                  <a:avLst/>
                </a:prstGeom>
                <a:grpFill/>
                <a:ln w="9525">
                  <a:solidFill>
                    <a:schemeClr val="tx1"/>
                  </a:solidFill>
                  <a:miter lim="800000"/>
                  <a:headEnd type="oval" w="med" len="med"/>
                  <a:tailEnd type="oval" w="med" len="med"/>
                </a:ln>
                <a:effectLst/>
              </p:spPr>
              <p:txBody>
                <a:bodyPr wrap="none"/>
                <a:lstStyle/>
                <a:p>
                  <a:pPr eaLnBrk="1" hangingPunct="1"/>
                  <a:endParaRPr lang="en-US"/>
                </a:p>
              </p:txBody>
            </p:sp>
            <p:sp>
              <p:nvSpPr>
                <p:cNvPr id="1049117" name="Text Box 19"/>
                <p:cNvSpPr txBox="1">
                  <a:spLocks noChangeArrowheads="1"/>
                </p:cNvSpPr>
                <p:nvPr/>
              </p:nvSpPr>
              <p:spPr bwMode="auto">
                <a:xfrm>
                  <a:off x="1814" y="2613"/>
                  <a:ext cx="213" cy="233"/>
                </a:xfrm>
                <a:prstGeom prst="rect">
                  <a:avLst/>
                </a:prstGeom>
                <a:grpFill/>
                <a:ln>
                  <a:noFill/>
                </a:ln>
                <a:effectLst/>
              </p:spPr>
              <p:txBody>
                <a:bodyPr wrap="none">
                  <a:spAutoFit/>
                </a:bodyPr>
                <a:lstStyle/>
                <a:p>
                  <a:pPr eaLnBrk="1" hangingPunct="1"/>
                  <a:r>
                    <a:rPr lang="en-US" altLang="zh-CN" i="1" dirty="0">
                      <a:latin typeface="Times New Roman" panose="02020603050405020304" pitchFamily="18" charset="0"/>
                      <a:cs typeface="Times New Roman" panose="02020603050405020304" pitchFamily="18" charset="0"/>
                    </a:rPr>
                    <a:t>A</a:t>
                  </a:r>
                </a:p>
              </p:txBody>
            </p:sp>
            <p:sp>
              <p:nvSpPr>
                <p:cNvPr id="1049118" name="Text Box 20"/>
                <p:cNvSpPr txBox="1">
                  <a:spLocks noChangeArrowheads="1"/>
                </p:cNvSpPr>
                <p:nvPr/>
              </p:nvSpPr>
              <p:spPr bwMode="auto">
                <a:xfrm>
                  <a:off x="3216" y="2352"/>
                  <a:ext cx="438" cy="233"/>
                </a:xfrm>
                <a:prstGeom prst="rect">
                  <a:avLst/>
                </a:prstGeom>
                <a:grpFill/>
                <a:ln>
                  <a:noFill/>
                </a:ln>
                <a:effectLst/>
              </p:spPr>
              <p:txBody>
                <a:bodyPr wrap="none">
                  <a:spAutoFit/>
                </a:bodyPr>
                <a:lstStyle/>
                <a:p>
                  <a:pPr eaLnBrk="1" hangingPunct="1"/>
                  <a:r>
                    <a:rPr lang="en-US" altLang="zh-CN" i="1" dirty="0">
                      <a:latin typeface="Times New Roman" panose="02020603050405020304" pitchFamily="18" charset="0"/>
                      <a:cs typeface="Times New Roman" panose="02020603050405020304" pitchFamily="18" charset="0"/>
                    </a:rPr>
                    <a:t>A + x</a:t>
                  </a:r>
                </a:p>
              </p:txBody>
            </p:sp>
            <p:sp>
              <p:nvSpPr>
                <p:cNvPr id="1049119" name="Line 21"/>
                <p:cNvSpPr>
                  <a:spLocks noChangeShapeType="1"/>
                </p:cNvSpPr>
                <p:nvPr/>
              </p:nvSpPr>
              <p:spPr bwMode="auto">
                <a:xfrm flipV="1">
                  <a:off x="1536" y="3024"/>
                  <a:ext cx="432" cy="48"/>
                </a:xfrm>
                <a:prstGeom prst="line">
                  <a:avLst/>
                </a:prstGeom>
                <a:grpFill/>
                <a:ln w="9525">
                  <a:solidFill>
                    <a:schemeClr val="tx1"/>
                  </a:solidFill>
                  <a:prstDash val="dash"/>
                  <a:miter lim="800000"/>
                  <a:headEnd/>
                  <a:tailEnd type="triangle" w="med" len="med"/>
                </a:ln>
                <a:effectLst/>
              </p:spPr>
              <p:txBody>
                <a:bodyPr wrap="none"/>
                <a:lstStyle/>
                <a:p>
                  <a:pPr eaLnBrk="1" hangingPunct="1"/>
                  <a:endParaRPr lang="en-US"/>
                </a:p>
              </p:txBody>
            </p:sp>
            <p:sp>
              <p:nvSpPr>
                <p:cNvPr id="1049120" name="Text Box 22"/>
                <p:cNvSpPr txBox="1">
                  <a:spLocks noChangeArrowheads="1"/>
                </p:cNvSpPr>
                <p:nvPr/>
              </p:nvSpPr>
              <p:spPr bwMode="auto">
                <a:xfrm>
                  <a:off x="1440" y="2784"/>
                  <a:ext cx="189" cy="233"/>
                </a:xfrm>
                <a:prstGeom prst="rect">
                  <a:avLst/>
                </a:prstGeom>
                <a:grpFill/>
                <a:ln>
                  <a:noFill/>
                </a:ln>
                <a:effectLst/>
              </p:spPr>
              <p:txBody>
                <a:bodyPr wrap="none">
                  <a:spAutoFit/>
                </a:bodyPr>
                <a:lstStyle/>
                <a:p>
                  <a:pPr eaLnBrk="1" hangingPunct="1"/>
                  <a:r>
                    <a:rPr lang="en-US" altLang="zh-CN" i="1" dirty="0">
                      <a:latin typeface="Times New Roman" panose="02020603050405020304" pitchFamily="18" charset="0"/>
                      <a:cs typeface="Times New Roman" panose="02020603050405020304" pitchFamily="18" charset="0"/>
                    </a:rPr>
                    <a:t>a</a:t>
                  </a:r>
                </a:p>
              </p:txBody>
            </p:sp>
            <p:sp>
              <p:nvSpPr>
                <p:cNvPr id="1049121" name="Line 23"/>
                <p:cNvSpPr>
                  <a:spLocks noChangeShapeType="1"/>
                </p:cNvSpPr>
                <p:nvPr/>
              </p:nvSpPr>
              <p:spPr bwMode="auto">
                <a:xfrm flipH="1" flipV="1">
                  <a:off x="3120" y="2640"/>
                  <a:ext cx="384" cy="240"/>
                </a:xfrm>
                <a:prstGeom prst="line">
                  <a:avLst/>
                </a:prstGeom>
                <a:grpFill/>
                <a:ln w="9525">
                  <a:solidFill>
                    <a:schemeClr val="tx1"/>
                  </a:solidFill>
                  <a:prstDash val="dash"/>
                  <a:miter lim="800000"/>
                  <a:headEnd/>
                  <a:tailEnd type="triangle" w="med" len="med"/>
                </a:ln>
                <a:effectLst/>
              </p:spPr>
              <p:txBody>
                <a:bodyPr wrap="none"/>
                <a:lstStyle/>
                <a:p>
                  <a:pPr eaLnBrk="1" hangingPunct="1"/>
                  <a:endParaRPr lang="en-US"/>
                </a:p>
              </p:txBody>
            </p:sp>
            <p:sp>
              <p:nvSpPr>
                <p:cNvPr id="1049122" name="Text Box 24"/>
                <p:cNvSpPr txBox="1">
                  <a:spLocks noChangeArrowheads="1"/>
                </p:cNvSpPr>
                <p:nvPr/>
              </p:nvSpPr>
              <p:spPr bwMode="auto">
                <a:xfrm>
                  <a:off x="3552" y="2736"/>
                  <a:ext cx="424" cy="233"/>
                </a:xfrm>
                <a:prstGeom prst="rect">
                  <a:avLst/>
                </a:prstGeom>
                <a:grpFill/>
                <a:ln>
                  <a:noFill/>
                </a:ln>
                <a:effectLst/>
              </p:spPr>
              <p:txBody>
                <a:bodyPr wrap="none">
                  <a:spAutoFit/>
                </a:bodyPr>
                <a:lstStyle/>
                <a:p>
                  <a:pPr eaLnBrk="1" hangingPunct="1"/>
                  <a:r>
                    <a:rPr lang="en-US" altLang="zh-CN" i="1" dirty="0">
                      <a:latin typeface="Times New Roman" panose="02020603050405020304" pitchFamily="18" charset="0"/>
                      <a:cs typeface="Times New Roman" panose="02020603050405020304" pitchFamily="18" charset="0"/>
                    </a:rPr>
                    <a:t>a + x</a:t>
                  </a:r>
                </a:p>
              </p:txBody>
            </p:sp>
          </p:grpSp>
          <p:sp>
            <p:nvSpPr>
              <p:cNvPr id="1049123" name="Text Box 26"/>
              <p:cNvSpPr txBox="1">
                <a:spLocks noChangeArrowheads="1"/>
              </p:cNvSpPr>
              <p:nvPr/>
            </p:nvSpPr>
            <p:spPr bwMode="auto">
              <a:xfrm>
                <a:off x="2305" y="3805"/>
                <a:ext cx="1247" cy="252"/>
              </a:xfrm>
              <a:prstGeom prst="rect">
                <a:avLst/>
              </a:prstGeom>
              <a:grpFill/>
              <a:ln>
                <a:noFill/>
              </a:ln>
              <a:effectLst/>
            </p:spPr>
            <p:txBody>
              <a:bodyPr wrap="none">
                <a:spAutoFit/>
              </a:bodyPr>
              <a:lstStyle/>
              <a:p>
                <a:pPr eaLnBrk="1" hangingPunct="1"/>
                <a:r>
                  <a:rPr lang="zh-CN" altLang="en-US" sz="2000" dirty="0">
                    <a:latin typeface="黑体" panose="02010609060101010101" pitchFamily="49" charset="-122"/>
                    <a:ea typeface="黑体" panose="02010609060101010101" pitchFamily="49" charset="-122"/>
                  </a:rPr>
                  <a:t>二值图像的平移</a:t>
                </a:r>
              </a:p>
            </p:txBody>
          </p:sp>
        </p:grpSp>
        <p:sp>
          <p:nvSpPr>
            <p:cNvPr id="1049124" name="Text Box 33"/>
            <p:cNvSpPr txBox="1">
              <a:spLocks noChangeArrowheads="1"/>
            </p:cNvSpPr>
            <p:nvPr/>
          </p:nvSpPr>
          <p:spPr bwMode="auto">
            <a:xfrm>
              <a:off x="2582" y="3285"/>
              <a:ext cx="181" cy="233"/>
            </a:xfrm>
            <a:prstGeom prst="rect">
              <a:avLst/>
            </a:prstGeom>
            <a:grpFill/>
            <a:ln>
              <a:noFill/>
            </a:ln>
            <a:effectLst/>
          </p:spPr>
          <p:txBody>
            <a:bodyPr wrap="none">
              <a:spAutoFit/>
            </a:bodyPr>
            <a:lstStyle/>
            <a:p>
              <a:pPr eaLnBrk="1" hangingPunct="1"/>
              <a:r>
                <a:rPr lang="en-US" altLang="zh-CN" i="1" dirty="0">
                  <a:latin typeface="Times New Roman" panose="02020603050405020304" pitchFamily="18" charset="0"/>
                  <a:cs typeface="Times New Roman" panose="02020603050405020304" pitchFamily="18" charset="0"/>
                </a:rPr>
                <a:t>x</a:t>
              </a:r>
            </a:p>
          </p:txBody>
        </p:sp>
      </p:grpSp>
      <p:sp>
        <p:nvSpPr>
          <p:cNvPr id="1049125" name="Text Box 4"/>
          <p:cNvSpPr txBox="1">
            <a:spLocks noChangeArrowheads="1"/>
          </p:cNvSpPr>
          <p:nvPr/>
        </p:nvSpPr>
        <p:spPr bwMode="auto">
          <a:xfrm>
            <a:off x="1722438" y="1484784"/>
            <a:ext cx="9270106" cy="548639"/>
          </a:xfrm>
          <a:prstGeom prst="rect">
            <a:avLst/>
          </a:prstGeom>
          <a:noFill/>
          <a:ln>
            <a:noFill/>
          </a:ln>
          <a:effectLst/>
        </p:spPr>
        <p:txBody>
          <a:bodyPr wrap="square">
            <a:spAutoFit/>
          </a:bodyPr>
          <a:lstStyle/>
          <a:p>
            <a:pPr>
              <a:lnSpc>
                <a:spcPct val="150000"/>
              </a:lnSpc>
              <a:spcAft>
                <a:spcPct val="50000"/>
              </a:spcAft>
            </a:pP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平移：将一个集合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平移距离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x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可以表示为</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a:t>
            </a: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 +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x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，其定义为：</a:t>
            </a:r>
            <a:endParaRPr lang="en-US" altLang="zh-CN" sz="2000" i="1"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26"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buFont typeface="Wingdings" panose="05000000000000000000" pitchFamily="2" charset="2"/>
              <a:buNone/>
            </a:pPr>
            <a:r>
              <a:rPr lang="zh-CN" altLang="en-US" sz="2000" b="1" dirty="0">
                <a:solidFill>
                  <a:schemeClr val="bg1">
                    <a:lumMod val="50000"/>
                  </a:schemeClr>
                </a:solidFill>
                <a:latin typeface="黑体" panose="02010609060101010101" pitchFamily="49" charset="-122"/>
                <a:ea typeface="黑体" panose="02010609060101010101" pitchFamily="49" charset="-122"/>
              </a:rPr>
              <a:t>基本概念</a:t>
            </a:r>
            <a:r>
              <a:rPr lang="zh-CN" altLang="en-US" sz="2000" b="1" dirty="0">
                <a:solidFill>
                  <a:schemeClr val="bg1">
                    <a:lumMod val="50000"/>
                  </a:schemeClr>
                </a:solidFill>
                <a:latin typeface="宋体" panose="02010600030101010101" pitchFamily="2" charset="-122"/>
              </a:rPr>
              <a:t> </a:t>
            </a:r>
          </a:p>
        </p:txBody>
      </p:sp>
      <p:sp>
        <p:nvSpPr>
          <p:cNvPr id="1049127" name="Text Box 45"/>
          <p:cNvSpPr txBox="1">
            <a:spLocks noChangeArrowheads="1"/>
          </p:cNvSpPr>
          <p:nvPr/>
        </p:nvSpPr>
        <p:spPr bwMode="auto">
          <a:xfrm>
            <a:off x="1774825" y="1660525"/>
            <a:ext cx="8926513" cy="1005839"/>
          </a:xfrm>
          <a:prstGeom prst="rect">
            <a:avLst/>
          </a:prstGeom>
          <a:noFill/>
          <a:ln>
            <a:noFill/>
          </a:ln>
          <a:effectLst/>
        </p:spPr>
        <p:txBody>
          <a:bodyPr>
            <a:spAutoFit/>
          </a:bodyPr>
          <a:lstStyle/>
          <a:p>
            <a:pPr marL="285750" indent="-285750" eaLnBrk="1" hangingPunct="1">
              <a:lnSpc>
                <a:spcPct val="150000"/>
              </a:lnSpc>
              <a:buClr>
                <a:schemeClr val="accent2"/>
              </a:buClr>
              <a:buFont typeface="Arial" panose="020B0604020202020204" pitchFamily="34" charset="0"/>
              <a:buChar char="•"/>
            </a:pP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对称集：设有一幅图像</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，将</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中所有元素相对原点转</a:t>
            </a: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180</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度，即令</a:t>
            </a: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x, y</a:t>
            </a: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变成</a:t>
            </a: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-x, -y</a:t>
            </a: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，所得到的新集合称为</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的对称集，记为</a:t>
            </a: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1049128" name="TextBox 27"/>
          <p:cNvSpPr txBox="1"/>
          <p:nvPr/>
        </p:nvSpPr>
        <p:spPr>
          <a:xfrm>
            <a:off x="1012825" y="177800"/>
            <a:ext cx="46151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二、 数学形态学基本算法</a:t>
            </a:r>
          </a:p>
        </p:txBody>
      </p:sp>
      <p:sp>
        <p:nvSpPr>
          <p:cNvPr id="1049129"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49130" name="Rectangle 27"/>
          <p:cNvSpPr>
            <a:spLocks noChangeArrowheads="1"/>
          </p:cNvSpPr>
          <p:nvPr/>
        </p:nvSpPr>
        <p:spPr bwMode="auto">
          <a:xfrm>
            <a:off x="3359150" y="2984500"/>
            <a:ext cx="5257800" cy="3048000"/>
          </a:xfrm>
          <a:prstGeom prst="rect">
            <a:avLst/>
          </a:prstGeom>
          <a:no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159" name="Group 24"/>
          <p:cNvGrpSpPr/>
          <p:nvPr/>
        </p:nvGrpSpPr>
        <p:grpSpPr bwMode="auto">
          <a:xfrm>
            <a:off x="4197896" y="3212601"/>
            <a:ext cx="3733800" cy="2285433"/>
            <a:chOff x="1056" y="2352"/>
            <a:chExt cx="2640" cy="1584"/>
          </a:xfrm>
          <a:noFill/>
        </p:grpSpPr>
        <p:sp>
          <p:nvSpPr>
            <p:cNvPr id="1049131" name="Line 5"/>
            <p:cNvSpPr>
              <a:spLocks noChangeShapeType="1"/>
            </p:cNvSpPr>
            <p:nvPr/>
          </p:nvSpPr>
          <p:spPr bwMode="auto">
            <a:xfrm>
              <a:off x="1056" y="3168"/>
              <a:ext cx="2640" cy="0"/>
            </a:xfrm>
            <a:prstGeom prst="line">
              <a:avLst/>
            </a:prstGeom>
            <a:grpFill/>
            <a:ln w="9525">
              <a:solidFill>
                <a:schemeClr val="tx1"/>
              </a:solidFill>
              <a:miter lim="800000"/>
              <a:headEnd/>
              <a:tailEnd type="triangle" w="med" len="med"/>
            </a:ln>
            <a:effectLst/>
          </p:spPr>
          <p:txBody>
            <a:bodyPr wrap="none"/>
            <a:lstStyle/>
            <a:p>
              <a:pPr eaLnBrk="1" hangingPunct="1"/>
              <a:endParaRPr lang="en-US"/>
            </a:p>
          </p:txBody>
        </p:sp>
        <p:sp>
          <p:nvSpPr>
            <p:cNvPr id="1049132" name="Line 6"/>
            <p:cNvSpPr>
              <a:spLocks noChangeShapeType="1"/>
            </p:cNvSpPr>
            <p:nvPr/>
          </p:nvSpPr>
          <p:spPr bwMode="auto">
            <a:xfrm flipV="1">
              <a:off x="2352" y="2400"/>
              <a:ext cx="0" cy="1536"/>
            </a:xfrm>
            <a:prstGeom prst="line">
              <a:avLst/>
            </a:prstGeom>
            <a:grpFill/>
            <a:ln w="9525">
              <a:solidFill>
                <a:schemeClr val="tx1"/>
              </a:solidFill>
              <a:miter lim="800000"/>
              <a:headEnd/>
              <a:tailEnd type="triangle" w="med" len="med"/>
            </a:ln>
            <a:effectLst/>
          </p:spPr>
          <p:txBody>
            <a:bodyPr wrap="none"/>
            <a:lstStyle/>
            <a:p>
              <a:pPr eaLnBrk="1" hangingPunct="1"/>
              <a:endParaRPr lang="en-US"/>
            </a:p>
          </p:txBody>
        </p:sp>
        <p:sp>
          <p:nvSpPr>
            <p:cNvPr id="1049133" name="AutoShape 16"/>
            <p:cNvSpPr>
              <a:spLocks noChangeArrowheads="1"/>
            </p:cNvSpPr>
            <p:nvPr/>
          </p:nvSpPr>
          <p:spPr bwMode="auto">
            <a:xfrm rot="-1673837">
              <a:off x="2688" y="2544"/>
              <a:ext cx="576" cy="576"/>
            </a:xfrm>
            <a:prstGeom prst="moon">
              <a:avLst>
                <a:gd name="adj" fmla="val 50000"/>
              </a:avLst>
            </a:prstGeom>
            <a:solidFill>
              <a:schemeClr val="bg1"/>
            </a:solidFill>
            <a:ln w="9525">
              <a:solidFill>
                <a:schemeClr val="tx1"/>
              </a:solidFill>
              <a:miter lim="800000"/>
              <a:headEnd/>
              <a:tailEnd/>
            </a:ln>
            <a:effectLst/>
          </p:spPr>
          <p:txBody>
            <a:bodyPr wrap="none" anchor="ctr"/>
            <a:lstStyle/>
            <a:p>
              <a:pPr eaLnBrk="1" hangingPunct="1"/>
              <a:endParaRPr lang="en-US"/>
            </a:p>
          </p:txBody>
        </p:sp>
        <p:sp>
          <p:nvSpPr>
            <p:cNvPr id="1049134" name="AutoShape 17"/>
            <p:cNvSpPr>
              <a:spLocks noChangeArrowheads="1"/>
            </p:cNvSpPr>
            <p:nvPr/>
          </p:nvSpPr>
          <p:spPr bwMode="auto">
            <a:xfrm rot="9227698">
              <a:off x="1488" y="3216"/>
              <a:ext cx="576" cy="576"/>
            </a:xfrm>
            <a:prstGeom prst="moon">
              <a:avLst>
                <a:gd name="adj" fmla="val 50000"/>
              </a:avLst>
            </a:prstGeom>
            <a:solidFill>
              <a:schemeClr val="bg1"/>
            </a:solidFill>
            <a:ln w="9525">
              <a:solidFill>
                <a:schemeClr val="tx1"/>
              </a:solidFill>
              <a:miter lim="800000"/>
              <a:headEnd/>
              <a:tailEnd/>
            </a:ln>
            <a:effectLst/>
          </p:spPr>
          <p:txBody>
            <a:bodyPr wrap="none" anchor="ctr"/>
            <a:lstStyle/>
            <a:p>
              <a:pPr eaLnBrk="1" hangingPunct="1"/>
              <a:endParaRPr lang="en-US"/>
            </a:p>
          </p:txBody>
        </p:sp>
        <p:sp>
          <p:nvSpPr>
            <p:cNvPr id="1049135" name="Text Box 18"/>
            <p:cNvSpPr txBox="1">
              <a:spLocks noChangeArrowheads="1"/>
            </p:cNvSpPr>
            <p:nvPr/>
          </p:nvSpPr>
          <p:spPr bwMode="auto">
            <a:xfrm>
              <a:off x="3399" y="2805"/>
              <a:ext cx="212" cy="256"/>
            </a:xfrm>
            <a:prstGeom prst="rect">
              <a:avLst/>
            </a:prstGeom>
            <a:grpFill/>
            <a:ln>
              <a:noFill/>
            </a:ln>
            <a:effectLst/>
          </p:spPr>
          <p:txBody>
            <a:bodyPr wrap="none">
              <a:spAutoFit/>
            </a:bodyPr>
            <a:lstStyle/>
            <a:p>
              <a:pPr eaLnBrk="1" hangingPunct="1"/>
              <a:r>
                <a:rPr lang="en-US" altLang="zh-CN" i="1" dirty="0">
                  <a:latin typeface="Times New Roman" panose="02020603050405020304" pitchFamily="18" charset="0"/>
                  <a:cs typeface="Times New Roman" panose="02020603050405020304" pitchFamily="18" charset="0"/>
                </a:rPr>
                <a:t>a</a:t>
              </a:r>
            </a:p>
          </p:txBody>
        </p:sp>
        <p:sp>
          <p:nvSpPr>
            <p:cNvPr id="1049136" name="Text Box 19"/>
            <p:cNvSpPr txBox="1">
              <a:spLocks noChangeArrowheads="1"/>
            </p:cNvSpPr>
            <p:nvPr/>
          </p:nvSpPr>
          <p:spPr bwMode="auto">
            <a:xfrm>
              <a:off x="1094" y="3189"/>
              <a:ext cx="295" cy="249"/>
            </a:xfrm>
            <a:prstGeom prst="rect">
              <a:avLst/>
            </a:prstGeom>
            <a:grpFill/>
            <a:ln>
              <a:noFill/>
            </a:ln>
            <a:effectLst/>
          </p:spPr>
          <p:txBody>
            <a:bodyPr wrap="none">
              <a:spAutoFit/>
            </a:bodyPr>
            <a:lstStyle/>
            <a:p>
              <a:pPr eaLnBrk="1" hangingPunct="1"/>
              <a:r>
                <a:rPr lang="en-US" altLang="zh-CN" i="1" dirty="0">
                  <a:latin typeface="Times New Roman" panose="02020603050405020304" pitchFamily="18" charset="0"/>
                  <a:cs typeface="Times New Roman" panose="02020603050405020304" pitchFamily="18" charset="0"/>
                </a:rPr>
                <a:t>-a</a:t>
              </a:r>
            </a:p>
          </p:txBody>
        </p:sp>
        <p:sp>
          <p:nvSpPr>
            <p:cNvPr id="1049137" name="Oval 20"/>
            <p:cNvSpPr>
              <a:spLocks noChangeArrowheads="1"/>
            </p:cNvSpPr>
            <p:nvPr/>
          </p:nvSpPr>
          <p:spPr bwMode="auto">
            <a:xfrm>
              <a:off x="3312" y="2928"/>
              <a:ext cx="48" cy="48"/>
            </a:xfrm>
            <a:prstGeom prst="ellipse">
              <a:avLst/>
            </a:prstGeom>
            <a:grpFill/>
            <a:ln w="9525">
              <a:solidFill>
                <a:schemeClr val="tx1"/>
              </a:solidFill>
              <a:miter lim="800000"/>
              <a:headEnd/>
              <a:tailEnd/>
            </a:ln>
            <a:effectLst/>
          </p:spPr>
          <p:txBody>
            <a:bodyPr wrap="none" anchor="ctr"/>
            <a:lstStyle/>
            <a:p>
              <a:pPr eaLnBrk="1" hangingPunct="1"/>
              <a:endParaRPr lang="en-US"/>
            </a:p>
          </p:txBody>
        </p:sp>
        <p:sp>
          <p:nvSpPr>
            <p:cNvPr id="1049138" name="Oval 21"/>
            <p:cNvSpPr>
              <a:spLocks noChangeArrowheads="1"/>
            </p:cNvSpPr>
            <p:nvPr/>
          </p:nvSpPr>
          <p:spPr bwMode="auto">
            <a:xfrm>
              <a:off x="1392" y="3360"/>
              <a:ext cx="48" cy="48"/>
            </a:xfrm>
            <a:prstGeom prst="ellipse">
              <a:avLst/>
            </a:prstGeom>
            <a:grpFill/>
            <a:ln w="9525">
              <a:solidFill>
                <a:schemeClr val="tx1"/>
              </a:solidFill>
              <a:miter lim="800000"/>
              <a:headEnd/>
              <a:tailEnd/>
            </a:ln>
            <a:effectLst/>
          </p:spPr>
          <p:txBody>
            <a:bodyPr wrap="none" anchor="ctr"/>
            <a:lstStyle/>
            <a:p>
              <a:pPr eaLnBrk="1" hangingPunct="1"/>
              <a:endParaRPr lang="en-US"/>
            </a:p>
          </p:txBody>
        </p:sp>
        <p:sp>
          <p:nvSpPr>
            <p:cNvPr id="1049139" name="Text Box 22"/>
            <p:cNvSpPr txBox="1">
              <a:spLocks noChangeArrowheads="1"/>
            </p:cNvSpPr>
            <p:nvPr/>
          </p:nvSpPr>
          <p:spPr bwMode="auto">
            <a:xfrm>
              <a:off x="2592" y="2352"/>
              <a:ext cx="239" cy="256"/>
            </a:xfrm>
            <a:prstGeom prst="rect">
              <a:avLst/>
            </a:prstGeom>
            <a:grpFill/>
            <a:ln>
              <a:noFill/>
            </a:ln>
            <a:effectLst/>
          </p:spPr>
          <p:txBody>
            <a:bodyPr wrap="none">
              <a:spAutoFit/>
            </a:bodyPr>
            <a:lstStyle/>
            <a:p>
              <a:pPr eaLnBrk="1" hangingPunct="1"/>
              <a:r>
                <a:rPr lang="en-US" altLang="zh-CN" i="1" dirty="0">
                  <a:latin typeface="Times New Roman" panose="02020603050405020304" pitchFamily="18" charset="0"/>
                  <a:cs typeface="Times New Roman" panose="02020603050405020304" pitchFamily="18" charset="0"/>
                </a:rPr>
                <a:t>A</a:t>
              </a:r>
            </a:p>
          </p:txBody>
        </p:sp>
        <p:sp>
          <p:nvSpPr>
            <p:cNvPr id="1049140" name="Text Box 23"/>
            <p:cNvSpPr txBox="1">
              <a:spLocks noChangeArrowheads="1"/>
            </p:cNvSpPr>
            <p:nvPr/>
          </p:nvSpPr>
          <p:spPr bwMode="auto">
            <a:xfrm>
              <a:off x="1344" y="3648"/>
              <a:ext cx="318" cy="249"/>
            </a:xfrm>
            <a:prstGeom prst="rect">
              <a:avLst/>
            </a:prstGeom>
            <a:grpFill/>
            <a:ln>
              <a:noFill/>
            </a:ln>
            <a:effectLst/>
          </p:spPr>
          <p:txBody>
            <a:bodyPr wrap="none">
              <a:spAutoFit/>
            </a:bodyPr>
            <a:lstStyle/>
            <a:p>
              <a:pPr eaLnBrk="1" hangingPunct="1"/>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A</a:t>
              </a:r>
            </a:p>
          </p:txBody>
        </p:sp>
      </p:grpSp>
      <p:sp>
        <p:nvSpPr>
          <p:cNvPr id="1049141" name="Text Box 25"/>
          <p:cNvSpPr txBox="1">
            <a:spLocks noChangeArrowheads="1"/>
          </p:cNvSpPr>
          <p:nvPr/>
        </p:nvSpPr>
        <p:spPr bwMode="auto">
          <a:xfrm>
            <a:off x="4992688" y="5540375"/>
            <a:ext cx="1990725" cy="400050"/>
          </a:xfrm>
          <a:prstGeom prst="rect">
            <a:avLst/>
          </a:prstGeom>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t>相对原点转</a:t>
            </a:r>
            <a:r>
              <a:rPr lang="en-US" altLang="zh-CN" sz="2000"/>
              <a:t>180</a:t>
            </a:r>
            <a:r>
              <a:rPr lang="en-US" altLang="zh-CN" sz="2000" baseline="30000"/>
              <a:t>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42"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zh-CN" altLang="en-US" sz="2000" b="1" dirty="0">
                <a:solidFill>
                  <a:schemeClr val="bg1">
                    <a:lumMod val="50000"/>
                  </a:schemeClr>
                </a:solidFill>
                <a:latin typeface="黑体" panose="02010609060101010101" pitchFamily="49" charset="-122"/>
                <a:ea typeface="黑体" panose="02010609060101010101" pitchFamily="49" charset="-122"/>
              </a:rPr>
              <a:t>腐蚀与膨胀</a:t>
            </a:r>
            <a:endParaRPr lang="zh-CN" altLang="en-US" sz="2000" b="1" dirty="0">
              <a:solidFill>
                <a:schemeClr val="bg1">
                  <a:lumMod val="50000"/>
                </a:schemeClr>
              </a:solidFill>
              <a:latin typeface="宋体" panose="02010600030101010101" pitchFamily="2" charset="-122"/>
            </a:endParaRPr>
          </a:p>
        </p:txBody>
      </p:sp>
      <p:sp>
        <p:nvSpPr>
          <p:cNvPr id="1049143" name="Rectangle 15"/>
          <p:cNvSpPr>
            <a:spLocks noChangeArrowheads="1"/>
          </p:cNvSpPr>
          <p:nvPr/>
        </p:nvSpPr>
        <p:spPr bwMode="auto">
          <a:xfrm>
            <a:off x="5457825" y="2967038"/>
            <a:ext cx="9144000" cy="369887"/>
          </a:xfrm>
          <a:prstGeom prst="rect">
            <a:avLst/>
          </a:prstGeom>
          <a:noFill/>
          <a:ln>
            <a:noFill/>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144" name="TextBox 27"/>
          <p:cNvSpPr txBox="1"/>
          <p:nvPr/>
        </p:nvSpPr>
        <p:spPr>
          <a:xfrm>
            <a:off x="1012825" y="177800"/>
            <a:ext cx="46151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二、 数学形态学基本算法</a:t>
            </a:r>
          </a:p>
        </p:txBody>
      </p:sp>
      <p:sp>
        <p:nvSpPr>
          <p:cNvPr id="1049145"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graphicFrame>
        <p:nvGraphicFramePr>
          <p:cNvPr id="4194332" name="Object 1027"/>
          <p:cNvGraphicFramePr>
            <a:graphicFrameLocks noChangeAspect="1"/>
          </p:cNvGraphicFramePr>
          <p:nvPr/>
        </p:nvGraphicFramePr>
        <p:xfrm>
          <a:off x="5063140" y="2273301"/>
          <a:ext cx="1609123" cy="371246"/>
        </p:xfrm>
        <a:graphic>
          <a:graphicData uri="http://schemas.openxmlformats.org/presentationml/2006/ole">
            <mc:AlternateContent xmlns:mc="http://schemas.openxmlformats.org/markup-compatibility/2006">
              <mc:Choice xmlns:v="urn:schemas-microsoft-com:vml" Requires="v">
                <p:oleObj name="Microsoft Equation 3.0" r:id="rId2" imgW="914400" imgH="203200" progId="Equation.3">
                  <p:embed/>
                </p:oleObj>
              </mc:Choice>
              <mc:Fallback>
                <p:oleObj name="Microsoft Equation 3.0" r:id="rId2" imgW="914400" imgH="203200" progId="Equation.3">
                  <p:embed/>
                  <p:pic>
                    <p:nvPicPr>
                      <p:cNvPr id="2097212" name="Object 1027"/>
                      <p:cNvPicPr>
                        <a:picLocks noChangeAspect="1" noChangeArrowheads="1"/>
                      </p:cNvPicPr>
                      <p:nvPr/>
                    </p:nvPicPr>
                    <p:blipFill>
                      <a:blip r:embed="rId3"/>
                      <a:srcRect/>
                      <a:stretch>
                        <a:fillRect/>
                      </a:stretch>
                    </p:blipFill>
                    <p:spPr bwMode="auto">
                      <a:xfrm>
                        <a:off x="5063140" y="2273301"/>
                        <a:ext cx="1609123" cy="371246"/>
                      </a:xfrm>
                      <a:prstGeom prst="rect">
                        <a:avLst/>
                      </a:prstGeom>
                      <a:solidFill>
                        <a:srgbClr val="C0C0C0"/>
                      </a:solidFill>
                      <a:ln>
                        <a:noFill/>
                      </a:ln>
                    </p:spPr>
                  </p:pic>
                </p:oleObj>
              </mc:Fallback>
            </mc:AlternateContent>
          </a:graphicData>
        </a:graphic>
      </p:graphicFrame>
      <p:sp>
        <p:nvSpPr>
          <p:cNvPr id="1049146" name="Rectangle 1034"/>
          <p:cNvSpPr>
            <a:spLocks noChangeArrowheads="1"/>
          </p:cNvSpPr>
          <p:nvPr/>
        </p:nvSpPr>
        <p:spPr bwMode="auto">
          <a:xfrm>
            <a:off x="6672263" y="2781300"/>
            <a:ext cx="4876800" cy="3352800"/>
          </a:xfrm>
          <a:prstGeom prst="rect">
            <a:avLst/>
          </a:prstGeom>
          <a:no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161" name="Group 1035"/>
          <p:cNvGrpSpPr/>
          <p:nvPr/>
        </p:nvGrpSpPr>
        <p:grpSpPr bwMode="auto">
          <a:xfrm>
            <a:off x="7053063" y="3006354"/>
            <a:ext cx="4267200" cy="2836863"/>
            <a:chOff x="2832" y="2062"/>
            <a:chExt cx="2688" cy="1787"/>
          </a:xfrm>
          <a:noFill/>
        </p:grpSpPr>
        <p:grpSp>
          <p:nvGrpSpPr>
            <p:cNvPr id="162" name="Group 1036"/>
            <p:cNvGrpSpPr/>
            <p:nvPr/>
          </p:nvGrpSpPr>
          <p:grpSpPr bwMode="auto">
            <a:xfrm>
              <a:off x="4764" y="2317"/>
              <a:ext cx="756" cy="971"/>
              <a:chOff x="4764" y="2317"/>
              <a:chExt cx="756" cy="971"/>
            </a:xfrm>
            <a:grpFill/>
          </p:grpSpPr>
          <p:sp>
            <p:nvSpPr>
              <p:cNvPr id="1049147" name="Oval 1037"/>
              <p:cNvSpPr>
                <a:spLocks noChangeArrowheads="1"/>
              </p:cNvSpPr>
              <p:nvPr/>
            </p:nvSpPr>
            <p:spPr bwMode="auto">
              <a:xfrm>
                <a:off x="5016" y="2655"/>
                <a:ext cx="252" cy="253"/>
              </a:xfrm>
              <a:prstGeom prst="ellipse">
                <a:avLst/>
              </a:prstGeom>
              <a:solidFill>
                <a:schemeClr val="bg1"/>
              </a:solidFill>
              <a:ln w="22225">
                <a:solidFill>
                  <a:schemeClr val="tx1"/>
                </a:solidFill>
                <a:miter lim="800000"/>
                <a:headEnd/>
                <a:tailEnd/>
              </a:ln>
              <a:effectLst/>
            </p:spPr>
            <p:txBody>
              <a:bodyPr wrap="none" anchor="ctr"/>
              <a:lstStyle/>
              <a:p>
                <a:pPr eaLnBrk="1" hangingPunct="1"/>
                <a:endParaRPr lang="en-US"/>
              </a:p>
            </p:txBody>
          </p:sp>
          <p:sp>
            <p:nvSpPr>
              <p:cNvPr id="1049148" name="Line 1038"/>
              <p:cNvSpPr>
                <a:spLocks noChangeShapeType="1"/>
              </p:cNvSpPr>
              <p:nvPr/>
            </p:nvSpPr>
            <p:spPr bwMode="auto">
              <a:xfrm>
                <a:off x="4764" y="2781"/>
                <a:ext cx="756" cy="0"/>
              </a:xfrm>
              <a:prstGeom prst="line">
                <a:avLst/>
              </a:prstGeom>
              <a:grpFill/>
              <a:ln w="9525">
                <a:solidFill>
                  <a:schemeClr val="tx1"/>
                </a:solidFill>
                <a:miter lim="800000"/>
                <a:headEnd/>
                <a:tailEnd type="triangle" w="med" len="med"/>
              </a:ln>
              <a:effectLst/>
            </p:spPr>
            <p:txBody>
              <a:bodyPr wrap="none"/>
              <a:lstStyle/>
              <a:p>
                <a:pPr eaLnBrk="1" hangingPunct="1"/>
                <a:endParaRPr lang="en-US"/>
              </a:p>
            </p:txBody>
          </p:sp>
          <p:sp>
            <p:nvSpPr>
              <p:cNvPr id="1049149" name="Line 1039"/>
              <p:cNvSpPr>
                <a:spLocks noChangeShapeType="1"/>
              </p:cNvSpPr>
              <p:nvPr/>
            </p:nvSpPr>
            <p:spPr bwMode="auto">
              <a:xfrm flipV="1">
                <a:off x="5142" y="2317"/>
                <a:ext cx="0" cy="971"/>
              </a:xfrm>
              <a:prstGeom prst="line">
                <a:avLst/>
              </a:prstGeom>
              <a:grpFill/>
              <a:ln w="9525">
                <a:solidFill>
                  <a:schemeClr val="tx1"/>
                </a:solidFill>
                <a:miter lim="800000"/>
                <a:headEnd/>
                <a:tailEnd type="triangle" w="med" len="med"/>
              </a:ln>
              <a:effectLst/>
            </p:spPr>
            <p:txBody>
              <a:bodyPr wrap="none"/>
              <a:lstStyle/>
              <a:p>
                <a:pPr eaLnBrk="1" hangingPunct="1"/>
                <a:endParaRPr lang="en-US"/>
              </a:p>
            </p:txBody>
          </p:sp>
          <p:sp>
            <p:nvSpPr>
              <p:cNvPr id="1049150" name="Text Box 1040"/>
              <p:cNvSpPr txBox="1">
                <a:spLocks noChangeArrowheads="1"/>
              </p:cNvSpPr>
              <p:nvPr/>
            </p:nvSpPr>
            <p:spPr bwMode="auto">
              <a:xfrm>
                <a:off x="4807" y="2359"/>
                <a:ext cx="213" cy="233"/>
              </a:xfrm>
              <a:prstGeom prst="rect">
                <a:avLst/>
              </a:prstGeom>
              <a:grpFill/>
              <a:ln>
                <a:noFill/>
              </a:ln>
              <a:effectLst/>
            </p:spPr>
            <p:txBody>
              <a:bodyPr wrap="none">
                <a:spAutoFit/>
              </a:bodyPr>
              <a:lstStyle/>
              <a:p>
                <a:pPr eaLnBrk="1" hangingPunct="1"/>
                <a:r>
                  <a:rPr lang="en-US" altLang="zh-CN" i="1">
                    <a:latin typeface="Times New Roman" panose="02020603050405020304" pitchFamily="18" charset="0"/>
                    <a:cs typeface="Times New Roman" panose="02020603050405020304" pitchFamily="18" charset="0"/>
                  </a:rPr>
                  <a:t>B</a:t>
                </a:r>
              </a:p>
            </p:txBody>
          </p:sp>
          <p:sp>
            <p:nvSpPr>
              <p:cNvPr id="1049151" name="Oval 1041"/>
              <p:cNvSpPr>
                <a:spLocks noChangeArrowheads="1"/>
              </p:cNvSpPr>
              <p:nvPr/>
            </p:nvSpPr>
            <p:spPr bwMode="auto">
              <a:xfrm>
                <a:off x="5122" y="2760"/>
                <a:ext cx="42" cy="43"/>
              </a:xfrm>
              <a:prstGeom prst="ellipse">
                <a:avLst/>
              </a:prstGeom>
              <a:grpFill/>
              <a:ln w="9525">
                <a:solidFill>
                  <a:schemeClr val="tx1"/>
                </a:solidFill>
                <a:miter lim="800000"/>
                <a:headEnd/>
                <a:tailEnd/>
              </a:ln>
              <a:effectLst/>
            </p:spPr>
            <p:txBody>
              <a:bodyPr wrap="none" anchor="ctr"/>
              <a:lstStyle/>
              <a:p>
                <a:pPr eaLnBrk="1" hangingPunct="1"/>
                <a:endParaRPr lang="en-US"/>
              </a:p>
            </p:txBody>
          </p:sp>
        </p:grpSp>
        <p:sp>
          <p:nvSpPr>
            <p:cNvPr id="1049152" name="Text Box 1042"/>
            <p:cNvSpPr txBox="1">
              <a:spLocks noChangeArrowheads="1"/>
            </p:cNvSpPr>
            <p:nvPr/>
          </p:nvSpPr>
          <p:spPr bwMode="auto">
            <a:xfrm>
              <a:off x="3588" y="3597"/>
              <a:ext cx="1247" cy="252"/>
            </a:xfrm>
            <a:prstGeom prst="rect">
              <a:avLst/>
            </a:prstGeom>
            <a:grpFill/>
            <a:ln>
              <a:noFill/>
            </a:ln>
            <a:effectLst/>
          </p:spPr>
          <p:txBody>
            <a:bodyPr wrap="none">
              <a:spAutoFit/>
            </a:bodyPr>
            <a:lstStyle/>
            <a:p>
              <a:pPr eaLnBrk="1" hangingPunct="1"/>
              <a:r>
                <a:rPr lang="zh-CN" altLang="en-US" sz="2000" dirty="0">
                  <a:latin typeface="黑体" panose="02010609060101010101" pitchFamily="49" charset="-122"/>
                  <a:ea typeface="黑体" panose="02010609060101010101" pitchFamily="49" charset="-122"/>
                </a:rPr>
                <a:t>腐蚀类似于收缩</a:t>
              </a:r>
            </a:p>
          </p:txBody>
        </p:sp>
        <p:grpSp>
          <p:nvGrpSpPr>
            <p:cNvPr id="163" name="Group 1043"/>
            <p:cNvGrpSpPr/>
            <p:nvPr/>
          </p:nvGrpSpPr>
          <p:grpSpPr bwMode="auto">
            <a:xfrm>
              <a:off x="2832" y="2062"/>
              <a:ext cx="1681" cy="1353"/>
              <a:chOff x="2832" y="2062"/>
              <a:chExt cx="1681" cy="1353"/>
            </a:xfrm>
            <a:grpFill/>
          </p:grpSpPr>
          <p:grpSp>
            <p:nvGrpSpPr>
              <p:cNvPr id="164" name="Group 1044"/>
              <p:cNvGrpSpPr/>
              <p:nvPr/>
            </p:nvGrpSpPr>
            <p:grpSpPr bwMode="auto">
              <a:xfrm>
                <a:off x="2832" y="2062"/>
                <a:ext cx="1681" cy="1353"/>
                <a:chOff x="768" y="1581"/>
                <a:chExt cx="1920" cy="1539"/>
              </a:xfrm>
              <a:grpFill/>
            </p:grpSpPr>
            <p:sp>
              <p:nvSpPr>
                <p:cNvPr id="1049153" name="Line 1045"/>
                <p:cNvSpPr>
                  <a:spLocks noChangeShapeType="1"/>
                </p:cNvSpPr>
                <p:nvPr/>
              </p:nvSpPr>
              <p:spPr bwMode="auto">
                <a:xfrm>
                  <a:off x="768" y="3120"/>
                  <a:ext cx="1920" cy="0"/>
                </a:xfrm>
                <a:prstGeom prst="line">
                  <a:avLst/>
                </a:prstGeom>
                <a:grpFill/>
                <a:ln w="9525">
                  <a:solidFill>
                    <a:schemeClr val="tx1"/>
                  </a:solidFill>
                  <a:miter lim="800000"/>
                  <a:headEnd/>
                  <a:tailEnd type="triangle" w="med" len="med"/>
                </a:ln>
                <a:effectLst/>
              </p:spPr>
              <p:txBody>
                <a:bodyPr wrap="none"/>
                <a:lstStyle/>
                <a:p>
                  <a:pPr eaLnBrk="1" hangingPunct="1"/>
                  <a:endParaRPr lang="en-US"/>
                </a:p>
              </p:txBody>
            </p:sp>
            <p:sp>
              <p:nvSpPr>
                <p:cNvPr id="1049154" name="Line 1046"/>
                <p:cNvSpPr>
                  <a:spLocks noChangeShapeType="1"/>
                </p:cNvSpPr>
                <p:nvPr/>
              </p:nvSpPr>
              <p:spPr bwMode="auto">
                <a:xfrm flipV="1">
                  <a:off x="768" y="1680"/>
                  <a:ext cx="0" cy="1440"/>
                </a:xfrm>
                <a:prstGeom prst="line">
                  <a:avLst/>
                </a:prstGeom>
                <a:grpFill/>
                <a:ln w="9525">
                  <a:solidFill>
                    <a:schemeClr val="tx1"/>
                  </a:solidFill>
                  <a:miter lim="800000"/>
                  <a:headEnd/>
                  <a:tailEnd type="triangle" w="med" len="med"/>
                </a:ln>
                <a:effectLst/>
              </p:spPr>
              <p:txBody>
                <a:bodyPr wrap="none"/>
                <a:lstStyle/>
                <a:p>
                  <a:pPr eaLnBrk="1" hangingPunct="1"/>
                  <a:endParaRPr lang="en-US"/>
                </a:p>
              </p:txBody>
            </p:sp>
            <p:grpSp>
              <p:nvGrpSpPr>
                <p:cNvPr id="165" name="Group 1047"/>
                <p:cNvGrpSpPr/>
                <p:nvPr/>
              </p:nvGrpSpPr>
              <p:grpSpPr bwMode="auto">
                <a:xfrm>
                  <a:off x="1008" y="1581"/>
                  <a:ext cx="1592" cy="1395"/>
                  <a:chOff x="1056" y="1437"/>
                  <a:chExt cx="1592" cy="1395"/>
                </a:xfrm>
                <a:grpFill/>
              </p:grpSpPr>
              <p:sp>
                <p:nvSpPr>
                  <p:cNvPr id="1049155" name="Rectangle 1048"/>
                  <p:cNvSpPr>
                    <a:spLocks noChangeArrowheads="1"/>
                  </p:cNvSpPr>
                  <p:nvPr/>
                </p:nvSpPr>
                <p:spPr bwMode="auto">
                  <a:xfrm>
                    <a:off x="1056" y="1920"/>
                    <a:ext cx="1296" cy="912"/>
                  </a:xfrm>
                  <a:prstGeom prst="rect">
                    <a:avLst/>
                  </a:prstGeom>
                  <a:grpFill/>
                  <a:ln w="22225">
                    <a:solidFill>
                      <a:schemeClr val="tx1"/>
                    </a:solidFill>
                    <a:miter lim="800000"/>
                    <a:headEnd/>
                    <a:tailEnd/>
                  </a:ln>
                  <a:effectLst/>
                </p:spPr>
                <p:txBody>
                  <a:bodyPr wrap="none" anchor="ctr"/>
                  <a:lstStyle/>
                  <a:p>
                    <a:pPr eaLnBrk="1" hangingPunct="1"/>
                    <a:endParaRPr lang="en-US"/>
                  </a:p>
                </p:txBody>
              </p:sp>
              <p:sp>
                <p:nvSpPr>
                  <p:cNvPr id="1049156" name="Rectangle 1049"/>
                  <p:cNvSpPr>
                    <a:spLocks noChangeArrowheads="1"/>
                  </p:cNvSpPr>
                  <p:nvPr/>
                </p:nvSpPr>
                <p:spPr bwMode="auto">
                  <a:xfrm>
                    <a:off x="1200" y="2064"/>
                    <a:ext cx="1008" cy="624"/>
                  </a:xfrm>
                  <a:prstGeom prst="rect">
                    <a:avLst/>
                  </a:prstGeom>
                  <a:solidFill>
                    <a:schemeClr val="bg1"/>
                  </a:solidFill>
                  <a:ln w="22225">
                    <a:solidFill>
                      <a:schemeClr val="tx1"/>
                    </a:solidFill>
                    <a:miter lim="800000"/>
                    <a:headEnd/>
                    <a:tailEnd/>
                  </a:ln>
                  <a:effectLst/>
                </p:spPr>
                <p:txBody>
                  <a:bodyPr wrap="none" anchor="ctr"/>
                  <a:lstStyle/>
                  <a:p>
                    <a:pPr eaLnBrk="1" hangingPunct="1"/>
                    <a:endParaRPr lang="en-US"/>
                  </a:p>
                </p:txBody>
              </p:sp>
              <p:sp>
                <p:nvSpPr>
                  <p:cNvPr id="1049157" name="Line 1050"/>
                  <p:cNvSpPr>
                    <a:spLocks noChangeShapeType="1"/>
                  </p:cNvSpPr>
                  <p:nvPr/>
                </p:nvSpPr>
                <p:spPr bwMode="auto">
                  <a:xfrm flipH="1">
                    <a:off x="1248" y="1632"/>
                    <a:ext cx="144" cy="288"/>
                  </a:xfrm>
                  <a:prstGeom prst="line">
                    <a:avLst/>
                  </a:prstGeom>
                  <a:grpFill/>
                  <a:ln w="9525">
                    <a:solidFill>
                      <a:schemeClr val="tx1"/>
                    </a:solidFill>
                    <a:miter lim="800000"/>
                    <a:headEnd/>
                    <a:tailEnd type="triangle" w="med" len="med"/>
                  </a:ln>
                  <a:effectLst/>
                </p:spPr>
                <p:txBody>
                  <a:bodyPr wrap="none"/>
                  <a:lstStyle/>
                  <a:p>
                    <a:pPr eaLnBrk="1" hangingPunct="1"/>
                    <a:endParaRPr lang="en-US"/>
                  </a:p>
                </p:txBody>
              </p:sp>
              <p:sp>
                <p:nvSpPr>
                  <p:cNvPr id="1049158" name="Text Box 1051"/>
                  <p:cNvSpPr txBox="1">
                    <a:spLocks noChangeArrowheads="1"/>
                  </p:cNvSpPr>
                  <p:nvPr/>
                </p:nvSpPr>
                <p:spPr bwMode="auto">
                  <a:xfrm>
                    <a:off x="1392" y="1440"/>
                    <a:ext cx="234" cy="265"/>
                  </a:xfrm>
                  <a:prstGeom prst="rect">
                    <a:avLst/>
                  </a:prstGeom>
                  <a:grpFill/>
                  <a:ln>
                    <a:noFill/>
                  </a:ln>
                  <a:effectLst/>
                </p:spPr>
                <p:txBody>
                  <a:bodyPr wrap="none">
                    <a:spAutoFit/>
                  </a:bodyPr>
                  <a:lstStyle/>
                  <a:p>
                    <a:pPr eaLnBrk="1" hangingPunct="1"/>
                    <a:r>
                      <a:rPr lang="en-US" altLang="zh-CN" i="1" dirty="0">
                        <a:latin typeface="Times New Roman" panose="02020603050405020304" pitchFamily="18" charset="0"/>
                        <a:cs typeface="Times New Roman" panose="02020603050405020304" pitchFamily="18" charset="0"/>
                      </a:rPr>
                      <a:t>A</a:t>
                    </a:r>
                  </a:p>
                </p:txBody>
              </p:sp>
              <p:sp>
                <p:nvSpPr>
                  <p:cNvPr id="1049159" name="Line 1052"/>
                  <p:cNvSpPr>
                    <a:spLocks noChangeShapeType="1"/>
                  </p:cNvSpPr>
                  <p:nvPr/>
                </p:nvSpPr>
                <p:spPr bwMode="auto">
                  <a:xfrm flipH="1">
                    <a:off x="1920" y="1728"/>
                    <a:ext cx="288" cy="336"/>
                  </a:xfrm>
                  <a:prstGeom prst="line">
                    <a:avLst/>
                  </a:prstGeom>
                  <a:grpFill/>
                  <a:ln w="9525">
                    <a:solidFill>
                      <a:schemeClr val="tx1"/>
                    </a:solidFill>
                    <a:miter lim="800000"/>
                    <a:headEnd/>
                    <a:tailEnd type="triangle" w="med" len="med"/>
                  </a:ln>
                  <a:effectLst/>
                </p:spPr>
                <p:txBody>
                  <a:bodyPr wrap="none"/>
                  <a:lstStyle/>
                  <a:p>
                    <a:pPr eaLnBrk="1" hangingPunct="1"/>
                    <a:endParaRPr lang="en-US"/>
                  </a:p>
                </p:txBody>
              </p:sp>
              <p:sp>
                <p:nvSpPr>
                  <p:cNvPr id="1049160" name="Text Box 1057"/>
                  <p:cNvSpPr txBox="1">
                    <a:spLocks noRot="1" noChangeAspect="1" noMove="1" noResize="1" noEditPoints="1" noAdjustHandles="1" noChangeArrowheads="1" noChangeShapeType="1" noTextEdit="1"/>
                  </p:cNvSpPr>
                  <p:nvPr/>
                </p:nvSpPr>
                <p:spPr bwMode="auto">
                  <a:xfrm>
                    <a:off x="2064" y="1437"/>
                    <a:ext cx="584" cy="265"/>
                  </a:xfrm>
                  <a:prstGeom prst="rect">
                    <a:avLst/>
                  </a:prstGeom>
                  <a:blipFill>
                    <a:blip r:embed="rId4"/>
                    <a:stretch>
                      <a:fillRect l="-6767" t="-8197" r="-4511" b="-24590"/>
                    </a:stretch>
                  </a:blipFill>
                  <a:ln>
                    <a:noFill/>
                  </a:ln>
                  <a:effectLst/>
                </p:spPr>
                <p:txBody>
                  <a:bodyPr/>
                  <a:lstStyle/>
                  <a:p>
                    <a:r>
                      <a:rPr lang="zh-CN" altLang="en-US">
                        <a:noFill/>
                      </a:rPr>
                      <a:t> </a:t>
                    </a:r>
                  </a:p>
                </p:txBody>
              </p:sp>
            </p:grpSp>
          </p:grpSp>
          <p:grpSp>
            <p:nvGrpSpPr>
              <p:cNvPr id="166" name="Group 1058"/>
              <p:cNvGrpSpPr/>
              <p:nvPr/>
            </p:nvGrpSpPr>
            <p:grpSpPr bwMode="auto">
              <a:xfrm>
                <a:off x="3037" y="3024"/>
                <a:ext cx="252" cy="253"/>
                <a:chOff x="2976" y="3504"/>
                <a:chExt cx="252" cy="253"/>
              </a:xfrm>
              <a:grpFill/>
            </p:grpSpPr>
            <p:sp>
              <p:nvSpPr>
                <p:cNvPr id="1049161" name="Oval 1059"/>
                <p:cNvSpPr>
                  <a:spLocks noChangeArrowheads="1"/>
                </p:cNvSpPr>
                <p:nvPr/>
              </p:nvSpPr>
              <p:spPr bwMode="auto">
                <a:xfrm>
                  <a:off x="2976" y="3504"/>
                  <a:ext cx="252" cy="253"/>
                </a:xfrm>
                <a:prstGeom prst="ellipse">
                  <a:avLst/>
                </a:prstGeom>
                <a:grpFill/>
                <a:ln w="19050" cap="rnd">
                  <a:solidFill>
                    <a:schemeClr val="tx1"/>
                  </a:solidFill>
                  <a:prstDash val="sysDot"/>
                  <a:miter lim="800000"/>
                  <a:headEnd/>
                  <a:tailEnd/>
                </a:ln>
                <a:effectLst/>
              </p:spPr>
              <p:txBody>
                <a:bodyPr wrap="none" anchor="ctr"/>
                <a:lstStyle/>
                <a:p>
                  <a:pPr eaLnBrk="1" hangingPunct="1"/>
                  <a:endParaRPr lang="en-US"/>
                </a:p>
              </p:txBody>
            </p:sp>
            <p:sp>
              <p:nvSpPr>
                <p:cNvPr id="1049162" name="Oval 1060"/>
                <p:cNvSpPr>
                  <a:spLocks noChangeArrowheads="1"/>
                </p:cNvSpPr>
                <p:nvPr/>
              </p:nvSpPr>
              <p:spPr bwMode="auto">
                <a:xfrm>
                  <a:off x="3085" y="3611"/>
                  <a:ext cx="48" cy="48"/>
                </a:xfrm>
                <a:prstGeom prst="ellipse">
                  <a:avLst/>
                </a:prstGeom>
                <a:grpFill/>
                <a:ln>
                  <a:noFill/>
                </a:ln>
                <a:effectLst/>
              </p:spPr>
              <p:txBody>
                <a:bodyPr wrap="none" anchor="ctr"/>
                <a:lstStyle/>
                <a:p>
                  <a:pPr eaLnBrk="1" hangingPunct="1"/>
                  <a:endParaRPr lang="en-US"/>
                </a:p>
              </p:txBody>
            </p:sp>
          </p:grpSp>
          <p:grpSp>
            <p:nvGrpSpPr>
              <p:cNvPr id="167" name="Group 1061"/>
              <p:cNvGrpSpPr/>
              <p:nvPr/>
            </p:nvGrpSpPr>
            <p:grpSpPr bwMode="auto">
              <a:xfrm>
                <a:off x="3037" y="2640"/>
                <a:ext cx="252" cy="253"/>
                <a:chOff x="2976" y="3504"/>
                <a:chExt cx="252" cy="253"/>
              </a:xfrm>
              <a:grpFill/>
            </p:grpSpPr>
            <p:sp>
              <p:nvSpPr>
                <p:cNvPr id="1049163" name="Oval 1062"/>
                <p:cNvSpPr>
                  <a:spLocks noChangeArrowheads="1"/>
                </p:cNvSpPr>
                <p:nvPr/>
              </p:nvSpPr>
              <p:spPr bwMode="auto">
                <a:xfrm>
                  <a:off x="2976" y="3504"/>
                  <a:ext cx="252" cy="253"/>
                </a:xfrm>
                <a:prstGeom prst="ellipse">
                  <a:avLst/>
                </a:prstGeom>
                <a:grpFill/>
                <a:ln w="19050" cap="rnd">
                  <a:solidFill>
                    <a:schemeClr val="tx1"/>
                  </a:solidFill>
                  <a:prstDash val="sysDot"/>
                  <a:miter lim="800000"/>
                  <a:headEnd/>
                  <a:tailEnd/>
                </a:ln>
                <a:effectLst/>
              </p:spPr>
              <p:txBody>
                <a:bodyPr wrap="none" anchor="ctr"/>
                <a:lstStyle/>
                <a:p>
                  <a:pPr eaLnBrk="1" hangingPunct="1"/>
                  <a:endParaRPr lang="en-US"/>
                </a:p>
              </p:txBody>
            </p:sp>
            <p:sp>
              <p:nvSpPr>
                <p:cNvPr id="1049164" name="Oval 1063"/>
                <p:cNvSpPr>
                  <a:spLocks noChangeArrowheads="1"/>
                </p:cNvSpPr>
                <p:nvPr/>
              </p:nvSpPr>
              <p:spPr bwMode="auto">
                <a:xfrm>
                  <a:off x="3085" y="3611"/>
                  <a:ext cx="48" cy="48"/>
                </a:xfrm>
                <a:prstGeom prst="ellipse">
                  <a:avLst/>
                </a:prstGeom>
                <a:grpFill/>
                <a:ln>
                  <a:noFill/>
                </a:ln>
                <a:effectLst/>
              </p:spPr>
              <p:txBody>
                <a:bodyPr wrap="none" anchor="ctr"/>
                <a:lstStyle/>
                <a:p>
                  <a:pPr eaLnBrk="1" hangingPunct="1"/>
                  <a:endParaRPr lang="en-US"/>
                </a:p>
              </p:txBody>
            </p:sp>
          </p:grpSp>
        </p:grpSp>
      </p:grpSp>
      <p:sp>
        <p:nvSpPr>
          <p:cNvPr id="1049165" name="Text Box 4"/>
          <p:cNvSpPr txBox="1">
            <a:spLocks noChangeArrowheads="1"/>
          </p:cNvSpPr>
          <p:nvPr/>
        </p:nvSpPr>
        <p:spPr bwMode="auto">
          <a:xfrm>
            <a:off x="1722438" y="1484784"/>
            <a:ext cx="9270106" cy="548639"/>
          </a:xfrm>
          <a:prstGeom prst="rect">
            <a:avLst/>
          </a:prstGeom>
          <a:noFill/>
          <a:ln>
            <a:noFill/>
          </a:ln>
          <a:effectLst/>
        </p:spPr>
        <p:txBody>
          <a:bodyPr wrap="square">
            <a:spAutoFit/>
          </a:bodyPr>
          <a:lstStyle/>
          <a:p>
            <a:pPr>
              <a:lnSpc>
                <a:spcPct val="150000"/>
              </a:lnSpc>
              <a:spcAft>
                <a:spcPct val="50000"/>
              </a:spcAft>
            </a:pP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腐蚀：集合</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被集合</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腐蚀，表示为</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a:t>
            </a: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 ⊖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，数学形式为</a:t>
            </a:r>
            <a:endParaRPr lang="en-US" altLang="zh-CN" sz="2000" i="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49166" name="Text Box 4"/>
          <p:cNvSpPr txBox="1">
            <a:spLocks noChangeArrowheads="1"/>
          </p:cNvSpPr>
          <p:nvPr/>
        </p:nvSpPr>
        <p:spPr bwMode="auto">
          <a:xfrm>
            <a:off x="1264418" y="3691367"/>
            <a:ext cx="5074272" cy="1938992"/>
          </a:xfrm>
          <a:prstGeom prst="rect">
            <a:avLst/>
          </a:prstGeom>
          <a:noFill/>
          <a:ln>
            <a:noFill/>
          </a:ln>
          <a:effectLst/>
        </p:spPr>
        <p:txBody>
          <a:bodyPr wrap="square">
            <a:spAutoFit/>
          </a:bodyPr>
          <a:lstStyle/>
          <a:p>
            <a:pPr>
              <a:lnSpc>
                <a:spcPct val="150000"/>
              </a:lnSpc>
              <a:spcAft>
                <a:spcPct val="50000"/>
              </a:spcAft>
            </a:pP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a:t>
            </a: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 ⊖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表示将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B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平移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x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但仍包含在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内的所有点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x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组成。若把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看作输入图像，</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 B</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看作模板，则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a:t>
            </a: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 ⊖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B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由在平移模板的过程中，所有可以填入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内部的模板的原点组成。</a:t>
            </a:r>
            <a:endParaRPr lang="en-US" altLang="zh-CN" sz="2000" i="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49167" name="文本框 39"/>
          <p:cNvSpPr txBox="1"/>
          <p:nvPr/>
        </p:nvSpPr>
        <p:spPr>
          <a:xfrm>
            <a:off x="3978022" y="2280704"/>
            <a:ext cx="7299434" cy="400110"/>
          </a:xfrm>
          <a:prstGeom prst="rect">
            <a:avLst/>
          </a:prstGeom>
          <a:noFill/>
        </p:spPr>
        <p:txBody>
          <a:bodyPr wrap="square">
            <a:spAutoFit/>
          </a:bodyPr>
          <a:lstStyle/>
          <a:p>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a:t>
            </a: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 ⊖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B =</a:t>
            </a:r>
            <a:endParaRPr lang="zh-CN" altLang="en-US" sz="2000" dirty="0"/>
          </a:p>
        </p:txBody>
      </p:sp>
      <mc:AlternateContent xmlns:mc="http://schemas.openxmlformats.org/markup-compatibility/2006" xmlns:p14="http://schemas.microsoft.com/office/powerpoint/2010/main">
        <mc:Choice Requires="p14">
          <p:contentPart p14:bwMode="auto" r:id="rId5">
            <p14:nvContentPartPr>
              <p14:cNvPr id="1049168" name="墨迹 1049167"/>
              <p14:cNvContentPartPr/>
              <p14:nvPr/>
            </p14:nvContentPartPr>
            <p14:xfrm>
              <a:off x="9417183" y="6233101"/>
              <a:ext cx="0" cy="0"/>
            </p14:xfrm>
          </p:contentPart>
        </mc:Choice>
        <mc:Fallback xmlns="">
          <p:sp>
            <p:nvSpPr>
              <p:cNvPr id="1049168" name=""/>
              <p:cNvSpPr/>
              <p:nvPr/>
            </p:nvSpPr>
            <p:spPr>
              <a:xfrm>
                <a:off x="9417183" y="6233101"/>
                <a:ext cx="0" cy="0"/>
              </a:xfrm>
            </p:spPr>
          </p:sp>
        </mc:Fallback>
      </mc:AlternateContent>
      <mc:AlternateContent xmlns:mc="http://schemas.openxmlformats.org/markup-compatibility/2006" xmlns:p14="http://schemas.microsoft.com/office/powerpoint/2010/main">
        <mc:Choice Requires="p14">
          <p:contentPart p14:bwMode="auto" r:id="rId6">
            <p14:nvContentPartPr>
              <p14:cNvPr id="1049169" name="墨迹 1049168"/>
              <p14:cNvContentPartPr/>
              <p14:nvPr/>
            </p14:nvContentPartPr>
            <p14:xfrm>
              <a:off x="6830287" y="4567459"/>
              <a:ext cx="652650" cy="952258"/>
            </p14:xfrm>
          </p:contentPart>
        </mc:Choice>
        <mc:Fallback xmlns="">
          <p:sp>
            <p:nvSpPr>
              <p:cNvPr id="1049169" name=""/>
              <p:cNvSpPr/>
              <p:nvPr/>
            </p:nvSpPr>
            <p:spPr>
              <a:xfrm>
                <a:off x="6830287" y="4567459"/>
                <a:ext cx="652650" cy="952258"/>
              </a:xfrm>
            </p:spPr>
          </p:sp>
        </mc:Fallback>
      </mc:AlternateContent>
      <mc:AlternateContent xmlns:mc="http://schemas.openxmlformats.org/markup-compatibility/2006" xmlns:p14="http://schemas.microsoft.com/office/powerpoint/2010/main">
        <mc:Choice Requires="p14">
          <p:contentPart p14:bwMode="auto" r:id="rId7">
            <p14:nvContentPartPr>
              <p14:cNvPr id="1049170" name="墨迹 1049169"/>
              <p14:cNvContentPartPr/>
              <p14:nvPr/>
            </p14:nvContentPartPr>
            <p14:xfrm>
              <a:off x="6680547" y="5310659"/>
              <a:ext cx="179492" cy="338454"/>
            </p14:xfrm>
          </p:contentPart>
        </mc:Choice>
        <mc:Fallback xmlns="">
          <p:sp>
            <p:nvSpPr>
              <p:cNvPr id="1049170" name=""/>
              <p:cNvSpPr/>
              <p:nvPr/>
            </p:nvSpPr>
            <p:spPr>
              <a:xfrm>
                <a:off x="6680547" y="5310659"/>
                <a:ext cx="179492" cy="338454"/>
              </a:xfrm>
            </p:spPr>
          </p:sp>
        </mc:Fallback>
      </mc:AlternateContent>
      <mc:AlternateContent xmlns:mc="http://schemas.openxmlformats.org/markup-compatibility/2006" xmlns:p14="http://schemas.microsoft.com/office/powerpoint/2010/main">
        <mc:Choice Requires="p14">
          <p:contentPart p14:bwMode="auto" r:id="rId8">
            <p14:nvContentPartPr>
              <p14:cNvPr id="1049171" name="墨迹 1049170"/>
              <p14:cNvContentPartPr/>
              <p14:nvPr/>
            </p14:nvContentPartPr>
            <p14:xfrm>
              <a:off x="6540797" y="5943948"/>
              <a:ext cx="373471" cy="337962"/>
            </p14:xfrm>
          </p:contentPart>
        </mc:Choice>
        <mc:Fallback xmlns="">
          <p:sp>
            <p:nvSpPr>
              <p:cNvPr id="1049171" name=""/>
              <p:cNvSpPr/>
              <p:nvPr/>
            </p:nvSpPr>
            <p:spPr>
              <a:xfrm>
                <a:off x="6540797" y="5943948"/>
                <a:ext cx="373471" cy="337962"/>
              </a:xfrm>
            </p:spPr>
          </p:sp>
        </mc:Fallback>
      </mc:AlternateContent>
      <mc:AlternateContent xmlns:mc="http://schemas.openxmlformats.org/markup-compatibility/2006" xmlns:p14="http://schemas.microsoft.com/office/powerpoint/2010/main">
        <mc:Choice Requires="p14">
          <p:contentPart p14:bwMode="auto" r:id="rId9">
            <p14:nvContentPartPr>
              <p14:cNvPr id="1049172" name="墨迹 1049171"/>
              <p14:cNvContentPartPr/>
              <p14:nvPr/>
            </p14:nvContentPartPr>
            <p14:xfrm>
              <a:off x="6952983" y="6236599"/>
              <a:ext cx="0" cy="0"/>
            </p14:xfrm>
          </p:contentPart>
        </mc:Choice>
        <mc:Fallback xmlns="">
          <p:sp>
            <p:nvSpPr>
              <p:cNvPr id="1049172" name=""/>
              <p:cNvSpPr/>
              <p:nvPr/>
            </p:nvSpPr>
            <p:spPr>
              <a:xfrm>
                <a:off x="6952983" y="6236599"/>
                <a:ext cx="0" cy="0"/>
              </a:xfrm>
            </p:spPr>
          </p:sp>
        </mc:Fallback>
      </mc:AlternateContent>
      <mc:AlternateContent xmlns:mc="http://schemas.openxmlformats.org/markup-compatibility/2006" xmlns:p14="http://schemas.microsoft.com/office/powerpoint/2010/main">
        <mc:Choice Requires="p14">
          <p:contentPart p14:bwMode="auto" r:id="rId10">
            <p14:nvContentPartPr>
              <p14:cNvPr id="1049173" name="墨迹 1049172"/>
              <p14:cNvContentPartPr/>
              <p14:nvPr/>
            </p14:nvContentPartPr>
            <p14:xfrm>
              <a:off x="821859" y="5790678"/>
              <a:ext cx="198123" cy="560778"/>
            </p14:xfrm>
          </p:contentPart>
        </mc:Choice>
        <mc:Fallback xmlns="">
          <p:sp>
            <p:nvSpPr>
              <p:cNvPr id="1049173" name=""/>
              <p:cNvSpPr/>
              <p:nvPr/>
            </p:nvSpPr>
            <p:spPr>
              <a:xfrm>
                <a:off x="821859" y="5790678"/>
                <a:ext cx="198123" cy="560778"/>
              </a:xfrm>
            </p:spPr>
          </p:sp>
        </mc:Fallback>
      </mc:AlternateContent>
      <mc:AlternateContent xmlns:mc="http://schemas.openxmlformats.org/markup-compatibility/2006" xmlns:p14="http://schemas.microsoft.com/office/powerpoint/2010/main">
        <mc:Choice Requires="p14">
          <p:contentPart p14:bwMode="auto" r:id="rId11">
            <p14:nvContentPartPr>
              <p14:cNvPr id="1049174" name="墨迹 1049173"/>
              <p14:cNvContentPartPr/>
              <p14:nvPr/>
            </p14:nvContentPartPr>
            <p14:xfrm>
              <a:off x="974482" y="5992219"/>
              <a:ext cx="178677" cy="83498"/>
            </p14:xfrm>
          </p:contentPart>
        </mc:Choice>
        <mc:Fallback xmlns="">
          <p:sp>
            <p:nvSpPr>
              <p:cNvPr id="1049174" name=""/>
              <p:cNvSpPr/>
              <p:nvPr/>
            </p:nvSpPr>
            <p:spPr>
              <a:xfrm>
                <a:off x="974482" y="5992219"/>
                <a:ext cx="178677" cy="83498"/>
              </a:xfrm>
            </p:spPr>
          </p:sp>
        </mc:Fallback>
      </mc:AlternateContent>
      <mc:AlternateContent xmlns:mc="http://schemas.openxmlformats.org/markup-compatibility/2006" xmlns:p14="http://schemas.microsoft.com/office/powerpoint/2010/main">
        <mc:Choice Requires="p14">
          <p:contentPart p14:bwMode="auto" r:id="rId12">
            <p14:nvContentPartPr>
              <p14:cNvPr id="1049175" name="墨迹 1049174"/>
              <p14:cNvContentPartPr/>
              <p14:nvPr/>
            </p14:nvContentPartPr>
            <p14:xfrm>
              <a:off x="1060653" y="5854506"/>
              <a:ext cx="81971" cy="232817"/>
            </p14:xfrm>
          </p:contentPart>
        </mc:Choice>
        <mc:Fallback xmlns="">
          <p:sp>
            <p:nvSpPr>
              <p:cNvPr id="1049175" name=""/>
              <p:cNvSpPr/>
              <p:nvPr/>
            </p:nvSpPr>
            <p:spPr>
              <a:xfrm>
                <a:off x="1060653" y="5854506"/>
                <a:ext cx="81971" cy="232817"/>
              </a:xfrm>
            </p:spPr>
          </p:sp>
        </mc:Fallback>
      </mc:AlternateContent>
      <mc:AlternateContent xmlns:mc="http://schemas.openxmlformats.org/markup-compatibility/2006" xmlns:p14="http://schemas.microsoft.com/office/powerpoint/2010/main">
        <mc:Choice Requires="p14">
          <p:contentPart p14:bwMode="auto" r:id="rId13">
            <p14:nvContentPartPr>
              <p14:cNvPr id="1049176" name="墨迹 1049175"/>
              <p14:cNvContentPartPr/>
              <p14:nvPr/>
            </p14:nvContentPartPr>
            <p14:xfrm>
              <a:off x="1049056" y="6132550"/>
              <a:ext cx="45528" cy="155138"/>
            </p14:xfrm>
          </p:contentPart>
        </mc:Choice>
        <mc:Fallback xmlns="">
          <p:sp>
            <p:nvSpPr>
              <p:cNvPr id="1049176" name=""/>
              <p:cNvSpPr/>
              <p:nvPr/>
            </p:nvSpPr>
            <p:spPr>
              <a:xfrm>
                <a:off x="1049056" y="6132550"/>
                <a:ext cx="45528" cy="155138"/>
              </a:xfrm>
            </p:spPr>
          </p:sp>
        </mc:Fallback>
      </mc:AlternateContent>
      <mc:AlternateContent xmlns:mc="http://schemas.openxmlformats.org/markup-compatibility/2006" xmlns:p14="http://schemas.microsoft.com/office/powerpoint/2010/main">
        <mc:Choice Requires="p14">
          <p:contentPart p14:bwMode="auto" r:id="rId14">
            <p14:nvContentPartPr>
              <p14:cNvPr id="1049177" name="墨迹 1049176"/>
              <p14:cNvContentPartPr/>
              <p14:nvPr/>
            </p14:nvContentPartPr>
            <p14:xfrm>
              <a:off x="1377747" y="5817783"/>
              <a:ext cx="26317" cy="159890"/>
            </p14:xfrm>
          </p:contentPart>
        </mc:Choice>
        <mc:Fallback xmlns="">
          <p:sp>
            <p:nvSpPr>
              <p:cNvPr id="1049177" name=""/>
              <p:cNvSpPr/>
              <p:nvPr/>
            </p:nvSpPr>
            <p:spPr>
              <a:xfrm>
                <a:off x="1377747" y="5817783"/>
                <a:ext cx="26317" cy="159890"/>
              </a:xfrm>
            </p:spPr>
          </p:sp>
        </mc:Fallback>
      </mc:AlternateContent>
      <mc:AlternateContent xmlns:mc="http://schemas.openxmlformats.org/markup-compatibility/2006" xmlns:p14="http://schemas.microsoft.com/office/powerpoint/2010/main">
        <mc:Choice Requires="p14">
          <p:contentPart p14:bwMode="auto" r:id="rId15">
            <p14:nvContentPartPr>
              <p14:cNvPr id="1049178" name="墨迹 1049177"/>
              <p14:cNvContentPartPr/>
              <p14:nvPr/>
            </p14:nvContentPartPr>
            <p14:xfrm>
              <a:off x="1379423" y="5806247"/>
              <a:ext cx="163643" cy="530702"/>
            </p14:xfrm>
          </p:contentPart>
        </mc:Choice>
        <mc:Fallback xmlns="">
          <p:sp>
            <p:nvSpPr>
              <p:cNvPr id="1049178" name=""/>
              <p:cNvSpPr/>
              <p:nvPr/>
            </p:nvSpPr>
            <p:spPr>
              <a:xfrm>
                <a:off x="1379423" y="5806247"/>
                <a:ext cx="163643" cy="530702"/>
              </a:xfrm>
            </p:spPr>
          </p:sp>
        </mc:Fallback>
      </mc:AlternateContent>
      <mc:AlternateContent xmlns:mc="http://schemas.openxmlformats.org/markup-compatibility/2006" xmlns:p14="http://schemas.microsoft.com/office/powerpoint/2010/main">
        <mc:Choice Requires="p14">
          <p:contentPart p14:bwMode="auto" r:id="rId16">
            <p14:nvContentPartPr>
              <p14:cNvPr id="1049179" name="墨迹 1049178"/>
              <p14:cNvContentPartPr/>
              <p14:nvPr/>
            </p14:nvContentPartPr>
            <p14:xfrm>
              <a:off x="1257982" y="6078340"/>
              <a:ext cx="176863" cy="214289"/>
            </p14:xfrm>
          </p:contentPart>
        </mc:Choice>
        <mc:Fallback xmlns="">
          <p:sp>
            <p:nvSpPr>
              <p:cNvPr id="1049179" name=""/>
              <p:cNvSpPr/>
              <p:nvPr/>
            </p:nvSpPr>
            <p:spPr>
              <a:xfrm>
                <a:off x="1257982" y="6078340"/>
                <a:ext cx="176863" cy="214289"/>
              </a:xfrm>
            </p:spPr>
          </p:sp>
        </mc:Fallback>
      </mc:AlternateContent>
      <mc:AlternateContent xmlns:mc="http://schemas.openxmlformats.org/markup-compatibility/2006" xmlns:p14="http://schemas.microsoft.com/office/powerpoint/2010/main">
        <mc:Choice Requires="p14">
          <p:contentPart p14:bwMode="auto" r:id="rId17">
            <p14:nvContentPartPr>
              <p14:cNvPr id="1049180" name="墨迹 1049179"/>
              <p14:cNvContentPartPr/>
              <p14:nvPr/>
            </p14:nvContentPartPr>
            <p14:xfrm>
              <a:off x="1494622" y="6128179"/>
              <a:ext cx="211178" cy="146916"/>
            </p14:xfrm>
          </p:contentPart>
        </mc:Choice>
        <mc:Fallback xmlns="">
          <p:sp>
            <p:nvSpPr>
              <p:cNvPr id="1049180" name=""/>
              <p:cNvSpPr/>
              <p:nvPr/>
            </p:nvSpPr>
            <p:spPr>
              <a:xfrm>
                <a:off x="1494622" y="6128179"/>
                <a:ext cx="211178" cy="146916"/>
              </a:xfrm>
            </p:spPr>
          </p:sp>
        </mc:Fallback>
      </mc:AlternateContent>
      <mc:AlternateContent xmlns:mc="http://schemas.openxmlformats.org/markup-compatibility/2006" xmlns:p14="http://schemas.microsoft.com/office/powerpoint/2010/main">
        <mc:Choice Requires="p14">
          <p:contentPart p14:bwMode="auto" r:id="rId18">
            <p14:nvContentPartPr>
              <p14:cNvPr id="1049181" name="墨迹 1049180"/>
              <p14:cNvContentPartPr/>
              <p14:nvPr/>
            </p14:nvContentPartPr>
            <p14:xfrm>
              <a:off x="1952998" y="5888606"/>
              <a:ext cx="235179" cy="351841"/>
            </p14:xfrm>
          </p:contentPart>
        </mc:Choice>
        <mc:Fallback xmlns="">
          <p:sp>
            <p:nvSpPr>
              <p:cNvPr id="1049181" name=""/>
              <p:cNvSpPr/>
              <p:nvPr/>
            </p:nvSpPr>
            <p:spPr>
              <a:xfrm>
                <a:off x="1952998" y="5888606"/>
                <a:ext cx="235179" cy="351841"/>
              </a:xfrm>
            </p:spPr>
          </p:sp>
        </mc:Fallback>
      </mc:AlternateContent>
      <mc:AlternateContent xmlns:mc="http://schemas.openxmlformats.org/markup-compatibility/2006" xmlns:p14="http://schemas.microsoft.com/office/powerpoint/2010/main">
        <mc:Choice Requires="p14">
          <p:contentPart p14:bwMode="auto" r:id="rId19">
            <p14:nvContentPartPr>
              <p14:cNvPr id="1049182" name="墨迹 1049181"/>
              <p14:cNvContentPartPr/>
              <p14:nvPr/>
            </p14:nvContentPartPr>
            <p14:xfrm>
              <a:off x="1889194" y="5902988"/>
              <a:ext cx="185892" cy="266562"/>
            </p14:xfrm>
          </p:contentPart>
        </mc:Choice>
        <mc:Fallback xmlns="">
          <p:sp>
            <p:nvSpPr>
              <p:cNvPr id="1049182" name=""/>
              <p:cNvSpPr/>
              <p:nvPr/>
            </p:nvSpPr>
            <p:spPr>
              <a:xfrm>
                <a:off x="1889194" y="5902988"/>
                <a:ext cx="185892" cy="266562"/>
              </a:xfrm>
            </p:spPr>
          </p:sp>
        </mc:Fallback>
      </mc:AlternateContent>
      <mc:AlternateContent xmlns:mc="http://schemas.openxmlformats.org/markup-compatibility/2006" xmlns:p14="http://schemas.microsoft.com/office/powerpoint/2010/main">
        <mc:Choice Requires="p14">
          <p:contentPart p14:bwMode="auto" r:id="rId20">
            <p14:nvContentPartPr>
              <p14:cNvPr id="1049183" name="墨迹 1049182"/>
              <p14:cNvContentPartPr/>
              <p14:nvPr/>
            </p14:nvContentPartPr>
            <p14:xfrm>
              <a:off x="2386102" y="5877480"/>
              <a:ext cx="182394" cy="224953"/>
            </p14:xfrm>
          </p:contentPart>
        </mc:Choice>
        <mc:Fallback xmlns="">
          <p:sp>
            <p:nvSpPr>
              <p:cNvPr id="1049183" name=""/>
              <p:cNvSpPr/>
              <p:nvPr/>
            </p:nvSpPr>
            <p:spPr>
              <a:xfrm>
                <a:off x="2386102" y="5877480"/>
                <a:ext cx="182394" cy="224953"/>
              </a:xfrm>
            </p:spPr>
          </p:sp>
        </mc:Fallback>
      </mc:AlternateContent>
      <mc:AlternateContent xmlns:mc="http://schemas.openxmlformats.org/markup-compatibility/2006" xmlns:p14="http://schemas.microsoft.com/office/powerpoint/2010/main">
        <mc:Choice Requires="p14">
          <p:contentPart p14:bwMode="auto" r:id="rId21">
            <p14:nvContentPartPr>
              <p14:cNvPr id="1049184" name="墨迹 1049183"/>
              <p14:cNvContentPartPr/>
              <p14:nvPr/>
            </p14:nvContentPartPr>
            <p14:xfrm>
              <a:off x="2408496" y="5962052"/>
              <a:ext cx="155614" cy="226301"/>
            </p14:xfrm>
          </p:contentPart>
        </mc:Choice>
        <mc:Fallback xmlns="">
          <p:sp>
            <p:nvSpPr>
              <p:cNvPr id="1049184" name=""/>
              <p:cNvSpPr/>
              <p:nvPr/>
            </p:nvSpPr>
            <p:spPr>
              <a:xfrm>
                <a:off x="2408496" y="5962052"/>
                <a:ext cx="155614" cy="226301"/>
              </a:xfrm>
            </p:spPr>
          </p:sp>
        </mc:Fallback>
      </mc:AlternateContent>
      <mc:AlternateContent xmlns:mc="http://schemas.openxmlformats.org/markup-compatibility/2006" xmlns:p14="http://schemas.microsoft.com/office/powerpoint/2010/main">
        <mc:Choice Requires="p14">
          <p:contentPart p14:bwMode="auto" r:id="rId22">
            <p14:nvContentPartPr>
              <p14:cNvPr id="1049185" name="墨迹 1049184"/>
              <p14:cNvContentPartPr/>
              <p14:nvPr/>
            </p14:nvContentPartPr>
            <p14:xfrm>
              <a:off x="2588014" y="5817783"/>
              <a:ext cx="146217" cy="432396"/>
            </p14:xfrm>
          </p:contentPart>
        </mc:Choice>
        <mc:Fallback xmlns="">
          <p:sp>
            <p:nvSpPr>
              <p:cNvPr id="1049185" name=""/>
              <p:cNvSpPr/>
              <p:nvPr/>
            </p:nvSpPr>
            <p:spPr>
              <a:xfrm>
                <a:off x="2588014" y="5817783"/>
                <a:ext cx="146217" cy="432396"/>
              </a:xfrm>
            </p:spPr>
          </p:sp>
        </mc:Fallback>
      </mc:AlternateContent>
      <mc:AlternateContent xmlns:mc="http://schemas.openxmlformats.org/markup-compatibility/2006" xmlns:p14="http://schemas.microsoft.com/office/powerpoint/2010/main">
        <mc:Choice Requires="p14">
          <p:contentPart p14:bwMode="auto" r:id="rId23">
            <p14:nvContentPartPr>
              <p14:cNvPr id="1049186" name="墨迹 1049185"/>
              <p14:cNvContentPartPr/>
              <p14:nvPr/>
            </p14:nvContentPartPr>
            <p14:xfrm>
              <a:off x="2114332" y="6254085"/>
              <a:ext cx="219831" cy="243400"/>
            </p14:xfrm>
          </p:contentPart>
        </mc:Choice>
        <mc:Fallback xmlns="">
          <p:sp>
            <p:nvSpPr>
              <p:cNvPr id="1049186" name=""/>
              <p:cNvSpPr/>
              <p:nvPr/>
            </p:nvSpPr>
            <p:spPr>
              <a:xfrm>
                <a:off x="2114332" y="6254085"/>
                <a:ext cx="219831" cy="243400"/>
              </a:xfrm>
            </p:spPr>
          </p:sp>
        </mc:Fallback>
      </mc:AlternateContent>
      <mc:AlternateContent xmlns:mc="http://schemas.openxmlformats.org/markup-compatibility/2006" xmlns:p14="http://schemas.microsoft.com/office/powerpoint/2010/main">
        <mc:Choice Requires="p14">
          <p:contentPart p14:bwMode="auto" r:id="rId24">
            <p14:nvContentPartPr>
              <p14:cNvPr id="1049187" name="墨迹 1049186"/>
              <p14:cNvContentPartPr/>
              <p14:nvPr/>
            </p14:nvContentPartPr>
            <p14:xfrm>
              <a:off x="2320780" y="6269824"/>
              <a:ext cx="206401" cy="190357"/>
            </p14:xfrm>
          </p:contentPart>
        </mc:Choice>
        <mc:Fallback xmlns="">
          <p:sp>
            <p:nvSpPr>
              <p:cNvPr id="1049187" name=""/>
              <p:cNvSpPr/>
              <p:nvPr/>
            </p:nvSpPr>
            <p:spPr>
              <a:xfrm>
                <a:off x="2320780" y="6269824"/>
                <a:ext cx="206401" cy="190357"/>
              </a:xfrm>
            </p:spPr>
          </p:sp>
        </mc:Fallback>
      </mc:AlternateContent>
      <mc:AlternateContent xmlns:mc="http://schemas.openxmlformats.org/markup-compatibility/2006" xmlns:p14="http://schemas.microsoft.com/office/powerpoint/2010/main">
        <mc:Choice Requires="p14">
          <p:contentPart p14:bwMode="auto" r:id="rId25">
            <p14:nvContentPartPr>
              <p14:cNvPr id="1049188" name="墨迹 1049187"/>
              <p14:cNvContentPartPr/>
              <p14:nvPr/>
            </p14:nvContentPartPr>
            <p14:xfrm>
              <a:off x="2230992" y="6407097"/>
              <a:ext cx="66591" cy="348607"/>
            </p14:xfrm>
          </p:contentPart>
        </mc:Choice>
        <mc:Fallback xmlns="">
          <p:sp>
            <p:nvSpPr>
              <p:cNvPr id="1049188" name=""/>
              <p:cNvSpPr/>
              <p:nvPr/>
            </p:nvSpPr>
            <p:spPr>
              <a:xfrm>
                <a:off x="2230992" y="6407097"/>
                <a:ext cx="66591" cy="348607"/>
              </a:xfrm>
            </p:spPr>
          </p:sp>
        </mc:Fallback>
      </mc:AlternateContent>
      <mc:AlternateContent xmlns:mc="http://schemas.openxmlformats.org/markup-compatibility/2006" xmlns:p14="http://schemas.microsoft.com/office/powerpoint/2010/main">
        <mc:Choice Requires="p14">
          <p:contentPart p14:bwMode="auto" r:id="rId26">
            <p14:nvContentPartPr>
              <p14:cNvPr id="1049189" name="墨迹 1049188"/>
              <p14:cNvContentPartPr/>
              <p14:nvPr/>
            </p14:nvContentPartPr>
            <p14:xfrm>
              <a:off x="2269926" y="6427704"/>
              <a:ext cx="166340" cy="265655"/>
            </p14:xfrm>
          </p:contentPart>
        </mc:Choice>
        <mc:Fallback xmlns="">
          <p:sp>
            <p:nvSpPr>
              <p:cNvPr id="1049189" name=""/>
              <p:cNvSpPr/>
              <p:nvPr/>
            </p:nvSpPr>
            <p:spPr>
              <a:xfrm>
                <a:off x="2269926" y="6427704"/>
                <a:ext cx="166340" cy="265655"/>
              </a:xfrm>
            </p:spPr>
          </p:sp>
        </mc:Fallback>
      </mc:AlternateContent>
      <mc:AlternateContent xmlns:mc="http://schemas.openxmlformats.org/markup-compatibility/2006" xmlns:p14="http://schemas.microsoft.com/office/powerpoint/2010/main">
        <mc:Choice Requires="p14">
          <p:contentPart p14:bwMode="auto" r:id="rId27">
            <p14:nvContentPartPr>
              <p14:cNvPr id="1049190" name="墨迹 1049189"/>
              <p14:cNvContentPartPr/>
              <p14:nvPr/>
            </p14:nvContentPartPr>
            <p14:xfrm>
              <a:off x="2893507" y="5880737"/>
              <a:ext cx="36631" cy="188962"/>
            </p14:xfrm>
          </p:contentPart>
        </mc:Choice>
        <mc:Fallback xmlns="">
          <p:sp>
            <p:nvSpPr>
              <p:cNvPr id="1049190" name=""/>
              <p:cNvSpPr/>
              <p:nvPr/>
            </p:nvSpPr>
            <p:spPr>
              <a:xfrm>
                <a:off x="2893507" y="5880737"/>
                <a:ext cx="36631" cy="188962"/>
              </a:xfrm>
            </p:spPr>
          </p:sp>
        </mc:Fallback>
      </mc:AlternateContent>
      <mc:AlternateContent xmlns:mc="http://schemas.openxmlformats.org/markup-compatibility/2006" xmlns:p14="http://schemas.microsoft.com/office/powerpoint/2010/main">
        <mc:Choice Requires="p14">
          <p:contentPart p14:bwMode="auto" r:id="rId28">
            <p14:nvContentPartPr>
              <p14:cNvPr id="1049191" name="墨迹 1049190"/>
              <p14:cNvContentPartPr/>
              <p14:nvPr/>
            </p14:nvContentPartPr>
            <p14:xfrm>
              <a:off x="2850953" y="6032742"/>
              <a:ext cx="94771" cy="133034"/>
            </p14:xfrm>
          </p:contentPart>
        </mc:Choice>
        <mc:Fallback xmlns="">
          <p:sp>
            <p:nvSpPr>
              <p:cNvPr id="1049191" name=""/>
              <p:cNvSpPr/>
              <p:nvPr/>
            </p:nvSpPr>
            <p:spPr>
              <a:xfrm>
                <a:off x="2850953" y="6032742"/>
                <a:ext cx="94771" cy="133034"/>
              </a:xfrm>
            </p:spPr>
          </p:sp>
        </mc:Fallback>
      </mc:AlternateContent>
      <mc:AlternateContent xmlns:mc="http://schemas.openxmlformats.org/markup-compatibility/2006" xmlns:p14="http://schemas.microsoft.com/office/powerpoint/2010/main">
        <mc:Choice Requires="p14">
          <p:contentPart p14:bwMode="auto" r:id="rId29">
            <p14:nvContentPartPr>
              <p14:cNvPr id="1049192" name="墨迹 1049191"/>
              <p14:cNvContentPartPr/>
              <p14:nvPr/>
            </p14:nvContentPartPr>
            <p14:xfrm>
              <a:off x="2967124" y="5772317"/>
              <a:ext cx="34188" cy="466635"/>
            </p14:xfrm>
          </p:contentPart>
        </mc:Choice>
        <mc:Fallback xmlns="">
          <p:sp>
            <p:nvSpPr>
              <p:cNvPr id="1049192" name=""/>
              <p:cNvSpPr/>
              <p:nvPr/>
            </p:nvSpPr>
            <p:spPr>
              <a:xfrm>
                <a:off x="2967124" y="5772317"/>
                <a:ext cx="34188" cy="466635"/>
              </a:xfrm>
            </p:spPr>
          </p:sp>
        </mc:Fallback>
      </mc:AlternateContent>
      <mc:AlternateContent xmlns:mc="http://schemas.openxmlformats.org/markup-compatibility/2006" xmlns:p14="http://schemas.microsoft.com/office/powerpoint/2010/main">
        <mc:Choice Requires="p14">
          <p:contentPart p14:bwMode="auto" r:id="rId30">
            <p14:nvContentPartPr>
              <p14:cNvPr id="1049193" name="墨迹 1049192"/>
              <p14:cNvContentPartPr/>
              <p14:nvPr/>
            </p14:nvContentPartPr>
            <p14:xfrm>
              <a:off x="3036308" y="5947250"/>
              <a:ext cx="175843" cy="66388"/>
            </p14:xfrm>
          </p:contentPart>
        </mc:Choice>
        <mc:Fallback xmlns="">
          <p:sp>
            <p:nvSpPr>
              <p:cNvPr id="1049193" name=""/>
              <p:cNvSpPr/>
              <p:nvPr/>
            </p:nvSpPr>
            <p:spPr>
              <a:xfrm>
                <a:off x="3036308" y="5947250"/>
                <a:ext cx="175843" cy="66388"/>
              </a:xfrm>
            </p:spPr>
          </p:sp>
        </mc:Fallback>
      </mc:AlternateContent>
      <mc:AlternateContent xmlns:mc="http://schemas.openxmlformats.org/markup-compatibility/2006" xmlns:p14="http://schemas.microsoft.com/office/powerpoint/2010/main">
        <mc:Choice Requires="p14">
          <p:contentPart p14:bwMode="auto" r:id="rId31">
            <p14:nvContentPartPr>
              <p14:cNvPr id="1049194" name="墨迹 1049193"/>
              <p14:cNvContentPartPr/>
              <p14:nvPr/>
            </p14:nvContentPartPr>
            <p14:xfrm>
              <a:off x="3036011" y="5793302"/>
              <a:ext cx="97408" cy="411372"/>
            </p14:xfrm>
          </p:contentPart>
        </mc:Choice>
        <mc:Fallback xmlns="">
          <p:sp>
            <p:nvSpPr>
              <p:cNvPr id="1049194" name=""/>
              <p:cNvSpPr/>
              <p:nvPr/>
            </p:nvSpPr>
            <p:spPr>
              <a:xfrm>
                <a:off x="3036011" y="5793302"/>
                <a:ext cx="97408" cy="411372"/>
              </a:xfrm>
            </p:spPr>
          </p:sp>
        </mc:Fallback>
      </mc:AlternateContent>
      <mc:AlternateContent xmlns:mc="http://schemas.openxmlformats.org/markup-compatibility/2006" xmlns:p14="http://schemas.microsoft.com/office/powerpoint/2010/main">
        <mc:Choice Requires="p14">
          <p:contentPart p14:bwMode="auto" r:id="rId32">
            <p14:nvContentPartPr>
              <p14:cNvPr id="1049195" name="墨迹 1049194"/>
              <p14:cNvContentPartPr/>
              <p14:nvPr/>
            </p14:nvContentPartPr>
            <p14:xfrm>
              <a:off x="3159429" y="5801263"/>
              <a:ext cx="122890" cy="280437"/>
            </p14:xfrm>
          </p:contentPart>
        </mc:Choice>
        <mc:Fallback xmlns="">
          <p:sp>
            <p:nvSpPr>
              <p:cNvPr id="1049195" name=""/>
              <p:cNvSpPr/>
              <p:nvPr/>
            </p:nvSpPr>
            <p:spPr>
              <a:xfrm>
                <a:off x="3159429" y="5801263"/>
                <a:ext cx="122890" cy="280437"/>
              </a:xfrm>
            </p:spPr>
          </p:sp>
        </mc:Fallback>
      </mc:AlternateContent>
      <mc:AlternateContent xmlns:mc="http://schemas.openxmlformats.org/markup-compatibility/2006" xmlns:p14="http://schemas.microsoft.com/office/powerpoint/2010/main">
        <mc:Choice Requires="p14">
          <p:contentPart p14:bwMode="auto" r:id="rId33">
            <p14:nvContentPartPr>
              <p14:cNvPr id="1049196" name="墨迹 1049195"/>
              <p14:cNvContentPartPr/>
              <p14:nvPr/>
            </p14:nvContentPartPr>
            <p14:xfrm>
              <a:off x="3465764" y="6171022"/>
              <a:ext cx="10187" cy="87552"/>
            </p14:xfrm>
          </p:contentPart>
        </mc:Choice>
        <mc:Fallback xmlns="">
          <p:sp>
            <p:nvSpPr>
              <p:cNvPr id="1049196" name=""/>
              <p:cNvSpPr/>
              <p:nvPr/>
            </p:nvSpPr>
            <p:spPr>
              <a:xfrm>
                <a:off x="3465764" y="6171022"/>
                <a:ext cx="10187" cy="87552"/>
              </a:xfrm>
            </p:spPr>
          </p:sp>
        </mc:Fallback>
      </mc:AlternateContent>
      <mc:AlternateContent xmlns:mc="http://schemas.openxmlformats.org/markup-compatibility/2006" xmlns:p14="http://schemas.microsoft.com/office/powerpoint/2010/main">
        <mc:Choice Requires="p14">
          <p:contentPart p14:bwMode="auto" r:id="rId34">
            <p14:nvContentPartPr>
              <p14:cNvPr id="1049197" name="墨迹 1049196"/>
              <p14:cNvContentPartPr/>
              <p14:nvPr/>
            </p14:nvContentPartPr>
            <p14:xfrm>
              <a:off x="3658157" y="5827257"/>
              <a:ext cx="219185" cy="135357"/>
            </p14:xfrm>
          </p:contentPart>
        </mc:Choice>
        <mc:Fallback xmlns="">
          <p:sp>
            <p:nvSpPr>
              <p:cNvPr id="1049197" name=""/>
              <p:cNvSpPr/>
              <p:nvPr/>
            </p:nvSpPr>
            <p:spPr>
              <a:xfrm>
                <a:off x="3658157" y="5827257"/>
                <a:ext cx="219185" cy="135357"/>
              </a:xfrm>
            </p:spPr>
          </p:sp>
        </mc:Fallback>
      </mc:AlternateContent>
      <mc:AlternateContent xmlns:mc="http://schemas.openxmlformats.org/markup-compatibility/2006" xmlns:p14="http://schemas.microsoft.com/office/powerpoint/2010/main">
        <mc:Choice Requires="p14">
          <p:contentPart p14:bwMode="auto" r:id="rId35">
            <p14:nvContentPartPr>
              <p14:cNvPr id="1049198" name="墨迹 1049197"/>
              <p14:cNvContentPartPr/>
              <p14:nvPr/>
            </p14:nvContentPartPr>
            <p14:xfrm>
              <a:off x="3573421" y="5866747"/>
              <a:ext cx="164140" cy="299003"/>
            </p14:xfrm>
          </p:contentPart>
        </mc:Choice>
        <mc:Fallback xmlns="">
          <p:sp>
            <p:nvSpPr>
              <p:cNvPr id="1049198" name=""/>
              <p:cNvSpPr/>
              <p:nvPr/>
            </p:nvSpPr>
            <p:spPr>
              <a:xfrm>
                <a:off x="3573421" y="5866747"/>
                <a:ext cx="164140" cy="299003"/>
              </a:xfrm>
            </p:spPr>
          </p:sp>
        </mc:Fallback>
      </mc:AlternateContent>
      <mc:AlternateContent xmlns:mc="http://schemas.openxmlformats.org/markup-compatibility/2006" xmlns:p14="http://schemas.microsoft.com/office/powerpoint/2010/main">
        <mc:Choice Requires="p14">
          <p:contentPart p14:bwMode="auto" r:id="rId36">
            <p14:nvContentPartPr>
              <p14:cNvPr id="1049199" name="墨迹 1049198"/>
              <p14:cNvContentPartPr/>
              <p14:nvPr/>
            </p14:nvContentPartPr>
            <p14:xfrm>
              <a:off x="3703658" y="5983036"/>
              <a:ext cx="287325" cy="126279"/>
            </p14:xfrm>
          </p:contentPart>
        </mc:Choice>
        <mc:Fallback xmlns="">
          <p:sp>
            <p:nvSpPr>
              <p:cNvPr id="1049199" name=""/>
              <p:cNvSpPr/>
              <p:nvPr/>
            </p:nvSpPr>
            <p:spPr>
              <a:xfrm>
                <a:off x="3703658" y="5983036"/>
                <a:ext cx="287325" cy="126279"/>
              </a:xfrm>
            </p:spPr>
          </p:sp>
        </mc:Fallback>
      </mc:AlternateContent>
      <mc:AlternateContent xmlns:mc="http://schemas.openxmlformats.org/markup-compatibility/2006" xmlns:p14="http://schemas.microsoft.com/office/powerpoint/2010/main">
        <mc:Choice Requires="p14">
          <p:contentPart p14:bwMode="auto" r:id="rId37">
            <p14:nvContentPartPr>
              <p14:cNvPr id="1049200" name="墨迹 1049199"/>
              <p14:cNvContentPartPr/>
              <p14:nvPr/>
            </p14:nvContentPartPr>
            <p14:xfrm>
              <a:off x="4023951" y="5902871"/>
              <a:ext cx="251468" cy="54808"/>
            </p14:xfrm>
          </p:contentPart>
        </mc:Choice>
        <mc:Fallback xmlns="">
          <p:sp>
            <p:nvSpPr>
              <p:cNvPr id="1049200" name=""/>
              <p:cNvSpPr/>
              <p:nvPr/>
            </p:nvSpPr>
            <p:spPr>
              <a:xfrm>
                <a:off x="4023951" y="5902871"/>
                <a:ext cx="251468" cy="54808"/>
              </a:xfrm>
            </p:spPr>
          </p:sp>
        </mc:Fallback>
      </mc:AlternateContent>
      <mc:AlternateContent xmlns:mc="http://schemas.openxmlformats.org/markup-compatibility/2006" xmlns:p14="http://schemas.microsoft.com/office/powerpoint/2010/main">
        <mc:Choice Requires="p14">
          <p:contentPart p14:bwMode="auto" r:id="rId38">
            <p14:nvContentPartPr>
              <p14:cNvPr id="1049201" name="墨迹 1049200"/>
              <p14:cNvContentPartPr/>
              <p14:nvPr/>
            </p14:nvContentPartPr>
            <p14:xfrm>
              <a:off x="4078895" y="5736468"/>
              <a:ext cx="117207" cy="423997"/>
            </p14:xfrm>
          </p:contentPart>
        </mc:Choice>
        <mc:Fallback xmlns="">
          <p:sp>
            <p:nvSpPr>
              <p:cNvPr id="1049201" name=""/>
              <p:cNvSpPr/>
              <p:nvPr/>
            </p:nvSpPr>
            <p:spPr>
              <a:xfrm>
                <a:off x="4078895" y="5736468"/>
                <a:ext cx="117207" cy="423997"/>
              </a:xfrm>
            </p:spPr>
          </p:sp>
        </mc:Fallback>
      </mc:AlternateContent>
      <mc:AlternateContent xmlns:mc="http://schemas.openxmlformats.org/markup-compatibility/2006" xmlns:p14="http://schemas.microsoft.com/office/powerpoint/2010/main">
        <mc:Choice Requires="p14">
          <p:contentPart p14:bwMode="auto" r:id="rId39">
            <p14:nvContentPartPr>
              <p14:cNvPr id="1049202" name="墨迹 1049201"/>
              <p14:cNvContentPartPr/>
              <p14:nvPr/>
            </p14:nvContentPartPr>
            <p14:xfrm>
              <a:off x="4073021" y="5948936"/>
              <a:ext cx="104972" cy="56073"/>
            </p14:xfrm>
          </p:contentPart>
        </mc:Choice>
        <mc:Fallback xmlns="">
          <p:sp>
            <p:nvSpPr>
              <p:cNvPr id="1049202" name=""/>
              <p:cNvSpPr/>
              <p:nvPr/>
            </p:nvSpPr>
            <p:spPr>
              <a:xfrm>
                <a:off x="4073021" y="5948936"/>
                <a:ext cx="104972" cy="56073"/>
              </a:xfrm>
            </p:spPr>
          </p:sp>
        </mc:Fallback>
      </mc:AlternateContent>
      <mc:AlternateContent xmlns:mc="http://schemas.openxmlformats.org/markup-compatibility/2006" xmlns:p14="http://schemas.microsoft.com/office/powerpoint/2010/main">
        <mc:Choice Requires="p14">
          <p:contentPart p14:bwMode="auto" r:id="rId40">
            <p14:nvContentPartPr>
              <p14:cNvPr id="1049203" name="墨迹 1049202"/>
              <p14:cNvContentPartPr/>
              <p14:nvPr/>
            </p14:nvContentPartPr>
            <p14:xfrm>
              <a:off x="4391529" y="5817441"/>
              <a:ext cx="318393" cy="59798"/>
            </p14:xfrm>
          </p:contentPart>
        </mc:Choice>
        <mc:Fallback xmlns="">
          <p:sp>
            <p:nvSpPr>
              <p:cNvPr id="1049203" name=""/>
              <p:cNvSpPr/>
              <p:nvPr/>
            </p:nvSpPr>
            <p:spPr>
              <a:xfrm>
                <a:off x="4391529" y="5817441"/>
                <a:ext cx="318393" cy="59798"/>
              </a:xfrm>
            </p:spPr>
          </p:sp>
        </mc:Fallback>
      </mc:AlternateContent>
      <mc:AlternateContent xmlns:mc="http://schemas.openxmlformats.org/markup-compatibility/2006" xmlns:p14="http://schemas.microsoft.com/office/powerpoint/2010/main">
        <mc:Choice Requires="p14">
          <p:contentPart p14:bwMode="auto" r:id="rId41">
            <p14:nvContentPartPr>
              <p14:cNvPr id="1049204" name="墨迹 1049203"/>
              <p14:cNvContentPartPr/>
              <p14:nvPr/>
            </p14:nvContentPartPr>
            <p14:xfrm>
              <a:off x="4318971" y="5666520"/>
              <a:ext cx="272406" cy="490345"/>
            </p14:xfrm>
          </p:contentPart>
        </mc:Choice>
        <mc:Fallback xmlns="">
          <p:sp>
            <p:nvSpPr>
              <p:cNvPr id="1049204" name=""/>
              <p:cNvSpPr/>
              <p:nvPr/>
            </p:nvSpPr>
            <p:spPr>
              <a:xfrm>
                <a:off x="4318971" y="5666520"/>
                <a:ext cx="272406" cy="490345"/>
              </a:xfrm>
            </p:spPr>
          </p:sp>
        </mc:Fallback>
      </mc:AlternateContent>
      <mc:AlternateContent xmlns:mc="http://schemas.openxmlformats.org/markup-compatibility/2006" xmlns:p14="http://schemas.microsoft.com/office/powerpoint/2010/main">
        <mc:Choice Requires="p14">
          <p:contentPart p14:bwMode="auto" r:id="rId42">
            <p14:nvContentPartPr>
              <p14:cNvPr id="1049205" name="墨迹 1049204"/>
              <p14:cNvContentPartPr/>
              <p14:nvPr/>
            </p14:nvContentPartPr>
            <p14:xfrm>
              <a:off x="4444295" y="5900847"/>
              <a:ext cx="65211" cy="355122"/>
            </p14:xfrm>
          </p:contentPart>
        </mc:Choice>
        <mc:Fallback xmlns="">
          <p:sp>
            <p:nvSpPr>
              <p:cNvPr id="1049205" name=""/>
              <p:cNvSpPr/>
              <p:nvPr/>
            </p:nvSpPr>
            <p:spPr>
              <a:xfrm>
                <a:off x="4444295" y="5900847"/>
                <a:ext cx="65211" cy="355122"/>
              </a:xfrm>
            </p:spPr>
          </p:sp>
        </mc:Fallback>
      </mc:AlternateContent>
      <mc:AlternateContent xmlns:mc="http://schemas.openxmlformats.org/markup-compatibility/2006" xmlns:p14="http://schemas.microsoft.com/office/powerpoint/2010/main">
        <mc:Choice Requires="p14">
          <p:contentPart p14:bwMode="auto" r:id="rId43">
            <p14:nvContentPartPr>
              <p14:cNvPr id="1049206" name="墨迹 1049205"/>
              <p14:cNvContentPartPr/>
              <p14:nvPr/>
            </p14:nvContentPartPr>
            <p14:xfrm>
              <a:off x="4500375" y="5905635"/>
              <a:ext cx="198816" cy="329176"/>
            </p14:xfrm>
          </p:contentPart>
        </mc:Choice>
        <mc:Fallback xmlns="">
          <p:sp>
            <p:nvSpPr>
              <p:cNvPr id="1049206" name=""/>
              <p:cNvSpPr/>
              <p:nvPr/>
            </p:nvSpPr>
            <p:spPr>
              <a:xfrm>
                <a:off x="4500375" y="5905635"/>
                <a:ext cx="198816" cy="329176"/>
              </a:xfrm>
            </p:spPr>
          </p:sp>
        </mc:Fallback>
      </mc:AlternateContent>
      <mc:AlternateContent xmlns:mc="http://schemas.openxmlformats.org/markup-compatibility/2006" xmlns:p14="http://schemas.microsoft.com/office/powerpoint/2010/main">
        <mc:Choice Requires="p14">
          <p:contentPart p14:bwMode="auto" r:id="rId44">
            <p14:nvContentPartPr>
              <p14:cNvPr id="1049207" name="墨迹 1049206"/>
              <p14:cNvContentPartPr/>
              <p14:nvPr/>
            </p14:nvContentPartPr>
            <p14:xfrm>
              <a:off x="4520003" y="5949204"/>
              <a:ext cx="201177" cy="159310"/>
            </p14:xfrm>
          </p:contentPart>
        </mc:Choice>
        <mc:Fallback xmlns="">
          <p:sp>
            <p:nvSpPr>
              <p:cNvPr id="1049207" name=""/>
              <p:cNvSpPr/>
              <p:nvPr/>
            </p:nvSpPr>
            <p:spPr>
              <a:xfrm>
                <a:off x="4520003" y="5949204"/>
                <a:ext cx="201177" cy="159310"/>
              </a:xfrm>
            </p:spPr>
          </p:sp>
        </mc:Fallback>
      </mc:AlternateContent>
      <mc:AlternateContent xmlns:mc="http://schemas.openxmlformats.org/markup-compatibility/2006" xmlns:p14="http://schemas.microsoft.com/office/powerpoint/2010/main">
        <mc:Choice Requires="p14">
          <p:contentPart p14:bwMode="auto" r:id="rId45">
            <p14:nvContentPartPr>
              <p14:cNvPr id="1049208" name="墨迹 1049207"/>
              <p14:cNvContentPartPr/>
              <p14:nvPr/>
            </p14:nvContentPartPr>
            <p14:xfrm>
              <a:off x="4886689" y="5719856"/>
              <a:ext cx="0" cy="0"/>
            </p14:xfrm>
          </p:contentPart>
        </mc:Choice>
        <mc:Fallback xmlns="">
          <p:sp>
            <p:nvSpPr>
              <p:cNvPr id="1049208" name=""/>
              <p:cNvSpPr/>
              <p:nvPr/>
            </p:nvSpPr>
            <p:spPr>
              <a:xfrm>
                <a:off x="4886689" y="5719856"/>
                <a:ext cx="0" cy="0"/>
              </a:xfrm>
            </p:spPr>
          </p:sp>
        </mc:Fallback>
      </mc:AlternateContent>
      <mc:AlternateContent xmlns:mc="http://schemas.openxmlformats.org/markup-compatibility/2006" xmlns:p14="http://schemas.microsoft.com/office/powerpoint/2010/main">
        <mc:Choice Requires="p14">
          <p:contentPart p14:bwMode="auto" r:id="rId46">
            <p14:nvContentPartPr>
              <p14:cNvPr id="1049209" name="墨迹 1049208"/>
              <p14:cNvContentPartPr/>
              <p14:nvPr/>
            </p14:nvContentPartPr>
            <p14:xfrm>
              <a:off x="4764101" y="5690128"/>
              <a:ext cx="277826" cy="484958"/>
            </p14:xfrm>
          </p:contentPart>
        </mc:Choice>
        <mc:Fallback xmlns="">
          <p:sp>
            <p:nvSpPr>
              <p:cNvPr id="1049209" name=""/>
              <p:cNvSpPr/>
              <p:nvPr/>
            </p:nvSpPr>
            <p:spPr>
              <a:xfrm>
                <a:off x="4764101" y="5690128"/>
                <a:ext cx="277826" cy="484958"/>
              </a:xfrm>
            </p:spPr>
          </p:sp>
        </mc:Fallback>
      </mc:AlternateContent>
      <mc:AlternateContent xmlns:mc="http://schemas.openxmlformats.org/markup-compatibility/2006" xmlns:p14="http://schemas.microsoft.com/office/powerpoint/2010/main">
        <mc:Choice Requires="p14">
          <p:contentPart p14:bwMode="auto" r:id="rId47">
            <p14:nvContentPartPr>
              <p14:cNvPr id="1049210" name="墨迹 1049209"/>
              <p14:cNvContentPartPr/>
              <p14:nvPr/>
            </p14:nvContentPartPr>
            <p14:xfrm>
              <a:off x="4950033" y="6069597"/>
              <a:ext cx="195439" cy="90038"/>
            </p14:xfrm>
          </p:contentPart>
        </mc:Choice>
        <mc:Fallback xmlns="">
          <p:sp>
            <p:nvSpPr>
              <p:cNvPr id="1049210" name=""/>
              <p:cNvSpPr/>
              <p:nvPr/>
            </p:nvSpPr>
            <p:spPr>
              <a:xfrm>
                <a:off x="4950033" y="6069597"/>
                <a:ext cx="195439" cy="90038"/>
              </a:xfrm>
            </p:spPr>
          </p:sp>
        </mc:Fallback>
      </mc:AlternateContent>
      <mc:AlternateContent xmlns:mc="http://schemas.openxmlformats.org/markup-compatibility/2006" xmlns:p14="http://schemas.microsoft.com/office/powerpoint/2010/main">
        <mc:Choice Requires="p14">
          <p:contentPart p14:bwMode="auto" r:id="rId48">
            <p14:nvContentPartPr>
              <p14:cNvPr id="1049211" name="墨迹 1049210"/>
              <p14:cNvContentPartPr/>
              <p14:nvPr/>
            </p14:nvContentPartPr>
            <p14:xfrm>
              <a:off x="4306534" y="3646588"/>
              <a:ext cx="754953" cy="610659"/>
            </p14:xfrm>
          </p:contentPart>
        </mc:Choice>
        <mc:Fallback xmlns="">
          <p:sp>
            <p:nvSpPr>
              <p:cNvPr id="1049211" name=""/>
              <p:cNvSpPr/>
              <p:nvPr/>
            </p:nvSpPr>
            <p:spPr>
              <a:xfrm>
                <a:off x="4306534" y="3646588"/>
                <a:ext cx="754953" cy="610659"/>
              </a:xfrm>
            </p:spPr>
          </p:sp>
        </mc:Fallback>
      </mc:AlternateContent>
      <mc:AlternateContent xmlns:mc="http://schemas.openxmlformats.org/markup-compatibility/2006" xmlns:p14="http://schemas.microsoft.com/office/powerpoint/2010/main">
        <mc:Choice Requires="p14">
          <p:contentPart p14:bwMode="auto" r:id="rId49">
            <p14:nvContentPartPr>
              <p14:cNvPr id="1049212" name="墨迹 1049211"/>
              <p14:cNvContentPartPr/>
              <p14:nvPr/>
            </p14:nvContentPartPr>
            <p14:xfrm>
              <a:off x="4910709" y="3188955"/>
              <a:ext cx="352606" cy="80090"/>
            </p14:xfrm>
          </p:contentPart>
        </mc:Choice>
        <mc:Fallback xmlns="">
          <p:sp>
            <p:nvSpPr>
              <p:cNvPr id="1049212" name=""/>
              <p:cNvSpPr/>
              <p:nvPr/>
            </p:nvSpPr>
            <p:spPr>
              <a:xfrm>
                <a:off x="4910709" y="3188955"/>
                <a:ext cx="352606" cy="80090"/>
              </a:xfrm>
            </p:spPr>
          </p:sp>
        </mc:Fallback>
      </mc:AlternateContent>
      <mc:AlternateContent xmlns:mc="http://schemas.openxmlformats.org/markup-compatibility/2006" xmlns:p14="http://schemas.microsoft.com/office/powerpoint/2010/main">
        <mc:Choice Requires="p14">
          <p:contentPart p14:bwMode="auto" r:id="rId50">
            <p14:nvContentPartPr>
              <p14:cNvPr id="1049213" name="墨迹 1049212"/>
              <p14:cNvContentPartPr/>
              <p14:nvPr/>
            </p14:nvContentPartPr>
            <p14:xfrm>
              <a:off x="4902930" y="3178113"/>
              <a:ext cx="310227" cy="412693"/>
            </p14:xfrm>
          </p:contentPart>
        </mc:Choice>
        <mc:Fallback xmlns="">
          <p:sp>
            <p:nvSpPr>
              <p:cNvPr id="1049213" name=""/>
              <p:cNvSpPr/>
              <p:nvPr/>
            </p:nvSpPr>
            <p:spPr>
              <a:xfrm>
                <a:off x="4902930" y="3178113"/>
                <a:ext cx="310227" cy="412693"/>
              </a:xfrm>
            </p:spPr>
          </p:sp>
        </mc:Fallback>
      </mc:AlternateContent>
      <mc:AlternateContent xmlns:mc="http://schemas.openxmlformats.org/markup-compatibility/2006" xmlns:p14="http://schemas.microsoft.com/office/powerpoint/2010/main">
        <mc:Choice Requires="p14">
          <p:contentPart p14:bwMode="auto" r:id="rId51">
            <p14:nvContentPartPr>
              <p14:cNvPr id="1049214" name="墨迹 1049213"/>
              <p14:cNvContentPartPr/>
              <p14:nvPr/>
            </p14:nvContentPartPr>
            <p14:xfrm>
              <a:off x="5154379" y="3323256"/>
              <a:ext cx="1678" cy="170300"/>
            </p14:xfrm>
          </p:contentPart>
        </mc:Choice>
        <mc:Fallback xmlns="">
          <p:sp>
            <p:nvSpPr>
              <p:cNvPr id="1049214" name=""/>
              <p:cNvSpPr/>
              <p:nvPr/>
            </p:nvSpPr>
            <p:spPr>
              <a:xfrm>
                <a:off x="5154379" y="3323256"/>
                <a:ext cx="1678" cy="170300"/>
              </a:xfrm>
            </p:spPr>
          </p:sp>
        </mc:Fallback>
      </mc:AlternateContent>
      <mc:AlternateContent xmlns:mc="http://schemas.openxmlformats.org/markup-compatibility/2006" xmlns:p14="http://schemas.microsoft.com/office/powerpoint/2010/main">
        <mc:Choice Requires="p14">
          <p:contentPart p14:bwMode="auto" r:id="rId52">
            <p14:nvContentPartPr>
              <p14:cNvPr id="1049215" name="墨迹 1049214"/>
              <p14:cNvContentPartPr/>
              <p14:nvPr/>
            </p14:nvContentPartPr>
            <p14:xfrm>
              <a:off x="5221186" y="3375716"/>
              <a:ext cx="48763" cy="97598"/>
            </p14:xfrm>
          </p:contentPart>
        </mc:Choice>
        <mc:Fallback xmlns="">
          <p:sp>
            <p:nvSpPr>
              <p:cNvPr id="1049215" name=""/>
              <p:cNvSpPr/>
              <p:nvPr/>
            </p:nvSpPr>
            <p:spPr>
              <a:xfrm>
                <a:off x="5221186" y="3375716"/>
                <a:ext cx="48763" cy="97598"/>
              </a:xfrm>
            </p:spPr>
          </p:sp>
        </mc:Fallback>
      </mc:AlternateContent>
      <mc:AlternateContent xmlns:mc="http://schemas.openxmlformats.org/markup-compatibility/2006" xmlns:p14="http://schemas.microsoft.com/office/powerpoint/2010/main">
        <mc:Choice Requires="p14">
          <p:contentPart p14:bwMode="auto" r:id="rId53">
            <p14:nvContentPartPr>
              <p14:cNvPr id="1049216" name="墨迹 1049215"/>
              <p14:cNvContentPartPr/>
              <p14:nvPr/>
            </p14:nvContentPartPr>
            <p14:xfrm>
              <a:off x="5455506" y="3088055"/>
              <a:ext cx="22766" cy="166790"/>
            </p14:xfrm>
          </p:contentPart>
        </mc:Choice>
        <mc:Fallback xmlns="">
          <p:sp>
            <p:nvSpPr>
              <p:cNvPr id="1049216" name=""/>
              <p:cNvSpPr/>
              <p:nvPr/>
            </p:nvSpPr>
            <p:spPr>
              <a:xfrm>
                <a:off x="5455506" y="3088055"/>
                <a:ext cx="22766" cy="166790"/>
              </a:xfrm>
            </p:spPr>
          </p:sp>
        </mc:Fallback>
      </mc:AlternateContent>
      <mc:AlternateContent xmlns:mc="http://schemas.openxmlformats.org/markup-compatibility/2006" xmlns:p14="http://schemas.microsoft.com/office/powerpoint/2010/main">
        <mc:Choice Requires="p14">
          <p:contentPart p14:bwMode="auto" r:id="rId54">
            <p14:nvContentPartPr>
              <p14:cNvPr id="1049217" name="墨迹 1049216"/>
              <p14:cNvContentPartPr/>
              <p14:nvPr/>
            </p14:nvContentPartPr>
            <p14:xfrm>
              <a:off x="5484380" y="3043146"/>
              <a:ext cx="172637" cy="167330"/>
            </p14:xfrm>
          </p:contentPart>
        </mc:Choice>
        <mc:Fallback xmlns="">
          <p:sp>
            <p:nvSpPr>
              <p:cNvPr id="1049217" name=""/>
              <p:cNvSpPr/>
              <p:nvPr/>
            </p:nvSpPr>
            <p:spPr>
              <a:xfrm>
                <a:off x="5484380" y="3043146"/>
                <a:ext cx="172637" cy="167330"/>
              </a:xfrm>
            </p:spPr>
          </p:sp>
        </mc:Fallback>
      </mc:AlternateContent>
      <mc:AlternateContent xmlns:mc="http://schemas.openxmlformats.org/markup-compatibility/2006" xmlns:p14="http://schemas.microsoft.com/office/powerpoint/2010/main">
        <mc:Choice Requires="p14">
          <p:contentPart p14:bwMode="auto" r:id="rId55">
            <p14:nvContentPartPr>
              <p14:cNvPr id="1049218" name="墨迹 1049217"/>
              <p14:cNvContentPartPr/>
              <p14:nvPr/>
            </p14:nvContentPartPr>
            <p14:xfrm>
              <a:off x="5416777" y="3120737"/>
              <a:ext cx="214082" cy="153984"/>
            </p14:xfrm>
          </p:contentPart>
        </mc:Choice>
        <mc:Fallback xmlns="">
          <p:sp>
            <p:nvSpPr>
              <p:cNvPr id="1049218" name=""/>
              <p:cNvSpPr/>
              <p:nvPr/>
            </p:nvSpPr>
            <p:spPr>
              <a:xfrm>
                <a:off x="5416777" y="3120737"/>
                <a:ext cx="214082" cy="153984"/>
              </a:xfrm>
            </p:spPr>
          </p:sp>
        </mc:Fallback>
      </mc:AlternateContent>
      <mc:AlternateContent xmlns:mc="http://schemas.openxmlformats.org/markup-compatibility/2006" xmlns:p14="http://schemas.microsoft.com/office/powerpoint/2010/main">
        <mc:Choice Requires="p14">
          <p:contentPart p14:bwMode="auto" r:id="rId56">
            <p14:nvContentPartPr>
              <p14:cNvPr id="1049219" name="墨迹 1049218"/>
              <p14:cNvContentPartPr/>
              <p14:nvPr/>
            </p14:nvContentPartPr>
            <p14:xfrm>
              <a:off x="5319541" y="3262051"/>
              <a:ext cx="254516" cy="162025"/>
            </p14:xfrm>
          </p:contentPart>
        </mc:Choice>
        <mc:Fallback xmlns="">
          <p:sp>
            <p:nvSpPr>
              <p:cNvPr id="1049219" name=""/>
              <p:cNvSpPr/>
              <p:nvPr/>
            </p:nvSpPr>
            <p:spPr>
              <a:xfrm>
                <a:off x="5319541" y="3262051"/>
                <a:ext cx="254516" cy="162025"/>
              </a:xfrm>
            </p:spPr>
          </p:sp>
        </mc:Fallback>
      </mc:AlternateContent>
      <mc:AlternateContent xmlns:mc="http://schemas.openxmlformats.org/markup-compatibility/2006" xmlns:p14="http://schemas.microsoft.com/office/powerpoint/2010/main">
        <mc:Choice Requires="p14">
          <p:contentPart p14:bwMode="auto" r:id="rId57">
            <p14:nvContentPartPr>
              <p14:cNvPr id="1049220" name="墨迹 1049219"/>
              <p14:cNvContentPartPr/>
              <p14:nvPr/>
            </p14:nvContentPartPr>
            <p14:xfrm>
              <a:off x="5375535" y="3394952"/>
              <a:ext cx="397421" cy="100702"/>
            </p14:xfrm>
          </p:contentPart>
        </mc:Choice>
        <mc:Fallback xmlns="">
          <p:sp>
            <p:nvSpPr>
              <p:cNvPr id="1049220" name=""/>
              <p:cNvSpPr/>
              <p:nvPr/>
            </p:nvSpPr>
            <p:spPr>
              <a:xfrm>
                <a:off x="5375535" y="3394952"/>
                <a:ext cx="397421" cy="100702"/>
              </a:xfrm>
            </p:spPr>
          </p:sp>
        </mc:Fallback>
      </mc:AlternateContent>
      <mc:AlternateContent xmlns:mc="http://schemas.openxmlformats.org/markup-compatibility/2006" xmlns:p14="http://schemas.microsoft.com/office/powerpoint/2010/main">
        <mc:Choice Requires="p14">
          <p:contentPart p14:bwMode="auto" r:id="rId58">
            <p14:nvContentPartPr>
              <p14:cNvPr id="1049221" name="墨迹 1049220"/>
              <p14:cNvContentPartPr/>
              <p14:nvPr/>
            </p14:nvContentPartPr>
            <p14:xfrm>
              <a:off x="5892532" y="3131582"/>
              <a:ext cx="202192" cy="206549"/>
            </p14:xfrm>
          </p:contentPart>
        </mc:Choice>
        <mc:Fallback xmlns="">
          <p:sp>
            <p:nvSpPr>
              <p:cNvPr id="1049221" name=""/>
              <p:cNvSpPr/>
              <p:nvPr/>
            </p:nvSpPr>
            <p:spPr>
              <a:xfrm>
                <a:off x="5892532" y="3131582"/>
                <a:ext cx="202192" cy="206549"/>
              </a:xfrm>
            </p:spPr>
          </p:sp>
        </mc:Fallback>
      </mc:AlternateContent>
      <mc:AlternateContent xmlns:mc="http://schemas.openxmlformats.org/markup-compatibility/2006" xmlns:p14="http://schemas.microsoft.com/office/powerpoint/2010/main">
        <mc:Choice Requires="p14">
          <p:contentPart p14:bwMode="auto" r:id="rId59">
            <p14:nvContentPartPr>
              <p14:cNvPr id="1049222" name="墨迹 1049221"/>
              <p14:cNvContentPartPr/>
              <p14:nvPr/>
            </p14:nvContentPartPr>
            <p14:xfrm>
              <a:off x="5961712" y="3015483"/>
              <a:ext cx="10120" cy="398643"/>
            </p14:xfrm>
          </p:contentPart>
        </mc:Choice>
        <mc:Fallback xmlns="">
          <p:sp>
            <p:nvSpPr>
              <p:cNvPr id="1049222" name=""/>
              <p:cNvSpPr/>
              <p:nvPr/>
            </p:nvSpPr>
            <p:spPr>
              <a:xfrm>
                <a:off x="5961712" y="3015483"/>
                <a:ext cx="10120" cy="398643"/>
              </a:xfrm>
            </p:spPr>
          </p:sp>
        </mc:Fallback>
      </mc:AlternateContent>
      <mc:AlternateContent xmlns:mc="http://schemas.openxmlformats.org/markup-compatibility/2006" xmlns:p14="http://schemas.microsoft.com/office/powerpoint/2010/main">
        <mc:Choice Requires="p14">
          <p:contentPart p14:bwMode="auto" r:id="rId60">
            <p14:nvContentPartPr>
              <p14:cNvPr id="1049223" name="墨迹 1049222"/>
              <p14:cNvContentPartPr/>
              <p14:nvPr/>
            </p14:nvContentPartPr>
            <p14:xfrm>
              <a:off x="5847580" y="3375552"/>
              <a:ext cx="307919" cy="184638"/>
            </p14:xfrm>
          </p:contentPart>
        </mc:Choice>
        <mc:Fallback xmlns="">
          <p:sp>
            <p:nvSpPr>
              <p:cNvPr id="1049223" name=""/>
              <p:cNvSpPr/>
              <p:nvPr/>
            </p:nvSpPr>
            <p:spPr>
              <a:xfrm>
                <a:off x="5847580" y="3375552"/>
                <a:ext cx="307919" cy="184638"/>
              </a:xfrm>
            </p:spPr>
          </p:sp>
        </mc:Fallback>
      </mc:AlternateContent>
      <mc:AlternateContent xmlns:mc="http://schemas.openxmlformats.org/markup-compatibility/2006" xmlns:p14="http://schemas.microsoft.com/office/powerpoint/2010/main">
        <mc:Choice Requires="p14">
          <p:contentPart p14:bwMode="auto" r:id="rId61">
            <p14:nvContentPartPr>
              <p14:cNvPr id="1049224" name="墨迹 1049223"/>
              <p14:cNvContentPartPr/>
              <p14:nvPr/>
            </p14:nvContentPartPr>
            <p14:xfrm>
              <a:off x="6266446" y="3179862"/>
              <a:ext cx="7405" cy="105702"/>
            </p14:xfrm>
          </p:contentPart>
        </mc:Choice>
        <mc:Fallback xmlns="">
          <p:sp>
            <p:nvSpPr>
              <p:cNvPr id="1049224" name=""/>
              <p:cNvSpPr/>
              <p:nvPr/>
            </p:nvSpPr>
            <p:spPr>
              <a:xfrm>
                <a:off x="6266446" y="3179862"/>
                <a:ext cx="7405" cy="105702"/>
              </a:xfrm>
            </p:spPr>
          </p:sp>
        </mc:Fallback>
      </mc:AlternateContent>
      <mc:AlternateContent xmlns:mc="http://schemas.openxmlformats.org/markup-compatibility/2006" xmlns:p14="http://schemas.microsoft.com/office/powerpoint/2010/main">
        <mc:Choice Requires="p14">
          <p:contentPart p14:bwMode="auto" r:id="rId62">
            <p14:nvContentPartPr>
              <p14:cNvPr id="1049225" name="墨迹 1049224"/>
              <p14:cNvContentPartPr/>
              <p14:nvPr/>
            </p14:nvContentPartPr>
            <p14:xfrm>
              <a:off x="6237379" y="3151375"/>
              <a:ext cx="261680" cy="228108"/>
            </p14:xfrm>
          </p:contentPart>
        </mc:Choice>
        <mc:Fallback xmlns="">
          <p:sp>
            <p:nvSpPr>
              <p:cNvPr id="1049225" name=""/>
              <p:cNvSpPr/>
              <p:nvPr/>
            </p:nvSpPr>
            <p:spPr>
              <a:xfrm>
                <a:off x="6237379" y="3151375"/>
                <a:ext cx="261680" cy="228108"/>
              </a:xfrm>
            </p:spPr>
          </p:sp>
        </mc:Fallback>
      </mc:AlternateContent>
      <mc:AlternateContent xmlns:mc="http://schemas.openxmlformats.org/markup-compatibility/2006" xmlns:p14="http://schemas.microsoft.com/office/powerpoint/2010/main">
        <mc:Choice Requires="p14">
          <p:contentPart p14:bwMode="auto" r:id="rId63">
            <p14:nvContentPartPr>
              <p14:cNvPr id="1049226" name="墨迹 1049225"/>
              <p14:cNvContentPartPr/>
              <p14:nvPr/>
            </p14:nvContentPartPr>
            <p14:xfrm>
              <a:off x="6390045" y="3044337"/>
              <a:ext cx="45158" cy="787262"/>
            </p14:xfrm>
          </p:contentPart>
        </mc:Choice>
        <mc:Fallback xmlns="">
          <p:sp>
            <p:nvSpPr>
              <p:cNvPr id="1049226" name=""/>
              <p:cNvSpPr/>
              <p:nvPr/>
            </p:nvSpPr>
            <p:spPr>
              <a:xfrm>
                <a:off x="6390045" y="3044337"/>
                <a:ext cx="45158" cy="787262"/>
              </a:xfrm>
            </p:spPr>
          </p:sp>
        </mc:Fallback>
      </mc:AlternateContent>
      <mc:AlternateContent xmlns:mc="http://schemas.openxmlformats.org/markup-compatibility/2006" xmlns:p14="http://schemas.microsoft.com/office/powerpoint/2010/main">
        <mc:Choice Requires="p14">
          <p:contentPart p14:bwMode="auto" r:id="rId64">
            <p14:nvContentPartPr>
              <p14:cNvPr id="1049227" name="墨迹 1049226"/>
              <p14:cNvContentPartPr/>
              <p14:nvPr/>
            </p14:nvContentPartPr>
            <p14:xfrm>
              <a:off x="345101" y="2163909"/>
              <a:ext cx="13298" cy="536278"/>
            </p14:xfrm>
          </p:contentPart>
        </mc:Choice>
        <mc:Fallback xmlns="">
          <p:sp>
            <p:nvSpPr>
              <p:cNvPr id="1049227" name=""/>
              <p:cNvSpPr/>
              <p:nvPr/>
            </p:nvSpPr>
            <p:spPr>
              <a:xfrm>
                <a:off x="345101" y="2163909"/>
                <a:ext cx="13298" cy="536278"/>
              </a:xfrm>
            </p:spPr>
          </p:sp>
        </mc:Fallback>
      </mc:AlternateContent>
      <mc:AlternateContent xmlns:mc="http://schemas.openxmlformats.org/markup-compatibility/2006" xmlns:p14="http://schemas.microsoft.com/office/powerpoint/2010/main">
        <mc:Choice Requires="p14">
          <p:contentPart p14:bwMode="auto" r:id="rId65">
            <p14:nvContentPartPr>
              <p14:cNvPr id="1049228" name="墨迹 1049227"/>
              <p14:cNvContentPartPr/>
              <p14:nvPr/>
            </p14:nvContentPartPr>
            <p14:xfrm>
              <a:off x="276728" y="1973042"/>
              <a:ext cx="430075" cy="629773"/>
            </p14:xfrm>
          </p:contentPart>
        </mc:Choice>
        <mc:Fallback xmlns="">
          <p:sp>
            <p:nvSpPr>
              <p:cNvPr id="1049228" name=""/>
              <p:cNvSpPr/>
              <p:nvPr/>
            </p:nvSpPr>
            <p:spPr>
              <a:xfrm>
                <a:off x="276728" y="1973042"/>
                <a:ext cx="430075" cy="629773"/>
              </a:xfrm>
            </p:spPr>
          </p:sp>
        </mc:Fallback>
      </mc:AlternateContent>
      <mc:AlternateContent xmlns:mc="http://schemas.openxmlformats.org/markup-compatibility/2006" xmlns:p14="http://schemas.microsoft.com/office/powerpoint/2010/main">
        <mc:Choice Requires="p14">
          <p:contentPart p14:bwMode="auto" r:id="rId66">
            <p14:nvContentPartPr>
              <p14:cNvPr id="1049229" name="墨迹 1049228"/>
              <p14:cNvContentPartPr/>
              <p14:nvPr/>
            </p14:nvContentPartPr>
            <p14:xfrm>
              <a:off x="415908" y="2176105"/>
              <a:ext cx="18764" cy="156324"/>
            </p14:xfrm>
          </p:contentPart>
        </mc:Choice>
        <mc:Fallback xmlns="">
          <p:sp>
            <p:nvSpPr>
              <p:cNvPr id="1049229" name=""/>
              <p:cNvSpPr/>
              <p:nvPr/>
            </p:nvSpPr>
            <p:spPr>
              <a:xfrm>
                <a:off x="415908" y="2176105"/>
                <a:ext cx="18764" cy="156324"/>
              </a:xfrm>
            </p:spPr>
          </p:sp>
        </mc:Fallback>
      </mc:AlternateContent>
      <mc:AlternateContent xmlns:mc="http://schemas.openxmlformats.org/markup-compatibility/2006" xmlns:p14="http://schemas.microsoft.com/office/powerpoint/2010/main">
        <mc:Choice Requires="p14">
          <p:contentPart p14:bwMode="auto" r:id="rId67">
            <p14:nvContentPartPr>
              <p14:cNvPr id="1049230" name="墨迹 1049229"/>
              <p14:cNvContentPartPr/>
              <p14:nvPr/>
            </p14:nvContentPartPr>
            <p14:xfrm>
              <a:off x="448027" y="2171257"/>
              <a:ext cx="79918" cy="172456"/>
            </p14:xfrm>
          </p:contentPart>
        </mc:Choice>
        <mc:Fallback xmlns="">
          <p:sp>
            <p:nvSpPr>
              <p:cNvPr id="1049230" name=""/>
              <p:cNvSpPr/>
              <p:nvPr/>
            </p:nvSpPr>
            <p:spPr>
              <a:xfrm>
                <a:off x="448027" y="2171257"/>
                <a:ext cx="79918" cy="172456"/>
              </a:xfrm>
            </p:spPr>
          </p:sp>
        </mc:Fallback>
      </mc:AlternateContent>
      <mc:AlternateContent xmlns:mc="http://schemas.openxmlformats.org/markup-compatibility/2006" xmlns:p14="http://schemas.microsoft.com/office/powerpoint/2010/main">
        <mc:Choice Requires="p14">
          <p:contentPart p14:bwMode="auto" r:id="rId68">
            <p14:nvContentPartPr>
              <p14:cNvPr id="1049231" name="墨迹 1049230"/>
              <p14:cNvContentPartPr/>
              <p14:nvPr/>
            </p14:nvContentPartPr>
            <p14:xfrm>
              <a:off x="421261" y="2371960"/>
              <a:ext cx="1035" cy="145454"/>
            </p14:xfrm>
          </p:contentPart>
        </mc:Choice>
        <mc:Fallback xmlns="">
          <p:sp>
            <p:nvSpPr>
              <p:cNvPr id="1049231" name=""/>
              <p:cNvSpPr/>
              <p:nvPr/>
            </p:nvSpPr>
            <p:spPr>
              <a:xfrm>
                <a:off x="421261" y="2371960"/>
                <a:ext cx="1035" cy="145454"/>
              </a:xfrm>
            </p:spPr>
          </p:sp>
        </mc:Fallback>
      </mc:AlternateContent>
      <mc:AlternateContent xmlns:mc="http://schemas.openxmlformats.org/markup-compatibility/2006" xmlns:p14="http://schemas.microsoft.com/office/powerpoint/2010/main">
        <mc:Choice Requires="p14">
          <p:contentPart p14:bwMode="auto" r:id="rId69">
            <p14:nvContentPartPr>
              <p14:cNvPr id="1049232" name="墨迹 1049231"/>
              <p14:cNvContentPartPr/>
              <p14:nvPr/>
            </p14:nvContentPartPr>
            <p14:xfrm>
              <a:off x="472116" y="2302769"/>
              <a:ext cx="94454" cy="190189"/>
            </p14:xfrm>
          </p:contentPart>
        </mc:Choice>
        <mc:Fallback xmlns="">
          <p:sp>
            <p:nvSpPr>
              <p:cNvPr id="1049232" name=""/>
              <p:cNvSpPr/>
              <p:nvPr/>
            </p:nvSpPr>
            <p:spPr>
              <a:xfrm>
                <a:off x="472116" y="2302769"/>
                <a:ext cx="94454" cy="190189"/>
              </a:xfrm>
            </p:spPr>
          </p:sp>
        </mc:Fallback>
      </mc:AlternateContent>
      <mc:AlternateContent xmlns:mc="http://schemas.openxmlformats.org/markup-compatibility/2006" xmlns:p14="http://schemas.microsoft.com/office/powerpoint/2010/main">
        <mc:Choice Requires="p14">
          <p:contentPart p14:bwMode="auto" r:id="rId70">
            <p14:nvContentPartPr>
              <p14:cNvPr id="1049233" name="墨迹 1049232"/>
              <p14:cNvContentPartPr/>
              <p14:nvPr/>
            </p14:nvContentPartPr>
            <p14:xfrm>
              <a:off x="427892" y="2402562"/>
              <a:ext cx="180296" cy="190053"/>
            </p14:xfrm>
          </p:contentPart>
        </mc:Choice>
        <mc:Fallback xmlns="">
          <p:sp>
            <p:nvSpPr>
              <p:cNvPr id="1049233" name=""/>
              <p:cNvSpPr/>
              <p:nvPr/>
            </p:nvSpPr>
            <p:spPr>
              <a:xfrm>
                <a:off x="427892" y="2402562"/>
                <a:ext cx="180296" cy="190053"/>
              </a:xfrm>
            </p:spPr>
          </p:sp>
        </mc:Fallback>
      </mc:AlternateContent>
      <mc:AlternateContent xmlns:mc="http://schemas.openxmlformats.org/markup-compatibility/2006" xmlns:p14="http://schemas.microsoft.com/office/powerpoint/2010/main">
        <mc:Choice Requires="p14">
          <p:contentPart p14:bwMode="auto" r:id="rId71">
            <p14:nvContentPartPr>
              <p14:cNvPr id="1049234" name="墨迹 1049233"/>
              <p14:cNvContentPartPr/>
              <p14:nvPr/>
            </p14:nvContentPartPr>
            <p14:xfrm>
              <a:off x="848744" y="2328242"/>
              <a:ext cx="4332" cy="122409"/>
            </p14:xfrm>
          </p:contentPart>
        </mc:Choice>
        <mc:Fallback xmlns="">
          <p:sp>
            <p:nvSpPr>
              <p:cNvPr id="1049234" name=""/>
              <p:cNvSpPr/>
              <p:nvPr/>
            </p:nvSpPr>
            <p:spPr>
              <a:xfrm>
                <a:off x="848744" y="2328242"/>
                <a:ext cx="4332" cy="122409"/>
              </a:xfrm>
            </p:spPr>
          </p:sp>
        </mc:Fallback>
      </mc:AlternateContent>
      <mc:AlternateContent xmlns:mc="http://schemas.openxmlformats.org/markup-compatibility/2006" xmlns:p14="http://schemas.microsoft.com/office/powerpoint/2010/main">
        <mc:Choice Requires="p14">
          <p:contentPart p14:bwMode="auto" r:id="rId72">
            <p14:nvContentPartPr>
              <p14:cNvPr id="1049235" name="墨迹 1049234"/>
              <p14:cNvContentPartPr/>
              <p14:nvPr/>
            </p14:nvContentPartPr>
            <p14:xfrm>
              <a:off x="948540" y="2269417"/>
              <a:ext cx="208778" cy="159456"/>
            </p14:xfrm>
          </p:contentPart>
        </mc:Choice>
        <mc:Fallback xmlns="">
          <p:sp>
            <p:nvSpPr>
              <p:cNvPr id="1049235" name=""/>
              <p:cNvSpPr/>
              <p:nvPr/>
            </p:nvSpPr>
            <p:spPr>
              <a:xfrm>
                <a:off x="948540" y="2269417"/>
                <a:ext cx="208778" cy="159456"/>
              </a:xfrm>
            </p:spPr>
          </p:sp>
        </mc:Fallback>
      </mc:AlternateContent>
      <mc:AlternateContent xmlns:mc="http://schemas.openxmlformats.org/markup-compatibility/2006" xmlns:p14="http://schemas.microsoft.com/office/powerpoint/2010/main">
        <mc:Choice Requires="p14">
          <p:contentPart p14:bwMode="auto" r:id="rId73">
            <p14:nvContentPartPr>
              <p14:cNvPr id="1049236" name="墨迹 1049235"/>
              <p14:cNvContentPartPr/>
              <p14:nvPr/>
            </p14:nvContentPartPr>
            <p14:xfrm>
              <a:off x="1286501" y="2121794"/>
              <a:ext cx="198238" cy="394368"/>
            </p14:xfrm>
          </p:contentPart>
        </mc:Choice>
        <mc:Fallback xmlns="">
          <p:sp>
            <p:nvSpPr>
              <p:cNvPr id="1049236" name=""/>
              <p:cNvSpPr/>
              <p:nvPr/>
            </p:nvSpPr>
            <p:spPr>
              <a:xfrm>
                <a:off x="1286501" y="2121794"/>
                <a:ext cx="198238" cy="394368"/>
              </a:xfrm>
            </p:spPr>
          </p:sp>
        </mc:Fallback>
      </mc:AlternateContent>
      <mc:AlternateContent xmlns:mc="http://schemas.openxmlformats.org/markup-compatibility/2006" xmlns:p14="http://schemas.microsoft.com/office/powerpoint/2010/main">
        <mc:Choice Requires="p14">
          <p:contentPart p14:bwMode="auto" r:id="rId74">
            <p14:nvContentPartPr>
              <p14:cNvPr id="1049237" name="墨迹 1049236"/>
              <p14:cNvContentPartPr/>
              <p14:nvPr/>
            </p14:nvContentPartPr>
            <p14:xfrm>
              <a:off x="1351805" y="2253943"/>
              <a:ext cx="106748" cy="302100"/>
            </p14:xfrm>
          </p:contentPart>
        </mc:Choice>
        <mc:Fallback xmlns="">
          <p:sp>
            <p:nvSpPr>
              <p:cNvPr id="1049237" name=""/>
              <p:cNvSpPr/>
              <p:nvPr/>
            </p:nvSpPr>
            <p:spPr>
              <a:xfrm>
                <a:off x="1351805" y="2253943"/>
                <a:ext cx="106748" cy="302100"/>
              </a:xfrm>
            </p:spPr>
          </p:sp>
        </mc:Fallback>
      </mc:AlternateContent>
      <mc:AlternateContent xmlns:mc="http://schemas.openxmlformats.org/markup-compatibility/2006" xmlns:p14="http://schemas.microsoft.com/office/powerpoint/2010/main">
        <mc:Choice Requires="p14">
          <p:contentPart p14:bwMode="auto" r:id="rId75">
            <p14:nvContentPartPr>
              <p14:cNvPr id="1049238" name="墨迹 1049237"/>
              <p14:cNvContentPartPr/>
              <p14:nvPr/>
            </p14:nvContentPartPr>
            <p14:xfrm>
              <a:off x="1336923" y="2354923"/>
              <a:ext cx="82054" cy="124551"/>
            </p14:xfrm>
          </p:contentPart>
        </mc:Choice>
        <mc:Fallback xmlns="">
          <p:sp>
            <p:nvSpPr>
              <p:cNvPr id="1049238" name=""/>
              <p:cNvSpPr/>
              <p:nvPr/>
            </p:nvSpPr>
            <p:spPr>
              <a:xfrm>
                <a:off x="1336923" y="2354923"/>
                <a:ext cx="82054" cy="124551"/>
              </a:xfrm>
            </p:spPr>
          </p:sp>
        </mc:Fallback>
      </mc:AlternateContent>
      <mc:AlternateContent xmlns:mc="http://schemas.openxmlformats.org/markup-compatibility/2006" xmlns:p14="http://schemas.microsoft.com/office/powerpoint/2010/main">
        <mc:Choice Requires="p14">
          <p:contentPart p14:bwMode="auto" r:id="rId76">
            <p14:nvContentPartPr>
              <p14:cNvPr id="1049239" name="墨迹 1049238"/>
              <p14:cNvContentPartPr/>
              <p14:nvPr/>
            </p14:nvContentPartPr>
            <p14:xfrm>
              <a:off x="1497832" y="2123644"/>
              <a:ext cx="258304" cy="364214"/>
            </p14:xfrm>
          </p:contentPart>
        </mc:Choice>
        <mc:Fallback xmlns="">
          <p:sp>
            <p:nvSpPr>
              <p:cNvPr id="1049239" name=""/>
              <p:cNvSpPr/>
              <p:nvPr/>
            </p:nvSpPr>
            <p:spPr>
              <a:xfrm>
                <a:off x="1497832" y="2123644"/>
                <a:ext cx="258304" cy="364214"/>
              </a:xfrm>
            </p:spPr>
          </p:sp>
        </mc:Fallback>
      </mc:AlternateContent>
      <mc:AlternateContent xmlns:mc="http://schemas.openxmlformats.org/markup-compatibility/2006" xmlns:p14="http://schemas.microsoft.com/office/powerpoint/2010/main">
        <mc:Choice Requires="p14">
          <p:contentPart p14:bwMode="auto" r:id="rId77">
            <p14:nvContentPartPr>
              <p14:cNvPr id="1049240" name="墨迹 1049239"/>
              <p14:cNvContentPartPr/>
              <p14:nvPr/>
            </p14:nvContentPartPr>
            <p14:xfrm>
              <a:off x="2003202" y="2041455"/>
              <a:ext cx="113200" cy="84931"/>
            </p14:xfrm>
          </p:contentPart>
        </mc:Choice>
        <mc:Fallback xmlns="">
          <p:sp>
            <p:nvSpPr>
              <p:cNvPr id="1049240" name=""/>
              <p:cNvSpPr/>
              <p:nvPr/>
            </p:nvSpPr>
            <p:spPr>
              <a:xfrm>
                <a:off x="2003202" y="2041455"/>
                <a:ext cx="113200" cy="84931"/>
              </a:xfrm>
            </p:spPr>
          </p:sp>
        </mc:Fallback>
      </mc:AlternateContent>
      <mc:AlternateContent xmlns:mc="http://schemas.openxmlformats.org/markup-compatibility/2006" xmlns:p14="http://schemas.microsoft.com/office/powerpoint/2010/main">
        <mc:Choice Requires="p14">
          <p:contentPart p14:bwMode="auto" r:id="rId78">
            <p14:nvContentPartPr>
              <p14:cNvPr id="1049241" name="墨迹 1049240"/>
              <p14:cNvContentPartPr/>
              <p14:nvPr/>
            </p14:nvContentPartPr>
            <p14:xfrm>
              <a:off x="1825552" y="2209194"/>
              <a:ext cx="239912" cy="71833"/>
            </p14:xfrm>
          </p:contentPart>
        </mc:Choice>
        <mc:Fallback xmlns="">
          <p:sp>
            <p:nvSpPr>
              <p:cNvPr id="1049241" name=""/>
              <p:cNvSpPr/>
              <p:nvPr/>
            </p:nvSpPr>
            <p:spPr>
              <a:xfrm>
                <a:off x="1825552" y="2209194"/>
                <a:ext cx="239912" cy="71833"/>
              </a:xfrm>
            </p:spPr>
          </p:sp>
        </mc:Fallback>
      </mc:AlternateContent>
      <mc:AlternateContent xmlns:mc="http://schemas.openxmlformats.org/markup-compatibility/2006" xmlns:p14="http://schemas.microsoft.com/office/powerpoint/2010/main">
        <mc:Choice Requires="p14">
          <p:contentPart p14:bwMode="auto" r:id="rId79">
            <p14:nvContentPartPr>
              <p14:cNvPr id="1049242" name="墨迹 1049241"/>
              <p14:cNvContentPartPr/>
              <p14:nvPr/>
            </p14:nvContentPartPr>
            <p14:xfrm>
              <a:off x="1931330" y="2121021"/>
              <a:ext cx="114589" cy="422413"/>
            </p14:xfrm>
          </p:contentPart>
        </mc:Choice>
        <mc:Fallback xmlns="">
          <p:sp>
            <p:nvSpPr>
              <p:cNvPr id="1049242" name=""/>
              <p:cNvSpPr/>
              <p:nvPr/>
            </p:nvSpPr>
            <p:spPr>
              <a:xfrm>
                <a:off x="1931330" y="2121021"/>
                <a:ext cx="114589" cy="422413"/>
              </a:xfrm>
            </p:spPr>
          </p:sp>
        </mc:Fallback>
      </mc:AlternateContent>
      <mc:AlternateContent xmlns:mc="http://schemas.openxmlformats.org/markup-compatibility/2006" xmlns:p14="http://schemas.microsoft.com/office/powerpoint/2010/main">
        <mc:Choice Requires="p14">
          <p:contentPart p14:bwMode="auto" r:id="rId80">
            <p14:nvContentPartPr>
              <p14:cNvPr id="1049243" name="墨迹 1049242"/>
              <p14:cNvContentPartPr/>
              <p14:nvPr/>
            </p14:nvContentPartPr>
            <p14:xfrm>
              <a:off x="1850139" y="2254797"/>
              <a:ext cx="135113" cy="166084"/>
            </p14:xfrm>
          </p:contentPart>
        </mc:Choice>
        <mc:Fallback xmlns="">
          <p:sp>
            <p:nvSpPr>
              <p:cNvPr id="1049243" name=""/>
              <p:cNvSpPr/>
              <p:nvPr/>
            </p:nvSpPr>
            <p:spPr>
              <a:xfrm>
                <a:off x="1850139" y="2254797"/>
                <a:ext cx="135113" cy="166084"/>
              </a:xfrm>
            </p:spPr>
          </p:sp>
        </mc:Fallback>
      </mc:AlternateContent>
      <mc:AlternateContent xmlns:mc="http://schemas.openxmlformats.org/markup-compatibility/2006" xmlns:p14="http://schemas.microsoft.com/office/powerpoint/2010/main">
        <mc:Choice Requires="p14">
          <p:contentPart p14:bwMode="auto" r:id="rId81">
            <p14:nvContentPartPr>
              <p14:cNvPr id="1049244" name="墨迹 1049243"/>
              <p14:cNvContentPartPr/>
              <p14:nvPr/>
            </p14:nvContentPartPr>
            <p14:xfrm>
              <a:off x="2029861" y="2335237"/>
              <a:ext cx="38096" cy="90146"/>
            </p14:xfrm>
          </p:contentPart>
        </mc:Choice>
        <mc:Fallback xmlns="">
          <p:sp>
            <p:nvSpPr>
              <p:cNvPr id="1049244" name=""/>
              <p:cNvSpPr/>
              <p:nvPr/>
            </p:nvSpPr>
            <p:spPr>
              <a:xfrm>
                <a:off x="2029861" y="2335237"/>
                <a:ext cx="38096" cy="90146"/>
              </a:xfrm>
            </p:spPr>
          </p:sp>
        </mc:Fallback>
      </mc:AlternateContent>
      <mc:AlternateContent xmlns:mc="http://schemas.openxmlformats.org/markup-compatibility/2006" xmlns:p14="http://schemas.microsoft.com/office/powerpoint/2010/main">
        <mc:Choice Requires="p14">
          <p:contentPart p14:bwMode="auto" r:id="rId82">
            <p14:nvContentPartPr>
              <p14:cNvPr id="1049245" name="墨迹 1049244"/>
              <p14:cNvContentPartPr/>
              <p14:nvPr/>
            </p14:nvContentPartPr>
            <p14:xfrm>
              <a:off x="2094393" y="2030962"/>
              <a:ext cx="103198" cy="200319"/>
            </p14:xfrm>
          </p:contentPart>
        </mc:Choice>
        <mc:Fallback xmlns="">
          <p:sp>
            <p:nvSpPr>
              <p:cNvPr id="1049245" name=""/>
              <p:cNvSpPr/>
              <p:nvPr/>
            </p:nvSpPr>
            <p:spPr>
              <a:xfrm>
                <a:off x="2094393" y="2030962"/>
                <a:ext cx="103198" cy="200319"/>
              </a:xfrm>
            </p:spPr>
          </p:sp>
        </mc:Fallback>
      </mc:AlternateContent>
      <mc:AlternateContent xmlns:mc="http://schemas.openxmlformats.org/markup-compatibility/2006" xmlns:p14="http://schemas.microsoft.com/office/powerpoint/2010/main">
        <mc:Choice Requires="p14">
          <p:contentPart p14:bwMode="auto" r:id="rId83">
            <p14:nvContentPartPr>
              <p14:cNvPr id="1049246" name="墨迹 1049245"/>
              <p14:cNvContentPartPr/>
              <p14:nvPr/>
            </p14:nvContentPartPr>
            <p14:xfrm>
              <a:off x="2067457" y="2167362"/>
              <a:ext cx="165821" cy="146000"/>
            </p14:xfrm>
          </p:contentPart>
        </mc:Choice>
        <mc:Fallback xmlns="">
          <p:sp>
            <p:nvSpPr>
              <p:cNvPr id="1049246" name=""/>
              <p:cNvSpPr/>
              <p:nvPr/>
            </p:nvSpPr>
            <p:spPr>
              <a:xfrm>
                <a:off x="2067457" y="2167362"/>
                <a:ext cx="165821" cy="146000"/>
              </a:xfrm>
            </p:spPr>
          </p:sp>
        </mc:Fallback>
      </mc:AlternateContent>
      <mc:AlternateContent xmlns:mc="http://schemas.openxmlformats.org/markup-compatibility/2006" xmlns:p14="http://schemas.microsoft.com/office/powerpoint/2010/main">
        <mc:Choice Requires="p14">
          <p:contentPart p14:bwMode="auto" r:id="rId84">
            <p14:nvContentPartPr>
              <p14:cNvPr id="1049247" name="墨迹 1049246"/>
              <p14:cNvContentPartPr/>
              <p14:nvPr/>
            </p14:nvContentPartPr>
            <p14:xfrm>
              <a:off x="2122366" y="2231451"/>
              <a:ext cx="188627" cy="302216"/>
            </p14:xfrm>
          </p:contentPart>
        </mc:Choice>
        <mc:Fallback xmlns="">
          <p:sp>
            <p:nvSpPr>
              <p:cNvPr id="1049247" name=""/>
              <p:cNvSpPr/>
              <p:nvPr/>
            </p:nvSpPr>
            <p:spPr>
              <a:xfrm>
                <a:off x="2122366" y="2231451"/>
                <a:ext cx="188627" cy="302216"/>
              </a:xfrm>
            </p:spPr>
          </p:sp>
        </mc:Fallback>
      </mc:AlternateContent>
      <mc:AlternateContent xmlns:mc="http://schemas.openxmlformats.org/markup-compatibility/2006" xmlns:p14="http://schemas.microsoft.com/office/powerpoint/2010/main">
        <mc:Choice Requires="p14">
          <p:contentPart p14:bwMode="auto" r:id="rId85">
            <p14:nvContentPartPr>
              <p14:cNvPr id="1049248" name="墨迹 1049247"/>
              <p14:cNvContentPartPr/>
              <p14:nvPr/>
            </p14:nvContentPartPr>
            <p14:xfrm>
              <a:off x="2412456" y="2097028"/>
              <a:ext cx="138472" cy="159812"/>
            </p14:xfrm>
          </p:contentPart>
        </mc:Choice>
        <mc:Fallback xmlns="">
          <p:sp>
            <p:nvSpPr>
              <p:cNvPr id="1049248" name=""/>
              <p:cNvSpPr/>
              <p:nvPr/>
            </p:nvSpPr>
            <p:spPr>
              <a:xfrm>
                <a:off x="2412456" y="2097028"/>
                <a:ext cx="138472" cy="159812"/>
              </a:xfrm>
            </p:spPr>
          </p:sp>
        </mc:Fallback>
      </mc:AlternateContent>
      <mc:AlternateContent xmlns:mc="http://schemas.openxmlformats.org/markup-compatibility/2006" xmlns:p14="http://schemas.microsoft.com/office/powerpoint/2010/main">
        <mc:Choice Requires="p14">
          <p:contentPart p14:bwMode="auto" r:id="rId86">
            <p14:nvContentPartPr>
              <p14:cNvPr id="1049249" name="墨迹 1049248"/>
              <p14:cNvContentPartPr/>
              <p14:nvPr/>
            </p14:nvContentPartPr>
            <p14:xfrm>
              <a:off x="2430189" y="2240807"/>
              <a:ext cx="68066" cy="162912"/>
            </p14:xfrm>
          </p:contentPart>
        </mc:Choice>
        <mc:Fallback xmlns="">
          <p:sp>
            <p:nvSpPr>
              <p:cNvPr id="1049249" name=""/>
              <p:cNvSpPr/>
              <p:nvPr/>
            </p:nvSpPr>
            <p:spPr>
              <a:xfrm>
                <a:off x="2430189" y="2240807"/>
                <a:ext cx="68066" cy="162912"/>
              </a:xfrm>
            </p:spPr>
          </p:sp>
        </mc:Fallback>
      </mc:AlternateContent>
      <mc:AlternateContent xmlns:mc="http://schemas.openxmlformats.org/markup-compatibility/2006" xmlns:p14="http://schemas.microsoft.com/office/powerpoint/2010/main">
        <mc:Choice Requires="p14">
          <p:contentPart p14:bwMode="auto" r:id="rId87">
            <p14:nvContentPartPr>
              <p14:cNvPr id="1049250" name="墨迹 1049249"/>
              <p14:cNvContentPartPr/>
              <p14:nvPr/>
            </p14:nvContentPartPr>
            <p14:xfrm>
              <a:off x="2466248" y="2143196"/>
              <a:ext cx="292528" cy="367804"/>
            </p14:xfrm>
          </p:contentPart>
        </mc:Choice>
        <mc:Fallback xmlns="">
          <p:sp>
            <p:nvSpPr>
              <p:cNvPr id="1049250" name=""/>
              <p:cNvSpPr/>
              <p:nvPr/>
            </p:nvSpPr>
            <p:spPr>
              <a:xfrm>
                <a:off x="2466248" y="2143196"/>
                <a:ext cx="292528" cy="367804"/>
              </a:xfrm>
            </p:spPr>
          </p:sp>
        </mc:Fallback>
      </mc:AlternateContent>
      <mc:AlternateContent xmlns:mc="http://schemas.openxmlformats.org/markup-compatibility/2006" xmlns:p14="http://schemas.microsoft.com/office/powerpoint/2010/main">
        <mc:Choice Requires="p14">
          <p:contentPart p14:bwMode="auto" r:id="rId88">
            <p14:nvContentPartPr>
              <p14:cNvPr id="1049251" name="墨迹 1049250"/>
              <p14:cNvContentPartPr/>
              <p14:nvPr/>
            </p14:nvContentPartPr>
            <p14:xfrm>
              <a:off x="2883677" y="2014546"/>
              <a:ext cx="286129" cy="225224"/>
            </p14:xfrm>
          </p:contentPart>
        </mc:Choice>
        <mc:Fallback xmlns="">
          <p:sp>
            <p:nvSpPr>
              <p:cNvPr id="1049251" name=""/>
              <p:cNvSpPr/>
              <p:nvPr/>
            </p:nvSpPr>
            <p:spPr>
              <a:xfrm>
                <a:off x="2883677" y="2014546"/>
                <a:ext cx="286129" cy="225224"/>
              </a:xfrm>
            </p:spPr>
          </p:sp>
        </mc:Fallback>
      </mc:AlternateContent>
      <mc:AlternateContent xmlns:mc="http://schemas.openxmlformats.org/markup-compatibility/2006" xmlns:p14="http://schemas.microsoft.com/office/powerpoint/2010/main">
        <mc:Choice Requires="p14">
          <p:contentPart p14:bwMode="auto" r:id="rId89">
            <p14:nvContentPartPr>
              <p14:cNvPr id="1049252" name="墨迹 1049251"/>
              <p14:cNvContentPartPr/>
              <p14:nvPr/>
            </p14:nvContentPartPr>
            <p14:xfrm>
              <a:off x="2988004" y="2153833"/>
              <a:ext cx="186155" cy="318314"/>
            </p14:xfrm>
          </p:contentPart>
        </mc:Choice>
        <mc:Fallback xmlns="">
          <p:sp>
            <p:nvSpPr>
              <p:cNvPr id="1049252" name=""/>
              <p:cNvSpPr/>
              <p:nvPr/>
            </p:nvSpPr>
            <p:spPr>
              <a:xfrm>
                <a:off x="2988004" y="2153833"/>
                <a:ext cx="186155" cy="318314"/>
              </a:xfrm>
            </p:spPr>
          </p:sp>
        </mc:Fallback>
      </mc:AlternateContent>
      <mc:AlternateContent xmlns:mc="http://schemas.openxmlformats.org/markup-compatibility/2006" xmlns:p14="http://schemas.microsoft.com/office/powerpoint/2010/main">
        <mc:Choice Requires="p14">
          <p:contentPart p14:bwMode="auto" r:id="rId90">
            <p14:nvContentPartPr>
              <p14:cNvPr id="1049253" name="墨迹 1049252"/>
              <p14:cNvContentPartPr/>
              <p14:nvPr/>
            </p14:nvContentPartPr>
            <p14:xfrm>
              <a:off x="3163394" y="2037083"/>
              <a:ext cx="75913" cy="791698"/>
            </p14:xfrm>
          </p:contentPart>
        </mc:Choice>
        <mc:Fallback xmlns="">
          <p:sp>
            <p:nvSpPr>
              <p:cNvPr id="1049253" name=""/>
              <p:cNvSpPr/>
              <p:nvPr/>
            </p:nvSpPr>
            <p:spPr>
              <a:xfrm>
                <a:off x="3163394" y="2037083"/>
                <a:ext cx="75913" cy="791698"/>
              </a:xfrm>
            </p:spPr>
          </p:sp>
        </mc:Fallback>
      </mc:AlternateContent>
      <mc:AlternateContent xmlns:mc="http://schemas.openxmlformats.org/markup-compatibility/2006" xmlns:p14="http://schemas.microsoft.com/office/powerpoint/2010/main">
        <mc:Choice Requires="p14">
          <p:contentPart p14:bwMode="auto" r:id="rId91">
            <p14:nvContentPartPr>
              <p14:cNvPr id="1049254" name="墨迹 1049253"/>
              <p14:cNvContentPartPr/>
              <p14:nvPr/>
            </p14:nvContentPartPr>
            <p14:xfrm>
              <a:off x="3212891" y="2050367"/>
              <a:ext cx="143799" cy="300819"/>
            </p14:xfrm>
          </p:contentPart>
        </mc:Choice>
        <mc:Fallback xmlns="">
          <p:sp>
            <p:nvSpPr>
              <p:cNvPr id="1049254" name=""/>
              <p:cNvSpPr/>
              <p:nvPr/>
            </p:nvSpPr>
            <p:spPr>
              <a:xfrm>
                <a:off x="3212891" y="2050367"/>
                <a:ext cx="143799" cy="300819"/>
              </a:xfrm>
            </p:spPr>
          </p:sp>
        </mc:Fallback>
      </mc:AlternateContent>
      <mc:AlternateContent xmlns:mc="http://schemas.openxmlformats.org/markup-compatibility/2006" xmlns:p14="http://schemas.microsoft.com/office/powerpoint/2010/main">
        <mc:Choice Requires="p14">
          <p:contentPart p14:bwMode="auto" r:id="rId92">
            <p14:nvContentPartPr>
              <p14:cNvPr id="1049255" name="墨迹 1049254"/>
              <p14:cNvContentPartPr/>
              <p14:nvPr/>
            </p14:nvContentPartPr>
            <p14:xfrm>
              <a:off x="3440397" y="2195440"/>
              <a:ext cx="298755" cy="246693"/>
            </p14:xfrm>
          </p:contentPart>
        </mc:Choice>
        <mc:Fallback xmlns="">
          <p:sp>
            <p:nvSpPr>
              <p:cNvPr id="1049255" name=""/>
              <p:cNvSpPr/>
              <p:nvPr/>
            </p:nvSpPr>
            <p:spPr>
              <a:xfrm>
                <a:off x="3440397" y="2195440"/>
                <a:ext cx="298755" cy="246693"/>
              </a:xfrm>
            </p:spPr>
          </p:sp>
        </mc:Fallback>
      </mc:AlternateContent>
      <mc:AlternateContent xmlns:mc="http://schemas.openxmlformats.org/markup-compatibility/2006" xmlns:p14="http://schemas.microsoft.com/office/powerpoint/2010/main">
        <mc:Choice Requires="p14">
          <p:contentPart p14:bwMode="auto" r:id="rId93">
            <p14:nvContentPartPr>
              <p14:cNvPr id="1049256" name="墨迹 1049255"/>
              <p14:cNvContentPartPr/>
              <p14:nvPr/>
            </p14:nvContentPartPr>
            <p14:xfrm>
              <a:off x="3500039" y="2214713"/>
              <a:ext cx="230316" cy="163349"/>
            </p14:xfrm>
          </p:contentPart>
        </mc:Choice>
        <mc:Fallback xmlns="">
          <p:sp>
            <p:nvSpPr>
              <p:cNvPr id="1049256" name=""/>
              <p:cNvSpPr/>
              <p:nvPr/>
            </p:nvSpPr>
            <p:spPr>
              <a:xfrm>
                <a:off x="3500039" y="2214713"/>
                <a:ext cx="230316" cy="163349"/>
              </a:xfrm>
            </p:spPr>
          </p:sp>
        </mc:Fallback>
      </mc:AlternateContent>
      <mc:AlternateContent xmlns:mc="http://schemas.openxmlformats.org/markup-compatibility/2006" xmlns:p14="http://schemas.microsoft.com/office/powerpoint/2010/main">
        <mc:Choice Requires="p14">
          <p:contentPart p14:bwMode="auto" r:id="rId94">
            <p14:nvContentPartPr>
              <p14:cNvPr id="1049257" name="墨迹 1049256"/>
              <p14:cNvContentPartPr/>
              <p14:nvPr/>
            </p14:nvContentPartPr>
            <p14:xfrm>
              <a:off x="3840686" y="2342232"/>
              <a:ext cx="14574" cy="28322"/>
            </p14:xfrm>
          </p:contentPart>
        </mc:Choice>
        <mc:Fallback xmlns="">
          <p:sp>
            <p:nvSpPr>
              <p:cNvPr id="1049257" name=""/>
              <p:cNvSpPr/>
              <p:nvPr/>
            </p:nvSpPr>
            <p:spPr>
              <a:xfrm>
                <a:off x="3840686" y="2342232"/>
                <a:ext cx="14574" cy="28322"/>
              </a:xfrm>
            </p:spPr>
          </p:sp>
        </mc:Fallback>
      </mc:AlternateContent>
      <mc:AlternateContent xmlns:mc="http://schemas.openxmlformats.org/markup-compatibility/2006" xmlns:p14="http://schemas.microsoft.com/office/powerpoint/2010/main">
        <mc:Choice Requires="p14">
          <p:contentPart p14:bwMode="auto" r:id="rId95">
            <p14:nvContentPartPr>
              <p14:cNvPr id="1049258" name="墨迹 1049257"/>
              <p14:cNvContentPartPr/>
              <p14:nvPr/>
            </p14:nvContentPartPr>
            <p14:xfrm>
              <a:off x="293191" y="2907938"/>
              <a:ext cx="89706" cy="390539"/>
            </p14:xfrm>
          </p:contentPart>
        </mc:Choice>
        <mc:Fallback xmlns="">
          <p:sp>
            <p:nvSpPr>
              <p:cNvPr id="1049258" name=""/>
              <p:cNvSpPr/>
              <p:nvPr/>
            </p:nvSpPr>
            <p:spPr>
              <a:xfrm>
                <a:off x="293191" y="2907938"/>
                <a:ext cx="89706" cy="390539"/>
              </a:xfrm>
            </p:spPr>
          </p:sp>
        </mc:Fallback>
      </mc:AlternateContent>
      <mc:AlternateContent xmlns:mc="http://schemas.openxmlformats.org/markup-compatibility/2006" xmlns:p14="http://schemas.microsoft.com/office/powerpoint/2010/main">
        <mc:Choice Requires="p14">
          <p:contentPart p14:bwMode="auto" r:id="rId96">
            <p14:nvContentPartPr>
              <p14:cNvPr id="1049259" name="墨迹 1049258"/>
              <p14:cNvContentPartPr/>
              <p14:nvPr/>
            </p14:nvContentPartPr>
            <p14:xfrm>
              <a:off x="494420" y="2916378"/>
              <a:ext cx="157414" cy="41398"/>
            </p14:xfrm>
          </p:contentPart>
        </mc:Choice>
        <mc:Fallback xmlns="">
          <p:sp>
            <p:nvSpPr>
              <p:cNvPr id="1049259" name=""/>
              <p:cNvSpPr/>
              <p:nvPr/>
            </p:nvSpPr>
            <p:spPr>
              <a:xfrm>
                <a:off x="494420" y="2916378"/>
                <a:ext cx="157414" cy="41398"/>
              </a:xfrm>
            </p:spPr>
          </p:sp>
        </mc:Fallback>
      </mc:AlternateContent>
      <mc:AlternateContent xmlns:mc="http://schemas.openxmlformats.org/markup-compatibility/2006" xmlns:p14="http://schemas.microsoft.com/office/powerpoint/2010/main">
        <mc:Choice Requires="p14">
          <p:contentPart p14:bwMode="auto" r:id="rId97">
            <p14:nvContentPartPr>
              <p14:cNvPr id="1049260" name="墨迹 1049259"/>
              <p14:cNvContentPartPr/>
              <p14:nvPr/>
            </p14:nvContentPartPr>
            <p14:xfrm>
              <a:off x="475331" y="2994324"/>
              <a:ext cx="200644" cy="159251"/>
            </p14:xfrm>
          </p:contentPart>
        </mc:Choice>
        <mc:Fallback xmlns="">
          <p:sp>
            <p:nvSpPr>
              <p:cNvPr id="1049260" name=""/>
              <p:cNvSpPr/>
              <p:nvPr/>
            </p:nvSpPr>
            <p:spPr>
              <a:xfrm>
                <a:off x="475331" y="2994324"/>
                <a:ext cx="200644" cy="159251"/>
              </a:xfrm>
            </p:spPr>
          </p:sp>
        </mc:Fallback>
      </mc:AlternateContent>
      <mc:AlternateContent xmlns:mc="http://schemas.openxmlformats.org/markup-compatibility/2006" xmlns:p14="http://schemas.microsoft.com/office/powerpoint/2010/main">
        <mc:Choice Requires="p14">
          <p:contentPart p14:bwMode="auto" r:id="rId98">
            <p14:nvContentPartPr>
              <p14:cNvPr id="1049261" name="墨迹 1049260"/>
              <p14:cNvContentPartPr/>
              <p14:nvPr/>
            </p14:nvContentPartPr>
            <p14:xfrm>
              <a:off x="572606" y="3006740"/>
              <a:ext cx="48504" cy="436148"/>
            </p14:xfrm>
          </p:contentPart>
        </mc:Choice>
        <mc:Fallback xmlns="">
          <p:sp>
            <p:nvSpPr>
              <p:cNvPr id="1049261" name=""/>
              <p:cNvSpPr/>
              <p:nvPr/>
            </p:nvSpPr>
            <p:spPr>
              <a:xfrm>
                <a:off x="572606" y="3006740"/>
                <a:ext cx="48504" cy="436148"/>
              </a:xfrm>
            </p:spPr>
          </p:sp>
        </mc:Fallback>
      </mc:AlternateContent>
      <mc:AlternateContent xmlns:mc="http://schemas.openxmlformats.org/markup-compatibility/2006" xmlns:p14="http://schemas.microsoft.com/office/powerpoint/2010/main">
        <mc:Choice Requires="p14">
          <p:contentPart p14:bwMode="auto" r:id="rId99">
            <p14:nvContentPartPr>
              <p14:cNvPr id="1049262" name="墨迹 1049261"/>
              <p14:cNvContentPartPr/>
              <p14:nvPr/>
            </p14:nvContentPartPr>
            <p14:xfrm>
              <a:off x="781139" y="2879084"/>
              <a:ext cx="162047" cy="196370"/>
            </p14:xfrm>
          </p:contentPart>
        </mc:Choice>
        <mc:Fallback xmlns="">
          <p:sp>
            <p:nvSpPr>
              <p:cNvPr id="1049262" name=""/>
              <p:cNvSpPr/>
              <p:nvPr/>
            </p:nvSpPr>
            <p:spPr>
              <a:xfrm>
                <a:off x="781139" y="2879084"/>
                <a:ext cx="162047" cy="196370"/>
              </a:xfrm>
            </p:spPr>
          </p:sp>
        </mc:Fallback>
      </mc:AlternateContent>
      <mc:AlternateContent xmlns:mc="http://schemas.openxmlformats.org/markup-compatibility/2006" xmlns:p14="http://schemas.microsoft.com/office/powerpoint/2010/main">
        <mc:Choice Requires="p14">
          <p:contentPart p14:bwMode="auto" r:id="rId100">
            <p14:nvContentPartPr>
              <p14:cNvPr id="1049263" name="墨迹 1049262"/>
              <p14:cNvContentPartPr/>
              <p14:nvPr/>
            </p14:nvContentPartPr>
            <p14:xfrm>
              <a:off x="840511" y="2926300"/>
              <a:ext cx="85724" cy="363952"/>
            </p14:xfrm>
          </p:contentPart>
        </mc:Choice>
        <mc:Fallback xmlns="">
          <p:sp>
            <p:nvSpPr>
              <p:cNvPr id="1049263" name=""/>
              <p:cNvSpPr/>
              <p:nvPr/>
            </p:nvSpPr>
            <p:spPr>
              <a:xfrm>
                <a:off x="840511" y="2926300"/>
                <a:ext cx="85724" cy="363952"/>
              </a:xfrm>
            </p:spPr>
          </p:sp>
        </mc:Fallback>
      </mc:AlternateContent>
      <mc:AlternateContent xmlns:mc="http://schemas.openxmlformats.org/markup-compatibility/2006" xmlns:p14="http://schemas.microsoft.com/office/powerpoint/2010/main">
        <mc:Choice Requires="p14">
          <p:contentPart p14:bwMode="auto" r:id="rId101">
            <p14:nvContentPartPr>
              <p14:cNvPr id="1049264" name="墨迹 1049263"/>
              <p14:cNvContentPartPr/>
              <p14:nvPr/>
            </p14:nvContentPartPr>
            <p14:xfrm>
              <a:off x="777277" y="3067945"/>
              <a:ext cx="86505" cy="140615"/>
            </p14:xfrm>
          </p:contentPart>
        </mc:Choice>
        <mc:Fallback xmlns="">
          <p:sp>
            <p:nvSpPr>
              <p:cNvPr id="1049264" name=""/>
              <p:cNvSpPr/>
              <p:nvPr/>
            </p:nvSpPr>
            <p:spPr>
              <a:xfrm>
                <a:off x="777277" y="3067945"/>
                <a:ext cx="86505" cy="140615"/>
              </a:xfrm>
            </p:spPr>
          </p:sp>
        </mc:Fallback>
      </mc:AlternateContent>
      <mc:AlternateContent xmlns:mc="http://schemas.openxmlformats.org/markup-compatibility/2006" xmlns:p14="http://schemas.microsoft.com/office/powerpoint/2010/main">
        <mc:Choice Requires="p14">
          <p:contentPart p14:bwMode="auto" r:id="rId102">
            <p14:nvContentPartPr>
              <p14:cNvPr id="1049265" name="墨迹 1049264"/>
              <p14:cNvContentPartPr/>
              <p14:nvPr/>
            </p14:nvContentPartPr>
            <p14:xfrm>
              <a:off x="896793" y="3108165"/>
              <a:ext cx="38940" cy="14245"/>
            </p14:xfrm>
          </p:contentPart>
        </mc:Choice>
        <mc:Fallback xmlns="">
          <p:sp>
            <p:nvSpPr>
              <p:cNvPr id="1049265" name=""/>
              <p:cNvSpPr/>
              <p:nvPr/>
            </p:nvSpPr>
            <p:spPr>
              <a:xfrm>
                <a:off x="896793" y="3108165"/>
                <a:ext cx="38940" cy="14245"/>
              </a:xfrm>
            </p:spPr>
          </p:sp>
        </mc:Fallback>
      </mc:AlternateContent>
      <mc:AlternateContent xmlns:mc="http://schemas.openxmlformats.org/markup-compatibility/2006" xmlns:p14="http://schemas.microsoft.com/office/powerpoint/2010/main">
        <mc:Choice Requires="p14">
          <p:contentPart p14:bwMode="auto" r:id="rId103">
            <p14:nvContentPartPr>
              <p14:cNvPr id="1049266" name="墨迹 1049265"/>
              <p14:cNvContentPartPr/>
              <p14:nvPr/>
            </p14:nvContentPartPr>
            <p14:xfrm>
              <a:off x="947450" y="2837115"/>
              <a:ext cx="141600" cy="231373"/>
            </p14:xfrm>
          </p:contentPart>
        </mc:Choice>
        <mc:Fallback xmlns="">
          <p:sp>
            <p:nvSpPr>
              <p:cNvPr id="1049266" name=""/>
              <p:cNvSpPr/>
              <p:nvPr/>
            </p:nvSpPr>
            <p:spPr>
              <a:xfrm>
                <a:off x="947450" y="2837115"/>
                <a:ext cx="141600" cy="231373"/>
              </a:xfrm>
            </p:spPr>
          </p:sp>
        </mc:Fallback>
      </mc:AlternateContent>
      <mc:AlternateContent xmlns:mc="http://schemas.openxmlformats.org/markup-compatibility/2006" xmlns:p14="http://schemas.microsoft.com/office/powerpoint/2010/main">
        <mc:Choice Requires="p14">
          <p:contentPart p14:bwMode="auto" r:id="rId104">
            <p14:nvContentPartPr>
              <p14:cNvPr id="1049267" name="墨迹 1049266"/>
              <p14:cNvContentPartPr/>
              <p14:nvPr/>
            </p14:nvContentPartPr>
            <p14:xfrm>
              <a:off x="999084" y="2983132"/>
              <a:ext cx="73840" cy="213324"/>
            </p14:xfrm>
          </p:contentPart>
        </mc:Choice>
        <mc:Fallback xmlns="">
          <p:sp>
            <p:nvSpPr>
              <p:cNvPr id="1049267" name=""/>
              <p:cNvSpPr/>
              <p:nvPr/>
            </p:nvSpPr>
            <p:spPr>
              <a:xfrm>
                <a:off x="999084" y="2983132"/>
                <a:ext cx="73840" cy="213324"/>
              </a:xfrm>
            </p:spPr>
          </p:sp>
        </mc:Fallback>
      </mc:AlternateContent>
      <mc:AlternateContent xmlns:mc="http://schemas.openxmlformats.org/markup-compatibility/2006" xmlns:p14="http://schemas.microsoft.com/office/powerpoint/2010/main">
        <mc:Choice Requires="p14">
          <p:contentPart p14:bwMode="auto" r:id="rId105">
            <p14:nvContentPartPr>
              <p14:cNvPr id="1049268" name="墨迹 1049267"/>
              <p14:cNvContentPartPr/>
              <p14:nvPr/>
            </p14:nvContentPartPr>
            <p14:xfrm>
              <a:off x="1183183" y="3078421"/>
              <a:ext cx="32090" cy="16"/>
            </p14:xfrm>
          </p:contentPart>
        </mc:Choice>
        <mc:Fallback xmlns="">
          <p:sp>
            <p:nvSpPr>
              <p:cNvPr id="1049268" name=""/>
              <p:cNvSpPr/>
              <p:nvPr/>
            </p:nvSpPr>
            <p:spPr>
              <a:xfrm>
                <a:off x="1183183" y="3078421"/>
                <a:ext cx="32090" cy="16"/>
              </a:xfrm>
            </p:spPr>
          </p:sp>
        </mc:Fallback>
      </mc:AlternateContent>
      <mc:AlternateContent xmlns:mc="http://schemas.openxmlformats.org/markup-compatibility/2006" xmlns:p14="http://schemas.microsoft.com/office/powerpoint/2010/main">
        <mc:Choice Requires="p14">
          <p:contentPart p14:bwMode="auto" r:id="rId106">
            <p14:nvContentPartPr>
              <p14:cNvPr id="1049269" name="墨迹 1049268"/>
              <p14:cNvContentPartPr/>
              <p14:nvPr/>
            </p14:nvContentPartPr>
            <p14:xfrm>
              <a:off x="1172477" y="3182428"/>
              <a:ext cx="63855" cy="9092"/>
            </p14:xfrm>
          </p:contentPart>
        </mc:Choice>
        <mc:Fallback xmlns="">
          <p:sp>
            <p:nvSpPr>
              <p:cNvPr id="1049269" name=""/>
              <p:cNvSpPr/>
              <p:nvPr/>
            </p:nvSpPr>
            <p:spPr>
              <a:xfrm>
                <a:off x="1172477" y="3182428"/>
                <a:ext cx="63855" cy="9092"/>
              </a:xfrm>
            </p:spPr>
          </p:sp>
        </mc:Fallback>
      </mc:AlternateContent>
      <mc:AlternateContent xmlns:mc="http://schemas.openxmlformats.org/markup-compatibility/2006" xmlns:p14="http://schemas.microsoft.com/office/powerpoint/2010/main">
        <mc:Choice Requires="p14">
          <p:contentPart p14:bwMode="auto" r:id="rId107">
            <p14:nvContentPartPr>
              <p14:cNvPr id="1049270" name="墨迹 1049269"/>
              <p14:cNvContentPartPr/>
              <p14:nvPr/>
            </p14:nvContentPartPr>
            <p14:xfrm>
              <a:off x="1380916" y="2838864"/>
              <a:ext cx="152893" cy="362565"/>
            </p14:xfrm>
          </p:contentPart>
        </mc:Choice>
        <mc:Fallback xmlns="">
          <p:sp>
            <p:nvSpPr>
              <p:cNvPr id="1049270" name=""/>
              <p:cNvSpPr/>
              <p:nvPr/>
            </p:nvSpPr>
            <p:spPr>
              <a:xfrm>
                <a:off x="1380916" y="2838864"/>
                <a:ext cx="152893" cy="362565"/>
              </a:xfrm>
            </p:spPr>
          </p:sp>
        </mc:Fallback>
      </mc:AlternateContent>
      <mc:AlternateContent xmlns:mc="http://schemas.openxmlformats.org/markup-compatibility/2006" xmlns:p14="http://schemas.microsoft.com/office/powerpoint/2010/main">
        <mc:Choice Requires="p14">
          <p:contentPart p14:bwMode="auto" r:id="rId108">
            <p14:nvContentPartPr>
              <p14:cNvPr id="1049271" name="墨迹 1049270"/>
              <p14:cNvContentPartPr/>
              <p14:nvPr/>
            </p14:nvContentPartPr>
            <p14:xfrm>
              <a:off x="1378939" y="2999312"/>
              <a:ext cx="98451" cy="116955"/>
            </p14:xfrm>
          </p:contentPart>
        </mc:Choice>
        <mc:Fallback xmlns="">
          <p:sp>
            <p:nvSpPr>
              <p:cNvPr id="1049271" name=""/>
              <p:cNvSpPr/>
              <p:nvPr/>
            </p:nvSpPr>
            <p:spPr>
              <a:xfrm>
                <a:off x="1378939" y="2999312"/>
                <a:ext cx="98451" cy="116955"/>
              </a:xfrm>
            </p:spPr>
          </p:sp>
        </mc:Fallback>
      </mc:AlternateContent>
      <mc:AlternateContent xmlns:mc="http://schemas.openxmlformats.org/markup-compatibility/2006" xmlns:p14="http://schemas.microsoft.com/office/powerpoint/2010/main">
        <mc:Choice Requires="p14">
          <p:contentPart p14:bwMode="auto" r:id="rId109">
            <p14:nvContentPartPr>
              <p14:cNvPr id="1049272" name="墨迹 1049271"/>
              <p14:cNvContentPartPr/>
              <p14:nvPr/>
            </p14:nvContentPartPr>
            <p14:xfrm>
              <a:off x="1514664" y="2855865"/>
              <a:ext cx="158325" cy="439032"/>
            </p14:xfrm>
          </p:contentPart>
        </mc:Choice>
        <mc:Fallback xmlns="">
          <p:sp>
            <p:nvSpPr>
              <p:cNvPr id="1049272" name=""/>
              <p:cNvSpPr/>
              <p:nvPr/>
            </p:nvSpPr>
            <p:spPr>
              <a:xfrm>
                <a:off x="1514664" y="2855865"/>
                <a:ext cx="158325" cy="439032"/>
              </a:xfrm>
            </p:spPr>
          </p:sp>
        </mc:Fallback>
      </mc:AlternateContent>
      <mc:AlternateContent xmlns:mc="http://schemas.openxmlformats.org/markup-compatibility/2006" xmlns:p14="http://schemas.microsoft.com/office/powerpoint/2010/main">
        <mc:Choice Requires="p14">
          <p:contentPart p14:bwMode="auto" r:id="rId110">
            <p14:nvContentPartPr>
              <p14:cNvPr id="1049273" name="墨迹 1049272"/>
              <p14:cNvContentPartPr/>
              <p14:nvPr/>
            </p14:nvContentPartPr>
            <p14:xfrm>
              <a:off x="1788080" y="2773027"/>
              <a:ext cx="225512" cy="103434"/>
            </p14:xfrm>
          </p:contentPart>
        </mc:Choice>
        <mc:Fallback xmlns="">
          <p:sp>
            <p:nvSpPr>
              <p:cNvPr id="1049273" name=""/>
              <p:cNvSpPr/>
              <p:nvPr/>
            </p:nvSpPr>
            <p:spPr>
              <a:xfrm>
                <a:off x="1788080" y="2773027"/>
                <a:ext cx="225512" cy="103434"/>
              </a:xfrm>
            </p:spPr>
          </p:sp>
        </mc:Fallback>
      </mc:AlternateContent>
      <mc:AlternateContent xmlns:mc="http://schemas.openxmlformats.org/markup-compatibility/2006" xmlns:p14="http://schemas.microsoft.com/office/powerpoint/2010/main">
        <mc:Choice Requires="p14">
          <p:contentPart p14:bwMode="auto" r:id="rId111">
            <p14:nvContentPartPr>
              <p14:cNvPr id="1049274" name="墨迹 1049273"/>
              <p14:cNvContentPartPr/>
              <p14:nvPr/>
            </p14:nvContentPartPr>
            <p14:xfrm>
              <a:off x="1755724" y="2728696"/>
              <a:ext cx="141201" cy="340661"/>
            </p14:xfrm>
          </p:contentPart>
        </mc:Choice>
        <mc:Fallback xmlns="">
          <p:sp>
            <p:nvSpPr>
              <p:cNvPr id="1049274" name=""/>
              <p:cNvSpPr/>
              <p:nvPr/>
            </p:nvSpPr>
            <p:spPr>
              <a:xfrm>
                <a:off x="1755724" y="2728696"/>
                <a:ext cx="141201" cy="340661"/>
              </a:xfrm>
            </p:spPr>
          </p:sp>
        </mc:Fallback>
      </mc:AlternateContent>
      <mc:AlternateContent xmlns:mc="http://schemas.openxmlformats.org/markup-compatibility/2006" xmlns:p14="http://schemas.microsoft.com/office/powerpoint/2010/main">
        <mc:Choice Requires="p14">
          <p:contentPart p14:bwMode="auto" r:id="rId112">
            <p14:nvContentPartPr>
              <p14:cNvPr id="1049275" name="墨迹 1049274"/>
              <p14:cNvContentPartPr/>
              <p14:nvPr/>
            </p14:nvContentPartPr>
            <p14:xfrm>
              <a:off x="1824155" y="2949907"/>
              <a:ext cx="40652" cy="293724"/>
            </p14:xfrm>
          </p:contentPart>
        </mc:Choice>
        <mc:Fallback xmlns="">
          <p:sp>
            <p:nvSpPr>
              <p:cNvPr id="1049275" name=""/>
              <p:cNvSpPr/>
              <p:nvPr/>
            </p:nvSpPr>
            <p:spPr>
              <a:xfrm>
                <a:off x="1824155" y="2949907"/>
                <a:ext cx="40652" cy="293724"/>
              </a:xfrm>
            </p:spPr>
          </p:sp>
        </mc:Fallback>
      </mc:AlternateContent>
      <mc:AlternateContent xmlns:mc="http://schemas.openxmlformats.org/markup-compatibility/2006" xmlns:p14="http://schemas.microsoft.com/office/powerpoint/2010/main">
        <mc:Choice Requires="p14">
          <p:contentPart p14:bwMode="auto" r:id="rId113">
            <p14:nvContentPartPr>
              <p14:cNvPr id="1049276" name="墨迹 1049275"/>
              <p14:cNvContentPartPr/>
              <p14:nvPr/>
            </p14:nvContentPartPr>
            <p14:xfrm>
              <a:off x="1876303" y="2880969"/>
              <a:ext cx="181215" cy="400726"/>
            </p14:xfrm>
          </p:contentPart>
        </mc:Choice>
        <mc:Fallback xmlns="">
          <p:sp>
            <p:nvSpPr>
              <p:cNvPr id="1049276" name=""/>
              <p:cNvSpPr/>
              <p:nvPr/>
            </p:nvSpPr>
            <p:spPr>
              <a:xfrm>
                <a:off x="1876303" y="2880969"/>
                <a:ext cx="181215" cy="400726"/>
              </a:xfrm>
            </p:spPr>
          </p:sp>
        </mc:Fallback>
      </mc:AlternateContent>
      <mc:AlternateContent xmlns:mc="http://schemas.openxmlformats.org/markup-compatibility/2006" xmlns:p14="http://schemas.microsoft.com/office/powerpoint/2010/main">
        <mc:Choice Requires="p14">
          <p:contentPart p14:bwMode="auto" r:id="rId114">
            <p14:nvContentPartPr>
              <p14:cNvPr id="1049277" name="墨迹 1049276"/>
              <p14:cNvContentPartPr/>
              <p14:nvPr/>
            </p14:nvContentPartPr>
            <p14:xfrm>
              <a:off x="2213650" y="2743560"/>
              <a:ext cx="26430" cy="182641"/>
            </p14:xfrm>
          </p:contentPart>
        </mc:Choice>
        <mc:Fallback xmlns="">
          <p:sp>
            <p:nvSpPr>
              <p:cNvPr id="1049277" name=""/>
              <p:cNvSpPr/>
              <p:nvPr/>
            </p:nvSpPr>
            <p:spPr>
              <a:xfrm>
                <a:off x="2213650" y="2743560"/>
                <a:ext cx="26430" cy="182641"/>
              </a:xfrm>
            </p:spPr>
          </p:sp>
        </mc:Fallback>
      </mc:AlternateContent>
      <mc:AlternateContent xmlns:mc="http://schemas.openxmlformats.org/markup-compatibility/2006" xmlns:p14="http://schemas.microsoft.com/office/powerpoint/2010/main">
        <mc:Choice Requires="p14">
          <p:contentPart p14:bwMode="auto" r:id="rId115">
            <p14:nvContentPartPr>
              <p14:cNvPr id="1049278" name="墨迹 1049277"/>
              <p14:cNvContentPartPr/>
              <p14:nvPr/>
            </p14:nvContentPartPr>
            <p14:xfrm>
              <a:off x="2252014" y="2859643"/>
              <a:ext cx="75115" cy="10698"/>
            </p14:xfrm>
          </p:contentPart>
        </mc:Choice>
        <mc:Fallback xmlns="">
          <p:sp>
            <p:nvSpPr>
              <p:cNvPr id="1049278" name=""/>
              <p:cNvSpPr/>
              <p:nvPr/>
            </p:nvSpPr>
            <p:spPr>
              <a:xfrm>
                <a:off x="2252014" y="2859643"/>
                <a:ext cx="75115" cy="10698"/>
              </a:xfrm>
            </p:spPr>
          </p:sp>
        </mc:Fallback>
      </mc:AlternateContent>
      <mc:AlternateContent xmlns:mc="http://schemas.openxmlformats.org/markup-compatibility/2006" xmlns:p14="http://schemas.microsoft.com/office/powerpoint/2010/main">
        <mc:Choice Requires="p14">
          <p:contentPart p14:bwMode="auto" r:id="rId116">
            <p14:nvContentPartPr>
              <p14:cNvPr id="1049279" name="墨迹 1049278"/>
              <p14:cNvContentPartPr/>
              <p14:nvPr/>
            </p14:nvContentPartPr>
            <p14:xfrm>
              <a:off x="2149228" y="2955153"/>
              <a:ext cx="14460" cy="143843"/>
            </p14:xfrm>
          </p:contentPart>
        </mc:Choice>
        <mc:Fallback xmlns="">
          <p:sp>
            <p:nvSpPr>
              <p:cNvPr id="1049279" name=""/>
              <p:cNvSpPr/>
              <p:nvPr/>
            </p:nvSpPr>
            <p:spPr>
              <a:xfrm>
                <a:off x="2149228" y="2955153"/>
                <a:ext cx="14460" cy="143843"/>
              </a:xfrm>
            </p:spPr>
          </p:sp>
        </mc:Fallback>
      </mc:AlternateContent>
      <mc:AlternateContent xmlns:mc="http://schemas.openxmlformats.org/markup-compatibility/2006" xmlns:p14="http://schemas.microsoft.com/office/powerpoint/2010/main">
        <mc:Choice Requires="p14">
          <p:contentPart p14:bwMode="auto" r:id="rId117">
            <p14:nvContentPartPr>
              <p14:cNvPr id="1049280" name="墨迹 1049279"/>
              <p14:cNvContentPartPr/>
              <p14:nvPr/>
            </p14:nvContentPartPr>
            <p14:xfrm>
              <a:off x="2170272" y="2948024"/>
              <a:ext cx="133520" cy="141727"/>
            </p14:xfrm>
          </p:contentPart>
        </mc:Choice>
        <mc:Fallback xmlns="">
          <p:sp>
            <p:nvSpPr>
              <p:cNvPr id="1049280" name=""/>
              <p:cNvSpPr/>
              <p:nvPr/>
            </p:nvSpPr>
            <p:spPr>
              <a:xfrm>
                <a:off x="2170272" y="2948024"/>
                <a:ext cx="133520" cy="141727"/>
              </a:xfrm>
            </p:spPr>
          </p:sp>
        </mc:Fallback>
      </mc:AlternateContent>
      <mc:AlternateContent xmlns:mc="http://schemas.openxmlformats.org/markup-compatibility/2006" xmlns:p14="http://schemas.microsoft.com/office/powerpoint/2010/main">
        <mc:Choice Requires="p14">
          <p:contentPart p14:bwMode="auto" r:id="rId118">
            <p14:nvContentPartPr>
              <p14:cNvPr id="1049281" name="墨迹 1049280"/>
              <p14:cNvContentPartPr/>
              <p14:nvPr/>
            </p14:nvContentPartPr>
            <p14:xfrm>
              <a:off x="2151198" y="3130268"/>
              <a:ext cx="270507" cy="66718"/>
            </p14:xfrm>
          </p:contentPart>
        </mc:Choice>
        <mc:Fallback xmlns="">
          <p:sp>
            <p:nvSpPr>
              <p:cNvPr id="1049281" name=""/>
              <p:cNvSpPr/>
              <p:nvPr/>
            </p:nvSpPr>
            <p:spPr>
              <a:xfrm>
                <a:off x="2151198" y="3130268"/>
                <a:ext cx="270507" cy="66718"/>
              </a:xfrm>
            </p:spPr>
          </p:sp>
        </mc:Fallback>
      </mc:AlternateContent>
      <mc:AlternateContent xmlns:mc="http://schemas.openxmlformats.org/markup-compatibility/2006" xmlns:p14="http://schemas.microsoft.com/office/powerpoint/2010/main">
        <mc:Choice Requires="p14">
          <p:contentPart p14:bwMode="auto" r:id="rId119">
            <p14:nvContentPartPr>
              <p14:cNvPr id="1049282" name="墨迹 1049281"/>
              <p14:cNvContentPartPr/>
              <p14:nvPr/>
            </p14:nvContentPartPr>
            <p14:xfrm>
              <a:off x="2554463" y="2842382"/>
              <a:ext cx="204449" cy="48069"/>
            </p14:xfrm>
          </p:contentPart>
        </mc:Choice>
        <mc:Fallback xmlns="">
          <p:sp>
            <p:nvSpPr>
              <p:cNvPr id="1049282" name=""/>
              <p:cNvSpPr/>
              <p:nvPr/>
            </p:nvSpPr>
            <p:spPr>
              <a:xfrm>
                <a:off x="2554463" y="2842382"/>
                <a:ext cx="204449" cy="48069"/>
              </a:xfrm>
            </p:spPr>
          </p:sp>
        </mc:Fallback>
      </mc:AlternateContent>
      <mc:AlternateContent xmlns:mc="http://schemas.openxmlformats.org/markup-compatibility/2006" xmlns:p14="http://schemas.microsoft.com/office/powerpoint/2010/main">
        <mc:Choice Requires="p14">
          <p:contentPart p14:bwMode="auto" r:id="rId120">
            <p14:nvContentPartPr>
              <p14:cNvPr id="1049283" name="墨迹 1049282"/>
              <p14:cNvContentPartPr/>
              <p14:nvPr/>
            </p14:nvContentPartPr>
            <p14:xfrm>
              <a:off x="2518259" y="2747057"/>
              <a:ext cx="278468" cy="278456"/>
            </p14:xfrm>
          </p:contentPart>
        </mc:Choice>
        <mc:Fallback xmlns="">
          <p:sp>
            <p:nvSpPr>
              <p:cNvPr id="1049283" name=""/>
              <p:cNvSpPr/>
              <p:nvPr/>
            </p:nvSpPr>
            <p:spPr>
              <a:xfrm>
                <a:off x="2518259" y="2747057"/>
                <a:ext cx="278468" cy="278456"/>
              </a:xfrm>
            </p:spPr>
          </p:sp>
        </mc:Fallback>
      </mc:AlternateContent>
      <mc:AlternateContent xmlns:mc="http://schemas.openxmlformats.org/markup-compatibility/2006" xmlns:p14="http://schemas.microsoft.com/office/powerpoint/2010/main">
        <mc:Choice Requires="p14">
          <p:contentPart p14:bwMode="auto" r:id="rId121">
            <p14:nvContentPartPr>
              <p14:cNvPr id="1049284" name="墨迹 1049283"/>
              <p14:cNvContentPartPr/>
              <p14:nvPr/>
            </p14:nvContentPartPr>
            <p14:xfrm>
              <a:off x="2504042" y="2754052"/>
              <a:ext cx="313613" cy="390595"/>
            </p14:xfrm>
          </p:contentPart>
        </mc:Choice>
        <mc:Fallback xmlns="">
          <p:sp>
            <p:nvSpPr>
              <p:cNvPr id="1049284" name=""/>
              <p:cNvSpPr/>
              <p:nvPr/>
            </p:nvSpPr>
            <p:spPr>
              <a:xfrm>
                <a:off x="2504042" y="2754052"/>
                <a:ext cx="313613" cy="390595"/>
              </a:xfrm>
            </p:spPr>
          </p:sp>
        </mc:Fallback>
      </mc:AlternateContent>
      <mc:AlternateContent xmlns:mc="http://schemas.openxmlformats.org/markup-compatibility/2006" xmlns:p14="http://schemas.microsoft.com/office/powerpoint/2010/main">
        <mc:Choice Requires="p14">
          <p:contentPart p14:bwMode="auto" r:id="rId122">
            <p14:nvContentPartPr>
              <p14:cNvPr id="1049285" name="墨迹 1049284"/>
              <p14:cNvContentPartPr/>
              <p14:nvPr/>
            </p14:nvContentPartPr>
            <p14:xfrm>
              <a:off x="2598524" y="2966520"/>
              <a:ext cx="39254" cy="188147"/>
            </p14:xfrm>
          </p:contentPart>
        </mc:Choice>
        <mc:Fallback xmlns="">
          <p:sp>
            <p:nvSpPr>
              <p:cNvPr id="1049285" name=""/>
              <p:cNvSpPr/>
              <p:nvPr/>
            </p:nvSpPr>
            <p:spPr>
              <a:xfrm>
                <a:off x="2598524" y="2966520"/>
                <a:ext cx="39254" cy="188147"/>
              </a:xfrm>
            </p:spPr>
          </p:sp>
        </mc:Fallback>
      </mc:AlternateContent>
      <mc:AlternateContent xmlns:mc="http://schemas.openxmlformats.org/markup-compatibility/2006" xmlns:p14="http://schemas.microsoft.com/office/powerpoint/2010/main">
        <mc:Choice Requires="p14">
          <p:contentPart p14:bwMode="auto" r:id="rId123">
            <p14:nvContentPartPr>
              <p14:cNvPr id="1049286" name="墨迹 1049285"/>
              <p14:cNvContentPartPr/>
              <p14:nvPr/>
            </p14:nvContentPartPr>
            <p14:xfrm>
              <a:off x="2665985" y="2990474"/>
              <a:ext cx="62151" cy="160645"/>
            </p14:xfrm>
          </p:contentPart>
        </mc:Choice>
        <mc:Fallback xmlns="">
          <p:sp>
            <p:nvSpPr>
              <p:cNvPr id="1049286" name=""/>
              <p:cNvSpPr/>
              <p:nvPr/>
            </p:nvSpPr>
            <p:spPr>
              <a:xfrm>
                <a:off x="2665985" y="2990474"/>
                <a:ext cx="62151" cy="160645"/>
              </a:xfrm>
            </p:spPr>
          </p:sp>
        </mc:Fallback>
      </mc:AlternateContent>
      <mc:AlternateContent xmlns:mc="http://schemas.openxmlformats.org/markup-compatibility/2006" xmlns:p14="http://schemas.microsoft.com/office/powerpoint/2010/main">
        <mc:Choice Requires="p14">
          <p:contentPart p14:bwMode="auto" r:id="rId124">
            <p14:nvContentPartPr>
              <p14:cNvPr id="1049287" name="墨迹 1049286"/>
              <p14:cNvContentPartPr/>
              <p14:nvPr/>
            </p14:nvContentPartPr>
            <p14:xfrm>
              <a:off x="2657063" y="2926892"/>
              <a:ext cx="127226" cy="170780"/>
            </p14:xfrm>
          </p:contentPart>
        </mc:Choice>
        <mc:Fallback xmlns="">
          <p:sp>
            <p:nvSpPr>
              <p:cNvPr id="1049287" name=""/>
              <p:cNvSpPr/>
              <p:nvPr/>
            </p:nvSpPr>
            <p:spPr>
              <a:xfrm>
                <a:off x="2657063" y="2926892"/>
                <a:ext cx="127226" cy="170780"/>
              </a:xfrm>
            </p:spPr>
          </p:sp>
        </mc:Fallback>
      </mc:AlternateContent>
      <mc:AlternateContent xmlns:mc="http://schemas.openxmlformats.org/markup-compatibility/2006" xmlns:p14="http://schemas.microsoft.com/office/powerpoint/2010/main">
        <mc:Choice Requires="p14">
          <p:contentPart p14:bwMode="auto" r:id="rId125">
            <p14:nvContentPartPr>
              <p14:cNvPr id="1049288" name="墨迹 1049287"/>
              <p14:cNvContentPartPr/>
              <p14:nvPr/>
            </p14:nvContentPartPr>
            <p14:xfrm>
              <a:off x="2781480" y="2835367"/>
              <a:ext cx="48666" cy="562875"/>
            </p14:xfrm>
          </p:contentPart>
        </mc:Choice>
        <mc:Fallback xmlns="">
          <p:sp>
            <p:nvSpPr>
              <p:cNvPr id="1049288" name=""/>
              <p:cNvSpPr/>
              <p:nvPr/>
            </p:nvSpPr>
            <p:spPr>
              <a:xfrm>
                <a:off x="2781480" y="2835367"/>
                <a:ext cx="48666" cy="562875"/>
              </a:xfrm>
            </p:spPr>
          </p:sp>
        </mc:Fallback>
      </mc:AlternateContent>
      <mc:AlternateContent xmlns:mc="http://schemas.openxmlformats.org/markup-compatibility/2006" xmlns:p14="http://schemas.microsoft.com/office/powerpoint/2010/main">
        <mc:Choice Requires="p14">
          <p:contentPart p14:bwMode="auto" r:id="rId126">
            <p14:nvContentPartPr>
              <p14:cNvPr id="1049289" name="墨迹 1049288"/>
              <p14:cNvContentPartPr/>
              <p14:nvPr/>
            </p14:nvContentPartPr>
            <p14:xfrm>
              <a:off x="2794459" y="2840353"/>
              <a:ext cx="145452" cy="261092"/>
            </p14:xfrm>
          </p:contentPart>
        </mc:Choice>
        <mc:Fallback xmlns="">
          <p:sp>
            <p:nvSpPr>
              <p:cNvPr id="1049289" name=""/>
              <p:cNvSpPr/>
              <p:nvPr/>
            </p:nvSpPr>
            <p:spPr>
              <a:xfrm>
                <a:off x="2794459" y="2840353"/>
                <a:ext cx="145452" cy="261092"/>
              </a:xfrm>
            </p:spPr>
          </p:sp>
        </mc:Fallback>
      </mc:AlternateContent>
      <mc:AlternateContent xmlns:mc="http://schemas.openxmlformats.org/markup-compatibility/2006" xmlns:p14="http://schemas.microsoft.com/office/powerpoint/2010/main">
        <mc:Choice Requires="p14">
          <p:contentPart p14:bwMode="auto" r:id="rId127">
            <p14:nvContentPartPr>
              <p14:cNvPr id="1049290" name="墨迹 1049289"/>
              <p14:cNvContentPartPr/>
              <p14:nvPr/>
            </p14:nvContentPartPr>
            <p14:xfrm>
              <a:off x="3037131" y="2943334"/>
              <a:ext cx="187511" cy="49416"/>
            </p14:xfrm>
          </p:contentPart>
        </mc:Choice>
        <mc:Fallback xmlns="">
          <p:sp>
            <p:nvSpPr>
              <p:cNvPr id="1049290" name=""/>
              <p:cNvSpPr/>
              <p:nvPr/>
            </p:nvSpPr>
            <p:spPr>
              <a:xfrm>
                <a:off x="3037131" y="2943334"/>
                <a:ext cx="187511" cy="49416"/>
              </a:xfrm>
            </p:spPr>
          </p:sp>
        </mc:Fallback>
      </mc:AlternateContent>
      <mc:AlternateContent xmlns:mc="http://schemas.openxmlformats.org/markup-compatibility/2006" xmlns:p14="http://schemas.microsoft.com/office/powerpoint/2010/main">
        <mc:Choice Requires="p14">
          <p:contentPart p14:bwMode="auto" r:id="rId128">
            <p14:nvContentPartPr>
              <p14:cNvPr id="1049291" name="墨迹 1049290"/>
              <p14:cNvContentPartPr/>
              <p14:nvPr/>
            </p14:nvContentPartPr>
            <p14:xfrm>
              <a:off x="3266422" y="2829944"/>
              <a:ext cx="225919" cy="91109"/>
            </p14:xfrm>
          </p:contentPart>
        </mc:Choice>
        <mc:Fallback xmlns="">
          <p:sp>
            <p:nvSpPr>
              <p:cNvPr id="1049291" name=""/>
              <p:cNvSpPr/>
              <p:nvPr/>
            </p:nvSpPr>
            <p:spPr>
              <a:xfrm>
                <a:off x="3266422" y="2829944"/>
                <a:ext cx="225919" cy="91109"/>
              </a:xfrm>
            </p:spPr>
          </p:sp>
        </mc:Fallback>
      </mc:AlternateContent>
      <mc:AlternateContent xmlns:mc="http://schemas.openxmlformats.org/markup-compatibility/2006" xmlns:p14="http://schemas.microsoft.com/office/powerpoint/2010/main">
        <mc:Choice Requires="p14">
          <p:contentPart p14:bwMode="auto" r:id="rId129">
            <p14:nvContentPartPr>
              <p14:cNvPr id="1049292" name="墨迹 1049291"/>
              <p14:cNvContentPartPr/>
              <p14:nvPr/>
            </p14:nvContentPartPr>
            <p14:xfrm>
              <a:off x="3381301" y="2725198"/>
              <a:ext cx="54635" cy="462378"/>
            </p14:xfrm>
          </p:contentPart>
        </mc:Choice>
        <mc:Fallback xmlns="">
          <p:sp>
            <p:nvSpPr>
              <p:cNvPr id="1049292" name=""/>
              <p:cNvSpPr/>
              <p:nvPr/>
            </p:nvSpPr>
            <p:spPr>
              <a:xfrm>
                <a:off x="3381301" y="2725198"/>
                <a:ext cx="54635" cy="462378"/>
              </a:xfrm>
            </p:spPr>
          </p:sp>
        </mc:Fallback>
      </mc:AlternateContent>
      <mc:AlternateContent xmlns:mc="http://schemas.openxmlformats.org/markup-compatibility/2006" xmlns:p14="http://schemas.microsoft.com/office/powerpoint/2010/main">
        <mc:Choice Requires="p14">
          <p:contentPart p14:bwMode="auto" r:id="rId130">
            <p14:nvContentPartPr>
              <p14:cNvPr id="1049293" name="墨迹 1049292"/>
              <p14:cNvContentPartPr/>
              <p14:nvPr/>
            </p14:nvContentPartPr>
            <p14:xfrm>
              <a:off x="3194486" y="2895697"/>
              <a:ext cx="195056" cy="211403"/>
            </p14:xfrm>
          </p:contentPart>
        </mc:Choice>
        <mc:Fallback xmlns="">
          <p:sp>
            <p:nvSpPr>
              <p:cNvPr id="1049293" name=""/>
              <p:cNvSpPr/>
              <p:nvPr/>
            </p:nvSpPr>
            <p:spPr>
              <a:xfrm>
                <a:off x="3194486" y="2895697"/>
                <a:ext cx="195056" cy="211403"/>
              </a:xfrm>
            </p:spPr>
          </p:sp>
        </mc:Fallback>
      </mc:AlternateContent>
      <mc:AlternateContent xmlns:mc="http://schemas.openxmlformats.org/markup-compatibility/2006" xmlns:p14="http://schemas.microsoft.com/office/powerpoint/2010/main">
        <mc:Choice Requires="p14">
          <p:contentPart p14:bwMode="auto" r:id="rId131">
            <p14:nvContentPartPr>
              <p14:cNvPr id="1049294" name="墨迹 1049293"/>
              <p14:cNvContentPartPr/>
              <p14:nvPr/>
            </p14:nvContentPartPr>
            <p14:xfrm>
              <a:off x="3417200" y="2970784"/>
              <a:ext cx="30053" cy="21966"/>
            </p14:xfrm>
          </p:contentPart>
        </mc:Choice>
        <mc:Fallback xmlns="">
          <p:sp>
            <p:nvSpPr>
              <p:cNvPr id="1049294" name=""/>
              <p:cNvSpPr/>
              <p:nvPr/>
            </p:nvSpPr>
            <p:spPr>
              <a:xfrm>
                <a:off x="3417200" y="2970784"/>
                <a:ext cx="30053" cy="21966"/>
              </a:xfrm>
            </p:spPr>
          </p:sp>
        </mc:Fallback>
      </mc:AlternateContent>
      <mc:AlternateContent xmlns:mc="http://schemas.openxmlformats.org/markup-compatibility/2006" xmlns:p14="http://schemas.microsoft.com/office/powerpoint/2010/main">
        <mc:Choice Requires="p14">
          <p:contentPart p14:bwMode="auto" r:id="rId132">
            <p14:nvContentPartPr>
              <p14:cNvPr id="1049295" name="墨迹 1049294"/>
              <p14:cNvContentPartPr/>
              <p14:nvPr/>
            </p14:nvContentPartPr>
            <p14:xfrm>
              <a:off x="3466270" y="2679575"/>
              <a:ext cx="135080" cy="521223"/>
            </p14:xfrm>
          </p:contentPart>
        </mc:Choice>
        <mc:Fallback xmlns="">
          <p:sp>
            <p:nvSpPr>
              <p:cNvPr id="1049295" name=""/>
              <p:cNvSpPr/>
              <p:nvPr/>
            </p:nvSpPr>
            <p:spPr>
              <a:xfrm>
                <a:off x="3466270" y="2679575"/>
                <a:ext cx="135080" cy="521223"/>
              </a:xfrm>
            </p:spPr>
          </p:sp>
        </mc:Fallback>
      </mc:AlternateContent>
      <mc:AlternateContent xmlns:mc="http://schemas.openxmlformats.org/markup-compatibility/2006" xmlns:p14="http://schemas.microsoft.com/office/powerpoint/2010/main">
        <mc:Choice Requires="p14">
          <p:contentPart p14:bwMode="auto" r:id="rId133">
            <p14:nvContentPartPr>
              <p14:cNvPr id="1049296" name="墨迹 1049295"/>
              <p14:cNvContentPartPr/>
              <p14:nvPr/>
            </p14:nvContentPartPr>
            <p14:xfrm>
              <a:off x="3664226" y="2656125"/>
              <a:ext cx="143283" cy="560423"/>
            </p14:xfrm>
          </p:contentPart>
        </mc:Choice>
        <mc:Fallback xmlns="">
          <p:sp>
            <p:nvSpPr>
              <p:cNvPr id="1049296" name=""/>
              <p:cNvSpPr/>
              <p:nvPr/>
            </p:nvSpPr>
            <p:spPr>
              <a:xfrm>
                <a:off x="3664226" y="2656125"/>
                <a:ext cx="143283" cy="560423"/>
              </a:xfrm>
            </p:spPr>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97"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zh-CN" altLang="en-US" sz="2000" b="1" dirty="0">
                <a:solidFill>
                  <a:schemeClr val="bg1">
                    <a:lumMod val="50000"/>
                  </a:schemeClr>
                </a:solidFill>
                <a:latin typeface="黑体" panose="02010609060101010101" pitchFamily="49" charset="-122"/>
                <a:ea typeface="黑体" panose="02010609060101010101" pitchFamily="49" charset="-122"/>
              </a:rPr>
              <a:t>腐蚀与膨胀</a:t>
            </a:r>
            <a:endParaRPr lang="zh-CN" altLang="en-US" sz="2000" b="1" dirty="0">
              <a:solidFill>
                <a:schemeClr val="bg1">
                  <a:lumMod val="50000"/>
                </a:schemeClr>
              </a:solidFill>
              <a:latin typeface="宋体" panose="02010600030101010101" pitchFamily="2" charset="-122"/>
            </a:endParaRPr>
          </a:p>
        </p:txBody>
      </p:sp>
      <p:sp>
        <p:nvSpPr>
          <p:cNvPr id="1049298" name="TextBox 27"/>
          <p:cNvSpPr txBox="1"/>
          <p:nvPr/>
        </p:nvSpPr>
        <p:spPr>
          <a:xfrm>
            <a:off x="1012825" y="177800"/>
            <a:ext cx="46151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二、 数学形态学基本算法</a:t>
            </a:r>
          </a:p>
        </p:txBody>
      </p:sp>
      <p:sp>
        <p:nvSpPr>
          <p:cNvPr id="1049299"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49300" name="Rectangle 1034"/>
          <p:cNvSpPr>
            <a:spLocks noChangeArrowheads="1"/>
          </p:cNvSpPr>
          <p:nvPr/>
        </p:nvSpPr>
        <p:spPr bwMode="auto">
          <a:xfrm>
            <a:off x="6672263" y="2781300"/>
            <a:ext cx="4876800" cy="3352800"/>
          </a:xfrm>
          <a:prstGeom prst="rect">
            <a:avLst/>
          </a:prstGeom>
          <a:no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169" name="Group 58"/>
          <p:cNvGrpSpPr/>
          <p:nvPr/>
        </p:nvGrpSpPr>
        <p:grpSpPr bwMode="auto">
          <a:xfrm>
            <a:off x="6636424" y="2780928"/>
            <a:ext cx="5105400" cy="3200400"/>
            <a:chOff x="1344" y="2304"/>
            <a:chExt cx="3216" cy="2016"/>
          </a:xfrm>
          <a:noFill/>
        </p:grpSpPr>
        <p:sp>
          <p:nvSpPr>
            <p:cNvPr id="1049301" name="Rectangle 56"/>
            <p:cNvSpPr>
              <a:spLocks noChangeArrowheads="1"/>
            </p:cNvSpPr>
            <p:nvPr/>
          </p:nvSpPr>
          <p:spPr bwMode="auto">
            <a:xfrm>
              <a:off x="1344" y="2304"/>
              <a:ext cx="3216" cy="2016"/>
            </a:xfrm>
            <a:prstGeom prst="rect">
              <a:avLst/>
            </a:prstGeom>
            <a:grpFill/>
            <a:ln>
              <a:noFill/>
            </a:ln>
            <a:effectLst/>
          </p:spPr>
          <p:txBody>
            <a:bodyPr wrap="none" anchor="ctr"/>
            <a:lstStyle/>
            <a:p>
              <a:pPr eaLnBrk="1" hangingPunct="1"/>
              <a:endParaRPr lang="en-US"/>
            </a:p>
          </p:txBody>
        </p:sp>
        <p:grpSp>
          <p:nvGrpSpPr>
            <p:cNvPr id="170" name="Group 39"/>
            <p:cNvGrpSpPr/>
            <p:nvPr/>
          </p:nvGrpSpPr>
          <p:grpSpPr bwMode="auto">
            <a:xfrm>
              <a:off x="1440" y="2437"/>
              <a:ext cx="2976" cy="1773"/>
              <a:chOff x="1296" y="1871"/>
              <a:chExt cx="3600" cy="2215"/>
            </a:xfrm>
            <a:grpFill/>
          </p:grpSpPr>
          <p:grpSp>
            <p:nvGrpSpPr>
              <p:cNvPr id="171" name="Group 27"/>
              <p:cNvGrpSpPr/>
              <p:nvPr/>
            </p:nvGrpSpPr>
            <p:grpSpPr bwMode="auto">
              <a:xfrm>
                <a:off x="3792" y="2304"/>
                <a:ext cx="1104" cy="1104"/>
                <a:chOff x="3552" y="2208"/>
                <a:chExt cx="1104" cy="1104"/>
              </a:xfrm>
              <a:grpFill/>
            </p:grpSpPr>
            <p:sp>
              <p:nvSpPr>
                <p:cNvPr id="1049302" name="Line 21"/>
                <p:cNvSpPr>
                  <a:spLocks noChangeShapeType="1"/>
                </p:cNvSpPr>
                <p:nvPr/>
              </p:nvSpPr>
              <p:spPr bwMode="auto">
                <a:xfrm>
                  <a:off x="3792" y="2736"/>
                  <a:ext cx="864" cy="0"/>
                </a:xfrm>
                <a:prstGeom prst="line">
                  <a:avLst/>
                </a:prstGeom>
                <a:grpFill/>
                <a:ln w="9525">
                  <a:solidFill>
                    <a:schemeClr val="tx1"/>
                  </a:solidFill>
                  <a:miter lim="800000"/>
                  <a:headEnd/>
                  <a:tailEnd type="triangle" w="med" len="med"/>
                </a:ln>
                <a:effectLst/>
              </p:spPr>
              <p:txBody>
                <a:bodyPr wrap="none"/>
                <a:lstStyle/>
                <a:p>
                  <a:pPr eaLnBrk="1" hangingPunct="1"/>
                  <a:endParaRPr lang="en-US"/>
                </a:p>
              </p:txBody>
            </p:sp>
            <p:sp>
              <p:nvSpPr>
                <p:cNvPr id="1049303" name="Line 22"/>
                <p:cNvSpPr>
                  <a:spLocks noChangeShapeType="1"/>
                </p:cNvSpPr>
                <p:nvPr/>
              </p:nvSpPr>
              <p:spPr bwMode="auto">
                <a:xfrm flipV="1">
                  <a:off x="4224" y="2208"/>
                  <a:ext cx="0" cy="1104"/>
                </a:xfrm>
                <a:prstGeom prst="line">
                  <a:avLst/>
                </a:prstGeom>
                <a:grpFill/>
                <a:ln w="9525">
                  <a:solidFill>
                    <a:schemeClr val="tx1"/>
                  </a:solidFill>
                  <a:miter lim="800000"/>
                  <a:headEnd/>
                  <a:tailEnd type="triangle" w="med" len="med"/>
                </a:ln>
                <a:effectLst/>
              </p:spPr>
              <p:txBody>
                <a:bodyPr wrap="none"/>
                <a:lstStyle/>
                <a:p>
                  <a:pPr eaLnBrk="1" hangingPunct="1"/>
                  <a:endParaRPr lang="en-US"/>
                </a:p>
              </p:txBody>
            </p:sp>
            <p:sp>
              <p:nvSpPr>
                <p:cNvPr id="1049304" name="Text Box 23"/>
                <p:cNvSpPr txBox="1">
                  <a:spLocks noChangeArrowheads="1"/>
                </p:cNvSpPr>
                <p:nvPr/>
              </p:nvSpPr>
              <p:spPr bwMode="auto">
                <a:xfrm>
                  <a:off x="3552" y="2880"/>
                  <a:ext cx="258" cy="290"/>
                </a:xfrm>
                <a:prstGeom prst="rect">
                  <a:avLst/>
                </a:prstGeom>
                <a:grpFill/>
                <a:ln>
                  <a:noFill/>
                </a:ln>
                <a:effectLst/>
              </p:spPr>
              <p:txBody>
                <a:bodyPr wrap="none">
                  <a:spAutoFit/>
                </a:bodyPr>
                <a:lstStyle/>
                <a:p>
                  <a:pPr eaLnBrk="1" hangingPunct="1"/>
                  <a:r>
                    <a:rPr lang="en-US" altLang="zh-CN" i="1" dirty="0">
                      <a:latin typeface="Times New Roman" panose="02020603050405020304" pitchFamily="18" charset="0"/>
                      <a:cs typeface="Times New Roman" panose="02020603050405020304" pitchFamily="18" charset="0"/>
                    </a:rPr>
                    <a:t>B</a:t>
                  </a:r>
                </a:p>
              </p:txBody>
            </p:sp>
            <p:grpSp>
              <p:nvGrpSpPr>
                <p:cNvPr id="172" name="Group 26"/>
                <p:cNvGrpSpPr/>
                <p:nvPr/>
              </p:nvGrpSpPr>
              <p:grpSpPr bwMode="auto">
                <a:xfrm>
                  <a:off x="3840" y="2880"/>
                  <a:ext cx="288" cy="288"/>
                  <a:chOff x="4080" y="2592"/>
                  <a:chExt cx="288" cy="288"/>
                </a:xfrm>
                <a:grpFill/>
              </p:grpSpPr>
              <p:sp>
                <p:nvSpPr>
                  <p:cNvPr id="1049305" name="Oval 20"/>
                  <p:cNvSpPr>
                    <a:spLocks noChangeArrowheads="1"/>
                  </p:cNvSpPr>
                  <p:nvPr/>
                </p:nvSpPr>
                <p:spPr bwMode="auto">
                  <a:xfrm>
                    <a:off x="4080" y="2592"/>
                    <a:ext cx="288" cy="288"/>
                  </a:xfrm>
                  <a:prstGeom prst="ellipse">
                    <a:avLst/>
                  </a:prstGeom>
                  <a:solidFill>
                    <a:schemeClr val="bg1"/>
                  </a:solidFill>
                  <a:ln w="22225">
                    <a:solidFill>
                      <a:schemeClr val="tx1"/>
                    </a:solidFill>
                    <a:miter lim="800000"/>
                    <a:headEnd/>
                    <a:tailEnd/>
                  </a:ln>
                  <a:effectLst/>
                </p:spPr>
                <p:txBody>
                  <a:bodyPr wrap="none" anchor="ctr"/>
                  <a:lstStyle/>
                  <a:p>
                    <a:pPr eaLnBrk="1" hangingPunct="1"/>
                    <a:endParaRPr lang="en-US"/>
                  </a:p>
                </p:txBody>
              </p:sp>
              <p:sp>
                <p:nvSpPr>
                  <p:cNvPr id="1049306" name="Oval 24"/>
                  <p:cNvSpPr>
                    <a:spLocks noChangeArrowheads="1"/>
                  </p:cNvSpPr>
                  <p:nvPr/>
                </p:nvSpPr>
                <p:spPr bwMode="auto">
                  <a:xfrm>
                    <a:off x="4201" y="2712"/>
                    <a:ext cx="48" cy="48"/>
                  </a:xfrm>
                  <a:prstGeom prst="ellipse">
                    <a:avLst/>
                  </a:prstGeom>
                  <a:grpFill/>
                  <a:ln w="9525">
                    <a:solidFill>
                      <a:schemeClr val="tx1"/>
                    </a:solidFill>
                    <a:miter lim="800000"/>
                    <a:headEnd/>
                    <a:tailEnd/>
                  </a:ln>
                  <a:effectLst/>
                </p:spPr>
                <p:txBody>
                  <a:bodyPr wrap="none" anchor="ctr"/>
                  <a:lstStyle/>
                  <a:p>
                    <a:pPr eaLnBrk="1" hangingPunct="1"/>
                    <a:endParaRPr lang="en-US"/>
                  </a:p>
                </p:txBody>
              </p:sp>
            </p:grpSp>
          </p:grpSp>
          <p:sp>
            <p:nvSpPr>
              <p:cNvPr id="1049307" name="Text Box 25"/>
              <p:cNvSpPr txBox="1">
                <a:spLocks noChangeArrowheads="1"/>
              </p:cNvSpPr>
              <p:nvPr/>
            </p:nvSpPr>
            <p:spPr bwMode="auto">
              <a:xfrm>
                <a:off x="2069" y="3774"/>
                <a:ext cx="2462" cy="312"/>
              </a:xfrm>
              <a:prstGeom prst="rect">
                <a:avLst/>
              </a:prstGeom>
              <a:grpFill/>
              <a:ln>
                <a:noFill/>
              </a:ln>
              <a:effectLst/>
            </p:spPr>
            <p:txBody>
              <a:bodyPr wrap="none">
                <a:spAutoFit/>
              </a:bodyPr>
              <a:lstStyle/>
              <a:p>
                <a:pPr eaLnBrk="1" hangingPunct="1"/>
                <a:r>
                  <a:rPr lang="zh-CN" altLang="en-US" sz="2000" dirty="0">
                    <a:latin typeface="黑体" panose="02010609060101010101" pitchFamily="49" charset="-122"/>
                    <a:ea typeface="黑体" panose="02010609060101010101" pitchFamily="49" charset="-122"/>
                  </a:rPr>
                  <a:t>腐蚀不是输入图像的子图像</a:t>
                </a:r>
              </a:p>
            </p:txBody>
          </p:sp>
          <p:grpSp>
            <p:nvGrpSpPr>
              <p:cNvPr id="173" name="Group 36"/>
              <p:cNvGrpSpPr/>
              <p:nvPr/>
            </p:nvGrpSpPr>
            <p:grpSpPr bwMode="auto">
              <a:xfrm>
                <a:off x="1296" y="1871"/>
                <a:ext cx="2016" cy="1777"/>
                <a:chOff x="1056" y="1727"/>
                <a:chExt cx="2016" cy="1777"/>
              </a:xfrm>
              <a:grpFill/>
            </p:grpSpPr>
            <p:sp>
              <p:nvSpPr>
                <p:cNvPr id="1049308" name="Line 5"/>
                <p:cNvSpPr>
                  <a:spLocks noChangeShapeType="1"/>
                </p:cNvSpPr>
                <p:nvPr/>
              </p:nvSpPr>
              <p:spPr bwMode="auto">
                <a:xfrm>
                  <a:off x="1152" y="3504"/>
                  <a:ext cx="1920" cy="0"/>
                </a:xfrm>
                <a:prstGeom prst="line">
                  <a:avLst/>
                </a:prstGeom>
                <a:grpFill/>
                <a:ln w="9525">
                  <a:solidFill>
                    <a:schemeClr val="tx1"/>
                  </a:solidFill>
                  <a:miter lim="800000"/>
                  <a:headEnd/>
                  <a:tailEnd type="triangle" w="med" len="med"/>
                </a:ln>
                <a:effectLst/>
              </p:spPr>
              <p:txBody>
                <a:bodyPr wrap="none"/>
                <a:lstStyle/>
                <a:p>
                  <a:pPr eaLnBrk="1" hangingPunct="1"/>
                  <a:endParaRPr lang="en-US"/>
                </a:p>
              </p:txBody>
            </p:sp>
            <p:sp>
              <p:nvSpPr>
                <p:cNvPr id="1049309" name="Line 6"/>
                <p:cNvSpPr>
                  <a:spLocks noChangeShapeType="1"/>
                </p:cNvSpPr>
                <p:nvPr/>
              </p:nvSpPr>
              <p:spPr bwMode="auto">
                <a:xfrm flipV="1">
                  <a:off x="1152" y="2064"/>
                  <a:ext cx="0" cy="1440"/>
                </a:xfrm>
                <a:prstGeom prst="line">
                  <a:avLst/>
                </a:prstGeom>
                <a:grpFill/>
                <a:ln w="9525">
                  <a:solidFill>
                    <a:schemeClr val="tx1"/>
                  </a:solidFill>
                  <a:miter lim="800000"/>
                  <a:headEnd/>
                  <a:tailEnd type="triangle" w="med" len="med"/>
                </a:ln>
                <a:effectLst/>
              </p:spPr>
              <p:txBody>
                <a:bodyPr wrap="none"/>
                <a:lstStyle/>
                <a:p>
                  <a:pPr eaLnBrk="1" hangingPunct="1"/>
                  <a:endParaRPr lang="en-US"/>
                </a:p>
              </p:txBody>
            </p:sp>
            <p:grpSp>
              <p:nvGrpSpPr>
                <p:cNvPr id="174" name="Group 32"/>
                <p:cNvGrpSpPr/>
                <p:nvPr/>
              </p:nvGrpSpPr>
              <p:grpSpPr bwMode="auto">
                <a:xfrm>
                  <a:off x="1392" y="2112"/>
                  <a:ext cx="1536" cy="1248"/>
                  <a:chOff x="1392" y="2112"/>
                  <a:chExt cx="1536" cy="1248"/>
                </a:xfrm>
                <a:grpFill/>
              </p:grpSpPr>
              <p:sp>
                <p:nvSpPr>
                  <p:cNvPr id="1049310" name="Rectangle 8"/>
                  <p:cNvSpPr>
                    <a:spLocks noChangeArrowheads="1"/>
                  </p:cNvSpPr>
                  <p:nvPr/>
                </p:nvSpPr>
                <p:spPr bwMode="auto">
                  <a:xfrm>
                    <a:off x="1392" y="2448"/>
                    <a:ext cx="1296" cy="912"/>
                  </a:xfrm>
                  <a:prstGeom prst="rect">
                    <a:avLst/>
                  </a:prstGeom>
                  <a:grpFill/>
                  <a:ln w="22225">
                    <a:solidFill>
                      <a:schemeClr val="tx1"/>
                    </a:solidFill>
                    <a:miter lim="800000"/>
                    <a:headEnd/>
                    <a:tailEnd/>
                  </a:ln>
                  <a:effectLst/>
                </p:spPr>
                <p:txBody>
                  <a:bodyPr wrap="none" anchor="ctr"/>
                  <a:lstStyle/>
                  <a:p>
                    <a:pPr eaLnBrk="1" hangingPunct="1"/>
                    <a:endParaRPr lang="en-US"/>
                  </a:p>
                </p:txBody>
              </p:sp>
              <p:sp>
                <p:nvSpPr>
                  <p:cNvPr id="1049311" name="Rectangle 30"/>
                  <p:cNvSpPr>
                    <a:spLocks noChangeArrowheads="1"/>
                  </p:cNvSpPr>
                  <p:nvPr/>
                </p:nvSpPr>
                <p:spPr bwMode="auto">
                  <a:xfrm>
                    <a:off x="1632" y="2112"/>
                    <a:ext cx="1296" cy="912"/>
                  </a:xfrm>
                  <a:prstGeom prst="rect">
                    <a:avLst/>
                  </a:prstGeom>
                  <a:grpFill/>
                  <a:ln w="9525">
                    <a:solidFill>
                      <a:schemeClr val="tx1"/>
                    </a:solidFill>
                    <a:prstDash val="dash"/>
                    <a:miter lim="800000"/>
                    <a:headEnd/>
                    <a:tailEnd/>
                  </a:ln>
                  <a:effectLst/>
                </p:spPr>
                <p:txBody>
                  <a:bodyPr wrap="none" anchor="ctr"/>
                  <a:lstStyle/>
                  <a:p>
                    <a:pPr eaLnBrk="1" hangingPunct="1"/>
                    <a:endParaRPr lang="en-US"/>
                  </a:p>
                </p:txBody>
              </p:sp>
              <p:sp>
                <p:nvSpPr>
                  <p:cNvPr id="1049312" name="Rectangle 31"/>
                  <p:cNvSpPr>
                    <a:spLocks noChangeArrowheads="1"/>
                  </p:cNvSpPr>
                  <p:nvPr/>
                </p:nvSpPr>
                <p:spPr bwMode="auto">
                  <a:xfrm>
                    <a:off x="1776" y="2256"/>
                    <a:ext cx="1008" cy="624"/>
                  </a:xfrm>
                  <a:prstGeom prst="rect">
                    <a:avLst/>
                  </a:prstGeom>
                  <a:solidFill>
                    <a:schemeClr val="bg1"/>
                  </a:solidFill>
                  <a:ln w="22225">
                    <a:solidFill>
                      <a:schemeClr val="tx1"/>
                    </a:solidFill>
                    <a:miter lim="800000"/>
                    <a:headEnd/>
                    <a:tailEnd/>
                  </a:ln>
                  <a:effectLst/>
                </p:spPr>
                <p:txBody>
                  <a:bodyPr wrap="none" anchor="ctr"/>
                  <a:lstStyle/>
                  <a:p>
                    <a:pPr eaLnBrk="1" hangingPunct="1"/>
                    <a:endParaRPr lang="en-US"/>
                  </a:p>
                </p:txBody>
              </p:sp>
            </p:grpSp>
            <p:sp>
              <p:nvSpPr>
                <p:cNvPr id="1049313" name="Line 33"/>
                <p:cNvSpPr>
                  <a:spLocks noChangeShapeType="1"/>
                </p:cNvSpPr>
                <p:nvPr/>
              </p:nvSpPr>
              <p:spPr bwMode="auto">
                <a:xfrm>
                  <a:off x="1200" y="1968"/>
                  <a:ext cx="288" cy="432"/>
                </a:xfrm>
                <a:prstGeom prst="line">
                  <a:avLst/>
                </a:prstGeom>
                <a:grpFill/>
                <a:ln w="9525">
                  <a:solidFill>
                    <a:schemeClr val="tx1"/>
                  </a:solidFill>
                  <a:miter lim="800000"/>
                  <a:headEnd/>
                  <a:tailEnd type="triangle" w="med" len="med"/>
                </a:ln>
                <a:effectLst/>
              </p:spPr>
              <p:txBody>
                <a:bodyPr wrap="none"/>
                <a:lstStyle/>
                <a:p>
                  <a:pPr eaLnBrk="1" hangingPunct="1"/>
                  <a:endParaRPr lang="en-US"/>
                </a:p>
              </p:txBody>
            </p:sp>
            <p:sp>
              <p:nvSpPr>
                <p:cNvPr id="1049314" name="Text Box 34"/>
                <p:cNvSpPr txBox="1">
                  <a:spLocks noChangeArrowheads="1"/>
                </p:cNvSpPr>
                <p:nvPr/>
              </p:nvSpPr>
              <p:spPr bwMode="auto">
                <a:xfrm>
                  <a:off x="1056" y="1727"/>
                  <a:ext cx="258" cy="290"/>
                </a:xfrm>
                <a:prstGeom prst="rect">
                  <a:avLst/>
                </a:prstGeom>
                <a:grpFill/>
                <a:ln>
                  <a:noFill/>
                </a:ln>
                <a:effectLst/>
              </p:spPr>
              <p:txBody>
                <a:bodyPr wrap="none">
                  <a:spAutoFit/>
                </a:bodyPr>
                <a:lstStyle/>
                <a:p>
                  <a:pPr eaLnBrk="1" hangingPunct="1"/>
                  <a:r>
                    <a:rPr lang="en-US" altLang="zh-CN" i="1" dirty="0">
                      <a:latin typeface="Times New Roman" panose="02020603050405020304" pitchFamily="18" charset="0"/>
                      <a:cs typeface="Times New Roman" panose="02020603050405020304" pitchFamily="18" charset="0"/>
                    </a:rPr>
                    <a:t>A</a:t>
                  </a:r>
                </a:p>
              </p:txBody>
            </p:sp>
            <p:sp>
              <p:nvSpPr>
                <p:cNvPr id="1049315" name="Line 35"/>
                <p:cNvSpPr>
                  <a:spLocks noChangeShapeType="1"/>
                </p:cNvSpPr>
                <p:nvPr/>
              </p:nvSpPr>
              <p:spPr bwMode="auto">
                <a:xfrm flipH="1">
                  <a:off x="2400" y="1824"/>
                  <a:ext cx="192" cy="384"/>
                </a:xfrm>
                <a:prstGeom prst="line">
                  <a:avLst/>
                </a:prstGeom>
                <a:grpFill/>
                <a:ln w="9525">
                  <a:solidFill>
                    <a:schemeClr val="tx1"/>
                  </a:solidFill>
                  <a:miter lim="800000"/>
                  <a:headEnd/>
                  <a:tailEnd type="triangle" w="med" len="med"/>
                </a:ln>
                <a:effectLst/>
              </p:spPr>
              <p:txBody>
                <a:bodyPr wrap="none"/>
                <a:lstStyle/>
                <a:p>
                  <a:pPr eaLnBrk="1" hangingPunct="1"/>
                  <a:endParaRPr lang="en-US"/>
                </a:p>
              </p:txBody>
            </p:sp>
          </p:grpSp>
        </p:grpSp>
      </p:grpSp>
      <p:sp>
        <p:nvSpPr>
          <p:cNvPr id="1049316" name="Text Box 38"/>
          <p:cNvSpPr txBox="1">
            <a:spLocks noChangeArrowheads="1"/>
          </p:cNvSpPr>
          <p:nvPr/>
        </p:nvSpPr>
        <p:spPr bwMode="auto">
          <a:xfrm>
            <a:off x="930275" y="3562350"/>
            <a:ext cx="5354638" cy="1692771"/>
          </a:xfrm>
          <a:prstGeom prst="rect">
            <a:avLst/>
          </a:prstGeom>
          <a:noFill/>
          <a:ln>
            <a:noFill/>
          </a:ln>
          <a:effectLst/>
        </p:spPr>
        <p:txBody>
          <a:bodyPr>
            <a:spAutoFit/>
          </a:bodyPr>
          <a:lstStyle/>
          <a:p>
            <a:pPr eaLnBrk="1" hangingPunct="1">
              <a:lnSpc>
                <a:spcPct val="130000"/>
              </a:lnSpc>
            </a:pPr>
            <a:r>
              <a:rPr lang="en-US" altLang="zh-CN" dirty="0">
                <a:latin typeface="黑体" panose="02010609060101010101" pitchFamily="49" charset="-122"/>
                <a:ea typeface="黑体" panose="02010609060101010101" pitchFamily="49" charset="-122"/>
              </a:rPr>
              <a:t>    </a:t>
            </a:r>
            <a:r>
              <a:rPr lang="zh-CN" altLang="en-US" sz="2000" dirty="0">
                <a:solidFill>
                  <a:schemeClr val="bg1">
                    <a:lumMod val="50000"/>
                  </a:schemeClr>
                </a:solidFill>
                <a:latin typeface="黑体" panose="02010609060101010101" pitchFamily="49" charset="-122"/>
                <a:ea typeface="黑体" panose="02010609060101010101" pitchFamily="49" charset="-122"/>
              </a:rPr>
              <a:t>一般</a:t>
            </a:r>
            <a:r>
              <a:rPr lang="en-US" altLang="zh-CN" sz="2000" dirty="0">
                <a:solidFill>
                  <a:schemeClr val="bg1">
                    <a:lumMod val="50000"/>
                  </a:schemeClr>
                </a:solidFill>
                <a:latin typeface="黑体" panose="02010609060101010101" pitchFamily="49" charset="-122"/>
                <a:ea typeface="黑体" panose="02010609060101010101" pitchFamily="49" charset="-122"/>
              </a:rPr>
              <a:t>,</a:t>
            </a:r>
            <a:r>
              <a:rPr lang="zh-CN" altLang="en-US" sz="2000" dirty="0">
                <a:solidFill>
                  <a:schemeClr val="bg1">
                    <a:lumMod val="50000"/>
                  </a:schemeClr>
                </a:solidFill>
                <a:latin typeface="黑体" panose="02010609060101010101" pitchFamily="49" charset="-122"/>
                <a:ea typeface="黑体" panose="02010609060101010101" pitchFamily="49" charset="-122"/>
              </a:rPr>
              <a:t>如果原点</a:t>
            </a:r>
            <a:r>
              <a:rPr lang="zh-CN" altLang="en-US" sz="2000" dirty="0">
                <a:solidFill>
                  <a:srgbClr val="FF0000"/>
                </a:solidFill>
                <a:latin typeface="黑体" panose="02010609060101010101" pitchFamily="49" charset="-122"/>
                <a:ea typeface="黑体" panose="02010609060101010101" pitchFamily="49" charset="-122"/>
              </a:rPr>
              <a:t>在</a:t>
            </a:r>
            <a:r>
              <a:rPr lang="zh-CN" altLang="en-US" sz="2000" dirty="0">
                <a:solidFill>
                  <a:schemeClr val="bg1">
                    <a:lumMod val="50000"/>
                  </a:schemeClr>
                </a:solidFill>
                <a:latin typeface="黑体" panose="02010609060101010101" pitchFamily="49" charset="-122"/>
                <a:ea typeface="黑体" panose="02010609060101010101" pitchFamily="49" charset="-122"/>
              </a:rPr>
              <a:t>结构元素内部</a:t>
            </a:r>
            <a:r>
              <a:rPr lang="en-US" altLang="zh-CN" sz="2000" dirty="0">
                <a:solidFill>
                  <a:schemeClr val="bg1">
                    <a:lumMod val="50000"/>
                  </a:schemeClr>
                </a:solidFill>
                <a:latin typeface="黑体" panose="02010609060101010101" pitchFamily="49" charset="-122"/>
                <a:ea typeface="黑体" panose="02010609060101010101" pitchFamily="49" charset="-122"/>
              </a:rPr>
              <a:t>,</a:t>
            </a:r>
            <a:r>
              <a:rPr lang="zh-CN" altLang="en-US" sz="2000" dirty="0">
                <a:solidFill>
                  <a:schemeClr val="bg1">
                    <a:lumMod val="50000"/>
                  </a:schemeClr>
                </a:solidFill>
                <a:latin typeface="黑体" panose="02010609060101010101" pitchFamily="49" charset="-122"/>
                <a:ea typeface="黑体" panose="02010609060101010101" pitchFamily="49" charset="-122"/>
              </a:rPr>
              <a:t>则腐蚀后的图像为输入图像的子集</a:t>
            </a:r>
            <a:r>
              <a:rPr lang="en-US" altLang="zh-CN" sz="2000" dirty="0">
                <a:solidFill>
                  <a:schemeClr val="bg1">
                    <a:lumMod val="50000"/>
                  </a:schemeClr>
                </a:solidFill>
                <a:latin typeface="黑体" panose="02010609060101010101" pitchFamily="49" charset="-122"/>
                <a:ea typeface="黑体" panose="02010609060101010101" pitchFamily="49" charset="-122"/>
              </a:rPr>
              <a:t>;</a:t>
            </a:r>
            <a:r>
              <a:rPr lang="zh-CN" altLang="en-US" sz="2000" dirty="0">
                <a:solidFill>
                  <a:schemeClr val="bg1">
                    <a:lumMod val="50000"/>
                  </a:schemeClr>
                </a:solidFill>
                <a:latin typeface="黑体" panose="02010609060101010101" pitchFamily="49" charset="-122"/>
                <a:ea typeface="黑体" panose="02010609060101010101" pitchFamily="49" charset="-122"/>
              </a:rPr>
              <a:t>如果原点</a:t>
            </a:r>
            <a:r>
              <a:rPr lang="zh-CN" altLang="en-US" sz="2000" dirty="0">
                <a:solidFill>
                  <a:srgbClr val="FF0000"/>
                </a:solidFill>
                <a:latin typeface="黑体" panose="02010609060101010101" pitchFamily="49" charset="-122"/>
                <a:ea typeface="黑体" panose="02010609060101010101" pitchFamily="49" charset="-122"/>
              </a:rPr>
              <a:t>不在</a:t>
            </a:r>
            <a:r>
              <a:rPr lang="zh-CN" altLang="en-US" sz="2000" dirty="0">
                <a:solidFill>
                  <a:schemeClr val="bg1">
                    <a:lumMod val="50000"/>
                  </a:schemeClr>
                </a:solidFill>
                <a:latin typeface="黑体" panose="02010609060101010101" pitchFamily="49" charset="-122"/>
                <a:ea typeface="黑体" panose="02010609060101010101" pitchFamily="49" charset="-122"/>
              </a:rPr>
              <a:t>结构元素的内部</a:t>
            </a:r>
            <a:r>
              <a:rPr lang="en-US" altLang="zh-CN" sz="2000" dirty="0">
                <a:solidFill>
                  <a:schemeClr val="bg1">
                    <a:lumMod val="50000"/>
                  </a:schemeClr>
                </a:solidFill>
                <a:latin typeface="黑体" panose="02010609060101010101" pitchFamily="49" charset="-122"/>
                <a:ea typeface="黑体" panose="02010609060101010101" pitchFamily="49" charset="-122"/>
              </a:rPr>
              <a:t>,</a:t>
            </a:r>
            <a:r>
              <a:rPr lang="zh-CN" altLang="en-US" sz="2000" dirty="0">
                <a:solidFill>
                  <a:schemeClr val="bg1">
                    <a:lumMod val="50000"/>
                  </a:schemeClr>
                </a:solidFill>
                <a:latin typeface="黑体" panose="02010609060101010101" pitchFamily="49" charset="-122"/>
                <a:ea typeface="黑体" panose="02010609060101010101" pitchFamily="49" charset="-122"/>
              </a:rPr>
              <a:t>则腐蚀后的图像可能不在输入图像的内部。</a:t>
            </a:r>
            <a:endParaRPr lang="en-US" altLang="zh-CN" sz="2000" dirty="0">
              <a:solidFill>
                <a:schemeClr val="bg1">
                  <a:lumMod val="50000"/>
                </a:schemeClr>
              </a:solidFill>
              <a:latin typeface="黑体" panose="02010609060101010101" pitchFamily="49" charset="-122"/>
              <a:ea typeface="黑体" panose="02010609060101010101" pitchFamily="49" charset="-122"/>
            </a:endParaRPr>
          </a:p>
        </p:txBody>
      </p:sp>
      <p:sp>
        <p:nvSpPr>
          <p:cNvPr id="1049317" name="Text Box 1057"/>
          <p:cNvSpPr txBox="1">
            <a:spLocks noRot="1" noChangeAspect="1" noMove="1" noResize="1" noEditPoints="1" noAdjustHandles="1" noChangeArrowheads="1" noChangeShapeType="1" noTextEdit="1"/>
          </p:cNvSpPr>
          <p:nvPr/>
        </p:nvSpPr>
        <p:spPr bwMode="auto">
          <a:xfrm>
            <a:off x="8750231" y="2722221"/>
            <a:ext cx="811695" cy="369844"/>
          </a:xfrm>
          <a:prstGeom prst="rect">
            <a:avLst/>
          </a:prstGeom>
          <a:blipFill>
            <a:blip r:embed="rId2"/>
            <a:stretch>
              <a:fillRect l="-5970" t="-10000" r="-4478" b="-26667"/>
            </a:stretch>
          </a:blipFill>
          <a:ln>
            <a:noFill/>
          </a:ln>
          <a:effectLst/>
        </p:spPr>
        <p:txBody>
          <a:bodyPr/>
          <a:lstStyle/>
          <a:p>
            <a:r>
              <a:rPr lang="zh-CN" altLang="en-US">
                <a:noFill/>
              </a:rPr>
              <a:t> </a:t>
            </a:r>
          </a:p>
        </p:txBody>
      </p:sp>
      <p:sp>
        <p:nvSpPr>
          <p:cNvPr id="1049318" name="Text Box 4"/>
          <p:cNvSpPr txBox="1">
            <a:spLocks noChangeArrowheads="1"/>
          </p:cNvSpPr>
          <p:nvPr/>
        </p:nvSpPr>
        <p:spPr bwMode="auto">
          <a:xfrm>
            <a:off x="1722438" y="1484784"/>
            <a:ext cx="9270106" cy="548639"/>
          </a:xfrm>
          <a:prstGeom prst="rect">
            <a:avLst/>
          </a:prstGeom>
          <a:noFill/>
          <a:ln>
            <a:noFill/>
          </a:ln>
          <a:effectLst/>
        </p:spPr>
        <p:txBody>
          <a:bodyPr wrap="square">
            <a:spAutoFit/>
          </a:bodyPr>
          <a:lstStyle/>
          <a:p>
            <a:pPr>
              <a:lnSpc>
                <a:spcPct val="150000"/>
              </a:lnSpc>
              <a:spcAft>
                <a:spcPct val="50000"/>
              </a:spcAft>
            </a:pP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腐蚀：集合</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被集合</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腐蚀，表示为</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a:t>
            </a: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 ⊖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，数学形式为</a:t>
            </a:r>
            <a:endParaRPr lang="en-US" altLang="zh-CN" sz="2000" i="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4194333" name="Object 1027"/>
          <p:cNvGraphicFramePr>
            <a:graphicFrameLocks noChangeAspect="1"/>
          </p:cNvGraphicFramePr>
          <p:nvPr/>
        </p:nvGraphicFramePr>
        <p:xfrm>
          <a:off x="5063140" y="2273301"/>
          <a:ext cx="1609123" cy="371246"/>
        </p:xfrm>
        <a:graphic>
          <a:graphicData uri="http://schemas.openxmlformats.org/presentationml/2006/ole">
            <mc:AlternateContent xmlns:mc="http://schemas.openxmlformats.org/markup-compatibility/2006">
              <mc:Choice xmlns:v="urn:schemas-microsoft-com:vml" Requires="v">
                <p:oleObj name="Microsoft Equation 3.0" r:id="rId3" imgW="914400" imgH="203200" progId="Equation.3">
                  <p:embed/>
                </p:oleObj>
              </mc:Choice>
              <mc:Fallback>
                <p:oleObj name="Microsoft Equation 3.0" r:id="rId3" imgW="914400" imgH="203200" progId="Equation.3">
                  <p:embed/>
                  <p:pic>
                    <p:nvPicPr>
                      <p:cNvPr id="2097214" name="Object 1027"/>
                      <p:cNvPicPr>
                        <a:picLocks noChangeAspect="1" noChangeArrowheads="1"/>
                      </p:cNvPicPr>
                      <p:nvPr/>
                    </p:nvPicPr>
                    <p:blipFill>
                      <a:blip r:embed="rId4"/>
                      <a:srcRect/>
                      <a:stretch>
                        <a:fillRect/>
                      </a:stretch>
                    </p:blipFill>
                    <p:spPr bwMode="auto">
                      <a:xfrm>
                        <a:off x="5063140" y="2273301"/>
                        <a:ext cx="1609123" cy="371246"/>
                      </a:xfrm>
                      <a:prstGeom prst="rect">
                        <a:avLst/>
                      </a:prstGeom>
                      <a:solidFill>
                        <a:srgbClr val="C0C0C0"/>
                      </a:solidFill>
                      <a:ln>
                        <a:noFill/>
                      </a:ln>
                    </p:spPr>
                  </p:pic>
                </p:oleObj>
              </mc:Fallback>
            </mc:AlternateContent>
          </a:graphicData>
        </a:graphic>
      </p:graphicFrame>
      <p:sp>
        <p:nvSpPr>
          <p:cNvPr id="1049319" name="文本框 36"/>
          <p:cNvSpPr txBox="1"/>
          <p:nvPr/>
        </p:nvSpPr>
        <p:spPr>
          <a:xfrm>
            <a:off x="3978022" y="2280704"/>
            <a:ext cx="7299434" cy="400110"/>
          </a:xfrm>
          <a:prstGeom prst="rect">
            <a:avLst/>
          </a:prstGeom>
          <a:noFill/>
        </p:spPr>
        <p:txBody>
          <a:bodyPr wrap="square">
            <a:spAutoFit/>
          </a:bodyPr>
          <a:lstStyle/>
          <a:p>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a:t>
            </a: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 ⊖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B =</a:t>
            </a:r>
            <a:endParaRPr lang="zh-CN" altLang="en-US" sz="2000" dirty="0"/>
          </a:p>
        </p:txBody>
      </p:sp>
      <mc:AlternateContent xmlns:mc="http://schemas.openxmlformats.org/markup-compatibility/2006" xmlns:p14="http://schemas.microsoft.com/office/powerpoint/2010/main">
        <mc:Choice Requires="p14">
          <p:contentPart p14:bwMode="auto" r:id="rId5">
            <p14:nvContentPartPr>
              <p14:cNvPr id="1049320" name="墨迹 1049319"/>
              <p14:cNvContentPartPr/>
              <p14:nvPr/>
            </p14:nvContentPartPr>
            <p14:xfrm>
              <a:off x="11781145" y="6922965"/>
              <a:ext cx="0" cy="0"/>
            </p14:xfrm>
          </p:contentPart>
        </mc:Choice>
        <mc:Fallback xmlns="">
          <p:sp>
            <p:nvSpPr>
              <p:cNvPr id="1049320" name=""/>
              <p:cNvSpPr/>
              <p:nvPr/>
            </p:nvSpPr>
            <p:spPr>
              <a:xfrm>
                <a:off x="11781145" y="6922965"/>
                <a:ext cx="0" cy="0"/>
              </a:xfrm>
            </p:spPr>
          </p:sp>
        </mc:Fallback>
      </mc:AlternateContent>
      <mc:AlternateContent xmlns:mc="http://schemas.openxmlformats.org/markup-compatibility/2006" xmlns:p14="http://schemas.microsoft.com/office/powerpoint/2010/main">
        <mc:Choice Requires="p14">
          <p:contentPart p14:bwMode="auto" r:id="rId6">
            <p14:nvContentPartPr>
              <p14:cNvPr id="1049321" name="墨迹 1049320"/>
              <p14:cNvContentPartPr/>
              <p14:nvPr/>
            </p14:nvContentPartPr>
            <p14:xfrm>
              <a:off x="10331354" y="4825650"/>
              <a:ext cx="762379" cy="562184"/>
            </p14:xfrm>
          </p:contentPart>
        </mc:Choice>
        <mc:Fallback xmlns="">
          <p:sp>
            <p:nvSpPr>
              <p:cNvPr id="1049321" name=""/>
              <p:cNvSpPr/>
              <p:nvPr/>
            </p:nvSpPr>
            <p:spPr>
              <a:xfrm>
                <a:off x="10331354" y="4825650"/>
                <a:ext cx="762379" cy="562184"/>
              </a:xfrm>
            </p:spPr>
          </p:sp>
        </mc:Fallback>
      </mc:AlternateContent>
      <mc:AlternateContent xmlns:mc="http://schemas.openxmlformats.org/markup-compatibility/2006" xmlns:p14="http://schemas.microsoft.com/office/powerpoint/2010/main">
        <mc:Choice Requires="p14">
          <p:contentPart p14:bwMode="auto" r:id="rId7">
            <p14:nvContentPartPr>
              <p14:cNvPr id="1049322" name="墨迹 1049321"/>
              <p14:cNvContentPartPr/>
              <p14:nvPr/>
            </p14:nvContentPartPr>
            <p14:xfrm>
              <a:off x="10648093" y="4250069"/>
              <a:ext cx="283698" cy="353723"/>
            </p14:xfrm>
          </p:contentPart>
        </mc:Choice>
        <mc:Fallback xmlns="">
          <p:sp>
            <p:nvSpPr>
              <p:cNvPr id="1049322" name=""/>
              <p:cNvSpPr/>
              <p:nvPr/>
            </p:nvSpPr>
            <p:spPr>
              <a:xfrm>
                <a:off x="10648093" y="4250069"/>
                <a:ext cx="283698" cy="353723"/>
              </a:xfrm>
            </p:spPr>
          </p:sp>
        </mc:Fallback>
      </mc:AlternateContent>
      <mc:AlternateContent xmlns:mc="http://schemas.openxmlformats.org/markup-compatibility/2006" xmlns:p14="http://schemas.microsoft.com/office/powerpoint/2010/main">
        <mc:Choice Requires="p14">
          <p:contentPart p14:bwMode="auto" r:id="rId8">
            <p14:nvContentPartPr>
              <p14:cNvPr id="1049323" name="墨迹 1049322"/>
              <p14:cNvContentPartPr/>
              <p14:nvPr/>
            </p14:nvContentPartPr>
            <p14:xfrm>
              <a:off x="400617" y="5821281"/>
              <a:ext cx="37874" cy="475500"/>
            </p14:xfrm>
          </p:contentPart>
        </mc:Choice>
        <mc:Fallback xmlns="">
          <p:sp>
            <p:nvSpPr>
              <p:cNvPr id="1049323" name=""/>
              <p:cNvSpPr/>
              <p:nvPr/>
            </p:nvSpPr>
            <p:spPr>
              <a:xfrm>
                <a:off x="400617" y="5821281"/>
                <a:ext cx="37874" cy="475500"/>
              </a:xfrm>
            </p:spPr>
          </p:sp>
        </mc:Fallback>
      </mc:AlternateContent>
      <mc:AlternateContent xmlns:mc="http://schemas.openxmlformats.org/markup-compatibility/2006" xmlns:p14="http://schemas.microsoft.com/office/powerpoint/2010/main">
        <mc:Choice Requires="p14">
          <p:contentPart p14:bwMode="auto" r:id="rId9">
            <p14:nvContentPartPr>
              <p14:cNvPr id="1049324" name="墨迹 1049323"/>
              <p14:cNvContentPartPr/>
              <p14:nvPr/>
            </p14:nvContentPartPr>
            <p14:xfrm>
              <a:off x="381148" y="5846996"/>
              <a:ext cx="246159" cy="401720"/>
            </p14:xfrm>
          </p:contentPart>
        </mc:Choice>
        <mc:Fallback xmlns="">
          <p:sp>
            <p:nvSpPr>
              <p:cNvPr id="1049324" name=""/>
              <p:cNvSpPr/>
              <p:nvPr/>
            </p:nvSpPr>
            <p:spPr>
              <a:xfrm>
                <a:off x="381148" y="5846996"/>
                <a:ext cx="246159" cy="401720"/>
              </a:xfrm>
            </p:spPr>
          </p:sp>
        </mc:Fallback>
      </mc:AlternateContent>
      <mc:AlternateContent xmlns:mc="http://schemas.openxmlformats.org/markup-compatibility/2006" xmlns:p14="http://schemas.microsoft.com/office/powerpoint/2010/main">
        <mc:Choice Requires="p14">
          <p:contentPart p14:bwMode="auto" r:id="rId10">
            <p14:nvContentPartPr>
              <p14:cNvPr id="1049325" name="墨迹 1049324"/>
              <p14:cNvContentPartPr/>
              <p14:nvPr/>
            </p14:nvContentPartPr>
            <p14:xfrm>
              <a:off x="786442" y="6000523"/>
              <a:ext cx="53077" cy="64608"/>
            </p14:xfrm>
          </p:contentPart>
        </mc:Choice>
        <mc:Fallback xmlns="">
          <p:sp>
            <p:nvSpPr>
              <p:cNvPr id="1049325" name=""/>
              <p:cNvSpPr/>
              <p:nvPr/>
            </p:nvSpPr>
            <p:spPr>
              <a:xfrm>
                <a:off x="786442" y="6000523"/>
                <a:ext cx="53077" cy="64608"/>
              </a:xfrm>
            </p:spPr>
          </p:sp>
        </mc:Fallback>
      </mc:AlternateContent>
      <mc:AlternateContent xmlns:mc="http://schemas.openxmlformats.org/markup-compatibility/2006" xmlns:p14="http://schemas.microsoft.com/office/powerpoint/2010/main">
        <mc:Choice Requires="p14">
          <p:contentPart p14:bwMode="auto" r:id="rId11">
            <p14:nvContentPartPr>
              <p14:cNvPr id="1049326" name="墨迹 1049325"/>
              <p14:cNvContentPartPr/>
              <p14:nvPr/>
            </p14:nvContentPartPr>
            <p14:xfrm>
              <a:off x="818560" y="6129927"/>
              <a:ext cx="42989" cy="80281"/>
            </p14:xfrm>
          </p:contentPart>
        </mc:Choice>
        <mc:Fallback xmlns="">
          <p:sp>
            <p:nvSpPr>
              <p:cNvPr id="1049326" name=""/>
              <p:cNvSpPr/>
              <p:nvPr/>
            </p:nvSpPr>
            <p:spPr>
              <a:xfrm>
                <a:off x="818560" y="6129927"/>
                <a:ext cx="42989" cy="80281"/>
              </a:xfrm>
            </p:spPr>
          </p:sp>
        </mc:Fallback>
      </mc:AlternateContent>
      <mc:AlternateContent xmlns:mc="http://schemas.openxmlformats.org/markup-compatibility/2006" xmlns:p14="http://schemas.microsoft.com/office/powerpoint/2010/main">
        <mc:Choice Requires="p14">
          <p:contentPart p14:bwMode="auto" r:id="rId12">
            <p14:nvContentPartPr>
              <p14:cNvPr id="1049327" name="墨迹 1049326"/>
              <p14:cNvContentPartPr/>
              <p14:nvPr/>
            </p14:nvContentPartPr>
            <p14:xfrm>
              <a:off x="1198629" y="5831773"/>
              <a:ext cx="33181" cy="136062"/>
            </p14:xfrm>
          </p:contentPart>
        </mc:Choice>
        <mc:Fallback xmlns="">
          <p:sp>
            <p:nvSpPr>
              <p:cNvPr id="1049327" name=""/>
              <p:cNvSpPr/>
              <p:nvPr/>
            </p:nvSpPr>
            <p:spPr>
              <a:xfrm>
                <a:off x="1198629" y="5831773"/>
                <a:ext cx="33181" cy="136062"/>
              </a:xfrm>
            </p:spPr>
          </p:sp>
        </mc:Fallback>
      </mc:AlternateContent>
      <mc:AlternateContent xmlns:mc="http://schemas.openxmlformats.org/markup-compatibility/2006" xmlns:p14="http://schemas.microsoft.com/office/powerpoint/2010/main">
        <mc:Choice Requires="p14">
          <p:contentPart p14:bwMode="auto" r:id="rId13">
            <p14:nvContentPartPr>
              <p14:cNvPr id="1049328" name="墨迹 1049327"/>
              <p14:cNvContentPartPr/>
              <p14:nvPr/>
            </p14:nvContentPartPr>
            <p14:xfrm>
              <a:off x="1201456" y="5994403"/>
              <a:ext cx="25800" cy="170941"/>
            </p14:xfrm>
          </p:contentPart>
        </mc:Choice>
        <mc:Fallback xmlns="">
          <p:sp>
            <p:nvSpPr>
              <p:cNvPr id="1049328" name=""/>
              <p:cNvSpPr/>
              <p:nvPr/>
            </p:nvSpPr>
            <p:spPr>
              <a:xfrm>
                <a:off x="1201456" y="5994403"/>
                <a:ext cx="25800" cy="170941"/>
              </a:xfrm>
            </p:spPr>
          </p:sp>
        </mc:Fallback>
      </mc:AlternateContent>
      <mc:AlternateContent xmlns:mc="http://schemas.openxmlformats.org/markup-compatibility/2006" xmlns:p14="http://schemas.microsoft.com/office/powerpoint/2010/main">
        <mc:Choice Requires="p14">
          <p:contentPart p14:bwMode="auto" r:id="rId14">
            <p14:nvContentPartPr>
              <p14:cNvPr id="1049329" name="墨迹 1049328"/>
              <p14:cNvContentPartPr/>
              <p14:nvPr/>
            </p14:nvContentPartPr>
            <p14:xfrm>
              <a:off x="1250375" y="5795288"/>
              <a:ext cx="258202" cy="805377"/>
            </p14:xfrm>
          </p:contentPart>
        </mc:Choice>
        <mc:Fallback xmlns="">
          <p:sp>
            <p:nvSpPr>
              <p:cNvPr id="1049329" name=""/>
              <p:cNvSpPr/>
              <p:nvPr/>
            </p:nvSpPr>
            <p:spPr>
              <a:xfrm>
                <a:off x="1250375" y="5795288"/>
                <a:ext cx="258202" cy="805377"/>
              </a:xfrm>
            </p:spPr>
          </p:sp>
        </mc:Fallback>
      </mc:AlternateContent>
      <mc:AlternateContent xmlns:mc="http://schemas.openxmlformats.org/markup-compatibility/2006" xmlns:p14="http://schemas.microsoft.com/office/powerpoint/2010/main">
        <mc:Choice Requires="p14">
          <p:contentPart p14:bwMode="auto" r:id="rId15">
            <p14:nvContentPartPr>
              <p14:cNvPr id="1049330" name="墨迹 1049329"/>
              <p14:cNvContentPartPr/>
              <p14:nvPr/>
            </p14:nvContentPartPr>
            <p14:xfrm>
              <a:off x="1859113" y="5662149"/>
              <a:ext cx="18647" cy="115533"/>
            </p14:xfrm>
          </p:contentPart>
        </mc:Choice>
        <mc:Fallback xmlns="">
          <p:sp>
            <p:nvSpPr>
              <p:cNvPr id="1049330" name=""/>
              <p:cNvSpPr/>
              <p:nvPr/>
            </p:nvSpPr>
            <p:spPr>
              <a:xfrm>
                <a:off x="1859113" y="5662149"/>
                <a:ext cx="18647" cy="115533"/>
              </a:xfrm>
            </p:spPr>
          </p:sp>
        </mc:Fallback>
      </mc:AlternateContent>
      <mc:AlternateContent xmlns:mc="http://schemas.openxmlformats.org/markup-compatibility/2006" xmlns:p14="http://schemas.microsoft.com/office/powerpoint/2010/main">
        <mc:Choice Requires="p14">
          <p:contentPart p14:bwMode="auto" r:id="rId16">
            <p14:nvContentPartPr>
              <p14:cNvPr id="1049331" name="墨迹 1049330"/>
              <p14:cNvContentPartPr/>
              <p14:nvPr/>
            </p14:nvContentPartPr>
            <p14:xfrm>
              <a:off x="1735721" y="5745180"/>
              <a:ext cx="276018" cy="73478"/>
            </p14:xfrm>
          </p:contentPart>
        </mc:Choice>
        <mc:Fallback xmlns="">
          <p:sp>
            <p:nvSpPr>
              <p:cNvPr id="1049331" name=""/>
              <p:cNvSpPr/>
              <p:nvPr/>
            </p:nvSpPr>
            <p:spPr>
              <a:xfrm>
                <a:off x="1735721" y="5745180"/>
                <a:ext cx="276018" cy="73478"/>
              </a:xfrm>
            </p:spPr>
          </p:sp>
        </mc:Fallback>
      </mc:AlternateContent>
      <mc:AlternateContent xmlns:mc="http://schemas.openxmlformats.org/markup-compatibility/2006" xmlns:p14="http://schemas.microsoft.com/office/powerpoint/2010/main">
        <mc:Choice Requires="p14">
          <p:contentPart p14:bwMode="auto" r:id="rId17">
            <p14:nvContentPartPr>
              <p14:cNvPr id="1049332" name="墨迹 1049331"/>
              <p14:cNvContentPartPr/>
              <p14:nvPr/>
            </p14:nvContentPartPr>
            <p14:xfrm>
              <a:off x="1678900" y="5753081"/>
              <a:ext cx="220981" cy="533184"/>
            </p14:xfrm>
          </p:contentPart>
        </mc:Choice>
        <mc:Fallback xmlns="">
          <p:sp>
            <p:nvSpPr>
              <p:cNvPr id="1049332" name=""/>
              <p:cNvSpPr/>
              <p:nvPr/>
            </p:nvSpPr>
            <p:spPr>
              <a:xfrm>
                <a:off x="1678900" y="5753081"/>
                <a:ext cx="220981" cy="533184"/>
              </a:xfrm>
            </p:spPr>
          </p:sp>
        </mc:Fallback>
      </mc:AlternateContent>
      <mc:AlternateContent xmlns:mc="http://schemas.openxmlformats.org/markup-compatibility/2006" xmlns:p14="http://schemas.microsoft.com/office/powerpoint/2010/main">
        <mc:Choice Requires="p14">
          <p:contentPart p14:bwMode="auto" r:id="rId18">
            <p14:nvContentPartPr>
              <p14:cNvPr id="1049333" name="墨迹 1049332"/>
              <p14:cNvContentPartPr/>
              <p14:nvPr/>
            </p14:nvContentPartPr>
            <p14:xfrm>
              <a:off x="1876336" y="5934319"/>
              <a:ext cx="166501" cy="285778"/>
            </p14:xfrm>
          </p:contentPart>
        </mc:Choice>
        <mc:Fallback xmlns="">
          <p:sp>
            <p:nvSpPr>
              <p:cNvPr id="1049333" name=""/>
              <p:cNvSpPr/>
              <p:nvPr/>
            </p:nvSpPr>
            <p:spPr>
              <a:xfrm>
                <a:off x="1876336" y="5934319"/>
                <a:ext cx="166501" cy="285778"/>
              </a:xfrm>
            </p:spPr>
          </p:sp>
        </mc:Fallback>
      </mc:AlternateContent>
      <mc:AlternateContent xmlns:mc="http://schemas.openxmlformats.org/markup-compatibility/2006" xmlns:p14="http://schemas.microsoft.com/office/powerpoint/2010/main">
        <mc:Choice Requires="p14">
          <p:contentPart p14:bwMode="auto" r:id="rId19">
            <p14:nvContentPartPr>
              <p14:cNvPr id="1049334" name="墨迹 1049333"/>
              <p14:cNvContentPartPr/>
              <p14:nvPr/>
            </p14:nvContentPartPr>
            <p14:xfrm>
              <a:off x="2208146" y="5751018"/>
              <a:ext cx="251535" cy="230404"/>
            </p14:xfrm>
          </p:contentPart>
        </mc:Choice>
        <mc:Fallback xmlns="">
          <p:sp>
            <p:nvSpPr>
              <p:cNvPr id="1049334" name=""/>
              <p:cNvSpPr/>
              <p:nvPr/>
            </p:nvSpPr>
            <p:spPr>
              <a:xfrm>
                <a:off x="2208146" y="5751018"/>
                <a:ext cx="251535" cy="230404"/>
              </a:xfrm>
            </p:spPr>
          </p:sp>
        </mc:Fallback>
      </mc:AlternateContent>
      <mc:AlternateContent xmlns:mc="http://schemas.openxmlformats.org/markup-compatibility/2006" xmlns:p14="http://schemas.microsoft.com/office/powerpoint/2010/main">
        <mc:Choice Requires="p14">
          <p:contentPart p14:bwMode="auto" r:id="rId20">
            <p14:nvContentPartPr>
              <p14:cNvPr id="1049335" name="墨迹 1049334"/>
              <p14:cNvContentPartPr/>
              <p14:nvPr/>
            </p14:nvContentPartPr>
            <p14:xfrm>
              <a:off x="2246229" y="5853632"/>
              <a:ext cx="181251" cy="326071"/>
            </p14:xfrm>
          </p:contentPart>
        </mc:Choice>
        <mc:Fallback xmlns="">
          <p:sp>
            <p:nvSpPr>
              <p:cNvPr id="1049335" name=""/>
              <p:cNvSpPr/>
              <p:nvPr/>
            </p:nvSpPr>
            <p:spPr>
              <a:xfrm>
                <a:off x="2246229" y="5853632"/>
                <a:ext cx="181251" cy="326071"/>
              </a:xfrm>
            </p:spPr>
          </p:sp>
        </mc:Fallback>
      </mc:AlternateContent>
      <mc:AlternateContent xmlns:mc="http://schemas.openxmlformats.org/markup-compatibility/2006" xmlns:p14="http://schemas.microsoft.com/office/powerpoint/2010/main">
        <mc:Choice Requires="p14">
          <p:contentPart p14:bwMode="auto" r:id="rId21">
            <p14:nvContentPartPr>
              <p14:cNvPr id="1049336" name="墨迹 1049335"/>
              <p14:cNvContentPartPr/>
              <p14:nvPr/>
            </p14:nvContentPartPr>
            <p14:xfrm>
              <a:off x="2458085" y="5687505"/>
              <a:ext cx="145243" cy="465146"/>
            </p14:xfrm>
          </p:contentPart>
        </mc:Choice>
        <mc:Fallback xmlns="">
          <p:sp>
            <p:nvSpPr>
              <p:cNvPr id="1049336" name=""/>
              <p:cNvSpPr/>
              <p:nvPr/>
            </p:nvSpPr>
            <p:spPr>
              <a:xfrm>
                <a:off x="2458085" y="5687505"/>
                <a:ext cx="145243" cy="465146"/>
              </a:xfrm>
            </p:spPr>
          </p:sp>
        </mc:Fallback>
      </mc:AlternateContent>
      <mc:AlternateContent xmlns:mc="http://schemas.openxmlformats.org/markup-compatibility/2006" xmlns:p14="http://schemas.microsoft.com/office/powerpoint/2010/main">
        <mc:Choice Requires="p14">
          <p:contentPart p14:bwMode="auto" r:id="rId22">
            <p14:nvContentPartPr>
              <p14:cNvPr id="1049337" name="墨迹 1049336"/>
              <p14:cNvContentPartPr/>
              <p14:nvPr/>
            </p14:nvContentPartPr>
            <p14:xfrm>
              <a:off x="2460446" y="6039869"/>
              <a:ext cx="192435" cy="295821"/>
            </p14:xfrm>
          </p:contentPart>
        </mc:Choice>
        <mc:Fallback xmlns="">
          <p:sp>
            <p:nvSpPr>
              <p:cNvPr id="1049337" name=""/>
              <p:cNvSpPr/>
              <p:nvPr/>
            </p:nvSpPr>
            <p:spPr>
              <a:xfrm>
                <a:off x="2460446" y="6039869"/>
                <a:ext cx="192435" cy="295821"/>
              </a:xfrm>
            </p:spPr>
          </p:sp>
        </mc:Fallback>
      </mc:AlternateContent>
      <mc:AlternateContent xmlns:mc="http://schemas.openxmlformats.org/markup-compatibility/2006" xmlns:p14="http://schemas.microsoft.com/office/powerpoint/2010/main">
        <mc:Choice Requires="p14">
          <p:contentPart p14:bwMode="auto" r:id="rId23">
            <p14:nvContentPartPr>
              <p14:cNvPr id="1049338" name="墨迹 1049337"/>
              <p14:cNvContentPartPr/>
              <p14:nvPr/>
            </p14:nvContentPartPr>
            <p14:xfrm>
              <a:off x="2872854" y="5880737"/>
              <a:ext cx="88721" cy="221751"/>
            </p14:xfrm>
          </p:contentPart>
        </mc:Choice>
        <mc:Fallback xmlns="">
          <p:sp>
            <p:nvSpPr>
              <p:cNvPr id="1049338" name=""/>
              <p:cNvSpPr/>
              <p:nvPr/>
            </p:nvSpPr>
            <p:spPr>
              <a:xfrm>
                <a:off x="2872854" y="5880737"/>
                <a:ext cx="88721" cy="221751"/>
              </a:xfrm>
            </p:spPr>
          </p:sp>
        </mc:Fallback>
      </mc:AlternateContent>
      <mc:AlternateContent xmlns:mc="http://schemas.openxmlformats.org/markup-compatibility/2006" xmlns:p14="http://schemas.microsoft.com/office/powerpoint/2010/main">
        <mc:Choice Requires="p14">
          <p:contentPart p14:bwMode="auto" r:id="rId24">
            <p14:nvContentPartPr>
              <p14:cNvPr id="1049339" name="墨迹 1049338"/>
              <p14:cNvContentPartPr/>
              <p14:nvPr/>
            </p14:nvContentPartPr>
            <p14:xfrm>
              <a:off x="3037410" y="5842992"/>
              <a:ext cx="150653" cy="284313"/>
            </p14:xfrm>
          </p:contentPart>
        </mc:Choice>
        <mc:Fallback xmlns="">
          <p:sp>
            <p:nvSpPr>
              <p:cNvPr id="1049339" name=""/>
              <p:cNvSpPr/>
              <p:nvPr/>
            </p:nvSpPr>
            <p:spPr>
              <a:xfrm>
                <a:off x="3037410" y="5842992"/>
                <a:ext cx="150653" cy="284313"/>
              </a:xfrm>
            </p:spPr>
          </p:sp>
        </mc:Fallback>
      </mc:AlternateContent>
      <mc:AlternateContent xmlns:mc="http://schemas.openxmlformats.org/markup-compatibility/2006" xmlns:p14="http://schemas.microsoft.com/office/powerpoint/2010/main">
        <mc:Choice Requires="p14">
          <p:contentPart p14:bwMode="auto" r:id="rId25">
            <p14:nvContentPartPr>
              <p14:cNvPr id="1049340" name="墨迹 1049339"/>
              <p14:cNvContentPartPr/>
              <p14:nvPr/>
            </p14:nvContentPartPr>
            <p14:xfrm>
              <a:off x="2954831" y="5704118"/>
              <a:ext cx="247632" cy="393173"/>
            </p14:xfrm>
          </p:contentPart>
        </mc:Choice>
        <mc:Fallback xmlns="">
          <p:sp>
            <p:nvSpPr>
              <p:cNvPr id="1049340" name=""/>
              <p:cNvSpPr/>
              <p:nvPr/>
            </p:nvSpPr>
            <p:spPr>
              <a:xfrm>
                <a:off x="2954831" y="5704118"/>
                <a:ext cx="247632" cy="393173"/>
              </a:xfrm>
            </p:spPr>
          </p:sp>
        </mc:Fallback>
      </mc:AlternateContent>
      <mc:AlternateContent xmlns:mc="http://schemas.openxmlformats.org/markup-compatibility/2006" xmlns:p14="http://schemas.microsoft.com/office/powerpoint/2010/main">
        <mc:Choice Requires="p14">
          <p:contentPart p14:bwMode="auto" r:id="rId26">
            <p14:nvContentPartPr>
              <p14:cNvPr id="1049341" name="墨迹 1049340"/>
              <p14:cNvContentPartPr/>
              <p14:nvPr/>
            </p14:nvContentPartPr>
            <p14:xfrm>
              <a:off x="3247965" y="5965549"/>
              <a:ext cx="73695" cy="52451"/>
            </p14:xfrm>
          </p:contentPart>
        </mc:Choice>
        <mc:Fallback xmlns="">
          <p:sp>
            <p:nvSpPr>
              <p:cNvPr id="1049341" name=""/>
              <p:cNvSpPr/>
              <p:nvPr/>
            </p:nvSpPr>
            <p:spPr>
              <a:xfrm>
                <a:off x="3247965" y="5965549"/>
                <a:ext cx="73695" cy="52451"/>
              </a:xfrm>
            </p:spPr>
          </p:sp>
        </mc:Fallback>
      </mc:AlternateContent>
      <mc:AlternateContent xmlns:mc="http://schemas.openxmlformats.org/markup-compatibility/2006" xmlns:p14="http://schemas.microsoft.com/office/powerpoint/2010/main">
        <mc:Choice Requires="p14">
          <p:contentPart p14:bwMode="auto" r:id="rId27">
            <p14:nvContentPartPr>
              <p14:cNvPr id="1049342" name="墨迹 1049341"/>
              <p14:cNvContentPartPr/>
              <p14:nvPr/>
            </p14:nvContentPartPr>
            <p14:xfrm>
              <a:off x="3432432" y="5792427"/>
              <a:ext cx="69804" cy="150761"/>
            </p14:xfrm>
          </p:contentPart>
        </mc:Choice>
        <mc:Fallback xmlns="">
          <p:sp>
            <p:nvSpPr>
              <p:cNvPr id="1049342" name=""/>
              <p:cNvSpPr/>
              <p:nvPr/>
            </p:nvSpPr>
            <p:spPr>
              <a:xfrm>
                <a:off x="3432432" y="5792427"/>
                <a:ext cx="69804" cy="150761"/>
              </a:xfrm>
            </p:spPr>
          </p:sp>
        </mc:Fallback>
      </mc:AlternateContent>
      <mc:AlternateContent xmlns:mc="http://schemas.openxmlformats.org/markup-compatibility/2006" xmlns:p14="http://schemas.microsoft.com/office/powerpoint/2010/main">
        <mc:Choice Requires="p14">
          <p:contentPart p14:bwMode="auto" r:id="rId28">
            <p14:nvContentPartPr>
              <p14:cNvPr id="1049343" name="墨迹 1049342"/>
              <p14:cNvContentPartPr/>
              <p14:nvPr/>
            </p14:nvContentPartPr>
            <p14:xfrm>
              <a:off x="3481997" y="5859752"/>
              <a:ext cx="129340" cy="320905"/>
            </p14:xfrm>
          </p:contentPart>
        </mc:Choice>
        <mc:Fallback xmlns="">
          <p:sp>
            <p:nvSpPr>
              <p:cNvPr id="1049343" name=""/>
              <p:cNvSpPr/>
              <p:nvPr/>
            </p:nvSpPr>
            <p:spPr>
              <a:xfrm>
                <a:off x="3481997" y="5859752"/>
                <a:ext cx="129340" cy="320905"/>
              </a:xfrm>
            </p:spPr>
          </p:sp>
        </mc:Fallback>
      </mc:AlternateContent>
      <mc:AlternateContent xmlns:mc="http://schemas.openxmlformats.org/markup-compatibility/2006" xmlns:p14="http://schemas.microsoft.com/office/powerpoint/2010/main">
        <mc:Choice Requires="p14">
          <p:contentPart p14:bwMode="auto" r:id="rId29">
            <p14:nvContentPartPr>
              <p14:cNvPr id="1049344" name="墨迹 1049343"/>
              <p14:cNvContentPartPr/>
              <p14:nvPr/>
            </p14:nvContentPartPr>
            <p14:xfrm>
              <a:off x="3568257" y="5727291"/>
              <a:ext cx="317720" cy="43277"/>
            </p14:xfrm>
          </p:contentPart>
        </mc:Choice>
        <mc:Fallback xmlns="">
          <p:sp>
            <p:nvSpPr>
              <p:cNvPr id="1049344" name=""/>
              <p:cNvSpPr/>
              <p:nvPr/>
            </p:nvSpPr>
            <p:spPr>
              <a:xfrm>
                <a:off x="3568257" y="5727291"/>
                <a:ext cx="317720" cy="43277"/>
              </a:xfrm>
            </p:spPr>
          </p:sp>
        </mc:Fallback>
      </mc:AlternateContent>
      <mc:AlternateContent xmlns:mc="http://schemas.openxmlformats.org/markup-compatibility/2006" xmlns:p14="http://schemas.microsoft.com/office/powerpoint/2010/main">
        <mc:Choice Requires="p14">
          <p:contentPart p14:bwMode="auto" r:id="rId30">
            <p14:nvContentPartPr>
              <p14:cNvPr id="1049345" name="墨迹 1049344"/>
              <p14:cNvContentPartPr/>
              <p14:nvPr/>
            </p14:nvContentPartPr>
            <p14:xfrm>
              <a:off x="3630694" y="5750458"/>
              <a:ext cx="124029" cy="301304"/>
            </p14:xfrm>
          </p:contentPart>
        </mc:Choice>
        <mc:Fallback xmlns="">
          <p:sp>
            <p:nvSpPr>
              <p:cNvPr id="1049345" name=""/>
              <p:cNvSpPr/>
              <p:nvPr/>
            </p:nvSpPr>
            <p:spPr>
              <a:xfrm>
                <a:off x="3630694" y="5750458"/>
                <a:ext cx="124029" cy="301304"/>
              </a:xfrm>
            </p:spPr>
          </p:sp>
        </mc:Fallback>
      </mc:AlternateContent>
      <mc:AlternateContent xmlns:mc="http://schemas.openxmlformats.org/markup-compatibility/2006" xmlns:p14="http://schemas.microsoft.com/office/powerpoint/2010/main">
        <mc:Choice Requires="p14">
          <p:contentPart p14:bwMode="auto" r:id="rId31">
            <p14:nvContentPartPr>
              <p14:cNvPr id="1049346" name="墨迹 1049345"/>
              <p14:cNvContentPartPr/>
              <p14:nvPr/>
            </p14:nvContentPartPr>
            <p14:xfrm>
              <a:off x="3559528" y="5837222"/>
              <a:ext cx="316623" cy="355115"/>
            </p14:xfrm>
          </p:contentPart>
        </mc:Choice>
        <mc:Fallback xmlns="">
          <p:sp>
            <p:nvSpPr>
              <p:cNvPr id="1049346" name=""/>
              <p:cNvSpPr/>
              <p:nvPr/>
            </p:nvSpPr>
            <p:spPr>
              <a:xfrm>
                <a:off x="3559528" y="5837222"/>
                <a:ext cx="316623" cy="355115"/>
              </a:xfrm>
            </p:spPr>
          </p:sp>
        </mc:Fallback>
      </mc:AlternateContent>
      <mc:AlternateContent xmlns:mc="http://schemas.openxmlformats.org/markup-compatibility/2006" xmlns:p14="http://schemas.microsoft.com/office/powerpoint/2010/main">
        <mc:Choice Requires="p14">
          <p:contentPart p14:bwMode="auto" r:id="rId32">
            <p14:nvContentPartPr>
              <p14:cNvPr id="1049347" name="墨迹 1049346"/>
              <p14:cNvContentPartPr/>
              <p14:nvPr/>
            </p14:nvContentPartPr>
            <p14:xfrm>
              <a:off x="3727065" y="6022382"/>
              <a:ext cx="245472" cy="102858"/>
            </p14:xfrm>
          </p:contentPart>
        </mc:Choice>
        <mc:Fallback xmlns="">
          <p:sp>
            <p:nvSpPr>
              <p:cNvPr id="1049347" name=""/>
              <p:cNvSpPr/>
              <p:nvPr/>
            </p:nvSpPr>
            <p:spPr>
              <a:xfrm>
                <a:off x="3727065" y="6022382"/>
                <a:ext cx="245472" cy="102858"/>
              </a:xfrm>
            </p:spPr>
          </p:sp>
        </mc:Fallback>
      </mc:AlternateContent>
      <mc:AlternateContent xmlns:mc="http://schemas.openxmlformats.org/markup-compatibility/2006" xmlns:p14="http://schemas.microsoft.com/office/powerpoint/2010/main">
        <mc:Choice Requires="p14">
          <p:contentPart p14:bwMode="auto" r:id="rId33">
            <p14:nvContentPartPr>
              <p14:cNvPr id="1049348" name="墨迹 1049347"/>
              <p14:cNvContentPartPr/>
              <p14:nvPr/>
            </p14:nvContentPartPr>
            <p14:xfrm>
              <a:off x="4140144" y="5677386"/>
              <a:ext cx="321014" cy="40721"/>
            </p14:xfrm>
          </p:contentPart>
        </mc:Choice>
        <mc:Fallback xmlns="">
          <p:sp>
            <p:nvSpPr>
              <p:cNvPr id="1049348" name=""/>
              <p:cNvSpPr/>
              <p:nvPr/>
            </p:nvSpPr>
            <p:spPr>
              <a:xfrm>
                <a:off x="4140144" y="5677386"/>
                <a:ext cx="321014" cy="40721"/>
              </a:xfrm>
            </p:spPr>
          </p:sp>
        </mc:Fallback>
      </mc:AlternateContent>
      <mc:AlternateContent xmlns:mc="http://schemas.openxmlformats.org/markup-compatibility/2006" xmlns:p14="http://schemas.microsoft.com/office/powerpoint/2010/main">
        <mc:Choice Requires="p14">
          <p:contentPart p14:bwMode="auto" r:id="rId34">
            <p14:nvContentPartPr>
              <p14:cNvPr id="1049349" name="墨迹 1049348"/>
              <p14:cNvContentPartPr/>
              <p14:nvPr/>
            </p14:nvContentPartPr>
            <p14:xfrm>
              <a:off x="4203689" y="5541488"/>
              <a:ext cx="150578" cy="297197"/>
            </p14:xfrm>
          </p:contentPart>
        </mc:Choice>
        <mc:Fallback xmlns="">
          <p:sp>
            <p:nvSpPr>
              <p:cNvPr id="1049349" name=""/>
              <p:cNvSpPr/>
              <p:nvPr/>
            </p:nvSpPr>
            <p:spPr>
              <a:xfrm>
                <a:off x="4203689" y="5541488"/>
                <a:ext cx="150578" cy="297197"/>
              </a:xfrm>
            </p:spPr>
          </p:sp>
        </mc:Fallback>
      </mc:AlternateContent>
      <mc:AlternateContent xmlns:mc="http://schemas.openxmlformats.org/markup-compatibility/2006" xmlns:p14="http://schemas.microsoft.com/office/powerpoint/2010/main">
        <mc:Choice Requires="p14">
          <p:contentPart p14:bwMode="auto" r:id="rId35">
            <p14:nvContentPartPr>
              <p14:cNvPr id="1049350" name="墨迹 1049349"/>
              <p14:cNvContentPartPr/>
              <p14:nvPr/>
            </p14:nvContentPartPr>
            <p14:xfrm>
              <a:off x="4336424" y="5761825"/>
              <a:ext cx="59368" cy="42421"/>
            </p14:xfrm>
          </p:contentPart>
        </mc:Choice>
        <mc:Fallback xmlns="">
          <p:sp>
            <p:nvSpPr>
              <p:cNvPr id="1049350" name=""/>
              <p:cNvSpPr/>
              <p:nvPr/>
            </p:nvSpPr>
            <p:spPr>
              <a:xfrm>
                <a:off x="4336424" y="5761825"/>
                <a:ext cx="59368" cy="42421"/>
              </a:xfrm>
            </p:spPr>
          </p:sp>
        </mc:Fallback>
      </mc:AlternateContent>
      <mc:AlternateContent xmlns:mc="http://schemas.openxmlformats.org/markup-compatibility/2006" xmlns:p14="http://schemas.microsoft.com/office/powerpoint/2010/main">
        <mc:Choice Requires="p14">
          <p:contentPart p14:bwMode="auto" r:id="rId36">
            <p14:nvContentPartPr>
              <p14:cNvPr id="1049351" name="墨迹 1049350"/>
              <p14:cNvContentPartPr/>
              <p14:nvPr/>
            </p14:nvContentPartPr>
            <p14:xfrm>
              <a:off x="4074807" y="5733900"/>
              <a:ext cx="470281" cy="143339"/>
            </p14:xfrm>
          </p:contentPart>
        </mc:Choice>
        <mc:Fallback xmlns="">
          <p:sp>
            <p:nvSpPr>
              <p:cNvPr id="1049351" name=""/>
              <p:cNvSpPr/>
              <p:nvPr/>
            </p:nvSpPr>
            <p:spPr>
              <a:xfrm>
                <a:off x="4074807" y="5733900"/>
                <a:ext cx="470281" cy="143339"/>
              </a:xfrm>
            </p:spPr>
          </p:sp>
        </mc:Fallback>
      </mc:AlternateContent>
      <mc:AlternateContent xmlns:mc="http://schemas.openxmlformats.org/markup-compatibility/2006" xmlns:p14="http://schemas.microsoft.com/office/powerpoint/2010/main">
        <mc:Choice Requires="p14">
          <p:contentPart p14:bwMode="auto" r:id="rId37">
            <p14:nvContentPartPr>
              <p14:cNvPr id="1049352" name="墨迹 1049351"/>
              <p14:cNvContentPartPr/>
              <p14:nvPr/>
            </p14:nvContentPartPr>
            <p14:xfrm>
              <a:off x="4157782" y="5871993"/>
              <a:ext cx="10912" cy="170300"/>
            </p14:xfrm>
          </p:contentPart>
        </mc:Choice>
        <mc:Fallback xmlns="">
          <p:sp>
            <p:nvSpPr>
              <p:cNvPr id="1049352" name=""/>
              <p:cNvSpPr/>
              <p:nvPr/>
            </p:nvSpPr>
            <p:spPr>
              <a:xfrm>
                <a:off x="4157782" y="5871993"/>
                <a:ext cx="10912" cy="170300"/>
              </a:xfrm>
            </p:spPr>
          </p:sp>
        </mc:Fallback>
      </mc:AlternateContent>
      <mc:AlternateContent xmlns:mc="http://schemas.openxmlformats.org/markup-compatibility/2006" xmlns:p14="http://schemas.microsoft.com/office/powerpoint/2010/main">
        <mc:Choice Requires="p14">
          <p:contentPart p14:bwMode="auto" r:id="rId38">
            <p14:nvContentPartPr>
              <p14:cNvPr id="1049353" name="墨迹 1049352"/>
              <p14:cNvContentPartPr/>
              <p14:nvPr/>
            </p14:nvContentPartPr>
            <p14:xfrm>
              <a:off x="4073896" y="5887076"/>
              <a:ext cx="325823" cy="329661"/>
            </p14:xfrm>
          </p:contentPart>
        </mc:Choice>
        <mc:Fallback xmlns="">
          <p:sp>
            <p:nvSpPr>
              <p:cNvPr id="1049353" name=""/>
              <p:cNvSpPr/>
              <p:nvPr/>
            </p:nvSpPr>
            <p:spPr>
              <a:xfrm>
                <a:off x="4073896" y="5887076"/>
                <a:ext cx="325823" cy="329661"/>
              </a:xfrm>
            </p:spPr>
          </p:sp>
        </mc:Fallback>
      </mc:AlternateContent>
      <mc:AlternateContent xmlns:mc="http://schemas.openxmlformats.org/markup-compatibility/2006" xmlns:p14="http://schemas.microsoft.com/office/powerpoint/2010/main">
        <mc:Choice Requires="p14">
          <p:contentPart p14:bwMode="auto" r:id="rId39">
            <p14:nvContentPartPr>
              <p14:cNvPr id="1049354" name="墨迹 1049353"/>
              <p14:cNvContentPartPr/>
              <p14:nvPr/>
            </p14:nvContentPartPr>
            <p14:xfrm>
              <a:off x="4584450" y="5781457"/>
              <a:ext cx="333434" cy="71300"/>
            </p14:xfrm>
          </p:contentPart>
        </mc:Choice>
        <mc:Fallback xmlns="">
          <p:sp>
            <p:nvSpPr>
              <p:cNvPr id="1049354" name=""/>
              <p:cNvSpPr/>
              <p:nvPr/>
            </p:nvSpPr>
            <p:spPr>
              <a:xfrm>
                <a:off x="4584450" y="5781457"/>
                <a:ext cx="333434" cy="71300"/>
              </a:xfrm>
            </p:spPr>
          </p:sp>
        </mc:Fallback>
      </mc:AlternateContent>
      <mc:AlternateContent xmlns:mc="http://schemas.openxmlformats.org/markup-compatibility/2006" xmlns:p14="http://schemas.microsoft.com/office/powerpoint/2010/main">
        <mc:Choice Requires="p14">
          <p:contentPart p14:bwMode="auto" r:id="rId40">
            <p14:nvContentPartPr>
              <p14:cNvPr id="1049355" name="墨迹 1049354"/>
              <p14:cNvContentPartPr/>
              <p14:nvPr/>
            </p14:nvContentPartPr>
            <p14:xfrm>
              <a:off x="4742871" y="5591327"/>
              <a:ext cx="45888" cy="372010"/>
            </p14:xfrm>
          </p:contentPart>
        </mc:Choice>
        <mc:Fallback xmlns="">
          <p:sp>
            <p:nvSpPr>
              <p:cNvPr id="1049355" name=""/>
              <p:cNvSpPr/>
              <p:nvPr/>
            </p:nvSpPr>
            <p:spPr>
              <a:xfrm>
                <a:off x="4742871" y="5591327"/>
                <a:ext cx="45888" cy="372010"/>
              </a:xfrm>
            </p:spPr>
          </p:sp>
        </mc:Fallback>
      </mc:AlternateContent>
      <mc:AlternateContent xmlns:mc="http://schemas.openxmlformats.org/markup-compatibility/2006" xmlns:p14="http://schemas.microsoft.com/office/powerpoint/2010/main">
        <mc:Choice Requires="p14">
          <p:contentPart p14:bwMode="auto" r:id="rId41">
            <p14:nvContentPartPr>
              <p14:cNvPr id="1049356" name="墨迹 1049355"/>
              <p14:cNvContentPartPr/>
              <p14:nvPr/>
            </p14:nvContentPartPr>
            <p14:xfrm>
              <a:off x="4633520" y="5720928"/>
              <a:ext cx="134756" cy="8311"/>
            </p14:xfrm>
          </p:contentPart>
        </mc:Choice>
        <mc:Fallback xmlns="">
          <p:sp>
            <p:nvSpPr>
              <p:cNvPr id="1049356" name=""/>
              <p:cNvSpPr/>
              <p:nvPr/>
            </p:nvSpPr>
            <p:spPr>
              <a:xfrm>
                <a:off x="4633520" y="5720928"/>
                <a:ext cx="134756" cy="8311"/>
              </a:xfrm>
            </p:spPr>
          </p:sp>
        </mc:Fallback>
      </mc:AlternateContent>
      <mc:AlternateContent xmlns:mc="http://schemas.openxmlformats.org/markup-compatibility/2006" xmlns:p14="http://schemas.microsoft.com/office/powerpoint/2010/main">
        <mc:Choice Requires="p14">
          <p:contentPart p14:bwMode="auto" r:id="rId42">
            <p14:nvContentPartPr>
              <p14:cNvPr id="1049357" name="墨迹 1049356"/>
              <p14:cNvContentPartPr/>
              <p14:nvPr/>
            </p14:nvContentPartPr>
            <p14:xfrm>
              <a:off x="4755144" y="5671767"/>
              <a:ext cx="107666" cy="210677"/>
            </p14:xfrm>
          </p:contentPart>
        </mc:Choice>
        <mc:Fallback xmlns="">
          <p:sp>
            <p:nvSpPr>
              <p:cNvPr id="1049357" name=""/>
              <p:cNvSpPr/>
              <p:nvPr/>
            </p:nvSpPr>
            <p:spPr>
              <a:xfrm>
                <a:off x="4755144" y="5671767"/>
                <a:ext cx="107666" cy="210677"/>
              </a:xfrm>
            </p:spPr>
          </p:sp>
        </mc:Fallback>
      </mc:AlternateContent>
      <mc:AlternateContent xmlns:mc="http://schemas.openxmlformats.org/markup-compatibility/2006" xmlns:p14="http://schemas.microsoft.com/office/powerpoint/2010/main">
        <mc:Choice Requires="p14">
          <p:contentPart p14:bwMode="auto" r:id="rId43">
            <p14:nvContentPartPr>
              <p14:cNvPr id="1049358" name="墨迹 1049357"/>
              <p14:cNvContentPartPr/>
              <p14:nvPr/>
            </p14:nvContentPartPr>
            <p14:xfrm>
              <a:off x="4767346" y="5813412"/>
              <a:ext cx="0" cy="0"/>
            </p14:xfrm>
          </p:contentPart>
        </mc:Choice>
        <mc:Fallback xmlns="">
          <p:sp>
            <p:nvSpPr>
              <p:cNvPr id="1049358" name=""/>
              <p:cNvSpPr/>
              <p:nvPr/>
            </p:nvSpPr>
            <p:spPr>
              <a:xfrm>
                <a:off x="4767346" y="5813412"/>
                <a:ext cx="0" cy="0"/>
              </a:xfrm>
            </p:spPr>
          </p:sp>
        </mc:Fallback>
      </mc:AlternateContent>
      <mc:AlternateContent xmlns:mc="http://schemas.openxmlformats.org/markup-compatibility/2006" xmlns:p14="http://schemas.microsoft.com/office/powerpoint/2010/main">
        <mc:Choice Requires="p14">
          <p:contentPart p14:bwMode="auto" r:id="rId44">
            <p14:nvContentPartPr>
              <p14:cNvPr id="1049359" name="墨迹 1049358"/>
              <p14:cNvContentPartPr/>
              <p14:nvPr/>
            </p14:nvContentPartPr>
            <p14:xfrm>
              <a:off x="4574551" y="5777563"/>
              <a:ext cx="214243" cy="261466"/>
            </p14:xfrm>
          </p:contentPart>
        </mc:Choice>
        <mc:Fallback xmlns="">
          <p:sp>
            <p:nvSpPr>
              <p:cNvPr id="1049359" name=""/>
              <p:cNvSpPr/>
              <p:nvPr/>
            </p:nvSpPr>
            <p:spPr>
              <a:xfrm>
                <a:off x="4574551" y="5777563"/>
                <a:ext cx="214243" cy="261466"/>
              </a:xfrm>
            </p:spPr>
          </p:sp>
        </mc:Fallback>
      </mc:AlternateContent>
      <mc:AlternateContent xmlns:mc="http://schemas.openxmlformats.org/markup-compatibility/2006" xmlns:p14="http://schemas.microsoft.com/office/powerpoint/2010/main">
        <mc:Choice Requires="p14">
          <p:contentPart p14:bwMode="auto" r:id="rId45">
            <p14:nvContentPartPr>
              <p14:cNvPr id="1049360" name="墨迹 1049359"/>
              <p14:cNvContentPartPr/>
              <p14:nvPr/>
            </p14:nvContentPartPr>
            <p14:xfrm>
              <a:off x="4588389" y="5919208"/>
              <a:ext cx="284872" cy="295577"/>
            </p14:xfrm>
          </p:contentPart>
        </mc:Choice>
        <mc:Fallback xmlns="">
          <p:sp>
            <p:nvSpPr>
              <p:cNvPr id="1049360" name=""/>
              <p:cNvSpPr/>
              <p:nvPr/>
            </p:nvSpPr>
            <p:spPr>
              <a:xfrm>
                <a:off x="4588389" y="5919208"/>
                <a:ext cx="284872" cy="295577"/>
              </a:xfrm>
            </p:spPr>
          </p:sp>
        </mc:Fallback>
      </mc:AlternateContent>
      <mc:AlternateContent xmlns:mc="http://schemas.openxmlformats.org/markup-compatibility/2006" xmlns:p14="http://schemas.microsoft.com/office/powerpoint/2010/main">
        <mc:Choice Requires="p14">
          <p:contentPart p14:bwMode="auto" r:id="rId46">
            <p14:nvContentPartPr>
              <p14:cNvPr id="1049361" name="墨迹 1049360"/>
              <p14:cNvContentPartPr/>
              <p14:nvPr/>
            </p14:nvContentPartPr>
            <p14:xfrm>
              <a:off x="4837906" y="5592200"/>
              <a:ext cx="184415" cy="369810"/>
            </p14:xfrm>
          </p:contentPart>
        </mc:Choice>
        <mc:Fallback xmlns="">
          <p:sp>
            <p:nvSpPr>
              <p:cNvPr id="1049361" name=""/>
              <p:cNvSpPr/>
              <p:nvPr/>
            </p:nvSpPr>
            <p:spPr>
              <a:xfrm>
                <a:off x="4837906" y="5592200"/>
                <a:ext cx="184415" cy="369810"/>
              </a:xfrm>
            </p:spPr>
          </p:sp>
        </mc:Fallback>
      </mc:AlternateContent>
      <mc:AlternateContent xmlns:mc="http://schemas.openxmlformats.org/markup-compatibility/2006" xmlns:p14="http://schemas.microsoft.com/office/powerpoint/2010/main">
        <mc:Choice Requires="p14">
          <p:contentPart p14:bwMode="auto" r:id="rId47">
            <p14:nvContentPartPr>
              <p14:cNvPr id="1049362" name="墨迹 1049361"/>
              <p14:cNvContentPartPr/>
              <p14:nvPr/>
            </p14:nvContentPartPr>
            <p14:xfrm>
              <a:off x="4846369" y="5801171"/>
              <a:ext cx="377292" cy="331754"/>
            </p14:xfrm>
          </p:contentPart>
        </mc:Choice>
        <mc:Fallback xmlns="">
          <p:sp>
            <p:nvSpPr>
              <p:cNvPr id="1049362" name=""/>
              <p:cNvSpPr/>
              <p:nvPr/>
            </p:nvSpPr>
            <p:spPr>
              <a:xfrm>
                <a:off x="4846369" y="5801171"/>
                <a:ext cx="377292" cy="331754"/>
              </a:xfrm>
            </p:spPr>
          </p:sp>
        </mc:Fallback>
      </mc:AlternateContent>
      <mc:AlternateContent xmlns:mc="http://schemas.openxmlformats.org/markup-compatibility/2006" xmlns:p14="http://schemas.microsoft.com/office/powerpoint/2010/main">
        <mc:Choice Requires="p14">
          <p:contentPart p14:bwMode="auto" r:id="rId48">
            <p14:nvContentPartPr>
              <p14:cNvPr id="1049363" name="墨迹 1049362"/>
              <p14:cNvContentPartPr/>
              <p14:nvPr/>
            </p14:nvContentPartPr>
            <p14:xfrm>
              <a:off x="7136975" y="7953827"/>
              <a:ext cx="0" cy="0"/>
            </p14:xfrm>
          </p:contentPart>
        </mc:Choice>
        <mc:Fallback xmlns="">
          <p:sp>
            <p:nvSpPr>
              <p:cNvPr id="1049363" name=""/>
              <p:cNvSpPr/>
              <p:nvPr/>
            </p:nvSpPr>
            <p:spPr>
              <a:xfrm>
                <a:off x="7136975" y="7953827"/>
                <a:ext cx="0" cy="0"/>
              </a:xfrm>
            </p:spPr>
          </p:sp>
        </mc:Fallback>
      </mc:AlternateContent>
      <mc:AlternateContent xmlns:mc="http://schemas.openxmlformats.org/markup-compatibility/2006" xmlns:p14="http://schemas.microsoft.com/office/powerpoint/2010/main">
        <mc:Choice Requires="p14">
          <p:contentPart p14:bwMode="auto" r:id="rId49">
            <p14:nvContentPartPr>
              <p14:cNvPr id="1049364" name="墨迹 1049363"/>
              <p14:cNvContentPartPr/>
              <p14:nvPr/>
            </p14:nvContentPartPr>
            <p14:xfrm>
              <a:off x="4846750" y="6317913"/>
              <a:ext cx="313866" cy="193950"/>
            </p14:xfrm>
          </p:contentPart>
        </mc:Choice>
        <mc:Fallback xmlns="">
          <p:sp>
            <p:nvSpPr>
              <p:cNvPr id="1049364" name=""/>
              <p:cNvSpPr/>
              <p:nvPr/>
            </p:nvSpPr>
            <p:spPr>
              <a:xfrm>
                <a:off x="4846750" y="6317913"/>
                <a:ext cx="313866" cy="193950"/>
              </a:xfrm>
            </p:spPr>
          </p:sp>
        </mc:Fallback>
      </mc:AlternateContent>
      <mc:AlternateContent xmlns:mc="http://schemas.openxmlformats.org/markup-compatibility/2006" xmlns:p14="http://schemas.microsoft.com/office/powerpoint/2010/main">
        <mc:Choice Requires="p14">
          <p:contentPart p14:bwMode="auto" r:id="rId50">
            <p14:nvContentPartPr>
              <p14:cNvPr id="1049365" name="墨迹 1049364"/>
              <p14:cNvContentPartPr/>
              <p14:nvPr/>
            </p14:nvContentPartPr>
            <p14:xfrm>
              <a:off x="5084962" y="6372997"/>
              <a:ext cx="205372" cy="306391"/>
            </p14:xfrm>
          </p:contentPart>
        </mc:Choice>
        <mc:Fallback xmlns="">
          <p:sp>
            <p:nvSpPr>
              <p:cNvPr id="1049365" name=""/>
              <p:cNvSpPr/>
              <p:nvPr/>
            </p:nvSpPr>
            <p:spPr>
              <a:xfrm>
                <a:off x="5084962" y="6372997"/>
                <a:ext cx="205372" cy="306391"/>
              </a:xfrm>
            </p:spPr>
          </p:sp>
        </mc:Fallback>
      </mc:AlternateContent>
      <mc:AlternateContent xmlns:mc="http://schemas.openxmlformats.org/markup-compatibility/2006" xmlns:p14="http://schemas.microsoft.com/office/powerpoint/2010/main">
        <mc:Choice Requires="p14">
          <p:contentPart p14:bwMode="auto" r:id="rId51">
            <p14:nvContentPartPr>
              <p14:cNvPr id="1049366" name="墨迹 1049365"/>
              <p14:cNvContentPartPr/>
              <p14:nvPr/>
            </p14:nvContentPartPr>
            <p14:xfrm>
              <a:off x="5677055" y="6303049"/>
              <a:ext cx="31011" cy="214456"/>
            </p14:xfrm>
          </p:contentPart>
        </mc:Choice>
        <mc:Fallback xmlns="">
          <p:sp>
            <p:nvSpPr>
              <p:cNvPr id="1049366" name=""/>
              <p:cNvSpPr/>
              <p:nvPr/>
            </p:nvSpPr>
            <p:spPr>
              <a:xfrm>
                <a:off x="5677055" y="6303049"/>
                <a:ext cx="31011" cy="214456"/>
              </a:xfrm>
            </p:spPr>
          </p:sp>
        </mc:Fallback>
      </mc:AlternateContent>
      <mc:AlternateContent xmlns:mc="http://schemas.openxmlformats.org/markup-compatibility/2006" xmlns:p14="http://schemas.microsoft.com/office/powerpoint/2010/main">
        <mc:Choice Requires="p14">
          <p:contentPart p14:bwMode="auto" r:id="rId52">
            <p14:nvContentPartPr>
              <p14:cNvPr id="1049367" name="墨迹 1049366"/>
              <p14:cNvContentPartPr/>
              <p14:nvPr/>
            </p14:nvContentPartPr>
            <p14:xfrm>
              <a:off x="5637221" y="6251356"/>
              <a:ext cx="271680" cy="226479"/>
            </p14:xfrm>
          </p:contentPart>
        </mc:Choice>
        <mc:Fallback xmlns="">
          <p:sp>
            <p:nvSpPr>
              <p:cNvPr id="1049367" name=""/>
              <p:cNvSpPr/>
              <p:nvPr/>
            </p:nvSpPr>
            <p:spPr>
              <a:xfrm>
                <a:off x="5637221" y="6251356"/>
                <a:ext cx="271680" cy="226479"/>
              </a:xfrm>
            </p:spPr>
          </p:sp>
        </mc:Fallback>
      </mc:AlternateContent>
      <mc:AlternateContent xmlns:mc="http://schemas.openxmlformats.org/markup-compatibility/2006" xmlns:p14="http://schemas.microsoft.com/office/powerpoint/2010/main">
        <mc:Choice Requires="p14">
          <p:contentPart p14:bwMode="auto" r:id="rId53">
            <p14:nvContentPartPr>
              <p14:cNvPr id="1049368" name="墨迹 1049367"/>
              <p14:cNvContentPartPr/>
              <p14:nvPr/>
            </p14:nvContentPartPr>
            <p14:xfrm>
              <a:off x="5754317" y="6095827"/>
              <a:ext cx="89890" cy="711471"/>
            </p14:xfrm>
          </p:contentPart>
        </mc:Choice>
        <mc:Fallback xmlns="">
          <p:sp>
            <p:nvSpPr>
              <p:cNvPr id="1049368" name=""/>
              <p:cNvSpPr/>
              <p:nvPr/>
            </p:nvSpPr>
            <p:spPr>
              <a:xfrm>
                <a:off x="5754317" y="6095827"/>
                <a:ext cx="89890" cy="711471"/>
              </a:xfrm>
            </p:spPr>
          </p:sp>
        </mc:Fallback>
      </mc:AlternateContent>
      <mc:AlternateContent xmlns:mc="http://schemas.openxmlformats.org/markup-compatibility/2006" xmlns:p14="http://schemas.microsoft.com/office/powerpoint/2010/main">
        <mc:Choice Requires="p14">
          <p:contentPart p14:bwMode="auto" r:id="rId54">
            <p14:nvContentPartPr>
              <p14:cNvPr id="1049369" name="墨迹 1049368"/>
              <p14:cNvContentPartPr/>
              <p14:nvPr/>
            </p14:nvContentPartPr>
            <p14:xfrm>
              <a:off x="5927510" y="6386113"/>
              <a:ext cx="88887" cy="194540"/>
            </p14:xfrm>
          </p:contentPart>
        </mc:Choice>
        <mc:Fallback xmlns="">
          <p:sp>
            <p:nvSpPr>
              <p:cNvPr id="1049369" name=""/>
              <p:cNvSpPr/>
              <p:nvPr/>
            </p:nvSpPr>
            <p:spPr>
              <a:xfrm>
                <a:off x="5927510" y="6386113"/>
                <a:ext cx="88887" cy="194540"/>
              </a:xfrm>
            </p:spPr>
          </p:sp>
        </mc:Fallback>
      </mc:AlternateContent>
      <mc:AlternateContent xmlns:mc="http://schemas.openxmlformats.org/markup-compatibility/2006" xmlns:p14="http://schemas.microsoft.com/office/powerpoint/2010/main">
        <mc:Choice Requires="p14">
          <p:contentPart p14:bwMode="auto" r:id="rId55">
            <p14:nvContentPartPr>
              <p14:cNvPr id="1049370" name="墨迹 1049369"/>
              <p14:cNvContentPartPr/>
              <p14:nvPr/>
            </p14:nvContentPartPr>
            <p14:xfrm>
              <a:off x="6100263" y="6385887"/>
              <a:ext cx="210930" cy="191532"/>
            </p14:xfrm>
          </p:contentPart>
        </mc:Choice>
        <mc:Fallback xmlns="">
          <p:sp>
            <p:nvSpPr>
              <p:cNvPr id="1049370" name=""/>
              <p:cNvSpPr/>
              <p:nvPr/>
            </p:nvSpPr>
            <p:spPr>
              <a:xfrm>
                <a:off x="6100263" y="6385887"/>
                <a:ext cx="210930" cy="191532"/>
              </a:xfrm>
            </p:spPr>
          </p:sp>
        </mc:Fallback>
      </mc:AlternateContent>
      <mc:AlternateContent xmlns:mc="http://schemas.openxmlformats.org/markup-compatibility/2006" xmlns:p14="http://schemas.microsoft.com/office/powerpoint/2010/main">
        <mc:Choice Requires="p14">
          <p:contentPart p14:bwMode="auto" r:id="rId56">
            <p14:nvContentPartPr>
              <p14:cNvPr id="1049371" name="墨迹 1049370"/>
              <p14:cNvContentPartPr/>
              <p14:nvPr/>
            </p14:nvContentPartPr>
            <p14:xfrm>
              <a:off x="6428923" y="6099325"/>
              <a:ext cx="232520" cy="221291"/>
            </p14:xfrm>
          </p:contentPart>
        </mc:Choice>
        <mc:Fallback xmlns="">
          <p:sp>
            <p:nvSpPr>
              <p:cNvPr id="1049371" name=""/>
              <p:cNvSpPr/>
              <p:nvPr/>
            </p:nvSpPr>
            <p:spPr>
              <a:xfrm>
                <a:off x="6428923" y="6099325"/>
                <a:ext cx="232520" cy="221291"/>
              </a:xfrm>
            </p:spPr>
          </p:sp>
        </mc:Fallback>
      </mc:AlternateContent>
      <mc:AlternateContent xmlns:mc="http://schemas.openxmlformats.org/markup-compatibility/2006" xmlns:p14="http://schemas.microsoft.com/office/powerpoint/2010/main">
        <mc:Choice Requires="p14">
          <p:contentPart p14:bwMode="auto" r:id="rId57">
            <p14:nvContentPartPr>
              <p14:cNvPr id="1049372" name="墨迹 1049371"/>
              <p14:cNvContentPartPr/>
              <p14:nvPr/>
            </p14:nvContentPartPr>
            <p14:xfrm>
              <a:off x="6536676" y="6171896"/>
              <a:ext cx="55177" cy="463714"/>
            </p14:xfrm>
          </p:contentPart>
        </mc:Choice>
        <mc:Fallback xmlns="">
          <p:sp>
            <p:nvSpPr>
              <p:cNvPr id="1049372" name=""/>
              <p:cNvSpPr/>
              <p:nvPr/>
            </p:nvSpPr>
            <p:spPr>
              <a:xfrm>
                <a:off x="6536676" y="6171896"/>
                <a:ext cx="55177" cy="463714"/>
              </a:xfrm>
            </p:spPr>
          </p:sp>
        </mc:Fallback>
      </mc:AlternateContent>
      <mc:AlternateContent xmlns:mc="http://schemas.openxmlformats.org/markup-compatibility/2006" xmlns:p14="http://schemas.microsoft.com/office/powerpoint/2010/main">
        <mc:Choice Requires="p14">
          <p:contentPart p14:bwMode="auto" r:id="rId58">
            <p14:nvContentPartPr>
              <p14:cNvPr id="1049373" name="墨迹 1049372"/>
              <p14:cNvContentPartPr/>
              <p14:nvPr/>
            </p14:nvContentPartPr>
            <p14:xfrm>
              <a:off x="6744699" y="6051236"/>
              <a:ext cx="28268" cy="107151"/>
            </p14:xfrm>
          </p:contentPart>
        </mc:Choice>
        <mc:Fallback xmlns="">
          <p:sp>
            <p:nvSpPr>
              <p:cNvPr id="1049373" name=""/>
              <p:cNvSpPr/>
              <p:nvPr/>
            </p:nvSpPr>
            <p:spPr>
              <a:xfrm>
                <a:off x="6744699" y="6051236"/>
                <a:ext cx="28268" cy="107151"/>
              </a:xfrm>
            </p:spPr>
          </p:sp>
        </mc:Fallback>
      </mc:AlternateContent>
      <mc:AlternateContent xmlns:mc="http://schemas.openxmlformats.org/markup-compatibility/2006" xmlns:p14="http://schemas.microsoft.com/office/powerpoint/2010/main">
        <mc:Choice Requires="p14">
          <p:contentPart p14:bwMode="auto" r:id="rId59">
            <p14:nvContentPartPr>
              <p14:cNvPr id="1049374" name="墨迹 1049373"/>
              <p14:cNvContentPartPr/>
              <p14:nvPr/>
            </p14:nvContentPartPr>
            <p14:xfrm>
              <a:off x="6564891" y="6113517"/>
              <a:ext cx="303314" cy="551081"/>
            </p14:xfrm>
          </p:contentPart>
        </mc:Choice>
        <mc:Fallback xmlns="">
          <p:sp>
            <p:nvSpPr>
              <p:cNvPr id="1049374" name=""/>
              <p:cNvSpPr/>
              <p:nvPr/>
            </p:nvSpPr>
            <p:spPr>
              <a:xfrm>
                <a:off x="6564891" y="6113517"/>
                <a:ext cx="303314" cy="551081"/>
              </a:xfrm>
            </p:spPr>
          </p:sp>
        </mc:Fallback>
      </mc:AlternateContent>
      <mc:AlternateContent xmlns:mc="http://schemas.openxmlformats.org/markup-compatibility/2006" xmlns:p14="http://schemas.microsoft.com/office/powerpoint/2010/main">
        <mc:Choice Requires="p14">
          <p:contentPart p14:bwMode="auto" r:id="rId60">
            <p14:nvContentPartPr>
              <p14:cNvPr id="1049375" name="墨迹 1049374"/>
              <p14:cNvContentPartPr/>
              <p14:nvPr/>
            </p14:nvContentPartPr>
            <p14:xfrm>
              <a:off x="6691846" y="6324908"/>
              <a:ext cx="10638" cy="219438"/>
            </p14:xfrm>
          </p:contentPart>
        </mc:Choice>
        <mc:Fallback xmlns="">
          <p:sp>
            <p:nvSpPr>
              <p:cNvPr id="1049375" name=""/>
              <p:cNvSpPr/>
              <p:nvPr/>
            </p:nvSpPr>
            <p:spPr>
              <a:xfrm>
                <a:off x="6691846" y="6324908"/>
                <a:ext cx="10638" cy="219438"/>
              </a:xfrm>
            </p:spPr>
          </p:sp>
        </mc:Fallback>
      </mc:AlternateContent>
      <mc:AlternateContent xmlns:mc="http://schemas.openxmlformats.org/markup-compatibility/2006" xmlns:p14="http://schemas.microsoft.com/office/powerpoint/2010/main">
        <mc:Choice Requires="p14">
          <p:contentPart p14:bwMode="auto" r:id="rId61">
            <p14:nvContentPartPr>
              <p14:cNvPr id="1049376" name="墨迹 1049375"/>
              <p14:cNvContentPartPr/>
              <p14:nvPr/>
            </p14:nvContentPartPr>
            <p14:xfrm>
              <a:off x="6782780" y="6262691"/>
              <a:ext cx="215876" cy="279617"/>
            </p14:xfrm>
          </p:contentPart>
        </mc:Choice>
        <mc:Fallback xmlns="">
          <p:sp>
            <p:nvSpPr>
              <p:cNvPr id="1049376" name=""/>
              <p:cNvSpPr/>
              <p:nvPr/>
            </p:nvSpPr>
            <p:spPr>
              <a:xfrm>
                <a:off x="6782780" y="6262691"/>
                <a:ext cx="215876" cy="279617"/>
              </a:xfrm>
            </p:spPr>
          </p:sp>
        </mc:Fallback>
      </mc:AlternateContent>
      <mc:AlternateContent xmlns:mc="http://schemas.openxmlformats.org/markup-compatibility/2006" xmlns:p14="http://schemas.microsoft.com/office/powerpoint/2010/main">
        <mc:Choice Requires="p14">
          <p:contentPart p14:bwMode="auto" r:id="rId62">
            <p14:nvContentPartPr>
              <p14:cNvPr id="1049377" name="墨迹 1049376"/>
              <p14:cNvContentPartPr/>
              <p14:nvPr/>
            </p14:nvContentPartPr>
            <p14:xfrm>
              <a:off x="6715867" y="6349910"/>
              <a:ext cx="269349" cy="98282"/>
            </p14:xfrm>
          </p:contentPart>
        </mc:Choice>
        <mc:Fallback xmlns="">
          <p:sp>
            <p:nvSpPr>
              <p:cNvPr id="1049377" name=""/>
              <p:cNvSpPr/>
              <p:nvPr/>
            </p:nvSpPr>
            <p:spPr>
              <a:xfrm>
                <a:off x="6715867" y="6349910"/>
                <a:ext cx="269349" cy="98282"/>
              </a:xfrm>
            </p:spPr>
          </p:sp>
        </mc:Fallback>
      </mc:AlternateContent>
      <mc:AlternateContent xmlns:mc="http://schemas.openxmlformats.org/markup-compatibility/2006" xmlns:p14="http://schemas.microsoft.com/office/powerpoint/2010/main">
        <mc:Choice Requires="p14">
          <p:contentPart p14:bwMode="auto" r:id="rId63">
            <p14:nvContentPartPr>
              <p14:cNvPr id="1049378" name="墨迹 1049377"/>
              <p14:cNvContentPartPr/>
              <p14:nvPr/>
            </p14:nvContentPartPr>
            <p14:xfrm>
              <a:off x="6749070" y="6304560"/>
              <a:ext cx="164498" cy="387276"/>
            </p14:xfrm>
          </p:contentPart>
        </mc:Choice>
        <mc:Fallback xmlns="">
          <p:sp>
            <p:nvSpPr>
              <p:cNvPr id="1049378" name=""/>
              <p:cNvSpPr/>
              <p:nvPr/>
            </p:nvSpPr>
            <p:spPr>
              <a:xfrm>
                <a:off x="6749070" y="6304560"/>
                <a:ext cx="164498" cy="387276"/>
              </a:xfrm>
            </p:spPr>
          </p:sp>
        </mc:Fallback>
      </mc:AlternateContent>
      <mc:AlternateContent xmlns:mc="http://schemas.openxmlformats.org/markup-compatibility/2006" xmlns:p14="http://schemas.microsoft.com/office/powerpoint/2010/main">
        <mc:Choice Requires="p14">
          <p:contentPart p14:bwMode="auto" r:id="rId64">
            <p14:nvContentPartPr>
              <p14:cNvPr id="1049379" name="墨迹 1049378"/>
              <p14:cNvContentPartPr/>
              <p14:nvPr/>
            </p14:nvContentPartPr>
            <p14:xfrm>
              <a:off x="7030376" y="6057355"/>
              <a:ext cx="365962" cy="602859"/>
            </p14:xfrm>
          </p:contentPart>
        </mc:Choice>
        <mc:Fallback xmlns="">
          <p:sp>
            <p:nvSpPr>
              <p:cNvPr id="1049379" name=""/>
              <p:cNvSpPr/>
              <p:nvPr/>
            </p:nvSpPr>
            <p:spPr>
              <a:xfrm>
                <a:off x="7030376" y="6057355"/>
                <a:ext cx="365962" cy="602859"/>
              </a:xfrm>
            </p:spPr>
          </p:sp>
        </mc:Fallback>
      </mc:AlternateContent>
      <mc:AlternateContent xmlns:mc="http://schemas.openxmlformats.org/markup-compatibility/2006" xmlns:p14="http://schemas.microsoft.com/office/powerpoint/2010/main">
        <mc:Choice Requires="p14">
          <p:contentPart p14:bwMode="auto" r:id="rId65">
            <p14:nvContentPartPr>
              <p14:cNvPr id="1049380" name="墨迹 1049379"/>
              <p14:cNvContentPartPr/>
              <p14:nvPr/>
            </p14:nvContentPartPr>
            <p14:xfrm>
              <a:off x="7033758" y="6315290"/>
              <a:ext cx="212955" cy="202859"/>
            </p14:xfrm>
          </p:contentPart>
        </mc:Choice>
        <mc:Fallback xmlns="">
          <p:sp>
            <p:nvSpPr>
              <p:cNvPr id="1049380" name=""/>
              <p:cNvSpPr/>
              <p:nvPr/>
            </p:nvSpPr>
            <p:spPr>
              <a:xfrm>
                <a:off x="7033758" y="6315290"/>
                <a:ext cx="212955" cy="202859"/>
              </a:xfrm>
            </p:spPr>
          </p:sp>
        </mc:Fallback>
      </mc:AlternateContent>
      <mc:AlternateContent xmlns:mc="http://schemas.openxmlformats.org/markup-compatibility/2006" xmlns:p14="http://schemas.microsoft.com/office/powerpoint/2010/main">
        <mc:Choice Requires="p14">
          <p:contentPart p14:bwMode="auto" r:id="rId66">
            <p14:nvContentPartPr>
              <p14:cNvPr id="1049381" name="墨迹 1049380"/>
              <p14:cNvContentPartPr/>
              <p14:nvPr/>
            </p14:nvContentPartPr>
            <p14:xfrm>
              <a:off x="7292432" y="6333651"/>
              <a:ext cx="11625" cy="183068"/>
            </p14:xfrm>
          </p:contentPart>
        </mc:Choice>
        <mc:Fallback xmlns="">
          <p:sp>
            <p:nvSpPr>
              <p:cNvPr id="1049381" name=""/>
              <p:cNvSpPr/>
              <p:nvPr/>
            </p:nvSpPr>
            <p:spPr>
              <a:xfrm>
                <a:off x="7292432" y="6333651"/>
                <a:ext cx="11625" cy="183068"/>
              </a:xfrm>
            </p:spPr>
          </p:sp>
        </mc:Fallback>
      </mc:AlternateContent>
      <mc:AlternateContent xmlns:mc="http://schemas.openxmlformats.org/markup-compatibility/2006" xmlns:p14="http://schemas.microsoft.com/office/powerpoint/2010/main">
        <mc:Choice Requires="p14">
          <p:contentPart p14:bwMode="auto" r:id="rId67">
            <p14:nvContentPartPr>
              <p14:cNvPr id="1049382" name="墨迹 1049381"/>
              <p14:cNvContentPartPr/>
              <p14:nvPr/>
            </p14:nvContentPartPr>
            <p14:xfrm>
              <a:off x="7366528" y="5992654"/>
              <a:ext cx="203445" cy="372123"/>
            </p14:xfrm>
          </p:contentPart>
        </mc:Choice>
        <mc:Fallback xmlns="">
          <p:sp>
            <p:nvSpPr>
              <p:cNvPr id="1049382" name=""/>
              <p:cNvSpPr/>
              <p:nvPr/>
            </p:nvSpPr>
            <p:spPr>
              <a:xfrm>
                <a:off x="7366528" y="5992654"/>
                <a:ext cx="203445" cy="372123"/>
              </a:xfrm>
            </p:spPr>
          </p:sp>
        </mc:Fallback>
      </mc:AlternateContent>
      <mc:AlternateContent xmlns:mc="http://schemas.openxmlformats.org/markup-compatibility/2006" xmlns:p14="http://schemas.microsoft.com/office/powerpoint/2010/main">
        <mc:Choice Requires="p14">
          <p:contentPart p14:bwMode="auto" r:id="rId68">
            <p14:nvContentPartPr>
              <p14:cNvPr id="1049383" name="墨迹 1049382"/>
              <p14:cNvContentPartPr/>
              <p14:nvPr/>
            </p14:nvContentPartPr>
            <p14:xfrm>
              <a:off x="7335017" y="6217619"/>
              <a:ext cx="271645" cy="377806"/>
            </p14:xfrm>
          </p:contentPart>
        </mc:Choice>
        <mc:Fallback xmlns="">
          <p:sp>
            <p:nvSpPr>
              <p:cNvPr id="1049383" name=""/>
              <p:cNvSpPr/>
              <p:nvPr/>
            </p:nvSpPr>
            <p:spPr>
              <a:xfrm>
                <a:off x="7335017" y="6217619"/>
                <a:ext cx="271645" cy="377806"/>
              </a:xfrm>
            </p:spPr>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78" name="Rectangle 17"/>
          <p:cNvSpPr>
            <a:spLocks noChangeArrowheads="1"/>
          </p:cNvSpPr>
          <p:nvPr/>
        </p:nvSpPr>
        <p:spPr bwMode="auto">
          <a:xfrm>
            <a:off x="2057400" y="3124200"/>
            <a:ext cx="8153400" cy="3429000"/>
          </a:xfrm>
          <a:prstGeom prst="rect">
            <a:avLst/>
          </a:prstGeom>
          <a:no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979" name="Text Box 3"/>
          <p:cNvSpPr txBox="1">
            <a:spLocks noChangeArrowheads="1"/>
          </p:cNvSpPr>
          <p:nvPr/>
        </p:nvSpPr>
        <p:spPr bwMode="auto">
          <a:xfrm>
            <a:off x="2498725" y="2166938"/>
            <a:ext cx="5570538" cy="400050"/>
          </a:xfrm>
          <a:prstGeom prst="rect">
            <a:avLst/>
          </a:prstGeom>
          <a:noFill/>
          <a:ln>
            <a:noFill/>
          </a:ln>
          <a:effectLst/>
        </p:spPr>
        <p:txBody>
          <a:bodyPr wrap="none">
            <a:spAutoFit/>
          </a:bodyPr>
          <a:lstStyle/>
          <a:p>
            <a:pPr eaLnBrk="1" hangingPunct="1"/>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例：数字图像</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S</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和结构元素</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E</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，求腐蚀结果如下：</a:t>
            </a:r>
          </a:p>
        </p:txBody>
      </p:sp>
      <p:graphicFrame>
        <p:nvGraphicFramePr>
          <p:cNvPr id="4194325" name="Object 4"/>
          <p:cNvGraphicFramePr>
            <a:graphicFrameLocks noChangeAspect="1"/>
          </p:cNvGraphicFramePr>
          <p:nvPr/>
        </p:nvGraphicFramePr>
        <p:xfrm>
          <a:off x="2362200" y="3429000"/>
          <a:ext cx="2794000" cy="1422400"/>
        </p:xfrm>
        <a:graphic>
          <a:graphicData uri="http://schemas.openxmlformats.org/presentationml/2006/ole">
            <mc:AlternateContent xmlns:mc="http://schemas.openxmlformats.org/markup-compatibility/2006">
              <mc:Choice xmlns:v="urn:schemas-microsoft-com:vml" Requires="v">
                <p:oleObj name="Microsoft Equation 3.0" r:id="rId2" imgW="1397000" imgH="711200" progId="Equation.3">
                  <p:embed/>
                </p:oleObj>
              </mc:Choice>
              <mc:Fallback>
                <p:oleObj name="Microsoft Equation 3.0" r:id="rId2" imgW="1397000" imgH="711200" progId="Equation.3">
                  <p:embed/>
                  <p:pic>
                    <p:nvPicPr>
                      <p:cNvPr id="2097194" name="Object 4"/>
                      <p:cNvPicPr>
                        <a:picLocks noChangeAspect="1" noChangeArrowheads="1"/>
                      </p:cNvPicPr>
                      <p:nvPr/>
                    </p:nvPicPr>
                    <p:blipFill>
                      <a:blip r:embed="rId3"/>
                      <a:srcRect/>
                      <a:stretch>
                        <a:fillRect/>
                      </a:stretch>
                    </p:blipFill>
                    <p:spPr bwMode="auto">
                      <a:xfrm>
                        <a:off x="2362200" y="3429000"/>
                        <a:ext cx="2794000" cy="1422400"/>
                      </a:xfrm>
                      <a:prstGeom prst="rect">
                        <a:avLst/>
                      </a:prstGeom>
                      <a:noFill/>
                      <a:ln>
                        <a:noFill/>
                      </a:ln>
                      <a:effectLst/>
                    </p:spPr>
                  </p:pic>
                </p:oleObj>
              </mc:Fallback>
            </mc:AlternateContent>
          </a:graphicData>
        </a:graphic>
      </p:graphicFrame>
      <p:graphicFrame>
        <p:nvGraphicFramePr>
          <p:cNvPr id="4194326" name="Object 5"/>
          <p:cNvGraphicFramePr>
            <a:graphicFrameLocks noChangeAspect="1"/>
          </p:cNvGraphicFramePr>
          <p:nvPr/>
        </p:nvGraphicFramePr>
        <p:xfrm>
          <a:off x="3429000" y="5229225"/>
          <a:ext cx="1765300" cy="942975"/>
        </p:xfrm>
        <a:graphic>
          <a:graphicData uri="http://schemas.openxmlformats.org/presentationml/2006/ole">
            <mc:AlternateContent xmlns:mc="http://schemas.openxmlformats.org/markup-compatibility/2006">
              <mc:Choice xmlns:v="urn:schemas-microsoft-com:vml" Requires="v">
                <p:oleObj name="Microsoft Equation 3.0" r:id="rId4" imgW="736600" imgH="457200" progId="Equation.3">
                  <p:embed/>
                </p:oleObj>
              </mc:Choice>
              <mc:Fallback>
                <p:oleObj name="Microsoft Equation 3.0" r:id="rId4" imgW="736600" imgH="457200" progId="Equation.3">
                  <p:embed/>
                  <p:pic>
                    <p:nvPicPr>
                      <p:cNvPr id="2097195" name="Object 5"/>
                      <p:cNvPicPr>
                        <a:picLocks noChangeAspect="1" noChangeArrowheads="1"/>
                      </p:cNvPicPr>
                      <p:nvPr/>
                    </p:nvPicPr>
                    <p:blipFill>
                      <a:blip r:embed="rId5"/>
                      <a:srcRect/>
                      <a:stretch>
                        <a:fillRect/>
                      </a:stretch>
                    </p:blipFill>
                    <p:spPr bwMode="auto">
                      <a:xfrm>
                        <a:off x="3429000" y="5229225"/>
                        <a:ext cx="1765300" cy="942975"/>
                      </a:xfrm>
                      <a:prstGeom prst="rect">
                        <a:avLst/>
                      </a:prstGeom>
                      <a:noFill/>
                      <a:ln>
                        <a:noFill/>
                      </a:ln>
                      <a:effectLst/>
                    </p:spPr>
                  </p:pic>
                </p:oleObj>
              </mc:Fallback>
            </mc:AlternateContent>
          </a:graphicData>
        </a:graphic>
      </p:graphicFrame>
      <p:graphicFrame>
        <p:nvGraphicFramePr>
          <p:cNvPr id="4194327" name="Object 13"/>
          <p:cNvGraphicFramePr>
            <a:graphicFrameLocks noChangeAspect="1"/>
          </p:cNvGraphicFramePr>
          <p:nvPr/>
        </p:nvGraphicFramePr>
        <p:xfrm>
          <a:off x="7353300" y="4165600"/>
          <a:ext cx="2590800" cy="1422400"/>
        </p:xfrm>
        <a:graphic>
          <a:graphicData uri="http://schemas.openxmlformats.org/presentationml/2006/ole">
            <mc:AlternateContent xmlns:mc="http://schemas.openxmlformats.org/markup-compatibility/2006">
              <mc:Choice xmlns:v="urn:schemas-microsoft-com:vml" Requires="v">
                <p:oleObj name="Equation" r:id="rId6" imgW="1295400" imgH="711200" progId="Equation.3">
                  <p:embed/>
                </p:oleObj>
              </mc:Choice>
              <mc:Fallback>
                <p:oleObj name="Equation" r:id="rId6" imgW="1295400" imgH="711200" progId="Equation.3">
                  <p:embed/>
                  <p:pic>
                    <p:nvPicPr>
                      <p:cNvPr id="2097196" name="Object 13"/>
                      <p:cNvPicPr>
                        <a:picLocks noChangeAspect="1" noChangeArrowheads="1"/>
                      </p:cNvPicPr>
                      <p:nvPr/>
                    </p:nvPicPr>
                    <p:blipFill>
                      <a:blip r:embed="rId7"/>
                      <a:srcRect/>
                      <a:stretch>
                        <a:fillRect/>
                      </a:stretch>
                    </p:blipFill>
                    <p:spPr bwMode="auto">
                      <a:xfrm>
                        <a:off x="7353300" y="4165600"/>
                        <a:ext cx="2590800" cy="1422400"/>
                      </a:xfrm>
                      <a:prstGeom prst="rect">
                        <a:avLst/>
                      </a:prstGeom>
                      <a:noFill/>
                      <a:ln>
                        <a:noFill/>
                      </a:ln>
                      <a:effectLst/>
                    </p:spPr>
                  </p:pic>
                </p:oleObj>
              </mc:Fallback>
            </mc:AlternateContent>
          </a:graphicData>
        </a:graphic>
      </p:graphicFrame>
      <p:sp>
        <p:nvSpPr>
          <p:cNvPr id="1048980" name="AutoShape 15"/>
          <p:cNvSpPr/>
          <p:nvPr/>
        </p:nvSpPr>
        <p:spPr bwMode="auto">
          <a:xfrm>
            <a:off x="5181600" y="4038600"/>
            <a:ext cx="381000" cy="1752600"/>
          </a:xfrm>
          <a:prstGeom prst="rightBrace">
            <a:avLst>
              <a:gd name="adj1" fmla="val 38333"/>
              <a:gd name="adj2" fmla="val 50000"/>
            </a:avLst>
          </a:prstGeom>
          <a:no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981" name="AutoShape 16"/>
          <p:cNvSpPr>
            <a:spLocks noChangeArrowheads="1"/>
          </p:cNvSpPr>
          <p:nvPr/>
        </p:nvSpPr>
        <p:spPr bwMode="auto">
          <a:xfrm>
            <a:off x="5791200" y="4800600"/>
            <a:ext cx="609600" cy="152400"/>
          </a:xfrm>
          <a:prstGeom prst="rightArrow">
            <a:avLst>
              <a:gd name="adj1" fmla="val 50000"/>
              <a:gd name="adj2" fmla="val 100000"/>
            </a:avLst>
          </a:prstGeom>
          <a:solidFill>
            <a:schemeClr val="accent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982"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zh-CN" altLang="en-US" sz="2000" b="1" dirty="0">
                <a:solidFill>
                  <a:schemeClr val="bg1">
                    <a:lumMod val="50000"/>
                  </a:schemeClr>
                </a:solidFill>
                <a:latin typeface="黑体" panose="02010609060101010101" pitchFamily="49" charset="-122"/>
                <a:ea typeface="黑体" panose="02010609060101010101" pitchFamily="49" charset="-122"/>
              </a:rPr>
              <a:t>腐蚀与膨胀</a:t>
            </a:r>
            <a:endParaRPr lang="zh-CN" altLang="en-US" sz="2000" b="1" dirty="0">
              <a:solidFill>
                <a:schemeClr val="bg1">
                  <a:lumMod val="50000"/>
                </a:schemeClr>
              </a:solidFill>
              <a:latin typeface="宋体" panose="02010600030101010101" pitchFamily="2" charset="-122"/>
            </a:endParaRPr>
          </a:p>
        </p:txBody>
      </p:sp>
      <p:sp>
        <p:nvSpPr>
          <p:cNvPr id="1048983" name="TextBox 27"/>
          <p:cNvSpPr txBox="1"/>
          <p:nvPr/>
        </p:nvSpPr>
        <p:spPr>
          <a:xfrm>
            <a:off x="1012825" y="177800"/>
            <a:ext cx="46151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二、 数学形态学基本算法</a:t>
            </a:r>
          </a:p>
        </p:txBody>
      </p:sp>
      <p:sp>
        <p:nvSpPr>
          <p:cNvPr id="1048984"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48985" name="文本框 13"/>
          <p:cNvSpPr txBox="1"/>
          <p:nvPr/>
        </p:nvSpPr>
        <p:spPr>
          <a:xfrm>
            <a:off x="6601438" y="4666734"/>
            <a:ext cx="6096000" cy="400110"/>
          </a:xfrm>
          <a:prstGeom prst="rect">
            <a:avLst/>
          </a:prstGeom>
          <a:noFill/>
        </p:spPr>
        <p:txBody>
          <a:bodyPr wrap="square">
            <a:spAutoFit/>
          </a:bodyPr>
          <a:lstStyle/>
          <a:p>
            <a:r>
              <a:rPr lang="en-US" altLang="zh-CN" sz="2000" i="1" dirty="0">
                <a:solidFill>
                  <a:schemeClr val="accent1"/>
                </a:solidFill>
                <a:latin typeface="Times New Roman" panose="02020603050405020304" pitchFamily="18" charset="0"/>
                <a:ea typeface="黑体" panose="02010609060101010101" pitchFamily="49" charset="-122"/>
                <a:cs typeface="Times New Roman" panose="02020603050405020304" pitchFamily="18" charset="0"/>
              </a:rPr>
              <a:t>S</a:t>
            </a:r>
            <a:r>
              <a:rPr lang="en-US" altLang="zh-CN" sz="2000" dirty="0">
                <a:solidFill>
                  <a:schemeClr val="accent1"/>
                </a:solidFill>
                <a:latin typeface="Times New Roman" panose="02020603050405020304" pitchFamily="18" charset="0"/>
                <a:ea typeface="黑体" panose="02010609060101010101" pitchFamily="49" charset="-122"/>
                <a:cs typeface="Times New Roman" panose="02020603050405020304" pitchFamily="18" charset="0"/>
              </a:rPr>
              <a:t> ⊖ </a:t>
            </a:r>
            <a:r>
              <a:rPr lang="en-US" altLang="zh-CN" sz="2000" i="1" dirty="0">
                <a:solidFill>
                  <a:schemeClr val="accent1"/>
                </a:solidFill>
                <a:latin typeface="Times New Roman" panose="02020603050405020304" pitchFamily="18" charset="0"/>
                <a:ea typeface="黑体" panose="02010609060101010101" pitchFamily="49" charset="-122"/>
                <a:cs typeface="Times New Roman" panose="02020603050405020304" pitchFamily="18" charset="0"/>
              </a:rPr>
              <a:t>E</a:t>
            </a:r>
            <a:endParaRPr lang="zh-CN" altLang="en-US" sz="2000" dirty="0">
              <a:solidFill>
                <a:schemeClr val="accent1"/>
              </a:solidFill>
            </a:endParaRPr>
          </a:p>
        </p:txBody>
      </p:sp>
      <mc:AlternateContent xmlns:mc="http://schemas.openxmlformats.org/markup-compatibility/2006" xmlns:p14="http://schemas.microsoft.com/office/powerpoint/2010/main">
        <mc:Choice Requires="p14">
          <p:contentPart p14:bwMode="auto" r:id="rId8">
            <p14:nvContentPartPr>
              <p14:cNvPr id="1048986" name="墨迹 1048985"/>
              <p14:cNvContentPartPr/>
              <p14:nvPr/>
            </p14:nvContentPartPr>
            <p14:xfrm>
              <a:off x="488571" y="5117068"/>
              <a:ext cx="130770" cy="259019"/>
            </p14:xfrm>
          </p:contentPart>
        </mc:Choice>
        <mc:Fallback xmlns="">
          <p:sp>
            <p:nvSpPr>
              <p:cNvPr id="1048986" name=""/>
              <p:cNvSpPr/>
              <p:nvPr/>
            </p:nvSpPr>
            <p:spPr>
              <a:xfrm>
                <a:off x="488571" y="5117068"/>
                <a:ext cx="130770" cy="259019"/>
              </a:xfrm>
            </p:spPr>
          </p:sp>
        </mc:Fallback>
      </mc:AlternateContent>
      <mc:AlternateContent xmlns:mc="http://schemas.openxmlformats.org/markup-compatibility/2006" xmlns:p14="http://schemas.microsoft.com/office/powerpoint/2010/main">
        <mc:Choice Requires="p14">
          <p:contentPart p14:bwMode="auto" r:id="rId9">
            <p14:nvContentPartPr>
              <p14:cNvPr id="1048987" name="墨迹 1048986"/>
              <p14:cNvContentPartPr/>
              <p14:nvPr/>
            </p14:nvContentPartPr>
            <p14:xfrm>
              <a:off x="724616" y="5095568"/>
              <a:ext cx="0" cy="0"/>
            </p14:xfrm>
          </p:contentPart>
        </mc:Choice>
        <mc:Fallback xmlns="">
          <p:sp>
            <p:nvSpPr>
              <p:cNvPr id="1048987" name=""/>
              <p:cNvSpPr/>
              <p:nvPr/>
            </p:nvSpPr>
            <p:spPr>
              <a:xfrm>
                <a:off x="724616" y="5095568"/>
                <a:ext cx="0" cy="0"/>
              </a:xfrm>
            </p:spPr>
          </p:sp>
        </mc:Fallback>
      </mc:AlternateContent>
      <mc:AlternateContent xmlns:mc="http://schemas.openxmlformats.org/markup-compatibility/2006" xmlns:p14="http://schemas.microsoft.com/office/powerpoint/2010/main">
        <mc:Choice Requires="p14">
          <p:contentPart p14:bwMode="auto" r:id="rId10">
            <p14:nvContentPartPr>
              <p14:cNvPr id="1048988" name="墨迹 1048987"/>
              <p14:cNvContentPartPr/>
              <p14:nvPr/>
            </p14:nvContentPartPr>
            <p14:xfrm>
              <a:off x="842384" y="5025619"/>
              <a:ext cx="65272" cy="9881"/>
            </p14:xfrm>
          </p:contentPart>
        </mc:Choice>
        <mc:Fallback xmlns="">
          <p:sp>
            <p:nvSpPr>
              <p:cNvPr id="1048988" name=""/>
              <p:cNvSpPr/>
              <p:nvPr/>
            </p:nvSpPr>
            <p:spPr>
              <a:xfrm>
                <a:off x="842384" y="5025619"/>
                <a:ext cx="65272" cy="9881"/>
              </a:xfrm>
            </p:spPr>
          </p:sp>
        </mc:Fallback>
      </mc:AlternateContent>
      <mc:AlternateContent xmlns:mc="http://schemas.openxmlformats.org/markup-compatibility/2006" xmlns:p14="http://schemas.microsoft.com/office/powerpoint/2010/main">
        <mc:Choice Requires="p14">
          <p:contentPart p14:bwMode="auto" r:id="rId11">
            <p14:nvContentPartPr>
              <p14:cNvPr id="1048989" name="墨迹 1048988"/>
              <p14:cNvContentPartPr/>
              <p14:nvPr/>
            </p14:nvContentPartPr>
            <p14:xfrm>
              <a:off x="667666" y="5010756"/>
              <a:ext cx="188100" cy="379638"/>
            </p14:xfrm>
          </p:contentPart>
        </mc:Choice>
        <mc:Fallback xmlns="">
          <p:sp>
            <p:nvSpPr>
              <p:cNvPr id="1048989" name=""/>
              <p:cNvSpPr/>
              <p:nvPr/>
            </p:nvSpPr>
            <p:spPr>
              <a:xfrm>
                <a:off x="667666" y="5010756"/>
                <a:ext cx="188100" cy="379638"/>
              </a:xfrm>
            </p:spPr>
          </p:sp>
        </mc:Fallback>
      </mc:AlternateContent>
      <mc:AlternateContent xmlns:mc="http://schemas.openxmlformats.org/markup-compatibility/2006" xmlns:p14="http://schemas.microsoft.com/office/powerpoint/2010/main">
        <mc:Choice Requires="p14">
          <p:contentPart p14:bwMode="auto" r:id="rId12">
            <p14:nvContentPartPr>
              <p14:cNvPr id="1048990" name="墨迹 1048989"/>
              <p14:cNvContentPartPr/>
              <p14:nvPr/>
            </p14:nvContentPartPr>
            <p14:xfrm>
              <a:off x="854875" y="5152401"/>
              <a:ext cx="9815" cy="266092"/>
            </p14:xfrm>
          </p:contentPart>
        </mc:Choice>
        <mc:Fallback xmlns="">
          <p:sp>
            <p:nvSpPr>
              <p:cNvPr id="1048990" name=""/>
              <p:cNvSpPr/>
              <p:nvPr/>
            </p:nvSpPr>
            <p:spPr>
              <a:xfrm>
                <a:off x="854875" y="5152401"/>
                <a:ext cx="9815" cy="266092"/>
              </a:xfrm>
            </p:spPr>
          </p:sp>
        </mc:Fallback>
      </mc:AlternateContent>
      <mc:AlternateContent xmlns:mc="http://schemas.openxmlformats.org/markup-compatibility/2006" xmlns:p14="http://schemas.microsoft.com/office/powerpoint/2010/main">
        <mc:Choice Requires="p14">
          <p:contentPart p14:bwMode="auto" r:id="rId13">
            <p14:nvContentPartPr>
              <p14:cNvPr id="1048991" name="墨迹 1048990"/>
              <p14:cNvContentPartPr/>
              <p14:nvPr/>
            </p14:nvContentPartPr>
            <p14:xfrm>
              <a:off x="901268" y="5196993"/>
              <a:ext cx="75316" cy="60592"/>
            </p14:xfrm>
          </p:contentPart>
        </mc:Choice>
        <mc:Fallback xmlns="">
          <p:sp>
            <p:nvSpPr>
              <p:cNvPr id="1048991" name=""/>
              <p:cNvSpPr/>
              <p:nvPr/>
            </p:nvSpPr>
            <p:spPr>
              <a:xfrm>
                <a:off x="901268" y="5196993"/>
                <a:ext cx="75316" cy="60592"/>
              </a:xfrm>
            </p:spPr>
          </p:sp>
        </mc:Fallback>
      </mc:AlternateContent>
      <mc:AlternateContent xmlns:mc="http://schemas.openxmlformats.org/markup-compatibility/2006" xmlns:p14="http://schemas.microsoft.com/office/powerpoint/2010/main">
        <mc:Choice Requires="p14">
          <p:contentPart p14:bwMode="auto" r:id="rId14">
            <p14:nvContentPartPr>
              <p14:cNvPr id="1048992" name="墨迹 1048991"/>
              <p14:cNvContentPartPr/>
              <p14:nvPr/>
            </p14:nvContentPartPr>
            <p14:xfrm>
              <a:off x="1030503" y="5060968"/>
              <a:ext cx="131151" cy="279686"/>
            </p14:xfrm>
          </p:contentPart>
        </mc:Choice>
        <mc:Fallback xmlns="">
          <p:sp>
            <p:nvSpPr>
              <p:cNvPr id="1048992" name=""/>
              <p:cNvSpPr/>
              <p:nvPr/>
            </p:nvSpPr>
            <p:spPr>
              <a:xfrm>
                <a:off x="1030503" y="5060968"/>
                <a:ext cx="131151" cy="279686"/>
              </a:xfrm>
            </p:spPr>
          </p:sp>
        </mc:Fallback>
      </mc:AlternateContent>
      <mc:AlternateContent xmlns:mc="http://schemas.openxmlformats.org/markup-compatibility/2006" xmlns:p14="http://schemas.microsoft.com/office/powerpoint/2010/main">
        <mc:Choice Requires="p14">
          <p:contentPart p14:bwMode="auto" r:id="rId15">
            <p14:nvContentPartPr>
              <p14:cNvPr id="1048993" name="墨迹 1048992"/>
              <p14:cNvContentPartPr/>
              <p14:nvPr/>
            </p14:nvContentPartPr>
            <p14:xfrm>
              <a:off x="1033311" y="5022223"/>
              <a:ext cx="346042" cy="298839"/>
            </p14:xfrm>
          </p:contentPart>
        </mc:Choice>
        <mc:Fallback xmlns="">
          <p:sp>
            <p:nvSpPr>
              <p:cNvPr id="1048993" name=""/>
              <p:cNvSpPr/>
              <p:nvPr/>
            </p:nvSpPr>
            <p:spPr>
              <a:xfrm>
                <a:off x="1033311" y="5022223"/>
                <a:ext cx="346042" cy="298839"/>
              </a:xfrm>
            </p:spPr>
          </p:sp>
        </mc:Fallback>
      </mc:AlternateContent>
      <mc:AlternateContent xmlns:mc="http://schemas.openxmlformats.org/markup-compatibility/2006" xmlns:p14="http://schemas.microsoft.com/office/powerpoint/2010/main">
        <mc:Choice Requires="p14">
          <p:contentPart p14:bwMode="auto" r:id="rId16">
            <p14:nvContentPartPr>
              <p14:cNvPr id="1048994" name="墨迹 1048993"/>
              <p14:cNvContentPartPr/>
              <p14:nvPr/>
            </p14:nvContentPartPr>
            <p14:xfrm>
              <a:off x="1410678" y="4897090"/>
              <a:ext cx="187382" cy="192425"/>
            </p14:xfrm>
          </p:contentPart>
        </mc:Choice>
        <mc:Fallback xmlns="">
          <p:sp>
            <p:nvSpPr>
              <p:cNvPr id="1048994" name=""/>
              <p:cNvSpPr/>
              <p:nvPr/>
            </p:nvSpPr>
            <p:spPr>
              <a:xfrm>
                <a:off x="1410678" y="4897090"/>
                <a:ext cx="187382" cy="192425"/>
              </a:xfrm>
            </p:spPr>
          </p:sp>
        </mc:Fallback>
      </mc:AlternateContent>
      <mc:AlternateContent xmlns:mc="http://schemas.openxmlformats.org/markup-compatibility/2006" xmlns:p14="http://schemas.microsoft.com/office/powerpoint/2010/main">
        <mc:Choice Requires="p14">
          <p:contentPart p14:bwMode="auto" r:id="rId17">
            <p14:nvContentPartPr>
              <p14:cNvPr id="1048995" name="墨迹 1048994"/>
              <p14:cNvContentPartPr/>
              <p14:nvPr/>
            </p14:nvContentPartPr>
            <p14:xfrm>
              <a:off x="1460205" y="4991520"/>
              <a:ext cx="100383" cy="292268"/>
            </p14:xfrm>
          </p:contentPart>
        </mc:Choice>
        <mc:Fallback xmlns="">
          <p:sp>
            <p:nvSpPr>
              <p:cNvPr id="1048995" name=""/>
              <p:cNvSpPr/>
              <p:nvPr/>
            </p:nvSpPr>
            <p:spPr>
              <a:xfrm>
                <a:off x="1460205" y="4991520"/>
                <a:ext cx="100383" cy="292268"/>
              </a:xfrm>
            </p:spPr>
          </p:sp>
        </mc:Fallback>
      </mc:AlternateContent>
      <mc:AlternateContent xmlns:mc="http://schemas.openxmlformats.org/markup-compatibility/2006" xmlns:p14="http://schemas.microsoft.com/office/powerpoint/2010/main">
        <mc:Choice Requires="p14">
          <p:contentPart p14:bwMode="auto" r:id="rId18">
            <p14:nvContentPartPr>
              <p14:cNvPr id="1048996" name="墨迹 1048995"/>
              <p14:cNvContentPartPr/>
              <p14:nvPr/>
            </p14:nvContentPartPr>
            <p14:xfrm>
              <a:off x="1399049" y="5103437"/>
              <a:ext cx="73213" cy="123173"/>
            </p14:xfrm>
          </p:contentPart>
        </mc:Choice>
        <mc:Fallback xmlns="">
          <p:sp>
            <p:nvSpPr>
              <p:cNvPr id="1048996" name=""/>
              <p:cNvSpPr/>
              <p:nvPr/>
            </p:nvSpPr>
            <p:spPr>
              <a:xfrm>
                <a:off x="1399049" y="5103437"/>
                <a:ext cx="73213" cy="123173"/>
              </a:xfrm>
            </p:spPr>
          </p:sp>
        </mc:Fallback>
      </mc:AlternateContent>
      <mc:AlternateContent xmlns:mc="http://schemas.openxmlformats.org/markup-compatibility/2006" xmlns:p14="http://schemas.microsoft.com/office/powerpoint/2010/main">
        <mc:Choice Requires="p14">
          <p:contentPart p14:bwMode="auto" r:id="rId19">
            <p14:nvContentPartPr>
              <p14:cNvPr id="1048997" name="墨迹 1048996"/>
              <p14:cNvContentPartPr/>
              <p14:nvPr/>
            </p14:nvContentPartPr>
            <p14:xfrm>
              <a:off x="1567726" y="5119176"/>
              <a:ext cx="30202" cy="20406"/>
            </p14:xfrm>
          </p:contentPart>
        </mc:Choice>
        <mc:Fallback xmlns="">
          <p:sp>
            <p:nvSpPr>
              <p:cNvPr id="1048997" name=""/>
              <p:cNvSpPr/>
              <p:nvPr/>
            </p:nvSpPr>
            <p:spPr>
              <a:xfrm>
                <a:off x="1567726" y="5119176"/>
                <a:ext cx="30202" cy="20406"/>
              </a:xfrm>
            </p:spPr>
          </p:sp>
        </mc:Fallback>
      </mc:AlternateContent>
      <mc:AlternateContent xmlns:mc="http://schemas.openxmlformats.org/markup-compatibility/2006" xmlns:p14="http://schemas.microsoft.com/office/powerpoint/2010/main">
        <mc:Choice Requires="p14">
          <p:contentPart p14:bwMode="auto" r:id="rId20">
            <p14:nvContentPartPr>
              <p14:cNvPr id="1048998" name="墨迹 1048997"/>
              <p14:cNvContentPartPr/>
              <p14:nvPr/>
            </p14:nvContentPartPr>
            <p14:xfrm>
              <a:off x="1588959" y="4918075"/>
              <a:ext cx="229932" cy="307925"/>
            </p14:xfrm>
          </p:contentPart>
        </mc:Choice>
        <mc:Fallback xmlns="">
          <p:sp>
            <p:nvSpPr>
              <p:cNvPr id="1048998" name=""/>
              <p:cNvSpPr/>
              <p:nvPr/>
            </p:nvSpPr>
            <p:spPr>
              <a:xfrm>
                <a:off x="1588959" y="4918075"/>
                <a:ext cx="229932" cy="307925"/>
              </a:xfrm>
            </p:spPr>
          </p:sp>
        </mc:Fallback>
      </mc:AlternateContent>
      <mc:AlternateContent xmlns:mc="http://schemas.openxmlformats.org/markup-compatibility/2006" xmlns:p14="http://schemas.microsoft.com/office/powerpoint/2010/main">
        <mc:Choice Requires="p14">
          <p:contentPart p14:bwMode="auto" r:id="rId21">
            <p14:nvContentPartPr>
              <p14:cNvPr id="1048999" name="墨迹 1048998"/>
              <p14:cNvContentPartPr/>
              <p14:nvPr/>
            </p14:nvContentPartPr>
            <p14:xfrm>
              <a:off x="1652920" y="5077207"/>
              <a:ext cx="248869" cy="102504"/>
            </p14:xfrm>
          </p:contentPart>
        </mc:Choice>
        <mc:Fallback xmlns="">
          <p:sp>
            <p:nvSpPr>
              <p:cNvPr id="1048999" name=""/>
              <p:cNvSpPr/>
              <p:nvPr/>
            </p:nvSpPr>
            <p:spPr>
              <a:xfrm>
                <a:off x="1652920" y="5077207"/>
                <a:ext cx="248869" cy="102504"/>
              </a:xfrm>
            </p:spPr>
          </p:sp>
        </mc:Fallback>
      </mc:AlternateContent>
      <mc:AlternateContent xmlns:mc="http://schemas.openxmlformats.org/markup-compatibility/2006" xmlns:p14="http://schemas.microsoft.com/office/powerpoint/2010/main">
        <mc:Choice Requires="p14">
          <p:contentPart p14:bwMode="auto" r:id="rId22">
            <p14:nvContentPartPr>
              <p14:cNvPr id="1049000" name="墨迹 1048999"/>
              <p14:cNvContentPartPr/>
              <p14:nvPr/>
            </p14:nvContentPartPr>
            <p14:xfrm>
              <a:off x="591682" y="5639415"/>
              <a:ext cx="9831" cy="74029"/>
            </p14:xfrm>
          </p:contentPart>
        </mc:Choice>
        <mc:Fallback xmlns="">
          <p:sp>
            <p:nvSpPr>
              <p:cNvPr id="1049000" name=""/>
              <p:cNvSpPr/>
              <p:nvPr/>
            </p:nvSpPr>
            <p:spPr>
              <a:xfrm>
                <a:off x="591682" y="5639415"/>
                <a:ext cx="9831" cy="74029"/>
              </a:xfrm>
            </p:spPr>
          </p:sp>
        </mc:Fallback>
      </mc:AlternateContent>
      <mc:AlternateContent xmlns:mc="http://schemas.openxmlformats.org/markup-compatibility/2006" xmlns:p14="http://schemas.microsoft.com/office/powerpoint/2010/main">
        <mc:Choice Requires="p14">
          <p:contentPart p14:bwMode="auto" r:id="rId23">
            <p14:nvContentPartPr>
              <p14:cNvPr id="1049001" name="墨迹 1049000"/>
              <p14:cNvContentPartPr/>
              <p14:nvPr/>
            </p14:nvContentPartPr>
            <p14:xfrm>
              <a:off x="527445" y="5760950"/>
              <a:ext cx="299046" cy="270073"/>
            </p14:xfrm>
          </p:contentPart>
        </mc:Choice>
        <mc:Fallback xmlns="">
          <p:sp>
            <p:nvSpPr>
              <p:cNvPr id="1049001" name=""/>
              <p:cNvSpPr/>
              <p:nvPr/>
            </p:nvSpPr>
            <p:spPr>
              <a:xfrm>
                <a:off x="527445" y="5760950"/>
                <a:ext cx="299046" cy="270073"/>
              </a:xfrm>
            </p:spPr>
          </p:sp>
        </mc:Fallback>
      </mc:AlternateContent>
      <mc:AlternateContent xmlns:mc="http://schemas.openxmlformats.org/markup-compatibility/2006" xmlns:p14="http://schemas.microsoft.com/office/powerpoint/2010/main">
        <mc:Choice Requires="p14">
          <p:contentPart p14:bwMode="auto" r:id="rId24">
            <p14:nvContentPartPr>
              <p14:cNvPr id="1049002" name="墨迹 1049001"/>
              <p14:cNvContentPartPr/>
              <p14:nvPr/>
            </p14:nvContentPartPr>
            <p14:xfrm>
              <a:off x="649673" y="5584684"/>
              <a:ext cx="129968" cy="66098"/>
            </p14:xfrm>
          </p:contentPart>
        </mc:Choice>
        <mc:Fallback xmlns="">
          <p:sp>
            <p:nvSpPr>
              <p:cNvPr id="1049002" name=""/>
              <p:cNvSpPr/>
              <p:nvPr/>
            </p:nvSpPr>
            <p:spPr>
              <a:xfrm>
                <a:off x="649673" y="5584684"/>
                <a:ext cx="129968" cy="66098"/>
              </a:xfrm>
            </p:spPr>
          </p:sp>
        </mc:Fallback>
      </mc:AlternateContent>
      <mc:AlternateContent xmlns:mc="http://schemas.openxmlformats.org/markup-compatibility/2006" xmlns:p14="http://schemas.microsoft.com/office/powerpoint/2010/main">
        <mc:Choice Requires="p14">
          <p:contentPart p14:bwMode="auto" r:id="rId25">
            <p14:nvContentPartPr>
              <p14:cNvPr id="1049003" name="墨迹 1049002"/>
              <p14:cNvContentPartPr/>
              <p14:nvPr/>
            </p14:nvContentPartPr>
            <p14:xfrm>
              <a:off x="614927" y="5598321"/>
              <a:ext cx="135563" cy="223607"/>
            </p14:xfrm>
          </p:contentPart>
        </mc:Choice>
        <mc:Fallback xmlns="">
          <p:sp>
            <p:nvSpPr>
              <p:cNvPr id="1049003" name=""/>
              <p:cNvSpPr/>
              <p:nvPr/>
            </p:nvSpPr>
            <p:spPr>
              <a:xfrm>
                <a:off x="614927" y="5598321"/>
                <a:ext cx="135563" cy="223607"/>
              </a:xfrm>
            </p:spPr>
          </p:sp>
        </mc:Fallback>
      </mc:AlternateContent>
      <mc:AlternateContent xmlns:mc="http://schemas.openxmlformats.org/markup-compatibility/2006" xmlns:p14="http://schemas.microsoft.com/office/powerpoint/2010/main">
        <mc:Choice Requires="p14">
          <p:contentPart p14:bwMode="auto" r:id="rId26">
            <p14:nvContentPartPr>
              <p14:cNvPr id="1049004" name="墨迹 1049003"/>
              <p14:cNvContentPartPr/>
              <p14:nvPr/>
            </p14:nvContentPartPr>
            <p14:xfrm>
              <a:off x="743352" y="5684882"/>
              <a:ext cx="0" cy="181834"/>
            </p14:xfrm>
          </p:contentPart>
        </mc:Choice>
        <mc:Fallback xmlns="">
          <p:sp>
            <p:nvSpPr>
              <p:cNvPr id="1049004" name=""/>
              <p:cNvSpPr/>
              <p:nvPr/>
            </p:nvSpPr>
            <p:spPr>
              <a:xfrm>
                <a:off x="743352" y="5684882"/>
                <a:ext cx="0" cy="181834"/>
              </a:xfrm>
            </p:spPr>
          </p:sp>
        </mc:Fallback>
      </mc:AlternateContent>
      <mc:AlternateContent xmlns:mc="http://schemas.openxmlformats.org/markup-compatibility/2006" xmlns:p14="http://schemas.microsoft.com/office/powerpoint/2010/main">
        <mc:Choice Requires="p14">
          <p:contentPart p14:bwMode="auto" r:id="rId27">
            <p14:nvContentPartPr>
              <p14:cNvPr id="1049005" name="墨迹 1049004"/>
              <p14:cNvContentPartPr/>
              <p14:nvPr/>
            </p14:nvContentPartPr>
            <p14:xfrm>
              <a:off x="805805" y="5732097"/>
              <a:ext cx="77519" cy="91460"/>
            </p14:xfrm>
          </p:contentPart>
        </mc:Choice>
        <mc:Fallback xmlns="">
          <p:sp>
            <p:nvSpPr>
              <p:cNvPr id="1049005" name=""/>
              <p:cNvSpPr/>
              <p:nvPr/>
            </p:nvSpPr>
            <p:spPr>
              <a:xfrm>
                <a:off x="805805" y="5732097"/>
                <a:ext cx="77519" cy="91460"/>
              </a:xfrm>
            </p:spPr>
          </p:sp>
        </mc:Fallback>
      </mc:AlternateContent>
      <mc:AlternateContent xmlns:mc="http://schemas.openxmlformats.org/markup-compatibility/2006" xmlns:p14="http://schemas.microsoft.com/office/powerpoint/2010/main">
        <mc:Choice Requires="p14">
          <p:contentPart p14:bwMode="auto" r:id="rId28">
            <p14:nvContentPartPr>
              <p14:cNvPr id="1049006" name="墨迹 1049005"/>
              <p14:cNvContentPartPr/>
              <p14:nvPr/>
            </p14:nvContentPartPr>
            <p14:xfrm>
              <a:off x="1025910" y="5588404"/>
              <a:ext cx="125661" cy="229116"/>
            </p14:xfrm>
          </p:contentPart>
        </mc:Choice>
        <mc:Fallback xmlns="">
          <p:sp>
            <p:nvSpPr>
              <p:cNvPr id="1049006" name=""/>
              <p:cNvSpPr/>
              <p:nvPr/>
            </p:nvSpPr>
            <p:spPr>
              <a:xfrm>
                <a:off x="1025910" y="5588404"/>
                <a:ext cx="125661" cy="229116"/>
              </a:xfrm>
            </p:spPr>
          </p:sp>
        </mc:Fallback>
      </mc:AlternateContent>
      <mc:AlternateContent xmlns:mc="http://schemas.openxmlformats.org/markup-compatibility/2006" xmlns:p14="http://schemas.microsoft.com/office/powerpoint/2010/main">
        <mc:Choice Requires="p14">
          <p:contentPart p14:bwMode="auto" r:id="rId29">
            <p14:nvContentPartPr>
              <p14:cNvPr id="1049007" name="墨迹 1049006"/>
              <p14:cNvContentPartPr/>
              <p14:nvPr/>
            </p14:nvContentPartPr>
            <p14:xfrm>
              <a:off x="1220668" y="5658651"/>
              <a:ext cx="141524" cy="70026"/>
            </p14:xfrm>
          </p:contentPart>
        </mc:Choice>
        <mc:Fallback xmlns="">
          <p:sp>
            <p:nvSpPr>
              <p:cNvPr id="1049007" name=""/>
              <p:cNvSpPr/>
              <p:nvPr/>
            </p:nvSpPr>
            <p:spPr>
              <a:xfrm>
                <a:off x="1220668" y="5658651"/>
                <a:ext cx="141524" cy="70026"/>
              </a:xfrm>
            </p:spPr>
          </p:sp>
        </mc:Fallback>
      </mc:AlternateContent>
      <mc:AlternateContent xmlns:mc="http://schemas.openxmlformats.org/markup-compatibility/2006" xmlns:p14="http://schemas.microsoft.com/office/powerpoint/2010/main">
        <mc:Choice Requires="p14">
          <p:contentPart p14:bwMode="auto" r:id="rId30">
            <p14:nvContentPartPr>
              <p14:cNvPr id="1049008" name="墨迹 1049007"/>
              <p14:cNvContentPartPr/>
              <p14:nvPr/>
            </p14:nvContentPartPr>
            <p14:xfrm>
              <a:off x="1200704" y="5641164"/>
              <a:ext cx="151115" cy="140592"/>
            </p14:xfrm>
          </p:contentPart>
        </mc:Choice>
        <mc:Fallback xmlns="">
          <p:sp>
            <p:nvSpPr>
              <p:cNvPr id="1049008" name=""/>
              <p:cNvSpPr/>
              <p:nvPr/>
            </p:nvSpPr>
            <p:spPr>
              <a:xfrm>
                <a:off x="1200704" y="5641164"/>
                <a:ext cx="151115" cy="140592"/>
              </a:xfrm>
            </p:spPr>
          </p:sp>
        </mc:Fallback>
      </mc:AlternateContent>
      <mc:AlternateContent xmlns:mc="http://schemas.openxmlformats.org/markup-compatibility/2006" xmlns:p14="http://schemas.microsoft.com/office/powerpoint/2010/main">
        <mc:Choice Requires="p14">
          <p:contentPart p14:bwMode="auto" r:id="rId31">
            <p14:nvContentPartPr>
              <p14:cNvPr id="1049009" name="墨迹 1049008"/>
              <p14:cNvContentPartPr/>
              <p14:nvPr/>
            </p14:nvContentPartPr>
            <p14:xfrm>
              <a:off x="1375015" y="5586130"/>
              <a:ext cx="233753" cy="129417"/>
            </p14:xfrm>
          </p:contentPart>
        </mc:Choice>
        <mc:Fallback xmlns="">
          <p:sp>
            <p:nvSpPr>
              <p:cNvPr id="1049009" name=""/>
              <p:cNvSpPr/>
              <p:nvPr/>
            </p:nvSpPr>
            <p:spPr>
              <a:xfrm>
                <a:off x="1375015" y="5586130"/>
                <a:ext cx="233753" cy="129417"/>
              </a:xfrm>
            </p:spPr>
          </p:sp>
        </mc:Fallback>
      </mc:AlternateContent>
      <mc:AlternateContent xmlns:mc="http://schemas.openxmlformats.org/markup-compatibility/2006" xmlns:p14="http://schemas.microsoft.com/office/powerpoint/2010/main">
        <mc:Choice Requires="p14">
          <p:contentPart p14:bwMode="auto" r:id="rId32">
            <p14:nvContentPartPr>
              <p14:cNvPr id="1049010" name="墨迹 1049009"/>
              <p14:cNvContentPartPr/>
              <p14:nvPr/>
            </p14:nvContentPartPr>
            <p14:xfrm>
              <a:off x="613094" y="6083418"/>
              <a:ext cx="312090" cy="77111"/>
            </p14:xfrm>
          </p:contentPart>
        </mc:Choice>
        <mc:Fallback xmlns="">
          <p:sp>
            <p:nvSpPr>
              <p:cNvPr id="1049010" name=""/>
              <p:cNvSpPr/>
              <p:nvPr/>
            </p:nvSpPr>
            <p:spPr>
              <a:xfrm>
                <a:off x="613094" y="6083418"/>
                <a:ext cx="312090" cy="77111"/>
              </a:xfrm>
            </p:spPr>
          </p:sp>
        </mc:Fallback>
      </mc:AlternateContent>
      <mc:AlternateContent xmlns:mc="http://schemas.openxmlformats.org/markup-compatibility/2006" xmlns:p14="http://schemas.microsoft.com/office/powerpoint/2010/main">
        <mc:Choice Requires="p14">
          <p:contentPart p14:bwMode="auto" r:id="rId33">
            <p14:nvContentPartPr>
              <p14:cNvPr id="1049011" name="墨迹 1049010"/>
              <p14:cNvContentPartPr/>
              <p14:nvPr/>
            </p14:nvContentPartPr>
            <p14:xfrm>
              <a:off x="622620" y="6105445"/>
              <a:ext cx="89505" cy="498927"/>
            </p14:xfrm>
          </p:contentPart>
        </mc:Choice>
        <mc:Fallback xmlns="">
          <p:sp>
            <p:nvSpPr>
              <p:cNvPr id="1049011" name=""/>
              <p:cNvSpPr/>
              <p:nvPr/>
            </p:nvSpPr>
            <p:spPr>
              <a:xfrm>
                <a:off x="622620" y="6105445"/>
                <a:ext cx="89505" cy="498927"/>
              </a:xfrm>
            </p:spPr>
          </p:sp>
        </mc:Fallback>
      </mc:AlternateContent>
      <mc:AlternateContent xmlns:mc="http://schemas.openxmlformats.org/markup-compatibility/2006" xmlns:p14="http://schemas.microsoft.com/office/powerpoint/2010/main">
        <mc:Choice Requires="p14">
          <p:contentPart p14:bwMode="auto" r:id="rId34">
            <p14:nvContentPartPr>
              <p14:cNvPr id="1049012" name="墨迹 1049011"/>
              <p14:cNvContentPartPr/>
              <p14:nvPr/>
            </p14:nvContentPartPr>
            <p14:xfrm>
              <a:off x="753536" y="6123807"/>
              <a:ext cx="148624" cy="277637"/>
            </p14:xfrm>
          </p:contentPart>
        </mc:Choice>
        <mc:Fallback xmlns="">
          <p:sp>
            <p:nvSpPr>
              <p:cNvPr id="1049012" name=""/>
              <p:cNvSpPr/>
              <p:nvPr/>
            </p:nvSpPr>
            <p:spPr>
              <a:xfrm>
                <a:off x="753536" y="6123807"/>
                <a:ext cx="148624" cy="277637"/>
              </a:xfrm>
            </p:spPr>
          </p:sp>
        </mc:Fallback>
      </mc:AlternateContent>
      <mc:AlternateContent xmlns:mc="http://schemas.openxmlformats.org/markup-compatibility/2006" xmlns:p14="http://schemas.microsoft.com/office/powerpoint/2010/main">
        <mc:Choice Requires="p14">
          <p:contentPart p14:bwMode="auto" r:id="rId35">
            <p14:nvContentPartPr>
              <p14:cNvPr id="1049013" name="墨迹 1049012"/>
              <p14:cNvContentPartPr/>
              <p14:nvPr/>
            </p14:nvContentPartPr>
            <p14:xfrm>
              <a:off x="766549" y="6184580"/>
              <a:ext cx="164753" cy="164810"/>
            </p14:xfrm>
          </p:contentPart>
        </mc:Choice>
        <mc:Fallback xmlns="">
          <p:sp>
            <p:nvSpPr>
              <p:cNvPr id="1049013" name=""/>
              <p:cNvSpPr/>
              <p:nvPr/>
            </p:nvSpPr>
            <p:spPr>
              <a:xfrm>
                <a:off x="766549" y="6184580"/>
                <a:ext cx="164753" cy="164810"/>
              </a:xfrm>
            </p:spPr>
          </p:sp>
        </mc:Fallback>
      </mc:AlternateContent>
      <mc:AlternateContent xmlns:mc="http://schemas.openxmlformats.org/markup-compatibility/2006" xmlns:p14="http://schemas.microsoft.com/office/powerpoint/2010/main">
        <mc:Choice Requires="p14">
          <p:contentPart p14:bwMode="auto" r:id="rId36">
            <p14:nvContentPartPr>
              <p14:cNvPr id="1049014" name="墨迹 1049013"/>
              <p14:cNvContentPartPr/>
              <p14:nvPr/>
            </p14:nvContentPartPr>
            <p14:xfrm>
              <a:off x="812152" y="6296421"/>
              <a:ext cx="70034" cy="261408"/>
            </p14:xfrm>
          </p:contentPart>
        </mc:Choice>
        <mc:Fallback xmlns="">
          <p:sp>
            <p:nvSpPr>
              <p:cNvPr id="1049014" name=""/>
              <p:cNvSpPr/>
              <p:nvPr/>
            </p:nvSpPr>
            <p:spPr>
              <a:xfrm>
                <a:off x="812152" y="6296421"/>
                <a:ext cx="70034" cy="261408"/>
              </a:xfrm>
            </p:spPr>
          </p:sp>
        </mc:Fallback>
      </mc:AlternateContent>
      <mc:AlternateContent xmlns:mc="http://schemas.openxmlformats.org/markup-compatibility/2006" xmlns:p14="http://schemas.microsoft.com/office/powerpoint/2010/main">
        <mc:Choice Requires="p14">
          <p:contentPart p14:bwMode="auto" r:id="rId37">
            <p14:nvContentPartPr>
              <p14:cNvPr id="1049015" name="墨迹 1049014"/>
              <p14:cNvContentPartPr/>
              <p14:nvPr/>
            </p14:nvContentPartPr>
            <p14:xfrm>
              <a:off x="745076" y="6393982"/>
              <a:ext cx="212181" cy="79486"/>
            </p14:xfrm>
          </p:contentPart>
        </mc:Choice>
        <mc:Fallback xmlns="">
          <p:sp>
            <p:nvSpPr>
              <p:cNvPr id="1049015" name=""/>
              <p:cNvSpPr/>
              <p:nvPr/>
            </p:nvSpPr>
            <p:spPr>
              <a:xfrm>
                <a:off x="745076" y="6393982"/>
                <a:ext cx="212181" cy="79486"/>
              </a:xfrm>
            </p:spPr>
          </p:sp>
        </mc:Fallback>
      </mc:AlternateContent>
      <mc:AlternateContent xmlns:mc="http://schemas.openxmlformats.org/markup-compatibility/2006" xmlns:p14="http://schemas.microsoft.com/office/powerpoint/2010/main">
        <mc:Choice Requires="p14">
          <p:contentPart p14:bwMode="auto" r:id="rId38">
            <p14:nvContentPartPr>
              <p14:cNvPr id="1049016" name="墨迹 1049015"/>
              <p14:cNvContentPartPr/>
              <p14:nvPr/>
            </p14:nvContentPartPr>
            <p14:xfrm>
              <a:off x="1172093" y="6018884"/>
              <a:ext cx="15705" cy="149823"/>
            </p14:xfrm>
          </p:contentPart>
        </mc:Choice>
        <mc:Fallback xmlns="">
          <p:sp>
            <p:nvSpPr>
              <p:cNvPr id="1049016" name=""/>
              <p:cNvSpPr/>
              <p:nvPr/>
            </p:nvSpPr>
            <p:spPr>
              <a:xfrm>
                <a:off x="1172093" y="6018884"/>
                <a:ext cx="15705" cy="149823"/>
              </a:xfrm>
            </p:spPr>
          </p:sp>
        </mc:Fallback>
      </mc:AlternateContent>
      <mc:AlternateContent xmlns:mc="http://schemas.openxmlformats.org/markup-compatibility/2006" xmlns:p14="http://schemas.microsoft.com/office/powerpoint/2010/main">
        <mc:Choice Requires="p14">
          <p:contentPart p14:bwMode="auto" r:id="rId39">
            <p14:nvContentPartPr>
              <p14:cNvPr id="1049017" name="墨迹 1049016"/>
              <p14:cNvContentPartPr/>
              <p14:nvPr/>
            </p14:nvContentPartPr>
            <p14:xfrm>
              <a:off x="1221560" y="6099869"/>
              <a:ext cx="40258" cy="31690"/>
            </p14:xfrm>
          </p:contentPart>
        </mc:Choice>
        <mc:Fallback xmlns="">
          <p:sp>
            <p:nvSpPr>
              <p:cNvPr id="1049017" name=""/>
              <p:cNvSpPr/>
              <p:nvPr/>
            </p:nvSpPr>
            <p:spPr>
              <a:xfrm>
                <a:off x="1221560" y="6099869"/>
                <a:ext cx="40258" cy="31690"/>
              </a:xfrm>
            </p:spPr>
          </p:sp>
        </mc:Fallback>
      </mc:AlternateContent>
      <mc:AlternateContent xmlns:mc="http://schemas.openxmlformats.org/markup-compatibility/2006" xmlns:p14="http://schemas.microsoft.com/office/powerpoint/2010/main">
        <mc:Choice Requires="p14">
          <p:contentPart p14:bwMode="auto" r:id="rId40">
            <p14:nvContentPartPr>
              <p14:cNvPr id="1049018" name="墨迹 1049017"/>
              <p14:cNvContentPartPr/>
              <p14:nvPr/>
            </p14:nvContentPartPr>
            <p14:xfrm>
              <a:off x="1110038" y="6208619"/>
              <a:ext cx="10244" cy="138791"/>
            </p14:xfrm>
          </p:contentPart>
        </mc:Choice>
        <mc:Fallback xmlns="">
          <p:sp>
            <p:nvSpPr>
              <p:cNvPr id="1049018" name=""/>
              <p:cNvSpPr/>
              <p:nvPr/>
            </p:nvSpPr>
            <p:spPr>
              <a:xfrm>
                <a:off x="1110038" y="6208619"/>
                <a:ext cx="10244" cy="138791"/>
              </a:xfrm>
            </p:spPr>
          </p:sp>
        </mc:Fallback>
      </mc:AlternateContent>
      <mc:AlternateContent xmlns:mc="http://schemas.openxmlformats.org/markup-compatibility/2006" xmlns:p14="http://schemas.microsoft.com/office/powerpoint/2010/main">
        <mc:Choice Requires="p14">
          <p:contentPart p14:bwMode="auto" r:id="rId41">
            <p14:nvContentPartPr>
              <p14:cNvPr id="1049019" name="墨迹 1049018"/>
              <p14:cNvContentPartPr/>
              <p14:nvPr/>
            </p14:nvContentPartPr>
            <p14:xfrm>
              <a:off x="1109146" y="6234267"/>
              <a:ext cx="115533" cy="140757"/>
            </p14:xfrm>
          </p:contentPart>
        </mc:Choice>
        <mc:Fallback xmlns="">
          <p:sp>
            <p:nvSpPr>
              <p:cNvPr id="1049019" name=""/>
              <p:cNvSpPr/>
              <p:nvPr/>
            </p:nvSpPr>
            <p:spPr>
              <a:xfrm>
                <a:off x="1109146" y="6234267"/>
                <a:ext cx="115533" cy="140757"/>
              </a:xfrm>
            </p:spPr>
          </p:sp>
        </mc:Fallback>
      </mc:AlternateContent>
      <mc:AlternateContent xmlns:mc="http://schemas.openxmlformats.org/markup-compatibility/2006" xmlns:p14="http://schemas.microsoft.com/office/powerpoint/2010/main">
        <mc:Choice Requires="p14">
          <p:contentPart p14:bwMode="auto" r:id="rId42">
            <p14:nvContentPartPr>
              <p14:cNvPr id="1049020" name="墨迹 1049019"/>
              <p14:cNvContentPartPr/>
              <p14:nvPr/>
            </p14:nvContentPartPr>
            <p14:xfrm>
              <a:off x="1083566" y="6368625"/>
              <a:ext cx="230712" cy="75082"/>
            </p14:xfrm>
          </p:contentPart>
        </mc:Choice>
        <mc:Fallback xmlns="">
          <p:sp>
            <p:nvSpPr>
              <p:cNvPr id="1049020" name=""/>
              <p:cNvSpPr/>
              <p:nvPr/>
            </p:nvSpPr>
            <p:spPr>
              <a:xfrm>
                <a:off x="1083566" y="6368625"/>
                <a:ext cx="230712" cy="75082"/>
              </a:xfrm>
            </p:spPr>
          </p:sp>
        </mc:Fallback>
      </mc:AlternateContent>
      <mc:AlternateContent xmlns:mc="http://schemas.openxmlformats.org/markup-compatibility/2006" xmlns:p14="http://schemas.microsoft.com/office/powerpoint/2010/main">
        <mc:Choice Requires="p14">
          <p:contentPart p14:bwMode="auto" r:id="rId43">
            <p14:nvContentPartPr>
              <p14:cNvPr id="1049021" name="墨迹 1049020"/>
              <p14:cNvContentPartPr/>
              <p14:nvPr/>
            </p14:nvContentPartPr>
            <p14:xfrm>
              <a:off x="1400889" y="6155959"/>
              <a:ext cx="286876" cy="92880"/>
            </p14:xfrm>
          </p:contentPart>
        </mc:Choice>
        <mc:Fallback xmlns="">
          <p:sp>
            <p:nvSpPr>
              <p:cNvPr id="1049021" name=""/>
              <p:cNvSpPr/>
              <p:nvPr/>
            </p:nvSpPr>
            <p:spPr>
              <a:xfrm>
                <a:off x="1400889" y="6155959"/>
                <a:ext cx="286876" cy="92880"/>
              </a:xfrm>
            </p:spPr>
          </p:sp>
        </mc:Fallback>
      </mc:AlternateContent>
      <mc:AlternateContent xmlns:mc="http://schemas.openxmlformats.org/markup-compatibility/2006" xmlns:p14="http://schemas.microsoft.com/office/powerpoint/2010/main">
        <mc:Choice Requires="p14">
          <p:contentPart p14:bwMode="auto" r:id="rId44">
            <p14:nvContentPartPr>
              <p14:cNvPr id="1049022" name="墨迹 1049021"/>
              <p14:cNvContentPartPr/>
              <p14:nvPr/>
            </p14:nvContentPartPr>
            <p14:xfrm>
              <a:off x="1542599" y="5970795"/>
              <a:ext cx="41176" cy="366656"/>
            </p14:xfrm>
          </p:contentPart>
        </mc:Choice>
        <mc:Fallback xmlns="">
          <p:sp>
            <p:nvSpPr>
              <p:cNvPr id="1049022" name=""/>
              <p:cNvSpPr/>
              <p:nvPr/>
            </p:nvSpPr>
            <p:spPr>
              <a:xfrm>
                <a:off x="1542599" y="5970795"/>
                <a:ext cx="41176" cy="366656"/>
              </a:xfrm>
            </p:spPr>
          </p:sp>
        </mc:Fallback>
      </mc:AlternateContent>
      <mc:AlternateContent xmlns:mc="http://schemas.openxmlformats.org/markup-compatibility/2006" xmlns:p14="http://schemas.microsoft.com/office/powerpoint/2010/main">
        <mc:Choice Requires="p14">
          <p:contentPart p14:bwMode="auto" r:id="rId45">
            <p14:nvContentPartPr>
              <p14:cNvPr id="1049023" name="墨迹 1049022"/>
              <p14:cNvContentPartPr/>
              <p14:nvPr/>
            </p14:nvContentPartPr>
            <p14:xfrm>
              <a:off x="1635510" y="6167524"/>
              <a:ext cx="25895" cy="132972"/>
            </p14:xfrm>
          </p:contentPart>
        </mc:Choice>
        <mc:Fallback xmlns="">
          <p:sp>
            <p:nvSpPr>
              <p:cNvPr id="1049023" name=""/>
              <p:cNvSpPr/>
              <p:nvPr/>
            </p:nvSpPr>
            <p:spPr>
              <a:xfrm>
                <a:off x="1635510" y="6167524"/>
                <a:ext cx="25895" cy="132972"/>
              </a:xfrm>
            </p:spPr>
          </p:sp>
        </mc:Fallback>
      </mc:AlternateContent>
      <mc:AlternateContent xmlns:mc="http://schemas.openxmlformats.org/markup-compatibility/2006" xmlns:p14="http://schemas.microsoft.com/office/powerpoint/2010/main">
        <mc:Choice Requires="p14">
          <p:contentPart p14:bwMode="auto" r:id="rId46">
            <p14:nvContentPartPr>
              <p14:cNvPr id="1049024" name="墨迹 1049023"/>
              <p14:cNvContentPartPr/>
              <p14:nvPr/>
            </p14:nvContentPartPr>
            <p14:xfrm>
              <a:off x="1458810" y="6075717"/>
              <a:ext cx="270796" cy="381520"/>
            </p14:xfrm>
          </p:contentPart>
        </mc:Choice>
        <mc:Fallback xmlns="">
          <p:sp>
            <p:nvSpPr>
              <p:cNvPr id="1049024" name=""/>
              <p:cNvSpPr/>
              <p:nvPr/>
            </p:nvSpPr>
            <p:spPr>
              <a:xfrm>
                <a:off x="1458810" y="6075717"/>
                <a:ext cx="270796" cy="381520"/>
              </a:xfrm>
            </p:spPr>
          </p:sp>
        </mc:Fallback>
      </mc:AlternateContent>
      <mc:AlternateContent xmlns:mc="http://schemas.openxmlformats.org/markup-compatibility/2006" xmlns:p14="http://schemas.microsoft.com/office/powerpoint/2010/main">
        <mc:Choice Requires="p14">
          <p:contentPart p14:bwMode="auto" r:id="rId47">
            <p14:nvContentPartPr>
              <p14:cNvPr id="1049025" name="墨迹 1049024"/>
              <p14:cNvContentPartPr/>
              <p14:nvPr/>
            </p14:nvContentPartPr>
            <p14:xfrm>
              <a:off x="1800585" y="6039729"/>
              <a:ext cx="183080" cy="38611"/>
            </p14:xfrm>
          </p:contentPart>
        </mc:Choice>
        <mc:Fallback xmlns="">
          <p:sp>
            <p:nvSpPr>
              <p:cNvPr id="1049025" name=""/>
              <p:cNvSpPr/>
              <p:nvPr/>
            </p:nvSpPr>
            <p:spPr>
              <a:xfrm>
                <a:off x="1800585" y="6039729"/>
                <a:ext cx="183080" cy="38611"/>
              </a:xfrm>
            </p:spPr>
          </p:sp>
        </mc:Fallback>
      </mc:AlternateContent>
      <mc:AlternateContent xmlns:mc="http://schemas.openxmlformats.org/markup-compatibility/2006" xmlns:p14="http://schemas.microsoft.com/office/powerpoint/2010/main">
        <mc:Choice Requires="p14">
          <p:contentPart p14:bwMode="auto" r:id="rId48">
            <p14:nvContentPartPr>
              <p14:cNvPr id="1049026" name="墨迹 1049025"/>
              <p14:cNvContentPartPr/>
              <p14:nvPr/>
            </p14:nvContentPartPr>
            <p14:xfrm>
              <a:off x="1749789" y="6083587"/>
              <a:ext cx="156964" cy="293783"/>
            </p14:xfrm>
          </p:contentPart>
        </mc:Choice>
        <mc:Fallback xmlns="">
          <p:sp>
            <p:nvSpPr>
              <p:cNvPr id="1049026" name=""/>
              <p:cNvSpPr/>
              <p:nvPr/>
            </p:nvSpPr>
            <p:spPr>
              <a:xfrm>
                <a:off x="1749789" y="6083587"/>
                <a:ext cx="156964" cy="293783"/>
              </a:xfrm>
            </p:spPr>
          </p:sp>
        </mc:Fallback>
      </mc:AlternateContent>
      <mc:AlternateContent xmlns:mc="http://schemas.openxmlformats.org/markup-compatibility/2006" xmlns:p14="http://schemas.microsoft.com/office/powerpoint/2010/main">
        <mc:Choice Requires="p14">
          <p:contentPart p14:bwMode="auto" r:id="rId49">
            <p14:nvContentPartPr>
              <p14:cNvPr id="1049027" name="墨迹 1049026"/>
              <p14:cNvContentPartPr/>
              <p14:nvPr/>
            </p14:nvContentPartPr>
            <p14:xfrm>
              <a:off x="1890509" y="6190258"/>
              <a:ext cx="34089" cy="184414"/>
            </p14:xfrm>
          </p:contentPart>
        </mc:Choice>
        <mc:Fallback xmlns="">
          <p:sp>
            <p:nvSpPr>
              <p:cNvPr id="1049027" name=""/>
              <p:cNvSpPr/>
              <p:nvPr/>
            </p:nvSpPr>
            <p:spPr>
              <a:xfrm>
                <a:off x="1890509" y="6190258"/>
                <a:ext cx="34089" cy="184414"/>
              </a:xfrm>
            </p:spPr>
          </p:sp>
        </mc:Fallback>
      </mc:AlternateContent>
      <mc:AlternateContent xmlns:mc="http://schemas.openxmlformats.org/markup-compatibility/2006" xmlns:p14="http://schemas.microsoft.com/office/powerpoint/2010/main">
        <mc:Choice Requires="p14">
          <p:contentPart p14:bwMode="auto" r:id="rId50">
            <p14:nvContentPartPr>
              <p14:cNvPr id="1049028" name="墨迹 1049027"/>
              <p14:cNvContentPartPr/>
              <p14:nvPr/>
            </p14:nvContentPartPr>
            <p14:xfrm>
              <a:off x="1954040" y="6187635"/>
              <a:ext cx="147624" cy="42157"/>
            </p14:xfrm>
          </p:contentPart>
        </mc:Choice>
        <mc:Fallback xmlns="">
          <p:sp>
            <p:nvSpPr>
              <p:cNvPr id="1049028" name=""/>
              <p:cNvSpPr/>
              <p:nvPr/>
            </p:nvSpPr>
            <p:spPr>
              <a:xfrm>
                <a:off x="1954040" y="6187635"/>
                <a:ext cx="147624" cy="42157"/>
              </a:xfrm>
            </p:spPr>
          </p:sp>
        </mc:Fallback>
      </mc:AlternateContent>
      <mc:AlternateContent xmlns:mc="http://schemas.openxmlformats.org/markup-compatibility/2006" xmlns:p14="http://schemas.microsoft.com/office/powerpoint/2010/main">
        <mc:Choice Requires="p14">
          <p:contentPart p14:bwMode="auto" r:id="rId51">
            <p14:nvContentPartPr>
              <p14:cNvPr id="1049029" name="墨迹 1049028"/>
              <p14:cNvContentPartPr/>
              <p14:nvPr/>
            </p14:nvContentPartPr>
            <p14:xfrm>
              <a:off x="2140505" y="6059395"/>
              <a:ext cx="200750" cy="58291"/>
            </p14:xfrm>
          </p:contentPart>
        </mc:Choice>
        <mc:Fallback xmlns="">
          <p:sp>
            <p:nvSpPr>
              <p:cNvPr id="1049029" name=""/>
              <p:cNvSpPr/>
              <p:nvPr/>
            </p:nvSpPr>
            <p:spPr>
              <a:xfrm>
                <a:off x="2140505" y="6059395"/>
                <a:ext cx="200750" cy="58291"/>
              </a:xfrm>
            </p:spPr>
          </p:sp>
        </mc:Fallback>
      </mc:AlternateContent>
      <mc:AlternateContent xmlns:mc="http://schemas.openxmlformats.org/markup-compatibility/2006" xmlns:p14="http://schemas.microsoft.com/office/powerpoint/2010/main">
        <mc:Choice Requires="p14">
          <p:contentPart p14:bwMode="auto" r:id="rId52">
            <p14:nvContentPartPr>
              <p14:cNvPr id="1049030" name="墨迹 1049029"/>
              <p14:cNvContentPartPr/>
              <p14:nvPr/>
            </p14:nvContentPartPr>
            <p14:xfrm>
              <a:off x="2059622" y="5940193"/>
              <a:ext cx="202219" cy="421800"/>
            </p14:xfrm>
          </p:contentPart>
        </mc:Choice>
        <mc:Fallback xmlns="">
          <p:sp>
            <p:nvSpPr>
              <p:cNvPr id="1049030" name=""/>
              <p:cNvSpPr/>
              <p:nvPr/>
            </p:nvSpPr>
            <p:spPr>
              <a:xfrm>
                <a:off x="2059622" y="5940193"/>
                <a:ext cx="202219" cy="421800"/>
              </a:xfrm>
            </p:spPr>
          </p:sp>
        </mc:Fallback>
      </mc:AlternateContent>
      <mc:AlternateContent xmlns:mc="http://schemas.openxmlformats.org/markup-compatibility/2006" xmlns:p14="http://schemas.microsoft.com/office/powerpoint/2010/main">
        <mc:Choice Requires="p14">
          <p:contentPart p14:bwMode="auto" r:id="rId53">
            <p14:nvContentPartPr>
              <p14:cNvPr id="1049031" name="墨迹 1049030"/>
              <p14:cNvContentPartPr/>
              <p14:nvPr/>
            </p14:nvContentPartPr>
            <p14:xfrm>
              <a:off x="2157219" y="6150912"/>
              <a:ext cx="24407" cy="232349"/>
            </p14:xfrm>
          </p:contentPart>
        </mc:Choice>
        <mc:Fallback xmlns="">
          <p:sp>
            <p:nvSpPr>
              <p:cNvPr id="1049031" name=""/>
              <p:cNvSpPr/>
              <p:nvPr/>
            </p:nvSpPr>
            <p:spPr>
              <a:xfrm>
                <a:off x="2157219" y="6150912"/>
                <a:ext cx="24407" cy="232349"/>
              </a:xfrm>
            </p:spPr>
          </p:sp>
        </mc:Fallback>
      </mc:AlternateContent>
      <mc:AlternateContent xmlns:mc="http://schemas.openxmlformats.org/markup-compatibility/2006" xmlns:p14="http://schemas.microsoft.com/office/powerpoint/2010/main">
        <mc:Choice Requires="p14">
          <p:contentPart p14:bwMode="auto" r:id="rId54">
            <p14:nvContentPartPr>
              <p14:cNvPr id="1049032" name="墨迹 1049031"/>
              <p14:cNvContentPartPr/>
              <p14:nvPr/>
            </p14:nvContentPartPr>
            <p14:xfrm>
              <a:off x="2205634" y="6181657"/>
              <a:ext cx="158809" cy="104779"/>
            </p14:xfrm>
          </p:contentPart>
        </mc:Choice>
        <mc:Fallback xmlns="">
          <p:sp>
            <p:nvSpPr>
              <p:cNvPr id="1049032" name=""/>
              <p:cNvSpPr/>
              <p:nvPr/>
            </p:nvSpPr>
            <p:spPr>
              <a:xfrm>
                <a:off x="2205634" y="6181657"/>
                <a:ext cx="158809" cy="104779"/>
              </a:xfrm>
            </p:spPr>
          </p:sp>
        </mc:Fallback>
      </mc:AlternateContent>
      <mc:AlternateContent xmlns:mc="http://schemas.openxmlformats.org/markup-compatibility/2006" xmlns:p14="http://schemas.microsoft.com/office/powerpoint/2010/main">
        <mc:Choice Requires="p14">
          <p:contentPart p14:bwMode="auto" r:id="rId55">
            <p14:nvContentPartPr>
              <p14:cNvPr id="1049033" name="墨迹 1049032"/>
              <p14:cNvContentPartPr/>
              <p14:nvPr/>
            </p14:nvContentPartPr>
            <p14:xfrm>
              <a:off x="2293714" y="6145666"/>
              <a:ext cx="100731" cy="197549"/>
            </p14:xfrm>
          </p:contentPart>
        </mc:Choice>
        <mc:Fallback xmlns="">
          <p:sp>
            <p:nvSpPr>
              <p:cNvPr id="1049033" name=""/>
              <p:cNvSpPr/>
              <p:nvPr/>
            </p:nvSpPr>
            <p:spPr>
              <a:xfrm>
                <a:off x="2293714" y="6145666"/>
                <a:ext cx="100731" cy="197549"/>
              </a:xfrm>
            </p:spPr>
          </p:sp>
        </mc:Fallback>
      </mc:AlternateContent>
      <mc:AlternateContent xmlns:mc="http://schemas.openxmlformats.org/markup-compatibility/2006" xmlns:p14="http://schemas.microsoft.com/office/powerpoint/2010/main">
        <mc:Choice Requires="p14">
          <p:contentPart p14:bwMode="auto" r:id="rId56">
            <p14:nvContentPartPr>
              <p14:cNvPr id="1049034" name="墨迹 1049033"/>
              <p14:cNvContentPartPr/>
              <p14:nvPr/>
            </p14:nvContentPartPr>
            <p14:xfrm>
              <a:off x="2449199" y="6096702"/>
              <a:ext cx="54624" cy="139144"/>
            </p14:xfrm>
          </p:contentPart>
        </mc:Choice>
        <mc:Fallback xmlns="">
          <p:sp>
            <p:nvSpPr>
              <p:cNvPr id="1049034" name=""/>
              <p:cNvSpPr/>
              <p:nvPr/>
            </p:nvSpPr>
            <p:spPr>
              <a:xfrm>
                <a:off x="2449199" y="6096702"/>
                <a:ext cx="54624" cy="139144"/>
              </a:xfrm>
            </p:spPr>
          </p:sp>
        </mc:Fallback>
      </mc:AlternateContent>
      <mc:AlternateContent xmlns:mc="http://schemas.openxmlformats.org/markup-compatibility/2006" xmlns:p14="http://schemas.microsoft.com/office/powerpoint/2010/main">
        <mc:Choice Requires="p14">
          <p:contentPart p14:bwMode="auto" r:id="rId57">
            <p14:nvContentPartPr>
              <p14:cNvPr id="1049035" name="墨迹 1049034"/>
              <p14:cNvContentPartPr/>
              <p14:nvPr/>
            </p14:nvContentPartPr>
            <p14:xfrm>
              <a:off x="2458849" y="6046346"/>
              <a:ext cx="195490" cy="170352"/>
            </p14:xfrm>
          </p:contentPart>
        </mc:Choice>
        <mc:Fallback xmlns="">
          <p:sp>
            <p:nvSpPr>
              <p:cNvPr id="1049035" name=""/>
              <p:cNvSpPr/>
              <p:nvPr/>
            </p:nvSpPr>
            <p:spPr>
              <a:xfrm>
                <a:off x="2458849" y="6046346"/>
                <a:ext cx="195490" cy="170352"/>
              </a:xfrm>
            </p:spPr>
          </p:sp>
        </mc:Fallback>
      </mc:AlternateContent>
      <mc:AlternateContent xmlns:mc="http://schemas.openxmlformats.org/markup-compatibility/2006" xmlns:p14="http://schemas.microsoft.com/office/powerpoint/2010/main">
        <mc:Choice Requires="p14">
          <p:contentPart p14:bwMode="auto" r:id="rId58">
            <p14:nvContentPartPr>
              <p14:cNvPr id="1049036" name="墨迹 1049035"/>
              <p14:cNvContentPartPr/>
              <p14:nvPr/>
            </p14:nvContentPartPr>
            <p14:xfrm>
              <a:off x="2537990" y="5926204"/>
              <a:ext cx="15532" cy="565713"/>
            </p14:xfrm>
          </p:contentPart>
        </mc:Choice>
        <mc:Fallback xmlns="">
          <p:sp>
            <p:nvSpPr>
              <p:cNvPr id="1049036" name=""/>
              <p:cNvSpPr/>
              <p:nvPr/>
            </p:nvSpPr>
            <p:spPr>
              <a:xfrm>
                <a:off x="2537990" y="5926204"/>
                <a:ext cx="15532" cy="565713"/>
              </a:xfrm>
            </p:spPr>
          </p:sp>
        </mc:Fallback>
      </mc:AlternateContent>
      <mc:AlternateContent xmlns:mc="http://schemas.openxmlformats.org/markup-compatibility/2006" xmlns:p14="http://schemas.microsoft.com/office/powerpoint/2010/main">
        <mc:Choice Requires="p14">
          <p:contentPart p14:bwMode="auto" r:id="rId59">
            <p14:nvContentPartPr>
              <p14:cNvPr id="1049037" name="墨迹 1049036"/>
              <p14:cNvContentPartPr/>
              <p14:nvPr/>
            </p14:nvContentPartPr>
            <p14:xfrm>
              <a:off x="2734253" y="6119435"/>
              <a:ext cx="45944" cy="172643"/>
            </p14:xfrm>
          </p:contentPart>
        </mc:Choice>
        <mc:Fallback xmlns="">
          <p:sp>
            <p:nvSpPr>
              <p:cNvPr id="1049037" name=""/>
              <p:cNvSpPr/>
              <p:nvPr/>
            </p:nvSpPr>
            <p:spPr>
              <a:xfrm>
                <a:off x="2734253" y="6119435"/>
                <a:ext cx="45944" cy="172643"/>
              </a:xfrm>
            </p:spPr>
          </p:sp>
        </mc:Fallback>
      </mc:AlternateContent>
      <mc:AlternateContent xmlns:mc="http://schemas.openxmlformats.org/markup-compatibility/2006" xmlns:p14="http://schemas.microsoft.com/office/powerpoint/2010/main">
        <mc:Choice Requires="p14">
          <p:contentPart p14:bwMode="auto" r:id="rId60">
            <p14:nvContentPartPr>
              <p14:cNvPr id="1049038" name="墨迹 1049037"/>
              <p14:cNvContentPartPr/>
              <p14:nvPr/>
            </p14:nvContentPartPr>
            <p14:xfrm>
              <a:off x="2852464" y="6106697"/>
              <a:ext cx="150334" cy="141463"/>
            </p14:xfrm>
          </p:contentPart>
        </mc:Choice>
        <mc:Fallback xmlns="">
          <p:sp>
            <p:nvSpPr>
              <p:cNvPr id="1049038" name=""/>
              <p:cNvSpPr/>
              <p:nvPr/>
            </p:nvSpPr>
            <p:spPr>
              <a:xfrm>
                <a:off x="2852464" y="6106697"/>
                <a:ext cx="150334" cy="141463"/>
              </a:xfrm>
            </p:spPr>
          </p:sp>
        </mc:Fallback>
      </mc:AlternateContent>
      <mc:AlternateContent xmlns:mc="http://schemas.openxmlformats.org/markup-compatibility/2006" xmlns:p14="http://schemas.microsoft.com/office/powerpoint/2010/main">
        <mc:Choice Requires="p14">
          <p:contentPart p14:bwMode="auto" r:id="rId61">
            <p14:nvContentPartPr>
              <p14:cNvPr id="1049039" name="墨迹 1049038"/>
              <p14:cNvContentPartPr/>
              <p14:nvPr/>
            </p14:nvContentPartPr>
            <p14:xfrm>
              <a:off x="2240429" y="6316165"/>
              <a:ext cx="97061" cy="15423"/>
            </p14:xfrm>
          </p:contentPart>
        </mc:Choice>
        <mc:Fallback xmlns="">
          <p:sp>
            <p:nvSpPr>
              <p:cNvPr id="1049039" name=""/>
              <p:cNvSpPr/>
              <p:nvPr/>
            </p:nvSpPr>
            <p:spPr>
              <a:xfrm>
                <a:off x="2240429" y="6316165"/>
                <a:ext cx="97061" cy="15423"/>
              </a:xfrm>
            </p:spPr>
          </p:sp>
        </mc:Fallback>
      </mc:AlternateContent>
      <mc:AlternateContent xmlns:mc="http://schemas.openxmlformats.org/markup-compatibility/2006" xmlns:p14="http://schemas.microsoft.com/office/powerpoint/2010/main">
        <mc:Choice Requires="p14">
          <p:contentPart p14:bwMode="auto" r:id="rId62">
            <p14:nvContentPartPr>
              <p14:cNvPr id="1049040" name="墨迹 1049039"/>
              <p14:cNvContentPartPr/>
              <p14:nvPr/>
            </p14:nvContentPartPr>
            <p14:xfrm>
              <a:off x="4287953" y="5298418"/>
              <a:ext cx="754384" cy="640319"/>
            </p14:xfrm>
          </p:contentPart>
        </mc:Choice>
        <mc:Fallback xmlns="">
          <p:sp>
            <p:nvSpPr>
              <p:cNvPr id="1049040" name=""/>
              <p:cNvSpPr/>
              <p:nvPr/>
            </p:nvSpPr>
            <p:spPr>
              <a:xfrm>
                <a:off x="4287953" y="5298418"/>
                <a:ext cx="754384" cy="640319"/>
              </a:xfrm>
            </p:spPr>
          </p:sp>
        </mc:Fallback>
      </mc:AlternateContent>
      <mc:AlternateContent xmlns:mc="http://schemas.openxmlformats.org/markup-compatibility/2006" xmlns:p14="http://schemas.microsoft.com/office/powerpoint/2010/main">
        <mc:Choice Requires="p14">
          <p:contentPart p14:bwMode="auto" r:id="rId63">
            <p14:nvContentPartPr>
              <p14:cNvPr id="1049041" name="墨迹 1049040"/>
              <p14:cNvContentPartPr/>
              <p14:nvPr/>
            </p14:nvContentPartPr>
            <p14:xfrm>
              <a:off x="10911521" y="7119695"/>
              <a:ext cx="0" cy="0"/>
            </p14:xfrm>
          </p:contentPart>
        </mc:Choice>
        <mc:Fallback xmlns="">
          <p:sp>
            <p:nvSpPr>
              <p:cNvPr id="1049041" name=""/>
              <p:cNvSpPr/>
              <p:nvPr/>
            </p:nvSpPr>
            <p:spPr>
              <a:xfrm>
                <a:off x="10911521" y="7119695"/>
                <a:ext cx="0" cy="0"/>
              </a:xfrm>
            </p:spPr>
          </p:sp>
        </mc:Fallback>
      </mc:AlternateContent>
      <mc:AlternateContent xmlns:mc="http://schemas.openxmlformats.org/markup-compatibility/2006" xmlns:p14="http://schemas.microsoft.com/office/powerpoint/2010/main">
        <mc:Choice Requires="p14">
          <p:contentPart p14:bwMode="auto" r:id="rId64">
            <p14:nvContentPartPr>
              <p14:cNvPr id="1049042" name="墨迹 1049041"/>
              <p14:cNvContentPartPr/>
              <p14:nvPr/>
            </p14:nvContentPartPr>
            <p14:xfrm>
              <a:off x="9268127" y="6423710"/>
              <a:ext cx="0" cy="0"/>
            </p14:xfrm>
          </p:contentPart>
        </mc:Choice>
        <mc:Fallback xmlns="">
          <p:sp>
            <p:nvSpPr>
              <p:cNvPr id="1049042" name=""/>
              <p:cNvSpPr/>
              <p:nvPr/>
            </p:nvSpPr>
            <p:spPr>
              <a:xfrm>
                <a:off x="9268127" y="6423710"/>
                <a:ext cx="0" cy="0"/>
              </a:xfrm>
            </p:spPr>
          </p:sp>
        </mc:Fallback>
      </mc:AlternateContent>
      <mc:AlternateContent xmlns:mc="http://schemas.openxmlformats.org/markup-compatibility/2006" xmlns:p14="http://schemas.microsoft.com/office/powerpoint/2010/main">
        <mc:Choice Requires="p14">
          <p:contentPart p14:bwMode="auto" r:id="rId65">
            <p14:nvContentPartPr>
              <p14:cNvPr id="1049043" name="墨迹 1049042"/>
              <p14:cNvContentPartPr/>
              <p14:nvPr/>
            </p14:nvContentPartPr>
            <p14:xfrm>
              <a:off x="4754484" y="5799598"/>
              <a:ext cx="168817" cy="233822"/>
            </p14:xfrm>
          </p:contentPart>
        </mc:Choice>
        <mc:Fallback xmlns="">
          <p:sp>
            <p:nvSpPr>
              <p:cNvPr id="1049043" name=""/>
              <p:cNvSpPr/>
              <p:nvPr/>
            </p:nvSpPr>
            <p:spPr>
              <a:xfrm>
                <a:off x="4754484" y="5799598"/>
                <a:ext cx="168817" cy="233822"/>
              </a:xfrm>
            </p:spPr>
          </p:sp>
        </mc:Fallback>
      </mc:AlternateContent>
      <mc:AlternateContent xmlns:mc="http://schemas.openxmlformats.org/markup-compatibility/2006" xmlns:p14="http://schemas.microsoft.com/office/powerpoint/2010/main">
        <mc:Choice Requires="p14">
          <p:contentPart p14:bwMode="auto" r:id="rId66">
            <p14:nvContentPartPr>
              <p14:cNvPr id="1049044" name="墨迹 1049043"/>
              <p14:cNvContentPartPr/>
              <p14:nvPr/>
            </p14:nvContentPartPr>
            <p14:xfrm>
              <a:off x="3627679" y="3524357"/>
              <a:ext cx="478498" cy="641064"/>
            </p14:xfrm>
          </p:contentPart>
        </mc:Choice>
        <mc:Fallback xmlns="">
          <p:sp>
            <p:nvSpPr>
              <p:cNvPr id="1049044" name=""/>
              <p:cNvSpPr/>
              <p:nvPr/>
            </p:nvSpPr>
            <p:spPr>
              <a:xfrm>
                <a:off x="3627679" y="3524357"/>
                <a:ext cx="478498" cy="641064"/>
              </a:xfrm>
            </p:spPr>
          </p:sp>
        </mc:Fallback>
      </mc:AlternateContent>
      <mc:AlternateContent xmlns:mc="http://schemas.openxmlformats.org/markup-compatibility/2006" xmlns:p14="http://schemas.microsoft.com/office/powerpoint/2010/main">
        <mc:Choice Requires="p14">
          <p:contentPart p14:bwMode="auto" r:id="rId67">
            <p14:nvContentPartPr>
              <p14:cNvPr id="1049045" name="墨迹 1049044"/>
              <p14:cNvContentPartPr/>
              <p14:nvPr/>
            </p14:nvContentPartPr>
            <p14:xfrm>
              <a:off x="4003341" y="4020298"/>
              <a:ext cx="101767" cy="149391"/>
            </p14:xfrm>
          </p:contentPart>
        </mc:Choice>
        <mc:Fallback xmlns="">
          <p:sp>
            <p:nvSpPr>
              <p:cNvPr id="1049045" name=""/>
              <p:cNvSpPr/>
              <p:nvPr/>
            </p:nvSpPr>
            <p:spPr>
              <a:xfrm>
                <a:off x="4003341" y="4020298"/>
                <a:ext cx="101767" cy="149391"/>
              </a:xfrm>
            </p:spPr>
          </p:sp>
        </mc:Fallback>
      </mc:AlternateContent>
      <mc:AlternateContent xmlns:mc="http://schemas.openxmlformats.org/markup-compatibility/2006" xmlns:p14="http://schemas.microsoft.com/office/powerpoint/2010/main">
        <mc:Choice Requires="p14">
          <p:contentPart p14:bwMode="auto" r:id="rId68">
            <p14:nvContentPartPr>
              <p14:cNvPr id="1049046" name="墨迹 1049045"/>
              <p14:cNvContentPartPr/>
              <p14:nvPr/>
            </p14:nvContentPartPr>
            <p14:xfrm>
              <a:off x="3603871" y="4145147"/>
              <a:ext cx="521963" cy="535114"/>
            </p14:xfrm>
          </p:contentPart>
        </mc:Choice>
        <mc:Fallback xmlns="">
          <p:sp>
            <p:nvSpPr>
              <p:cNvPr id="1049046" name=""/>
              <p:cNvSpPr/>
              <p:nvPr/>
            </p:nvSpPr>
            <p:spPr>
              <a:xfrm>
                <a:off x="3603871" y="4145147"/>
                <a:ext cx="521963" cy="535114"/>
              </a:xfrm>
            </p:spPr>
          </p:sp>
        </mc:Fallback>
      </mc:AlternateContent>
      <mc:AlternateContent xmlns:mc="http://schemas.openxmlformats.org/markup-compatibility/2006" xmlns:p14="http://schemas.microsoft.com/office/powerpoint/2010/main">
        <mc:Choice Requires="p14">
          <p:contentPart p14:bwMode="auto" r:id="rId69">
            <p14:nvContentPartPr>
              <p14:cNvPr id="1049047" name="墨迹 1049046"/>
              <p14:cNvContentPartPr/>
              <p14:nvPr/>
            </p14:nvContentPartPr>
            <p14:xfrm>
              <a:off x="3974985" y="4491023"/>
              <a:ext cx="129935" cy="204108"/>
            </p14:xfrm>
          </p:contentPart>
        </mc:Choice>
        <mc:Fallback xmlns="">
          <p:sp>
            <p:nvSpPr>
              <p:cNvPr id="1049047" name=""/>
              <p:cNvSpPr/>
              <p:nvPr/>
            </p:nvSpPr>
            <p:spPr>
              <a:xfrm>
                <a:off x="3974985" y="4491023"/>
                <a:ext cx="129935" cy="204108"/>
              </a:xfrm>
            </p:spPr>
          </p:sp>
        </mc:Fallback>
      </mc:AlternateContent>
      <mc:AlternateContent xmlns:mc="http://schemas.openxmlformats.org/markup-compatibility/2006" xmlns:p14="http://schemas.microsoft.com/office/powerpoint/2010/main">
        <mc:Choice Requires="p14">
          <p:contentPart p14:bwMode="auto" r:id="rId70">
            <p14:nvContentPartPr>
              <p14:cNvPr id="1049048" name="墨迹 1049047"/>
              <p14:cNvContentPartPr/>
              <p14:nvPr/>
            </p14:nvContentPartPr>
            <p14:xfrm>
              <a:off x="4138095" y="4096183"/>
              <a:ext cx="406293" cy="575476"/>
            </p14:xfrm>
          </p:contentPart>
        </mc:Choice>
        <mc:Fallback xmlns="">
          <p:sp>
            <p:nvSpPr>
              <p:cNvPr id="1049048" name=""/>
              <p:cNvSpPr/>
              <p:nvPr/>
            </p:nvSpPr>
            <p:spPr>
              <a:xfrm>
                <a:off x="4138095" y="4096183"/>
                <a:ext cx="406293" cy="575476"/>
              </a:xfrm>
            </p:spPr>
          </p:sp>
        </mc:Fallback>
      </mc:AlternateContent>
      <mc:AlternateContent xmlns:mc="http://schemas.openxmlformats.org/markup-compatibility/2006" xmlns:p14="http://schemas.microsoft.com/office/powerpoint/2010/main">
        <mc:Choice Requires="p14">
          <p:contentPart p14:bwMode="auto" r:id="rId71">
            <p14:nvContentPartPr>
              <p14:cNvPr id="1049049" name="墨迹 1049048"/>
              <p14:cNvContentPartPr/>
              <p14:nvPr/>
            </p14:nvContentPartPr>
            <p14:xfrm>
              <a:off x="4443114" y="4527239"/>
              <a:ext cx="139980" cy="158758"/>
            </p14:xfrm>
          </p:contentPart>
        </mc:Choice>
        <mc:Fallback xmlns="">
          <p:sp>
            <p:nvSpPr>
              <p:cNvPr id="1049049" name=""/>
              <p:cNvSpPr/>
              <p:nvPr/>
            </p:nvSpPr>
            <p:spPr>
              <a:xfrm>
                <a:off x="4443114" y="4527239"/>
                <a:ext cx="139980" cy="158758"/>
              </a:xfrm>
            </p:spPr>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9" name="Group 59"/>
          <p:cNvGrpSpPr/>
          <p:nvPr/>
        </p:nvGrpSpPr>
        <p:grpSpPr bwMode="auto">
          <a:xfrm>
            <a:off x="3457575" y="2725738"/>
            <a:ext cx="3810000" cy="593725"/>
            <a:chOff x="1296" y="2016"/>
            <a:chExt cx="2400" cy="384"/>
          </a:xfrm>
        </p:grpSpPr>
        <p:sp>
          <p:nvSpPr>
            <p:cNvPr id="1048756" name="Rectangle 60"/>
            <p:cNvSpPr>
              <a:spLocks noChangeArrowheads="1"/>
            </p:cNvSpPr>
            <p:nvPr/>
          </p:nvSpPr>
          <p:spPr bwMode="auto">
            <a:xfrm>
              <a:off x="1296" y="2016"/>
              <a:ext cx="2400" cy="384"/>
            </a:xfrm>
            <a:prstGeom prst="rect">
              <a:avLst/>
            </a:prstGeom>
            <a:solidFill>
              <a:srgbClr val="C0C0C0"/>
            </a:solid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dirty="0">
                <a:latin typeface="Times New Roman" panose="02020603050405020304" pitchFamily="18" charset="0"/>
                <a:cs typeface="Times New Roman" panose="02020603050405020304" pitchFamily="18" charset="0"/>
              </a:endParaRPr>
            </a:p>
          </p:txBody>
        </p:sp>
        <p:graphicFrame>
          <p:nvGraphicFramePr>
            <p:cNvPr id="4194318" name="Object 62"/>
            <p:cNvGraphicFramePr>
              <a:graphicFrameLocks noChangeAspect="1"/>
            </p:cNvGraphicFramePr>
            <p:nvPr/>
          </p:nvGraphicFramePr>
          <p:xfrm>
            <a:off x="1624" y="2120"/>
            <a:ext cx="624" cy="208"/>
          </p:xfrm>
          <a:graphic>
            <a:graphicData uri="http://schemas.openxmlformats.org/presentationml/2006/ole">
              <mc:AlternateContent xmlns:mc="http://schemas.openxmlformats.org/markup-compatibility/2006">
                <mc:Choice xmlns:v="urn:schemas-microsoft-com:vml" Requires="v">
                  <p:oleObj name="Microsoft Equation 3.0" r:id="rId2" imgW="532937" imgH="177646" progId="Equation.3">
                    <p:embed/>
                  </p:oleObj>
                </mc:Choice>
                <mc:Fallback>
                  <p:oleObj name="Microsoft Equation 3.0" r:id="rId2" imgW="532937" imgH="177646" progId="Equation.3">
                    <p:embed/>
                    <p:pic>
                      <p:nvPicPr>
                        <p:cNvPr id="2097180" name="Object 62"/>
                        <p:cNvPicPr>
                          <a:picLocks noChangeAspect="1" noChangeArrowheads="1"/>
                        </p:cNvPicPr>
                        <p:nvPr/>
                      </p:nvPicPr>
                      <p:blipFill>
                        <a:blip r:embed="rId3"/>
                        <a:srcRect/>
                        <a:stretch>
                          <a:fillRect/>
                        </a:stretch>
                      </p:blipFill>
                      <p:spPr bwMode="auto">
                        <a:xfrm>
                          <a:off x="1624" y="2120"/>
                          <a:ext cx="624" cy="208"/>
                        </a:xfrm>
                        <a:prstGeom prst="rect">
                          <a:avLst/>
                        </a:prstGeom>
                        <a:noFill/>
                        <a:ln>
                          <a:noFill/>
                        </a:ln>
                        <a:effectLst/>
                      </p:spPr>
                    </p:pic>
                  </p:oleObj>
                </mc:Fallback>
              </mc:AlternateContent>
            </a:graphicData>
          </a:graphic>
        </p:graphicFrame>
      </p:grpSp>
      <p:grpSp>
        <p:nvGrpSpPr>
          <p:cNvPr id="130" name="Group 68"/>
          <p:cNvGrpSpPr/>
          <p:nvPr/>
        </p:nvGrpSpPr>
        <p:grpSpPr bwMode="auto">
          <a:xfrm>
            <a:off x="2085975" y="3716338"/>
            <a:ext cx="7239000" cy="2438400"/>
            <a:chOff x="336" y="2496"/>
            <a:chExt cx="5184" cy="1728"/>
          </a:xfrm>
        </p:grpSpPr>
        <p:sp>
          <p:nvSpPr>
            <p:cNvPr id="1048757" name="Rectangle 69"/>
            <p:cNvSpPr>
              <a:spLocks noChangeArrowheads="1"/>
            </p:cNvSpPr>
            <p:nvPr/>
          </p:nvSpPr>
          <p:spPr bwMode="auto">
            <a:xfrm>
              <a:off x="336" y="2496"/>
              <a:ext cx="5184" cy="1728"/>
            </a:xfrm>
            <a:prstGeom prst="rect">
              <a:avLst/>
            </a:prstGeom>
            <a:no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131" name="Group 70"/>
            <p:cNvGrpSpPr/>
            <p:nvPr/>
          </p:nvGrpSpPr>
          <p:grpSpPr bwMode="auto">
            <a:xfrm>
              <a:off x="672" y="2784"/>
              <a:ext cx="1344" cy="912"/>
              <a:chOff x="768" y="2784"/>
              <a:chExt cx="1344" cy="912"/>
            </a:xfrm>
          </p:grpSpPr>
          <p:sp>
            <p:nvSpPr>
              <p:cNvPr id="1048758" name="Line 71"/>
              <p:cNvSpPr>
                <a:spLocks noChangeShapeType="1"/>
              </p:cNvSpPr>
              <p:nvPr/>
            </p:nvSpPr>
            <p:spPr bwMode="auto">
              <a:xfrm>
                <a:off x="768" y="3696"/>
                <a:ext cx="1344"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8759" name="Line 72"/>
              <p:cNvSpPr>
                <a:spLocks noChangeShapeType="1"/>
              </p:cNvSpPr>
              <p:nvPr/>
            </p:nvSpPr>
            <p:spPr bwMode="auto">
              <a:xfrm flipV="1">
                <a:off x="768" y="2784"/>
                <a:ext cx="0" cy="912"/>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8760" name="Rectangle 73"/>
              <p:cNvSpPr>
                <a:spLocks noChangeArrowheads="1"/>
              </p:cNvSpPr>
              <p:nvPr/>
            </p:nvSpPr>
            <p:spPr bwMode="auto">
              <a:xfrm>
                <a:off x="1008" y="2928"/>
                <a:ext cx="816" cy="528"/>
              </a:xfrm>
              <a:prstGeom prst="rect">
                <a:avLst/>
              </a:prstGeom>
              <a:solidFill>
                <a:schemeClr val="bg1"/>
              </a:solidFill>
              <a:ln w="222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132" name="Group 74"/>
            <p:cNvGrpSpPr/>
            <p:nvPr/>
          </p:nvGrpSpPr>
          <p:grpSpPr bwMode="auto">
            <a:xfrm>
              <a:off x="2496" y="2736"/>
              <a:ext cx="864" cy="1008"/>
              <a:chOff x="2352" y="2688"/>
              <a:chExt cx="864" cy="1008"/>
            </a:xfrm>
          </p:grpSpPr>
          <p:sp>
            <p:nvSpPr>
              <p:cNvPr id="1048761" name="Oval 75"/>
              <p:cNvSpPr>
                <a:spLocks noChangeArrowheads="1"/>
              </p:cNvSpPr>
              <p:nvPr/>
            </p:nvSpPr>
            <p:spPr bwMode="auto">
              <a:xfrm>
                <a:off x="2592" y="3024"/>
                <a:ext cx="288" cy="288"/>
              </a:xfrm>
              <a:prstGeom prst="ellipse">
                <a:avLst/>
              </a:prstGeom>
              <a:solidFill>
                <a:schemeClr val="bg1"/>
              </a:solidFill>
              <a:ln w="222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762" name="Line 76"/>
              <p:cNvSpPr>
                <a:spLocks noChangeShapeType="1"/>
              </p:cNvSpPr>
              <p:nvPr/>
            </p:nvSpPr>
            <p:spPr bwMode="auto">
              <a:xfrm>
                <a:off x="2352" y="3168"/>
                <a:ext cx="864"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8763" name="Line 77"/>
              <p:cNvSpPr>
                <a:spLocks noChangeShapeType="1"/>
              </p:cNvSpPr>
              <p:nvPr/>
            </p:nvSpPr>
            <p:spPr bwMode="auto">
              <a:xfrm flipV="1">
                <a:off x="2736" y="2688"/>
                <a:ext cx="0" cy="1008"/>
              </a:xfrm>
              <a:prstGeom prst="line">
                <a:avLst/>
              </a:prstGeom>
              <a:noFill/>
              <a:ln w="9525">
                <a:solidFill>
                  <a:schemeClr val="tx1"/>
                </a:solidFill>
                <a:miter lim="800000"/>
                <a:headEnd/>
                <a:tailEnd type="triangle" w="med" len="med"/>
              </a:ln>
              <a:effectLst/>
            </p:spPr>
            <p:txBody>
              <a:bodyPr wrap="none"/>
              <a:lstStyle/>
              <a:p>
                <a:endParaRPr lang="zh-CN" altLang="en-US"/>
              </a:p>
            </p:txBody>
          </p:sp>
        </p:grpSp>
        <p:grpSp>
          <p:nvGrpSpPr>
            <p:cNvPr id="133" name="Group 78"/>
            <p:cNvGrpSpPr/>
            <p:nvPr/>
          </p:nvGrpSpPr>
          <p:grpSpPr bwMode="auto">
            <a:xfrm>
              <a:off x="3936" y="2640"/>
              <a:ext cx="1296" cy="1104"/>
              <a:chOff x="3984" y="2544"/>
              <a:chExt cx="1296" cy="1104"/>
            </a:xfrm>
          </p:grpSpPr>
          <p:sp>
            <p:nvSpPr>
              <p:cNvPr id="1048764" name="AutoShape 79"/>
              <p:cNvSpPr>
                <a:spLocks noChangeArrowheads="1"/>
              </p:cNvSpPr>
              <p:nvPr/>
            </p:nvSpPr>
            <p:spPr bwMode="auto">
              <a:xfrm>
                <a:off x="4080" y="2736"/>
                <a:ext cx="1104" cy="816"/>
              </a:xfrm>
              <a:prstGeom prst="roundRect">
                <a:avLst>
                  <a:gd name="adj" fmla="val 16667"/>
                </a:avLst>
              </a:prstGeom>
              <a:solidFill>
                <a:schemeClr val="bg1"/>
              </a:solidFill>
              <a:ln w="222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765" name="Line 80"/>
              <p:cNvSpPr>
                <a:spLocks noChangeShapeType="1"/>
              </p:cNvSpPr>
              <p:nvPr/>
            </p:nvSpPr>
            <p:spPr bwMode="auto">
              <a:xfrm>
                <a:off x="3984" y="3648"/>
                <a:ext cx="1296"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8766" name="Line 81"/>
              <p:cNvSpPr>
                <a:spLocks noChangeShapeType="1"/>
              </p:cNvSpPr>
              <p:nvPr/>
            </p:nvSpPr>
            <p:spPr bwMode="auto">
              <a:xfrm flipV="1">
                <a:off x="3984" y="2544"/>
                <a:ext cx="0" cy="1104"/>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8767" name="Rectangle 82"/>
              <p:cNvSpPr>
                <a:spLocks noChangeArrowheads="1"/>
              </p:cNvSpPr>
              <p:nvPr/>
            </p:nvSpPr>
            <p:spPr bwMode="auto">
              <a:xfrm>
                <a:off x="4224" y="2880"/>
                <a:ext cx="816" cy="528"/>
              </a:xfrm>
              <a:prstGeom prst="rect">
                <a:avLst/>
              </a:prstGeom>
              <a:solidFill>
                <a:schemeClr val="bg1"/>
              </a:solidFill>
              <a:ln w="9525">
                <a:solidFill>
                  <a:schemeClr val="tx1"/>
                </a:solidFill>
                <a:prstDash val="dash"/>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8768" name="Text Box 83"/>
            <p:cNvSpPr txBox="1">
              <a:spLocks noChangeArrowheads="1"/>
            </p:cNvSpPr>
            <p:nvPr/>
          </p:nvSpPr>
          <p:spPr bwMode="auto">
            <a:xfrm>
              <a:off x="2256" y="3888"/>
              <a:ext cx="1234" cy="284"/>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latin typeface="黑体" panose="02010609060101010101" pitchFamily="49" charset="-122"/>
                  <a:ea typeface="黑体" panose="02010609060101010101" pitchFamily="49" charset="-122"/>
                </a:rPr>
                <a:t>利用圆盘膨胀</a:t>
              </a:r>
            </a:p>
          </p:txBody>
        </p:sp>
        <p:sp>
          <p:nvSpPr>
            <p:cNvPr id="1048769" name="Text Box 84"/>
            <p:cNvSpPr txBox="1">
              <a:spLocks noChangeArrowheads="1"/>
            </p:cNvSpPr>
            <p:nvPr/>
          </p:nvSpPr>
          <p:spPr bwMode="auto">
            <a:xfrm>
              <a:off x="816" y="2640"/>
              <a:ext cx="245" cy="284"/>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a:latin typeface="Times New Roman" panose="02020603050405020304" pitchFamily="18" charset="0"/>
                  <a:cs typeface="Times New Roman" panose="02020603050405020304" pitchFamily="18" charset="0"/>
                </a:rPr>
                <a:t>A</a:t>
              </a:r>
            </a:p>
          </p:txBody>
        </p:sp>
        <p:sp>
          <p:nvSpPr>
            <p:cNvPr id="1048770" name="Text Box 85"/>
            <p:cNvSpPr txBox="1">
              <a:spLocks noChangeArrowheads="1"/>
            </p:cNvSpPr>
            <p:nvPr/>
          </p:nvSpPr>
          <p:spPr bwMode="auto">
            <a:xfrm>
              <a:off x="2401" y="2832"/>
              <a:ext cx="245" cy="284"/>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a:latin typeface="Times New Roman" panose="02020603050405020304" pitchFamily="18" charset="0"/>
                  <a:cs typeface="Times New Roman" panose="02020603050405020304" pitchFamily="18" charset="0"/>
                </a:rPr>
                <a:t>B</a:t>
              </a:r>
            </a:p>
          </p:txBody>
        </p:sp>
        <p:graphicFrame>
          <p:nvGraphicFramePr>
            <p:cNvPr id="4194319" name="Object 86"/>
            <p:cNvGraphicFramePr>
              <a:graphicFrameLocks noChangeAspect="1"/>
            </p:cNvGraphicFramePr>
            <p:nvPr/>
          </p:nvGraphicFramePr>
          <p:xfrm>
            <a:off x="4368" y="2544"/>
            <a:ext cx="480" cy="204"/>
          </p:xfrm>
          <a:graphic>
            <a:graphicData uri="http://schemas.openxmlformats.org/presentationml/2006/ole">
              <mc:AlternateContent xmlns:mc="http://schemas.openxmlformats.org/markup-compatibility/2006">
                <mc:Choice xmlns:v="urn:schemas-microsoft-com:vml" Requires="v">
                  <p:oleObj name="Microsoft Equation 3.0" r:id="rId4" imgW="418918" imgH="177723" progId="Equation.3">
                    <p:embed/>
                  </p:oleObj>
                </mc:Choice>
                <mc:Fallback>
                  <p:oleObj name="Microsoft Equation 3.0" r:id="rId4" imgW="418918" imgH="177723" progId="Equation.3">
                    <p:embed/>
                    <p:pic>
                      <p:nvPicPr>
                        <p:cNvPr id="2097181" name="Object 86"/>
                        <p:cNvPicPr>
                          <a:picLocks noChangeAspect="1" noChangeArrowheads="1"/>
                        </p:cNvPicPr>
                        <p:nvPr/>
                      </p:nvPicPr>
                      <p:blipFill>
                        <a:blip r:embed="rId5"/>
                        <a:srcRect/>
                        <a:stretch>
                          <a:fillRect/>
                        </a:stretch>
                      </p:blipFill>
                      <p:spPr bwMode="auto">
                        <a:xfrm>
                          <a:off x="4368" y="2544"/>
                          <a:ext cx="480" cy="204"/>
                        </a:xfrm>
                        <a:prstGeom prst="rect">
                          <a:avLst/>
                        </a:prstGeom>
                        <a:noFill/>
                        <a:ln>
                          <a:noFill/>
                        </a:ln>
                        <a:effectLst/>
                      </p:spPr>
                    </p:pic>
                  </p:oleObj>
                </mc:Fallback>
              </mc:AlternateContent>
            </a:graphicData>
          </a:graphic>
        </p:graphicFrame>
      </p:grpSp>
      <p:sp>
        <p:nvSpPr>
          <p:cNvPr id="1048771"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zh-CN" altLang="en-US" sz="2000" b="1" dirty="0">
                <a:solidFill>
                  <a:schemeClr val="bg1">
                    <a:lumMod val="50000"/>
                  </a:schemeClr>
                </a:solidFill>
                <a:latin typeface="黑体" panose="02010609060101010101" pitchFamily="49" charset="-122"/>
                <a:ea typeface="黑体" panose="02010609060101010101" pitchFamily="49" charset="-122"/>
              </a:rPr>
              <a:t>腐蚀与膨胀</a:t>
            </a:r>
            <a:endParaRPr lang="zh-CN" altLang="en-US" sz="2000" b="1" dirty="0">
              <a:solidFill>
                <a:schemeClr val="bg1">
                  <a:lumMod val="50000"/>
                </a:schemeClr>
              </a:solidFill>
              <a:latin typeface="宋体" panose="02010600030101010101" pitchFamily="2" charset="-122"/>
            </a:endParaRPr>
          </a:p>
        </p:txBody>
      </p:sp>
      <p:sp>
        <p:nvSpPr>
          <p:cNvPr id="1048772" name="TextBox 27"/>
          <p:cNvSpPr txBox="1"/>
          <p:nvPr/>
        </p:nvSpPr>
        <p:spPr>
          <a:xfrm>
            <a:off x="1012825" y="177800"/>
            <a:ext cx="46151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二、 数学形态学基本算法</a:t>
            </a:r>
          </a:p>
        </p:txBody>
      </p:sp>
      <p:sp>
        <p:nvSpPr>
          <p:cNvPr id="1048773"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48774" name="Text Box 4"/>
          <p:cNvSpPr txBox="1">
            <a:spLocks noRot="1" noChangeAspect="1" noMove="1" noResize="1" noEditPoints="1" noAdjustHandles="1" noChangeArrowheads="1" noChangeShapeType="1" noTextEdit="1"/>
          </p:cNvSpPr>
          <p:nvPr/>
        </p:nvSpPr>
        <p:spPr bwMode="auto">
          <a:xfrm>
            <a:off x="1722438" y="1484784"/>
            <a:ext cx="9270106" cy="960328"/>
          </a:xfrm>
          <a:prstGeom prst="rect">
            <a:avLst/>
          </a:prstGeom>
          <a:blipFill>
            <a:blip r:embed="rId6"/>
            <a:stretch>
              <a:fillRect l="-724" b="-4459"/>
            </a:stretch>
          </a:blipFill>
          <a:ln>
            <a:noFill/>
          </a:ln>
          <a:effectLst/>
        </p:spPr>
        <p:txBody>
          <a:bodyPr/>
          <a:lstStyle/>
          <a:p>
            <a:r>
              <a:rPr lang="zh-CN" altLang="en-US">
                <a:noFill/>
              </a:rPr>
              <a:t> </a:t>
            </a:r>
          </a:p>
        </p:txBody>
      </p:sp>
      <p:sp>
        <p:nvSpPr>
          <p:cNvPr id="1048775" name="文本框 1"/>
          <p:cNvSpPr txBox="1"/>
          <p:nvPr/>
        </p:nvSpPr>
        <p:spPr>
          <a:xfrm>
            <a:off x="4968875" y="2808228"/>
            <a:ext cx="1929879" cy="400110"/>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A</a:t>
            </a:r>
            <a:r>
              <a:rPr lang="en-US" altLang="zh-CN" sz="2000" baseline="30000" dirty="0">
                <a:latin typeface="Times New Roman" panose="02020603050405020304" pitchFamily="18" charset="0"/>
                <a:cs typeface="Times New Roman" panose="02020603050405020304" pitchFamily="18" charset="0"/>
              </a:rPr>
              <a:t>C</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B</a:t>
            </a:r>
            <a:r>
              <a:rPr lang="en-US" altLang="zh-CN" sz="2000" dirty="0">
                <a:latin typeface="Times New Roman" panose="02020603050405020304" pitchFamily="18" charset="0"/>
                <a:cs typeface="Times New Roman" panose="02020603050405020304" pitchFamily="18" charset="0"/>
              </a:rPr>
              <a:t>)</a:t>
            </a:r>
            <a:r>
              <a:rPr lang="en-US" altLang="zh-CN" sz="2000" baseline="30000" dirty="0">
                <a:latin typeface="Times New Roman" panose="02020603050405020304" pitchFamily="18" charset="0"/>
                <a:cs typeface="Times New Roman" panose="02020603050405020304" pitchFamily="18" charset="0"/>
              </a:rPr>
              <a:t>C</a:t>
            </a:r>
            <a:r>
              <a:rPr lang="en-US" altLang="zh-CN" sz="2000" dirty="0">
                <a:latin typeface="Times New Roman" panose="02020603050405020304" pitchFamily="18" charset="0"/>
                <a:cs typeface="Times New Roman" panose="02020603050405020304" pitchFamily="18" charset="0"/>
              </a:rPr>
              <a:t>]</a:t>
            </a:r>
            <a:r>
              <a:rPr lang="en-US" altLang="zh-CN" sz="2000" baseline="30000" dirty="0">
                <a:latin typeface="Times New Roman" panose="02020603050405020304" pitchFamily="18" charset="0"/>
                <a:cs typeface="Times New Roman" panose="02020603050405020304" pitchFamily="18" charset="0"/>
              </a:rPr>
              <a:t>C</a:t>
            </a:r>
            <a:endParaRPr lang="zh-CN" altLang="en-US" sz="2000" baseline="30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7">
            <p14:nvContentPartPr>
              <p14:cNvPr id="1048776" name="墨迹 1048775"/>
              <p14:cNvContentPartPr/>
              <p14:nvPr/>
            </p14:nvContentPartPr>
            <p14:xfrm>
              <a:off x="11965255" y="8432098"/>
              <a:ext cx="0" cy="0"/>
            </p14:xfrm>
          </p:contentPart>
        </mc:Choice>
        <mc:Fallback xmlns="">
          <p:sp>
            <p:nvSpPr>
              <p:cNvPr id="1048776" name=""/>
              <p:cNvSpPr/>
              <p:nvPr/>
            </p:nvSpPr>
            <p:spPr>
              <a:xfrm>
                <a:off x="11965255" y="8432098"/>
                <a:ext cx="0" cy="0"/>
              </a:xfrm>
            </p:spPr>
          </p:sp>
        </mc:Fallback>
      </mc:AlternateContent>
      <mc:AlternateContent xmlns:mc="http://schemas.openxmlformats.org/markup-compatibility/2006" xmlns:p14="http://schemas.microsoft.com/office/powerpoint/2010/main">
        <mc:Choice Requires="p14">
          <p:contentPart p14:bwMode="auto" r:id="rId8">
            <p14:nvContentPartPr>
              <p14:cNvPr id="1048777" name="墨迹 1048776"/>
              <p14:cNvContentPartPr/>
              <p14:nvPr/>
            </p14:nvContentPartPr>
            <p14:xfrm>
              <a:off x="354432" y="5400717"/>
              <a:ext cx="45822" cy="207060"/>
            </p14:xfrm>
          </p:contentPart>
        </mc:Choice>
        <mc:Fallback xmlns="">
          <p:sp>
            <p:nvSpPr>
              <p:cNvPr id="1048777" name=""/>
              <p:cNvSpPr/>
              <p:nvPr/>
            </p:nvSpPr>
            <p:spPr>
              <a:xfrm>
                <a:off x="354432" y="5400717"/>
                <a:ext cx="45822" cy="207060"/>
              </a:xfrm>
            </p:spPr>
          </p:sp>
        </mc:Fallback>
      </mc:AlternateContent>
      <mc:AlternateContent xmlns:mc="http://schemas.openxmlformats.org/markup-compatibility/2006" xmlns:p14="http://schemas.microsoft.com/office/powerpoint/2010/main">
        <mc:Choice Requires="p14">
          <p:contentPart p14:bwMode="auto" r:id="rId9">
            <p14:nvContentPartPr>
              <p14:cNvPr id="1048778" name="墨迹 1048777"/>
              <p14:cNvContentPartPr/>
              <p14:nvPr/>
            </p14:nvContentPartPr>
            <p14:xfrm>
              <a:off x="294656" y="5429573"/>
              <a:ext cx="268593" cy="226894"/>
            </p14:xfrm>
          </p:contentPart>
        </mc:Choice>
        <mc:Fallback xmlns="">
          <p:sp>
            <p:nvSpPr>
              <p:cNvPr id="1048778" name=""/>
              <p:cNvSpPr/>
              <p:nvPr/>
            </p:nvSpPr>
            <p:spPr>
              <a:xfrm>
                <a:off x="294656" y="5429573"/>
                <a:ext cx="268593" cy="226894"/>
              </a:xfrm>
            </p:spPr>
          </p:sp>
        </mc:Fallback>
      </mc:AlternateContent>
      <mc:AlternateContent xmlns:mc="http://schemas.openxmlformats.org/markup-compatibility/2006" xmlns:p14="http://schemas.microsoft.com/office/powerpoint/2010/main">
        <mc:Choice Requires="p14">
          <p:contentPart p14:bwMode="auto" r:id="rId10">
            <p14:nvContentPartPr>
              <p14:cNvPr id="1048779" name="墨迹 1048778"/>
              <p14:cNvContentPartPr/>
              <p14:nvPr/>
            </p14:nvContentPartPr>
            <p14:xfrm>
              <a:off x="471249" y="5334266"/>
              <a:ext cx="7871" cy="458623"/>
            </p14:xfrm>
          </p:contentPart>
        </mc:Choice>
        <mc:Fallback xmlns="">
          <p:sp>
            <p:nvSpPr>
              <p:cNvPr id="1048779" name=""/>
              <p:cNvSpPr/>
              <p:nvPr/>
            </p:nvSpPr>
            <p:spPr>
              <a:xfrm>
                <a:off x="471249" y="5334266"/>
                <a:ext cx="7871" cy="458623"/>
              </a:xfrm>
            </p:spPr>
          </p:sp>
        </mc:Fallback>
      </mc:AlternateContent>
      <mc:AlternateContent xmlns:mc="http://schemas.openxmlformats.org/markup-compatibility/2006" xmlns:p14="http://schemas.microsoft.com/office/powerpoint/2010/main">
        <mc:Choice Requires="p14">
          <p:contentPart p14:bwMode="auto" r:id="rId11">
            <p14:nvContentPartPr>
              <p14:cNvPr id="1048780" name="墨迹 1048779"/>
              <p14:cNvContentPartPr/>
              <p14:nvPr/>
            </p14:nvContentPartPr>
            <p14:xfrm>
              <a:off x="626807" y="5492524"/>
              <a:ext cx="313795" cy="130160"/>
            </p14:xfrm>
          </p:contentPart>
        </mc:Choice>
        <mc:Fallback xmlns="">
          <p:sp>
            <p:nvSpPr>
              <p:cNvPr id="1048780" name=""/>
              <p:cNvSpPr/>
              <p:nvPr/>
            </p:nvSpPr>
            <p:spPr>
              <a:xfrm>
                <a:off x="626807" y="5492524"/>
                <a:ext cx="313795" cy="130160"/>
              </a:xfrm>
            </p:spPr>
          </p:sp>
        </mc:Fallback>
      </mc:AlternateContent>
      <mc:AlternateContent xmlns:mc="http://schemas.openxmlformats.org/markup-compatibility/2006" xmlns:p14="http://schemas.microsoft.com/office/powerpoint/2010/main">
        <mc:Choice Requires="p14">
          <p:contentPart p14:bwMode="auto" r:id="rId12">
            <p14:nvContentPartPr>
              <p14:cNvPr id="1048781" name="墨迹 1048780"/>
              <p14:cNvContentPartPr/>
              <p14:nvPr/>
            </p14:nvContentPartPr>
            <p14:xfrm>
              <a:off x="1046142" y="5332994"/>
              <a:ext cx="159687" cy="265441"/>
            </p14:xfrm>
          </p:contentPart>
        </mc:Choice>
        <mc:Fallback xmlns="">
          <p:sp>
            <p:nvSpPr>
              <p:cNvPr id="1048781" name=""/>
              <p:cNvSpPr/>
              <p:nvPr/>
            </p:nvSpPr>
            <p:spPr>
              <a:xfrm>
                <a:off x="1046142" y="5332994"/>
                <a:ext cx="159687" cy="265441"/>
              </a:xfrm>
            </p:spPr>
          </p:sp>
        </mc:Fallback>
      </mc:AlternateContent>
      <mc:AlternateContent xmlns:mc="http://schemas.openxmlformats.org/markup-compatibility/2006" xmlns:p14="http://schemas.microsoft.com/office/powerpoint/2010/main">
        <mc:Choice Requires="p14">
          <p:contentPart p14:bwMode="auto" r:id="rId13">
            <p14:nvContentPartPr>
              <p14:cNvPr id="1048782" name="墨迹 1048781"/>
              <p14:cNvContentPartPr/>
              <p14:nvPr/>
            </p14:nvContentPartPr>
            <p14:xfrm>
              <a:off x="1073528" y="5258544"/>
              <a:ext cx="342816" cy="400594"/>
            </p14:xfrm>
          </p:contentPart>
        </mc:Choice>
        <mc:Fallback xmlns="">
          <p:sp>
            <p:nvSpPr>
              <p:cNvPr id="1048782" name=""/>
              <p:cNvSpPr/>
              <p:nvPr/>
            </p:nvSpPr>
            <p:spPr>
              <a:xfrm>
                <a:off x="1073528" y="5258544"/>
                <a:ext cx="342816" cy="400594"/>
              </a:xfrm>
            </p:spPr>
          </p:sp>
        </mc:Fallback>
      </mc:AlternateContent>
      <mc:AlternateContent xmlns:mc="http://schemas.openxmlformats.org/markup-compatibility/2006" xmlns:p14="http://schemas.microsoft.com/office/powerpoint/2010/main">
        <mc:Choice Requires="p14">
          <p:contentPart p14:bwMode="auto" r:id="rId14">
            <p14:nvContentPartPr>
              <p14:cNvPr id="1048783" name="墨迹 1048782"/>
              <p14:cNvContentPartPr/>
              <p14:nvPr/>
            </p14:nvContentPartPr>
            <p14:xfrm>
              <a:off x="1494355" y="5175134"/>
              <a:ext cx="293809" cy="443799"/>
            </p14:xfrm>
          </p:contentPart>
        </mc:Choice>
        <mc:Fallback xmlns="">
          <p:sp>
            <p:nvSpPr>
              <p:cNvPr id="1048783" name=""/>
              <p:cNvSpPr/>
              <p:nvPr/>
            </p:nvSpPr>
            <p:spPr>
              <a:xfrm>
                <a:off x="1494355" y="5175134"/>
                <a:ext cx="293809" cy="443799"/>
              </a:xfrm>
            </p:spPr>
          </p:sp>
        </mc:Fallback>
      </mc:AlternateContent>
      <mc:AlternateContent xmlns:mc="http://schemas.openxmlformats.org/markup-compatibility/2006" xmlns:p14="http://schemas.microsoft.com/office/powerpoint/2010/main">
        <mc:Choice Requires="p14">
          <p:contentPart p14:bwMode="auto" r:id="rId15">
            <p14:nvContentPartPr>
              <p14:cNvPr id="1048784" name="墨迹 1048783"/>
              <p14:cNvContentPartPr/>
              <p14:nvPr/>
            </p14:nvContentPartPr>
            <p14:xfrm>
              <a:off x="1469027" y="5406838"/>
              <a:ext cx="129103" cy="181565"/>
            </p14:xfrm>
          </p:contentPart>
        </mc:Choice>
        <mc:Fallback xmlns="">
          <p:sp>
            <p:nvSpPr>
              <p:cNvPr id="1048784" name=""/>
              <p:cNvSpPr/>
              <p:nvPr/>
            </p:nvSpPr>
            <p:spPr>
              <a:xfrm>
                <a:off x="1469027" y="5406838"/>
                <a:ext cx="129103" cy="181565"/>
              </a:xfrm>
            </p:spPr>
          </p:sp>
        </mc:Fallback>
      </mc:AlternateContent>
      <mc:AlternateContent xmlns:mc="http://schemas.openxmlformats.org/markup-compatibility/2006" xmlns:p14="http://schemas.microsoft.com/office/powerpoint/2010/main">
        <mc:Choice Requires="p14">
          <p:contentPart p14:bwMode="auto" r:id="rId16">
            <p14:nvContentPartPr>
              <p14:cNvPr id="1048785" name="墨迹 1048784"/>
              <p14:cNvContentPartPr/>
              <p14:nvPr/>
            </p14:nvContentPartPr>
            <p14:xfrm>
              <a:off x="1654337" y="5457629"/>
              <a:ext cx="73357" cy="33147"/>
            </p14:xfrm>
          </p:contentPart>
        </mc:Choice>
        <mc:Fallback xmlns="">
          <p:sp>
            <p:nvSpPr>
              <p:cNvPr id="1048785" name=""/>
              <p:cNvSpPr/>
              <p:nvPr/>
            </p:nvSpPr>
            <p:spPr>
              <a:xfrm>
                <a:off x="1654337" y="5457629"/>
                <a:ext cx="73357" cy="33147"/>
              </a:xfrm>
            </p:spPr>
          </p:sp>
        </mc:Fallback>
      </mc:AlternateContent>
      <mc:AlternateContent xmlns:mc="http://schemas.openxmlformats.org/markup-compatibility/2006" xmlns:p14="http://schemas.microsoft.com/office/powerpoint/2010/main">
        <mc:Choice Requires="p14">
          <p:contentPart p14:bwMode="auto" r:id="rId17">
            <p14:nvContentPartPr>
              <p14:cNvPr id="1048786" name="墨迹 1048785"/>
              <p14:cNvContentPartPr/>
              <p14:nvPr/>
            </p14:nvContentPartPr>
            <p14:xfrm>
              <a:off x="1703221" y="5195245"/>
              <a:ext cx="298071" cy="363230"/>
            </p14:xfrm>
          </p:contentPart>
        </mc:Choice>
        <mc:Fallback xmlns="">
          <p:sp>
            <p:nvSpPr>
              <p:cNvPr id="1048786" name=""/>
              <p:cNvSpPr/>
              <p:nvPr/>
            </p:nvSpPr>
            <p:spPr>
              <a:xfrm>
                <a:off x="1703221" y="5195245"/>
                <a:ext cx="298071" cy="363230"/>
              </a:xfrm>
            </p:spPr>
          </p:sp>
        </mc:Fallback>
      </mc:AlternateContent>
      <mc:AlternateContent xmlns:mc="http://schemas.openxmlformats.org/markup-compatibility/2006" xmlns:p14="http://schemas.microsoft.com/office/powerpoint/2010/main">
        <mc:Choice Requires="p14">
          <p:contentPart p14:bwMode="auto" r:id="rId18">
            <p14:nvContentPartPr>
              <p14:cNvPr id="1048787" name="墨迹 1048786"/>
              <p14:cNvContentPartPr/>
              <p14:nvPr/>
            </p14:nvContentPartPr>
            <p14:xfrm>
              <a:off x="295548" y="6095173"/>
              <a:ext cx="322443" cy="145797"/>
            </p14:xfrm>
          </p:contentPart>
        </mc:Choice>
        <mc:Fallback xmlns="">
          <p:sp>
            <p:nvSpPr>
              <p:cNvPr id="1048787" name=""/>
              <p:cNvSpPr/>
              <p:nvPr/>
            </p:nvSpPr>
            <p:spPr>
              <a:xfrm>
                <a:off x="295548" y="6095173"/>
                <a:ext cx="322443" cy="145797"/>
              </a:xfrm>
            </p:spPr>
          </p:sp>
        </mc:Fallback>
      </mc:AlternateContent>
      <mc:AlternateContent xmlns:mc="http://schemas.openxmlformats.org/markup-compatibility/2006" xmlns:p14="http://schemas.microsoft.com/office/powerpoint/2010/main">
        <mc:Choice Requires="p14">
          <p:contentPart p14:bwMode="auto" r:id="rId19">
            <p14:nvContentPartPr>
              <p14:cNvPr id="1048788" name="墨迹 1048787"/>
              <p14:cNvContentPartPr/>
              <p14:nvPr/>
            </p14:nvContentPartPr>
            <p14:xfrm>
              <a:off x="428744" y="5954182"/>
              <a:ext cx="79149" cy="528330"/>
            </p14:xfrm>
          </p:contentPart>
        </mc:Choice>
        <mc:Fallback xmlns="">
          <p:sp>
            <p:nvSpPr>
              <p:cNvPr id="1048788" name=""/>
              <p:cNvSpPr/>
              <p:nvPr/>
            </p:nvSpPr>
            <p:spPr>
              <a:xfrm>
                <a:off x="428744" y="5954182"/>
                <a:ext cx="79149" cy="528330"/>
              </a:xfrm>
            </p:spPr>
          </p:sp>
        </mc:Fallback>
      </mc:AlternateContent>
      <mc:AlternateContent xmlns:mc="http://schemas.openxmlformats.org/markup-compatibility/2006" xmlns:p14="http://schemas.microsoft.com/office/powerpoint/2010/main">
        <mc:Choice Requires="p14">
          <p:contentPart p14:bwMode="auto" r:id="rId20">
            <p14:nvContentPartPr>
              <p14:cNvPr id="1048789" name="墨迹 1048788"/>
              <p14:cNvContentPartPr/>
              <p14:nvPr/>
            </p14:nvContentPartPr>
            <p14:xfrm>
              <a:off x="353646" y="6009916"/>
              <a:ext cx="281732" cy="336133"/>
            </p14:xfrm>
          </p:contentPart>
        </mc:Choice>
        <mc:Fallback xmlns="">
          <p:sp>
            <p:nvSpPr>
              <p:cNvPr id="1048789" name=""/>
              <p:cNvSpPr/>
              <p:nvPr/>
            </p:nvSpPr>
            <p:spPr>
              <a:xfrm>
                <a:off x="353646" y="6009916"/>
                <a:ext cx="281732" cy="336133"/>
              </a:xfrm>
            </p:spPr>
          </p:sp>
        </mc:Fallback>
      </mc:AlternateContent>
      <mc:AlternateContent xmlns:mc="http://schemas.openxmlformats.org/markup-compatibility/2006" xmlns:p14="http://schemas.microsoft.com/office/powerpoint/2010/main">
        <mc:Choice Requires="p14">
          <p:contentPart p14:bwMode="auto" r:id="rId21">
            <p14:nvContentPartPr>
              <p14:cNvPr id="1048790" name="墨迹 1048789"/>
              <p14:cNvContentPartPr/>
              <p14:nvPr/>
            </p14:nvContentPartPr>
            <p14:xfrm>
              <a:off x="747849" y="6000523"/>
              <a:ext cx="287315" cy="452899"/>
            </p14:xfrm>
          </p:contentPart>
        </mc:Choice>
        <mc:Fallback xmlns="">
          <p:sp>
            <p:nvSpPr>
              <p:cNvPr id="1048790" name=""/>
              <p:cNvSpPr/>
              <p:nvPr/>
            </p:nvSpPr>
            <p:spPr>
              <a:xfrm>
                <a:off x="747849" y="6000523"/>
                <a:ext cx="287315" cy="452899"/>
              </a:xfrm>
            </p:spPr>
          </p:sp>
        </mc:Fallback>
      </mc:AlternateContent>
      <mc:AlternateContent xmlns:mc="http://schemas.openxmlformats.org/markup-compatibility/2006" xmlns:p14="http://schemas.microsoft.com/office/powerpoint/2010/main">
        <mc:Choice Requires="p14">
          <p:contentPart p14:bwMode="auto" r:id="rId22">
            <p14:nvContentPartPr>
              <p14:cNvPr id="1048791" name="墨迹 1048790"/>
              <p14:cNvContentPartPr/>
              <p14:nvPr/>
            </p14:nvContentPartPr>
            <p14:xfrm>
              <a:off x="803764" y="6139817"/>
              <a:ext cx="185755" cy="284592"/>
            </p14:xfrm>
          </p:contentPart>
        </mc:Choice>
        <mc:Fallback xmlns="">
          <p:sp>
            <p:nvSpPr>
              <p:cNvPr id="1048791" name=""/>
              <p:cNvSpPr/>
              <p:nvPr/>
            </p:nvSpPr>
            <p:spPr>
              <a:xfrm>
                <a:off x="803764" y="6139817"/>
                <a:ext cx="185755" cy="284592"/>
              </a:xfrm>
            </p:spPr>
          </p:sp>
        </mc:Fallback>
      </mc:AlternateContent>
      <mc:AlternateContent xmlns:mc="http://schemas.openxmlformats.org/markup-compatibility/2006" xmlns:p14="http://schemas.microsoft.com/office/powerpoint/2010/main">
        <mc:Choice Requires="p14">
          <p:contentPart p14:bwMode="auto" r:id="rId23">
            <p14:nvContentPartPr>
              <p14:cNvPr id="1048792" name="墨迹 1048791"/>
              <p14:cNvContentPartPr/>
              <p14:nvPr/>
            </p14:nvContentPartPr>
            <p14:xfrm>
              <a:off x="832640" y="6215614"/>
              <a:ext cx="306897" cy="159460"/>
            </p14:xfrm>
          </p:contentPart>
        </mc:Choice>
        <mc:Fallback xmlns="">
          <p:sp>
            <p:nvSpPr>
              <p:cNvPr id="1048792" name=""/>
              <p:cNvSpPr/>
              <p:nvPr/>
            </p:nvSpPr>
            <p:spPr>
              <a:xfrm>
                <a:off x="832640" y="6215614"/>
                <a:ext cx="306897" cy="159460"/>
              </a:xfrm>
            </p:spPr>
          </p:sp>
        </mc:Fallback>
      </mc:AlternateContent>
      <mc:AlternateContent xmlns:mc="http://schemas.openxmlformats.org/markup-compatibility/2006" xmlns:p14="http://schemas.microsoft.com/office/powerpoint/2010/main">
        <mc:Choice Requires="p14">
          <p:contentPart p14:bwMode="auto" r:id="rId24">
            <p14:nvContentPartPr>
              <p14:cNvPr id="1048793" name="墨迹 1048792"/>
              <p14:cNvContentPartPr/>
              <p14:nvPr/>
            </p14:nvContentPartPr>
            <p14:xfrm>
              <a:off x="1151703" y="5962926"/>
              <a:ext cx="188586" cy="212509"/>
            </p14:xfrm>
          </p:contentPart>
        </mc:Choice>
        <mc:Fallback xmlns="">
          <p:sp>
            <p:nvSpPr>
              <p:cNvPr id="1048793" name=""/>
              <p:cNvSpPr/>
              <p:nvPr/>
            </p:nvSpPr>
            <p:spPr>
              <a:xfrm>
                <a:off x="1151703" y="5962926"/>
                <a:ext cx="188586" cy="212509"/>
              </a:xfrm>
            </p:spPr>
          </p:sp>
        </mc:Fallback>
      </mc:AlternateContent>
      <mc:AlternateContent xmlns:mc="http://schemas.openxmlformats.org/markup-compatibility/2006" xmlns:p14="http://schemas.microsoft.com/office/powerpoint/2010/main">
        <mc:Choice Requires="p14">
          <p:contentPart p14:bwMode="auto" r:id="rId25">
            <p14:nvContentPartPr>
              <p14:cNvPr id="1048794" name="墨迹 1048793"/>
              <p14:cNvContentPartPr/>
              <p14:nvPr/>
            </p14:nvContentPartPr>
            <p14:xfrm>
              <a:off x="1242150" y="6087958"/>
              <a:ext cx="36719" cy="351472"/>
            </p14:xfrm>
          </p:contentPart>
        </mc:Choice>
        <mc:Fallback xmlns="">
          <p:sp>
            <p:nvSpPr>
              <p:cNvPr id="1048794" name=""/>
              <p:cNvSpPr/>
              <p:nvPr/>
            </p:nvSpPr>
            <p:spPr>
              <a:xfrm>
                <a:off x="1242150" y="6087958"/>
                <a:ext cx="36719" cy="351472"/>
              </a:xfrm>
            </p:spPr>
          </p:sp>
        </mc:Fallback>
      </mc:AlternateContent>
      <mc:AlternateContent xmlns:mc="http://schemas.openxmlformats.org/markup-compatibility/2006" xmlns:p14="http://schemas.microsoft.com/office/powerpoint/2010/main">
        <mc:Choice Requires="p14">
          <p:contentPart p14:bwMode="auto" r:id="rId26">
            <p14:nvContentPartPr>
              <p14:cNvPr id="1048795" name="墨迹 1048794"/>
              <p14:cNvContentPartPr/>
              <p14:nvPr/>
            </p14:nvContentPartPr>
            <p14:xfrm>
              <a:off x="1347427" y="5961125"/>
              <a:ext cx="183974" cy="474686"/>
            </p14:xfrm>
          </p:contentPart>
        </mc:Choice>
        <mc:Fallback xmlns="">
          <p:sp>
            <p:nvSpPr>
              <p:cNvPr id="1048795" name=""/>
              <p:cNvSpPr/>
              <p:nvPr/>
            </p:nvSpPr>
            <p:spPr>
              <a:xfrm>
                <a:off x="1347427" y="5961125"/>
                <a:ext cx="183974" cy="474686"/>
              </a:xfrm>
            </p:spPr>
          </p:sp>
        </mc:Fallback>
      </mc:AlternateContent>
      <mc:AlternateContent xmlns:mc="http://schemas.openxmlformats.org/markup-compatibility/2006" xmlns:p14="http://schemas.microsoft.com/office/powerpoint/2010/main">
        <mc:Choice Requires="p14">
          <p:contentPart p14:bwMode="auto" r:id="rId27">
            <p14:nvContentPartPr>
              <p14:cNvPr id="1048796" name="墨迹 1048795"/>
              <p14:cNvContentPartPr/>
              <p14:nvPr/>
            </p14:nvContentPartPr>
            <p14:xfrm>
              <a:off x="1285226" y="6105445"/>
              <a:ext cx="83580" cy="333458"/>
            </p14:xfrm>
          </p:contentPart>
        </mc:Choice>
        <mc:Fallback xmlns="">
          <p:sp>
            <p:nvSpPr>
              <p:cNvPr id="1048796" name=""/>
              <p:cNvSpPr/>
              <p:nvPr/>
            </p:nvSpPr>
            <p:spPr>
              <a:xfrm>
                <a:off x="1285226" y="6105445"/>
                <a:ext cx="83580" cy="333458"/>
              </a:xfrm>
            </p:spPr>
          </p:sp>
        </mc:Fallback>
      </mc:AlternateContent>
      <mc:AlternateContent xmlns:mc="http://schemas.openxmlformats.org/markup-compatibility/2006" xmlns:p14="http://schemas.microsoft.com/office/powerpoint/2010/main">
        <mc:Choice Requires="p14">
          <p:contentPart p14:bwMode="auto" r:id="rId28">
            <p14:nvContentPartPr>
              <p14:cNvPr id="1048797" name="墨迹 1048796"/>
              <p14:cNvContentPartPr/>
              <p14:nvPr/>
            </p14:nvContentPartPr>
            <p14:xfrm>
              <a:off x="1670396" y="5916585"/>
              <a:ext cx="44308" cy="159450"/>
            </p14:xfrm>
          </p:contentPart>
        </mc:Choice>
        <mc:Fallback xmlns="">
          <p:sp>
            <p:nvSpPr>
              <p:cNvPr id="1048797" name=""/>
              <p:cNvSpPr/>
              <p:nvPr/>
            </p:nvSpPr>
            <p:spPr>
              <a:xfrm>
                <a:off x="1670396" y="5916585"/>
                <a:ext cx="44308" cy="159450"/>
              </a:xfrm>
            </p:spPr>
          </p:sp>
        </mc:Fallback>
      </mc:AlternateContent>
      <mc:AlternateContent xmlns:mc="http://schemas.openxmlformats.org/markup-compatibility/2006" xmlns:p14="http://schemas.microsoft.com/office/powerpoint/2010/main">
        <mc:Choice Requires="p14">
          <p:contentPart p14:bwMode="auto" r:id="rId29">
            <p14:nvContentPartPr>
              <p14:cNvPr id="1048798" name="墨迹 1048797"/>
              <p14:cNvContentPartPr/>
              <p14:nvPr/>
            </p14:nvContentPartPr>
            <p14:xfrm>
              <a:off x="1694485" y="5868252"/>
              <a:ext cx="169185" cy="166683"/>
            </p14:xfrm>
          </p:contentPart>
        </mc:Choice>
        <mc:Fallback xmlns="">
          <p:sp>
            <p:nvSpPr>
              <p:cNvPr id="1048798" name=""/>
              <p:cNvSpPr/>
              <p:nvPr/>
            </p:nvSpPr>
            <p:spPr>
              <a:xfrm>
                <a:off x="1694485" y="5868252"/>
                <a:ext cx="169185" cy="166683"/>
              </a:xfrm>
            </p:spPr>
          </p:sp>
        </mc:Fallback>
      </mc:AlternateContent>
      <mc:AlternateContent xmlns:mc="http://schemas.openxmlformats.org/markup-compatibility/2006" xmlns:p14="http://schemas.microsoft.com/office/powerpoint/2010/main">
        <mc:Choice Requires="p14">
          <p:contentPart p14:bwMode="auto" r:id="rId30">
            <p14:nvContentPartPr>
              <p14:cNvPr id="1048799" name="墨迹 1048798"/>
              <p14:cNvContentPartPr/>
              <p14:nvPr/>
            </p14:nvContentPartPr>
            <p14:xfrm>
              <a:off x="1573138" y="5952865"/>
              <a:ext cx="268186" cy="349738"/>
            </p14:xfrm>
          </p:contentPart>
        </mc:Choice>
        <mc:Fallback xmlns="">
          <p:sp>
            <p:nvSpPr>
              <p:cNvPr id="1048799" name=""/>
              <p:cNvSpPr/>
              <p:nvPr/>
            </p:nvSpPr>
            <p:spPr>
              <a:xfrm>
                <a:off x="1573138" y="5952865"/>
                <a:ext cx="268186" cy="349738"/>
              </a:xfrm>
            </p:spPr>
          </p:sp>
        </mc:Fallback>
      </mc:AlternateContent>
      <mc:AlternateContent xmlns:mc="http://schemas.openxmlformats.org/markup-compatibility/2006" xmlns:p14="http://schemas.microsoft.com/office/powerpoint/2010/main">
        <mc:Choice Requires="p14">
          <p:contentPart p14:bwMode="auto" r:id="rId31">
            <p14:nvContentPartPr>
              <p14:cNvPr id="1048800" name="墨迹 1048799"/>
              <p14:cNvContentPartPr/>
              <p14:nvPr/>
            </p14:nvContentPartPr>
            <p14:xfrm>
              <a:off x="1633817" y="6202498"/>
              <a:ext cx="337957" cy="143437"/>
            </p14:xfrm>
          </p:contentPart>
        </mc:Choice>
        <mc:Fallback xmlns="">
          <p:sp>
            <p:nvSpPr>
              <p:cNvPr id="1048800" name=""/>
              <p:cNvSpPr/>
              <p:nvPr/>
            </p:nvSpPr>
            <p:spPr>
              <a:xfrm>
                <a:off x="1633817" y="6202498"/>
                <a:ext cx="337957" cy="143437"/>
              </a:xfrm>
            </p:spPr>
          </p:sp>
        </mc:Fallback>
      </mc:AlternateContent>
      <mc:AlternateContent xmlns:mc="http://schemas.openxmlformats.org/markup-compatibility/2006" xmlns:p14="http://schemas.microsoft.com/office/powerpoint/2010/main">
        <mc:Choice Requires="p14">
          <p:contentPart p14:bwMode="auto" r:id="rId32">
            <p14:nvContentPartPr>
              <p14:cNvPr id="1048801" name="墨迹 1048800"/>
              <p14:cNvContentPartPr/>
              <p14:nvPr/>
            </p14:nvContentPartPr>
            <p14:xfrm>
              <a:off x="2009465" y="5901044"/>
              <a:ext cx="244416" cy="425060"/>
            </p14:xfrm>
          </p:contentPart>
        </mc:Choice>
        <mc:Fallback xmlns="">
          <p:sp>
            <p:nvSpPr>
              <p:cNvPr id="1048801" name=""/>
              <p:cNvSpPr/>
              <p:nvPr/>
            </p:nvSpPr>
            <p:spPr>
              <a:xfrm>
                <a:off x="2009465" y="5901044"/>
                <a:ext cx="244416" cy="425060"/>
              </a:xfrm>
            </p:spPr>
          </p:sp>
        </mc:Fallback>
      </mc:AlternateContent>
      <mc:AlternateContent xmlns:mc="http://schemas.openxmlformats.org/markup-compatibility/2006" xmlns:p14="http://schemas.microsoft.com/office/powerpoint/2010/main">
        <mc:Choice Requires="p14">
          <p:contentPart p14:bwMode="auto" r:id="rId33">
            <p14:nvContentPartPr>
              <p14:cNvPr id="1048802" name="墨迹 1048801"/>
              <p14:cNvContentPartPr/>
              <p14:nvPr/>
            </p14:nvContentPartPr>
            <p14:xfrm>
              <a:off x="2093289" y="5992605"/>
              <a:ext cx="166485" cy="362115"/>
            </p14:xfrm>
          </p:contentPart>
        </mc:Choice>
        <mc:Fallback xmlns="">
          <p:sp>
            <p:nvSpPr>
              <p:cNvPr id="1048802" name=""/>
              <p:cNvSpPr/>
              <p:nvPr/>
            </p:nvSpPr>
            <p:spPr>
              <a:xfrm>
                <a:off x="2093289" y="5992605"/>
                <a:ext cx="166485" cy="362115"/>
              </a:xfrm>
            </p:spPr>
          </p:sp>
        </mc:Fallback>
      </mc:AlternateContent>
      <mc:AlternateContent xmlns:mc="http://schemas.openxmlformats.org/markup-compatibility/2006" xmlns:p14="http://schemas.microsoft.com/office/powerpoint/2010/main">
        <mc:Choice Requires="p14">
          <p:contentPart p14:bwMode="auto" r:id="rId34">
            <p14:nvContentPartPr>
              <p14:cNvPr id="1048803" name="墨迹 1048802"/>
              <p14:cNvContentPartPr/>
              <p14:nvPr/>
            </p14:nvContentPartPr>
            <p14:xfrm>
              <a:off x="2071877" y="6094282"/>
              <a:ext cx="184106" cy="205458"/>
            </p14:xfrm>
          </p:contentPart>
        </mc:Choice>
        <mc:Fallback xmlns="">
          <p:sp>
            <p:nvSpPr>
              <p:cNvPr id="1048803" name=""/>
              <p:cNvSpPr/>
              <p:nvPr/>
            </p:nvSpPr>
            <p:spPr>
              <a:xfrm>
                <a:off x="2071877" y="6094282"/>
                <a:ext cx="184106" cy="205458"/>
              </a:xfrm>
            </p:spPr>
          </p:sp>
        </mc:Fallback>
      </mc:AlternateContent>
      <mc:AlternateContent xmlns:mc="http://schemas.openxmlformats.org/markup-compatibility/2006" xmlns:p14="http://schemas.microsoft.com/office/powerpoint/2010/main">
        <mc:Choice Requires="p14">
          <p:contentPart p14:bwMode="auto" r:id="rId35">
            <p14:nvContentPartPr>
              <p14:cNvPr id="1048804" name="墨迹 1048803"/>
              <p14:cNvContentPartPr/>
              <p14:nvPr/>
            </p14:nvContentPartPr>
            <p14:xfrm>
              <a:off x="2330609" y="5925755"/>
              <a:ext cx="130424" cy="229308"/>
            </p14:xfrm>
          </p:contentPart>
        </mc:Choice>
        <mc:Fallback xmlns="">
          <p:sp>
            <p:nvSpPr>
              <p:cNvPr id="1048804" name=""/>
              <p:cNvSpPr/>
              <p:nvPr/>
            </p:nvSpPr>
            <p:spPr>
              <a:xfrm>
                <a:off x="2330609" y="5925755"/>
                <a:ext cx="130424" cy="229308"/>
              </a:xfrm>
            </p:spPr>
          </p:sp>
        </mc:Fallback>
      </mc:AlternateContent>
      <mc:AlternateContent xmlns:mc="http://schemas.openxmlformats.org/markup-compatibility/2006" xmlns:p14="http://schemas.microsoft.com/office/powerpoint/2010/main">
        <mc:Choice Requires="p14">
          <p:contentPart p14:bwMode="auto" r:id="rId36">
            <p14:nvContentPartPr>
              <p14:cNvPr id="1048805" name="墨迹 1048804"/>
              <p14:cNvContentPartPr/>
              <p14:nvPr/>
            </p14:nvContentPartPr>
            <p14:xfrm>
              <a:off x="2344623" y="6095827"/>
              <a:ext cx="284550" cy="224477"/>
            </p14:xfrm>
          </p:contentPart>
        </mc:Choice>
        <mc:Fallback xmlns="">
          <p:sp>
            <p:nvSpPr>
              <p:cNvPr id="1048805" name=""/>
              <p:cNvSpPr/>
              <p:nvPr/>
            </p:nvSpPr>
            <p:spPr>
              <a:xfrm>
                <a:off x="2344623" y="6095827"/>
                <a:ext cx="284550" cy="224477"/>
              </a:xfrm>
            </p:spPr>
          </p:sp>
        </mc:Fallback>
      </mc:AlternateContent>
      <mc:AlternateContent xmlns:mc="http://schemas.openxmlformats.org/markup-compatibility/2006" xmlns:p14="http://schemas.microsoft.com/office/powerpoint/2010/main">
        <mc:Choice Requires="p14">
          <p:contentPart p14:bwMode="auto" r:id="rId37">
            <p14:nvContentPartPr>
              <p14:cNvPr id="1048806" name="墨迹 1048805"/>
              <p14:cNvContentPartPr/>
              <p14:nvPr/>
            </p14:nvContentPartPr>
            <p14:xfrm>
              <a:off x="2693726" y="6237473"/>
              <a:ext cx="0" cy="0"/>
            </p14:xfrm>
          </p:contentPart>
        </mc:Choice>
        <mc:Fallback xmlns="">
          <p:sp>
            <p:nvSpPr>
              <p:cNvPr id="1048806" name=""/>
              <p:cNvSpPr/>
              <p:nvPr/>
            </p:nvSpPr>
            <p:spPr>
              <a:xfrm>
                <a:off x="2693726" y="6237473"/>
                <a:ext cx="0" cy="0"/>
              </a:xfrm>
            </p:spPr>
          </p:sp>
        </mc:Fallback>
      </mc:AlternateContent>
      <mc:AlternateContent xmlns:mc="http://schemas.openxmlformats.org/markup-compatibility/2006" xmlns:p14="http://schemas.microsoft.com/office/powerpoint/2010/main">
        <mc:Choice Requires="p14">
          <p:contentPart p14:bwMode="auto" r:id="rId38">
            <p14:nvContentPartPr>
              <p14:cNvPr id="1048807" name="墨迹 1048806"/>
              <p14:cNvContentPartPr/>
              <p14:nvPr/>
            </p14:nvContentPartPr>
            <p14:xfrm>
              <a:off x="3235279" y="5984785"/>
              <a:ext cx="52766" cy="125634"/>
            </p14:xfrm>
          </p:contentPart>
        </mc:Choice>
        <mc:Fallback xmlns="">
          <p:sp>
            <p:nvSpPr>
              <p:cNvPr id="1048807" name=""/>
              <p:cNvSpPr/>
              <p:nvPr/>
            </p:nvSpPr>
            <p:spPr>
              <a:xfrm>
                <a:off x="3235279" y="5984785"/>
                <a:ext cx="52766" cy="125634"/>
              </a:xfrm>
            </p:spPr>
          </p:sp>
        </mc:Fallback>
      </mc:AlternateContent>
      <mc:AlternateContent xmlns:mc="http://schemas.openxmlformats.org/markup-compatibility/2006" xmlns:p14="http://schemas.microsoft.com/office/powerpoint/2010/main">
        <mc:Choice Requires="p14">
          <p:contentPart p14:bwMode="auto" r:id="rId39">
            <p14:nvContentPartPr>
              <p14:cNvPr id="1048808" name="墨迹 1048807"/>
              <p14:cNvContentPartPr/>
              <p14:nvPr/>
            </p14:nvContentPartPr>
            <p14:xfrm>
              <a:off x="3177327" y="6129052"/>
              <a:ext cx="41060" cy="205985"/>
            </p14:xfrm>
          </p:contentPart>
        </mc:Choice>
        <mc:Fallback xmlns="">
          <p:sp>
            <p:nvSpPr>
              <p:cNvPr id="1048808" name=""/>
              <p:cNvSpPr/>
              <p:nvPr/>
            </p:nvSpPr>
            <p:spPr>
              <a:xfrm>
                <a:off x="3177327" y="6129052"/>
                <a:ext cx="41060" cy="205985"/>
              </a:xfrm>
            </p:spPr>
          </p:sp>
        </mc:Fallback>
      </mc:AlternateContent>
      <mc:AlternateContent xmlns:mc="http://schemas.openxmlformats.org/markup-compatibility/2006" xmlns:p14="http://schemas.microsoft.com/office/powerpoint/2010/main">
        <mc:Choice Requires="p14">
          <p:contentPart p14:bwMode="auto" r:id="rId40">
            <p14:nvContentPartPr>
              <p14:cNvPr id="1048809" name="墨迹 1048808"/>
              <p14:cNvContentPartPr/>
              <p14:nvPr/>
            </p14:nvContentPartPr>
            <p14:xfrm>
              <a:off x="3320036" y="6176227"/>
              <a:ext cx="57083" cy="40261"/>
            </p14:xfrm>
          </p:contentPart>
        </mc:Choice>
        <mc:Fallback xmlns="">
          <p:sp>
            <p:nvSpPr>
              <p:cNvPr id="1048809" name=""/>
              <p:cNvSpPr/>
              <p:nvPr/>
            </p:nvSpPr>
            <p:spPr>
              <a:xfrm>
                <a:off x="3320036" y="6176227"/>
                <a:ext cx="57083" cy="40261"/>
              </a:xfrm>
            </p:spPr>
          </p:sp>
        </mc:Fallback>
      </mc:AlternateContent>
      <mc:AlternateContent xmlns:mc="http://schemas.openxmlformats.org/markup-compatibility/2006" xmlns:p14="http://schemas.microsoft.com/office/powerpoint/2010/main">
        <mc:Choice Requires="p14">
          <p:contentPart p14:bwMode="auto" r:id="rId41">
            <p14:nvContentPartPr>
              <p14:cNvPr id="1048810" name="墨迹 1048809"/>
              <p14:cNvContentPartPr/>
              <p14:nvPr/>
            </p14:nvContentPartPr>
            <p14:xfrm>
              <a:off x="3241004" y="5956581"/>
              <a:ext cx="297616" cy="813916"/>
            </p14:xfrm>
          </p:contentPart>
        </mc:Choice>
        <mc:Fallback xmlns="">
          <p:sp>
            <p:nvSpPr>
              <p:cNvPr id="1048810" name=""/>
              <p:cNvSpPr/>
              <p:nvPr/>
            </p:nvSpPr>
            <p:spPr>
              <a:xfrm>
                <a:off x="3241004" y="5956581"/>
                <a:ext cx="297616" cy="813916"/>
              </a:xfrm>
            </p:spPr>
          </p:sp>
        </mc:Fallback>
      </mc:AlternateContent>
      <mc:AlternateContent xmlns:mc="http://schemas.openxmlformats.org/markup-compatibility/2006" xmlns:p14="http://schemas.microsoft.com/office/powerpoint/2010/main">
        <mc:Choice Requires="p14">
          <p:contentPart p14:bwMode="auto" r:id="rId42">
            <p14:nvContentPartPr>
              <p14:cNvPr id="1048811" name="墨迹 1048810"/>
              <p14:cNvContentPartPr/>
              <p14:nvPr/>
            </p14:nvContentPartPr>
            <p14:xfrm>
              <a:off x="3686722" y="6072226"/>
              <a:ext cx="249108" cy="36717"/>
            </p14:xfrm>
          </p:contentPart>
        </mc:Choice>
        <mc:Fallback xmlns="">
          <p:sp>
            <p:nvSpPr>
              <p:cNvPr id="1048811" name=""/>
              <p:cNvSpPr/>
              <p:nvPr/>
            </p:nvSpPr>
            <p:spPr>
              <a:xfrm>
                <a:off x="3686722" y="6072226"/>
                <a:ext cx="249108" cy="36717"/>
              </a:xfrm>
            </p:spPr>
          </p:sp>
        </mc:Fallback>
      </mc:AlternateContent>
      <mc:AlternateContent xmlns:mc="http://schemas.openxmlformats.org/markup-compatibility/2006" xmlns:p14="http://schemas.microsoft.com/office/powerpoint/2010/main">
        <mc:Choice Requires="p14">
          <p:contentPart p14:bwMode="auto" r:id="rId43">
            <p14:nvContentPartPr>
              <p14:cNvPr id="1048812" name="墨迹 1048811"/>
              <p14:cNvContentPartPr/>
              <p14:nvPr/>
            </p14:nvContentPartPr>
            <p14:xfrm>
              <a:off x="3580878" y="6083587"/>
              <a:ext cx="247700" cy="320843"/>
            </p14:xfrm>
          </p:contentPart>
        </mc:Choice>
        <mc:Fallback xmlns="">
          <p:sp>
            <p:nvSpPr>
              <p:cNvPr id="1048812" name=""/>
              <p:cNvSpPr/>
              <p:nvPr/>
            </p:nvSpPr>
            <p:spPr>
              <a:xfrm>
                <a:off x="3580878" y="6083587"/>
                <a:ext cx="247700" cy="320843"/>
              </a:xfrm>
            </p:spPr>
          </p:sp>
        </mc:Fallback>
      </mc:AlternateContent>
      <mc:AlternateContent xmlns:mc="http://schemas.openxmlformats.org/markup-compatibility/2006" xmlns:p14="http://schemas.microsoft.com/office/powerpoint/2010/main">
        <mc:Choice Requires="p14">
          <p:contentPart p14:bwMode="auto" r:id="rId44">
            <p14:nvContentPartPr>
              <p14:cNvPr id="1048813" name="墨迹 1048812"/>
              <p14:cNvContentPartPr/>
              <p14:nvPr/>
            </p14:nvContentPartPr>
            <p14:xfrm>
              <a:off x="3767797" y="6182388"/>
              <a:ext cx="12604" cy="259255"/>
            </p14:xfrm>
          </p:contentPart>
        </mc:Choice>
        <mc:Fallback xmlns="">
          <p:sp>
            <p:nvSpPr>
              <p:cNvPr id="1048813" name=""/>
              <p:cNvSpPr/>
              <p:nvPr/>
            </p:nvSpPr>
            <p:spPr>
              <a:xfrm>
                <a:off x="3767797" y="6182388"/>
                <a:ext cx="12604" cy="259255"/>
              </a:xfrm>
            </p:spPr>
          </p:sp>
        </mc:Fallback>
      </mc:AlternateContent>
      <mc:AlternateContent xmlns:mc="http://schemas.openxmlformats.org/markup-compatibility/2006" xmlns:p14="http://schemas.microsoft.com/office/powerpoint/2010/main">
        <mc:Choice Requires="p14">
          <p:contentPart p14:bwMode="auto" r:id="rId45">
            <p14:nvContentPartPr>
              <p14:cNvPr id="1048814" name="墨迹 1048813"/>
              <p14:cNvContentPartPr/>
              <p14:nvPr/>
            </p14:nvContentPartPr>
            <p14:xfrm>
              <a:off x="3811627" y="6268949"/>
              <a:ext cx="103848" cy="111019"/>
            </p14:xfrm>
          </p:contentPart>
        </mc:Choice>
        <mc:Fallback xmlns="">
          <p:sp>
            <p:nvSpPr>
              <p:cNvPr id="1048814" name=""/>
              <p:cNvSpPr/>
              <p:nvPr/>
            </p:nvSpPr>
            <p:spPr>
              <a:xfrm>
                <a:off x="3811627" y="6268949"/>
                <a:ext cx="103848" cy="111019"/>
              </a:xfrm>
            </p:spPr>
          </p:sp>
        </mc:Fallback>
      </mc:AlternateContent>
      <mc:AlternateContent xmlns:mc="http://schemas.openxmlformats.org/markup-compatibility/2006" xmlns:p14="http://schemas.microsoft.com/office/powerpoint/2010/main">
        <mc:Choice Requires="p14">
          <p:contentPart p14:bwMode="auto" r:id="rId46">
            <p14:nvContentPartPr>
              <p14:cNvPr id="1048815" name="墨迹 1048814"/>
              <p14:cNvContentPartPr/>
              <p14:nvPr/>
            </p14:nvContentPartPr>
            <p14:xfrm>
              <a:off x="4019505" y="6206870"/>
              <a:ext cx="49320" cy="153111"/>
            </p14:xfrm>
          </p:contentPart>
        </mc:Choice>
        <mc:Fallback xmlns="">
          <p:sp>
            <p:nvSpPr>
              <p:cNvPr id="1048815" name=""/>
              <p:cNvSpPr/>
              <p:nvPr/>
            </p:nvSpPr>
            <p:spPr>
              <a:xfrm>
                <a:off x="4019505" y="6206870"/>
                <a:ext cx="49320" cy="153111"/>
              </a:xfrm>
            </p:spPr>
          </p:sp>
        </mc:Fallback>
      </mc:AlternateContent>
      <mc:AlternateContent xmlns:mc="http://schemas.openxmlformats.org/markup-compatibility/2006" xmlns:p14="http://schemas.microsoft.com/office/powerpoint/2010/main">
        <mc:Choice Requires="p14">
          <p:contentPart p14:bwMode="auto" r:id="rId47">
            <p14:nvContentPartPr>
              <p14:cNvPr id="1048816" name="墨迹 1048815"/>
              <p14:cNvContentPartPr/>
              <p14:nvPr/>
            </p14:nvContentPartPr>
            <p14:xfrm>
              <a:off x="3989171" y="6129994"/>
              <a:ext cx="271661" cy="194746"/>
            </p14:xfrm>
          </p:contentPart>
        </mc:Choice>
        <mc:Fallback xmlns="">
          <p:sp>
            <p:nvSpPr>
              <p:cNvPr id="1048816" name=""/>
              <p:cNvSpPr/>
              <p:nvPr/>
            </p:nvSpPr>
            <p:spPr>
              <a:xfrm>
                <a:off x="3989171" y="6129994"/>
                <a:ext cx="271661" cy="194746"/>
              </a:xfrm>
            </p:spPr>
          </p:sp>
        </mc:Fallback>
      </mc:AlternateContent>
      <mc:AlternateContent xmlns:mc="http://schemas.openxmlformats.org/markup-compatibility/2006" xmlns:p14="http://schemas.microsoft.com/office/powerpoint/2010/main">
        <mc:Choice Requires="p14">
          <p:contentPart p14:bwMode="auto" r:id="rId48">
            <p14:nvContentPartPr>
              <p14:cNvPr id="1048817" name="墨迹 1048816"/>
              <p14:cNvContentPartPr/>
              <p14:nvPr/>
            </p14:nvContentPartPr>
            <p14:xfrm>
              <a:off x="4131920" y="6007518"/>
              <a:ext cx="16951" cy="494000"/>
            </p14:xfrm>
          </p:contentPart>
        </mc:Choice>
        <mc:Fallback xmlns="">
          <p:sp>
            <p:nvSpPr>
              <p:cNvPr id="1048817" name=""/>
              <p:cNvSpPr/>
              <p:nvPr/>
            </p:nvSpPr>
            <p:spPr>
              <a:xfrm>
                <a:off x="4131920" y="6007518"/>
                <a:ext cx="16951" cy="494000"/>
              </a:xfrm>
            </p:spPr>
          </p:sp>
        </mc:Fallback>
      </mc:AlternateContent>
      <mc:AlternateContent xmlns:mc="http://schemas.openxmlformats.org/markup-compatibility/2006" xmlns:p14="http://schemas.microsoft.com/office/powerpoint/2010/main">
        <mc:Choice Requires="p14">
          <p:contentPart p14:bwMode="auto" r:id="rId49">
            <p14:nvContentPartPr>
              <p14:cNvPr id="1048818" name="墨迹 1048817"/>
              <p14:cNvContentPartPr/>
              <p14:nvPr/>
            </p14:nvContentPartPr>
            <p14:xfrm>
              <a:off x="4299419" y="6181514"/>
              <a:ext cx="37465" cy="162752"/>
            </p14:xfrm>
          </p:contentPart>
        </mc:Choice>
        <mc:Fallback xmlns="">
          <p:sp>
            <p:nvSpPr>
              <p:cNvPr id="1048818" name=""/>
              <p:cNvSpPr/>
              <p:nvPr/>
            </p:nvSpPr>
            <p:spPr>
              <a:xfrm>
                <a:off x="4299419" y="6181514"/>
                <a:ext cx="37465" cy="162752"/>
              </a:xfrm>
            </p:spPr>
          </p:sp>
        </mc:Fallback>
      </mc:AlternateContent>
      <mc:AlternateContent xmlns:mc="http://schemas.openxmlformats.org/markup-compatibility/2006" xmlns:p14="http://schemas.microsoft.com/office/powerpoint/2010/main">
        <mc:Choice Requires="p14">
          <p:contentPart p14:bwMode="auto" r:id="rId50">
            <p14:nvContentPartPr>
              <p14:cNvPr id="1048819" name="墨迹 1048818"/>
              <p14:cNvContentPartPr/>
              <p14:nvPr/>
            </p14:nvContentPartPr>
            <p14:xfrm>
              <a:off x="4446859" y="6189631"/>
              <a:ext cx="289565" cy="118727"/>
            </p14:xfrm>
          </p:contentPart>
        </mc:Choice>
        <mc:Fallback xmlns="">
          <p:sp>
            <p:nvSpPr>
              <p:cNvPr id="1048819" name=""/>
              <p:cNvSpPr/>
              <p:nvPr/>
            </p:nvSpPr>
            <p:spPr>
              <a:xfrm>
                <a:off x="4446859" y="6189631"/>
                <a:ext cx="289565" cy="118727"/>
              </a:xfrm>
            </p:spPr>
          </p:sp>
        </mc:Fallback>
      </mc:AlternateContent>
      <mc:AlternateContent xmlns:mc="http://schemas.openxmlformats.org/markup-compatibility/2006" xmlns:p14="http://schemas.microsoft.com/office/powerpoint/2010/main">
        <mc:Choice Requires="p14">
          <p:contentPart p14:bwMode="auto" r:id="rId51">
            <p14:nvContentPartPr>
              <p14:cNvPr id="1048820" name="墨迹 1048819"/>
              <p14:cNvContentPartPr/>
              <p14:nvPr/>
            </p14:nvContentPartPr>
            <p14:xfrm>
              <a:off x="4755708" y="6068540"/>
              <a:ext cx="259422" cy="270418"/>
            </p14:xfrm>
          </p:contentPart>
        </mc:Choice>
        <mc:Fallback xmlns="">
          <p:sp>
            <p:nvSpPr>
              <p:cNvPr id="1048820" name=""/>
              <p:cNvSpPr/>
              <p:nvPr/>
            </p:nvSpPr>
            <p:spPr>
              <a:xfrm>
                <a:off x="4755708" y="6068540"/>
                <a:ext cx="259422" cy="270418"/>
              </a:xfrm>
            </p:spPr>
          </p:sp>
        </mc:Fallback>
      </mc:AlternateContent>
      <mc:AlternateContent xmlns:mc="http://schemas.openxmlformats.org/markup-compatibility/2006" xmlns:p14="http://schemas.microsoft.com/office/powerpoint/2010/main">
        <mc:Choice Requires="p14">
          <p:contentPart p14:bwMode="auto" r:id="rId52">
            <p14:nvContentPartPr>
              <p14:cNvPr id="1048821" name="墨迹 1048820"/>
              <p14:cNvContentPartPr/>
              <p14:nvPr/>
            </p14:nvContentPartPr>
            <p14:xfrm>
              <a:off x="4826035" y="6035361"/>
              <a:ext cx="586092" cy="380395"/>
            </p14:xfrm>
          </p:contentPart>
        </mc:Choice>
        <mc:Fallback xmlns="">
          <p:sp>
            <p:nvSpPr>
              <p:cNvPr id="1048821" name=""/>
              <p:cNvSpPr/>
              <p:nvPr/>
            </p:nvSpPr>
            <p:spPr>
              <a:xfrm>
                <a:off x="4826035" y="6035361"/>
                <a:ext cx="586092" cy="380395"/>
              </a:xfrm>
            </p:spPr>
          </p:sp>
        </mc:Fallback>
      </mc:AlternateContent>
      <mc:AlternateContent xmlns:mc="http://schemas.openxmlformats.org/markup-compatibility/2006" xmlns:p14="http://schemas.microsoft.com/office/powerpoint/2010/main">
        <mc:Choice Requires="p14">
          <p:contentPart p14:bwMode="auto" r:id="rId53">
            <p14:nvContentPartPr>
              <p14:cNvPr id="1048822" name="墨迹 1048821"/>
              <p14:cNvContentPartPr/>
              <p14:nvPr/>
            </p14:nvContentPartPr>
            <p14:xfrm>
              <a:off x="5375226" y="5979539"/>
              <a:ext cx="249261" cy="463241"/>
            </p14:xfrm>
          </p:contentPart>
        </mc:Choice>
        <mc:Fallback xmlns="">
          <p:sp>
            <p:nvSpPr>
              <p:cNvPr id="1048822" name=""/>
              <p:cNvSpPr/>
              <p:nvPr/>
            </p:nvSpPr>
            <p:spPr>
              <a:xfrm>
                <a:off x="5375226" y="5979539"/>
                <a:ext cx="249261" cy="463241"/>
              </a:xfrm>
            </p:spPr>
          </p:sp>
        </mc:Fallback>
      </mc:AlternateContent>
      <mc:AlternateContent xmlns:mc="http://schemas.openxmlformats.org/markup-compatibility/2006" xmlns:p14="http://schemas.microsoft.com/office/powerpoint/2010/main">
        <mc:Choice Requires="p14">
          <p:contentPart p14:bwMode="auto" r:id="rId54">
            <p14:nvContentPartPr>
              <p14:cNvPr id="1048823" name="墨迹 1048822"/>
              <p14:cNvContentPartPr/>
              <p14:nvPr/>
            </p14:nvContentPartPr>
            <p14:xfrm>
              <a:off x="5414877" y="6166650"/>
              <a:ext cx="113303" cy="168146"/>
            </p14:xfrm>
          </p:contentPart>
        </mc:Choice>
        <mc:Fallback xmlns="">
          <p:sp>
            <p:nvSpPr>
              <p:cNvPr id="1048823" name=""/>
              <p:cNvSpPr/>
              <p:nvPr/>
            </p:nvSpPr>
            <p:spPr>
              <a:xfrm>
                <a:off x="5414877" y="6166650"/>
                <a:ext cx="113303" cy="168146"/>
              </a:xfrm>
            </p:spPr>
          </p:sp>
        </mc:Fallback>
      </mc:AlternateContent>
      <mc:AlternateContent xmlns:mc="http://schemas.openxmlformats.org/markup-compatibility/2006" xmlns:p14="http://schemas.microsoft.com/office/powerpoint/2010/main">
        <mc:Choice Requires="p14">
          <p:contentPart p14:bwMode="auto" r:id="rId55">
            <p14:nvContentPartPr>
              <p14:cNvPr id="1048824" name="墨迹 1048823"/>
              <p14:cNvContentPartPr/>
              <p14:nvPr/>
            </p14:nvContentPartPr>
            <p14:xfrm>
              <a:off x="5579927" y="6208619"/>
              <a:ext cx="5452" cy="74417"/>
            </p14:xfrm>
          </p:contentPart>
        </mc:Choice>
        <mc:Fallback xmlns="">
          <p:sp>
            <p:nvSpPr>
              <p:cNvPr id="1048824" name=""/>
              <p:cNvSpPr/>
              <p:nvPr/>
            </p:nvSpPr>
            <p:spPr>
              <a:xfrm>
                <a:off x="5579927" y="6208619"/>
                <a:ext cx="5452" cy="74417"/>
              </a:xfrm>
            </p:spPr>
          </p:sp>
        </mc:Fallback>
      </mc:AlternateContent>
      <mc:AlternateContent xmlns:mc="http://schemas.openxmlformats.org/markup-compatibility/2006" xmlns:p14="http://schemas.microsoft.com/office/powerpoint/2010/main">
        <mc:Choice Requires="p14">
          <p:contentPart p14:bwMode="auto" r:id="rId56">
            <p14:nvContentPartPr>
              <p14:cNvPr id="1048825" name="墨迹 1048824"/>
              <p14:cNvContentPartPr/>
              <p14:nvPr/>
            </p14:nvContentPartPr>
            <p14:xfrm>
              <a:off x="5643478" y="5997901"/>
              <a:ext cx="202504" cy="420674"/>
            </p14:xfrm>
          </p:contentPart>
        </mc:Choice>
        <mc:Fallback xmlns="">
          <p:sp>
            <p:nvSpPr>
              <p:cNvPr id="1048825" name=""/>
              <p:cNvSpPr/>
              <p:nvPr/>
            </p:nvSpPr>
            <p:spPr>
              <a:xfrm>
                <a:off x="5643478" y="5997901"/>
                <a:ext cx="202504" cy="420674"/>
              </a:xfrm>
            </p:spPr>
          </p:sp>
        </mc:Fallback>
      </mc:AlternateContent>
      <mc:AlternateContent xmlns:mc="http://schemas.openxmlformats.org/markup-compatibility/2006" xmlns:p14="http://schemas.microsoft.com/office/powerpoint/2010/main">
        <mc:Choice Requires="p14">
          <p:contentPart p14:bwMode="auto" r:id="rId57">
            <p14:nvContentPartPr>
              <p14:cNvPr id="1048826" name="墨迹 1048825"/>
              <p14:cNvContentPartPr/>
              <p14:nvPr/>
            </p14:nvContentPartPr>
            <p14:xfrm>
              <a:off x="5570783" y="6184137"/>
              <a:ext cx="139402" cy="247913"/>
            </p14:xfrm>
          </p:contentPart>
        </mc:Choice>
        <mc:Fallback xmlns="">
          <p:sp>
            <p:nvSpPr>
              <p:cNvPr id="1048826" name=""/>
              <p:cNvSpPr/>
              <p:nvPr/>
            </p:nvSpPr>
            <p:spPr>
              <a:xfrm>
                <a:off x="5570783" y="6184137"/>
                <a:ext cx="139402" cy="247913"/>
              </a:xfrm>
            </p:spPr>
          </p:sp>
        </mc:Fallback>
      </mc:AlternateContent>
      <mc:AlternateContent xmlns:mc="http://schemas.openxmlformats.org/markup-compatibility/2006" xmlns:p14="http://schemas.microsoft.com/office/powerpoint/2010/main">
        <mc:Choice Requires="p14">
          <p:contentPart p14:bwMode="auto" r:id="rId58">
            <p14:nvContentPartPr>
              <p14:cNvPr id="1048827" name="墨迹 1048826"/>
              <p14:cNvContentPartPr/>
              <p14:nvPr/>
            </p14:nvContentPartPr>
            <p14:xfrm>
              <a:off x="5770854" y="6293906"/>
              <a:ext cx="128074" cy="78556"/>
            </p14:xfrm>
          </p:contentPart>
        </mc:Choice>
        <mc:Fallback xmlns="">
          <p:sp>
            <p:nvSpPr>
              <p:cNvPr id="1048827" name=""/>
              <p:cNvSpPr/>
              <p:nvPr/>
            </p:nvSpPr>
            <p:spPr>
              <a:xfrm>
                <a:off x="5770854" y="6293906"/>
                <a:ext cx="128074" cy="78556"/>
              </a:xfrm>
            </p:spPr>
          </p:sp>
        </mc:Fallback>
      </mc:AlternateContent>
      <mc:AlternateContent xmlns:mc="http://schemas.openxmlformats.org/markup-compatibility/2006" xmlns:p14="http://schemas.microsoft.com/office/powerpoint/2010/main">
        <mc:Choice Requires="p14">
          <p:contentPart p14:bwMode="auto" r:id="rId59">
            <p14:nvContentPartPr>
              <p14:cNvPr id="1048828" name="墨迹 1048827"/>
              <p14:cNvContentPartPr/>
              <p14:nvPr/>
            </p14:nvContentPartPr>
            <p14:xfrm>
              <a:off x="6056861" y="6343269"/>
              <a:ext cx="2166" cy="32632"/>
            </p14:xfrm>
          </p:contentPart>
        </mc:Choice>
        <mc:Fallback xmlns="">
          <p:sp>
            <p:nvSpPr>
              <p:cNvPr id="1048828" name=""/>
              <p:cNvSpPr/>
              <p:nvPr/>
            </p:nvSpPr>
            <p:spPr>
              <a:xfrm>
                <a:off x="6056861" y="6343269"/>
                <a:ext cx="2166" cy="32632"/>
              </a:xfrm>
            </p:spPr>
          </p:sp>
        </mc:Fallback>
      </mc:AlternateContent>
      <mc:AlternateContent xmlns:mc="http://schemas.openxmlformats.org/markup-compatibility/2006" xmlns:p14="http://schemas.microsoft.com/office/powerpoint/2010/main">
        <mc:Choice Requires="p14">
          <p:contentPart p14:bwMode="auto" r:id="rId60">
            <p14:nvContentPartPr>
              <p14:cNvPr id="1048829" name="墨迹 1048828"/>
              <p14:cNvContentPartPr/>
              <p14:nvPr/>
            </p14:nvContentPartPr>
            <p14:xfrm>
              <a:off x="6327573" y="6070720"/>
              <a:ext cx="356594" cy="86312"/>
            </p14:xfrm>
          </p:contentPart>
        </mc:Choice>
        <mc:Fallback xmlns="">
          <p:sp>
            <p:nvSpPr>
              <p:cNvPr id="1048829" name=""/>
              <p:cNvSpPr/>
              <p:nvPr/>
            </p:nvSpPr>
            <p:spPr>
              <a:xfrm>
                <a:off x="6327573" y="6070720"/>
                <a:ext cx="356594" cy="86312"/>
              </a:xfrm>
            </p:spPr>
          </p:sp>
        </mc:Fallback>
      </mc:AlternateContent>
      <mc:AlternateContent xmlns:mc="http://schemas.openxmlformats.org/markup-compatibility/2006" xmlns:p14="http://schemas.microsoft.com/office/powerpoint/2010/main">
        <mc:Choice Requires="p14">
          <p:contentPart p14:bwMode="auto" r:id="rId61">
            <p14:nvContentPartPr>
              <p14:cNvPr id="1048830" name="墨迹 1048829"/>
              <p14:cNvContentPartPr/>
              <p14:nvPr/>
            </p14:nvContentPartPr>
            <p14:xfrm>
              <a:off x="6401025" y="5922706"/>
              <a:ext cx="112054" cy="501491"/>
            </p14:xfrm>
          </p:contentPart>
        </mc:Choice>
        <mc:Fallback xmlns="">
          <p:sp>
            <p:nvSpPr>
              <p:cNvPr id="1048830" name=""/>
              <p:cNvSpPr/>
              <p:nvPr/>
            </p:nvSpPr>
            <p:spPr>
              <a:xfrm>
                <a:off x="6401025" y="5922706"/>
                <a:ext cx="112054" cy="501491"/>
              </a:xfrm>
            </p:spPr>
          </p:sp>
        </mc:Fallback>
      </mc:AlternateContent>
      <mc:AlternateContent xmlns:mc="http://schemas.openxmlformats.org/markup-compatibility/2006" xmlns:p14="http://schemas.microsoft.com/office/powerpoint/2010/main">
        <mc:Choice Requires="p14">
          <p:contentPart p14:bwMode="auto" r:id="rId62">
            <p14:nvContentPartPr>
              <p14:cNvPr id="1048831" name="墨迹 1048830"/>
              <p14:cNvContentPartPr/>
              <p14:nvPr/>
            </p14:nvContentPartPr>
            <p14:xfrm>
              <a:off x="6335108" y="5933199"/>
              <a:ext cx="384974" cy="380551"/>
            </p14:xfrm>
          </p:contentPart>
        </mc:Choice>
        <mc:Fallback xmlns="">
          <p:sp>
            <p:nvSpPr>
              <p:cNvPr id="1048831" name=""/>
              <p:cNvSpPr/>
              <p:nvPr/>
            </p:nvSpPr>
            <p:spPr>
              <a:xfrm>
                <a:off x="6335108" y="5933199"/>
                <a:ext cx="384974" cy="380551"/>
              </a:xfrm>
            </p:spPr>
          </p:sp>
        </mc:Fallback>
      </mc:AlternateContent>
      <mc:AlternateContent xmlns:mc="http://schemas.openxmlformats.org/markup-compatibility/2006" xmlns:p14="http://schemas.microsoft.com/office/powerpoint/2010/main">
        <mc:Choice Requires="p14">
          <p:contentPart p14:bwMode="auto" r:id="rId63">
            <p14:nvContentPartPr>
              <p14:cNvPr id="1048832" name="墨迹 1048831"/>
              <p14:cNvContentPartPr/>
              <p14:nvPr/>
            </p14:nvContentPartPr>
            <p14:xfrm>
              <a:off x="6802731" y="5964971"/>
              <a:ext cx="310852" cy="527378"/>
            </p14:xfrm>
          </p:contentPart>
        </mc:Choice>
        <mc:Fallback xmlns="">
          <p:sp>
            <p:nvSpPr>
              <p:cNvPr id="1048832" name=""/>
              <p:cNvSpPr/>
              <p:nvPr/>
            </p:nvSpPr>
            <p:spPr>
              <a:xfrm>
                <a:off x="6802731" y="5964971"/>
                <a:ext cx="310852" cy="527378"/>
              </a:xfrm>
            </p:spPr>
          </p:sp>
        </mc:Fallback>
      </mc:AlternateContent>
      <mc:AlternateContent xmlns:mc="http://schemas.openxmlformats.org/markup-compatibility/2006" xmlns:p14="http://schemas.microsoft.com/office/powerpoint/2010/main">
        <mc:Choice Requires="p14">
          <p:contentPart p14:bwMode="auto" r:id="rId64">
            <p14:nvContentPartPr>
              <p14:cNvPr id="1048833" name="墨迹 1048832"/>
              <p14:cNvContentPartPr/>
              <p14:nvPr/>
            </p14:nvContentPartPr>
            <p14:xfrm>
              <a:off x="6853959" y="6144028"/>
              <a:ext cx="267221" cy="265743"/>
            </p14:xfrm>
          </p:contentPart>
        </mc:Choice>
        <mc:Fallback xmlns="">
          <p:sp>
            <p:nvSpPr>
              <p:cNvPr id="1048833" name=""/>
              <p:cNvSpPr/>
              <p:nvPr/>
            </p:nvSpPr>
            <p:spPr>
              <a:xfrm>
                <a:off x="6853959" y="6144028"/>
                <a:ext cx="267221" cy="265743"/>
              </a:xfrm>
            </p:spPr>
          </p:sp>
        </mc:Fallback>
      </mc:AlternateContent>
      <mc:AlternateContent xmlns:mc="http://schemas.openxmlformats.org/markup-compatibility/2006" xmlns:p14="http://schemas.microsoft.com/office/powerpoint/2010/main">
        <mc:Choice Requires="p14">
          <p:contentPart p14:bwMode="auto" r:id="rId65">
            <p14:nvContentPartPr>
              <p14:cNvPr id="1048834" name="墨迹 1048833"/>
              <p14:cNvContentPartPr/>
              <p14:nvPr/>
            </p14:nvContentPartPr>
            <p14:xfrm>
              <a:off x="6907490" y="6192006"/>
              <a:ext cx="371740" cy="176400"/>
            </p14:xfrm>
          </p:contentPart>
        </mc:Choice>
        <mc:Fallback xmlns="">
          <p:sp>
            <p:nvSpPr>
              <p:cNvPr id="1048834" name=""/>
              <p:cNvSpPr/>
              <p:nvPr/>
            </p:nvSpPr>
            <p:spPr>
              <a:xfrm>
                <a:off x="6907490" y="6192006"/>
                <a:ext cx="371740" cy="176400"/>
              </a:xfrm>
            </p:spPr>
          </p:sp>
        </mc:Fallback>
      </mc:AlternateContent>
      <mc:AlternateContent xmlns:mc="http://schemas.openxmlformats.org/markup-compatibility/2006" xmlns:p14="http://schemas.microsoft.com/office/powerpoint/2010/main">
        <mc:Choice Requires="p14">
          <p:contentPart p14:bwMode="auto" r:id="rId66">
            <p14:nvContentPartPr>
              <p14:cNvPr id="1048835" name="墨迹 1048834"/>
              <p14:cNvContentPartPr/>
              <p14:nvPr/>
            </p14:nvContentPartPr>
            <p14:xfrm>
              <a:off x="7385698" y="5948881"/>
              <a:ext cx="383494" cy="94485"/>
            </p14:xfrm>
          </p:contentPart>
        </mc:Choice>
        <mc:Fallback xmlns="">
          <p:sp>
            <p:nvSpPr>
              <p:cNvPr id="1048835" name=""/>
              <p:cNvSpPr/>
              <p:nvPr/>
            </p:nvSpPr>
            <p:spPr>
              <a:xfrm>
                <a:off x="7385698" y="5948881"/>
                <a:ext cx="383494" cy="94485"/>
              </a:xfrm>
            </p:spPr>
          </p:sp>
        </mc:Fallback>
      </mc:AlternateContent>
      <mc:AlternateContent xmlns:mc="http://schemas.openxmlformats.org/markup-compatibility/2006" xmlns:p14="http://schemas.microsoft.com/office/powerpoint/2010/main">
        <mc:Choice Requires="p14">
          <p:contentPart p14:bwMode="auto" r:id="rId67">
            <p14:nvContentPartPr>
              <p14:cNvPr id="1048836" name="墨迹 1048835"/>
              <p14:cNvContentPartPr/>
              <p14:nvPr/>
            </p14:nvContentPartPr>
            <p14:xfrm>
              <a:off x="7368741" y="5996151"/>
              <a:ext cx="248924" cy="267966"/>
            </p14:xfrm>
          </p:contentPart>
        </mc:Choice>
        <mc:Fallback xmlns="">
          <p:sp>
            <p:nvSpPr>
              <p:cNvPr id="1048836" name=""/>
              <p:cNvSpPr/>
              <p:nvPr/>
            </p:nvSpPr>
            <p:spPr>
              <a:xfrm>
                <a:off x="7368741" y="5996151"/>
                <a:ext cx="248924" cy="267966"/>
              </a:xfrm>
            </p:spPr>
          </p:sp>
        </mc:Fallback>
      </mc:AlternateContent>
      <mc:AlternateContent xmlns:mc="http://schemas.openxmlformats.org/markup-compatibility/2006" xmlns:p14="http://schemas.microsoft.com/office/powerpoint/2010/main">
        <mc:Choice Requires="p14">
          <p:contentPart p14:bwMode="auto" r:id="rId68">
            <p14:nvContentPartPr>
              <p14:cNvPr id="1048837" name="墨迹 1048836"/>
              <p14:cNvContentPartPr/>
              <p14:nvPr/>
            </p14:nvContentPartPr>
            <p14:xfrm>
              <a:off x="7541747" y="6076592"/>
              <a:ext cx="58966" cy="298690"/>
            </p14:xfrm>
          </p:contentPart>
        </mc:Choice>
        <mc:Fallback xmlns="">
          <p:sp>
            <p:nvSpPr>
              <p:cNvPr id="1048837" name=""/>
              <p:cNvSpPr/>
              <p:nvPr/>
            </p:nvSpPr>
            <p:spPr>
              <a:xfrm>
                <a:off x="7541747" y="6076592"/>
                <a:ext cx="58966" cy="298690"/>
              </a:xfrm>
            </p:spPr>
          </p:sp>
        </mc:Fallback>
      </mc:AlternateContent>
      <mc:AlternateContent xmlns:mc="http://schemas.openxmlformats.org/markup-compatibility/2006" xmlns:p14="http://schemas.microsoft.com/office/powerpoint/2010/main">
        <mc:Choice Requires="p14">
          <p:contentPart p14:bwMode="auto" r:id="rId69">
            <p14:nvContentPartPr>
              <p14:cNvPr id="1048838" name="墨迹 1048837"/>
              <p14:cNvContentPartPr/>
              <p14:nvPr/>
            </p14:nvContentPartPr>
            <p14:xfrm>
              <a:off x="7611419" y="6207745"/>
              <a:ext cx="115123" cy="111001"/>
            </p14:xfrm>
          </p:contentPart>
        </mc:Choice>
        <mc:Fallback xmlns="">
          <p:sp>
            <p:nvSpPr>
              <p:cNvPr id="1048838" name=""/>
              <p:cNvSpPr/>
              <p:nvPr/>
            </p:nvSpPr>
            <p:spPr>
              <a:xfrm>
                <a:off x="7611419" y="6207745"/>
                <a:ext cx="115123" cy="111001"/>
              </a:xfrm>
            </p:spPr>
          </p:sp>
        </mc:Fallback>
      </mc:AlternateContent>
      <mc:AlternateContent xmlns:mc="http://schemas.openxmlformats.org/markup-compatibility/2006" xmlns:p14="http://schemas.microsoft.com/office/powerpoint/2010/main">
        <mc:Choice Requires="p14">
          <p:contentPart p14:bwMode="auto" r:id="rId70">
            <p14:nvContentPartPr>
              <p14:cNvPr id="1048839" name="墨迹 1048838"/>
              <p14:cNvContentPartPr/>
              <p14:nvPr/>
            </p14:nvContentPartPr>
            <p14:xfrm>
              <a:off x="7878117" y="5865873"/>
              <a:ext cx="211124" cy="521260"/>
            </p14:xfrm>
          </p:contentPart>
        </mc:Choice>
        <mc:Fallback xmlns="">
          <p:sp>
            <p:nvSpPr>
              <p:cNvPr id="1048839" name=""/>
              <p:cNvSpPr/>
              <p:nvPr/>
            </p:nvSpPr>
            <p:spPr>
              <a:xfrm>
                <a:off x="7878117" y="5865873"/>
                <a:ext cx="211124" cy="521260"/>
              </a:xfrm>
            </p:spPr>
          </p:sp>
        </mc:Fallback>
      </mc:AlternateContent>
      <mc:AlternateContent xmlns:mc="http://schemas.openxmlformats.org/markup-compatibility/2006" xmlns:p14="http://schemas.microsoft.com/office/powerpoint/2010/main">
        <mc:Choice Requires="p14">
          <p:contentPart p14:bwMode="auto" r:id="rId71">
            <p14:nvContentPartPr>
              <p14:cNvPr id="1048840" name="墨迹 1048839"/>
              <p14:cNvContentPartPr/>
              <p14:nvPr/>
            </p14:nvContentPartPr>
            <p14:xfrm>
              <a:off x="7952834" y="6195964"/>
              <a:ext cx="78332" cy="99060"/>
            </p14:xfrm>
          </p:contentPart>
        </mc:Choice>
        <mc:Fallback xmlns="">
          <p:sp>
            <p:nvSpPr>
              <p:cNvPr id="1048840" name=""/>
              <p:cNvSpPr/>
              <p:nvPr/>
            </p:nvSpPr>
            <p:spPr>
              <a:xfrm>
                <a:off x="7952834" y="6195964"/>
                <a:ext cx="78332" cy="99060"/>
              </a:xfrm>
            </p:spPr>
          </p:sp>
        </mc:Fallback>
      </mc:AlternateContent>
      <mc:AlternateContent xmlns:mc="http://schemas.openxmlformats.org/markup-compatibility/2006" xmlns:p14="http://schemas.microsoft.com/office/powerpoint/2010/main">
        <mc:Choice Requires="p14">
          <p:contentPart p14:bwMode="auto" r:id="rId72">
            <p14:nvContentPartPr>
              <p14:cNvPr id="1048841" name="墨迹 1048840"/>
              <p14:cNvContentPartPr/>
              <p14:nvPr/>
            </p14:nvContentPartPr>
            <p14:xfrm>
              <a:off x="8114050" y="5885983"/>
              <a:ext cx="134905" cy="182804"/>
            </p14:xfrm>
          </p:contentPart>
        </mc:Choice>
        <mc:Fallback xmlns="">
          <p:sp>
            <p:nvSpPr>
              <p:cNvPr id="1048841" name=""/>
              <p:cNvSpPr/>
              <p:nvPr/>
            </p:nvSpPr>
            <p:spPr>
              <a:xfrm>
                <a:off x="8114050" y="5885983"/>
                <a:ext cx="134905" cy="182804"/>
              </a:xfrm>
            </p:spPr>
          </p:sp>
        </mc:Fallback>
      </mc:AlternateContent>
      <mc:AlternateContent xmlns:mc="http://schemas.openxmlformats.org/markup-compatibility/2006" xmlns:p14="http://schemas.microsoft.com/office/powerpoint/2010/main">
        <mc:Choice Requires="p14">
          <p:contentPart p14:bwMode="auto" r:id="rId73">
            <p14:nvContentPartPr>
              <p14:cNvPr id="1048842" name="墨迹 1048841"/>
              <p14:cNvContentPartPr/>
              <p14:nvPr/>
            </p14:nvContentPartPr>
            <p14:xfrm>
              <a:off x="8172251" y="6094953"/>
              <a:ext cx="117191" cy="234375"/>
            </p14:xfrm>
          </p:contentPart>
        </mc:Choice>
        <mc:Fallback xmlns="">
          <p:sp>
            <p:nvSpPr>
              <p:cNvPr id="1048842" name=""/>
              <p:cNvSpPr/>
              <p:nvPr/>
            </p:nvSpPr>
            <p:spPr>
              <a:xfrm>
                <a:off x="8172251" y="6094953"/>
                <a:ext cx="117191" cy="234375"/>
              </a:xfrm>
            </p:spPr>
          </p:sp>
        </mc:Fallback>
      </mc:AlternateContent>
      <mc:AlternateContent xmlns:mc="http://schemas.openxmlformats.org/markup-compatibility/2006" xmlns:p14="http://schemas.microsoft.com/office/powerpoint/2010/main">
        <mc:Choice Requires="p14">
          <p:contentPart p14:bwMode="auto" r:id="rId74">
            <p14:nvContentPartPr>
              <p14:cNvPr id="1048843" name="墨迹 1048842"/>
              <p14:cNvContentPartPr/>
              <p14:nvPr/>
            </p14:nvContentPartPr>
            <p14:xfrm>
              <a:off x="8546141" y="5866747"/>
              <a:ext cx="55060" cy="293452"/>
            </p14:xfrm>
          </p:contentPart>
        </mc:Choice>
        <mc:Fallback xmlns="">
          <p:sp>
            <p:nvSpPr>
              <p:cNvPr id="1048843" name=""/>
              <p:cNvSpPr/>
              <p:nvPr/>
            </p:nvSpPr>
            <p:spPr>
              <a:xfrm>
                <a:off x="8546141" y="5866747"/>
                <a:ext cx="55060" cy="293452"/>
              </a:xfrm>
            </p:spPr>
          </p:sp>
        </mc:Fallback>
      </mc:AlternateContent>
      <mc:AlternateContent xmlns:mc="http://schemas.openxmlformats.org/markup-compatibility/2006" xmlns:p14="http://schemas.microsoft.com/office/powerpoint/2010/main">
        <mc:Choice Requires="p14">
          <p:contentPart p14:bwMode="auto" r:id="rId75">
            <p14:nvContentPartPr>
              <p14:cNvPr id="1048844" name="墨迹 1048843"/>
              <p14:cNvContentPartPr/>
              <p14:nvPr/>
            </p14:nvContentPartPr>
            <p14:xfrm>
              <a:off x="8453802" y="5955057"/>
              <a:ext cx="18571" cy="97623"/>
            </p14:xfrm>
          </p:contentPart>
        </mc:Choice>
        <mc:Fallback xmlns="">
          <p:sp>
            <p:nvSpPr>
              <p:cNvPr id="1048844" name=""/>
              <p:cNvSpPr/>
              <p:nvPr/>
            </p:nvSpPr>
            <p:spPr>
              <a:xfrm>
                <a:off x="8453802" y="5955057"/>
                <a:ext cx="18571" cy="97623"/>
              </a:xfrm>
            </p:spPr>
          </p:sp>
        </mc:Fallback>
      </mc:AlternateContent>
      <mc:AlternateContent xmlns:mc="http://schemas.openxmlformats.org/markup-compatibility/2006" xmlns:p14="http://schemas.microsoft.com/office/powerpoint/2010/main">
        <mc:Choice Requires="p14">
          <p:contentPart p14:bwMode="auto" r:id="rId76">
            <p14:nvContentPartPr>
              <p14:cNvPr id="1048845" name="墨迹 1048844"/>
              <p14:cNvContentPartPr/>
              <p14:nvPr/>
            </p14:nvContentPartPr>
            <p14:xfrm>
              <a:off x="8648132" y="5964674"/>
              <a:ext cx="64566" cy="37450"/>
            </p14:xfrm>
          </p:contentPart>
        </mc:Choice>
        <mc:Fallback xmlns="">
          <p:sp>
            <p:nvSpPr>
              <p:cNvPr id="1048845" name=""/>
              <p:cNvSpPr/>
              <p:nvPr/>
            </p:nvSpPr>
            <p:spPr>
              <a:xfrm>
                <a:off x="8648132" y="5964674"/>
                <a:ext cx="64566" cy="37450"/>
              </a:xfrm>
            </p:spPr>
          </p:sp>
        </mc:Fallback>
      </mc:AlternateContent>
      <mc:AlternateContent xmlns:mc="http://schemas.openxmlformats.org/markup-compatibility/2006" xmlns:p14="http://schemas.microsoft.com/office/powerpoint/2010/main">
        <mc:Choice Requires="p14">
          <p:contentPart p14:bwMode="auto" r:id="rId77">
            <p14:nvContentPartPr>
              <p14:cNvPr id="1048846" name="墨迹 1048845"/>
              <p14:cNvContentPartPr/>
              <p14:nvPr/>
            </p14:nvContentPartPr>
            <p14:xfrm>
              <a:off x="8358576" y="6011015"/>
              <a:ext cx="298477" cy="285615"/>
            </p14:xfrm>
          </p:contentPart>
        </mc:Choice>
        <mc:Fallback xmlns="">
          <p:sp>
            <p:nvSpPr>
              <p:cNvPr id="1048846" name=""/>
              <p:cNvSpPr/>
              <p:nvPr/>
            </p:nvSpPr>
            <p:spPr>
              <a:xfrm>
                <a:off x="8358576" y="6011015"/>
                <a:ext cx="298477" cy="285615"/>
              </a:xfrm>
            </p:spPr>
          </p:sp>
        </mc:Fallback>
      </mc:AlternateContent>
      <mc:AlternateContent xmlns:mc="http://schemas.openxmlformats.org/markup-compatibility/2006" xmlns:p14="http://schemas.microsoft.com/office/powerpoint/2010/main">
        <mc:Choice Requires="p14">
          <p:contentPart p14:bwMode="auto" r:id="rId78">
            <p14:nvContentPartPr>
              <p14:cNvPr id="1048847" name="墨迹 1048846"/>
              <p14:cNvContentPartPr/>
              <p14:nvPr/>
            </p14:nvContentPartPr>
            <p14:xfrm>
              <a:off x="8478228" y="6113315"/>
              <a:ext cx="48879" cy="268998"/>
            </p14:xfrm>
          </p:contentPart>
        </mc:Choice>
        <mc:Fallback xmlns="">
          <p:sp>
            <p:nvSpPr>
              <p:cNvPr id="1048847" name=""/>
              <p:cNvSpPr/>
              <p:nvPr/>
            </p:nvSpPr>
            <p:spPr>
              <a:xfrm>
                <a:off x="8478228" y="6113315"/>
                <a:ext cx="48879" cy="268998"/>
              </a:xfrm>
            </p:spPr>
          </p:sp>
        </mc:Fallback>
      </mc:AlternateContent>
      <mc:AlternateContent xmlns:mc="http://schemas.openxmlformats.org/markup-compatibility/2006" xmlns:p14="http://schemas.microsoft.com/office/powerpoint/2010/main">
        <mc:Choice Requires="p14">
          <p:contentPart p14:bwMode="auto" r:id="rId79">
            <p14:nvContentPartPr>
              <p14:cNvPr id="1048848" name="墨迹 1048847"/>
              <p14:cNvContentPartPr/>
              <p14:nvPr/>
            </p14:nvContentPartPr>
            <p14:xfrm>
              <a:off x="8547317" y="6116080"/>
              <a:ext cx="202703" cy="341932"/>
            </p14:xfrm>
          </p:contentPart>
        </mc:Choice>
        <mc:Fallback xmlns="">
          <p:sp>
            <p:nvSpPr>
              <p:cNvPr id="1048848" name=""/>
              <p:cNvSpPr/>
              <p:nvPr/>
            </p:nvSpPr>
            <p:spPr>
              <a:xfrm>
                <a:off x="8547317" y="6116080"/>
                <a:ext cx="202703" cy="341932"/>
              </a:xfrm>
            </p:spPr>
          </p:sp>
        </mc:Fallback>
      </mc:AlternateContent>
      <mc:AlternateContent xmlns:mc="http://schemas.openxmlformats.org/markup-compatibility/2006" xmlns:p14="http://schemas.microsoft.com/office/powerpoint/2010/main">
        <mc:Choice Requires="p14">
          <p:contentPart p14:bwMode="auto" r:id="rId80">
            <p14:nvContentPartPr>
              <p14:cNvPr id="1048849" name="墨迹 1048848"/>
              <p14:cNvContentPartPr/>
              <p14:nvPr/>
            </p14:nvContentPartPr>
            <p14:xfrm>
              <a:off x="8517874" y="6219322"/>
              <a:ext cx="231472" cy="176707"/>
            </p14:xfrm>
          </p:contentPart>
        </mc:Choice>
        <mc:Fallback xmlns="">
          <p:sp>
            <p:nvSpPr>
              <p:cNvPr id="1048849" name=""/>
              <p:cNvSpPr/>
              <p:nvPr/>
            </p:nvSpPr>
            <p:spPr>
              <a:xfrm>
                <a:off x="8517874" y="6219322"/>
                <a:ext cx="231472" cy="176707"/>
              </a:xfrm>
            </p:spPr>
          </p:sp>
        </mc:Fallback>
      </mc:AlternateContent>
      <mc:AlternateContent xmlns:mc="http://schemas.openxmlformats.org/markup-compatibility/2006" xmlns:p14="http://schemas.microsoft.com/office/powerpoint/2010/main">
        <mc:Choice Requires="p14">
          <p:contentPart p14:bwMode="auto" r:id="rId81">
            <p14:nvContentPartPr>
              <p14:cNvPr id="1048850" name="墨迹 1048849"/>
              <p14:cNvContentPartPr/>
              <p14:nvPr/>
            </p14:nvContentPartPr>
            <p14:xfrm>
              <a:off x="6084803" y="3125652"/>
              <a:ext cx="267977" cy="254556"/>
            </p14:xfrm>
          </p:contentPart>
        </mc:Choice>
        <mc:Fallback xmlns="">
          <p:sp>
            <p:nvSpPr>
              <p:cNvPr id="1048850" name=""/>
              <p:cNvSpPr/>
              <p:nvPr/>
            </p:nvSpPr>
            <p:spPr>
              <a:xfrm>
                <a:off x="6084803" y="3125652"/>
                <a:ext cx="267977" cy="254556"/>
              </a:xfrm>
            </p:spPr>
          </p:sp>
        </mc:Fallback>
      </mc:AlternateContent>
      <mc:AlternateContent xmlns:mc="http://schemas.openxmlformats.org/markup-compatibility/2006" xmlns:p14="http://schemas.microsoft.com/office/powerpoint/2010/main">
        <mc:Choice Requires="p14">
          <p:contentPart p14:bwMode="auto" r:id="rId82">
            <p14:nvContentPartPr>
              <p14:cNvPr id="1048851" name="墨迹 1048850"/>
              <p14:cNvContentPartPr/>
              <p14:nvPr/>
            </p14:nvContentPartPr>
            <p14:xfrm>
              <a:off x="212561" y="2959982"/>
              <a:ext cx="230811" cy="89601"/>
            </p14:xfrm>
          </p:contentPart>
        </mc:Choice>
        <mc:Fallback xmlns="">
          <p:sp>
            <p:nvSpPr>
              <p:cNvPr id="1048851" name=""/>
              <p:cNvSpPr/>
              <p:nvPr/>
            </p:nvSpPr>
            <p:spPr>
              <a:xfrm>
                <a:off x="212561" y="2959982"/>
                <a:ext cx="230811" cy="89601"/>
              </a:xfrm>
            </p:spPr>
          </p:sp>
        </mc:Fallback>
      </mc:AlternateContent>
      <mc:AlternateContent xmlns:mc="http://schemas.openxmlformats.org/markup-compatibility/2006" xmlns:p14="http://schemas.microsoft.com/office/powerpoint/2010/main">
        <mc:Choice Requires="p14">
          <p:contentPart p14:bwMode="auto" r:id="rId83">
            <p14:nvContentPartPr>
              <p14:cNvPr id="1048852" name="墨迹 1048851"/>
              <p14:cNvContentPartPr/>
              <p14:nvPr/>
            </p14:nvContentPartPr>
            <p14:xfrm>
              <a:off x="550697" y="2727821"/>
              <a:ext cx="26796" cy="375996"/>
            </p14:xfrm>
          </p:contentPart>
        </mc:Choice>
        <mc:Fallback xmlns="">
          <p:sp>
            <p:nvSpPr>
              <p:cNvPr id="1048852" name=""/>
              <p:cNvSpPr/>
              <p:nvPr/>
            </p:nvSpPr>
            <p:spPr>
              <a:xfrm>
                <a:off x="550697" y="2727821"/>
                <a:ext cx="26796" cy="375996"/>
              </a:xfrm>
            </p:spPr>
          </p:sp>
        </mc:Fallback>
      </mc:AlternateContent>
      <mc:AlternateContent xmlns:mc="http://schemas.openxmlformats.org/markup-compatibility/2006" xmlns:p14="http://schemas.microsoft.com/office/powerpoint/2010/main">
        <mc:Choice Requires="p14">
          <p:contentPart p14:bwMode="auto" r:id="rId84">
            <p14:nvContentPartPr>
              <p14:cNvPr id="1048853" name="墨迹 1048852"/>
              <p14:cNvContentPartPr/>
              <p14:nvPr/>
            </p14:nvContentPartPr>
            <p14:xfrm>
              <a:off x="519471" y="2732427"/>
              <a:ext cx="203841" cy="342886"/>
            </p14:xfrm>
          </p:contentPart>
        </mc:Choice>
        <mc:Fallback xmlns="">
          <p:sp>
            <p:nvSpPr>
              <p:cNvPr id="1048853" name=""/>
              <p:cNvSpPr/>
              <p:nvPr/>
            </p:nvSpPr>
            <p:spPr>
              <a:xfrm>
                <a:off x="519471" y="2732427"/>
                <a:ext cx="203841" cy="342886"/>
              </a:xfrm>
            </p:spPr>
          </p:sp>
        </mc:Fallback>
      </mc:AlternateContent>
      <mc:AlternateContent xmlns:mc="http://schemas.openxmlformats.org/markup-compatibility/2006" xmlns:p14="http://schemas.microsoft.com/office/powerpoint/2010/main">
        <mc:Choice Requires="p14">
          <p:contentPart p14:bwMode="auto" r:id="rId85">
            <p14:nvContentPartPr>
              <p14:cNvPr id="1048854" name="墨迹 1048853"/>
              <p14:cNvContentPartPr/>
              <p14:nvPr/>
            </p14:nvContentPartPr>
            <p14:xfrm>
              <a:off x="857607" y="2816131"/>
              <a:ext cx="72277" cy="50482"/>
            </p14:xfrm>
          </p:contentPart>
        </mc:Choice>
        <mc:Fallback xmlns="">
          <p:sp>
            <p:nvSpPr>
              <p:cNvPr id="1048854" name=""/>
              <p:cNvSpPr/>
              <p:nvPr/>
            </p:nvSpPr>
            <p:spPr>
              <a:xfrm>
                <a:off x="857607" y="2816131"/>
                <a:ext cx="72277" cy="50482"/>
              </a:xfrm>
            </p:spPr>
          </p:sp>
        </mc:Fallback>
      </mc:AlternateContent>
      <mc:AlternateContent xmlns:mc="http://schemas.openxmlformats.org/markup-compatibility/2006" xmlns:p14="http://schemas.microsoft.com/office/powerpoint/2010/main">
        <mc:Choice Requires="p14">
          <p:contentPart p14:bwMode="auto" r:id="rId86">
            <p14:nvContentPartPr>
              <p14:cNvPr id="1048855" name="墨迹 1048854"/>
              <p14:cNvContentPartPr/>
              <p14:nvPr/>
            </p14:nvContentPartPr>
            <p14:xfrm>
              <a:off x="854038" y="2954279"/>
              <a:ext cx="71217" cy="45616"/>
            </p14:xfrm>
          </p:contentPart>
        </mc:Choice>
        <mc:Fallback xmlns="">
          <p:sp>
            <p:nvSpPr>
              <p:cNvPr id="1048855" name=""/>
              <p:cNvSpPr/>
              <p:nvPr/>
            </p:nvSpPr>
            <p:spPr>
              <a:xfrm>
                <a:off x="854038" y="2954279"/>
                <a:ext cx="71217" cy="45616"/>
              </a:xfrm>
            </p:spPr>
          </p:sp>
        </mc:Fallback>
      </mc:AlternateContent>
      <mc:AlternateContent xmlns:mc="http://schemas.openxmlformats.org/markup-compatibility/2006" xmlns:p14="http://schemas.microsoft.com/office/powerpoint/2010/main">
        <mc:Choice Requires="p14">
          <p:contentPart p14:bwMode="auto" r:id="rId87">
            <p14:nvContentPartPr>
              <p14:cNvPr id="1048856" name="墨迹 1048855"/>
              <p14:cNvContentPartPr/>
              <p14:nvPr/>
            </p14:nvContentPartPr>
            <p14:xfrm>
              <a:off x="1126153" y="2738415"/>
              <a:ext cx="242119" cy="70721"/>
            </p14:xfrm>
          </p:contentPart>
        </mc:Choice>
        <mc:Fallback xmlns="">
          <p:sp>
            <p:nvSpPr>
              <p:cNvPr id="1048856" name=""/>
              <p:cNvSpPr/>
              <p:nvPr/>
            </p:nvSpPr>
            <p:spPr>
              <a:xfrm>
                <a:off x="1126153" y="2738415"/>
                <a:ext cx="242119" cy="70721"/>
              </a:xfrm>
            </p:spPr>
          </p:sp>
        </mc:Fallback>
      </mc:AlternateContent>
      <mc:AlternateContent xmlns:mc="http://schemas.openxmlformats.org/markup-compatibility/2006" xmlns:p14="http://schemas.microsoft.com/office/powerpoint/2010/main">
        <mc:Choice Requires="p14">
          <p:contentPart p14:bwMode="auto" r:id="rId88">
            <p14:nvContentPartPr>
              <p14:cNvPr id="1048857" name="墨迹 1048856"/>
              <p14:cNvContentPartPr/>
              <p14:nvPr/>
            </p14:nvContentPartPr>
            <p14:xfrm>
              <a:off x="1209589" y="2601040"/>
              <a:ext cx="76187" cy="483496"/>
            </p14:xfrm>
          </p:contentPart>
        </mc:Choice>
        <mc:Fallback xmlns="">
          <p:sp>
            <p:nvSpPr>
              <p:cNvPr id="1048857" name=""/>
              <p:cNvSpPr/>
              <p:nvPr/>
            </p:nvSpPr>
            <p:spPr>
              <a:xfrm>
                <a:off x="1209589" y="2601040"/>
                <a:ext cx="76187" cy="483496"/>
              </a:xfrm>
            </p:spPr>
          </p:sp>
        </mc:Fallback>
      </mc:AlternateContent>
      <mc:AlternateContent xmlns:mc="http://schemas.openxmlformats.org/markup-compatibility/2006" xmlns:p14="http://schemas.microsoft.com/office/powerpoint/2010/main">
        <mc:Choice Requires="p14">
          <p:contentPart p14:bwMode="auto" r:id="rId89">
            <p14:nvContentPartPr>
              <p14:cNvPr id="1048858" name="墨迹 1048857"/>
              <p14:cNvContentPartPr/>
              <p14:nvPr/>
            </p14:nvContentPartPr>
            <p14:xfrm>
              <a:off x="1149991" y="2670504"/>
              <a:ext cx="247571" cy="290474"/>
            </p14:xfrm>
          </p:contentPart>
        </mc:Choice>
        <mc:Fallback xmlns="">
          <p:sp>
            <p:nvSpPr>
              <p:cNvPr id="1048858" name=""/>
              <p:cNvSpPr/>
              <p:nvPr/>
            </p:nvSpPr>
            <p:spPr>
              <a:xfrm>
                <a:off x="1149991" y="2670504"/>
                <a:ext cx="247571" cy="290474"/>
              </a:xfrm>
            </p:spPr>
          </p:sp>
        </mc:Fallback>
      </mc:AlternateContent>
      <mc:AlternateContent xmlns:mc="http://schemas.openxmlformats.org/markup-compatibility/2006" xmlns:p14="http://schemas.microsoft.com/office/powerpoint/2010/main">
        <mc:Choice Requires="p14">
          <p:contentPart p14:bwMode="auto" r:id="rId90">
            <p14:nvContentPartPr>
              <p14:cNvPr id="1048859" name="墨迹 1048858"/>
              <p14:cNvContentPartPr/>
              <p14:nvPr/>
            </p14:nvContentPartPr>
            <p14:xfrm>
              <a:off x="1516319" y="2636817"/>
              <a:ext cx="200457" cy="372313"/>
            </p14:xfrm>
          </p:contentPart>
        </mc:Choice>
        <mc:Fallback xmlns="">
          <p:sp>
            <p:nvSpPr>
              <p:cNvPr id="1048859" name=""/>
              <p:cNvSpPr/>
              <p:nvPr/>
            </p:nvSpPr>
            <p:spPr>
              <a:xfrm>
                <a:off x="1516319" y="2636817"/>
                <a:ext cx="200457" cy="372313"/>
              </a:xfrm>
            </p:spPr>
          </p:sp>
        </mc:Fallback>
      </mc:AlternateContent>
      <mc:AlternateContent xmlns:mc="http://schemas.openxmlformats.org/markup-compatibility/2006" xmlns:p14="http://schemas.microsoft.com/office/powerpoint/2010/main">
        <mc:Choice Requires="p14">
          <p:contentPart p14:bwMode="auto" r:id="rId91">
            <p14:nvContentPartPr>
              <p14:cNvPr id="1048860" name="墨迹 1048859"/>
              <p14:cNvContentPartPr/>
              <p14:nvPr/>
            </p14:nvContentPartPr>
            <p14:xfrm>
              <a:off x="1564213" y="2751404"/>
              <a:ext cx="164123" cy="181583"/>
            </p14:xfrm>
          </p:contentPart>
        </mc:Choice>
        <mc:Fallback xmlns="">
          <p:sp>
            <p:nvSpPr>
              <p:cNvPr id="1048860" name=""/>
              <p:cNvSpPr/>
              <p:nvPr/>
            </p:nvSpPr>
            <p:spPr>
              <a:xfrm>
                <a:off x="1564213" y="2751404"/>
                <a:ext cx="164123" cy="181583"/>
              </a:xfrm>
            </p:spPr>
          </p:sp>
        </mc:Fallback>
      </mc:AlternateContent>
      <mc:AlternateContent xmlns:mc="http://schemas.openxmlformats.org/markup-compatibility/2006" xmlns:p14="http://schemas.microsoft.com/office/powerpoint/2010/main">
        <mc:Choice Requires="p14">
          <p:contentPart p14:bwMode="auto" r:id="rId92">
            <p14:nvContentPartPr>
              <p14:cNvPr id="1048861" name="墨迹 1048860"/>
              <p14:cNvContentPartPr/>
              <p14:nvPr/>
            </p14:nvContentPartPr>
            <p14:xfrm>
              <a:off x="1565105" y="2860723"/>
              <a:ext cx="305678" cy="96221"/>
            </p14:xfrm>
          </p:contentPart>
        </mc:Choice>
        <mc:Fallback xmlns="">
          <p:sp>
            <p:nvSpPr>
              <p:cNvPr id="1048861" name=""/>
              <p:cNvSpPr/>
              <p:nvPr/>
            </p:nvSpPr>
            <p:spPr>
              <a:xfrm>
                <a:off x="1565105" y="2860723"/>
                <a:ext cx="305678" cy="96221"/>
              </a:xfrm>
            </p:spPr>
          </p:sp>
        </mc:Fallback>
      </mc:AlternateContent>
      <mc:AlternateContent xmlns:mc="http://schemas.openxmlformats.org/markup-compatibility/2006" xmlns:p14="http://schemas.microsoft.com/office/powerpoint/2010/main">
        <mc:Choice Requires="p14">
          <p:contentPart p14:bwMode="auto" r:id="rId93">
            <p14:nvContentPartPr>
              <p14:cNvPr id="1048862" name="墨迹 1048861"/>
              <p14:cNvContentPartPr/>
              <p14:nvPr/>
            </p14:nvContentPartPr>
            <p14:xfrm>
              <a:off x="341605" y="3544885"/>
              <a:ext cx="180542" cy="265589"/>
            </p14:xfrm>
          </p:contentPart>
        </mc:Choice>
        <mc:Fallback xmlns="">
          <p:sp>
            <p:nvSpPr>
              <p:cNvPr id="1048862" name=""/>
              <p:cNvSpPr/>
              <p:nvPr/>
            </p:nvSpPr>
            <p:spPr>
              <a:xfrm>
                <a:off x="341605" y="3544885"/>
                <a:ext cx="180542" cy="265589"/>
              </a:xfrm>
            </p:spPr>
          </p:sp>
        </mc:Fallback>
      </mc:AlternateContent>
      <mc:AlternateContent xmlns:mc="http://schemas.openxmlformats.org/markup-compatibility/2006" xmlns:p14="http://schemas.microsoft.com/office/powerpoint/2010/main">
        <mc:Choice Requires="p14">
          <p:contentPart p14:bwMode="auto" r:id="rId94">
            <p14:nvContentPartPr>
              <p14:cNvPr id="1048863" name="墨迹 1048862"/>
              <p14:cNvContentPartPr/>
              <p14:nvPr/>
            </p14:nvContentPartPr>
            <p14:xfrm>
              <a:off x="708613" y="3596054"/>
              <a:ext cx="68997" cy="24641"/>
            </p14:xfrm>
          </p:contentPart>
        </mc:Choice>
        <mc:Fallback xmlns="">
          <p:sp>
            <p:nvSpPr>
              <p:cNvPr id="1048863" name=""/>
              <p:cNvSpPr/>
              <p:nvPr/>
            </p:nvSpPr>
            <p:spPr>
              <a:xfrm>
                <a:off x="708613" y="3596054"/>
                <a:ext cx="68997" cy="24641"/>
              </a:xfrm>
            </p:spPr>
          </p:sp>
        </mc:Fallback>
      </mc:AlternateContent>
      <mc:AlternateContent xmlns:mc="http://schemas.openxmlformats.org/markup-compatibility/2006" xmlns:p14="http://schemas.microsoft.com/office/powerpoint/2010/main">
        <mc:Choice Requires="p14">
          <p:contentPart p14:bwMode="auto" r:id="rId95">
            <p14:nvContentPartPr>
              <p14:cNvPr id="1048864" name="墨迹 1048863"/>
              <p14:cNvContentPartPr/>
              <p14:nvPr/>
            </p14:nvContentPartPr>
            <p14:xfrm>
              <a:off x="726457" y="3707096"/>
              <a:ext cx="72472" cy="67720"/>
            </p14:xfrm>
          </p:contentPart>
        </mc:Choice>
        <mc:Fallback xmlns="">
          <p:sp>
            <p:nvSpPr>
              <p:cNvPr id="1048864" name=""/>
              <p:cNvSpPr/>
              <p:nvPr/>
            </p:nvSpPr>
            <p:spPr>
              <a:xfrm>
                <a:off x="726457" y="3707096"/>
                <a:ext cx="72472" cy="67720"/>
              </a:xfrm>
            </p:spPr>
          </p:sp>
        </mc:Fallback>
      </mc:AlternateContent>
      <mc:AlternateContent xmlns:mc="http://schemas.openxmlformats.org/markup-compatibility/2006" xmlns:p14="http://schemas.microsoft.com/office/powerpoint/2010/main">
        <mc:Choice Requires="p14">
          <p:contentPart p14:bwMode="auto" r:id="rId96">
            <p14:nvContentPartPr>
              <p14:cNvPr id="1048865" name="墨迹 1048864"/>
              <p14:cNvContentPartPr/>
              <p14:nvPr/>
            </p14:nvContentPartPr>
            <p14:xfrm>
              <a:off x="1076191" y="3431363"/>
              <a:ext cx="279416" cy="91244"/>
            </p14:xfrm>
          </p:contentPart>
        </mc:Choice>
        <mc:Fallback xmlns="">
          <p:sp>
            <p:nvSpPr>
              <p:cNvPr id="1048865" name=""/>
              <p:cNvSpPr/>
              <p:nvPr/>
            </p:nvSpPr>
            <p:spPr>
              <a:xfrm>
                <a:off x="1076191" y="3431363"/>
                <a:ext cx="279416" cy="91244"/>
              </a:xfrm>
            </p:spPr>
          </p:sp>
        </mc:Fallback>
      </mc:AlternateContent>
      <mc:AlternateContent xmlns:mc="http://schemas.openxmlformats.org/markup-compatibility/2006" xmlns:p14="http://schemas.microsoft.com/office/powerpoint/2010/main">
        <mc:Choice Requires="p14">
          <p:contentPart p14:bwMode="auto" r:id="rId97">
            <p14:nvContentPartPr>
              <p14:cNvPr id="1048866" name="墨迹 1048865"/>
              <p14:cNvContentPartPr/>
              <p14:nvPr/>
            </p14:nvContentPartPr>
            <p14:xfrm>
              <a:off x="1160948" y="3332873"/>
              <a:ext cx="101113" cy="420999"/>
            </p14:xfrm>
          </p:contentPart>
        </mc:Choice>
        <mc:Fallback xmlns="">
          <p:sp>
            <p:nvSpPr>
              <p:cNvPr id="1048866" name=""/>
              <p:cNvSpPr/>
              <p:nvPr/>
            </p:nvSpPr>
            <p:spPr>
              <a:xfrm>
                <a:off x="1160948" y="3332873"/>
                <a:ext cx="101113" cy="420999"/>
              </a:xfrm>
            </p:spPr>
          </p:sp>
        </mc:Fallback>
      </mc:AlternateContent>
      <mc:AlternateContent xmlns:mc="http://schemas.openxmlformats.org/markup-compatibility/2006" xmlns:p14="http://schemas.microsoft.com/office/powerpoint/2010/main">
        <mc:Choice Requires="p14">
          <p:contentPart p14:bwMode="auto" r:id="rId98">
            <p14:nvContentPartPr>
              <p14:cNvPr id="1048867" name="墨迹 1048866"/>
              <p14:cNvContentPartPr/>
              <p14:nvPr/>
            </p14:nvContentPartPr>
            <p14:xfrm>
              <a:off x="1117355" y="3362240"/>
              <a:ext cx="253646" cy="329906"/>
            </p14:xfrm>
          </p:contentPart>
        </mc:Choice>
        <mc:Fallback xmlns="">
          <p:sp>
            <p:nvSpPr>
              <p:cNvPr id="1048867" name=""/>
              <p:cNvSpPr/>
              <p:nvPr/>
            </p:nvSpPr>
            <p:spPr>
              <a:xfrm>
                <a:off x="1117355" y="3362240"/>
                <a:ext cx="253646" cy="329906"/>
              </a:xfrm>
            </p:spPr>
          </p:sp>
        </mc:Fallback>
      </mc:AlternateContent>
      <mc:AlternateContent xmlns:mc="http://schemas.openxmlformats.org/markup-compatibility/2006" xmlns:p14="http://schemas.microsoft.com/office/powerpoint/2010/main">
        <mc:Choice Requires="p14">
          <p:contentPart p14:bwMode="auto" r:id="rId99">
            <p14:nvContentPartPr>
              <p14:cNvPr id="1048868" name="墨迹 1048867"/>
              <p14:cNvContentPartPr/>
              <p14:nvPr/>
            </p14:nvContentPartPr>
            <p14:xfrm>
              <a:off x="1588302" y="3324130"/>
              <a:ext cx="0" cy="0"/>
            </p14:xfrm>
          </p:contentPart>
        </mc:Choice>
        <mc:Fallback xmlns="">
          <p:sp>
            <p:nvSpPr>
              <p:cNvPr id="1048868" name=""/>
              <p:cNvSpPr/>
              <p:nvPr/>
            </p:nvSpPr>
            <p:spPr>
              <a:xfrm>
                <a:off x="1588302" y="3324130"/>
                <a:ext cx="0" cy="0"/>
              </a:xfrm>
            </p:spPr>
          </p:sp>
        </mc:Fallback>
      </mc:AlternateContent>
      <mc:AlternateContent xmlns:mc="http://schemas.openxmlformats.org/markup-compatibility/2006" xmlns:p14="http://schemas.microsoft.com/office/powerpoint/2010/main">
        <mc:Choice Requires="p14">
          <p:contentPart p14:bwMode="auto" r:id="rId100">
            <p14:nvContentPartPr>
              <p14:cNvPr id="1048869" name="墨迹 1048868"/>
              <p14:cNvContentPartPr/>
              <p14:nvPr/>
            </p14:nvContentPartPr>
            <p14:xfrm>
              <a:off x="1441745" y="3392580"/>
              <a:ext cx="166804" cy="277919"/>
            </p14:xfrm>
          </p:contentPart>
        </mc:Choice>
        <mc:Fallback xmlns="">
          <p:sp>
            <p:nvSpPr>
              <p:cNvPr id="1048869" name=""/>
              <p:cNvSpPr/>
              <p:nvPr/>
            </p:nvSpPr>
            <p:spPr>
              <a:xfrm>
                <a:off x="1441745" y="3392580"/>
                <a:ext cx="166804" cy="277919"/>
              </a:xfrm>
            </p:spPr>
          </p:sp>
        </mc:Fallback>
      </mc:AlternateContent>
      <mc:AlternateContent xmlns:mc="http://schemas.openxmlformats.org/markup-compatibility/2006" xmlns:p14="http://schemas.microsoft.com/office/powerpoint/2010/main">
        <mc:Choice Requires="p14">
          <p:contentPart p14:bwMode="auto" r:id="rId101">
            <p14:nvContentPartPr>
              <p14:cNvPr id="1048870" name="墨迹 1048869"/>
              <p14:cNvContentPartPr/>
              <p14:nvPr/>
            </p14:nvContentPartPr>
            <p14:xfrm>
              <a:off x="1544093" y="3519111"/>
              <a:ext cx="10305" cy="188313"/>
            </p14:xfrm>
          </p:contentPart>
        </mc:Choice>
        <mc:Fallback xmlns="">
          <p:sp>
            <p:nvSpPr>
              <p:cNvPr id="1048870" name=""/>
              <p:cNvSpPr/>
              <p:nvPr/>
            </p:nvSpPr>
            <p:spPr>
              <a:xfrm>
                <a:off x="1544093" y="3519111"/>
                <a:ext cx="10305" cy="188313"/>
              </a:xfrm>
            </p:spPr>
          </p:sp>
        </mc:Fallback>
      </mc:AlternateContent>
      <mc:AlternateContent xmlns:mc="http://schemas.openxmlformats.org/markup-compatibility/2006" xmlns:p14="http://schemas.microsoft.com/office/powerpoint/2010/main">
        <mc:Choice Requires="p14">
          <p:contentPart p14:bwMode="auto" r:id="rId102">
            <p14:nvContentPartPr>
              <p14:cNvPr id="1048871" name="墨迹 1048870"/>
              <p14:cNvContentPartPr/>
              <p14:nvPr/>
            </p14:nvContentPartPr>
            <p14:xfrm>
              <a:off x="1614746" y="3476267"/>
              <a:ext cx="122268" cy="121558"/>
            </p14:xfrm>
          </p:contentPart>
        </mc:Choice>
        <mc:Fallback xmlns="">
          <p:sp>
            <p:nvSpPr>
              <p:cNvPr id="1048871" name=""/>
              <p:cNvSpPr/>
              <p:nvPr/>
            </p:nvSpPr>
            <p:spPr>
              <a:xfrm>
                <a:off x="1614746" y="3476267"/>
                <a:ext cx="122268" cy="121558"/>
              </a:xfrm>
            </p:spPr>
          </p:sp>
        </mc:Fallback>
      </mc:AlternateContent>
      <mc:AlternateContent xmlns:mc="http://schemas.openxmlformats.org/markup-compatibility/2006" xmlns:p14="http://schemas.microsoft.com/office/powerpoint/2010/main">
        <mc:Choice Requires="p14">
          <p:contentPart p14:bwMode="auto" r:id="rId103">
            <p14:nvContentPartPr>
              <p14:cNvPr id="1048872" name="墨迹 1048871"/>
              <p14:cNvContentPartPr/>
              <p14:nvPr/>
            </p14:nvContentPartPr>
            <p14:xfrm>
              <a:off x="1740113" y="3224454"/>
              <a:ext cx="9414" cy="458453"/>
            </p14:xfrm>
          </p:contentPart>
        </mc:Choice>
        <mc:Fallback xmlns="">
          <p:sp>
            <p:nvSpPr>
              <p:cNvPr id="1048872" name=""/>
              <p:cNvSpPr/>
              <p:nvPr/>
            </p:nvSpPr>
            <p:spPr>
              <a:xfrm>
                <a:off x="1740113" y="3224454"/>
                <a:ext cx="9414" cy="458453"/>
              </a:xfrm>
            </p:spPr>
          </p:sp>
        </mc:Fallback>
      </mc:AlternateContent>
      <mc:AlternateContent xmlns:mc="http://schemas.openxmlformats.org/markup-compatibility/2006" xmlns:p14="http://schemas.microsoft.com/office/powerpoint/2010/main">
        <mc:Choice Requires="p14">
          <p:contentPart p14:bwMode="auto" r:id="rId104">
            <p14:nvContentPartPr>
              <p14:cNvPr id="1048873" name="墨迹 1048872"/>
              <p14:cNvContentPartPr/>
              <p14:nvPr/>
            </p14:nvContentPartPr>
            <p14:xfrm>
              <a:off x="1789042" y="3522608"/>
              <a:ext cx="144725" cy="74110"/>
            </p14:xfrm>
          </p:contentPart>
        </mc:Choice>
        <mc:Fallback xmlns="">
          <p:sp>
            <p:nvSpPr>
              <p:cNvPr id="1048873" name=""/>
              <p:cNvSpPr/>
              <p:nvPr/>
            </p:nvSpPr>
            <p:spPr>
              <a:xfrm>
                <a:off x="1789042" y="3522608"/>
                <a:ext cx="144725" cy="74110"/>
              </a:xfrm>
            </p:spPr>
          </p:sp>
        </mc:Fallback>
      </mc:AlternateContent>
      <mc:AlternateContent xmlns:mc="http://schemas.openxmlformats.org/markup-compatibility/2006" xmlns:p14="http://schemas.microsoft.com/office/powerpoint/2010/main">
        <mc:Choice Requires="p14">
          <p:contentPart p14:bwMode="auto" r:id="rId105">
            <p14:nvContentPartPr>
              <p14:cNvPr id="1048874" name="墨迹 1048873"/>
              <p14:cNvContentPartPr/>
              <p14:nvPr/>
            </p14:nvContentPartPr>
            <p14:xfrm>
              <a:off x="1963243" y="3104667"/>
              <a:ext cx="223710" cy="219075"/>
            </p14:xfrm>
          </p:contentPart>
        </mc:Choice>
        <mc:Fallback xmlns="">
          <p:sp>
            <p:nvSpPr>
              <p:cNvPr id="1048874" name=""/>
              <p:cNvSpPr/>
              <p:nvPr/>
            </p:nvSpPr>
            <p:spPr>
              <a:xfrm>
                <a:off x="1963243" y="3104667"/>
                <a:ext cx="223710" cy="219075"/>
              </a:xfrm>
            </p:spPr>
          </p:sp>
        </mc:Fallback>
      </mc:AlternateContent>
      <mc:AlternateContent xmlns:mc="http://schemas.openxmlformats.org/markup-compatibility/2006" xmlns:p14="http://schemas.microsoft.com/office/powerpoint/2010/main">
        <mc:Choice Requires="p14">
          <p:contentPart p14:bwMode="auto" r:id="rId106">
            <p14:nvContentPartPr>
              <p14:cNvPr id="1048875" name="墨迹 1048874"/>
              <p14:cNvContentPartPr/>
              <p14:nvPr/>
            </p14:nvContentPartPr>
            <p14:xfrm>
              <a:off x="2054912" y="3267297"/>
              <a:ext cx="52716" cy="273562"/>
            </p14:xfrm>
          </p:contentPart>
        </mc:Choice>
        <mc:Fallback xmlns="">
          <p:sp>
            <p:nvSpPr>
              <p:cNvPr id="1048875" name=""/>
              <p:cNvSpPr/>
              <p:nvPr/>
            </p:nvSpPr>
            <p:spPr>
              <a:xfrm>
                <a:off x="2054912" y="3267297"/>
                <a:ext cx="52716" cy="273562"/>
              </a:xfrm>
            </p:spPr>
          </p:sp>
        </mc:Fallback>
      </mc:AlternateContent>
      <mc:AlternateContent xmlns:mc="http://schemas.openxmlformats.org/markup-compatibility/2006" xmlns:p14="http://schemas.microsoft.com/office/powerpoint/2010/main">
        <mc:Choice Requires="p14">
          <p:contentPart p14:bwMode="auto" r:id="rId107">
            <p14:nvContentPartPr>
              <p14:cNvPr id="1048876" name="墨迹 1048875"/>
              <p14:cNvContentPartPr/>
              <p14:nvPr/>
            </p14:nvContentPartPr>
            <p14:xfrm>
              <a:off x="2215504" y="3174616"/>
              <a:ext cx="4814" cy="31049"/>
            </p14:xfrm>
          </p:contentPart>
        </mc:Choice>
        <mc:Fallback xmlns="">
          <p:sp>
            <p:nvSpPr>
              <p:cNvPr id="1048876" name=""/>
              <p:cNvSpPr/>
              <p:nvPr/>
            </p:nvSpPr>
            <p:spPr>
              <a:xfrm>
                <a:off x="2215504" y="3174616"/>
                <a:ext cx="4814" cy="31049"/>
              </a:xfrm>
            </p:spPr>
          </p:sp>
        </mc:Fallback>
      </mc:AlternateContent>
      <mc:AlternateContent xmlns:mc="http://schemas.openxmlformats.org/markup-compatibility/2006" xmlns:p14="http://schemas.microsoft.com/office/powerpoint/2010/main">
        <mc:Choice Requires="p14">
          <p:contentPart p14:bwMode="auto" r:id="rId108">
            <p14:nvContentPartPr>
              <p14:cNvPr id="1048877" name="墨迹 1048876"/>
              <p14:cNvContentPartPr/>
              <p14:nvPr/>
            </p14:nvContentPartPr>
            <p14:xfrm>
              <a:off x="2147699" y="3213182"/>
              <a:ext cx="185161" cy="46246"/>
            </p14:xfrm>
          </p:contentPart>
        </mc:Choice>
        <mc:Fallback xmlns="">
          <p:sp>
            <p:nvSpPr>
              <p:cNvPr id="1048877" name=""/>
              <p:cNvSpPr/>
              <p:nvPr/>
            </p:nvSpPr>
            <p:spPr>
              <a:xfrm>
                <a:off x="2147699" y="3213182"/>
                <a:ext cx="185161" cy="46246"/>
              </a:xfrm>
            </p:spPr>
          </p:sp>
        </mc:Fallback>
      </mc:AlternateContent>
      <mc:AlternateContent xmlns:mc="http://schemas.openxmlformats.org/markup-compatibility/2006" xmlns:p14="http://schemas.microsoft.com/office/powerpoint/2010/main">
        <mc:Choice Requires="p14">
          <p:contentPart p14:bwMode="auto" r:id="rId109">
            <p14:nvContentPartPr>
              <p14:cNvPr id="1048878" name="墨迹 1048877"/>
              <p14:cNvContentPartPr/>
              <p14:nvPr/>
            </p14:nvContentPartPr>
            <p14:xfrm>
              <a:off x="2130747" y="3310806"/>
              <a:ext cx="152338" cy="35182"/>
            </p14:xfrm>
          </p:contentPart>
        </mc:Choice>
        <mc:Fallback xmlns="">
          <p:sp>
            <p:nvSpPr>
              <p:cNvPr id="1048878" name=""/>
              <p:cNvSpPr/>
              <p:nvPr/>
            </p:nvSpPr>
            <p:spPr>
              <a:xfrm>
                <a:off x="2130747" y="3310806"/>
                <a:ext cx="152338" cy="35182"/>
              </a:xfrm>
            </p:spPr>
          </p:sp>
        </mc:Fallback>
      </mc:AlternateContent>
      <mc:AlternateContent xmlns:mc="http://schemas.openxmlformats.org/markup-compatibility/2006" xmlns:p14="http://schemas.microsoft.com/office/powerpoint/2010/main">
        <mc:Choice Requires="p14">
          <p:contentPart p14:bwMode="auto" r:id="rId110">
            <p14:nvContentPartPr>
              <p14:cNvPr id="1048879" name="墨迹 1048878"/>
              <p14:cNvContentPartPr/>
              <p14:nvPr/>
            </p14:nvContentPartPr>
            <p14:xfrm>
              <a:off x="2227995" y="3249810"/>
              <a:ext cx="0" cy="178953"/>
            </p14:xfrm>
          </p:contentPart>
        </mc:Choice>
        <mc:Fallback xmlns="">
          <p:sp>
            <p:nvSpPr>
              <p:cNvPr id="1048879" name=""/>
              <p:cNvSpPr/>
              <p:nvPr/>
            </p:nvSpPr>
            <p:spPr>
              <a:xfrm>
                <a:off x="2227995" y="3249810"/>
                <a:ext cx="0" cy="178953"/>
              </a:xfrm>
            </p:spPr>
          </p:sp>
        </mc:Fallback>
      </mc:AlternateContent>
      <mc:AlternateContent xmlns:mc="http://schemas.openxmlformats.org/markup-compatibility/2006" xmlns:p14="http://schemas.microsoft.com/office/powerpoint/2010/main">
        <mc:Choice Requires="p14">
          <p:contentPart p14:bwMode="auto" r:id="rId111">
            <p14:nvContentPartPr>
              <p14:cNvPr id="1048880" name="墨迹 1048879"/>
              <p14:cNvContentPartPr/>
              <p14:nvPr/>
            </p14:nvContentPartPr>
            <p14:xfrm>
              <a:off x="2005356" y="3369021"/>
              <a:ext cx="232330" cy="359687"/>
            </p14:xfrm>
          </p:contentPart>
        </mc:Choice>
        <mc:Fallback xmlns="">
          <p:sp>
            <p:nvSpPr>
              <p:cNvPr id="1048880" name=""/>
              <p:cNvSpPr/>
              <p:nvPr/>
            </p:nvSpPr>
            <p:spPr>
              <a:xfrm>
                <a:off x="2005356" y="3369021"/>
                <a:ext cx="232330" cy="359687"/>
              </a:xfrm>
            </p:spPr>
          </p:sp>
        </mc:Fallback>
      </mc:AlternateContent>
      <mc:AlternateContent xmlns:mc="http://schemas.openxmlformats.org/markup-compatibility/2006" xmlns:p14="http://schemas.microsoft.com/office/powerpoint/2010/main">
        <mc:Choice Requires="p14">
          <p:contentPart p14:bwMode="auto" r:id="rId112">
            <p14:nvContentPartPr>
              <p14:cNvPr id="1048881" name="墨迹 1048880"/>
              <p14:cNvContentPartPr/>
              <p14:nvPr/>
            </p14:nvContentPartPr>
            <p14:xfrm>
              <a:off x="2171787" y="3535723"/>
              <a:ext cx="311373" cy="104161"/>
            </p14:xfrm>
          </p:contentPart>
        </mc:Choice>
        <mc:Fallback xmlns="">
          <p:sp>
            <p:nvSpPr>
              <p:cNvPr id="1048881" name=""/>
              <p:cNvSpPr/>
              <p:nvPr/>
            </p:nvSpPr>
            <p:spPr>
              <a:xfrm>
                <a:off x="2171787" y="3535723"/>
                <a:ext cx="311373" cy="104161"/>
              </a:xfrm>
            </p:spPr>
          </p:sp>
        </mc:Fallback>
      </mc:AlternateContent>
      <mc:AlternateContent xmlns:mc="http://schemas.openxmlformats.org/markup-compatibility/2006" xmlns:p14="http://schemas.microsoft.com/office/powerpoint/2010/main">
        <mc:Choice Requires="p14">
          <p:contentPart p14:bwMode="auto" r:id="rId113">
            <p14:nvContentPartPr>
              <p14:cNvPr id="1048882" name="墨迹 1048881"/>
              <p14:cNvContentPartPr/>
              <p14:nvPr/>
            </p14:nvContentPartPr>
            <p14:xfrm>
              <a:off x="1989584" y="2530218"/>
              <a:ext cx="136736" cy="432923"/>
            </p14:xfrm>
          </p:contentPart>
        </mc:Choice>
        <mc:Fallback xmlns="">
          <p:sp>
            <p:nvSpPr>
              <p:cNvPr id="1048882" name=""/>
              <p:cNvSpPr/>
              <p:nvPr/>
            </p:nvSpPr>
            <p:spPr>
              <a:xfrm>
                <a:off x="1989584" y="2530218"/>
                <a:ext cx="136736" cy="432923"/>
              </a:xfrm>
            </p:spPr>
          </p:sp>
        </mc:Fallback>
      </mc:AlternateContent>
      <mc:AlternateContent xmlns:mc="http://schemas.openxmlformats.org/markup-compatibility/2006" xmlns:p14="http://schemas.microsoft.com/office/powerpoint/2010/main">
        <mc:Choice Requires="p14">
          <p:contentPart p14:bwMode="auto" r:id="rId114">
            <p14:nvContentPartPr>
              <p14:cNvPr id="1048883" name="墨迹 1048882"/>
              <p14:cNvContentPartPr/>
              <p14:nvPr/>
            </p14:nvContentPartPr>
            <p14:xfrm>
              <a:off x="2217289" y="2438378"/>
              <a:ext cx="284248" cy="44625"/>
            </p14:xfrm>
          </p:contentPart>
        </mc:Choice>
        <mc:Fallback xmlns="">
          <p:sp>
            <p:nvSpPr>
              <p:cNvPr id="1048883" name=""/>
              <p:cNvSpPr/>
              <p:nvPr/>
            </p:nvSpPr>
            <p:spPr>
              <a:xfrm>
                <a:off x="2217289" y="2438378"/>
                <a:ext cx="284248" cy="44625"/>
              </a:xfrm>
            </p:spPr>
          </p:sp>
        </mc:Fallback>
      </mc:AlternateContent>
      <mc:AlternateContent xmlns:mc="http://schemas.openxmlformats.org/markup-compatibility/2006" xmlns:p14="http://schemas.microsoft.com/office/powerpoint/2010/main">
        <mc:Choice Requires="p14">
          <p:contentPart p14:bwMode="auto" r:id="rId115">
            <p14:nvContentPartPr>
              <p14:cNvPr id="1048884" name="墨迹 1048883"/>
              <p14:cNvContentPartPr/>
              <p14:nvPr/>
            </p14:nvContentPartPr>
            <p14:xfrm>
              <a:off x="2213753" y="2469013"/>
              <a:ext cx="76699" cy="496901"/>
            </p14:xfrm>
          </p:contentPart>
        </mc:Choice>
        <mc:Fallback xmlns="">
          <p:sp>
            <p:nvSpPr>
              <p:cNvPr id="1048884" name=""/>
              <p:cNvSpPr/>
              <p:nvPr/>
            </p:nvSpPr>
            <p:spPr>
              <a:xfrm>
                <a:off x="2213753" y="2469013"/>
                <a:ext cx="76699" cy="496901"/>
              </a:xfrm>
            </p:spPr>
          </p:sp>
        </mc:Fallback>
      </mc:AlternateContent>
      <mc:AlternateContent xmlns:mc="http://schemas.openxmlformats.org/markup-compatibility/2006" xmlns:p14="http://schemas.microsoft.com/office/powerpoint/2010/main">
        <mc:Choice Requires="p14">
          <p:contentPart p14:bwMode="auto" r:id="rId116">
            <p14:nvContentPartPr>
              <p14:cNvPr id="1048885" name="墨迹 1048884"/>
              <p14:cNvContentPartPr/>
              <p14:nvPr/>
            </p14:nvContentPartPr>
            <p14:xfrm>
              <a:off x="2296089" y="2498741"/>
              <a:ext cx="145136" cy="247354"/>
            </p14:xfrm>
          </p:contentPart>
        </mc:Choice>
        <mc:Fallback xmlns="">
          <p:sp>
            <p:nvSpPr>
              <p:cNvPr id="1048885" name=""/>
              <p:cNvSpPr/>
              <p:nvPr/>
            </p:nvSpPr>
            <p:spPr>
              <a:xfrm>
                <a:off x="2296089" y="2498741"/>
                <a:ext cx="145136" cy="247354"/>
              </a:xfrm>
            </p:spPr>
          </p:sp>
        </mc:Fallback>
      </mc:AlternateContent>
      <mc:AlternateContent xmlns:mc="http://schemas.openxmlformats.org/markup-compatibility/2006" xmlns:p14="http://schemas.microsoft.com/office/powerpoint/2010/main">
        <mc:Choice Requires="p14">
          <p:contentPart p14:bwMode="auto" r:id="rId117">
            <p14:nvContentPartPr>
              <p14:cNvPr id="1048886" name="墨迹 1048885"/>
              <p14:cNvContentPartPr/>
              <p14:nvPr/>
            </p14:nvContentPartPr>
            <p14:xfrm>
              <a:off x="2343978" y="2599195"/>
              <a:ext cx="145553" cy="114813"/>
            </p14:xfrm>
          </p:contentPart>
        </mc:Choice>
        <mc:Fallback xmlns="">
          <p:sp>
            <p:nvSpPr>
              <p:cNvPr id="1048886" name=""/>
              <p:cNvSpPr/>
              <p:nvPr/>
            </p:nvSpPr>
            <p:spPr>
              <a:xfrm>
                <a:off x="2343978" y="2599195"/>
                <a:ext cx="145553" cy="114813"/>
              </a:xfrm>
            </p:spPr>
          </p:sp>
        </mc:Fallback>
      </mc:AlternateContent>
      <mc:AlternateContent xmlns:mc="http://schemas.openxmlformats.org/markup-compatibility/2006" xmlns:p14="http://schemas.microsoft.com/office/powerpoint/2010/main">
        <mc:Choice Requires="p14">
          <p:contentPart p14:bwMode="auto" r:id="rId118">
            <p14:nvContentPartPr>
              <p14:cNvPr id="1048887" name="墨迹 1048886"/>
              <p14:cNvContentPartPr/>
              <p14:nvPr/>
            </p14:nvContentPartPr>
            <p14:xfrm>
              <a:off x="2339982" y="2640842"/>
              <a:ext cx="82150" cy="290937"/>
            </p14:xfrm>
          </p:contentPart>
        </mc:Choice>
        <mc:Fallback xmlns="">
          <p:sp>
            <p:nvSpPr>
              <p:cNvPr id="1048887" name=""/>
              <p:cNvSpPr/>
              <p:nvPr/>
            </p:nvSpPr>
            <p:spPr>
              <a:xfrm>
                <a:off x="2339982" y="2640842"/>
                <a:ext cx="82150" cy="290937"/>
              </a:xfrm>
            </p:spPr>
          </p:sp>
        </mc:Fallback>
      </mc:AlternateContent>
      <mc:AlternateContent xmlns:mc="http://schemas.openxmlformats.org/markup-compatibility/2006" xmlns:p14="http://schemas.microsoft.com/office/powerpoint/2010/main">
        <mc:Choice Requires="p14">
          <p:contentPart p14:bwMode="auto" r:id="rId119">
            <p14:nvContentPartPr>
              <p14:cNvPr id="1048888" name="墨迹 1048887"/>
              <p14:cNvContentPartPr/>
              <p14:nvPr/>
            </p14:nvContentPartPr>
            <p14:xfrm>
              <a:off x="2264013" y="2787277"/>
              <a:ext cx="66582" cy="91183"/>
            </p14:xfrm>
          </p:contentPart>
        </mc:Choice>
        <mc:Fallback xmlns="">
          <p:sp>
            <p:nvSpPr>
              <p:cNvPr id="1048888" name=""/>
              <p:cNvSpPr/>
              <p:nvPr/>
            </p:nvSpPr>
            <p:spPr>
              <a:xfrm>
                <a:off x="2264013" y="2787277"/>
                <a:ext cx="66582" cy="91183"/>
              </a:xfrm>
            </p:spPr>
          </p:sp>
        </mc:Fallback>
      </mc:AlternateContent>
      <mc:AlternateContent xmlns:mc="http://schemas.openxmlformats.org/markup-compatibility/2006" xmlns:p14="http://schemas.microsoft.com/office/powerpoint/2010/main">
        <mc:Choice Requires="p14">
          <p:contentPart p14:bwMode="auto" r:id="rId120">
            <p14:nvContentPartPr>
              <p14:cNvPr id="1048889" name="墨迹 1048888"/>
              <p14:cNvContentPartPr/>
              <p14:nvPr/>
            </p14:nvContentPartPr>
            <p14:xfrm>
              <a:off x="2425166" y="2784654"/>
              <a:ext cx="98913" cy="98099"/>
            </p14:xfrm>
          </p:contentPart>
        </mc:Choice>
        <mc:Fallback xmlns="">
          <p:sp>
            <p:nvSpPr>
              <p:cNvPr id="1048889" name=""/>
              <p:cNvSpPr/>
              <p:nvPr/>
            </p:nvSpPr>
            <p:spPr>
              <a:xfrm>
                <a:off x="2425166" y="2784654"/>
                <a:ext cx="98913" cy="98099"/>
              </a:xfrm>
            </p:spPr>
          </p:sp>
        </mc:Fallback>
      </mc:AlternateContent>
      <mc:AlternateContent xmlns:mc="http://schemas.openxmlformats.org/markup-compatibility/2006" xmlns:p14="http://schemas.microsoft.com/office/powerpoint/2010/main">
        <mc:Choice Requires="p14">
          <p:contentPart p14:bwMode="auto" r:id="rId121">
            <p14:nvContentPartPr>
              <p14:cNvPr id="1048890" name="墨迹 1048889"/>
              <p14:cNvContentPartPr/>
              <p14:nvPr/>
            </p14:nvContentPartPr>
            <p14:xfrm>
              <a:off x="2717801" y="2409557"/>
              <a:ext cx="15071" cy="210207"/>
            </p14:xfrm>
          </p:contentPart>
        </mc:Choice>
        <mc:Fallback xmlns="">
          <p:sp>
            <p:nvSpPr>
              <p:cNvPr id="1048890" name=""/>
              <p:cNvSpPr/>
              <p:nvPr/>
            </p:nvSpPr>
            <p:spPr>
              <a:xfrm>
                <a:off x="2717801" y="2409557"/>
                <a:ext cx="15071" cy="210207"/>
              </a:xfrm>
            </p:spPr>
          </p:sp>
        </mc:Fallback>
      </mc:AlternateContent>
      <mc:AlternateContent xmlns:mc="http://schemas.openxmlformats.org/markup-compatibility/2006" xmlns:p14="http://schemas.microsoft.com/office/powerpoint/2010/main">
        <mc:Choice Requires="p14">
          <p:contentPart p14:bwMode="auto" r:id="rId122">
            <p14:nvContentPartPr>
              <p14:cNvPr id="1048891" name="墨迹 1048890"/>
              <p14:cNvContentPartPr/>
              <p14:nvPr/>
            </p14:nvContentPartPr>
            <p14:xfrm>
              <a:off x="2766871" y="2507838"/>
              <a:ext cx="79363" cy="42037"/>
            </p14:xfrm>
          </p:contentPart>
        </mc:Choice>
        <mc:Fallback xmlns="">
          <p:sp>
            <p:nvSpPr>
              <p:cNvPr id="1048891" name=""/>
              <p:cNvSpPr/>
              <p:nvPr/>
            </p:nvSpPr>
            <p:spPr>
              <a:xfrm>
                <a:off x="2766871" y="2507838"/>
                <a:ext cx="79363" cy="42037"/>
              </a:xfrm>
            </p:spPr>
          </p:sp>
        </mc:Fallback>
      </mc:AlternateContent>
      <mc:AlternateContent xmlns:mc="http://schemas.openxmlformats.org/markup-compatibility/2006" xmlns:p14="http://schemas.microsoft.com/office/powerpoint/2010/main">
        <mc:Choice Requires="p14">
          <p:contentPart p14:bwMode="auto" r:id="rId123">
            <p14:nvContentPartPr>
              <p14:cNvPr id="1048892" name="墨迹 1048891"/>
              <p14:cNvContentPartPr/>
              <p14:nvPr/>
            </p14:nvContentPartPr>
            <p14:xfrm>
              <a:off x="2639289" y="2583553"/>
              <a:ext cx="27455" cy="146466"/>
            </p14:xfrm>
          </p:contentPart>
        </mc:Choice>
        <mc:Fallback xmlns="">
          <p:sp>
            <p:nvSpPr>
              <p:cNvPr id="1048892" name=""/>
              <p:cNvSpPr/>
              <p:nvPr/>
            </p:nvSpPr>
            <p:spPr>
              <a:xfrm>
                <a:off x="2639289" y="2583553"/>
                <a:ext cx="27455" cy="146466"/>
              </a:xfrm>
            </p:spPr>
          </p:sp>
        </mc:Fallback>
      </mc:AlternateContent>
      <mc:AlternateContent xmlns:mc="http://schemas.openxmlformats.org/markup-compatibility/2006" xmlns:p14="http://schemas.microsoft.com/office/powerpoint/2010/main">
        <mc:Choice Requires="p14">
          <p:contentPart p14:bwMode="auto" r:id="rId124">
            <p14:nvContentPartPr>
              <p14:cNvPr id="1048893" name="墨迹 1048892"/>
              <p14:cNvContentPartPr/>
              <p14:nvPr/>
            </p14:nvContentPartPr>
            <p14:xfrm>
              <a:off x="2637664" y="2598706"/>
              <a:ext cx="193983" cy="156424"/>
            </p14:xfrm>
          </p:contentPart>
        </mc:Choice>
        <mc:Fallback xmlns="">
          <p:sp>
            <p:nvSpPr>
              <p:cNvPr id="1048893" name=""/>
              <p:cNvSpPr/>
              <p:nvPr/>
            </p:nvSpPr>
            <p:spPr>
              <a:xfrm>
                <a:off x="2637664" y="2598706"/>
                <a:ext cx="193983" cy="156424"/>
              </a:xfrm>
            </p:spPr>
          </p:sp>
        </mc:Fallback>
      </mc:AlternateContent>
      <mc:AlternateContent xmlns:mc="http://schemas.openxmlformats.org/markup-compatibility/2006" xmlns:p14="http://schemas.microsoft.com/office/powerpoint/2010/main">
        <mc:Choice Requires="p14">
          <p:contentPart p14:bwMode="auto" r:id="rId125">
            <p14:nvContentPartPr>
              <p14:cNvPr id="1048894" name="墨迹 1048893"/>
              <p14:cNvContentPartPr/>
              <p14:nvPr/>
            </p14:nvContentPartPr>
            <p14:xfrm>
              <a:off x="2612772" y="2768916"/>
              <a:ext cx="294115" cy="102808"/>
            </p14:xfrm>
          </p:contentPart>
        </mc:Choice>
        <mc:Fallback xmlns="">
          <p:sp>
            <p:nvSpPr>
              <p:cNvPr id="1048894" name=""/>
              <p:cNvSpPr/>
              <p:nvPr/>
            </p:nvSpPr>
            <p:spPr>
              <a:xfrm>
                <a:off x="2612772" y="2768916"/>
                <a:ext cx="294115" cy="102808"/>
              </a:xfrm>
            </p:spPr>
          </p:sp>
        </mc:Fallback>
      </mc:AlternateContent>
      <mc:AlternateContent xmlns:mc="http://schemas.openxmlformats.org/markup-compatibility/2006" xmlns:p14="http://schemas.microsoft.com/office/powerpoint/2010/main">
        <mc:Choice Requires="p14">
          <p:contentPart p14:bwMode="auto" r:id="rId126">
            <p14:nvContentPartPr>
              <p14:cNvPr id="1048895" name="墨迹 1048894"/>
              <p14:cNvContentPartPr/>
              <p14:nvPr/>
            </p14:nvContentPartPr>
            <p14:xfrm>
              <a:off x="2893179" y="2512215"/>
              <a:ext cx="229135" cy="299727"/>
            </p14:xfrm>
          </p:contentPart>
        </mc:Choice>
        <mc:Fallback xmlns="">
          <p:sp>
            <p:nvSpPr>
              <p:cNvPr id="1048895" name=""/>
              <p:cNvSpPr/>
              <p:nvPr/>
            </p:nvSpPr>
            <p:spPr>
              <a:xfrm>
                <a:off x="2893179" y="2512215"/>
                <a:ext cx="229135" cy="299727"/>
              </a:xfrm>
            </p:spPr>
          </p:sp>
        </mc:Fallback>
      </mc:AlternateContent>
      <mc:AlternateContent xmlns:mc="http://schemas.openxmlformats.org/markup-compatibility/2006" xmlns:p14="http://schemas.microsoft.com/office/powerpoint/2010/main">
        <mc:Choice Requires="p14">
          <p:contentPart p14:bwMode="auto" r:id="rId127">
            <p14:nvContentPartPr>
              <p14:cNvPr id="1048896" name="墨迹 1048895"/>
              <p14:cNvContentPartPr/>
              <p14:nvPr/>
            </p14:nvContentPartPr>
            <p14:xfrm>
              <a:off x="2975641" y="2576559"/>
              <a:ext cx="114659" cy="147248"/>
            </p14:xfrm>
          </p:contentPart>
        </mc:Choice>
        <mc:Fallback xmlns="">
          <p:sp>
            <p:nvSpPr>
              <p:cNvPr id="1048896" name=""/>
              <p:cNvSpPr/>
              <p:nvPr/>
            </p:nvSpPr>
            <p:spPr>
              <a:xfrm>
                <a:off x="2975641" y="2576559"/>
                <a:ext cx="114659" cy="147248"/>
              </a:xfrm>
            </p:spPr>
          </p:sp>
        </mc:Fallback>
      </mc:AlternateContent>
      <mc:AlternateContent xmlns:mc="http://schemas.openxmlformats.org/markup-compatibility/2006" xmlns:p14="http://schemas.microsoft.com/office/powerpoint/2010/main">
        <mc:Choice Requires="p14">
          <p:contentPart p14:bwMode="auto" r:id="rId128">
            <p14:nvContentPartPr>
              <p14:cNvPr id="1048897" name="墨迹 1048896"/>
              <p14:cNvContentPartPr/>
              <p14:nvPr/>
            </p14:nvContentPartPr>
            <p14:xfrm>
              <a:off x="3108576" y="2534269"/>
              <a:ext cx="154822" cy="93876"/>
            </p14:xfrm>
          </p:contentPart>
        </mc:Choice>
        <mc:Fallback xmlns="">
          <p:sp>
            <p:nvSpPr>
              <p:cNvPr id="1048897" name=""/>
              <p:cNvSpPr/>
              <p:nvPr/>
            </p:nvSpPr>
            <p:spPr>
              <a:xfrm>
                <a:off x="3108576" y="2534269"/>
                <a:ext cx="154822" cy="93876"/>
              </a:xfrm>
            </p:spPr>
          </p:sp>
        </mc:Fallback>
      </mc:AlternateContent>
      <mc:AlternateContent xmlns:mc="http://schemas.openxmlformats.org/markup-compatibility/2006" xmlns:p14="http://schemas.microsoft.com/office/powerpoint/2010/main">
        <mc:Choice Requires="p14">
          <p:contentPart p14:bwMode="auto" r:id="rId129">
            <p14:nvContentPartPr>
              <p14:cNvPr id="1048898" name="墨迹 1048897"/>
              <p14:cNvContentPartPr/>
              <p14:nvPr/>
            </p14:nvContentPartPr>
            <p14:xfrm>
              <a:off x="3123762" y="2455024"/>
              <a:ext cx="285413" cy="385453"/>
            </p14:xfrm>
          </p:contentPart>
        </mc:Choice>
        <mc:Fallback xmlns="">
          <p:sp>
            <p:nvSpPr>
              <p:cNvPr id="1048898" name=""/>
              <p:cNvSpPr/>
              <p:nvPr/>
            </p:nvSpPr>
            <p:spPr>
              <a:xfrm>
                <a:off x="3123762" y="2455024"/>
                <a:ext cx="285413" cy="385453"/>
              </a:xfrm>
            </p:spPr>
          </p:sp>
        </mc:Fallback>
      </mc:AlternateContent>
      <mc:AlternateContent xmlns:mc="http://schemas.openxmlformats.org/markup-compatibility/2006" xmlns:p14="http://schemas.microsoft.com/office/powerpoint/2010/main">
        <mc:Choice Requires="p14">
          <p:contentPart p14:bwMode="auto" r:id="rId130">
            <p14:nvContentPartPr>
              <p14:cNvPr id="1048899" name="墨迹 1048898"/>
              <p14:cNvContentPartPr/>
              <p14:nvPr/>
            </p14:nvContentPartPr>
            <p14:xfrm>
              <a:off x="3324553" y="2419175"/>
              <a:ext cx="207808" cy="454927"/>
            </p14:xfrm>
          </p:contentPart>
        </mc:Choice>
        <mc:Fallback xmlns="">
          <p:sp>
            <p:nvSpPr>
              <p:cNvPr id="1048899" name=""/>
              <p:cNvSpPr/>
              <p:nvPr/>
            </p:nvSpPr>
            <p:spPr>
              <a:xfrm>
                <a:off x="3324553" y="2419175"/>
                <a:ext cx="207808" cy="454927"/>
              </a:xfrm>
            </p:spPr>
          </p:sp>
        </mc:Fallback>
      </mc:AlternateContent>
      <mc:AlternateContent xmlns:mc="http://schemas.openxmlformats.org/markup-compatibility/2006" xmlns:p14="http://schemas.microsoft.com/office/powerpoint/2010/main">
        <mc:Choice Requires="p14">
          <p:contentPart p14:bwMode="auto" r:id="rId131">
            <p14:nvContentPartPr>
              <p14:cNvPr id="1048900" name="墨迹 1048899"/>
              <p14:cNvContentPartPr/>
              <p14:nvPr/>
            </p14:nvContentPartPr>
            <p14:xfrm>
              <a:off x="3279893" y="2628145"/>
              <a:ext cx="153436" cy="206800"/>
            </p14:xfrm>
          </p:contentPart>
        </mc:Choice>
        <mc:Fallback xmlns="">
          <p:sp>
            <p:nvSpPr>
              <p:cNvPr id="1048900" name=""/>
              <p:cNvSpPr/>
              <p:nvPr/>
            </p:nvSpPr>
            <p:spPr>
              <a:xfrm>
                <a:off x="3279893" y="2628145"/>
                <a:ext cx="153436" cy="206800"/>
              </a:xfrm>
            </p:spPr>
          </p:sp>
        </mc:Fallback>
      </mc:AlternateContent>
      <mc:AlternateContent xmlns:mc="http://schemas.openxmlformats.org/markup-compatibility/2006" xmlns:p14="http://schemas.microsoft.com/office/powerpoint/2010/main">
        <mc:Choice Requires="p14">
          <p:contentPart p14:bwMode="auto" r:id="rId132">
            <p14:nvContentPartPr>
              <p14:cNvPr id="1048901" name="墨迹 1048900"/>
              <p14:cNvContentPartPr/>
              <p14:nvPr/>
            </p14:nvContentPartPr>
            <p14:xfrm>
              <a:off x="3487752" y="2644782"/>
              <a:ext cx="30026" cy="11342"/>
            </p14:xfrm>
          </p:contentPart>
        </mc:Choice>
        <mc:Fallback xmlns="">
          <p:sp>
            <p:nvSpPr>
              <p:cNvPr id="1048901" name=""/>
              <p:cNvSpPr/>
              <p:nvPr/>
            </p:nvSpPr>
            <p:spPr>
              <a:xfrm>
                <a:off x="3487752" y="2644782"/>
                <a:ext cx="30026" cy="11342"/>
              </a:xfrm>
            </p:spPr>
          </p:sp>
        </mc:Fallback>
      </mc:AlternateContent>
      <mc:AlternateContent xmlns:mc="http://schemas.openxmlformats.org/markup-compatibility/2006" xmlns:p14="http://schemas.microsoft.com/office/powerpoint/2010/main">
        <mc:Choice Requires="p14">
          <p:contentPart p14:bwMode="auto" r:id="rId133">
            <p14:nvContentPartPr>
              <p14:cNvPr id="1048902" name="墨迹 1048901"/>
              <p14:cNvContentPartPr/>
              <p14:nvPr/>
            </p14:nvContentPartPr>
            <p14:xfrm>
              <a:off x="3468757" y="2369337"/>
              <a:ext cx="195675" cy="479429"/>
            </p14:xfrm>
          </p:contentPart>
        </mc:Choice>
        <mc:Fallback xmlns="">
          <p:sp>
            <p:nvSpPr>
              <p:cNvPr id="1048902" name=""/>
              <p:cNvSpPr/>
              <p:nvPr/>
            </p:nvSpPr>
            <p:spPr>
              <a:xfrm>
                <a:off x="3468757" y="2369337"/>
                <a:ext cx="195675" cy="479429"/>
              </a:xfrm>
            </p:spPr>
          </p:sp>
        </mc:Fallback>
      </mc:AlternateContent>
      <mc:AlternateContent xmlns:mc="http://schemas.openxmlformats.org/markup-compatibility/2006" xmlns:p14="http://schemas.microsoft.com/office/powerpoint/2010/main">
        <mc:Choice Requires="p14">
          <p:contentPart p14:bwMode="auto" r:id="rId134">
            <p14:nvContentPartPr>
              <p14:cNvPr id="1048903" name="墨迹 1048902"/>
              <p14:cNvContentPartPr/>
              <p14:nvPr/>
            </p14:nvContentPartPr>
            <p14:xfrm>
              <a:off x="3614441" y="2680606"/>
              <a:ext cx="0" cy="0"/>
            </p14:xfrm>
          </p:contentPart>
        </mc:Choice>
        <mc:Fallback xmlns="">
          <p:sp>
            <p:nvSpPr>
              <p:cNvPr id="1048903" name=""/>
              <p:cNvSpPr/>
              <p:nvPr/>
            </p:nvSpPr>
            <p:spPr>
              <a:xfrm>
                <a:off x="3614441" y="2680606"/>
                <a:ext cx="0" cy="0"/>
              </a:xfrm>
            </p:spPr>
          </p:sp>
        </mc:Fallback>
      </mc:AlternateContent>
      <mc:AlternateContent xmlns:mc="http://schemas.openxmlformats.org/markup-compatibility/2006" xmlns:p14="http://schemas.microsoft.com/office/powerpoint/2010/main">
        <mc:Choice Requires="p14">
          <p:contentPart p14:bwMode="auto" r:id="rId135">
            <p14:nvContentPartPr>
              <p14:cNvPr id="1048904" name="墨迹 1048903"/>
              <p14:cNvContentPartPr/>
              <p14:nvPr/>
            </p14:nvContentPartPr>
            <p14:xfrm>
              <a:off x="3650129" y="2584239"/>
              <a:ext cx="127910" cy="160073"/>
            </p14:xfrm>
          </p:contentPart>
        </mc:Choice>
        <mc:Fallback xmlns="">
          <p:sp>
            <p:nvSpPr>
              <p:cNvPr id="1048904" name=""/>
              <p:cNvSpPr/>
              <p:nvPr/>
            </p:nvSpPr>
            <p:spPr>
              <a:xfrm>
                <a:off x="3650129" y="2584239"/>
                <a:ext cx="127910" cy="160073"/>
              </a:xfrm>
            </p:spPr>
          </p:sp>
        </mc:Fallback>
      </mc:AlternateContent>
      <mc:AlternateContent xmlns:mc="http://schemas.openxmlformats.org/markup-compatibility/2006" xmlns:p14="http://schemas.microsoft.com/office/powerpoint/2010/main">
        <mc:Choice Requires="p14">
          <p:contentPart p14:bwMode="auto" r:id="rId136">
            <p14:nvContentPartPr>
              <p14:cNvPr id="1048905" name="墨迹 1048904"/>
              <p14:cNvContentPartPr/>
              <p14:nvPr/>
            </p14:nvContentPartPr>
            <p14:xfrm>
              <a:off x="3697246" y="2348353"/>
              <a:ext cx="146100" cy="660595"/>
            </p14:xfrm>
          </p:contentPart>
        </mc:Choice>
        <mc:Fallback xmlns="">
          <p:sp>
            <p:nvSpPr>
              <p:cNvPr id="1048905" name=""/>
              <p:cNvSpPr/>
              <p:nvPr/>
            </p:nvSpPr>
            <p:spPr>
              <a:xfrm>
                <a:off x="3697246" y="2348353"/>
                <a:ext cx="146100" cy="660595"/>
              </a:xfrm>
            </p:spPr>
          </p:sp>
        </mc:Fallback>
      </mc:AlternateContent>
      <mc:AlternateContent xmlns:mc="http://schemas.openxmlformats.org/markup-compatibility/2006" xmlns:p14="http://schemas.microsoft.com/office/powerpoint/2010/main">
        <mc:Choice Requires="p14">
          <p:contentPart p14:bwMode="auto" r:id="rId137">
            <p14:nvContentPartPr>
              <p14:cNvPr id="1048906" name="墨迹 1048905"/>
              <p14:cNvContentPartPr/>
              <p14:nvPr/>
            </p14:nvContentPartPr>
            <p14:xfrm>
              <a:off x="12179364" y="4182744"/>
              <a:ext cx="0" cy="0"/>
            </p14:xfrm>
          </p:contentPart>
        </mc:Choice>
        <mc:Fallback xmlns="">
          <p:sp>
            <p:nvSpPr>
              <p:cNvPr id="1048906" name=""/>
              <p:cNvSpPr/>
              <p:nvPr/>
            </p:nvSpPr>
            <p:spPr>
              <a:xfrm>
                <a:off x="12179364" y="4182744"/>
                <a:ext cx="0" cy="0"/>
              </a:xfrm>
            </p:spPr>
          </p:sp>
        </mc:Fallback>
      </mc:AlternateContent>
      <mc:AlternateContent xmlns:mc="http://schemas.openxmlformats.org/markup-compatibility/2006" xmlns:p14="http://schemas.microsoft.com/office/powerpoint/2010/main">
        <mc:Choice Requires="p14">
          <p:contentPart p14:bwMode="auto" r:id="rId138">
            <p14:nvContentPartPr>
              <p14:cNvPr id="1048907" name="墨迹 1048906"/>
              <p14:cNvContentPartPr/>
              <p14:nvPr/>
            </p14:nvContentPartPr>
            <p14:xfrm>
              <a:off x="8382249" y="2022219"/>
              <a:ext cx="41192" cy="91012"/>
            </p14:xfrm>
          </p:contentPart>
        </mc:Choice>
        <mc:Fallback xmlns="">
          <p:sp>
            <p:nvSpPr>
              <p:cNvPr id="1048907" name=""/>
              <p:cNvSpPr/>
              <p:nvPr/>
            </p:nvSpPr>
            <p:spPr>
              <a:xfrm>
                <a:off x="8382249" y="2022219"/>
                <a:ext cx="41192" cy="91012"/>
              </a:xfrm>
            </p:spPr>
          </p:sp>
        </mc:Fallback>
      </mc:AlternateContent>
      <mc:AlternateContent xmlns:mc="http://schemas.openxmlformats.org/markup-compatibility/2006" xmlns:p14="http://schemas.microsoft.com/office/powerpoint/2010/main">
        <mc:Choice Requires="p14">
          <p:contentPart p14:bwMode="auto" r:id="rId139">
            <p14:nvContentPartPr>
              <p14:cNvPr id="1048908" name="墨迹 1048907"/>
              <p14:cNvContentPartPr/>
              <p14:nvPr/>
            </p14:nvContentPartPr>
            <p14:xfrm>
              <a:off x="8268049" y="2098933"/>
              <a:ext cx="323585" cy="81544"/>
            </p14:xfrm>
          </p:contentPart>
        </mc:Choice>
        <mc:Fallback xmlns="">
          <p:sp>
            <p:nvSpPr>
              <p:cNvPr id="1048908" name=""/>
              <p:cNvSpPr/>
              <p:nvPr/>
            </p:nvSpPr>
            <p:spPr>
              <a:xfrm>
                <a:off x="8268049" y="2098933"/>
                <a:ext cx="323585" cy="81544"/>
              </a:xfrm>
            </p:spPr>
          </p:sp>
        </mc:Fallback>
      </mc:AlternateContent>
      <mc:AlternateContent xmlns:mc="http://schemas.openxmlformats.org/markup-compatibility/2006" xmlns:p14="http://schemas.microsoft.com/office/powerpoint/2010/main">
        <mc:Choice Requires="p14">
          <p:contentPart p14:bwMode="auto" r:id="rId140">
            <p14:nvContentPartPr>
              <p14:cNvPr id="1048909" name="墨迹 1048908"/>
              <p14:cNvContentPartPr/>
              <p14:nvPr/>
            </p14:nvContentPartPr>
            <p14:xfrm>
              <a:off x="8134963" y="2171733"/>
              <a:ext cx="191078" cy="616781"/>
            </p14:xfrm>
          </p:contentPart>
        </mc:Choice>
        <mc:Fallback xmlns="">
          <p:sp>
            <p:nvSpPr>
              <p:cNvPr id="1048909" name=""/>
              <p:cNvSpPr/>
              <p:nvPr/>
            </p:nvSpPr>
            <p:spPr>
              <a:xfrm>
                <a:off x="8134963" y="2171733"/>
                <a:ext cx="191078" cy="616781"/>
              </a:xfrm>
            </p:spPr>
          </p:sp>
        </mc:Fallback>
      </mc:AlternateContent>
      <mc:AlternateContent xmlns:mc="http://schemas.openxmlformats.org/markup-compatibility/2006" xmlns:p14="http://schemas.microsoft.com/office/powerpoint/2010/main">
        <mc:Choice Requires="p14">
          <p:contentPart p14:bwMode="auto" r:id="rId141">
            <p14:nvContentPartPr>
              <p14:cNvPr id="1048910" name="墨迹 1048909"/>
              <p14:cNvContentPartPr/>
              <p14:nvPr/>
            </p14:nvContentPartPr>
            <p14:xfrm>
              <a:off x="8391835" y="2148126"/>
              <a:ext cx="76955" cy="329119"/>
            </p14:xfrm>
          </p:contentPart>
        </mc:Choice>
        <mc:Fallback xmlns="">
          <p:sp>
            <p:nvSpPr>
              <p:cNvPr id="1048910" name=""/>
              <p:cNvSpPr/>
              <p:nvPr/>
            </p:nvSpPr>
            <p:spPr>
              <a:xfrm>
                <a:off x="8391835" y="2148126"/>
                <a:ext cx="76955" cy="329119"/>
              </a:xfrm>
            </p:spPr>
          </p:sp>
        </mc:Fallback>
      </mc:AlternateContent>
      <mc:AlternateContent xmlns:mc="http://schemas.openxmlformats.org/markup-compatibility/2006" xmlns:p14="http://schemas.microsoft.com/office/powerpoint/2010/main">
        <mc:Choice Requires="p14">
          <p:contentPart p14:bwMode="auto" r:id="rId142">
            <p14:nvContentPartPr>
              <p14:cNvPr id="1048911" name="墨迹 1048910"/>
              <p14:cNvContentPartPr/>
              <p14:nvPr/>
            </p14:nvContentPartPr>
            <p14:xfrm>
              <a:off x="8455407" y="2220797"/>
              <a:ext cx="94512" cy="63728"/>
            </p14:xfrm>
          </p:contentPart>
        </mc:Choice>
        <mc:Fallback xmlns="">
          <p:sp>
            <p:nvSpPr>
              <p:cNvPr id="1048911" name=""/>
              <p:cNvSpPr/>
              <p:nvPr/>
            </p:nvSpPr>
            <p:spPr>
              <a:xfrm>
                <a:off x="8455407" y="2220797"/>
                <a:ext cx="94512" cy="63728"/>
              </a:xfrm>
            </p:spPr>
          </p:sp>
        </mc:Fallback>
      </mc:AlternateContent>
      <mc:AlternateContent xmlns:mc="http://schemas.openxmlformats.org/markup-compatibility/2006" xmlns:p14="http://schemas.microsoft.com/office/powerpoint/2010/main">
        <mc:Choice Requires="p14">
          <p:contentPart p14:bwMode="auto" r:id="rId143">
            <p14:nvContentPartPr>
              <p14:cNvPr id="1048912" name="墨迹 1048911"/>
              <p14:cNvContentPartPr/>
              <p14:nvPr/>
            </p14:nvContentPartPr>
            <p14:xfrm>
              <a:off x="8509869" y="2203210"/>
              <a:ext cx="45077" cy="174734"/>
            </p14:xfrm>
          </p:contentPart>
        </mc:Choice>
        <mc:Fallback xmlns="">
          <p:sp>
            <p:nvSpPr>
              <p:cNvPr id="1048912" name=""/>
              <p:cNvSpPr/>
              <p:nvPr/>
            </p:nvSpPr>
            <p:spPr>
              <a:xfrm>
                <a:off x="8509869" y="2203210"/>
                <a:ext cx="45077" cy="174734"/>
              </a:xfrm>
            </p:spPr>
          </p:sp>
        </mc:Fallback>
      </mc:AlternateContent>
      <mc:AlternateContent xmlns:mc="http://schemas.openxmlformats.org/markup-compatibility/2006" xmlns:p14="http://schemas.microsoft.com/office/powerpoint/2010/main">
        <mc:Choice Requires="p14">
          <p:contentPart p14:bwMode="auto" r:id="rId144">
            <p14:nvContentPartPr>
              <p14:cNvPr id="1048913" name="墨迹 1048912"/>
              <p14:cNvContentPartPr/>
              <p14:nvPr/>
            </p14:nvContentPartPr>
            <p14:xfrm>
              <a:off x="8315726" y="2422672"/>
              <a:ext cx="68307" cy="311847"/>
            </p14:xfrm>
          </p:contentPart>
        </mc:Choice>
        <mc:Fallback xmlns="">
          <p:sp>
            <p:nvSpPr>
              <p:cNvPr id="1048913" name=""/>
              <p:cNvSpPr/>
              <p:nvPr/>
            </p:nvSpPr>
            <p:spPr>
              <a:xfrm>
                <a:off x="8315726" y="2422672"/>
                <a:ext cx="68307" cy="311847"/>
              </a:xfrm>
            </p:spPr>
          </p:sp>
        </mc:Fallback>
      </mc:AlternateContent>
      <mc:AlternateContent xmlns:mc="http://schemas.openxmlformats.org/markup-compatibility/2006" xmlns:p14="http://schemas.microsoft.com/office/powerpoint/2010/main">
        <mc:Choice Requires="p14">
          <p:contentPart p14:bwMode="auto" r:id="rId145">
            <p14:nvContentPartPr>
              <p14:cNvPr id="1048914" name="墨迹 1048913"/>
              <p14:cNvContentPartPr/>
              <p14:nvPr/>
            </p14:nvContentPartPr>
            <p14:xfrm>
              <a:off x="8374220" y="2369987"/>
              <a:ext cx="219702" cy="307195"/>
            </p14:xfrm>
          </p:contentPart>
        </mc:Choice>
        <mc:Fallback xmlns="">
          <p:sp>
            <p:nvSpPr>
              <p:cNvPr id="1048914" name=""/>
              <p:cNvSpPr/>
              <p:nvPr/>
            </p:nvSpPr>
            <p:spPr>
              <a:xfrm>
                <a:off x="8374220" y="2369987"/>
                <a:ext cx="219702" cy="307195"/>
              </a:xfrm>
            </p:spPr>
          </p:sp>
        </mc:Fallback>
      </mc:AlternateContent>
      <mc:AlternateContent xmlns:mc="http://schemas.openxmlformats.org/markup-compatibility/2006" xmlns:p14="http://schemas.microsoft.com/office/powerpoint/2010/main">
        <mc:Choice Requires="p14">
          <p:contentPart p14:bwMode="auto" r:id="rId146">
            <p14:nvContentPartPr>
              <p14:cNvPr id="1048915" name="墨迹 1048914"/>
              <p14:cNvContentPartPr/>
              <p14:nvPr/>
            </p14:nvContentPartPr>
            <p14:xfrm>
              <a:off x="8415557" y="2307258"/>
              <a:ext cx="158921" cy="291311"/>
            </p14:xfrm>
          </p:contentPart>
        </mc:Choice>
        <mc:Fallback xmlns="">
          <p:sp>
            <p:nvSpPr>
              <p:cNvPr id="1048915" name=""/>
              <p:cNvSpPr/>
              <p:nvPr/>
            </p:nvSpPr>
            <p:spPr>
              <a:xfrm>
                <a:off x="8415557" y="2307258"/>
                <a:ext cx="158921" cy="291311"/>
              </a:xfrm>
            </p:spPr>
          </p:sp>
        </mc:Fallback>
      </mc:AlternateContent>
      <mc:AlternateContent xmlns:mc="http://schemas.openxmlformats.org/markup-compatibility/2006" xmlns:p14="http://schemas.microsoft.com/office/powerpoint/2010/main">
        <mc:Choice Requires="p14">
          <p:contentPart p14:bwMode="auto" r:id="rId147">
            <p14:nvContentPartPr>
              <p14:cNvPr id="1048916" name="墨迹 1048915"/>
              <p14:cNvContentPartPr/>
              <p14:nvPr/>
            </p14:nvContentPartPr>
            <p14:xfrm>
              <a:off x="8667090" y="2149000"/>
              <a:ext cx="140259" cy="421451"/>
            </p14:xfrm>
          </p:contentPart>
        </mc:Choice>
        <mc:Fallback xmlns="">
          <p:sp>
            <p:nvSpPr>
              <p:cNvPr id="1048916" name=""/>
              <p:cNvSpPr/>
              <p:nvPr/>
            </p:nvSpPr>
            <p:spPr>
              <a:xfrm>
                <a:off x="8667090" y="2149000"/>
                <a:ext cx="140259" cy="421451"/>
              </a:xfrm>
            </p:spPr>
          </p:sp>
        </mc:Fallback>
      </mc:AlternateContent>
      <mc:AlternateContent xmlns:mc="http://schemas.openxmlformats.org/markup-compatibility/2006" xmlns:p14="http://schemas.microsoft.com/office/powerpoint/2010/main">
        <mc:Choice Requires="p14">
          <p:contentPart p14:bwMode="auto" r:id="rId148">
            <p14:nvContentPartPr>
              <p14:cNvPr id="1048917" name="墨迹 1048916"/>
              <p14:cNvContentPartPr/>
              <p14:nvPr/>
            </p14:nvContentPartPr>
            <p14:xfrm>
              <a:off x="8830158" y="2351850"/>
              <a:ext cx="17793" cy="109605"/>
            </p14:xfrm>
          </p:contentPart>
        </mc:Choice>
        <mc:Fallback xmlns="">
          <p:sp>
            <p:nvSpPr>
              <p:cNvPr id="1048917" name=""/>
              <p:cNvSpPr/>
              <p:nvPr/>
            </p:nvSpPr>
            <p:spPr>
              <a:xfrm>
                <a:off x="8830158" y="2351850"/>
                <a:ext cx="17793" cy="109605"/>
              </a:xfrm>
            </p:spPr>
          </p:sp>
        </mc:Fallback>
      </mc:AlternateContent>
      <mc:AlternateContent xmlns:mc="http://schemas.openxmlformats.org/markup-compatibility/2006" xmlns:p14="http://schemas.microsoft.com/office/powerpoint/2010/main">
        <mc:Choice Requires="p14">
          <p:contentPart p14:bwMode="auto" r:id="rId149">
            <p14:nvContentPartPr>
              <p14:cNvPr id="1048918" name="墨迹 1048917"/>
              <p14:cNvContentPartPr/>
              <p14:nvPr/>
            </p14:nvContentPartPr>
            <p14:xfrm>
              <a:off x="8845291" y="2291310"/>
              <a:ext cx="128392" cy="140984"/>
            </p14:xfrm>
          </p:contentPart>
        </mc:Choice>
        <mc:Fallback xmlns="">
          <p:sp>
            <p:nvSpPr>
              <p:cNvPr id="1048918" name=""/>
              <p:cNvSpPr/>
              <p:nvPr/>
            </p:nvSpPr>
            <p:spPr>
              <a:xfrm>
                <a:off x="8845291" y="2291310"/>
                <a:ext cx="128392" cy="140984"/>
              </a:xfrm>
            </p:spPr>
          </p:sp>
        </mc:Fallback>
      </mc:AlternateContent>
      <mc:AlternateContent xmlns:mc="http://schemas.openxmlformats.org/markup-compatibility/2006" xmlns:p14="http://schemas.microsoft.com/office/powerpoint/2010/main">
        <mc:Choice Requires="p14">
          <p:contentPart p14:bwMode="auto" r:id="rId150">
            <p14:nvContentPartPr>
              <p14:cNvPr id="1048919" name="墨迹 1048918"/>
              <p14:cNvContentPartPr/>
              <p14:nvPr/>
            </p14:nvContentPartPr>
            <p14:xfrm>
              <a:off x="8832806" y="2146377"/>
              <a:ext cx="134233" cy="471755"/>
            </p14:xfrm>
          </p:contentPart>
        </mc:Choice>
        <mc:Fallback xmlns="">
          <p:sp>
            <p:nvSpPr>
              <p:cNvPr id="1048919" name=""/>
              <p:cNvSpPr/>
              <p:nvPr/>
            </p:nvSpPr>
            <p:spPr>
              <a:xfrm>
                <a:off x="8832806" y="2146377"/>
                <a:ext cx="134233" cy="471755"/>
              </a:xfrm>
            </p:spPr>
          </p:sp>
        </mc:Fallback>
      </mc:AlternateContent>
      <mc:AlternateContent xmlns:mc="http://schemas.openxmlformats.org/markup-compatibility/2006" xmlns:p14="http://schemas.microsoft.com/office/powerpoint/2010/main">
        <mc:Choice Requires="p14">
          <p:contentPart p14:bwMode="auto" r:id="rId151">
            <p14:nvContentPartPr>
              <p14:cNvPr id="1048920" name="墨迹 1048919"/>
              <p14:cNvContentPartPr/>
              <p14:nvPr/>
            </p14:nvContentPartPr>
            <p14:xfrm>
              <a:off x="9375597" y="2177854"/>
              <a:ext cx="36277" cy="285859"/>
            </p14:xfrm>
          </p:contentPart>
        </mc:Choice>
        <mc:Fallback xmlns="">
          <p:sp>
            <p:nvSpPr>
              <p:cNvPr id="1048920" name=""/>
              <p:cNvSpPr/>
              <p:nvPr/>
            </p:nvSpPr>
            <p:spPr>
              <a:xfrm>
                <a:off x="9375597" y="2177854"/>
                <a:ext cx="36277" cy="285859"/>
              </a:xfrm>
            </p:spPr>
          </p:sp>
        </mc:Fallback>
      </mc:AlternateContent>
      <mc:AlternateContent xmlns:mc="http://schemas.openxmlformats.org/markup-compatibility/2006" xmlns:p14="http://schemas.microsoft.com/office/powerpoint/2010/main">
        <mc:Choice Requires="p14">
          <p:contentPart p14:bwMode="auto" r:id="rId152">
            <p14:nvContentPartPr>
              <p14:cNvPr id="1048921" name="墨迹 1048920"/>
              <p14:cNvContentPartPr/>
              <p14:nvPr/>
            </p14:nvContentPartPr>
            <p14:xfrm>
              <a:off x="9381490" y="2076429"/>
              <a:ext cx="10828" cy="85003"/>
            </p14:xfrm>
          </p:contentPart>
        </mc:Choice>
        <mc:Fallback xmlns="">
          <p:sp>
            <p:nvSpPr>
              <p:cNvPr id="1048921" name=""/>
              <p:cNvSpPr/>
              <p:nvPr/>
            </p:nvSpPr>
            <p:spPr>
              <a:xfrm>
                <a:off x="9381490" y="2076429"/>
                <a:ext cx="10828" cy="85003"/>
              </a:xfrm>
            </p:spPr>
          </p:sp>
        </mc:Fallback>
      </mc:AlternateContent>
      <mc:AlternateContent xmlns:mc="http://schemas.openxmlformats.org/markup-compatibility/2006" xmlns:p14="http://schemas.microsoft.com/office/powerpoint/2010/main">
        <mc:Choice Requires="p14">
          <p:contentPart p14:bwMode="auto" r:id="rId153">
            <p14:nvContentPartPr>
              <p14:cNvPr id="1048922" name="墨迹 1048921"/>
              <p14:cNvContentPartPr/>
              <p14:nvPr/>
            </p14:nvContentPartPr>
            <p14:xfrm>
              <a:off x="9230711" y="2124276"/>
              <a:ext cx="380724" cy="141887"/>
            </p14:xfrm>
          </p:contentPart>
        </mc:Choice>
        <mc:Fallback xmlns="">
          <p:sp>
            <p:nvSpPr>
              <p:cNvPr id="1048922" name=""/>
              <p:cNvSpPr/>
              <p:nvPr/>
            </p:nvSpPr>
            <p:spPr>
              <a:xfrm>
                <a:off x="9230711" y="2124276"/>
                <a:ext cx="380724" cy="141887"/>
              </a:xfrm>
            </p:spPr>
          </p:sp>
        </mc:Fallback>
      </mc:AlternateContent>
      <mc:AlternateContent xmlns:mc="http://schemas.openxmlformats.org/markup-compatibility/2006" xmlns:p14="http://schemas.microsoft.com/office/powerpoint/2010/main">
        <mc:Choice Requires="p14">
          <p:contentPart p14:bwMode="auto" r:id="rId154">
            <p14:nvContentPartPr>
              <p14:cNvPr id="1048923" name="墨迹 1048922"/>
              <p14:cNvContentPartPr/>
              <p14:nvPr/>
            </p14:nvContentPartPr>
            <p14:xfrm>
              <a:off x="9380598" y="2280751"/>
              <a:ext cx="131346" cy="215194"/>
            </p14:xfrm>
          </p:contentPart>
        </mc:Choice>
        <mc:Fallback xmlns="">
          <p:sp>
            <p:nvSpPr>
              <p:cNvPr id="1048923" name=""/>
              <p:cNvSpPr/>
              <p:nvPr/>
            </p:nvSpPr>
            <p:spPr>
              <a:xfrm>
                <a:off x="9380598" y="2280751"/>
                <a:ext cx="131346" cy="215194"/>
              </a:xfrm>
            </p:spPr>
          </p:sp>
        </mc:Fallback>
      </mc:AlternateContent>
      <mc:AlternateContent xmlns:mc="http://schemas.openxmlformats.org/markup-compatibility/2006" xmlns:p14="http://schemas.microsoft.com/office/powerpoint/2010/main">
        <mc:Choice Requires="p14">
          <p:contentPart p14:bwMode="auto" r:id="rId155">
            <p14:nvContentPartPr>
              <p14:cNvPr id="1048924" name="墨迹 1048923"/>
              <p14:cNvContentPartPr/>
              <p14:nvPr/>
            </p14:nvContentPartPr>
            <p14:xfrm>
              <a:off x="9628791" y="2126355"/>
              <a:ext cx="318751" cy="206582"/>
            </p14:xfrm>
          </p:contentPart>
        </mc:Choice>
        <mc:Fallback xmlns="">
          <p:sp>
            <p:nvSpPr>
              <p:cNvPr id="1048924" name=""/>
              <p:cNvSpPr/>
              <p:nvPr/>
            </p:nvSpPr>
            <p:spPr>
              <a:xfrm>
                <a:off x="9628791" y="2126355"/>
                <a:ext cx="318751" cy="206582"/>
              </a:xfrm>
            </p:spPr>
          </p:sp>
        </mc:Fallback>
      </mc:AlternateContent>
      <mc:AlternateContent xmlns:mc="http://schemas.openxmlformats.org/markup-compatibility/2006" xmlns:p14="http://schemas.microsoft.com/office/powerpoint/2010/main">
        <mc:Choice Requires="p14">
          <p:contentPart p14:bwMode="auto" r:id="rId156">
            <p14:nvContentPartPr>
              <p14:cNvPr id="1048925" name="墨迹 1048924"/>
              <p14:cNvContentPartPr/>
              <p14:nvPr/>
            </p14:nvContentPartPr>
            <p14:xfrm>
              <a:off x="9682441" y="2212086"/>
              <a:ext cx="141392" cy="236615"/>
            </p14:xfrm>
          </p:contentPart>
        </mc:Choice>
        <mc:Fallback xmlns="">
          <p:sp>
            <p:nvSpPr>
              <p:cNvPr id="1048925" name=""/>
              <p:cNvSpPr/>
              <p:nvPr/>
            </p:nvSpPr>
            <p:spPr>
              <a:xfrm>
                <a:off x="9682441" y="2212086"/>
                <a:ext cx="141392" cy="236615"/>
              </a:xfrm>
            </p:spPr>
          </p:sp>
        </mc:Fallback>
      </mc:AlternateContent>
      <mc:AlternateContent xmlns:mc="http://schemas.openxmlformats.org/markup-compatibility/2006" xmlns:p14="http://schemas.microsoft.com/office/powerpoint/2010/main">
        <mc:Choice Requires="p14">
          <p:contentPart p14:bwMode="auto" r:id="rId157">
            <p14:nvContentPartPr>
              <p14:cNvPr id="1048926" name="墨迹 1048925"/>
              <p14:cNvContentPartPr/>
              <p14:nvPr/>
            </p14:nvContentPartPr>
            <p14:xfrm>
              <a:off x="9852038" y="1985496"/>
              <a:ext cx="134349" cy="535773"/>
            </p14:xfrm>
          </p:contentPart>
        </mc:Choice>
        <mc:Fallback xmlns="">
          <p:sp>
            <p:nvSpPr>
              <p:cNvPr id="1048926" name=""/>
              <p:cNvSpPr/>
              <p:nvPr/>
            </p:nvSpPr>
            <p:spPr>
              <a:xfrm>
                <a:off x="9852038" y="1985496"/>
                <a:ext cx="134349" cy="535773"/>
              </a:xfrm>
            </p:spPr>
          </p:sp>
        </mc:Fallback>
      </mc:AlternateContent>
      <mc:AlternateContent xmlns:mc="http://schemas.openxmlformats.org/markup-compatibility/2006" xmlns:p14="http://schemas.microsoft.com/office/powerpoint/2010/main">
        <mc:Choice Requires="p14">
          <p:contentPart p14:bwMode="auto" r:id="rId158">
            <p14:nvContentPartPr>
              <p14:cNvPr id="1048927" name="墨迹 1048926"/>
              <p14:cNvContentPartPr/>
              <p14:nvPr/>
            </p14:nvContentPartPr>
            <p14:xfrm>
              <a:off x="10131083" y="2133411"/>
              <a:ext cx="225900" cy="351555"/>
            </p14:xfrm>
          </p:contentPart>
        </mc:Choice>
        <mc:Fallback xmlns="">
          <p:sp>
            <p:nvSpPr>
              <p:cNvPr id="1048927" name=""/>
              <p:cNvSpPr/>
              <p:nvPr/>
            </p:nvSpPr>
            <p:spPr>
              <a:xfrm>
                <a:off x="10131083" y="2133411"/>
                <a:ext cx="225900" cy="351555"/>
              </a:xfrm>
            </p:spPr>
          </p:sp>
        </mc:Fallback>
      </mc:AlternateContent>
      <mc:AlternateContent xmlns:mc="http://schemas.openxmlformats.org/markup-compatibility/2006" xmlns:p14="http://schemas.microsoft.com/office/powerpoint/2010/main">
        <mc:Choice Requires="p14">
          <p:contentPart p14:bwMode="auto" r:id="rId159">
            <p14:nvContentPartPr>
              <p14:cNvPr id="1048928" name="墨迹 1048927"/>
              <p14:cNvContentPartPr/>
              <p14:nvPr/>
            </p14:nvContentPartPr>
            <p14:xfrm>
              <a:off x="10265640" y="2357252"/>
              <a:ext cx="174678" cy="142011"/>
            </p14:xfrm>
          </p:contentPart>
        </mc:Choice>
        <mc:Fallback xmlns="">
          <p:sp>
            <p:nvSpPr>
              <p:cNvPr id="1048928" name=""/>
              <p:cNvSpPr/>
              <p:nvPr/>
            </p:nvSpPr>
            <p:spPr>
              <a:xfrm>
                <a:off x="10265640" y="2357252"/>
                <a:ext cx="174678" cy="142011"/>
              </a:xfrm>
            </p:spPr>
          </p:sp>
        </mc:Fallback>
      </mc:AlternateContent>
      <mc:AlternateContent xmlns:mc="http://schemas.openxmlformats.org/markup-compatibility/2006" xmlns:p14="http://schemas.microsoft.com/office/powerpoint/2010/main">
        <mc:Choice Requires="p14">
          <p:contentPart p14:bwMode="auto" r:id="rId160">
            <p14:nvContentPartPr>
              <p14:cNvPr id="1048929" name="墨迹 1048928"/>
              <p14:cNvContentPartPr/>
              <p14:nvPr/>
            </p14:nvContentPartPr>
            <p14:xfrm>
              <a:off x="10651911" y="1996863"/>
              <a:ext cx="3949" cy="124865"/>
            </p14:xfrm>
          </p:contentPart>
        </mc:Choice>
        <mc:Fallback xmlns="">
          <p:sp>
            <p:nvSpPr>
              <p:cNvPr id="1048929" name=""/>
              <p:cNvSpPr/>
              <p:nvPr/>
            </p:nvSpPr>
            <p:spPr>
              <a:xfrm>
                <a:off x="10651911" y="1996863"/>
                <a:ext cx="3949" cy="124865"/>
              </a:xfrm>
            </p:spPr>
          </p:sp>
        </mc:Fallback>
      </mc:AlternateContent>
      <mc:AlternateContent xmlns:mc="http://schemas.openxmlformats.org/markup-compatibility/2006" xmlns:p14="http://schemas.microsoft.com/office/powerpoint/2010/main">
        <mc:Choice Requires="p14">
          <p:contentPart p14:bwMode="auto" r:id="rId161">
            <p14:nvContentPartPr>
              <p14:cNvPr id="1048930" name="墨迹 1048929"/>
              <p14:cNvContentPartPr/>
              <p14:nvPr/>
            </p14:nvContentPartPr>
            <p14:xfrm>
              <a:off x="10498554" y="1988194"/>
              <a:ext cx="316629" cy="260414"/>
            </p14:xfrm>
          </p:contentPart>
        </mc:Choice>
        <mc:Fallback xmlns="">
          <p:sp>
            <p:nvSpPr>
              <p:cNvPr id="1048930" name=""/>
              <p:cNvSpPr/>
              <p:nvPr/>
            </p:nvSpPr>
            <p:spPr>
              <a:xfrm>
                <a:off x="10498554" y="1988194"/>
                <a:ext cx="316629" cy="260414"/>
              </a:xfrm>
            </p:spPr>
          </p:sp>
        </mc:Fallback>
      </mc:AlternateContent>
      <mc:AlternateContent xmlns:mc="http://schemas.openxmlformats.org/markup-compatibility/2006" xmlns:p14="http://schemas.microsoft.com/office/powerpoint/2010/main">
        <mc:Choice Requires="p14">
          <p:contentPart p14:bwMode="auto" r:id="rId162">
            <p14:nvContentPartPr>
              <p14:cNvPr id="1048931" name="墨迹 1048930"/>
              <p14:cNvContentPartPr/>
              <p14:nvPr/>
            </p14:nvContentPartPr>
            <p14:xfrm>
              <a:off x="10621827" y="2244305"/>
              <a:ext cx="31910" cy="111614"/>
            </p14:xfrm>
          </p:contentPart>
        </mc:Choice>
        <mc:Fallback xmlns="">
          <p:sp>
            <p:nvSpPr>
              <p:cNvPr id="1048931" name=""/>
              <p:cNvSpPr/>
              <p:nvPr/>
            </p:nvSpPr>
            <p:spPr>
              <a:xfrm>
                <a:off x="10621827" y="2244305"/>
                <a:ext cx="31910" cy="111614"/>
              </a:xfrm>
            </p:spPr>
          </p:sp>
        </mc:Fallback>
      </mc:AlternateContent>
      <mc:AlternateContent xmlns:mc="http://schemas.openxmlformats.org/markup-compatibility/2006" xmlns:p14="http://schemas.microsoft.com/office/powerpoint/2010/main">
        <mc:Choice Requires="p14">
          <p:contentPart p14:bwMode="auto" r:id="rId163">
            <p14:nvContentPartPr>
              <p14:cNvPr id="1048932" name="墨迹 1048931"/>
              <p14:cNvContentPartPr/>
              <p14:nvPr/>
            </p14:nvContentPartPr>
            <p14:xfrm>
              <a:off x="10593872" y="2227816"/>
              <a:ext cx="160278" cy="290684"/>
            </p14:xfrm>
          </p:contentPart>
        </mc:Choice>
        <mc:Fallback xmlns="">
          <p:sp>
            <p:nvSpPr>
              <p:cNvPr id="1048932" name=""/>
              <p:cNvSpPr/>
              <p:nvPr/>
            </p:nvSpPr>
            <p:spPr>
              <a:xfrm>
                <a:off x="10593872" y="2227816"/>
                <a:ext cx="160278" cy="290684"/>
              </a:xfrm>
            </p:spPr>
          </p:sp>
        </mc:Fallback>
      </mc:AlternateContent>
      <mc:AlternateContent xmlns:mc="http://schemas.openxmlformats.org/markup-compatibility/2006" xmlns:p14="http://schemas.microsoft.com/office/powerpoint/2010/main">
        <mc:Choice Requires="p14">
          <p:contentPart p14:bwMode="auto" r:id="rId164">
            <p14:nvContentPartPr>
              <p14:cNvPr id="1048933" name="墨迹 1048932"/>
              <p14:cNvContentPartPr/>
              <p14:nvPr/>
            </p14:nvContentPartPr>
            <p14:xfrm>
              <a:off x="10550450" y="2378080"/>
              <a:ext cx="259875" cy="78457"/>
            </p14:xfrm>
          </p:contentPart>
        </mc:Choice>
        <mc:Fallback xmlns="">
          <p:sp>
            <p:nvSpPr>
              <p:cNvPr id="1048933" name=""/>
              <p:cNvSpPr/>
              <p:nvPr/>
            </p:nvSpPr>
            <p:spPr>
              <a:xfrm>
                <a:off x="10550450" y="2378080"/>
                <a:ext cx="259875" cy="78457"/>
              </a:xfrm>
            </p:spPr>
          </p:sp>
        </mc:Fallback>
      </mc:AlternateContent>
      <mc:AlternateContent xmlns:mc="http://schemas.openxmlformats.org/markup-compatibility/2006" xmlns:p14="http://schemas.microsoft.com/office/powerpoint/2010/main">
        <mc:Choice Requires="p14">
          <p:contentPart p14:bwMode="auto" r:id="rId165">
            <p14:nvContentPartPr>
              <p14:cNvPr id="1048934" name="墨迹 1048933"/>
              <p14:cNvContentPartPr/>
              <p14:nvPr/>
            </p14:nvContentPartPr>
            <p14:xfrm>
              <a:off x="10779588" y="2079052"/>
              <a:ext cx="199350" cy="530523"/>
            </p14:xfrm>
          </p:contentPart>
        </mc:Choice>
        <mc:Fallback xmlns="">
          <p:sp>
            <p:nvSpPr>
              <p:cNvPr id="1048934" name=""/>
              <p:cNvSpPr/>
              <p:nvPr/>
            </p:nvSpPr>
            <p:spPr>
              <a:xfrm>
                <a:off x="10779588" y="2079052"/>
                <a:ext cx="199350" cy="530523"/>
              </a:xfrm>
            </p:spPr>
          </p:sp>
        </mc:Fallback>
      </mc:AlternateContent>
      <mc:AlternateContent xmlns:mc="http://schemas.openxmlformats.org/markup-compatibility/2006" xmlns:p14="http://schemas.microsoft.com/office/powerpoint/2010/main">
        <mc:Choice Requires="p14">
          <p:contentPart p14:bwMode="auto" r:id="rId166">
            <p14:nvContentPartPr>
              <p14:cNvPr id="1048935" name="墨迹 1048934"/>
              <p14:cNvContentPartPr/>
              <p14:nvPr/>
            </p14:nvContentPartPr>
            <p14:xfrm>
              <a:off x="11034757" y="2205833"/>
              <a:ext cx="4403" cy="135341"/>
            </p14:xfrm>
          </p:contentPart>
        </mc:Choice>
        <mc:Fallback xmlns="">
          <p:sp>
            <p:nvSpPr>
              <p:cNvPr id="1048935" name=""/>
              <p:cNvSpPr/>
              <p:nvPr/>
            </p:nvSpPr>
            <p:spPr>
              <a:xfrm>
                <a:off x="11034757" y="2205833"/>
                <a:ext cx="4403" cy="135341"/>
              </a:xfrm>
            </p:spPr>
          </p:sp>
        </mc:Fallback>
      </mc:AlternateContent>
      <mc:AlternateContent xmlns:mc="http://schemas.openxmlformats.org/markup-compatibility/2006" xmlns:p14="http://schemas.microsoft.com/office/powerpoint/2010/main">
        <mc:Choice Requires="p14">
          <p:contentPart p14:bwMode="auto" r:id="rId167">
            <p14:nvContentPartPr>
              <p14:cNvPr id="1048936" name="墨迹 1048935"/>
              <p14:cNvContentPartPr/>
              <p14:nvPr/>
            </p14:nvContentPartPr>
            <p14:xfrm>
              <a:off x="10972455" y="2234292"/>
              <a:ext cx="149766" cy="153303"/>
            </p14:xfrm>
          </p:contentPart>
        </mc:Choice>
        <mc:Fallback xmlns="">
          <p:sp>
            <p:nvSpPr>
              <p:cNvPr id="1048936" name=""/>
              <p:cNvSpPr/>
              <p:nvPr/>
            </p:nvSpPr>
            <p:spPr>
              <a:xfrm>
                <a:off x="10972455" y="2234292"/>
                <a:ext cx="149766" cy="153303"/>
              </a:xfrm>
            </p:spPr>
          </p:sp>
        </mc:Fallback>
      </mc:AlternateContent>
      <mc:AlternateContent xmlns:mc="http://schemas.openxmlformats.org/markup-compatibility/2006" xmlns:p14="http://schemas.microsoft.com/office/powerpoint/2010/main">
        <mc:Choice Requires="p14">
          <p:contentPart p14:bwMode="auto" r:id="rId168">
            <p14:nvContentPartPr>
              <p14:cNvPr id="1048937" name="墨迹 1048936"/>
              <p14:cNvContentPartPr/>
              <p14:nvPr/>
            </p14:nvContentPartPr>
            <p14:xfrm>
              <a:off x="11112875" y="2065937"/>
              <a:ext cx="267989" cy="430841"/>
            </p14:xfrm>
          </p:contentPart>
        </mc:Choice>
        <mc:Fallback xmlns="">
          <p:sp>
            <p:nvSpPr>
              <p:cNvPr id="1048937" name=""/>
              <p:cNvSpPr/>
              <p:nvPr/>
            </p:nvSpPr>
            <p:spPr>
              <a:xfrm>
                <a:off x="11112875" y="2065937"/>
                <a:ext cx="267989" cy="430841"/>
              </a:xfrm>
            </p:spPr>
          </p:sp>
        </mc:Fallback>
      </mc:AlternateContent>
      <mc:AlternateContent xmlns:mc="http://schemas.openxmlformats.org/markup-compatibility/2006" xmlns:p14="http://schemas.microsoft.com/office/powerpoint/2010/main">
        <mc:Choice Requires="p14">
          <p:contentPart p14:bwMode="auto" r:id="rId169">
            <p14:nvContentPartPr>
              <p14:cNvPr id="1048938" name="墨迹 1048937"/>
              <p14:cNvContentPartPr/>
              <p14:nvPr/>
            </p14:nvContentPartPr>
            <p14:xfrm>
              <a:off x="11225624" y="2152474"/>
              <a:ext cx="245751" cy="379727"/>
            </p14:xfrm>
          </p:contentPart>
        </mc:Choice>
        <mc:Fallback xmlns="">
          <p:sp>
            <p:nvSpPr>
              <p:cNvPr id="1048938" name=""/>
              <p:cNvSpPr/>
              <p:nvPr/>
            </p:nvSpPr>
            <p:spPr>
              <a:xfrm>
                <a:off x="11225624" y="2152474"/>
                <a:ext cx="245751" cy="379727"/>
              </a:xfrm>
            </p:spPr>
          </p:sp>
        </mc:Fallback>
      </mc:AlternateContent>
      <mc:AlternateContent xmlns:mc="http://schemas.openxmlformats.org/markup-compatibility/2006" xmlns:p14="http://schemas.microsoft.com/office/powerpoint/2010/main">
        <mc:Choice Requires="p14">
          <p:contentPart p14:bwMode="auto" r:id="rId170">
            <p14:nvContentPartPr>
              <p14:cNvPr id="1048939" name="墨迹 1048938"/>
              <p14:cNvContentPartPr/>
              <p14:nvPr/>
            </p14:nvContentPartPr>
            <p14:xfrm>
              <a:off x="11257556" y="2269661"/>
              <a:ext cx="199233" cy="125162"/>
            </p14:xfrm>
          </p:contentPart>
        </mc:Choice>
        <mc:Fallback xmlns="">
          <p:sp>
            <p:nvSpPr>
              <p:cNvPr id="1048939" name=""/>
              <p:cNvSpPr/>
              <p:nvPr/>
            </p:nvSpPr>
            <p:spPr>
              <a:xfrm>
                <a:off x="11257556" y="2269661"/>
                <a:ext cx="199233" cy="125162"/>
              </a:xfrm>
            </p:spPr>
          </p:sp>
        </mc:Fallback>
      </mc:AlternateContent>
      <mc:AlternateContent xmlns:mc="http://schemas.openxmlformats.org/markup-compatibility/2006" xmlns:p14="http://schemas.microsoft.com/office/powerpoint/2010/main">
        <mc:Choice Requires="p14">
          <p:contentPart p14:bwMode="auto" r:id="rId171">
            <p14:nvContentPartPr>
              <p14:cNvPr id="1048940" name="墨迹 1048939"/>
              <p14:cNvContentPartPr/>
              <p14:nvPr/>
            </p14:nvContentPartPr>
            <p14:xfrm>
              <a:off x="12235571" y="4883975"/>
              <a:ext cx="0" cy="0"/>
            </p14:xfrm>
          </p:contentPart>
        </mc:Choice>
        <mc:Fallback xmlns="">
          <p:sp>
            <p:nvSpPr>
              <p:cNvPr id="1048940" name=""/>
              <p:cNvSpPr/>
              <p:nvPr/>
            </p:nvSpPr>
            <p:spPr>
              <a:xfrm>
                <a:off x="12235571" y="4883975"/>
                <a:ext cx="0" cy="0"/>
              </a:xfrm>
            </p:spPr>
          </p:sp>
        </mc:Fallback>
      </mc:AlternateContent>
      <mc:AlternateContent xmlns:mc="http://schemas.openxmlformats.org/markup-compatibility/2006" xmlns:p14="http://schemas.microsoft.com/office/powerpoint/2010/main">
        <mc:Choice Requires="p14">
          <p:contentPart p14:bwMode="auto" r:id="rId172">
            <p14:nvContentPartPr>
              <p14:cNvPr id="1048941" name="墨迹 1048940"/>
              <p14:cNvContentPartPr/>
              <p14:nvPr/>
            </p14:nvContentPartPr>
            <p14:xfrm>
              <a:off x="8243899" y="2901818"/>
              <a:ext cx="118721" cy="654749"/>
            </p14:xfrm>
          </p:contentPart>
        </mc:Choice>
        <mc:Fallback xmlns="">
          <p:sp>
            <p:nvSpPr>
              <p:cNvPr id="1048941" name=""/>
              <p:cNvSpPr/>
              <p:nvPr/>
            </p:nvSpPr>
            <p:spPr>
              <a:xfrm>
                <a:off x="8243899" y="2901818"/>
                <a:ext cx="118721" cy="654749"/>
              </a:xfrm>
            </p:spPr>
          </p:sp>
        </mc:Fallback>
      </mc:AlternateContent>
      <mc:AlternateContent xmlns:mc="http://schemas.openxmlformats.org/markup-compatibility/2006" xmlns:p14="http://schemas.microsoft.com/office/powerpoint/2010/main">
        <mc:Choice Requires="p14">
          <p:contentPart p14:bwMode="auto" r:id="rId173">
            <p14:nvContentPartPr>
              <p14:cNvPr id="1048942" name="墨迹 1048941"/>
              <p14:cNvContentPartPr/>
              <p14:nvPr/>
            </p14:nvContentPartPr>
            <p14:xfrm>
              <a:off x="8224333" y="2913043"/>
              <a:ext cx="217578" cy="594836"/>
            </p14:xfrm>
          </p:contentPart>
        </mc:Choice>
        <mc:Fallback xmlns="">
          <p:sp>
            <p:nvSpPr>
              <p:cNvPr id="1048942" name=""/>
              <p:cNvSpPr/>
              <p:nvPr/>
            </p:nvSpPr>
            <p:spPr>
              <a:xfrm>
                <a:off x="8224333" y="2913043"/>
                <a:ext cx="217578" cy="594836"/>
              </a:xfrm>
            </p:spPr>
          </p:sp>
        </mc:Fallback>
      </mc:AlternateContent>
      <mc:AlternateContent xmlns:mc="http://schemas.openxmlformats.org/markup-compatibility/2006" xmlns:p14="http://schemas.microsoft.com/office/powerpoint/2010/main">
        <mc:Choice Requires="p14">
          <p:contentPart p14:bwMode="auto" r:id="rId174">
            <p14:nvContentPartPr>
              <p14:cNvPr id="1048943" name="墨迹 1048942"/>
              <p14:cNvContentPartPr/>
              <p14:nvPr/>
            </p14:nvContentPartPr>
            <p14:xfrm>
              <a:off x="8324742" y="3129583"/>
              <a:ext cx="86886" cy="124937"/>
            </p14:xfrm>
          </p:contentPart>
        </mc:Choice>
        <mc:Fallback xmlns="">
          <p:sp>
            <p:nvSpPr>
              <p:cNvPr id="1048943" name=""/>
              <p:cNvSpPr/>
              <p:nvPr/>
            </p:nvSpPr>
            <p:spPr>
              <a:xfrm>
                <a:off x="8324742" y="3129583"/>
                <a:ext cx="86886" cy="124937"/>
              </a:xfrm>
            </p:spPr>
          </p:sp>
        </mc:Fallback>
      </mc:AlternateContent>
      <mc:AlternateContent xmlns:mc="http://schemas.openxmlformats.org/markup-compatibility/2006" xmlns:p14="http://schemas.microsoft.com/office/powerpoint/2010/main">
        <mc:Choice Requires="p14">
          <p:contentPart p14:bwMode="auto" r:id="rId175">
            <p14:nvContentPartPr>
              <p14:cNvPr id="1048944" name="墨迹 1048943"/>
              <p14:cNvContentPartPr/>
              <p14:nvPr/>
            </p14:nvContentPartPr>
            <p14:xfrm>
              <a:off x="8450054" y="3040181"/>
              <a:ext cx="134162" cy="40004"/>
            </p14:xfrm>
          </p:contentPart>
        </mc:Choice>
        <mc:Fallback xmlns="">
          <p:sp>
            <p:nvSpPr>
              <p:cNvPr id="1048944" name=""/>
              <p:cNvSpPr/>
              <p:nvPr/>
            </p:nvSpPr>
            <p:spPr>
              <a:xfrm>
                <a:off x="8450054" y="3040181"/>
                <a:ext cx="134162" cy="40004"/>
              </a:xfrm>
            </p:spPr>
          </p:sp>
        </mc:Fallback>
      </mc:AlternateContent>
      <mc:AlternateContent xmlns:mc="http://schemas.openxmlformats.org/markup-compatibility/2006" xmlns:p14="http://schemas.microsoft.com/office/powerpoint/2010/main">
        <mc:Choice Requires="p14">
          <p:contentPart p14:bwMode="auto" r:id="rId176">
            <p14:nvContentPartPr>
              <p14:cNvPr id="1048945" name="墨迹 1048944"/>
              <p14:cNvContentPartPr/>
              <p14:nvPr/>
            </p14:nvContentPartPr>
            <p14:xfrm>
              <a:off x="8501984" y="2949033"/>
              <a:ext cx="99037" cy="359381"/>
            </p14:xfrm>
          </p:contentPart>
        </mc:Choice>
        <mc:Fallback xmlns="">
          <p:sp>
            <p:nvSpPr>
              <p:cNvPr id="1048945" name=""/>
              <p:cNvSpPr/>
              <p:nvPr/>
            </p:nvSpPr>
            <p:spPr>
              <a:xfrm>
                <a:off x="8501984" y="2949033"/>
                <a:ext cx="99037" cy="359381"/>
              </a:xfrm>
            </p:spPr>
          </p:sp>
        </mc:Fallback>
      </mc:AlternateContent>
      <mc:AlternateContent xmlns:mc="http://schemas.openxmlformats.org/markup-compatibility/2006" xmlns:p14="http://schemas.microsoft.com/office/powerpoint/2010/main">
        <mc:Choice Requires="p14">
          <p:contentPart p14:bwMode="auto" r:id="rId177">
            <p14:nvContentPartPr>
              <p14:cNvPr id="1048946" name="墨迹 1048945"/>
              <p14:cNvContentPartPr/>
              <p14:nvPr/>
            </p14:nvContentPartPr>
            <p14:xfrm>
              <a:off x="8465482" y="3228358"/>
              <a:ext cx="157573" cy="192470"/>
            </p14:xfrm>
          </p:contentPart>
        </mc:Choice>
        <mc:Fallback xmlns="">
          <p:sp>
            <p:nvSpPr>
              <p:cNvPr id="1048946" name=""/>
              <p:cNvSpPr/>
              <p:nvPr/>
            </p:nvSpPr>
            <p:spPr>
              <a:xfrm>
                <a:off x="8465482" y="3228358"/>
                <a:ext cx="157573" cy="192470"/>
              </a:xfrm>
            </p:spPr>
          </p:sp>
        </mc:Fallback>
      </mc:AlternateContent>
      <mc:AlternateContent xmlns:mc="http://schemas.openxmlformats.org/markup-compatibility/2006" xmlns:p14="http://schemas.microsoft.com/office/powerpoint/2010/main">
        <mc:Choice Requires="p14">
          <p:contentPart p14:bwMode="auto" r:id="rId178">
            <p14:nvContentPartPr>
              <p14:cNvPr id="1048947" name="墨迹 1048946"/>
              <p14:cNvContentPartPr/>
              <p14:nvPr/>
            </p14:nvContentPartPr>
            <p14:xfrm>
              <a:off x="8570484" y="2941164"/>
              <a:ext cx="177649" cy="547385"/>
            </p14:xfrm>
          </p:contentPart>
        </mc:Choice>
        <mc:Fallback xmlns="">
          <p:sp>
            <p:nvSpPr>
              <p:cNvPr id="1048947" name=""/>
              <p:cNvSpPr/>
              <p:nvPr/>
            </p:nvSpPr>
            <p:spPr>
              <a:xfrm>
                <a:off x="8570484" y="2941164"/>
                <a:ext cx="177649" cy="547385"/>
              </a:xfrm>
            </p:spPr>
          </p:sp>
        </mc:Fallback>
      </mc:AlternateContent>
      <mc:AlternateContent xmlns:mc="http://schemas.openxmlformats.org/markup-compatibility/2006" xmlns:p14="http://schemas.microsoft.com/office/powerpoint/2010/main">
        <mc:Choice Requires="p14">
          <p:contentPart p14:bwMode="auto" r:id="rId179">
            <p14:nvContentPartPr>
              <p14:cNvPr id="1048948" name="墨迹 1048947"/>
              <p14:cNvContentPartPr/>
              <p14:nvPr/>
            </p14:nvContentPartPr>
            <p14:xfrm>
              <a:off x="8788173" y="2968268"/>
              <a:ext cx="57866" cy="420028"/>
            </p14:xfrm>
          </p:contentPart>
        </mc:Choice>
        <mc:Fallback xmlns="">
          <p:sp>
            <p:nvSpPr>
              <p:cNvPr id="1048948" name=""/>
              <p:cNvSpPr/>
              <p:nvPr/>
            </p:nvSpPr>
            <p:spPr>
              <a:xfrm>
                <a:off x="8788173" y="2968268"/>
                <a:ext cx="57866" cy="420028"/>
              </a:xfrm>
            </p:spPr>
          </p:sp>
        </mc:Fallback>
      </mc:AlternateContent>
      <mc:AlternateContent xmlns:mc="http://schemas.openxmlformats.org/markup-compatibility/2006" xmlns:p14="http://schemas.microsoft.com/office/powerpoint/2010/main">
        <mc:Choice Requires="p14">
          <p:contentPart p14:bwMode="auto" r:id="rId180">
            <p14:nvContentPartPr>
              <p14:cNvPr id="1048949" name="墨迹 1048948"/>
              <p14:cNvContentPartPr/>
              <p14:nvPr/>
            </p14:nvContentPartPr>
            <p14:xfrm>
              <a:off x="8812279" y="2961095"/>
              <a:ext cx="143755" cy="460730"/>
            </p14:xfrm>
          </p:contentPart>
        </mc:Choice>
        <mc:Fallback xmlns="">
          <p:sp>
            <p:nvSpPr>
              <p:cNvPr id="1048949" name=""/>
              <p:cNvSpPr/>
              <p:nvPr/>
            </p:nvSpPr>
            <p:spPr>
              <a:xfrm>
                <a:off x="8812279" y="2961095"/>
                <a:ext cx="143755" cy="460730"/>
              </a:xfrm>
            </p:spPr>
          </p:sp>
        </mc:Fallback>
      </mc:AlternateContent>
      <mc:AlternateContent xmlns:mc="http://schemas.openxmlformats.org/markup-compatibility/2006" xmlns:p14="http://schemas.microsoft.com/office/powerpoint/2010/main">
        <mc:Choice Requires="p14">
          <p:contentPart p14:bwMode="auto" r:id="rId181">
            <p14:nvContentPartPr>
              <p14:cNvPr id="1048950" name="墨迹 1048949"/>
              <p14:cNvContentPartPr/>
              <p14:nvPr/>
            </p14:nvContentPartPr>
            <p14:xfrm>
              <a:off x="8843505" y="3145441"/>
              <a:ext cx="91511" cy="119509"/>
            </p14:xfrm>
          </p:contentPart>
        </mc:Choice>
        <mc:Fallback xmlns="">
          <p:sp>
            <p:nvSpPr>
              <p:cNvPr id="1048950" name=""/>
              <p:cNvSpPr/>
              <p:nvPr/>
            </p:nvSpPr>
            <p:spPr>
              <a:xfrm>
                <a:off x="8843505" y="3145441"/>
                <a:ext cx="91511" cy="119509"/>
              </a:xfrm>
            </p:spPr>
          </p:sp>
        </mc:Fallback>
      </mc:AlternateContent>
      <mc:AlternateContent xmlns:mc="http://schemas.openxmlformats.org/markup-compatibility/2006" xmlns:p14="http://schemas.microsoft.com/office/powerpoint/2010/main">
        <mc:Choice Requires="p14">
          <p:contentPart p14:bwMode="auto" r:id="rId182">
            <p14:nvContentPartPr>
              <p14:cNvPr id="1048951" name="墨迹 1048950"/>
              <p14:cNvContentPartPr/>
              <p14:nvPr/>
            </p14:nvContentPartPr>
            <p14:xfrm>
              <a:off x="8938969" y="3081119"/>
              <a:ext cx="119943" cy="90873"/>
            </p14:xfrm>
          </p:contentPart>
        </mc:Choice>
        <mc:Fallback xmlns="">
          <p:sp>
            <p:nvSpPr>
              <p:cNvPr id="1048951" name=""/>
              <p:cNvSpPr/>
              <p:nvPr/>
            </p:nvSpPr>
            <p:spPr>
              <a:xfrm>
                <a:off x="8938969" y="3081119"/>
                <a:ext cx="119943" cy="90873"/>
              </a:xfrm>
            </p:spPr>
          </p:sp>
        </mc:Fallback>
      </mc:AlternateContent>
      <mc:AlternateContent xmlns:mc="http://schemas.openxmlformats.org/markup-compatibility/2006" xmlns:p14="http://schemas.microsoft.com/office/powerpoint/2010/main">
        <mc:Choice Requires="p14">
          <p:contentPart p14:bwMode="auto" r:id="rId183">
            <p14:nvContentPartPr>
              <p14:cNvPr id="1048952" name="墨迹 1048951"/>
              <p14:cNvContentPartPr/>
              <p14:nvPr/>
            </p14:nvContentPartPr>
            <p14:xfrm>
              <a:off x="8998936" y="3020256"/>
              <a:ext cx="424225" cy="309746"/>
            </p14:xfrm>
          </p:contentPart>
        </mc:Choice>
        <mc:Fallback xmlns="">
          <p:sp>
            <p:nvSpPr>
              <p:cNvPr id="1048952" name=""/>
              <p:cNvSpPr/>
              <p:nvPr/>
            </p:nvSpPr>
            <p:spPr>
              <a:xfrm>
                <a:off x="8998936" y="3020256"/>
                <a:ext cx="424225" cy="309746"/>
              </a:xfrm>
            </p:spPr>
          </p:sp>
        </mc:Fallback>
      </mc:AlternateContent>
      <mc:AlternateContent xmlns:mc="http://schemas.openxmlformats.org/markup-compatibility/2006" xmlns:p14="http://schemas.microsoft.com/office/powerpoint/2010/main">
        <mc:Choice Requires="p14">
          <p:contentPart p14:bwMode="auto" r:id="rId184">
            <p14:nvContentPartPr>
              <p14:cNvPr id="1048953" name="墨迹 1048952"/>
              <p14:cNvContentPartPr/>
              <p14:nvPr/>
            </p14:nvContentPartPr>
            <p14:xfrm>
              <a:off x="9673231" y="2815257"/>
              <a:ext cx="6899" cy="80440"/>
            </p14:xfrm>
          </p:contentPart>
        </mc:Choice>
        <mc:Fallback xmlns="">
          <p:sp>
            <p:nvSpPr>
              <p:cNvPr id="1048953" name=""/>
              <p:cNvSpPr/>
              <p:nvPr/>
            </p:nvSpPr>
            <p:spPr>
              <a:xfrm>
                <a:off x="9673231" y="2815257"/>
                <a:ext cx="6899" cy="80440"/>
              </a:xfrm>
            </p:spPr>
          </p:sp>
        </mc:Fallback>
      </mc:AlternateContent>
      <mc:AlternateContent xmlns:mc="http://schemas.openxmlformats.org/markup-compatibility/2006" xmlns:p14="http://schemas.microsoft.com/office/powerpoint/2010/main">
        <mc:Choice Requires="p14">
          <p:contentPart p14:bwMode="auto" r:id="rId185">
            <p14:nvContentPartPr>
              <p14:cNvPr id="1048954" name="墨迹 1048953"/>
              <p14:cNvContentPartPr/>
              <p14:nvPr/>
            </p14:nvContentPartPr>
            <p14:xfrm>
              <a:off x="9493012" y="2956027"/>
              <a:ext cx="343168" cy="66451"/>
            </p14:xfrm>
          </p:contentPart>
        </mc:Choice>
        <mc:Fallback xmlns="">
          <p:sp>
            <p:nvSpPr>
              <p:cNvPr id="1048954" name=""/>
              <p:cNvSpPr/>
              <p:nvPr/>
            </p:nvSpPr>
            <p:spPr>
              <a:xfrm>
                <a:off x="9493012" y="2956027"/>
                <a:ext cx="343168" cy="66451"/>
              </a:xfrm>
            </p:spPr>
          </p:sp>
        </mc:Fallback>
      </mc:AlternateContent>
      <mc:AlternateContent xmlns:mc="http://schemas.openxmlformats.org/markup-compatibility/2006" xmlns:p14="http://schemas.microsoft.com/office/powerpoint/2010/main">
        <mc:Choice Requires="p14">
          <p:contentPart p14:bwMode="auto" r:id="rId186">
            <p14:nvContentPartPr>
              <p14:cNvPr id="1048955" name="墨迹 1048954"/>
              <p14:cNvContentPartPr/>
              <p14:nvPr/>
            </p14:nvContentPartPr>
            <p14:xfrm>
              <a:off x="9562327" y="2997996"/>
              <a:ext cx="209987" cy="306199"/>
            </p14:xfrm>
          </p:contentPart>
        </mc:Choice>
        <mc:Fallback xmlns="">
          <p:sp>
            <p:nvSpPr>
              <p:cNvPr id="1048955" name=""/>
              <p:cNvSpPr/>
              <p:nvPr/>
            </p:nvSpPr>
            <p:spPr>
              <a:xfrm>
                <a:off x="9562327" y="2997996"/>
                <a:ext cx="209987" cy="306199"/>
              </a:xfrm>
            </p:spPr>
          </p:sp>
        </mc:Fallback>
      </mc:AlternateContent>
      <mc:AlternateContent xmlns:mc="http://schemas.openxmlformats.org/markup-compatibility/2006" xmlns:p14="http://schemas.microsoft.com/office/powerpoint/2010/main">
        <mc:Choice Requires="p14">
          <p:contentPart p14:bwMode="auto" r:id="rId187">
            <p14:nvContentPartPr>
              <p14:cNvPr id="1048956" name="墨迹 1048955"/>
              <p14:cNvContentPartPr/>
              <p14:nvPr/>
            </p14:nvContentPartPr>
            <p14:xfrm>
              <a:off x="9940403" y="2934070"/>
              <a:ext cx="248866" cy="272357"/>
            </p14:xfrm>
          </p:contentPart>
        </mc:Choice>
        <mc:Fallback xmlns="">
          <p:sp>
            <p:nvSpPr>
              <p:cNvPr id="1048956" name=""/>
              <p:cNvSpPr/>
              <p:nvPr/>
            </p:nvSpPr>
            <p:spPr>
              <a:xfrm>
                <a:off x="9940403" y="2934070"/>
                <a:ext cx="248866" cy="272357"/>
              </a:xfrm>
            </p:spPr>
          </p:sp>
        </mc:Fallback>
      </mc:AlternateContent>
      <mc:AlternateContent xmlns:mc="http://schemas.openxmlformats.org/markup-compatibility/2006" xmlns:p14="http://schemas.microsoft.com/office/powerpoint/2010/main">
        <mc:Choice Requires="p14">
          <p:contentPart p14:bwMode="auto" r:id="rId188">
            <p14:nvContentPartPr>
              <p14:cNvPr id="1048957" name="墨迹 1048956"/>
              <p14:cNvContentPartPr/>
              <p14:nvPr/>
            </p14:nvContentPartPr>
            <p14:xfrm>
              <a:off x="10004699" y="3021604"/>
              <a:ext cx="125125" cy="250491"/>
            </p14:xfrm>
          </p:contentPart>
        </mc:Choice>
        <mc:Fallback xmlns="">
          <p:sp>
            <p:nvSpPr>
              <p:cNvPr id="1048957" name=""/>
              <p:cNvSpPr/>
              <p:nvPr/>
            </p:nvSpPr>
            <p:spPr>
              <a:xfrm>
                <a:off x="10004699" y="3021604"/>
                <a:ext cx="125125" cy="250491"/>
              </a:xfrm>
            </p:spPr>
          </p:sp>
        </mc:Fallback>
      </mc:AlternateContent>
      <mc:AlternateContent xmlns:mc="http://schemas.openxmlformats.org/markup-compatibility/2006" xmlns:p14="http://schemas.microsoft.com/office/powerpoint/2010/main">
        <mc:Choice Requires="p14">
          <p:contentPart p14:bwMode="auto" r:id="rId189">
            <p14:nvContentPartPr>
              <p14:cNvPr id="1048958" name="墨迹 1048957"/>
              <p14:cNvContentPartPr/>
              <p14:nvPr/>
            </p14:nvContentPartPr>
            <p14:xfrm>
              <a:off x="10106578" y="2874713"/>
              <a:ext cx="198479" cy="550995"/>
            </p14:xfrm>
          </p:contentPart>
        </mc:Choice>
        <mc:Fallback xmlns="">
          <p:sp>
            <p:nvSpPr>
              <p:cNvPr id="1048958" name=""/>
              <p:cNvSpPr/>
              <p:nvPr/>
            </p:nvSpPr>
            <p:spPr>
              <a:xfrm>
                <a:off x="10106578" y="2874713"/>
                <a:ext cx="198479" cy="550995"/>
              </a:xfrm>
            </p:spPr>
          </p:sp>
        </mc:Fallback>
      </mc:AlternateContent>
      <mc:AlternateContent xmlns:mc="http://schemas.openxmlformats.org/markup-compatibility/2006" xmlns:p14="http://schemas.microsoft.com/office/powerpoint/2010/main">
        <mc:Choice Requires="p14">
          <p:contentPart p14:bwMode="auto" r:id="rId190">
            <p14:nvContentPartPr>
              <p14:cNvPr id="1048959" name="墨迹 1048958"/>
              <p14:cNvContentPartPr/>
              <p14:nvPr/>
            </p14:nvContentPartPr>
            <p14:xfrm>
              <a:off x="10487792" y="2911166"/>
              <a:ext cx="271816" cy="40490"/>
            </p14:xfrm>
          </p:contentPart>
        </mc:Choice>
        <mc:Fallback xmlns="">
          <p:sp>
            <p:nvSpPr>
              <p:cNvPr id="1048959" name=""/>
              <p:cNvSpPr/>
              <p:nvPr/>
            </p:nvSpPr>
            <p:spPr>
              <a:xfrm>
                <a:off x="10487792" y="2911166"/>
                <a:ext cx="271816" cy="40490"/>
              </a:xfrm>
            </p:spPr>
          </p:sp>
        </mc:Fallback>
      </mc:AlternateContent>
      <mc:AlternateContent xmlns:mc="http://schemas.openxmlformats.org/markup-compatibility/2006" xmlns:p14="http://schemas.microsoft.com/office/powerpoint/2010/main">
        <mc:Choice Requires="p14">
          <p:contentPart p14:bwMode="auto" r:id="rId191">
            <p14:nvContentPartPr>
              <p14:cNvPr id="1048960" name="墨迹 1048959"/>
              <p14:cNvContentPartPr/>
              <p14:nvPr/>
            </p14:nvContentPartPr>
            <p14:xfrm>
              <a:off x="10381494" y="2780283"/>
              <a:ext cx="283841" cy="387299"/>
            </p14:xfrm>
          </p:contentPart>
        </mc:Choice>
        <mc:Fallback xmlns="">
          <p:sp>
            <p:nvSpPr>
              <p:cNvPr id="1048960" name=""/>
              <p:cNvSpPr/>
              <p:nvPr/>
            </p:nvSpPr>
            <p:spPr>
              <a:xfrm>
                <a:off x="10381494" y="2780283"/>
                <a:ext cx="283841" cy="387299"/>
              </a:xfrm>
            </p:spPr>
          </p:sp>
        </mc:Fallback>
      </mc:AlternateContent>
      <mc:AlternateContent xmlns:mc="http://schemas.openxmlformats.org/markup-compatibility/2006" xmlns:p14="http://schemas.microsoft.com/office/powerpoint/2010/main">
        <mc:Choice Requires="p14">
          <p:contentPart p14:bwMode="auto" r:id="rId192">
            <p14:nvContentPartPr>
              <p14:cNvPr id="1048961" name="墨迹 1048960"/>
              <p14:cNvContentPartPr/>
              <p14:nvPr/>
            </p14:nvContentPartPr>
            <p14:xfrm>
              <a:off x="10548510" y="3008489"/>
              <a:ext cx="40990" cy="354225"/>
            </p14:xfrm>
          </p:contentPart>
        </mc:Choice>
        <mc:Fallback xmlns="">
          <p:sp>
            <p:nvSpPr>
              <p:cNvPr id="1048961" name=""/>
              <p:cNvSpPr/>
              <p:nvPr/>
            </p:nvSpPr>
            <p:spPr>
              <a:xfrm>
                <a:off x="10548510" y="3008489"/>
                <a:ext cx="40990" cy="354225"/>
              </a:xfrm>
            </p:spPr>
          </p:sp>
        </mc:Fallback>
      </mc:AlternateContent>
      <mc:AlternateContent xmlns:mc="http://schemas.openxmlformats.org/markup-compatibility/2006" xmlns:p14="http://schemas.microsoft.com/office/powerpoint/2010/main">
        <mc:Choice Requires="p14">
          <p:contentPart p14:bwMode="auto" r:id="rId193">
            <p14:nvContentPartPr>
              <p14:cNvPr id="1048962" name="墨迹 1048961"/>
              <p14:cNvContentPartPr/>
              <p14:nvPr/>
            </p14:nvContentPartPr>
            <p14:xfrm>
              <a:off x="10592177" y="3022664"/>
              <a:ext cx="157142" cy="338973"/>
            </p14:xfrm>
          </p:contentPart>
        </mc:Choice>
        <mc:Fallback xmlns="">
          <p:sp>
            <p:nvSpPr>
              <p:cNvPr id="1048962" name=""/>
              <p:cNvSpPr/>
              <p:nvPr/>
            </p:nvSpPr>
            <p:spPr>
              <a:xfrm>
                <a:off x="10592177" y="3022664"/>
                <a:ext cx="157142" cy="338973"/>
              </a:xfrm>
            </p:spPr>
          </p:sp>
        </mc:Fallback>
      </mc:AlternateContent>
      <mc:AlternateContent xmlns:mc="http://schemas.openxmlformats.org/markup-compatibility/2006" xmlns:p14="http://schemas.microsoft.com/office/powerpoint/2010/main">
        <mc:Choice Requires="p14">
          <p:contentPart p14:bwMode="auto" r:id="rId194">
            <p14:nvContentPartPr>
              <p14:cNvPr id="1048963" name="墨迹 1048962"/>
              <p14:cNvContentPartPr/>
              <p14:nvPr/>
            </p14:nvContentPartPr>
            <p14:xfrm>
              <a:off x="10614205" y="3110303"/>
              <a:ext cx="132417" cy="105804"/>
            </p14:xfrm>
          </p:contentPart>
        </mc:Choice>
        <mc:Fallback xmlns="">
          <p:sp>
            <p:nvSpPr>
              <p:cNvPr id="1048963" name=""/>
              <p:cNvSpPr/>
              <p:nvPr/>
            </p:nvSpPr>
            <p:spPr>
              <a:xfrm>
                <a:off x="10614205" y="3110303"/>
                <a:ext cx="132417" cy="105804"/>
              </a:xfrm>
            </p:spPr>
          </p:sp>
        </mc:Fallback>
      </mc:AlternateContent>
      <mc:AlternateContent xmlns:mc="http://schemas.openxmlformats.org/markup-compatibility/2006" xmlns:p14="http://schemas.microsoft.com/office/powerpoint/2010/main">
        <mc:Choice Requires="p14">
          <p:contentPart p14:bwMode="auto" r:id="rId195">
            <p14:nvContentPartPr>
              <p14:cNvPr id="1048964" name="墨迹 1048963"/>
              <p14:cNvContentPartPr/>
              <p14:nvPr/>
            </p14:nvContentPartPr>
            <p14:xfrm>
              <a:off x="10989605" y="2874713"/>
              <a:ext cx="10298" cy="149436"/>
            </p14:xfrm>
          </p:contentPart>
        </mc:Choice>
        <mc:Fallback xmlns="">
          <p:sp>
            <p:nvSpPr>
              <p:cNvPr id="1048964" name=""/>
              <p:cNvSpPr/>
              <p:nvPr/>
            </p:nvSpPr>
            <p:spPr>
              <a:xfrm>
                <a:off x="10989605" y="2874713"/>
                <a:ext cx="10298" cy="149436"/>
              </a:xfrm>
            </p:spPr>
          </p:sp>
        </mc:Fallback>
      </mc:AlternateContent>
      <mc:AlternateContent xmlns:mc="http://schemas.openxmlformats.org/markup-compatibility/2006" xmlns:p14="http://schemas.microsoft.com/office/powerpoint/2010/main">
        <mc:Choice Requires="p14">
          <p:contentPart p14:bwMode="auto" r:id="rId196">
            <p14:nvContentPartPr>
              <p14:cNvPr id="1048965" name="墨迹 1048964"/>
              <p14:cNvContentPartPr/>
              <p14:nvPr/>
            </p14:nvContentPartPr>
            <p14:xfrm>
              <a:off x="10885419" y="2799719"/>
              <a:ext cx="254449" cy="265514"/>
            </p14:xfrm>
          </p:contentPart>
        </mc:Choice>
        <mc:Fallback xmlns="">
          <p:sp>
            <p:nvSpPr>
              <p:cNvPr id="1048965" name=""/>
              <p:cNvSpPr/>
              <p:nvPr/>
            </p:nvSpPr>
            <p:spPr>
              <a:xfrm>
                <a:off x="10885419" y="2799719"/>
                <a:ext cx="254449" cy="265514"/>
              </a:xfrm>
            </p:spPr>
          </p:sp>
        </mc:Fallback>
      </mc:AlternateContent>
      <mc:AlternateContent xmlns:mc="http://schemas.openxmlformats.org/markup-compatibility/2006" xmlns:p14="http://schemas.microsoft.com/office/powerpoint/2010/main">
        <mc:Choice Requires="p14">
          <p:contentPart p14:bwMode="auto" r:id="rId197">
            <p14:nvContentPartPr>
              <p14:cNvPr id="1048966" name="墨迹 1048965"/>
              <p14:cNvContentPartPr/>
              <p14:nvPr/>
            </p14:nvContentPartPr>
            <p14:xfrm>
              <a:off x="10984605" y="3078564"/>
              <a:ext cx="90145" cy="251787"/>
            </p14:xfrm>
          </p:contentPart>
        </mc:Choice>
        <mc:Fallback xmlns="">
          <p:sp>
            <p:nvSpPr>
              <p:cNvPr id="1048966" name=""/>
              <p:cNvSpPr/>
              <p:nvPr/>
            </p:nvSpPr>
            <p:spPr>
              <a:xfrm>
                <a:off x="10984605" y="3078564"/>
                <a:ext cx="90145" cy="251787"/>
              </a:xfrm>
            </p:spPr>
          </p:sp>
        </mc:Fallback>
      </mc:AlternateContent>
      <mc:AlternateContent xmlns:mc="http://schemas.openxmlformats.org/markup-compatibility/2006" xmlns:p14="http://schemas.microsoft.com/office/powerpoint/2010/main">
        <mc:Choice Requires="p14">
          <p:contentPart p14:bwMode="auto" r:id="rId198">
            <p14:nvContentPartPr>
              <p14:cNvPr id="1048967" name="墨迹 1048966"/>
              <p14:cNvContentPartPr/>
              <p14:nvPr/>
            </p14:nvContentPartPr>
            <p14:xfrm>
              <a:off x="10885782" y="3168495"/>
              <a:ext cx="178543" cy="93024"/>
            </p14:xfrm>
          </p:contentPart>
        </mc:Choice>
        <mc:Fallback xmlns="">
          <p:sp>
            <p:nvSpPr>
              <p:cNvPr id="1048967" name=""/>
              <p:cNvSpPr/>
              <p:nvPr/>
            </p:nvSpPr>
            <p:spPr>
              <a:xfrm>
                <a:off x="10885782" y="3168495"/>
                <a:ext cx="178543" cy="93024"/>
              </a:xfrm>
            </p:spPr>
          </p:sp>
        </mc:Fallback>
      </mc:AlternateContent>
      <mc:AlternateContent xmlns:mc="http://schemas.openxmlformats.org/markup-compatibility/2006" xmlns:p14="http://schemas.microsoft.com/office/powerpoint/2010/main">
        <mc:Choice Requires="p14">
          <p:contentPart p14:bwMode="auto" r:id="rId199">
            <p14:nvContentPartPr>
              <p14:cNvPr id="1048968" name="墨迹 1048967"/>
              <p14:cNvContentPartPr/>
              <p14:nvPr/>
            </p14:nvContentPartPr>
            <p14:xfrm>
              <a:off x="11122284" y="2900069"/>
              <a:ext cx="84163" cy="416563"/>
            </p14:xfrm>
          </p:contentPart>
        </mc:Choice>
        <mc:Fallback xmlns="">
          <p:sp>
            <p:nvSpPr>
              <p:cNvPr id="1048968" name=""/>
              <p:cNvSpPr/>
              <p:nvPr/>
            </p:nvSpPr>
            <p:spPr>
              <a:xfrm>
                <a:off x="11122284" y="2900069"/>
                <a:ext cx="84163" cy="416563"/>
              </a:xfrm>
            </p:spPr>
          </p:sp>
        </mc:Fallback>
      </mc:AlternateContent>
      <mc:AlternateContent xmlns:mc="http://schemas.openxmlformats.org/markup-compatibility/2006" xmlns:p14="http://schemas.microsoft.com/office/powerpoint/2010/main">
        <mc:Choice Requires="p14">
          <p:contentPart p14:bwMode="auto" r:id="rId200">
            <p14:nvContentPartPr>
              <p14:cNvPr id="1048969" name="墨迹 1048968"/>
              <p14:cNvContentPartPr/>
              <p14:nvPr/>
            </p14:nvContentPartPr>
            <p14:xfrm>
              <a:off x="11321952" y="3040840"/>
              <a:ext cx="5458" cy="104928"/>
            </p14:xfrm>
          </p:contentPart>
        </mc:Choice>
        <mc:Fallback xmlns="">
          <p:sp>
            <p:nvSpPr>
              <p:cNvPr id="1048969" name=""/>
              <p:cNvSpPr/>
              <p:nvPr/>
            </p:nvSpPr>
            <p:spPr>
              <a:xfrm>
                <a:off x="11321952" y="3040840"/>
                <a:ext cx="5458" cy="104928"/>
              </a:xfrm>
            </p:spPr>
          </p:sp>
        </mc:Fallback>
      </mc:AlternateContent>
      <mc:AlternateContent xmlns:mc="http://schemas.openxmlformats.org/markup-compatibility/2006" xmlns:p14="http://schemas.microsoft.com/office/powerpoint/2010/main">
        <mc:Choice Requires="p14">
          <p:contentPart p14:bwMode="auto" r:id="rId201">
            <p14:nvContentPartPr>
              <p14:cNvPr id="1048970" name="墨迹 1048969"/>
              <p14:cNvContentPartPr/>
              <p14:nvPr/>
            </p14:nvContentPartPr>
            <p14:xfrm>
              <a:off x="11291247" y="3043138"/>
              <a:ext cx="102777" cy="124488"/>
            </p14:xfrm>
          </p:contentPart>
        </mc:Choice>
        <mc:Fallback xmlns="">
          <p:sp>
            <p:nvSpPr>
              <p:cNvPr id="1048970" name=""/>
              <p:cNvSpPr/>
              <p:nvPr/>
            </p:nvSpPr>
            <p:spPr>
              <a:xfrm>
                <a:off x="11291247" y="3043138"/>
                <a:ext cx="102777" cy="124488"/>
              </a:xfrm>
            </p:spPr>
          </p:sp>
        </mc:Fallback>
      </mc:AlternateContent>
      <mc:AlternateContent xmlns:mc="http://schemas.openxmlformats.org/markup-compatibility/2006" xmlns:p14="http://schemas.microsoft.com/office/powerpoint/2010/main">
        <mc:Choice Requires="p14">
          <p:contentPart p14:bwMode="auto" r:id="rId202">
            <p14:nvContentPartPr>
              <p14:cNvPr id="1048971" name="墨迹 1048970"/>
              <p14:cNvContentPartPr/>
              <p14:nvPr/>
            </p14:nvContentPartPr>
            <p14:xfrm>
              <a:off x="11347466" y="2859194"/>
              <a:ext cx="322660" cy="494489"/>
            </p14:xfrm>
          </p:contentPart>
        </mc:Choice>
        <mc:Fallback xmlns="">
          <p:sp>
            <p:nvSpPr>
              <p:cNvPr id="1048971" name=""/>
              <p:cNvSpPr/>
              <p:nvPr/>
            </p:nvSpPr>
            <p:spPr>
              <a:xfrm>
                <a:off x="11347466" y="2859194"/>
                <a:ext cx="322660" cy="494489"/>
              </a:xfrm>
            </p:spPr>
          </p:sp>
        </mc:Fallback>
      </mc:AlternateContent>
      <mc:AlternateContent xmlns:mc="http://schemas.openxmlformats.org/markup-compatibility/2006" xmlns:p14="http://schemas.microsoft.com/office/powerpoint/2010/main">
        <mc:Choice Requires="p14">
          <p:contentPart p14:bwMode="auto" r:id="rId203">
            <p14:nvContentPartPr>
              <p14:cNvPr id="1048972" name="墨迹 1048971"/>
              <p14:cNvContentPartPr/>
              <p14:nvPr/>
            </p14:nvContentPartPr>
            <p14:xfrm>
              <a:off x="11404952" y="2940170"/>
              <a:ext cx="350391" cy="417822"/>
            </p14:xfrm>
          </p:contentPart>
        </mc:Choice>
        <mc:Fallback xmlns="">
          <p:sp>
            <p:nvSpPr>
              <p:cNvPr id="1048972" name=""/>
              <p:cNvSpPr/>
              <p:nvPr/>
            </p:nvSpPr>
            <p:spPr>
              <a:xfrm>
                <a:off x="11404952" y="2940170"/>
                <a:ext cx="350391" cy="417822"/>
              </a:xfrm>
            </p:spPr>
          </p:sp>
        </mc:Fallback>
      </mc:AlternateContent>
      <mc:AlternateContent xmlns:mc="http://schemas.openxmlformats.org/markup-compatibility/2006" xmlns:p14="http://schemas.microsoft.com/office/powerpoint/2010/main">
        <mc:Choice Requires="p14">
          <p:contentPart p14:bwMode="auto" r:id="rId204">
            <p14:nvContentPartPr>
              <p14:cNvPr id="1048973" name="墨迹 1048972"/>
              <p14:cNvContentPartPr/>
              <p14:nvPr/>
            </p14:nvContentPartPr>
            <p14:xfrm>
              <a:off x="11509336" y="3109277"/>
              <a:ext cx="314291" cy="92693"/>
            </p14:xfrm>
          </p:contentPart>
        </mc:Choice>
        <mc:Fallback xmlns="">
          <p:sp>
            <p:nvSpPr>
              <p:cNvPr id="1048973" name=""/>
              <p:cNvSpPr/>
              <p:nvPr/>
            </p:nvSpPr>
            <p:spPr>
              <a:xfrm>
                <a:off x="11509336" y="3109277"/>
                <a:ext cx="314291" cy="92693"/>
              </a:xfrm>
            </p:spPr>
          </p:sp>
        </mc:Fallback>
      </mc:AlternateContent>
      <mc:AlternateContent xmlns:mc="http://schemas.openxmlformats.org/markup-compatibility/2006" xmlns:p14="http://schemas.microsoft.com/office/powerpoint/2010/main">
        <mc:Choice Requires="p14">
          <p:contentPart p14:bwMode="auto" r:id="rId205">
            <p14:nvContentPartPr>
              <p14:cNvPr id="1048974" name="墨迹 1048973"/>
              <p14:cNvContentPartPr/>
              <p14:nvPr/>
            </p14:nvContentPartPr>
            <p14:xfrm>
              <a:off x="11876570" y="3182485"/>
              <a:ext cx="29787" cy="35627"/>
            </p14:xfrm>
          </p:contentPart>
        </mc:Choice>
        <mc:Fallback xmlns="">
          <p:sp>
            <p:nvSpPr>
              <p:cNvPr id="1048974" name=""/>
              <p:cNvSpPr/>
              <p:nvPr/>
            </p:nvSpPr>
            <p:spPr>
              <a:xfrm>
                <a:off x="11876570" y="3182485"/>
                <a:ext cx="29787" cy="35627"/>
              </a:xfrm>
            </p:spPr>
          </p:sp>
        </mc:Fallback>
      </mc:AlternateContent>
      <mc:AlternateContent xmlns:mc="http://schemas.openxmlformats.org/markup-compatibility/2006" xmlns:p14="http://schemas.microsoft.com/office/powerpoint/2010/main">
        <mc:Choice Requires="p14">
          <p:contentPart p14:bwMode="auto" r:id="rId206">
            <p14:nvContentPartPr>
              <p14:cNvPr id="1052671" name="墨迹 1052670"/>
              <p14:cNvContentPartPr/>
              <p14:nvPr/>
            </p14:nvContentPartPr>
            <p14:xfrm>
              <a:off x="11635608" y="5061131"/>
              <a:ext cx="51036" cy="213279"/>
            </p14:xfrm>
          </p:contentPart>
        </mc:Choice>
        <mc:Fallback xmlns="">
          <p:sp>
            <p:nvSpPr>
              <p:cNvPr id="1052671" name=""/>
              <p:cNvSpPr/>
              <p:nvPr/>
            </p:nvSpPr>
            <p:spPr>
              <a:xfrm>
                <a:off x="11635608" y="5061131"/>
                <a:ext cx="51036" cy="213279"/>
              </a:xfrm>
            </p:spPr>
          </p:sp>
        </mc:Fallback>
      </mc:AlternateContent>
      <mc:AlternateContent xmlns:mc="http://schemas.openxmlformats.org/markup-compatibility/2006" xmlns:p14="http://schemas.microsoft.com/office/powerpoint/2010/main">
        <mc:Choice Requires="p14">
          <p:contentPart p14:bwMode="auto" r:id="rId207">
            <p14:nvContentPartPr>
              <p14:cNvPr id="1052672" name="墨迹 1052671"/>
              <p14:cNvContentPartPr/>
              <p14:nvPr/>
            </p14:nvContentPartPr>
            <p14:xfrm>
              <a:off x="3677892" y="1021439"/>
              <a:ext cx="163518" cy="434464"/>
            </p14:xfrm>
          </p:contentPart>
        </mc:Choice>
        <mc:Fallback xmlns="">
          <p:sp>
            <p:nvSpPr>
              <p:cNvPr id="1052672" name=""/>
              <p:cNvSpPr/>
              <p:nvPr/>
            </p:nvSpPr>
            <p:spPr>
              <a:xfrm>
                <a:off x="3677892" y="1021439"/>
                <a:ext cx="163518" cy="434464"/>
              </a:xfrm>
            </p:spPr>
          </p:sp>
        </mc:Fallback>
      </mc:AlternateContent>
      <mc:AlternateContent xmlns:mc="http://schemas.openxmlformats.org/markup-compatibility/2006" xmlns:p14="http://schemas.microsoft.com/office/powerpoint/2010/main">
        <mc:Choice Requires="p14">
          <p:contentPart p14:bwMode="auto" r:id="rId208">
            <p14:nvContentPartPr>
              <p14:cNvPr id="1052673" name="墨迹 1052672"/>
              <p14:cNvContentPartPr/>
              <p14:nvPr/>
            </p14:nvContentPartPr>
            <p14:xfrm>
              <a:off x="3940332" y="1172119"/>
              <a:ext cx="10575" cy="67676"/>
            </p14:xfrm>
          </p:contentPart>
        </mc:Choice>
        <mc:Fallback xmlns="">
          <p:sp>
            <p:nvSpPr>
              <p:cNvPr id="1052673" name=""/>
              <p:cNvSpPr/>
              <p:nvPr/>
            </p:nvSpPr>
            <p:spPr>
              <a:xfrm>
                <a:off x="3940332" y="1172119"/>
                <a:ext cx="10575" cy="67676"/>
              </a:xfrm>
            </p:spPr>
          </p:sp>
        </mc:Fallback>
      </mc:AlternateContent>
      <mc:AlternateContent xmlns:mc="http://schemas.openxmlformats.org/markup-compatibility/2006" xmlns:p14="http://schemas.microsoft.com/office/powerpoint/2010/main">
        <mc:Choice Requires="p14">
          <p:contentPart p14:bwMode="auto" r:id="rId209">
            <p14:nvContentPartPr>
              <p14:cNvPr id="1052674" name="墨迹 1052673"/>
              <p14:cNvContentPartPr/>
              <p14:nvPr/>
            </p14:nvContentPartPr>
            <p14:xfrm>
              <a:off x="3957666" y="1310380"/>
              <a:ext cx="15206" cy="45534"/>
            </p14:xfrm>
          </p:contentPart>
        </mc:Choice>
        <mc:Fallback xmlns="">
          <p:sp>
            <p:nvSpPr>
              <p:cNvPr id="1052674" name=""/>
              <p:cNvSpPr/>
              <p:nvPr/>
            </p:nvSpPr>
            <p:spPr>
              <a:xfrm>
                <a:off x="3957666" y="1310380"/>
                <a:ext cx="15206" cy="45534"/>
              </a:xfrm>
            </p:spPr>
          </p:sp>
        </mc:Fallback>
      </mc:AlternateContent>
      <mc:AlternateContent xmlns:mc="http://schemas.openxmlformats.org/markup-compatibility/2006" xmlns:p14="http://schemas.microsoft.com/office/powerpoint/2010/main">
        <mc:Choice Requires="p14">
          <p:contentPart p14:bwMode="auto" r:id="rId210">
            <p14:nvContentPartPr>
              <p14:cNvPr id="1052675" name="墨迹 1052674"/>
              <p14:cNvContentPartPr/>
              <p14:nvPr/>
            </p14:nvContentPartPr>
            <p14:xfrm>
              <a:off x="4041057" y="904704"/>
              <a:ext cx="201006" cy="496441"/>
            </p14:xfrm>
          </p:contentPart>
        </mc:Choice>
        <mc:Fallback xmlns="">
          <p:sp>
            <p:nvSpPr>
              <p:cNvPr id="1052675" name=""/>
              <p:cNvSpPr/>
              <p:nvPr/>
            </p:nvSpPr>
            <p:spPr>
              <a:xfrm>
                <a:off x="4041057" y="904704"/>
                <a:ext cx="201006" cy="496441"/>
              </a:xfrm>
            </p:spPr>
          </p:sp>
        </mc:Fallback>
      </mc:AlternateContent>
      <mc:AlternateContent xmlns:mc="http://schemas.openxmlformats.org/markup-compatibility/2006" xmlns:p14="http://schemas.microsoft.com/office/powerpoint/2010/main">
        <mc:Choice Requires="p14">
          <p:contentPart p14:bwMode="auto" r:id="rId211">
            <p14:nvContentPartPr>
              <p14:cNvPr id="1052676" name="墨迹 1052675"/>
              <p14:cNvContentPartPr/>
              <p14:nvPr/>
            </p14:nvContentPartPr>
            <p14:xfrm>
              <a:off x="4105504" y="1283354"/>
              <a:ext cx="152661" cy="112509"/>
            </p14:xfrm>
          </p:contentPart>
        </mc:Choice>
        <mc:Fallback xmlns="">
          <p:sp>
            <p:nvSpPr>
              <p:cNvPr id="1052676" name=""/>
              <p:cNvSpPr/>
              <p:nvPr/>
            </p:nvSpPr>
            <p:spPr>
              <a:xfrm>
                <a:off x="4105504" y="1283354"/>
                <a:ext cx="152661" cy="112509"/>
              </a:xfrm>
            </p:spPr>
          </p:sp>
        </mc:Fallback>
      </mc:AlternateContent>
      <mc:AlternateContent xmlns:mc="http://schemas.openxmlformats.org/markup-compatibility/2006" xmlns:p14="http://schemas.microsoft.com/office/powerpoint/2010/main">
        <mc:Choice Requires="p14">
          <p:contentPart p14:bwMode="auto" r:id="rId212">
            <p14:nvContentPartPr>
              <p14:cNvPr id="1052677" name="墨迹 1052676"/>
              <p14:cNvContentPartPr/>
              <p14:nvPr/>
            </p14:nvContentPartPr>
            <p14:xfrm>
              <a:off x="4375821" y="923746"/>
              <a:ext cx="266125" cy="484843"/>
            </p14:xfrm>
          </p:contentPart>
        </mc:Choice>
        <mc:Fallback xmlns="">
          <p:sp>
            <p:nvSpPr>
              <p:cNvPr id="1052677" name=""/>
              <p:cNvSpPr/>
              <p:nvPr/>
            </p:nvSpPr>
            <p:spPr>
              <a:xfrm>
                <a:off x="4375821" y="923746"/>
                <a:ext cx="266125" cy="484843"/>
              </a:xfrm>
            </p:spPr>
          </p:sp>
        </mc:Fallback>
      </mc:AlternateContent>
      <mc:AlternateContent xmlns:mc="http://schemas.openxmlformats.org/markup-compatibility/2006" xmlns:p14="http://schemas.microsoft.com/office/powerpoint/2010/main">
        <mc:Choice Requires="p14">
          <p:contentPart p14:bwMode="auto" r:id="rId213">
            <p14:nvContentPartPr>
              <p14:cNvPr id="1052678" name="墨迹 1052677"/>
              <p14:cNvContentPartPr/>
              <p14:nvPr/>
            </p14:nvContentPartPr>
            <p14:xfrm>
              <a:off x="4427585" y="1080328"/>
              <a:ext cx="194905" cy="260584"/>
            </p14:xfrm>
          </p:contentPart>
        </mc:Choice>
        <mc:Fallback xmlns="">
          <p:sp>
            <p:nvSpPr>
              <p:cNvPr id="1052678" name=""/>
              <p:cNvSpPr/>
              <p:nvPr/>
            </p:nvSpPr>
            <p:spPr>
              <a:xfrm>
                <a:off x="4427585" y="1080328"/>
                <a:ext cx="194905" cy="260584"/>
              </a:xfrm>
            </p:spPr>
          </p:sp>
        </mc:Fallback>
      </mc:AlternateContent>
      <mc:AlternateContent xmlns:mc="http://schemas.openxmlformats.org/markup-compatibility/2006" xmlns:p14="http://schemas.microsoft.com/office/powerpoint/2010/main">
        <mc:Choice Requires="p14">
          <p:contentPart p14:bwMode="auto" r:id="rId214">
            <p14:nvContentPartPr>
              <p14:cNvPr id="1052679" name="墨迹 1052678"/>
              <p14:cNvContentPartPr/>
              <p14:nvPr/>
            </p14:nvContentPartPr>
            <p14:xfrm>
              <a:off x="4462850" y="1185365"/>
              <a:ext cx="371352" cy="174938"/>
            </p14:xfrm>
          </p:contentPart>
        </mc:Choice>
        <mc:Fallback xmlns="">
          <p:sp>
            <p:nvSpPr>
              <p:cNvPr id="1052679" name=""/>
              <p:cNvSpPr/>
              <p:nvPr/>
            </p:nvSpPr>
            <p:spPr>
              <a:xfrm>
                <a:off x="4462850" y="1185365"/>
                <a:ext cx="371352" cy="174938"/>
              </a:xfrm>
            </p:spPr>
          </p:sp>
        </mc:Fallback>
      </mc:AlternateContent>
      <mc:AlternateContent xmlns:mc="http://schemas.openxmlformats.org/markup-compatibility/2006" xmlns:p14="http://schemas.microsoft.com/office/powerpoint/2010/main">
        <mc:Choice Requires="p14">
          <p:contentPart p14:bwMode="auto" r:id="rId215">
            <p14:nvContentPartPr>
              <p14:cNvPr id="1052680" name="墨迹 1052679"/>
              <p14:cNvContentPartPr/>
              <p14:nvPr/>
            </p14:nvContentPartPr>
            <p14:xfrm>
              <a:off x="4905519" y="1299617"/>
              <a:ext cx="0" cy="0"/>
            </p14:xfrm>
          </p:contentPart>
        </mc:Choice>
        <mc:Fallback xmlns="">
          <p:sp>
            <p:nvSpPr>
              <p:cNvPr id="1052680" name=""/>
              <p:cNvSpPr/>
              <p:nvPr/>
            </p:nvSpPr>
            <p:spPr>
              <a:xfrm>
                <a:off x="4905519" y="1299617"/>
                <a:ext cx="0" cy="0"/>
              </a:xfrm>
            </p:spPr>
          </p:sp>
        </mc:Fallback>
      </mc:AlternateContent>
      <mc:AlternateContent xmlns:mc="http://schemas.openxmlformats.org/markup-compatibility/2006" xmlns:p14="http://schemas.microsoft.com/office/powerpoint/2010/main">
        <mc:Choice Requires="p14">
          <p:contentPart p14:bwMode="auto" r:id="rId216">
            <p14:nvContentPartPr>
              <p14:cNvPr id="1052681" name="墨迹 1052680"/>
              <p14:cNvContentPartPr/>
              <p14:nvPr/>
            </p14:nvContentPartPr>
            <p14:xfrm>
              <a:off x="5142906" y="1174485"/>
              <a:ext cx="233630" cy="6211"/>
            </p14:xfrm>
          </p:contentPart>
        </mc:Choice>
        <mc:Fallback xmlns="">
          <p:sp>
            <p:nvSpPr>
              <p:cNvPr id="1052681" name=""/>
              <p:cNvSpPr/>
              <p:nvPr/>
            </p:nvSpPr>
            <p:spPr>
              <a:xfrm>
                <a:off x="5142906" y="1174485"/>
                <a:ext cx="233630" cy="6211"/>
              </a:xfrm>
            </p:spPr>
          </p:sp>
        </mc:Fallback>
      </mc:AlternateContent>
      <mc:AlternateContent xmlns:mc="http://schemas.openxmlformats.org/markup-compatibility/2006" xmlns:p14="http://schemas.microsoft.com/office/powerpoint/2010/main">
        <mc:Choice Requires="p14">
          <p:contentPart p14:bwMode="auto" r:id="rId217">
            <p14:nvContentPartPr>
              <p14:cNvPr id="1052682" name="墨迹 1052681"/>
              <p14:cNvContentPartPr/>
              <p14:nvPr/>
            </p14:nvContentPartPr>
            <p14:xfrm>
              <a:off x="5119252" y="1263511"/>
              <a:ext cx="416200" cy="21203"/>
            </p14:xfrm>
          </p:contentPart>
        </mc:Choice>
        <mc:Fallback xmlns="">
          <p:sp>
            <p:nvSpPr>
              <p:cNvPr id="1052682" name=""/>
              <p:cNvSpPr/>
              <p:nvPr/>
            </p:nvSpPr>
            <p:spPr>
              <a:xfrm>
                <a:off x="5119252" y="1263511"/>
                <a:ext cx="416200" cy="21203"/>
              </a:xfrm>
            </p:spPr>
          </p:sp>
        </mc:Fallback>
      </mc:AlternateContent>
      <mc:AlternateContent xmlns:mc="http://schemas.openxmlformats.org/markup-compatibility/2006" xmlns:p14="http://schemas.microsoft.com/office/powerpoint/2010/main">
        <mc:Choice Requires="p14">
          <p:contentPart p14:bwMode="auto" r:id="rId218">
            <p14:nvContentPartPr>
              <p14:cNvPr id="1052683" name="墨迹 1052682"/>
              <p14:cNvContentPartPr/>
              <p14:nvPr/>
            </p14:nvContentPartPr>
            <p14:xfrm>
              <a:off x="5887165" y="811978"/>
              <a:ext cx="28816" cy="25471"/>
            </p14:xfrm>
          </p:contentPart>
        </mc:Choice>
        <mc:Fallback xmlns="">
          <p:sp>
            <p:nvSpPr>
              <p:cNvPr id="1052683" name=""/>
              <p:cNvSpPr/>
              <p:nvPr/>
            </p:nvSpPr>
            <p:spPr>
              <a:xfrm>
                <a:off x="5887165" y="811978"/>
                <a:ext cx="28816" cy="25471"/>
              </a:xfrm>
            </p:spPr>
          </p:sp>
        </mc:Fallback>
      </mc:AlternateContent>
      <mc:AlternateContent xmlns:mc="http://schemas.openxmlformats.org/markup-compatibility/2006" xmlns:p14="http://schemas.microsoft.com/office/powerpoint/2010/main">
        <mc:Choice Requires="p14">
          <p:contentPart p14:bwMode="auto" r:id="rId219">
            <p14:nvContentPartPr>
              <p14:cNvPr id="1052684" name="墨迹 1052683"/>
              <p14:cNvContentPartPr/>
              <p14:nvPr/>
            </p14:nvContentPartPr>
            <p14:xfrm>
              <a:off x="5771429" y="908523"/>
              <a:ext cx="267099" cy="59102"/>
            </p14:xfrm>
          </p:contentPart>
        </mc:Choice>
        <mc:Fallback xmlns="">
          <p:sp>
            <p:nvSpPr>
              <p:cNvPr id="1052684" name=""/>
              <p:cNvSpPr/>
              <p:nvPr/>
            </p:nvSpPr>
            <p:spPr>
              <a:xfrm>
                <a:off x="5771429" y="908523"/>
                <a:ext cx="267099" cy="59102"/>
              </a:xfrm>
            </p:spPr>
          </p:sp>
        </mc:Fallback>
      </mc:AlternateContent>
      <mc:AlternateContent xmlns:mc="http://schemas.openxmlformats.org/markup-compatibility/2006" xmlns:p14="http://schemas.microsoft.com/office/powerpoint/2010/main">
        <mc:Choice Requires="p14">
          <p:contentPart p14:bwMode="auto" r:id="rId220">
            <p14:nvContentPartPr>
              <p14:cNvPr id="1052685" name="墨迹 1052684"/>
              <p14:cNvContentPartPr/>
              <p14:nvPr/>
            </p14:nvContentPartPr>
            <p14:xfrm>
              <a:off x="5640527" y="967625"/>
              <a:ext cx="173986" cy="610540"/>
            </p14:xfrm>
          </p:contentPart>
        </mc:Choice>
        <mc:Fallback xmlns="">
          <p:sp>
            <p:nvSpPr>
              <p:cNvPr id="1052685" name=""/>
              <p:cNvSpPr/>
              <p:nvPr/>
            </p:nvSpPr>
            <p:spPr>
              <a:xfrm>
                <a:off x="5640527" y="967625"/>
                <a:ext cx="173986" cy="610540"/>
              </a:xfrm>
            </p:spPr>
          </p:sp>
        </mc:Fallback>
      </mc:AlternateContent>
      <mc:AlternateContent xmlns:mc="http://schemas.openxmlformats.org/markup-compatibility/2006" xmlns:p14="http://schemas.microsoft.com/office/powerpoint/2010/main">
        <mc:Choice Requires="p14">
          <p:contentPart p14:bwMode="auto" r:id="rId221">
            <p14:nvContentPartPr>
              <p14:cNvPr id="1052686" name="墨迹 1052685"/>
              <p14:cNvContentPartPr/>
              <p14:nvPr/>
            </p14:nvContentPartPr>
            <p14:xfrm>
              <a:off x="5787656" y="988323"/>
              <a:ext cx="102043" cy="167758"/>
            </p14:xfrm>
          </p:contentPart>
        </mc:Choice>
        <mc:Fallback xmlns="">
          <p:sp>
            <p:nvSpPr>
              <p:cNvPr id="1052686" name=""/>
              <p:cNvSpPr/>
              <p:nvPr/>
            </p:nvSpPr>
            <p:spPr>
              <a:xfrm>
                <a:off x="5787656" y="988323"/>
                <a:ext cx="102043" cy="167758"/>
              </a:xfrm>
            </p:spPr>
          </p:sp>
        </mc:Fallback>
      </mc:AlternateContent>
      <mc:AlternateContent xmlns:mc="http://schemas.openxmlformats.org/markup-compatibility/2006" xmlns:p14="http://schemas.microsoft.com/office/powerpoint/2010/main">
        <mc:Choice Requires="p14">
          <p:contentPart p14:bwMode="auto" r:id="rId222">
            <p14:nvContentPartPr>
              <p14:cNvPr id="1052687" name="墨迹 1052686"/>
              <p14:cNvContentPartPr/>
              <p14:nvPr/>
            </p14:nvContentPartPr>
            <p14:xfrm>
              <a:off x="5822116" y="1012840"/>
              <a:ext cx="172306" cy="224823"/>
            </p14:xfrm>
          </p:contentPart>
        </mc:Choice>
        <mc:Fallback xmlns="">
          <p:sp>
            <p:nvSpPr>
              <p:cNvPr id="1052687" name=""/>
              <p:cNvSpPr/>
              <p:nvPr/>
            </p:nvSpPr>
            <p:spPr>
              <a:xfrm>
                <a:off x="5822116" y="1012840"/>
                <a:ext cx="172306" cy="224823"/>
              </a:xfrm>
            </p:spPr>
          </p:sp>
        </mc:Fallback>
      </mc:AlternateContent>
      <mc:AlternateContent xmlns:mc="http://schemas.openxmlformats.org/markup-compatibility/2006" xmlns:p14="http://schemas.microsoft.com/office/powerpoint/2010/main">
        <mc:Choice Requires="p14">
          <p:contentPart p14:bwMode="auto" r:id="rId223">
            <p14:nvContentPartPr>
              <p14:cNvPr id="1052688" name="墨迹 1052687"/>
              <p14:cNvContentPartPr/>
              <p14:nvPr/>
            </p14:nvContentPartPr>
            <p14:xfrm>
              <a:off x="5792070" y="1231728"/>
              <a:ext cx="63974" cy="293877"/>
            </p14:xfrm>
          </p:contentPart>
        </mc:Choice>
        <mc:Fallback xmlns="">
          <p:sp>
            <p:nvSpPr>
              <p:cNvPr id="1052688" name=""/>
              <p:cNvSpPr/>
              <p:nvPr/>
            </p:nvSpPr>
            <p:spPr>
              <a:xfrm>
                <a:off x="5792070" y="1231728"/>
                <a:ext cx="63974" cy="293877"/>
              </a:xfrm>
            </p:spPr>
          </p:sp>
        </mc:Fallback>
      </mc:AlternateContent>
      <mc:AlternateContent xmlns:mc="http://schemas.openxmlformats.org/markup-compatibility/2006" xmlns:p14="http://schemas.microsoft.com/office/powerpoint/2010/main">
        <mc:Choice Requires="p14">
          <p:contentPart p14:bwMode="auto" r:id="rId224">
            <p14:nvContentPartPr>
              <p14:cNvPr id="1052689" name="墨迹 1052688"/>
              <p14:cNvContentPartPr/>
              <p14:nvPr/>
            </p14:nvContentPartPr>
            <p14:xfrm>
              <a:off x="5832254" y="1237190"/>
              <a:ext cx="224958" cy="242341"/>
            </p14:xfrm>
          </p:contentPart>
        </mc:Choice>
        <mc:Fallback xmlns="">
          <p:sp>
            <p:nvSpPr>
              <p:cNvPr id="1052689" name=""/>
              <p:cNvSpPr/>
              <p:nvPr/>
            </p:nvSpPr>
            <p:spPr>
              <a:xfrm>
                <a:off x="5832254" y="1237190"/>
                <a:ext cx="224958" cy="242341"/>
              </a:xfrm>
            </p:spPr>
          </p:sp>
        </mc:Fallback>
      </mc:AlternateContent>
      <mc:AlternateContent xmlns:mc="http://schemas.openxmlformats.org/markup-compatibility/2006" xmlns:p14="http://schemas.microsoft.com/office/powerpoint/2010/main">
        <mc:Choice Requires="p14">
          <p:contentPart p14:bwMode="auto" r:id="rId225">
            <p14:nvContentPartPr>
              <p14:cNvPr id="1052690" name="墨迹 1052689"/>
              <p14:cNvContentPartPr/>
              <p14:nvPr/>
            </p14:nvContentPartPr>
            <p14:xfrm>
              <a:off x="5924690" y="1151421"/>
              <a:ext cx="89930" cy="264247"/>
            </p14:xfrm>
          </p:contentPart>
        </mc:Choice>
        <mc:Fallback xmlns="">
          <p:sp>
            <p:nvSpPr>
              <p:cNvPr id="1052690" name=""/>
              <p:cNvSpPr/>
              <p:nvPr/>
            </p:nvSpPr>
            <p:spPr>
              <a:xfrm>
                <a:off x="5924690" y="1151421"/>
                <a:ext cx="89930" cy="264247"/>
              </a:xfrm>
            </p:spPr>
          </p:sp>
        </mc:Fallback>
      </mc:AlternateContent>
      <mc:AlternateContent xmlns:mc="http://schemas.openxmlformats.org/markup-compatibility/2006" xmlns:p14="http://schemas.microsoft.com/office/powerpoint/2010/main">
        <mc:Choice Requires="p14">
          <p:contentPart p14:bwMode="auto" r:id="rId226">
            <p14:nvContentPartPr>
              <p14:cNvPr id="1052691" name="墨迹 1052690"/>
              <p14:cNvContentPartPr/>
              <p14:nvPr/>
            </p14:nvContentPartPr>
            <p14:xfrm>
              <a:off x="6132903" y="938648"/>
              <a:ext cx="156381" cy="239485"/>
            </p14:xfrm>
          </p:contentPart>
        </mc:Choice>
        <mc:Fallback xmlns="">
          <p:sp>
            <p:nvSpPr>
              <p:cNvPr id="1052691" name=""/>
              <p:cNvSpPr/>
              <p:nvPr/>
            </p:nvSpPr>
            <p:spPr>
              <a:xfrm>
                <a:off x="6132903" y="938648"/>
                <a:ext cx="156381" cy="239485"/>
              </a:xfrm>
            </p:spPr>
          </p:sp>
        </mc:Fallback>
      </mc:AlternateContent>
      <mc:AlternateContent xmlns:mc="http://schemas.openxmlformats.org/markup-compatibility/2006" xmlns:p14="http://schemas.microsoft.com/office/powerpoint/2010/main">
        <mc:Choice Requires="p14">
          <p:contentPart p14:bwMode="auto" r:id="rId227">
            <p14:nvContentPartPr>
              <p14:cNvPr id="1052692" name="墨迹 1052691"/>
              <p14:cNvContentPartPr/>
              <p14:nvPr/>
            </p14:nvContentPartPr>
            <p14:xfrm>
              <a:off x="6200597" y="1040072"/>
              <a:ext cx="172599" cy="375327"/>
            </p14:xfrm>
          </p:contentPart>
        </mc:Choice>
        <mc:Fallback xmlns="">
          <p:sp>
            <p:nvSpPr>
              <p:cNvPr id="1052692" name=""/>
              <p:cNvSpPr/>
              <p:nvPr/>
            </p:nvSpPr>
            <p:spPr>
              <a:xfrm>
                <a:off x="6200597" y="1040072"/>
                <a:ext cx="172599" cy="375327"/>
              </a:xfrm>
            </p:spPr>
          </p:sp>
        </mc:Fallback>
      </mc:AlternateContent>
      <mc:AlternateContent xmlns:mc="http://schemas.openxmlformats.org/markup-compatibility/2006" xmlns:p14="http://schemas.microsoft.com/office/powerpoint/2010/main">
        <mc:Choice Requires="p14">
          <p:contentPart p14:bwMode="auto" r:id="rId228">
            <p14:nvContentPartPr>
              <p14:cNvPr id="1052693" name="墨迹 1052692"/>
              <p14:cNvContentPartPr/>
              <p14:nvPr/>
            </p14:nvContentPartPr>
            <p14:xfrm>
              <a:off x="6341662" y="1100438"/>
              <a:ext cx="142626" cy="162551"/>
            </p14:xfrm>
          </p:contentPart>
        </mc:Choice>
        <mc:Fallback xmlns="">
          <p:sp>
            <p:nvSpPr>
              <p:cNvPr id="1052693" name=""/>
              <p:cNvSpPr/>
              <p:nvPr/>
            </p:nvSpPr>
            <p:spPr>
              <a:xfrm>
                <a:off x="6341662" y="1100438"/>
                <a:ext cx="142626" cy="162551"/>
              </a:xfrm>
            </p:spPr>
          </p:sp>
        </mc:Fallback>
      </mc:AlternateContent>
      <mc:AlternateContent xmlns:mc="http://schemas.openxmlformats.org/markup-compatibility/2006" xmlns:p14="http://schemas.microsoft.com/office/powerpoint/2010/main">
        <mc:Choice Requires="p14">
          <p:contentPart p14:bwMode="auto" r:id="rId229">
            <p14:nvContentPartPr>
              <p14:cNvPr id="1052694" name="墨迹 1052693"/>
              <p14:cNvContentPartPr/>
              <p14:nvPr/>
            </p14:nvContentPartPr>
            <p14:xfrm>
              <a:off x="6358341" y="1004053"/>
              <a:ext cx="141666" cy="362190"/>
            </p14:xfrm>
          </p:contentPart>
        </mc:Choice>
        <mc:Fallback xmlns="">
          <p:sp>
            <p:nvSpPr>
              <p:cNvPr id="1052694" name=""/>
              <p:cNvSpPr/>
              <p:nvPr/>
            </p:nvSpPr>
            <p:spPr>
              <a:xfrm>
                <a:off x="6358341" y="1004053"/>
                <a:ext cx="141666" cy="362190"/>
              </a:xfrm>
            </p:spPr>
          </p:sp>
        </mc:Fallback>
      </mc:AlternateContent>
      <mc:AlternateContent xmlns:mc="http://schemas.openxmlformats.org/markup-compatibility/2006" xmlns:p14="http://schemas.microsoft.com/office/powerpoint/2010/main">
        <mc:Choice Requires="p14">
          <p:contentPart p14:bwMode="auto" r:id="rId230">
            <p14:nvContentPartPr>
              <p14:cNvPr id="1052695" name="墨迹 1052694"/>
              <p14:cNvContentPartPr/>
              <p14:nvPr/>
            </p14:nvContentPartPr>
            <p14:xfrm>
              <a:off x="6588340" y="948350"/>
              <a:ext cx="131296" cy="10167"/>
            </p14:xfrm>
          </p:contentPart>
        </mc:Choice>
        <mc:Fallback xmlns="">
          <p:sp>
            <p:nvSpPr>
              <p:cNvPr id="1052695" name=""/>
              <p:cNvSpPr/>
              <p:nvPr/>
            </p:nvSpPr>
            <p:spPr>
              <a:xfrm>
                <a:off x="6588340" y="948350"/>
                <a:ext cx="131296" cy="10167"/>
              </a:xfrm>
            </p:spPr>
          </p:sp>
        </mc:Fallback>
      </mc:AlternateContent>
      <mc:AlternateContent xmlns:mc="http://schemas.openxmlformats.org/markup-compatibility/2006" xmlns:p14="http://schemas.microsoft.com/office/powerpoint/2010/main">
        <mc:Choice Requires="p14">
          <p:contentPart p14:bwMode="auto" r:id="rId231">
            <p14:nvContentPartPr>
              <p14:cNvPr id="1052696" name="墨迹 1052695"/>
              <p14:cNvContentPartPr/>
              <p14:nvPr/>
            </p14:nvContentPartPr>
            <p14:xfrm>
              <a:off x="6753132" y="843439"/>
              <a:ext cx="14053" cy="271083"/>
            </p14:xfrm>
          </p:contentPart>
        </mc:Choice>
        <mc:Fallback xmlns="">
          <p:sp>
            <p:nvSpPr>
              <p:cNvPr id="1052696" name=""/>
              <p:cNvSpPr/>
              <p:nvPr/>
            </p:nvSpPr>
            <p:spPr>
              <a:xfrm>
                <a:off x="6753132" y="843439"/>
                <a:ext cx="14053" cy="271083"/>
              </a:xfrm>
            </p:spPr>
          </p:sp>
        </mc:Fallback>
      </mc:AlternateContent>
      <mc:AlternateContent xmlns:mc="http://schemas.openxmlformats.org/markup-compatibility/2006" xmlns:p14="http://schemas.microsoft.com/office/powerpoint/2010/main">
        <mc:Choice Requires="p14">
          <p:contentPart p14:bwMode="auto" r:id="rId232">
            <p14:nvContentPartPr>
              <p14:cNvPr id="1052697" name="墨迹 1052696"/>
              <p14:cNvContentPartPr/>
              <p14:nvPr/>
            </p14:nvContentPartPr>
            <p14:xfrm>
              <a:off x="6529178" y="771411"/>
              <a:ext cx="91019" cy="375956"/>
            </p14:xfrm>
          </p:contentPart>
        </mc:Choice>
        <mc:Fallback xmlns="">
          <p:sp>
            <p:nvSpPr>
              <p:cNvPr id="1052697" name=""/>
              <p:cNvSpPr/>
              <p:nvPr/>
            </p:nvSpPr>
            <p:spPr>
              <a:xfrm>
                <a:off x="6529178" y="771411"/>
                <a:ext cx="91019" cy="375956"/>
              </a:xfrm>
            </p:spPr>
          </p:sp>
        </mc:Fallback>
      </mc:AlternateContent>
      <mc:AlternateContent xmlns:mc="http://schemas.openxmlformats.org/markup-compatibility/2006" xmlns:p14="http://schemas.microsoft.com/office/powerpoint/2010/main">
        <mc:Choice Requires="p14">
          <p:contentPart p14:bwMode="auto" r:id="rId233">
            <p14:nvContentPartPr>
              <p14:cNvPr id="1052698" name="墨迹 1052697"/>
              <p14:cNvContentPartPr/>
              <p14:nvPr/>
            </p14:nvContentPartPr>
            <p14:xfrm>
              <a:off x="6821624" y="757336"/>
              <a:ext cx="70326" cy="445294"/>
            </p14:xfrm>
          </p:contentPart>
        </mc:Choice>
        <mc:Fallback xmlns="">
          <p:sp>
            <p:nvSpPr>
              <p:cNvPr id="1052698" name=""/>
              <p:cNvSpPr/>
              <p:nvPr/>
            </p:nvSpPr>
            <p:spPr>
              <a:xfrm>
                <a:off x="6821624" y="757336"/>
                <a:ext cx="70326" cy="445294"/>
              </a:xfrm>
            </p:spPr>
          </p:sp>
        </mc:Fallback>
      </mc:AlternateContent>
      <mc:AlternateContent xmlns:mc="http://schemas.openxmlformats.org/markup-compatibility/2006" xmlns:p14="http://schemas.microsoft.com/office/powerpoint/2010/main">
        <mc:Choice Requires="p14">
          <p:contentPart p14:bwMode="auto" r:id="rId234">
            <p14:nvContentPartPr>
              <p14:cNvPr id="1052699" name="墨迹 1052698"/>
              <p14:cNvContentPartPr/>
              <p14:nvPr/>
            </p14:nvContentPartPr>
            <p14:xfrm>
              <a:off x="6989615" y="592856"/>
              <a:ext cx="88912" cy="267628"/>
            </p14:xfrm>
          </p:contentPart>
        </mc:Choice>
        <mc:Fallback xmlns="">
          <p:sp>
            <p:nvSpPr>
              <p:cNvPr id="1052699" name=""/>
              <p:cNvSpPr/>
              <p:nvPr/>
            </p:nvSpPr>
            <p:spPr>
              <a:xfrm>
                <a:off x="6989615" y="592856"/>
                <a:ext cx="88912" cy="267628"/>
              </a:xfrm>
            </p:spPr>
          </p:sp>
        </mc:Fallback>
      </mc:AlternateContent>
      <mc:AlternateContent xmlns:mc="http://schemas.openxmlformats.org/markup-compatibility/2006" xmlns:p14="http://schemas.microsoft.com/office/powerpoint/2010/main">
        <mc:Choice Requires="p14">
          <p:contentPart p14:bwMode="auto" r:id="rId235">
            <p14:nvContentPartPr>
              <p14:cNvPr id="1052936" name="墨迹 1052935"/>
              <p14:cNvContentPartPr/>
              <p14:nvPr/>
            </p14:nvContentPartPr>
            <p14:xfrm>
              <a:off x="8157772" y="-1213698"/>
              <a:ext cx="0" cy="0"/>
            </p14:xfrm>
          </p:contentPart>
        </mc:Choice>
        <mc:Fallback xmlns="">
          <p:sp>
            <p:nvSpPr>
              <p:cNvPr id="1052936" name=""/>
              <p:cNvSpPr/>
              <p:nvPr/>
            </p:nvSpPr>
            <p:spPr>
              <a:xfrm>
                <a:off x="8157772" y="-1213698"/>
                <a:ext cx="0" cy="0"/>
              </a:xfrm>
            </p:spPr>
          </p:sp>
        </mc:Fallback>
      </mc:AlternateContent>
      <mc:AlternateContent xmlns:mc="http://schemas.openxmlformats.org/markup-compatibility/2006" xmlns:p14="http://schemas.microsoft.com/office/powerpoint/2010/main">
        <mc:Choice Requires="p14">
          <p:contentPart p14:bwMode="auto" r:id="rId236">
            <p14:nvContentPartPr>
              <p14:cNvPr id="1052937" name="墨迹 1052936"/>
              <p14:cNvContentPartPr/>
              <p14:nvPr/>
            </p14:nvContentPartPr>
            <p14:xfrm>
              <a:off x="5396731" y="1016211"/>
              <a:ext cx="2469939" cy="1781478"/>
            </p14:xfrm>
          </p:contentPart>
        </mc:Choice>
        <mc:Fallback xmlns="">
          <p:sp>
            <p:nvSpPr>
              <p:cNvPr id="1052937" name=""/>
              <p:cNvSpPr/>
              <p:nvPr/>
            </p:nvSpPr>
            <p:spPr>
              <a:xfrm>
                <a:off x="5396731" y="1016211"/>
                <a:ext cx="2469939" cy="1781478"/>
              </a:xfrm>
            </p:spPr>
          </p:sp>
        </mc:Fallback>
      </mc:AlternateContent>
      <mc:AlternateContent xmlns:mc="http://schemas.openxmlformats.org/markup-compatibility/2006" xmlns:p14="http://schemas.microsoft.com/office/powerpoint/2010/main">
        <mc:Choice Requires="p14">
          <p:contentPart p14:bwMode="auto" r:id="rId237">
            <p14:nvContentPartPr>
              <p14:cNvPr id="1052938" name="墨迹 1052937"/>
              <p14:cNvContentPartPr/>
              <p14:nvPr/>
            </p14:nvContentPartPr>
            <p14:xfrm>
              <a:off x="7652991" y="911693"/>
              <a:ext cx="192886" cy="137919"/>
            </p14:xfrm>
          </p:contentPart>
        </mc:Choice>
        <mc:Fallback xmlns="">
          <p:sp>
            <p:nvSpPr>
              <p:cNvPr id="1052938" name=""/>
              <p:cNvSpPr/>
              <p:nvPr/>
            </p:nvSpPr>
            <p:spPr>
              <a:xfrm>
                <a:off x="7652991" y="911693"/>
                <a:ext cx="192886" cy="137919"/>
              </a:xfrm>
            </p:spPr>
          </p:sp>
        </mc:Fallback>
      </mc:AlternateContent>
      <mc:AlternateContent xmlns:mc="http://schemas.openxmlformats.org/markup-compatibility/2006" xmlns:p14="http://schemas.microsoft.com/office/powerpoint/2010/main">
        <mc:Choice Requires="p14">
          <p:contentPart p14:bwMode="auto" r:id="rId238">
            <p14:nvContentPartPr>
              <p14:cNvPr id="1052939" name="墨迹 1052938"/>
              <p14:cNvContentPartPr/>
              <p14:nvPr/>
            </p14:nvContentPartPr>
            <p14:xfrm>
              <a:off x="9910123" y="4650021"/>
              <a:ext cx="0" cy="0"/>
            </p14:xfrm>
          </p:contentPart>
        </mc:Choice>
        <mc:Fallback xmlns="">
          <p:sp>
            <p:nvSpPr>
              <p:cNvPr id="1052939" name=""/>
              <p:cNvSpPr/>
              <p:nvPr/>
            </p:nvSpPr>
            <p:spPr>
              <a:xfrm>
                <a:off x="9910123" y="4650021"/>
                <a:ext cx="0" cy="0"/>
              </a:xfrm>
            </p:spPr>
          </p:sp>
        </mc:Fallback>
      </mc:AlternateContent>
      <mc:AlternateContent xmlns:mc="http://schemas.openxmlformats.org/markup-compatibility/2006" xmlns:p14="http://schemas.microsoft.com/office/powerpoint/2010/main">
        <mc:Choice Requires="p14">
          <p:contentPart p14:bwMode="auto" r:id="rId239">
            <p14:nvContentPartPr>
              <p14:cNvPr id="1052940" name="墨迹 1052939"/>
              <p14:cNvContentPartPr/>
              <p14:nvPr/>
            </p14:nvContentPartPr>
            <p14:xfrm>
              <a:off x="11961330" y="2576401"/>
              <a:ext cx="107409" cy="91593"/>
            </p14:xfrm>
          </p:contentPart>
        </mc:Choice>
        <mc:Fallback xmlns="">
          <p:sp>
            <p:nvSpPr>
              <p:cNvPr id="1052940" name=""/>
              <p:cNvSpPr/>
              <p:nvPr/>
            </p:nvSpPr>
            <p:spPr>
              <a:xfrm>
                <a:off x="11961330" y="2576401"/>
                <a:ext cx="107409" cy="91593"/>
              </a:xfrm>
            </p:spPr>
          </p:sp>
        </mc:Fallback>
      </mc:AlternateContent>
      <mc:AlternateContent xmlns:mc="http://schemas.openxmlformats.org/markup-compatibility/2006" xmlns:p14="http://schemas.microsoft.com/office/powerpoint/2010/main">
        <mc:Choice Requires="p14">
          <p:contentPart p14:bwMode="auto" r:id="rId240">
            <p14:nvContentPartPr>
              <p14:cNvPr id="1052941" name="墨迹 1052940"/>
              <p14:cNvContentPartPr/>
              <p14:nvPr/>
            </p14:nvContentPartPr>
            <p14:xfrm>
              <a:off x="8137264" y="708692"/>
              <a:ext cx="258514" cy="376535"/>
            </p14:xfrm>
          </p:contentPart>
        </mc:Choice>
        <mc:Fallback xmlns="">
          <p:sp>
            <p:nvSpPr>
              <p:cNvPr id="1052941" name=""/>
              <p:cNvSpPr/>
              <p:nvPr/>
            </p:nvSpPr>
            <p:spPr>
              <a:xfrm>
                <a:off x="8137264" y="708692"/>
                <a:ext cx="258514" cy="376535"/>
              </a:xfrm>
            </p:spPr>
          </p:sp>
        </mc:Fallback>
      </mc:AlternateContent>
      <mc:AlternateContent xmlns:mc="http://schemas.openxmlformats.org/markup-compatibility/2006" xmlns:p14="http://schemas.microsoft.com/office/powerpoint/2010/main">
        <mc:Choice Requires="p14">
          <p:contentPart p14:bwMode="auto" r:id="rId241">
            <p14:nvContentPartPr>
              <p14:cNvPr id="1052942" name="墨迹 1052941"/>
              <p14:cNvContentPartPr/>
              <p14:nvPr/>
            </p14:nvContentPartPr>
            <p14:xfrm>
              <a:off x="8312398" y="765936"/>
              <a:ext cx="108983" cy="242013"/>
            </p14:xfrm>
          </p:contentPart>
        </mc:Choice>
        <mc:Fallback xmlns="">
          <p:sp>
            <p:nvSpPr>
              <p:cNvPr id="1052942" name=""/>
              <p:cNvSpPr/>
              <p:nvPr/>
            </p:nvSpPr>
            <p:spPr>
              <a:xfrm>
                <a:off x="8312398" y="765936"/>
                <a:ext cx="108983" cy="242013"/>
              </a:xfrm>
            </p:spPr>
          </p:sp>
        </mc:Fallback>
      </mc:AlternateContent>
      <mc:AlternateContent xmlns:mc="http://schemas.openxmlformats.org/markup-compatibility/2006" xmlns:p14="http://schemas.microsoft.com/office/powerpoint/2010/main">
        <mc:Choice Requires="p14">
          <p:contentPart p14:bwMode="auto" r:id="rId242">
            <p14:nvContentPartPr>
              <p14:cNvPr id="1052943" name="墨迹 1052942"/>
              <p14:cNvContentPartPr/>
              <p14:nvPr/>
            </p14:nvContentPartPr>
            <p14:xfrm>
              <a:off x="8536051" y="602747"/>
              <a:ext cx="75066" cy="115653"/>
            </p14:xfrm>
          </p:contentPart>
        </mc:Choice>
        <mc:Fallback xmlns="">
          <p:sp>
            <p:nvSpPr>
              <p:cNvPr id="1052943" name=""/>
              <p:cNvSpPr/>
              <p:nvPr/>
            </p:nvSpPr>
            <p:spPr>
              <a:xfrm>
                <a:off x="8536051" y="602747"/>
                <a:ext cx="75066" cy="115653"/>
              </a:xfrm>
            </p:spPr>
          </p:sp>
        </mc:Fallback>
      </mc:AlternateContent>
      <mc:AlternateContent xmlns:mc="http://schemas.openxmlformats.org/markup-compatibility/2006" xmlns:p14="http://schemas.microsoft.com/office/powerpoint/2010/main">
        <mc:Choice Requires="p14">
          <p:contentPart p14:bwMode="auto" r:id="rId243">
            <p14:nvContentPartPr>
              <p14:cNvPr id="1052944" name="墨迹 1052943"/>
              <p14:cNvContentPartPr/>
              <p14:nvPr/>
            </p14:nvContentPartPr>
            <p14:xfrm>
              <a:off x="8665169" y="895739"/>
              <a:ext cx="187215" cy="26551"/>
            </p14:xfrm>
          </p:contentPart>
        </mc:Choice>
        <mc:Fallback xmlns="">
          <p:sp>
            <p:nvSpPr>
              <p:cNvPr id="1052944" name=""/>
              <p:cNvSpPr/>
              <p:nvPr/>
            </p:nvSpPr>
            <p:spPr>
              <a:xfrm>
                <a:off x="8665169" y="895739"/>
                <a:ext cx="187215" cy="26551"/>
              </a:xfrm>
            </p:spPr>
          </p:sp>
        </mc:Fallback>
      </mc:AlternateContent>
      <mc:AlternateContent xmlns:mc="http://schemas.openxmlformats.org/markup-compatibility/2006" xmlns:p14="http://schemas.microsoft.com/office/powerpoint/2010/main">
        <mc:Choice Requires="p14">
          <p:contentPart p14:bwMode="auto" r:id="rId244">
            <p14:nvContentPartPr>
              <p14:cNvPr id="1052945" name="墨迹 1052944"/>
              <p14:cNvContentPartPr/>
              <p14:nvPr/>
            </p14:nvContentPartPr>
            <p14:xfrm>
              <a:off x="8639746" y="758989"/>
              <a:ext cx="263136" cy="298435"/>
            </p14:xfrm>
          </p:contentPart>
        </mc:Choice>
        <mc:Fallback xmlns="">
          <p:sp>
            <p:nvSpPr>
              <p:cNvPr id="1052945" name=""/>
              <p:cNvSpPr/>
              <p:nvPr/>
            </p:nvSpPr>
            <p:spPr>
              <a:xfrm>
                <a:off x="8639746" y="758989"/>
                <a:ext cx="263136" cy="298435"/>
              </a:xfrm>
            </p:spPr>
          </p:sp>
        </mc:Fallback>
      </mc:AlternateContent>
      <mc:AlternateContent xmlns:mc="http://schemas.openxmlformats.org/markup-compatibility/2006" xmlns:p14="http://schemas.microsoft.com/office/powerpoint/2010/main">
        <mc:Choice Requires="p14">
          <p:contentPart p14:bwMode="auto" r:id="rId245">
            <p14:nvContentPartPr>
              <p14:cNvPr id="1052946" name="墨迹 1052945"/>
              <p14:cNvContentPartPr/>
              <p14:nvPr/>
            </p14:nvContentPartPr>
            <p14:xfrm>
              <a:off x="9027217" y="761664"/>
              <a:ext cx="99143" cy="280012"/>
            </p14:xfrm>
          </p:contentPart>
        </mc:Choice>
        <mc:Fallback xmlns="">
          <p:sp>
            <p:nvSpPr>
              <p:cNvPr id="1052946" name=""/>
              <p:cNvSpPr/>
              <p:nvPr/>
            </p:nvSpPr>
            <p:spPr>
              <a:xfrm>
                <a:off x="9027217" y="761664"/>
                <a:ext cx="99143" cy="280012"/>
              </a:xfrm>
            </p:spPr>
          </p:sp>
        </mc:Fallback>
      </mc:AlternateContent>
      <mc:AlternateContent xmlns:mc="http://schemas.openxmlformats.org/markup-compatibility/2006" xmlns:p14="http://schemas.microsoft.com/office/powerpoint/2010/main">
        <mc:Choice Requires="p14">
          <p:contentPart p14:bwMode="auto" r:id="rId246">
            <p14:nvContentPartPr>
              <p14:cNvPr id="1052947" name="墨迹 1052946"/>
              <p14:cNvContentPartPr/>
              <p14:nvPr/>
            </p14:nvContentPartPr>
            <p14:xfrm>
              <a:off x="9100206" y="904933"/>
              <a:ext cx="164335" cy="81437"/>
            </p14:xfrm>
          </p:contentPart>
        </mc:Choice>
        <mc:Fallback xmlns="">
          <p:sp>
            <p:nvSpPr>
              <p:cNvPr id="1052947" name=""/>
              <p:cNvSpPr/>
              <p:nvPr/>
            </p:nvSpPr>
            <p:spPr>
              <a:xfrm>
                <a:off x="9100206" y="904933"/>
                <a:ext cx="164335" cy="81437"/>
              </a:xfrm>
            </p:spPr>
          </p:sp>
        </mc:Fallback>
      </mc:AlternateContent>
      <mc:AlternateContent xmlns:mc="http://schemas.openxmlformats.org/markup-compatibility/2006" xmlns:p14="http://schemas.microsoft.com/office/powerpoint/2010/main">
        <mc:Choice Requires="p14">
          <p:contentPart p14:bwMode="auto" r:id="rId247">
            <p14:nvContentPartPr>
              <p14:cNvPr id="1052948" name="墨迹 1052947"/>
              <p14:cNvContentPartPr/>
              <p14:nvPr/>
            </p14:nvContentPartPr>
            <p14:xfrm>
              <a:off x="9304609" y="753120"/>
              <a:ext cx="26628" cy="254278"/>
            </p14:xfrm>
          </p:contentPart>
        </mc:Choice>
        <mc:Fallback xmlns="">
          <p:sp>
            <p:nvSpPr>
              <p:cNvPr id="1052948" name=""/>
              <p:cNvSpPr/>
              <p:nvPr/>
            </p:nvSpPr>
            <p:spPr>
              <a:xfrm>
                <a:off x="9304609" y="753120"/>
                <a:ext cx="26628" cy="254278"/>
              </a:xfrm>
            </p:spPr>
          </p:sp>
        </mc:Fallback>
      </mc:AlternateContent>
      <mc:AlternateContent xmlns:mc="http://schemas.openxmlformats.org/markup-compatibility/2006" xmlns:p14="http://schemas.microsoft.com/office/powerpoint/2010/main">
        <mc:Choice Requires="p14">
          <p:contentPart p14:bwMode="auto" r:id="rId248">
            <p14:nvContentPartPr>
              <p14:cNvPr id="1052949" name="墨迹 1052948"/>
              <p14:cNvContentPartPr/>
              <p14:nvPr/>
            </p14:nvContentPartPr>
            <p14:xfrm>
              <a:off x="9332477" y="762956"/>
              <a:ext cx="134513" cy="227998"/>
            </p14:xfrm>
          </p:contentPart>
        </mc:Choice>
        <mc:Fallback xmlns="">
          <p:sp>
            <p:nvSpPr>
              <p:cNvPr id="1052949" name=""/>
              <p:cNvSpPr/>
              <p:nvPr/>
            </p:nvSpPr>
            <p:spPr>
              <a:xfrm>
                <a:off x="9332477" y="762956"/>
                <a:ext cx="134513" cy="227998"/>
              </a:xfrm>
            </p:spPr>
          </p:sp>
        </mc:Fallback>
      </mc:AlternateContent>
      <mc:AlternateContent xmlns:mc="http://schemas.openxmlformats.org/markup-compatibility/2006" xmlns:p14="http://schemas.microsoft.com/office/powerpoint/2010/main">
        <mc:Choice Requires="p14">
          <p:contentPart p14:bwMode="auto" r:id="rId249">
            <p14:nvContentPartPr>
              <p14:cNvPr id="1052950" name="墨迹 1052949"/>
              <p14:cNvContentPartPr/>
              <p14:nvPr/>
            </p14:nvContentPartPr>
            <p14:xfrm>
              <a:off x="9532952" y="642903"/>
              <a:ext cx="107155" cy="407692"/>
            </p14:xfrm>
          </p:contentPart>
        </mc:Choice>
        <mc:Fallback xmlns="">
          <p:sp>
            <p:nvSpPr>
              <p:cNvPr id="1052950" name=""/>
              <p:cNvSpPr/>
              <p:nvPr/>
            </p:nvSpPr>
            <p:spPr>
              <a:xfrm>
                <a:off x="9532952" y="642903"/>
                <a:ext cx="107155" cy="407692"/>
              </a:xfrm>
            </p:spPr>
          </p:sp>
        </mc:Fallback>
      </mc:AlternateContent>
      <mc:AlternateContent xmlns:mc="http://schemas.openxmlformats.org/markup-compatibility/2006" xmlns:p14="http://schemas.microsoft.com/office/powerpoint/2010/main">
        <mc:Choice Requires="p14">
          <p:contentPart p14:bwMode="auto" r:id="rId250">
            <p14:nvContentPartPr>
              <p14:cNvPr id="1052951" name="墨迹 1052950"/>
              <p14:cNvContentPartPr/>
              <p14:nvPr/>
            </p14:nvContentPartPr>
            <p14:xfrm>
              <a:off x="9736835" y="530123"/>
              <a:ext cx="82619" cy="118709"/>
            </p14:xfrm>
          </p:contentPart>
        </mc:Choice>
        <mc:Fallback xmlns="">
          <p:sp>
            <p:nvSpPr>
              <p:cNvPr id="1052951" name=""/>
              <p:cNvSpPr/>
              <p:nvPr/>
            </p:nvSpPr>
            <p:spPr>
              <a:xfrm>
                <a:off x="9736835" y="530123"/>
                <a:ext cx="82619" cy="118709"/>
              </a:xfrm>
            </p:spPr>
          </p:sp>
        </mc:Fallback>
      </mc:AlternateContent>
      <mc:AlternateContent xmlns:mc="http://schemas.openxmlformats.org/markup-compatibility/2006" xmlns:p14="http://schemas.microsoft.com/office/powerpoint/2010/main">
        <mc:Choice Requires="p14">
          <p:contentPart p14:bwMode="auto" r:id="rId251">
            <p14:nvContentPartPr>
              <p14:cNvPr id="1052952" name="墨迹 1052951"/>
              <p14:cNvContentPartPr/>
              <p14:nvPr/>
            </p14:nvContentPartPr>
            <p14:xfrm>
              <a:off x="7995093" y="450664"/>
              <a:ext cx="214116" cy="651863"/>
            </p14:xfrm>
          </p:contentPart>
        </mc:Choice>
        <mc:Fallback xmlns="">
          <p:sp>
            <p:nvSpPr>
              <p:cNvPr id="1052952" name=""/>
              <p:cNvSpPr/>
              <p:nvPr/>
            </p:nvSpPr>
            <p:spPr>
              <a:xfrm>
                <a:off x="7995093" y="450664"/>
                <a:ext cx="214116" cy="651863"/>
              </a:xfrm>
            </p:spPr>
          </p:sp>
        </mc:Fallback>
      </mc:AlternateContent>
      <mc:AlternateContent xmlns:mc="http://schemas.openxmlformats.org/markup-compatibility/2006" xmlns:p14="http://schemas.microsoft.com/office/powerpoint/2010/main">
        <mc:Choice Requires="p14">
          <p:contentPart p14:bwMode="auto" r:id="rId252">
            <p14:nvContentPartPr>
              <p14:cNvPr id="1052953" name="墨迹 1052952"/>
              <p14:cNvContentPartPr/>
              <p14:nvPr/>
            </p14:nvContentPartPr>
            <p14:xfrm>
              <a:off x="9893865" y="373769"/>
              <a:ext cx="137275" cy="656647"/>
            </p14:xfrm>
          </p:contentPart>
        </mc:Choice>
        <mc:Fallback xmlns="">
          <p:sp>
            <p:nvSpPr>
              <p:cNvPr id="1052953" name=""/>
              <p:cNvSpPr/>
              <p:nvPr/>
            </p:nvSpPr>
            <p:spPr>
              <a:xfrm>
                <a:off x="9893865" y="373769"/>
                <a:ext cx="137275" cy="656647"/>
              </a:xfrm>
            </p:spPr>
          </p:sp>
        </mc:Fallback>
      </mc:AlternateContent>
      <mc:AlternateContent xmlns:mc="http://schemas.openxmlformats.org/markup-compatibility/2006" xmlns:p14="http://schemas.microsoft.com/office/powerpoint/2010/main">
        <mc:Choice Requires="p14">
          <p:contentPart p14:bwMode="auto" r:id="rId253">
            <p14:nvContentPartPr>
              <p14:cNvPr id="1052954" name="墨迹 1052953"/>
              <p14:cNvContentPartPr/>
              <p14:nvPr/>
            </p14:nvContentPartPr>
            <p14:xfrm>
              <a:off x="10161206" y="332758"/>
              <a:ext cx="176106" cy="175151"/>
            </p14:xfrm>
          </p:contentPart>
        </mc:Choice>
        <mc:Fallback xmlns="">
          <p:sp>
            <p:nvSpPr>
              <p:cNvPr id="1052954" name=""/>
              <p:cNvSpPr/>
              <p:nvPr/>
            </p:nvSpPr>
            <p:spPr>
              <a:xfrm>
                <a:off x="10161206" y="332758"/>
                <a:ext cx="176106" cy="175151"/>
              </a:xfrm>
            </p:spPr>
          </p:sp>
        </mc:Fallback>
      </mc:AlternateContent>
      <mc:AlternateContent xmlns:mc="http://schemas.openxmlformats.org/markup-compatibility/2006" xmlns:p14="http://schemas.microsoft.com/office/powerpoint/2010/main">
        <mc:Choice Requires="p14">
          <p:contentPart p14:bwMode="auto" r:id="rId254">
            <p14:nvContentPartPr>
              <p14:cNvPr id="1052955" name="墨迹 1052954"/>
              <p14:cNvContentPartPr/>
              <p14:nvPr/>
            </p14:nvContentPartPr>
            <p14:xfrm>
              <a:off x="7728839" y="1387821"/>
              <a:ext cx="160728" cy="19766"/>
            </p14:xfrm>
          </p:contentPart>
        </mc:Choice>
        <mc:Fallback xmlns="">
          <p:sp>
            <p:nvSpPr>
              <p:cNvPr id="1052955" name=""/>
              <p:cNvSpPr/>
              <p:nvPr/>
            </p:nvSpPr>
            <p:spPr>
              <a:xfrm>
                <a:off x="7728839" y="1387821"/>
                <a:ext cx="160728" cy="19766"/>
              </a:xfrm>
            </p:spPr>
          </p:sp>
        </mc:Fallback>
      </mc:AlternateContent>
      <mc:AlternateContent xmlns:mc="http://schemas.openxmlformats.org/markup-compatibility/2006" xmlns:p14="http://schemas.microsoft.com/office/powerpoint/2010/main">
        <mc:Choice Requires="p14">
          <p:contentPart p14:bwMode="auto" r:id="rId255">
            <p14:nvContentPartPr>
              <p14:cNvPr id="1052956" name="墨迹 1052955"/>
              <p14:cNvContentPartPr/>
              <p14:nvPr/>
            </p14:nvContentPartPr>
            <p14:xfrm>
              <a:off x="7671299" y="1493881"/>
              <a:ext cx="224509" cy="19651"/>
            </p14:xfrm>
          </p:contentPart>
        </mc:Choice>
        <mc:Fallback xmlns="">
          <p:sp>
            <p:nvSpPr>
              <p:cNvPr id="1052956" name=""/>
              <p:cNvSpPr/>
              <p:nvPr/>
            </p:nvSpPr>
            <p:spPr>
              <a:xfrm>
                <a:off x="7671299" y="1493881"/>
                <a:ext cx="224509" cy="19651"/>
              </a:xfrm>
            </p:spPr>
          </p:sp>
        </mc:Fallback>
      </mc:AlternateContent>
      <mc:AlternateContent xmlns:mc="http://schemas.openxmlformats.org/markup-compatibility/2006" xmlns:p14="http://schemas.microsoft.com/office/powerpoint/2010/main">
        <mc:Choice Requires="p14">
          <p:contentPart p14:bwMode="auto" r:id="rId256">
            <p14:nvContentPartPr>
              <p14:cNvPr id="1052957" name="墨迹 1052956"/>
              <p14:cNvContentPartPr/>
              <p14:nvPr/>
            </p14:nvContentPartPr>
            <p14:xfrm>
              <a:off x="8104255" y="1262340"/>
              <a:ext cx="278445" cy="328507"/>
            </p14:xfrm>
          </p:contentPart>
        </mc:Choice>
        <mc:Fallback xmlns="">
          <p:sp>
            <p:nvSpPr>
              <p:cNvPr id="1052957" name=""/>
              <p:cNvSpPr/>
              <p:nvPr/>
            </p:nvSpPr>
            <p:spPr>
              <a:xfrm>
                <a:off x="8104255" y="1262340"/>
                <a:ext cx="278445" cy="328507"/>
              </a:xfrm>
            </p:spPr>
          </p:sp>
        </mc:Fallback>
      </mc:AlternateContent>
      <mc:AlternateContent xmlns:mc="http://schemas.openxmlformats.org/markup-compatibility/2006" xmlns:p14="http://schemas.microsoft.com/office/powerpoint/2010/main">
        <mc:Choice Requires="p14">
          <p:contentPart p14:bwMode="auto" r:id="rId257">
            <p14:nvContentPartPr>
              <p14:cNvPr id="1052958" name="墨迹 1052957"/>
              <p14:cNvContentPartPr/>
              <p14:nvPr/>
            </p14:nvContentPartPr>
            <p14:xfrm>
              <a:off x="8284592" y="1322148"/>
              <a:ext cx="120307" cy="201205"/>
            </p14:xfrm>
          </p:contentPart>
        </mc:Choice>
        <mc:Fallback xmlns="">
          <p:sp>
            <p:nvSpPr>
              <p:cNvPr id="1052958" name=""/>
              <p:cNvSpPr/>
              <p:nvPr/>
            </p:nvSpPr>
            <p:spPr>
              <a:xfrm>
                <a:off x="8284592" y="1322148"/>
                <a:ext cx="120307" cy="201205"/>
              </a:xfrm>
            </p:spPr>
          </p:sp>
        </mc:Fallback>
      </mc:AlternateContent>
      <mc:AlternateContent xmlns:mc="http://schemas.openxmlformats.org/markup-compatibility/2006" xmlns:p14="http://schemas.microsoft.com/office/powerpoint/2010/main">
        <mc:Choice Requires="p14">
          <p:contentPart p14:bwMode="auto" r:id="rId258">
            <p14:nvContentPartPr>
              <p14:cNvPr id="1052959" name="墨迹 1052958"/>
              <p14:cNvContentPartPr/>
              <p14:nvPr/>
            </p14:nvContentPartPr>
            <p14:xfrm>
              <a:off x="8594553" y="1411849"/>
              <a:ext cx="225107" cy="29060"/>
            </p14:xfrm>
          </p:contentPart>
        </mc:Choice>
        <mc:Fallback xmlns="">
          <p:sp>
            <p:nvSpPr>
              <p:cNvPr id="1052959" name=""/>
              <p:cNvSpPr/>
              <p:nvPr/>
            </p:nvSpPr>
            <p:spPr>
              <a:xfrm>
                <a:off x="8594553" y="1411849"/>
                <a:ext cx="225107" cy="29060"/>
              </a:xfrm>
            </p:spPr>
          </p:sp>
        </mc:Fallback>
      </mc:AlternateContent>
      <mc:AlternateContent xmlns:mc="http://schemas.openxmlformats.org/markup-compatibility/2006" xmlns:p14="http://schemas.microsoft.com/office/powerpoint/2010/main">
        <mc:Choice Requires="p14">
          <p:contentPart p14:bwMode="auto" r:id="rId259">
            <p14:nvContentPartPr>
              <p14:cNvPr id="1052960" name="墨迹 1052959"/>
              <p14:cNvContentPartPr/>
              <p14:nvPr/>
            </p14:nvContentPartPr>
            <p14:xfrm>
              <a:off x="8711320" y="1313604"/>
              <a:ext cx="14876" cy="268139"/>
            </p14:xfrm>
          </p:contentPart>
        </mc:Choice>
        <mc:Fallback xmlns="">
          <p:sp>
            <p:nvSpPr>
              <p:cNvPr id="1052960" name=""/>
              <p:cNvSpPr/>
              <p:nvPr/>
            </p:nvSpPr>
            <p:spPr>
              <a:xfrm>
                <a:off x="8711320" y="1313604"/>
                <a:ext cx="14876" cy="268139"/>
              </a:xfrm>
            </p:spPr>
          </p:sp>
        </mc:Fallback>
      </mc:AlternateContent>
      <mc:AlternateContent xmlns:mc="http://schemas.openxmlformats.org/markup-compatibility/2006" xmlns:p14="http://schemas.microsoft.com/office/powerpoint/2010/main">
        <mc:Choice Requires="p14">
          <p:contentPart p14:bwMode="auto" r:id="rId260">
            <p14:nvContentPartPr>
              <p14:cNvPr id="1052961" name="墨迹 1052960"/>
              <p14:cNvContentPartPr/>
              <p14:nvPr/>
            </p14:nvContentPartPr>
            <p14:xfrm>
              <a:off x="8485685" y="1252088"/>
              <a:ext cx="392450" cy="376931"/>
            </p14:xfrm>
          </p:contentPart>
        </mc:Choice>
        <mc:Fallback xmlns="">
          <p:sp>
            <p:nvSpPr>
              <p:cNvPr id="1052961" name=""/>
              <p:cNvSpPr/>
              <p:nvPr/>
            </p:nvSpPr>
            <p:spPr>
              <a:xfrm>
                <a:off x="8485685" y="1252088"/>
                <a:ext cx="392450" cy="376931"/>
              </a:xfrm>
            </p:spPr>
          </p:sp>
        </mc:Fallback>
      </mc:AlternateContent>
      <mc:AlternateContent xmlns:mc="http://schemas.openxmlformats.org/markup-compatibility/2006" xmlns:p14="http://schemas.microsoft.com/office/powerpoint/2010/main">
        <mc:Choice Requires="p14">
          <p:contentPart p14:bwMode="auto" r:id="rId261">
            <p14:nvContentPartPr>
              <p14:cNvPr id="1052962" name="墨迹 1052961"/>
              <p14:cNvContentPartPr/>
              <p14:nvPr/>
            </p14:nvContentPartPr>
            <p14:xfrm>
              <a:off x="9003079" y="1281992"/>
              <a:ext cx="125897" cy="327553"/>
            </p14:xfrm>
          </p:contentPart>
        </mc:Choice>
        <mc:Fallback xmlns="">
          <p:sp>
            <p:nvSpPr>
              <p:cNvPr id="1052962" name=""/>
              <p:cNvSpPr/>
              <p:nvPr/>
            </p:nvSpPr>
            <p:spPr>
              <a:xfrm>
                <a:off x="9003079" y="1281992"/>
                <a:ext cx="125897" cy="327553"/>
              </a:xfrm>
            </p:spPr>
          </p:sp>
        </mc:Fallback>
      </mc:AlternateContent>
      <mc:AlternateContent xmlns:mc="http://schemas.openxmlformats.org/markup-compatibility/2006" xmlns:p14="http://schemas.microsoft.com/office/powerpoint/2010/main">
        <mc:Choice Requires="p14">
          <p:contentPart p14:bwMode="auto" r:id="rId262">
            <p14:nvContentPartPr>
              <p14:cNvPr id="1052963" name="墨迹 1052962"/>
              <p14:cNvContentPartPr/>
              <p14:nvPr/>
            </p14:nvContentPartPr>
            <p14:xfrm>
              <a:off x="9090616" y="1443718"/>
              <a:ext cx="172355" cy="51872"/>
            </p14:xfrm>
          </p:contentPart>
        </mc:Choice>
        <mc:Fallback xmlns="">
          <p:sp>
            <p:nvSpPr>
              <p:cNvPr id="1052963" name=""/>
              <p:cNvSpPr/>
              <p:nvPr/>
            </p:nvSpPr>
            <p:spPr>
              <a:xfrm>
                <a:off x="9090616" y="1443718"/>
                <a:ext cx="172355" cy="51872"/>
              </a:xfrm>
            </p:spPr>
          </p:sp>
        </mc:Fallback>
      </mc:AlternateContent>
      <mc:AlternateContent xmlns:mc="http://schemas.openxmlformats.org/markup-compatibility/2006" xmlns:p14="http://schemas.microsoft.com/office/powerpoint/2010/main">
        <mc:Choice Requires="p14">
          <p:contentPart p14:bwMode="auto" r:id="rId263">
            <p14:nvContentPartPr>
              <p14:cNvPr id="1052964" name="墨迹 1052963"/>
              <p14:cNvContentPartPr/>
              <p14:nvPr/>
            </p14:nvContentPartPr>
            <p14:xfrm>
              <a:off x="9322519" y="1297370"/>
              <a:ext cx="10462" cy="248629"/>
            </p14:xfrm>
          </p:contentPart>
        </mc:Choice>
        <mc:Fallback xmlns="">
          <p:sp>
            <p:nvSpPr>
              <p:cNvPr id="1052964" name=""/>
              <p:cNvSpPr/>
              <p:nvPr/>
            </p:nvSpPr>
            <p:spPr>
              <a:xfrm>
                <a:off x="9322519" y="1297370"/>
                <a:ext cx="10462" cy="248629"/>
              </a:xfrm>
            </p:spPr>
          </p:sp>
        </mc:Fallback>
      </mc:AlternateContent>
      <mc:AlternateContent xmlns:mc="http://schemas.openxmlformats.org/markup-compatibility/2006" xmlns:p14="http://schemas.microsoft.com/office/powerpoint/2010/main">
        <mc:Choice Requires="p14">
          <p:contentPart p14:bwMode="auto" r:id="rId264">
            <p14:nvContentPartPr>
              <p14:cNvPr id="1052965" name="墨迹 1052964"/>
              <p14:cNvContentPartPr/>
              <p14:nvPr/>
            </p14:nvContentPartPr>
            <p14:xfrm>
              <a:off x="9300722" y="1305572"/>
              <a:ext cx="169059" cy="278559"/>
            </p14:xfrm>
          </p:contentPart>
        </mc:Choice>
        <mc:Fallback xmlns="">
          <p:sp>
            <p:nvSpPr>
              <p:cNvPr id="1052965" name=""/>
              <p:cNvSpPr/>
              <p:nvPr/>
            </p:nvSpPr>
            <p:spPr>
              <a:xfrm>
                <a:off x="9300722" y="1305572"/>
                <a:ext cx="169059" cy="278559"/>
              </a:xfrm>
            </p:spPr>
          </p:sp>
        </mc:Fallback>
      </mc:AlternateContent>
      <mc:AlternateContent xmlns:mc="http://schemas.openxmlformats.org/markup-compatibility/2006" xmlns:p14="http://schemas.microsoft.com/office/powerpoint/2010/main">
        <mc:Choice Requires="p14">
          <p:contentPart p14:bwMode="auto" r:id="rId265">
            <p14:nvContentPartPr>
              <p14:cNvPr id="1052966" name="墨迹 1052965"/>
              <p14:cNvContentPartPr/>
              <p14:nvPr/>
            </p14:nvContentPartPr>
            <p14:xfrm>
              <a:off x="9573251" y="1217057"/>
              <a:ext cx="60266" cy="401367"/>
            </p14:xfrm>
          </p:contentPart>
        </mc:Choice>
        <mc:Fallback xmlns="">
          <p:sp>
            <p:nvSpPr>
              <p:cNvPr id="1052966" name=""/>
              <p:cNvSpPr/>
              <p:nvPr/>
            </p:nvSpPr>
            <p:spPr>
              <a:xfrm>
                <a:off x="9573251" y="1217057"/>
                <a:ext cx="60266" cy="401367"/>
              </a:xfrm>
            </p:spPr>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zh-CN" altLang="en-US" sz="2000" b="1" dirty="0">
                <a:solidFill>
                  <a:schemeClr val="bg1">
                    <a:lumMod val="50000"/>
                  </a:schemeClr>
                </a:solidFill>
                <a:latin typeface="黑体" panose="02010609060101010101" pitchFamily="49" charset="-122"/>
                <a:ea typeface="黑体" panose="02010609060101010101" pitchFamily="49" charset="-122"/>
              </a:rPr>
              <a:t>腐蚀与膨胀</a:t>
            </a:r>
            <a:endParaRPr lang="zh-CN" altLang="en-US" sz="2000" b="1" dirty="0">
              <a:solidFill>
                <a:schemeClr val="bg1">
                  <a:lumMod val="50000"/>
                </a:schemeClr>
              </a:solidFill>
              <a:latin typeface="宋体" panose="02010600030101010101" pitchFamily="2" charset="-122"/>
            </a:endParaRPr>
          </a:p>
        </p:txBody>
      </p:sp>
      <p:sp>
        <p:nvSpPr>
          <p:cNvPr id="1048635" name="TextBox 27"/>
          <p:cNvSpPr txBox="1"/>
          <p:nvPr/>
        </p:nvSpPr>
        <p:spPr>
          <a:xfrm>
            <a:off x="1012825" y="177800"/>
            <a:ext cx="46151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二、 数学形态学基本算法</a:t>
            </a:r>
          </a:p>
        </p:txBody>
      </p:sp>
      <p:sp>
        <p:nvSpPr>
          <p:cNvPr id="1048636"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48637" name="Text Box 45"/>
          <p:cNvSpPr txBox="1">
            <a:spLocks noChangeArrowheads="1"/>
          </p:cNvSpPr>
          <p:nvPr/>
        </p:nvSpPr>
        <p:spPr bwMode="auto">
          <a:xfrm>
            <a:off x="1774825" y="1660525"/>
            <a:ext cx="8926513" cy="883919"/>
          </a:xfrm>
          <a:prstGeom prst="rect">
            <a:avLst/>
          </a:prstGeom>
          <a:noFill/>
          <a:ln>
            <a:noFill/>
          </a:ln>
          <a:effectLst/>
        </p:spPr>
        <p:txBody>
          <a:bodyPr>
            <a:spAutoFit/>
          </a:bodyPr>
          <a:lstStyle/>
          <a:p>
            <a:pPr marL="285750" indent="-285750" eaLnBrk="1" hangingPunct="1">
              <a:lnSpc>
                <a:spcPct val="130000"/>
              </a:lnSpc>
              <a:buClr>
                <a:schemeClr val="accent2"/>
              </a:buClr>
              <a:buFont typeface="Arial" panose="020B0604020202020204" pitchFamily="34" charset="0"/>
              <a:buChar char="•"/>
            </a:pPr>
            <a:r>
              <a:rPr lang="zh-CN" altLang="en-US" sz="2000" dirty="0">
                <a:solidFill>
                  <a:schemeClr val="bg1">
                    <a:lumMod val="50000"/>
                  </a:schemeClr>
                </a:solidFill>
                <a:latin typeface="黑体" panose="02010609060101010101" pitchFamily="49" charset="-122"/>
                <a:ea typeface="黑体" panose="02010609060101010101" pitchFamily="49" charset="-122"/>
              </a:rPr>
              <a:t>膨胀的等效方程：膨胀可以通过相对结构元素的所有点平移输入图像，然后计算其并集得到。</a:t>
            </a:r>
          </a:p>
        </p:txBody>
      </p:sp>
      <p:sp>
        <p:nvSpPr>
          <p:cNvPr id="1048638" name="Rectangle 1059"/>
          <p:cNvSpPr>
            <a:spLocks noChangeArrowheads="1"/>
          </p:cNvSpPr>
          <p:nvPr/>
        </p:nvSpPr>
        <p:spPr bwMode="auto">
          <a:xfrm>
            <a:off x="3719513" y="2565400"/>
            <a:ext cx="3672631" cy="382590"/>
          </a:xfrm>
          <a:prstGeom prst="rect">
            <a:avLst/>
          </a:prstGeom>
          <a:solidFill>
            <a:srgbClr val="C0C0C0"/>
          </a:solid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aphicFrame>
        <p:nvGraphicFramePr>
          <p:cNvPr id="4194314" name="Object 1060"/>
          <p:cNvGraphicFramePr>
            <a:graphicFrameLocks noChangeAspect="1"/>
          </p:cNvGraphicFramePr>
          <p:nvPr/>
        </p:nvGraphicFramePr>
        <p:xfrm>
          <a:off x="3914776" y="2593769"/>
          <a:ext cx="2973312" cy="403183"/>
        </p:xfrm>
        <a:graphic>
          <a:graphicData uri="http://schemas.openxmlformats.org/presentationml/2006/ole">
            <mc:AlternateContent xmlns:mc="http://schemas.openxmlformats.org/markup-compatibility/2006">
              <mc:Choice xmlns:v="urn:schemas-microsoft-com:vml" Requires="v">
                <p:oleObj name="Microsoft Equation 3.0" r:id="rId2" imgW="1497950" imgH="203112" progId="Equation.3">
                  <p:embed/>
                </p:oleObj>
              </mc:Choice>
              <mc:Fallback>
                <p:oleObj name="Microsoft Equation 3.0" r:id="rId2" imgW="1497950" imgH="203112" progId="Equation.3">
                  <p:embed/>
                  <p:pic>
                    <p:nvPicPr>
                      <p:cNvPr id="2097172" name="Object 1060"/>
                      <p:cNvPicPr>
                        <a:picLocks noChangeAspect="1" noChangeArrowheads="1"/>
                      </p:cNvPicPr>
                      <p:nvPr/>
                    </p:nvPicPr>
                    <p:blipFill>
                      <a:blip r:embed="rId3"/>
                      <a:srcRect/>
                      <a:stretch>
                        <a:fillRect/>
                      </a:stretch>
                    </p:blipFill>
                    <p:spPr bwMode="auto">
                      <a:xfrm>
                        <a:off x="3914776" y="2593769"/>
                        <a:ext cx="2973312" cy="403183"/>
                      </a:xfrm>
                      <a:prstGeom prst="rect">
                        <a:avLst/>
                      </a:prstGeom>
                      <a:noFill/>
                      <a:ln>
                        <a:noFill/>
                      </a:ln>
                    </p:spPr>
                  </p:pic>
                </p:oleObj>
              </mc:Fallback>
            </mc:AlternateContent>
          </a:graphicData>
        </a:graphic>
      </p:graphicFrame>
      <p:grpSp>
        <p:nvGrpSpPr>
          <p:cNvPr id="110" name="Group 258"/>
          <p:cNvGrpSpPr/>
          <p:nvPr/>
        </p:nvGrpSpPr>
        <p:grpSpPr bwMode="auto">
          <a:xfrm>
            <a:off x="1611313" y="3405188"/>
            <a:ext cx="8610600" cy="3200400"/>
            <a:chOff x="192" y="1872"/>
            <a:chExt cx="5424" cy="2016"/>
          </a:xfrm>
        </p:grpSpPr>
        <p:sp>
          <p:nvSpPr>
            <p:cNvPr id="1048639" name="Rectangle 251"/>
            <p:cNvSpPr>
              <a:spLocks noChangeArrowheads="1"/>
            </p:cNvSpPr>
            <p:nvPr/>
          </p:nvSpPr>
          <p:spPr bwMode="auto">
            <a:xfrm>
              <a:off x="192" y="1872"/>
              <a:ext cx="5424" cy="2016"/>
            </a:xfrm>
            <a:prstGeom prst="rect">
              <a:avLst/>
            </a:prstGeom>
            <a:no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111" name="Group 255"/>
            <p:cNvGrpSpPr/>
            <p:nvPr/>
          </p:nvGrpSpPr>
          <p:grpSpPr bwMode="auto">
            <a:xfrm>
              <a:off x="432" y="2016"/>
              <a:ext cx="1440" cy="1392"/>
              <a:chOff x="432" y="2016"/>
              <a:chExt cx="1440" cy="1392"/>
            </a:xfrm>
          </p:grpSpPr>
          <p:sp>
            <p:nvSpPr>
              <p:cNvPr id="1048640" name="Line 18"/>
              <p:cNvSpPr>
                <a:spLocks noChangeShapeType="1"/>
              </p:cNvSpPr>
              <p:nvPr/>
            </p:nvSpPr>
            <p:spPr bwMode="auto">
              <a:xfrm>
                <a:off x="432" y="3408"/>
                <a:ext cx="1440"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8641" name="Line 19"/>
              <p:cNvSpPr>
                <a:spLocks noChangeShapeType="1"/>
              </p:cNvSpPr>
              <p:nvPr/>
            </p:nvSpPr>
            <p:spPr bwMode="auto">
              <a:xfrm flipV="1">
                <a:off x="432" y="2016"/>
                <a:ext cx="0" cy="1392"/>
              </a:xfrm>
              <a:prstGeom prst="line">
                <a:avLst/>
              </a:prstGeom>
              <a:noFill/>
              <a:ln w="9525">
                <a:solidFill>
                  <a:schemeClr val="tx1"/>
                </a:solidFill>
                <a:miter lim="800000"/>
                <a:headEnd/>
                <a:tailEnd type="triangle" w="med" len="med"/>
              </a:ln>
              <a:effectLst/>
            </p:spPr>
            <p:txBody>
              <a:bodyPr wrap="none"/>
              <a:lstStyle/>
              <a:p>
                <a:endParaRPr lang="zh-CN" altLang="en-US"/>
              </a:p>
            </p:txBody>
          </p:sp>
          <p:grpSp>
            <p:nvGrpSpPr>
              <p:cNvPr id="112" name="Group 162"/>
              <p:cNvGrpSpPr/>
              <p:nvPr/>
            </p:nvGrpSpPr>
            <p:grpSpPr bwMode="auto">
              <a:xfrm>
                <a:off x="432" y="2256"/>
                <a:ext cx="1152" cy="1152"/>
                <a:chOff x="1056" y="2400"/>
                <a:chExt cx="1152" cy="1152"/>
              </a:xfrm>
            </p:grpSpPr>
            <p:sp>
              <p:nvSpPr>
                <p:cNvPr id="1048642" name="Rectangle 151"/>
                <p:cNvSpPr>
                  <a:spLocks noChangeArrowheads="1"/>
                </p:cNvSpPr>
                <p:nvPr/>
              </p:nvSpPr>
              <p:spPr bwMode="auto">
                <a:xfrm>
                  <a:off x="1056" y="2400"/>
                  <a:ext cx="1152" cy="1152"/>
                </a:xfrm>
                <a:prstGeom prst="rect">
                  <a:avLst/>
                </a:prstGeom>
                <a:no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43" name="Line 152"/>
                <p:cNvSpPr>
                  <a:spLocks noChangeShapeType="1"/>
                </p:cNvSpPr>
                <p:nvPr/>
              </p:nvSpPr>
              <p:spPr bwMode="auto">
                <a:xfrm>
                  <a:off x="1248" y="2400"/>
                  <a:ext cx="0" cy="1152"/>
                </a:xfrm>
                <a:prstGeom prst="line">
                  <a:avLst/>
                </a:prstGeom>
                <a:noFill/>
                <a:ln w="9525">
                  <a:solidFill>
                    <a:schemeClr val="tx1"/>
                  </a:solidFill>
                  <a:miter lim="800000"/>
                  <a:headEnd/>
                  <a:tailEnd/>
                </a:ln>
                <a:effectLst/>
              </p:spPr>
              <p:txBody>
                <a:bodyPr wrap="none"/>
                <a:lstStyle/>
                <a:p>
                  <a:endParaRPr lang="zh-CN" altLang="en-US"/>
                </a:p>
              </p:txBody>
            </p:sp>
            <p:sp>
              <p:nvSpPr>
                <p:cNvPr id="1048644" name="Line 153"/>
                <p:cNvSpPr>
                  <a:spLocks noChangeShapeType="1"/>
                </p:cNvSpPr>
                <p:nvPr/>
              </p:nvSpPr>
              <p:spPr bwMode="auto">
                <a:xfrm>
                  <a:off x="1440" y="2400"/>
                  <a:ext cx="0" cy="1152"/>
                </a:xfrm>
                <a:prstGeom prst="line">
                  <a:avLst/>
                </a:prstGeom>
                <a:noFill/>
                <a:ln w="9525">
                  <a:solidFill>
                    <a:schemeClr val="tx1"/>
                  </a:solidFill>
                  <a:miter lim="800000"/>
                  <a:headEnd/>
                  <a:tailEnd/>
                </a:ln>
                <a:effectLst/>
              </p:spPr>
              <p:txBody>
                <a:bodyPr wrap="none"/>
                <a:lstStyle/>
                <a:p>
                  <a:endParaRPr lang="zh-CN" altLang="en-US"/>
                </a:p>
              </p:txBody>
            </p:sp>
            <p:sp>
              <p:nvSpPr>
                <p:cNvPr id="1048645" name="Line 154"/>
                <p:cNvSpPr>
                  <a:spLocks noChangeShapeType="1"/>
                </p:cNvSpPr>
                <p:nvPr/>
              </p:nvSpPr>
              <p:spPr bwMode="auto">
                <a:xfrm>
                  <a:off x="1632" y="2400"/>
                  <a:ext cx="0" cy="1152"/>
                </a:xfrm>
                <a:prstGeom prst="line">
                  <a:avLst/>
                </a:prstGeom>
                <a:noFill/>
                <a:ln w="9525">
                  <a:solidFill>
                    <a:schemeClr val="tx1"/>
                  </a:solidFill>
                  <a:miter lim="800000"/>
                  <a:headEnd/>
                  <a:tailEnd/>
                </a:ln>
                <a:effectLst/>
              </p:spPr>
              <p:txBody>
                <a:bodyPr wrap="none"/>
                <a:lstStyle/>
                <a:p>
                  <a:endParaRPr lang="zh-CN" altLang="en-US"/>
                </a:p>
              </p:txBody>
            </p:sp>
            <p:sp>
              <p:nvSpPr>
                <p:cNvPr id="1048646" name="Line 155"/>
                <p:cNvSpPr>
                  <a:spLocks noChangeShapeType="1"/>
                </p:cNvSpPr>
                <p:nvPr/>
              </p:nvSpPr>
              <p:spPr bwMode="auto">
                <a:xfrm>
                  <a:off x="1824" y="2400"/>
                  <a:ext cx="0" cy="1152"/>
                </a:xfrm>
                <a:prstGeom prst="line">
                  <a:avLst/>
                </a:prstGeom>
                <a:noFill/>
                <a:ln w="9525">
                  <a:solidFill>
                    <a:schemeClr val="tx1"/>
                  </a:solidFill>
                  <a:miter lim="800000"/>
                  <a:headEnd/>
                  <a:tailEnd/>
                </a:ln>
                <a:effectLst/>
              </p:spPr>
              <p:txBody>
                <a:bodyPr wrap="none"/>
                <a:lstStyle/>
                <a:p>
                  <a:endParaRPr lang="zh-CN" altLang="en-US"/>
                </a:p>
              </p:txBody>
            </p:sp>
            <p:sp>
              <p:nvSpPr>
                <p:cNvPr id="1048647" name="Line 156"/>
                <p:cNvSpPr>
                  <a:spLocks noChangeShapeType="1"/>
                </p:cNvSpPr>
                <p:nvPr/>
              </p:nvSpPr>
              <p:spPr bwMode="auto">
                <a:xfrm>
                  <a:off x="2016" y="2400"/>
                  <a:ext cx="0" cy="1152"/>
                </a:xfrm>
                <a:prstGeom prst="line">
                  <a:avLst/>
                </a:prstGeom>
                <a:noFill/>
                <a:ln w="9525">
                  <a:solidFill>
                    <a:schemeClr val="tx1"/>
                  </a:solidFill>
                  <a:miter lim="800000"/>
                  <a:headEnd/>
                  <a:tailEnd/>
                </a:ln>
                <a:effectLst/>
              </p:spPr>
              <p:txBody>
                <a:bodyPr wrap="none"/>
                <a:lstStyle/>
                <a:p>
                  <a:endParaRPr lang="zh-CN" altLang="en-US"/>
                </a:p>
              </p:txBody>
            </p:sp>
            <p:sp>
              <p:nvSpPr>
                <p:cNvPr id="1048648" name="Line 157"/>
                <p:cNvSpPr>
                  <a:spLocks noChangeShapeType="1"/>
                </p:cNvSpPr>
                <p:nvPr/>
              </p:nvSpPr>
              <p:spPr bwMode="auto">
                <a:xfrm>
                  <a:off x="1056" y="2592"/>
                  <a:ext cx="1152" cy="0"/>
                </a:xfrm>
                <a:prstGeom prst="line">
                  <a:avLst/>
                </a:prstGeom>
                <a:noFill/>
                <a:ln w="9525">
                  <a:solidFill>
                    <a:schemeClr val="tx1"/>
                  </a:solidFill>
                  <a:miter lim="800000"/>
                  <a:headEnd/>
                  <a:tailEnd/>
                </a:ln>
                <a:effectLst/>
              </p:spPr>
              <p:txBody>
                <a:bodyPr wrap="none"/>
                <a:lstStyle/>
                <a:p>
                  <a:endParaRPr lang="zh-CN" altLang="en-US"/>
                </a:p>
              </p:txBody>
            </p:sp>
            <p:sp>
              <p:nvSpPr>
                <p:cNvPr id="1048649" name="Line 158"/>
                <p:cNvSpPr>
                  <a:spLocks noChangeShapeType="1"/>
                </p:cNvSpPr>
                <p:nvPr/>
              </p:nvSpPr>
              <p:spPr bwMode="auto">
                <a:xfrm>
                  <a:off x="1056" y="2784"/>
                  <a:ext cx="1152" cy="0"/>
                </a:xfrm>
                <a:prstGeom prst="line">
                  <a:avLst/>
                </a:prstGeom>
                <a:noFill/>
                <a:ln w="9525">
                  <a:solidFill>
                    <a:schemeClr val="tx1"/>
                  </a:solidFill>
                  <a:miter lim="800000"/>
                  <a:headEnd/>
                  <a:tailEnd/>
                </a:ln>
                <a:effectLst/>
              </p:spPr>
              <p:txBody>
                <a:bodyPr wrap="none"/>
                <a:lstStyle/>
                <a:p>
                  <a:endParaRPr lang="zh-CN" altLang="en-US"/>
                </a:p>
              </p:txBody>
            </p:sp>
            <p:sp>
              <p:nvSpPr>
                <p:cNvPr id="1048650" name="Line 159"/>
                <p:cNvSpPr>
                  <a:spLocks noChangeShapeType="1"/>
                </p:cNvSpPr>
                <p:nvPr/>
              </p:nvSpPr>
              <p:spPr bwMode="auto">
                <a:xfrm>
                  <a:off x="1056" y="2976"/>
                  <a:ext cx="1152" cy="0"/>
                </a:xfrm>
                <a:prstGeom prst="line">
                  <a:avLst/>
                </a:prstGeom>
                <a:noFill/>
                <a:ln w="9525">
                  <a:solidFill>
                    <a:schemeClr val="tx1"/>
                  </a:solidFill>
                  <a:miter lim="800000"/>
                  <a:headEnd/>
                  <a:tailEnd/>
                </a:ln>
                <a:effectLst/>
              </p:spPr>
              <p:txBody>
                <a:bodyPr wrap="none"/>
                <a:lstStyle/>
                <a:p>
                  <a:endParaRPr lang="zh-CN" altLang="en-US"/>
                </a:p>
              </p:txBody>
            </p:sp>
            <p:sp>
              <p:nvSpPr>
                <p:cNvPr id="1048651" name="Line 160"/>
                <p:cNvSpPr>
                  <a:spLocks noChangeShapeType="1"/>
                </p:cNvSpPr>
                <p:nvPr/>
              </p:nvSpPr>
              <p:spPr bwMode="auto">
                <a:xfrm>
                  <a:off x="1056" y="3168"/>
                  <a:ext cx="1152" cy="0"/>
                </a:xfrm>
                <a:prstGeom prst="line">
                  <a:avLst/>
                </a:prstGeom>
                <a:noFill/>
                <a:ln w="9525">
                  <a:solidFill>
                    <a:schemeClr val="tx1"/>
                  </a:solidFill>
                  <a:miter lim="800000"/>
                  <a:headEnd/>
                  <a:tailEnd/>
                </a:ln>
                <a:effectLst/>
              </p:spPr>
              <p:txBody>
                <a:bodyPr wrap="none"/>
                <a:lstStyle/>
                <a:p>
                  <a:endParaRPr lang="zh-CN" altLang="en-US"/>
                </a:p>
              </p:txBody>
            </p:sp>
            <p:sp>
              <p:nvSpPr>
                <p:cNvPr id="1048652" name="Line 161"/>
                <p:cNvSpPr>
                  <a:spLocks noChangeShapeType="1"/>
                </p:cNvSpPr>
                <p:nvPr/>
              </p:nvSpPr>
              <p:spPr bwMode="auto">
                <a:xfrm>
                  <a:off x="1056" y="3360"/>
                  <a:ext cx="1152"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113" name="Group 173"/>
              <p:cNvGrpSpPr/>
              <p:nvPr/>
            </p:nvGrpSpPr>
            <p:grpSpPr bwMode="auto">
              <a:xfrm>
                <a:off x="791" y="2616"/>
                <a:ext cx="432" cy="432"/>
                <a:chOff x="720" y="2832"/>
                <a:chExt cx="432" cy="432"/>
              </a:xfrm>
            </p:grpSpPr>
            <p:sp>
              <p:nvSpPr>
                <p:cNvPr id="1048653" name="Oval 163"/>
                <p:cNvSpPr>
                  <a:spLocks noChangeArrowheads="1"/>
                </p:cNvSpPr>
                <p:nvPr/>
              </p:nvSpPr>
              <p:spPr bwMode="auto">
                <a:xfrm>
                  <a:off x="720" y="283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54" name="Oval 165"/>
                <p:cNvSpPr>
                  <a:spLocks noChangeArrowheads="1"/>
                </p:cNvSpPr>
                <p:nvPr/>
              </p:nvSpPr>
              <p:spPr bwMode="auto">
                <a:xfrm>
                  <a:off x="912" y="283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55" name="Oval 166"/>
                <p:cNvSpPr>
                  <a:spLocks noChangeArrowheads="1"/>
                </p:cNvSpPr>
                <p:nvPr/>
              </p:nvSpPr>
              <p:spPr bwMode="auto">
                <a:xfrm>
                  <a:off x="1104" y="283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56" name="Oval 167"/>
                <p:cNvSpPr>
                  <a:spLocks noChangeArrowheads="1"/>
                </p:cNvSpPr>
                <p:nvPr/>
              </p:nvSpPr>
              <p:spPr bwMode="auto">
                <a:xfrm>
                  <a:off x="720" y="302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57" name="Oval 168"/>
                <p:cNvSpPr>
                  <a:spLocks noChangeArrowheads="1"/>
                </p:cNvSpPr>
                <p:nvPr/>
              </p:nvSpPr>
              <p:spPr bwMode="auto">
                <a:xfrm>
                  <a:off x="912" y="302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58" name="Oval 169"/>
                <p:cNvSpPr>
                  <a:spLocks noChangeArrowheads="1"/>
                </p:cNvSpPr>
                <p:nvPr/>
              </p:nvSpPr>
              <p:spPr bwMode="auto">
                <a:xfrm>
                  <a:off x="1104" y="302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59" name="Oval 170"/>
                <p:cNvSpPr>
                  <a:spLocks noChangeArrowheads="1"/>
                </p:cNvSpPr>
                <p:nvPr/>
              </p:nvSpPr>
              <p:spPr bwMode="auto">
                <a:xfrm>
                  <a:off x="720" y="321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60" name="Oval 171"/>
                <p:cNvSpPr>
                  <a:spLocks noChangeArrowheads="1"/>
                </p:cNvSpPr>
                <p:nvPr/>
              </p:nvSpPr>
              <p:spPr bwMode="auto">
                <a:xfrm>
                  <a:off x="912" y="321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61" name="Oval 172"/>
                <p:cNvSpPr>
                  <a:spLocks noChangeArrowheads="1"/>
                </p:cNvSpPr>
                <p:nvPr/>
              </p:nvSpPr>
              <p:spPr bwMode="auto">
                <a:xfrm>
                  <a:off x="1104" y="321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114" name="Group 257"/>
            <p:cNvGrpSpPr/>
            <p:nvPr/>
          </p:nvGrpSpPr>
          <p:grpSpPr bwMode="auto">
            <a:xfrm>
              <a:off x="3696" y="1920"/>
              <a:ext cx="1872" cy="1488"/>
              <a:chOff x="3696" y="1920"/>
              <a:chExt cx="1872" cy="1488"/>
            </a:xfrm>
          </p:grpSpPr>
          <p:sp>
            <p:nvSpPr>
              <p:cNvPr id="1048662" name="Line 174"/>
              <p:cNvSpPr>
                <a:spLocks noChangeShapeType="1"/>
              </p:cNvSpPr>
              <p:nvPr/>
            </p:nvSpPr>
            <p:spPr bwMode="auto">
              <a:xfrm>
                <a:off x="3696" y="3408"/>
                <a:ext cx="1872"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8663" name="Line 175"/>
              <p:cNvSpPr>
                <a:spLocks noChangeShapeType="1"/>
              </p:cNvSpPr>
              <p:nvPr/>
            </p:nvSpPr>
            <p:spPr bwMode="auto">
              <a:xfrm flipV="1">
                <a:off x="3696" y="1920"/>
                <a:ext cx="0" cy="1488"/>
              </a:xfrm>
              <a:prstGeom prst="line">
                <a:avLst/>
              </a:prstGeom>
              <a:noFill/>
              <a:ln w="9525">
                <a:solidFill>
                  <a:schemeClr val="tx1"/>
                </a:solidFill>
                <a:miter lim="800000"/>
                <a:headEnd/>
                <a:tailEnd type="triangle" w="med" len="med"/>
              </a:ln>
              <a:effectLst/>
            </p:spPr>
            <p:txBody>
              <a:bodyPr wrap="none"/>
              <a:lstStyle/>
              <a:p>
                <a:endParaRPr lang="zh-CN" altLang="en-US"/>
              </a:p>
            </p:txBody>
          </p:sp>
          <p:grpSp>
            <p:nvGrpSpPr>
              <p:cNvPr id="115" name="Group 203"/>
              <p:cNvGrpSpPr/>
              <p:nvPr/>
            </p:nvGrpSpPr>
            <p:grpSpPr bwMode="auto">
              <a:xfrm>
                <a:off x="3696" y="2064"/>
                <a:ext cx="1728" cy="1344"/>
                <a:chOff x="2208" y="2688"/>
                <a:chExt cx="1728" cy="1344"/>
              </a:xfrm>
            </p:grpSpPr>
            <p:sp>
              <p:nvSpPr>
                <p:cNvPr id="1048664" name="Rectangle 177"/>
                <p:cNvSpPr>
                  <a:spLocks noChangeArrowheads="1"/>
                </p:cNvSpPr>
                <p:nvPr/>
              </p:nvSpPr>
              <p:spPr bwMode="auto">
                <a:xfrm>
                  <a:off x="2208" y="2688"/>
                  <a:ext cx="1728" cy="1344"/>
                </a:xfrm>
                <a:prstGeom prst="rect">
                  <a:avLst/>
                </a:prstGeom>
                <a:no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65" name="Line 178"/>
                <p:cNvSpPr>
                  <a:spLocks noChangeShapeType="1"/>
                </p:cNvSpPr>
                <p:nvPr/>
              </p:nvSpPr>
              <p:spPr bwMode="auto">
                <a:xfrm>
                  <a:off x="2400" y="2688"/>
                  <a:ext cx="0" cy="1344"/>
                </a:xfrm>
                <a:prstGeom prst="line">
                  <a:avLst/>
                </a:prstGeom>
                <a:noFill/>
                <a:ln w="9525">
                  <a:solidFill>
                    <a:schemeClr val="tx1"/>
                  </a:solidFill>
                  <a:miter lim="800000"/>
                  <a:headEnd/>
                  <a:tailEnd/>
                </a:ln>
                <a:effectLst/>
              </p:spPr>
              <p:txBody>
                <a:bodyPr wrap="none"/>
                <a:lstStyle/>
                <a:p>
                  <a:endParaRPr lang="zh-CN" altLang="en-US"/>
                </a:p>
              </p:txBody>
            </p:sp>
            <p:sp>
              <p:nvSpPr>
                <p:cNvPr id="1048666" name="Line 179"/>
                <p:cNvSpPr>
                  <a:spLocks noChangeShapeType="1"/>
                </p:cNvSpPr>
                <p:nvPr/>
              </p:nvSpPr>
              <p:spPr bwMode="auto">
                <a:xfrm>
                  <a:off x="2592" y="2688"/>
                  <a:ext cx="0" cy="1344"/>
                </a:xfrm>
                <a:prstGeom prst="line">
                  <a:avLst/>
                </a:prstGeom>
                <a:noFill/>
                <a:ln w="9525">
                  <a:solidFill>
                    <a:schemeClr val="tx1"/>
                  </a:solidFill>
                  <a:miter lim="800000"/>
                  <a:headEnd/>
                  <a:tailEnd/>
                </a:ln>
                <a:effectLst/>
              </p:spPr>
              <p:txBody>
                <a:bodyPr wrap="none"/>
                <a:lstStyle/>
                <a:p>
                  <a:endParaRPr lang="zh-CN" altLang="en-US"/>
                </a:p>
              </p:txBody>
            </p:sp>
            <p:sp>
              <p:nvSpPr>
                <p:cNvPr id="1048667" name="Line 180"/>
                <p:cNvSpPr>
                  <a:spLocks noChangeShapeType="1"/>
                </p:cNvSpPr>
                <p:nvPr/>
              </p:nvSpPr>
              <p:spPr bwMode="auto">
                <a:xfrm>
                  <a:off x="2784" y="2688"/>
                  <a:ext cx="0" cy="1344"/>
                </a:xfrm>
                <a:prstGeom prst="line">
                  <a:avLst/>
                </a:prstGeom>
                <a:noFill/>
                <a:ln w="9525">
                  <a:solidFill>
                    <a:schemeClr val="tx1"/>
                  </a:solidFill>
                  <a:miter lim="800000"/>
                  <a:headEnd/>
                  <a:tailEnd/>
                </a:ln>
                <a:effectLst/>
              </p:spPr>
              <p:txBody>
                <a:bodyPr wrap="none"/>
                <a:lstStyle/>
                <a:p>
                  <a:endParaRPr lang="zh-CN" altLang="en-US"/>
                </a:p>
              </p:txBody>
            </p:sp>
            <p:sp>
              <p:nvSpPr>
                <p:cNvPr id="1048668" name="Line 181"/>
                <p:cNvSpPr>
                  <a:spLocks noChangeShapeType="1"/>
                </p:cNvSpPr>
                <p:nvPr/>
              </p:nvSpPr>
              <p:spPr bwMode="auto">
                <a:xfrm>
                  <a:off x="2976" y="2688"/>
                  <a:ext cx="0" cy="1344"/>
                </a:xfrm>
                <a:prstGeom prst="line">
                  <a:avLst/>
                </a:prstGeom>
                <a:noFill/>
                <a:ln w="9525">
                  <a:solidFill>
                    <a:schemeClr val="tx1"/>
                  </a:solidFill>
                  <a:miter lim="800000"/>
                  <a:headEnd/>
                  <a:tailEnd/>
                </a:ln>
                <a:effectLst/>
              </p:spPr>
              <p:txBody>
                <a:bodyPr wrap="none"/>
                <a:lstStyle/>
                <a:p>
                  <a:endParaRPr lang="zh-CN" altLang="en-US"/>
                </a:p>
              </p:txBody>
            </p:sp>
            <p:sp>
              <p:nvSpPr>
                <p:cNvPr id="1048669" name="Line 182"/>
                <p:cNvSpPr>
                  <a:spLocks noChangeShapeType="1"/>
                </p:cNvSpPr>
                <p:nvPr/>
              </p:nvSpPr>
              <p:spPr bwMode="auto">
                <a:xfrm>
                  <a:off x="3168" y="2688"/>
                  <a:ext cx="0" cy="1344"/>
                </a:xfrm>
                <a:prstGeom prst="line">
                  <a:avLst/>
                </a:prstGeom>
                <a:noFill/>
                <a:ln w="9525">
                  <a:solidFill>
                    <a:schemeClr val="tx1"/>
                  </a:solidFill>
                  <a:miter lim="800000"/>
                  <a:headEnd/>
                  <a:tailEnd/>
                </a:ln>
                <a:effectLst/>
              </p:spPr>
              <p:txBody>
                <a:bodyPr wrap="none"/>
                <a:lstStyle/>
                <a:p>
                  <a:endParaRPr lang="zh-CN" altLang="en-US"/>
                </a:p>
              </p:txBody>
            </p:sp>
            <p:sp>
              <p:nvSpPr>
                <p:cNvPr id="1048670" name="Line 183"/>
                <p:cNvSpPr>
                  <a:spLocks noChangeShapeType="1"/>
                </p:cNvSpPr>
                <p:nvPr/>
              </p:nvSpPr>
              <p:spPr bwMode="auto">
                <a:xfrm>
                  <a:off x="2208" y="3072"/>
                  <a:ext cx="1728" cy="0"/>
                </a:xfrm>
                <a:prstGeom prst="line">
                  <a:avLst/>
                </a:prstGeom>
                <a:noFill/>
                <a:ln w="9525">
                  <a:solidFill>
                    <a:schemeClr val="tx1"/>
                  </a:solidFill>
                  <a:miter lim="800000"/>
                  <a:headEnd/>
                  <a:tailEnd/>
                </a:ln>
                <a:effectLst/>
              </p:spPr>
              <p:txBody>
                <a:bodyPr wrap="none"/>
                <a:lstStyle/>
                <a:p>
                  <a:endParaRPr lang="zh-CN" altLang="en-US"/>
                </a:p>
              </p:txBody>
            </p:sp>
            <p:sp>
              <p:nvSpPr>
                <p:cNvPr id="1048671" name="Line 184"/>
                <p:cNvSpPr>
                  <a:spLocks noChangeShapeType="1"/>
                </p:cNvSpPr>
                <p:nvPr/>
              </p:nvSpPr>
              <p:spPr bwMode="auto">
                <a:xfrm>
                  <a:off x="2208" y="3264"/>
                  <a:ext cx="1728" cy="0"/>
                </a:xfrm>
                <a:prstGeom prst="line">
                  <a:avLst/>
                </a:prstGeom>
                <a:noFill/>
                <a:ln w="9525">
                  <a:solidFill>
                    <a:schemeClr val="tx1"/>
                  </a:solidFill>
                  <a:miter lim="800000"/>
                  <a:headEnd/>
                  <a:tailEnd/>
                </a:ln>
                <a:effectLst/>
              </p:spPr>
              <p:txBody>
                <a:bodyPr wrap="none"/>
                <a:lstStyle/>
                <a:p>
                  <a:endParaRPr lang="zh-CN" altLang="en-US"/>
                </a:p>
              </p:txBody>
            </p:sp>
            <p:sp>
              <p:nvSpPr>
                <p:cNvPr id="1048672" name="Line 185"/>
                <p:cNvSpPr>
                  <a:spLocks noChangeShapeType="1"/>
                </p:cNvSpPr>
                <p:nvPr/>
              </p:nvSpPr>
              <p:spPr bwMode="auto">
                <a:xfrm>
                  <a:off x="2208" y="3456"/>
                  <a:ext cx="1728" cy="0"/>
                </a:xfrm>
                <a:prstGeom prst="line">
                  <a:avLst/>
                </a:prstGeom>
                <a:noFill/>
                <a:ln w="9525">
                  <a:solidFill>
                    <a:schemeClr val="tx1"/>
                  </a:solidFill>
                  <a:miter lim="800000"/>
                  <a:headEnd/>
                  <a:tailEnd/>
                </a:ln>
                <a:effectLst/>
              </p:spPr>
              <p:txBody>
                <a:bodyPr wrap="none"/>
                <a:lstStyle/>
                <a:p>
                  <a:endParaRPr lang="zh-CN" altLang="en-US"/>
                </a:p>
              </p:txBody>
            </p:sp>
            <p:sp>
              <p:nvSpPr>
                <p:cNvPr id="1048673" name="Line 186"/>
                <p:cNvSpPr>
                  <a:spLocks noChangeShapeType="1"/>
                </p:cNvSpPr>
                <p:nvPr/>
              </p:nvSpPr>
              <p:spPr bwMode="auto">
                <a:xfrm>
                  <a:off x="2208" y="3648"/>
                  <a:ext cx="1728" cy="0"/>
                </a:xfrm>
                <a:prstGeom prst="line">
                  <a:avLst/>
                </a:prstGeom>
                <a:noFill/>
                <a:ln w="9525">
                  <a:solidFill>
                    <a:schemeClr val="tx1"/>
                  </a:solidFill>
                  <a:miter lim="800000"/>
                  <a:headEnd/>
                  <a:tailEnd/>
                </a:ln>
                <a:effectLst/>
              </p:spPr>
              <p:txBody>
                <a:bodyPr wrap="none"/>
                <a:lstStyle/>
                <a:p>
                  <a:endParaRPr lang="zh-CN" altLang="en-US"/>
                </a:p>
              </p:txBody>
            </p:sp>
            <p:sp>
              <p:nvSpPr>
                <p:cNvPr id="1048674" name="Line 187"/>
                <p:cNvSpPr>
                  <a:spLocks noChangeShapeType="1"/>
                </p:cNvSpPr>
                <p:nvPr/>
              </p:nvSpPr>
              <p:spPr bwMode="auto">
                <a:xfrm>
                  <a:off x="2208" y="3840"/>
                  <a:ext cx="1728" cy="0"/>
                </a:xfrm>
                <a:prstGeom prst="line">
                  <a:avLst/>
                </a:prstGeom>
                <a:noFill/>
                <a:ln w="9525">
                  <a:solidFill>
                    <a:schemeClr val="tx1"/>
                  </a:solidFill>
                  <a:miter lim="800000"/>
                  <a:headEnd/>
                  <a:tailEnd/>
                </a:ln>
                <a:effectLst/>
              </p:spPr>
              <p:txBody>
                <a:bodyPr wrap="none"/>
                <a:lstStyle/>
                <a:p>
                  <a:endParaRPr lang="zh-CN" altLang="en-US"/>
                </a:p>
              </p:txBody>
            </p:sp>
            <p:sp>
              <p:nvSpPr>
                <p:cNvPr id="1048675" name="Line 199"/>
                <p:cNvSpPr>
                  <a:spLocks noChangeShapeType="1"/>
                </p:cNvSpPr>
                <p:nvPr/>
              </p:nvSpPr>
              <p:spPr bwMode="auto">
                <a:xfrm>
                  <a:off x="2208" y="2880"/>
                  <a:ext cx="1728" cy="0"/>
                </a:xfrm>
                <a:prstGeom prst="line">
                  <a:avLst/>
                </a:prstGeom>
                <a:noFill/>
                <a:ln w="9525">
                  <a:solidFill>
                    <a:schemeClr val="tx1"/>
                  </a:solidFill>
                  <a:miter lim="800000"/>
                  <a:headEnd/>
                  <a:tailEnd/>
                </a:ln>
                <a:effectLst/>
              </p:spPr>
              <p:txBody>
                <a:bodyPr wrap="none"/>
                <a:lstStyle/>
                <a:p>
                  <a:endParaRPr lang="zh-CN" altLang="en-US"/>
                </a:p>
              </p:txBody>
            </p:sp>
            <p:sp>
              <p:nvSpPr>
                <p:cNvPr id="1048676" name="Line 200"/>
                <p:cNvSpPr>
                  <a:spLocks noChangeShapeType="1"/>
                </p:cNvSpPr>
                <p:nvPr/>
              </p:nvSpPr>
              <p:spPr bwMode="auto">
                <a:xfrm>
                  <a:off x="3360" y="2688"/>
                  <a:ext cx="0" cy="1344"/>
                </a:xfrm>
                <a:prstGeom prst="line">
                  <a:avLst/>
                </a:prstGeom>
                <a:noFill/>
                <a:ln w="9525">
                  <a:solidFill>
                    <a:schemeClr val="tx1"/>
                  </a:solidFill>
                  <a:miter lim="800000"/>
                  <a:headEnd/>
                  <a:tailEnd/>
                </a:ln>
                <a:effectLst/>
              </p:spPr>
              <p:txBody>
                <a:bodyPr wrap="none"/>
                <a:lstStyle/>
                <a:p>
                  <a:endParaRPr lang="zh-CN" altLang="en-US"/>
                </a:p>
              </p:txBody>
            </p:sp>
            <p:sp>
              <p:nvSpPr>
                <p:cNvPr id="1048677" name="Line 201"/>
                <p:cNvSpPr>
                  <a:spLocks noChangeShapeType="1"/>
                </p:cNvSpPr>
                <p:nvPr/>
              </p:nvSpPr>
              <p:spPr bwMode="auto">
                <a:xfrm>
                  <a:off x="3552" y="2688"/>
                  <a:ext cx="0" cy="1344"/>
                </a:xfrm>
                <a:prstGeom prst="line">
                  <a:avLst/>
                </a:prstGeom>
                <a:noFill/>
                <a:ln w="9525">
                  <a:solidFill>
                    <a:schemeClr val="tx1"/>
                  </a:solidFill>
                  <a:miter lim="800000"/>
                  <a:headEnd/>
                  <a:tailEnd/>
                </a:ln>
                <a:effectLst/>
              </p:spPr>
              <p:txBody>
                <a:bodyPr wrap="none"/>
                <a:lstStyle/>
                <a:p>
                  <a:endParaRPr lang="zh-CN" altLang="en-US"/>
                </a:p>
              </p:txBody>
            </p:sp>
            <p:sp>
              <p:nvSpPr>
                <p:cNvPr id="1048678" name="Line 202"/>
                <p:cNvSpPr>
                  <a:spLocks noChangeShapeType="1"/>
                </p:cNvSpPr>
                <p:nvPr/>
              </p:nvSpPr>
              <p:spPr bwMode="auto">
                <a:xfrm>
                  <a:off x="3744" y="2688"/>
                  <a:ext cx="0" cy="1344"/>
                </a:xfrm>
                <a:prstGeom prst="line">
                  <a:avLst/>
                </a:prstGeom>
                <a:noFill/>
                <a:ln w="9525">
                  <a:solidFill>
                    <a:schemeClr val="tx1"/>
                  </a:solidFill>
                  <a:miter lim="800000"/>
                  <a:headEnd/>
                  <a:tailEnd/>
                </a:ln>
                <a:effectLst/>
              </p:spPr>
              <p:txBody>
                <a:bodyPr wrap="none"/>
                <a:lstStyle/>
                <a:p>
                  <a:endParaRPr lang="zh-CN" altLang="en-US"/>
                </a:p>
              </p:txBody>
            </p:sp>
          </p:grpSp>
          <p:grpSp>
            <p:nvGrpSpPr>
              <p:cNvPr id="116" name="Group 210"/>
              <p:cNvGrpSpPr/>
              <p:nvPr/>
            </p:nvGrpSpPr>
            <p:grpSpPr bwMode="auto">
              <a:xfrm>
                <a:off x="4440" y="2230"/>
                <a:ext cx="624" cy="624"/>
                <a:chOff x="4224" y="2016"/>
                <a:chExt cx="624" cy="624"/>
              </a:xfrm>
            </p:grpSpPr>
            <p:sp>
              <p:nvSpPr>
                <p:cNvPr id="1048679" name="Oval 189"/>
                <p:cNvSpPr>
                  <a:spLocks noChangeArrowheads="1"/>
                </p:cNvSpPr>
                <p:nvPr/>
              </p:nvSpPr>
              <p:spPr bwMode="auto">
                <a:xfrm>
                  <a:off x="4224" y="220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80" name="Oval 190"/>
                <p:cNvSpPr>
                  <a:spLocks noChangeArrowheads="1"/>
                </p:cNvSpPr>
                <p:nvPr/>
              </p:nvSpPr>
              <p:spPr bwMode="auto">
                <a:xfrm>
                  <a:off x="4416" y="220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81" name="Oval 191"/>
                <p:cNvSpPr>
                  <a:spLocks noChangeArrowheads="1"/>
                </p:cNvSpPr>
                <p:nvPr/>
              </p:nvSpPr>
              <p:spPr bwMode="auto">
                <a:xfrm>
                  <a:off x="4608" y="220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82" name="Oval 192"/>
                <p:cNvSpPr>
                  <a:spLocks noChangeArrowheads="1"/>
                </p:cNvSpPr>
                <p:nvPr/>
              </p:nvSpPr>
              <p:spPr bwMode="auto">
                <a:xfrm>
                  <a:off x="4224"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83" name="Oval 193"/>
                <p:cNvSpPr>
                  <a:spLocks noChangeArrowheads="1"/>
                </p:cNvSpPr>
                <p:nvPr/>
              </p:nvSpPr>
              <p:spPr bwMode="auto">
                <a:xfrm>
                  <a:off x="4416"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84" name="Oval 194"/>
                <p:cNvSpPr>
                  <a:spLocks noChangeArrowheads="1"/>
                </p:cNvSpPr>
                <p:nvPr/>
              </p:nvSpPr>
              <p:spPr bwMode="auto">
                <a:xfrm>
                  <a:off x="4608"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85" name="Oval 195"/>
                <p:cNvSpPr>
                  <a:spLocks noChangeArrowheads="1"/>
                </p:cNvSpPr>
                <p:nvPr/>
              </p:nvSpPr>
              <p:spPr bwMode="auto">
                <a:xfrm>
                  <a:off x="4224" y="25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86" name="Oval 196"/>
                <p:cNvSpPr>
                  <a:spLocks noChangeArrowheads="1"/>
                </p:cNvSpPr>
                <p:nvPr/>
              </p:nvSpPr>
              <p:spPr bwMode="auto">
                <a:xfrm>
                  <a:off x="4416" y="25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87" name="Oval 197"/>
                <p:cNvSpPr>
                  <a:spLocks noChangeArrowheads="1"/>
                </p:cNvSpPr>
                <p:nvPr/>
              </p:nvSpPr>
              <p:spPr bwMode="auto">
                <a:xfrm>
                  <a:off x="4608" y="25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88" name="Oval 204"/>
                <p:cNvSpPr>
                  <a:spLocks noChangeArrowheads="1"/>
                </p:cNvSpPr>
                <p:nvPr/>
              </p:nvSpPr>
              <p:spPr bwMode="auto">
                <a:xfrm>
                  <a:off x="4800" y="25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89" name="Oval 205"/>
                <p:cNvSpPr>
                  <a:spLocks noChangeArrowheads="1"/>
                </p:cNvSpPr>
                <p:nvPr/>
              </p:nvSpPr>
              <p:spPr bwMode="auto">
                <a:xfrm>
                  <a:off x="4800"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90" name="Oval 206"/>
                <p:cNvSpPr>
                  <a:spLocks noChangeArrowheads="1"/>
                </p:cNvSpPr>
                <p:nvPr/>
              </p:nvSpPr>
              <p:spPr bwMode="auto">
                <a:xfrm>
                  <a:off x="4800" y="220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91" name="Oval 207"/>
                <p:cNvSpPr>
                  <a:spLocks noChangeArrowheads="1"/>
                </p:cNvSpPr>
                <p:nvPr/>
              </p:nvSpPr>
              <p:spPr bwMode="auto">
                <a:xfrm>
                  <a:off x="4800" y="201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92" name="Oval 208"/>
                <p:cNvSpPr>
                  <a:spLocks noChangeArrowheads="1"/>
                </p:cNvSpPr>
                <p:nvPr/>
              </p:nvSpPr>
              <p:spPr bwMode="auto">
                <a:xfrm>
                  <a:off x="4608" y="201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93" name="Oval 209"/>
                <p:cNvSpPr>
                  <a:spLocks noChangeArrowheads="1"/>
                </p:cNvSpPr>
                <p:nvPr/>
              </p:nvSpPr>
              <p:spPr bwMode="auto">
                <a:xfrm>
                  <a:off x="4416" y="201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117" name="Group 256"/>
            <p:cNvGrpSpPr/>
            <p:nvPr/>
          </p:nvGrpSpPr>
          <p:grpSpPr bwMode="auto">
            <a:xfrm>
              <a:off x="2304" y="2160"/>
              <a:ext cx="1152" cy="1248"/>
              <a:chOff x="2304" y="2160"/>
              <a:chExt cx="1152" cy="1248"/>
            </a:xfrm>
          </p:grpSpPr>
          <p:grpSp>
            <p:nvGrpSpPr>
              <p:cNvPr id="118" name="Group 230"/>
              <p:cNvGrpSpPr/>
              <p:nvPr/>
            </p:nvGrpSpPr>
            <p:grpSpPr bwMode="auto">
              <a:xfrm>
                <a:off x="2304" y="2448"/>
                <a:ext cx="960" cy="960"/>
                <a:chOff x="1488" y="2736"/>
                <a:chExt cx="960" cy="960"/>
              </a:xfrm>
            </p:grpSpPr>
            <p:sp>
              <p:nvSpPr>
                <p:cNvPr id="1048694" name="Rectangle 213"/>
                <p:cNvSpPr>
                  <a:spLocks noChangeArrowheads="1"/>
                </p:cNvSpPr>
                <p:nvPr/>
              </p:nvSpPr>
              <p:spPr bwMode="auto">
                <a:xfrm>
                  <a:off x="1488" y="2736"/>
                  <a:ext cx="960" cy="960"/>
                </a:xfrm>
                <a:prstGeom prst="rect">
                  <a:avLst/>
                </a:prstGeom>
                <a:no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695" name="Line 214"/>
                <p:cNvSpPr>
                  <a:spLocks noChangeShapeType="1"/>
                </p:cNvSpPr>
                <p:nvPr/>
              </p:nvSpPr>
              <p:spPr bwMode="auto">
                <a:xfrm>
                  <a:off x="1680" y="2736"/>
                  <a:ext cx="0" cy="960"/>
                </a:xfrm>
                <a:prstGeom prst="line">
                  <a:avLst/>
                </a:prstGeom>
                <a:noFill/>
                <a:ln w="9525">
                  <a:solidFill>
                    <a:schemeClr val="tx1"/>
                  </a:solidFill>
                  <a:miter lim="800000"/>
                  <a:headEnd/>
                  <a:tailEnd/>
                </a:ln>
                <a:effectLst/>
              </p:spPr>
              <p:txBody>
                <a:bodyPr wrap="none"/>
                <a:lstStyle/>
                <a:p>
                  <a:endParaRPr lang="zh-CN" altLang="en-US"/>
                </a:p>
              </p:txBody>
            </p:sp>
            <p:sp>
              <p:nvSpPr>
                <p:cNvPr id="1048696" name="Line 215"/>
                <p:cNvSpPr>
                  <a:spLocks noChangeShapeType="1"/>
                </p:cNvSpPr>
                <p:nvPr/>
              </p:nvSpPr>
              <p:spPr bwMode="auto">
                <a:xfrm>
                  <a:off x="1872" y="2736"/>
                  <a:ext cx="0" cy="960"/>
                </a:xfrm>
                <a:prstGeom prst="line">
                  <a:avLst/>
                </a:prstGeom>
                <a:noFill/>
                <a:ln w="9525">
                  <a:solidFill>
                    <a:schemeClr val="tx1"/>
                  </a:solidFill>
                  <a:miter lim="800000"/>
                  <a:headEnd/>
                  <a:tailEnd/>
                </a:ln>
                <a:effectLst/>
              </p:spPr>
              <p:txBody>
                <a:bodyPr wrap="none"/>
                <a:lstStyle/>
                <a:p>
                  <a:endParaRPr lang="zh-CN" altLang="en-US"/>
                </a:p>
              </p:txBody>
            </p:sp>
            <p:sp>
              <p:nvSpPr>
                <p:cNvPr id="1048697" name="Line 216"/>
                <p:cNvSpPr>
                  <a:spLocks noChangeShapeType="1"/>
                </p:cNvSpPr>
                <p:nvPr/>
              </p:nvSpPr>
              <p:spPr bwMode="auto">
                <a:xfrm>
                  <a:off x="2064" y="2736"/>
                  <a:ext cx="0" cy="960"/>
                </a:xfrm>
                <a:prstGeom prst="line">
                  <a:avLst/>
                </a:prstGeom>
                <a:noFill/>
                <a:ln w="9525">
                  <a:solidFill>
                    <a:schemeClr val="tx1"/>
                  </a:solidFill>
                  <a:miter lim="800000"/>
                  <a:headEnd/>
                  <a:tailEnd/>
                </a:ln>
                <a:effectLst/>
              </p:spPr>
              <p:txBody>
                <a:bodyPr wrap="none"/>
                <a:lstStyle/>
                <a:p>
                  <a:endParaRPr lang="zh-CN" altLang="en-US"/>
                </a:p>
              </p:txBody>
            </p:sp>
            <p:sp>
              <p:nvSpPr>
                <p:cNvPr id="1048698" name="Line 217"/>
                <p:cNvSpPr>
                  <a:spLocks noChangeShapeType="1"/>
                </p:cNvSpPr>
                <p:nvPr/>
              </p:nvSpPr>
              <p:spPr bwMode="auto">
                <a:xfrm>
                  <a:off x="2256" y="2736"/>
                  <a:ext cx="0" cy="960"/>
                </a:xfrm>
                <a:prstGeom prst="line">
                  <a:avLst/>
                </a:prstGeom>
                <a:noFill/>
                <a:ln w="9525">
                  <a:solidFill>
                    <a:schemeClr val="tx1"/>
                  </a:solidFill>
                  <a:miter lim="800000"/>
                  <a:headEnd/>
                  <a:tailEnd/>
                </a:ln>
                <a:effectLst/>
              </p:spPr>
              <p:txBody>
                <a:bodyPr wrap="none"/>
                <a:lstStyle/>
                <a:p>
                  <a:endParaRPr lang="zh-CN" altLang="en-US"/>
                </a:p>
              </p:txBody>
            </p:sp>
            <p:sp>
              <p:nvSpPr>
                <p:cNvPr id="1048699" name="Line 219"/>
                <p:cNvSpPr>
                  <a:spLocks noChangeShapeType="1"/>
                </p:cNvSpPr>
                <p:nvPr/>
              </p:nvSpPr>
              <p:spPr bwMode="auto">
                <a:xfrm>
                  <a:off x="1488" y="3120"/>
                  <a:ext cx="960" cy="0"/>
                </a:xfrm>
                <a:prstGeom prst="line">
                  <a:avLst/>
                </a:prstGeom>
                <a:noFill/>
                <a:ln w="9525">
                  <a:solidFill>
                    <a:schemeClr val="tx1"/>
                  </a:solidFill>
                  <a:miter lim="800000"/>
                  <a:headEnd/>
                  <a:tailEnd/>
                </a:ln>
                <a:effectLst/>
              </p:spPr>
              <p:txBody>
                <a:bodyPr wrap="none"/>
                <a:lstStyle/>
                <a:p>
                  <a:endParaRPr lang="zh-CN" altLang="en-US"/>
                </a:p>
              </p:txBody>
            </p:sp>
            <p:sp>
              <p:nvSpPr>
                <p:cNvPr id="1048700" name="Line 220"/>
                <p:cNvSpPr>
                  <a:spLocks noChangeShapeType="1"/>
                </p:cNvSpPr>
                <p:nvPr/>
              </p:nvSpPr>
              <p:spPr bwMode="auto">
                <a:xfrm>
                  <a:off x="1488" y="3312"/>
                  <a:ext cx="960" cy="0"/>
                </a:xfrm>
                <a:prstGeom prst="line">
                  <a:avLst/>
                </a:prstGeom>
                <a:noFill/>
                <a:ln w="9525">
                  <a:solidFill>
                    <a:schemeClr val="tx1"/>
                  </a:solidFill>
                  <a:miter lim="800000"/>
                  <a:headEnd/>
                  <a:tailEnd/>
                </a:ln>
                <a:effectLst/>
              </p:spPr>
              <p:txBody>
                <a:bodyPr wrap="none"/>
                <a:lstStyle/>
                <a:p>
                  <a:endParaRPr lang="zh-CN" altLang="en-US"/>
                </a:p>
              </p:txBody>
            </p:sp>
            <p:sp>
              <p:nvSpPr>
                <p:cNvPr id="1048701" name="Line 221"/>
                <p:cNvSpPr>
                  <a:spLocks noChangeShapeType="1"/>
                </p:cNvSpPr>
                <p:nvPr/>
              </p:nvSpPr>
              <p:spPr bwMode="auto">
                <a:xfrm>
                  <a:off x="1488" y="3504"/>
                  <a:ext cx="960" cy="0"/>
                </a:xfrm>
                <a:prstGeom prst="line">
                  <a:avLst/>
                </a:prstGeom>
                <a:noFill/>
                <a:ln w="9525">
                  <a:solidFill>
                    <a:schemeClr val="tx1"/>
                  </a:solidFill>
                  <a:miter lim="800000"/>
                  <a:headEnd/>
                  <a:tailEnd/>
                </a:ln>
                <a:effectLst/>
              </p:spPr>
              <p:txBody>
                <a:bodyPr wrap="none"/>
                <a:lstStyle/>
                <a:p>
                  <a:endParaRPr lang="zh-CN" altLang="en-US"/>
                </a:p>
              </p:txBody>
            </p:sp>
            <p:sp>
              <p:nvSpPr>
                <p:cNvPr id="1048702" name="Line 224"/>
                <p:cNvSpPr>
                  <a:spLocks noChangeShapeType="1"/>
                </p:cNvSpPr>
                <p:nvPr/>
              </p:nvSpPr>
              <p:spPr bwMode="auto">
                <a:xfrm>
                  <a:off x="1488" y="2928"/>
                  <a:ext cx="96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119" name="Group 234"/>
              <p:cNvGrpSpPr/>
              <p:nvPr/>
            </p:nvGrpSpPr>
            <p:grpSpPr bwMode="auto">
              <a:xfrm>
                <a:off x="2661" y="2998"/>
                <a:ext cx="240" cy="240"/>
                <a:chOff x="2352" y="3120"/>
                <a:chExt cx="240" cy="240"/>
              </a:xfrm>
            </p:grpSpPr>
            <p:sp>
              <p:nvSpPr>
                <p:cNvPr id="1048703" name="Oval 231"/>
                <p:cNvSpPr>
                  <a:spLocks noChangeArrowheads="1"/>
                </p:cNvSpPr>
                <p:nvPr/>
              </p:nvSpPr>
              <p:spPr bwMode="auto">
                <a:xfrm>
                  <a:off x="2352" y="331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704" name="Oval 232"/>
                <p:cNvSpPr>
                  <a:spLocks noChangeArrowheads="1"/>
                </p:cNvSpPr>
                <p:nvPr/>
              </p:nvSpPr>
              <p:spPr bwMode="auto">
                <a:xfrm>
                  <a:off x="2544" y="331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705" name="Oval 233"/>
                <p:cNvSpPr>
                  <a:spLocks noChangeArrowheads="1"/>
                </p:cNvSpPr>
                <p:nvPr/>
              </p:nvSpPr>
              <p:spPr bwMode="auto">
                <a:xfrm>
                  <a:off x="2544" y="312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8706" name="Line 236"/>
              <p:cNvSpPr>
                <a:spLocks noChangeShapeType="1"/>
              </p:cNvSpPr>
              <p:nvPr/>
            </p:nvSpPr>
            <p:spPr bwMode="auto">
              <a:xfrm>
                <a:off x="2304" y="3408"/>
                <a:ext cx="1152"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8707" name="Line 237"/>
              <p:cNvSpPr>
                <a:spLocks noChangeShapeType="1"/>
              </p:cNvSpPr>
              <p:nvPr/>
            </p:nvSpPr>
            <p:spPr bwMode="auto">
              <a:xfrm flipV="1">
                <a:off x="2304" y="2160"/>
                <a:ext cx="0" cy="1248"/>
              </a:xfrm>
              <a:prstGeom prst="line">
                <a:avLst/>
              </a:prstGeom>
              <a:noFill/>
              <a:ln w="9525">
                <a:solidFill>
                  <a:schemeClr val="tx1"/>
                </a:solidFill>
                <a:miter lim="800000"/>
                <a:headEnd/>
                <a:tailEnd type="triangle" w="med" len="med"/>
              </a:ln>
              <a:effectLst/>
            </p:spPr>
            <p:txBody>
              <a:bodyPr wrap="none"/>
              <a:lstStyle/>
              <a:p>
                <a:endParaRPr lang="zh-CN" altLang="en-US"/>
              </a:p>
            </p:txBody>
          </p:sp>
        </p:grpSp>
      </p:grpSp>
      <p:sp>
        <p:nvSpPr>
          <p:cNvPr id="1048708" name="Text Box 238"/>
          <p:cNvSpPr txBox="1">
            <a:spLocks noChangeArrowheads="1"/>
          </p:cNvSpPr>
          <p:nvPr/>
        </p:nvSpPr>
        <p:spPr bwMode="auto">
          <a:xfrm>
            <a:off x="4387850" y="6067425"/>
            <a:ext cx="3383280" cy="358140"/>
          </a:xfrm>
          <a:prstGeom prst="rect">
            <a:avLst/>
          </a:prstGeom>
          <a:noFill/>
          <a:ln>
            <a:noFill/>
          </a:ln>
          <a:effectLst/>
        </p:spPr>
        <p:txBody>
          <a:bodyPr wrap="none">
            <a:spAutoFit/>
          </a:bodyPr>
          <a:lstStyle/>
          <a:p>
            <a:pPr eaLnBrk="1" hangingPunct="1"/>
            <a:r>
              <a:rPr lang="zh-CN" altLang="en-US" dirty="0">
                <a:solidFill>
                  <a:schemeClr val="bg1">
                    <a:lumMod val="50000"/>
                  </a:schemeClr>
                </a:solidFill>
                <a:latin typeface="黑体" panose="02010609060101010101" pitchFamily="49" charset="-122"/>
                <a:ea typeface="黑体" panose="02010609060101010101" pitchFamily="49" charset="-122"/>
              </a:rPr>
              <a:t>用膨胀的等效方程计算膨胀结果</a:t>
            </a:r>
          </a:p>
        </p:txBody>
      </p:sp>
      <mc:AlternateContent xmlns:mc="http://schemas.openxmlformats.org/markup-compatibility/2006" xmlns:p14="http://schemas.microsoft.com/office/powerpoint/2010/main">
        <mc:Choice Requires="p14">
          <p:contentPart p14:bwMode="auto" r:id="rId4">
            <p14:nvContentPartPr>
              <p14:cNvPr id="1048709" name="墨迹 1048708"/>
              <p14:cNvContentPartPr/>
              <p14:nvPr/>
            </p14:nvContentPartPr>
            <p14:xfrm>
              <a:off x="8379808" y="8427725"/>
              <a:ext cx="0" cy="0"/>
            </p14:xfrm>
          </p:contentPart>
        </mc:Choice>
        <mc:Fallback xmlns="">
          <p:sp>
            <p:nvSpPr>
              <p:cNvPr id="1048709" name=""/>
              <p:cNvSpPr/>
              <p:nvPr/>
            </p:nvSpPr>
            <p:spPr>
              <a:xfrm>
                <a:off x="8379808" y="8427725"/>
                <a:ext cx="0" cy="0"/>
              </a:xfrm>
            </p:spPr>
          </p:sp>
        </mc:Fallback>
      </mc:AlternateContent>
      <mc:AlternateContent xmlns:mc="http://schemas.openxmlformats.org/markup-compatibility/2006" xmlns:p14="http://schemas.microsoft.com/office/powerpoint/2010/main">
        <mc:Choice Requires="p14">
          <p:contentPart p14:bwMode="auto" r:id="rId5">
            <p14:nvContentPartPr>
              <p14:cNvPr id="1048710" name="墨迹 1048709"/>
              <p14:cNvContentPartPr/>
              <p14:nvPr/>
            </p14:nvContentPartPr>
            <p14:xfrm>
              <a:off x="2873314" y="1696680"/>
              <a:ext cx="1167776" cy="500388"/>
            </p14:xfrm>
          </p:contentPart>
        </mc:Choice>
        <mc:Fallback xmlns="">
          <p:sp>
            <p:nvSpPr>
              <p:cNvPr id="1048710" name=""/>
              <p:cNvSpPr/>
              <p:nvPr/>
            </p:nvSpPr>
            <p:spPr>
              <a:xfrm>
                <a:off x="2873314" y="1696680"/>
                <a:ext cx="1167776" cy="500388"/>
              </a:xfrm>
            </p:spPr>
          </p:sp>
        </mc:Fallback>
      </mc:AlternateContent>
      <mc:AlternateContent xmlns:mc="http://schemas.openxmlformats.org/markup-compatibility/2006" xmlns:p14="http://schemas.microsoft.com/office/powerpoint/2010/main">
        <mc:Choice Requires="p14">
          <p:contentPart p14:bwMode="auto" r:id="rId6">
            <p14:nvContentPartPr>
              <p14:cNvPr id="1048711" name="墨迹 1048710"/>
              <p14:cNvContentPartPr/>
              <p14:nvPr/>
            </p14:nvContentPartPr>
            <p14:xfrm>
              <a:off x="5890628" y="5563347"/>
              <a:ext cx="408115" cy="510012"/>
            </p14:xfrm>
          </p:contentPart>
        </mc:Choice>
        <mc:Fallback xmlns="">
          <p:sp>
            <p:nvSpPr>
              <p:cNvPr id="1048711" name=""/>
              <p:cNvSpPr/>
              <p:nvPr/>
            </p:nvSpPr>
            <p:spPr>
              <a:xfrm>
                <a:off x="5890628" y="5563347"/>
                <a:ext cx="408115" cy="510012"/>
              </a:xfrm>
            </p:spPr>
          </p:sp>
        </mc:Fallback>
      </mc:AlternateContent>
      <mc:AlternateContent xmlns:mc="http://schemas.openxmlformats.org/markup-compatibility/2006" xmlns:p14="http://schemas.microsoft.com/office/powerpoint/2010/main">
        <mc:Choice Requires="p14">
          <p:contentPart p14:bwMode="auto" r:id="rId7">
            <p14:nvContentPartPr>
              <p14:cNvPr id="1048712" name="墨迹 1048711"/>
              <p14:cNvContentPartPr/>
              <p14:nvPr/>
            </p14:nvContentPartPr>
            <p14:xfrm>
              <a:off x="6532997" y="5545794"/>
              <a:ext cx="255919" cy="19472"/>
            </p14:xfrm>
          </p:contentPart>
        </mc:Choice>
        <mc:Fallback xmlns="">
          <p:sp>
            <p:nvSpPr>
              <p:cNvPr id="1048712" name=""/>
              <p:cNvSpPr/>
              <p:nvPr/>
            </p:nvSpPr>
            <p:spPr>
              <a:xfrm>
                <a:off x="6532997" y="5545794"/>
                <a:ext cx="255919" cy="19472"/>
              </a:xfrm>
            </p:spPr>
          </p:sp>
        </mc:Fallback>
      </mc:AlternateContent>
      <mc:AlternateContent xmlns:mc="http://schemas.openxmlformats.org/markup-compatibility/2006" xmlns:p14="http://schemas.microsoft.com/office/powerpoint/2010/main">
        <mc:Choice Requires="p14">
          <p:contentPart p14:bwMode="auto" r:id="rId8">
            <p14:nvContentPartPr>
              <p14:cNvPr id="1048713" name="墨迹 1048712"/>
              <p14:cNvContentPartPr/>
              <p14:nvPr/>
            </p14:nvContentPartPr>
            <p14:xfrm>
              <a:off x="6458415" y="5551106"/>
              <a:ext cx="124544" cy="611840"/>
            </p14:xfrm>
          </p:contentPart>
        </mc:Choice>
        <mc:Fallback xmlns="">
          <p:sp>
            <p:nvSpPr>
              <p:cNvPr id="1048713" name=""/>
              <p:cNvSpPr/>
              <p:nvPr/>
            </p:nvSpPr>
            <p:spPr>
              <a:xfrm>
                <a:off x="6458415" y="5551106"/>
                <a:ext cx="124544" cy="611840"/>
              </a:xfrm>
            </p:spPr>
          </p:sp>
        </mc:Fallback>
      </mc:AlternateContent>
      <mc:AlternateContent xmlns:mc="http://schemas.openxmlformats.org/markup-compatibility/2006" xmlns:p14="http://schemas.microsoft.com/office/powerpoint/2010/main">
        <mc:Choice Requires="p14">
          <p:contentPart p14:bwMode="auto" r:id="rId9">
            <p14:nvContentPartPr>
              <p14:cNvPr id="1048714" name="墨迹 1048713"/>
              <p14:cNvContentPartPr/>
              <p14:nvPr/>
            </p14:nvContentPartPr>
            <p14:xfrm>
              <a:off x="6576805" y="5647285"/>
              <a:ext cx="156040" cy="207010"/>
            </p14:xfrm>
          </p:contentPart>
        </mc:Choice>
        <mc:Fallback xmlns="">
          <p:sp>
            <p:nvSpPr>
              <p:cNvPr id="1048714" name=""/>
              <p:cNvSpPr/>
              <p:nvPr/>
            </p:nvSpPr>
            <p:spPr>
              <a:xfrm>
                <a:off x="6576805" y="5647285"/>
                <a:ext cx="156040" cy="207010"/>
              </a:xfrm>
            </p:spPr>
          </p:sp>
        </mc:Fallback>
      </mc:AlternateContent>
      <mc:AlternateContent xmlns:mc="http://schemas.openxmlformats.org/markup-compatibility/2006" xmlns:p14="http://schemas.microsoft.com/office/powerpoint/2010/main">
        <mc:Choice Requires="p14">
          <p:contentPart p14:bwMode="auto" r:id="rId10">
            <p14:nvContentPartPr>
              <p14:cNvPr id="1048715" name="墨迹 1048714"/>
              <p14:cNvContentPartPr/>
              <p14:nvPr/>
            </p14:nvContentPartPr>
            <p14:xfrm>
              <a:off x="6619539" y="5677206"/>
              <a:ext cx="182011" cy="149774"/>
            </p14:xfrm>
          </p:contentPart>
        </mc:Choice>
        <mc:Fallback xmlns="">
          <p:sp>
            <p:nvSpPr>
              <p:cNvPr id="1048715" name=""/>
              <p:cNvSpPr/>
              <p:nvPr/>
            </p:nvSpPr>
            <p:spPr>
              <a:xfrm>
                <a:off x="6619539" y="5677206"/>
                <a:ext cx="182011" cy="149774"/>
              </a:xfrm>
            </p:spPr>
          </p:sp>
        </mc:Fallback>
      </mc:AlternateContent>
      <mc:AlternateContent xmlns:mc="http://schemas.openxmlformats.org/markup-compatibility/2006" xmlns:p14="http://schemas.microsoft.com/office/powerpoint/2010/main">
        <mc:Choice Requires="p14">
          <p:contentPart p14:bwMode="auto" r:id="rId11">
            <p14:nvContentPartPr>
              <p14:cNvPr id="1048716" name="墨迹 1048715"/>
              <p14:cNvContentPartPr/>
              <p14:nvPr/>
            </p14:nvContentPartPr>
            <p14:xfrm>
              <a:off x="6605936" y="5767637"/>
              <a:ext cx="106047" cy="269480"/>
            </p14:xfrm>
          </p:contentPart>
        </mc:Choice>
        <mc:Fallback xmlns="">
          <p:sp>
            <p:nvSpPr>
              <p:cNvPr id="1048716" name=""/>
              <p:cNvSpPr/>
              <p:nvPr/>
            </p:nvSpPr>
            <p:spPr>
              <a:xfrm>
                <a:off x="6605936" y="5767637"/>
                <a:ext cx="106047" cy="269480"/>
              </a:xfrm>
            </p:spPr>
          </p:sp>
        </mc:Fallback>
      </mc:AlternateContent>
      <mc:AlternateContent xmlns:mc="http://schemas.openxmlformats.org/markup-compatibility/2006" xmlns:p14="http://schemas.microsoft.com/office/powerpoint/2010/main">
        <mc:Choice Requires="p14">
          <p:contentPart p14:bwMode="auto" r:id="rId12">
            <p14:nvContentPartPr>
              <p14:cNvPr id="1048717" name="墨迹 1048716"/>
              <p14:cNvContentPartPr/>
              <p14:nvPr/>
            </p14:nvContentPartPr>
            <p14:xfrm>
              <a:off x="6567242" y="5892103"/>
              <a:ext cx="217148" cy="96739"/>
            </p14:xfrm>
          </p:contentPart>
        </mc:Choice>
        <mc:Fallback xmlns="">
          <p:sp>
            <p:nvSpPr>
              <p:cNvPr id="1048717" name=""/>
              <p:cNvSpPr/>
              <p:nvPr/>
            </p:nvSpPr>
            <p:spPr>
              <a:xfrm>
                <a:off x="6567242" y="5892103"/>
                <a:ext cx="217148" cy="96739"/>
              </a:xfrm>
            </p:spPr>
          </p:sp>
        </mc:Fallback>
      </mc:AlternateContent>
      <mc:AlternateContent xmlns:mc="http://schemas.openxmlformats.org/markup-compatibility/2006" xmlns:p14="http://schemas.microsoft.com/office/powerpoint/2010/main">
        <mc:Choice Requires="p14">
          <p:contentPart p14:bwMode="auto" r:id="rId13">
            <p14:nvContentPartPr>
              <p14:cNvPr id="1048718" name="墨迹 1048717"/>
              <p14:cNvContentPartPr/>
              <p14:nvPr/>
            </p14:nvContentPartPr>
            <p14:xfrm>
              <a:off x="7000509" y="5504765"/>
              <a:ext cx="105576" cy="178574"/>
            </p14:xfrm>
          </p:contentPart>
        </mc:Choice>
        <mc:Fallback xmlns="">
          <p:sp>
            <p:nvSpPr>
              <p:cNvPr id="1048718" name=""/>
              <p:cNvSpPr/>
              <p:nvPr/>
            </p:nvSpPr>
            <p:spPr>
              <a:xfrm>
                <a:off x="7000509" y="5504765"/>
                <a:ext cx="105576" cy="178574"/>
              </a:xfrm>
            </p:spPr>
          </p:sp>
        </mc:Fallback>
      </mc:AlternateContent>
      <mc:AlternateContent xmlns:mc="http://schemas.openxmlformats.org/markup-compatibility/2006" xmlns:p14="http://schemas.microsoft.com/office/powerpoint/2010/main">
        <mc:Choice Requires="p14">
          <p:contentPart p14:bwMode="auto" r:id="rId14">
            <p14:nvContentPartPr>
              <p14:cNvPr id="1048719" name="墨迹 1048718"/>
              <p14:cNvContentPartPr/>
              <p14:nvPr/>
            </p14:nvContentPartPr>
            <p14:xfrm>
              <a:off x="6903986" y="5663897"/>
              <a:ext cx="26031" cy="145002"/>
            </p14:xfrm>
          </p:contentPart>
        </mc:Choice>
        <mc:Fallback xmlns="">
          <p:sp>
            <p:nvSpPr>
              <p:cNvPr id="1048719" name=""/>
              <p:cNvSpPr/>
              <p:nvPr/>
            </p:nvSpPr>
            <p:spPr>
              <a:xfrm>
                <a:off x="6903986" y="5663897"/>
                <a:ext cx="26031" cy="145002"/>
              </a:xfrm>
            </p:spPr>
          </p:sp>
        </mc:Fallback>
      </mc:AlternateContent>
      <mc:AlternateContent xmlns:mc="http://schemas.openxmlformats.org/markup-compatibility/2006" xmlns:p14="http://schemas.microsoft.com/office/powerpoint/2010/main">
        <mc:Choice Requires="p14">
          <p:contentPart p14:bwMode="auto" r:id="rId15">
            <p14:nvContentPartPr>
              <p14:cNvPr id="1048720" name="墨迹 1048719"/>
              <p14:cNvContentPartPr/>
              <p14:nvPr/>
            </p14:nvContentPartPr>
            <p14:xfrm>
              <a:off x="6899475" y="5677230"/>
              <a:ext cx="157192" cy="146379"/>
            </p14:xfrm>
          </p:contentPart>
        </mc:Choice>
        <mc:Fallback xmlns="">
          <p:sp>
            <p:nvSpPr>
              <p:cNvPr id="1048720" name=""/>
              <p:cNvSpPr/>
              <p:nvPr/>
            </p:nvSpPr>
            <p:spPr>
              <a:xfrm>
                <a:off x="6899475" y="5677230"/>
                <a:ext cx="157192" cy="146379"/>
              </a:xfrm>
            </p:spPr>
          </p:sp>
        </mc:Fallback>
      </mc:AlternateContent>
      <mc:AlternateContent xmlns:mc="http://schemas.openxmlformats.org/markup-compatibility/2006" xmlns:p14="http://schemas.microsoft.com/office/powerpoint/2010/main">
        <mc:Choice Requires="p14">
          <p:contentPart p14:bwMode="auto" r:id="rId16">
            <p14:nvContentPartPr>
              <p14:cNvPr id="1048721" name="墨迹 1048720"/>
              <p14:cNvContentPartPr/>
              <p14:nvPr/>
            </p14:nvContentPartPr>
            <p14:xfrm>
              <a:off x="6864654" y="5845859"/>
              <a:ext cx="417774" cy="108769"/>
            </p14:xfrm>
          </p:contentPart>
        </mc:Choice>
        <mc:Fallback xmlns="">
          <p:sp>
            <p:nvSpPr>
              <p:cNvPr id="1048721" name=""/>
              <p:cNvSpPr/>
              <p:nvPr/>
            </p:nvSpPr>
            <p:spPr>
              <a:xfrm>
                <a:off x="6864654" y="5845859"/>
                <a:ext cx="417774" cy="108769"/>
              </a:xfrm>
            </p:spPr>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1" name="Text Box 4"/>
          <p:cNvSpPr txBox="1">
            <a:spLocks noRot="1" noChangeAspect="1" noMove="1" noResize="1" noEditPoints="1" noAdjustHandles="1" noChangeArrowheads="1" noChangeShapeType="1" noTextEdit="1"/>
          </p:cNvSpPr>
          <p:nvPr/>
        </p:nvSpPr>
        <p:spPr bwMode="auto">
          <a:xfrm>
            <a:off x="1722438" y="1484784"/>
            <a:ext cx="9074150" cy="495585"/>
          </a:xfrm>
          <a:prstGeom prst="rect">
            <a:avLst/>
          </a:prstGeom>
          <a:blipFill>
            <a:blip r:embed="rId2"/>
            <a:stretch>
              <a:fillRect l="-739" b="-22222"/>
            </a:stretch>
          </a:blipFill>
          <a:ln>
            <a:noFill/>
          </a:ln>
          <a:effectLst/>
        </p:spPr>
        <p:txBody>
          <a:bodyPr/>
          <a:lstStyle/>
          <a:p>
            <a:r>
              <a:rPr lang="zh-CN" altLang="en-US">
                <a:noFill/>
              </a:rPr>
              <a:t> </a:t>
            </a:r>
          </a:p>
        </p:txBody>
      </p:sp>
      <p:sp>
        <p:nvSpPr>
          <p:cNvPr id="1048582" name="TextBox 27"/>
          <p:cNvSpPr txBox="1"/>
          <p:nvPr/>
        </p:nvSpPr>
        <p:spPr>
          <a:xfrm>
            <a:off x="1012825" y="177800"/>
            <a:ext cx="46151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二、 数学形态学基本算法</a:t>
            </a:r>
          </a:p>
        </p:txBody>
      </p:sp>
      <p:sp>
        <p:nvSpPr>
          <p:cNvPr id="1048583"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48584" name="Text Box 4"/>
          <p:cNvSpPr txBox="1">
            <a:spLocks noChangeArrowheads="1"/>
          </p:cNvSpPr>
          <p:nvPr/>
        </p:nvSpPr>
        <p:spPr bwMode="auto">
          <a:xfrm>
            <a:off x="2657475" y="5304440"/>
            <a:ext cx="914400" cy="548639"/>
          </a:xfrm>
          <a:prstGeom prst="rect">
            <a:avLst/>
          </a:prstGeom>
          <a:noFill/>
          <a:ln>
            <a:noFill/>
          </a:ln>
          <a:effectLst/>
        </p:spPr>
        <p:txBody>
          <a:bodyPr>
            <a:spAutoFit/>
          </a:bodyPr>
          <a:lstStyle/>
          <a:p>
            <a:pPr algn="ctr">
              <a:lnSpc>
                <a:spcPct val="150000"/>
              </a:lnSpc>
              <a:spcAft>
                <a:spcPct val="50000"/>
              </a:spcAft>
            </a:pP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a:t>
            </a:r>
            <a:endParaRPr lang="zh-CN" altLang="en-US"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48585" name="Rectangle 12"/>
          <p:cNvSpPr>
            <a:spLocks noChangeArrowheads="1"/>
          </p:cNvSpPr>
          <p:nvPr/>
        </p:nvSpPr>
        <p:spPr bwMode="auto">
          <a:xfrm>
            <a:off x="2581275" y="3967163"/>
            <a:ext cx="1066800" cy="1295400"/>
          </a:xfrm>
          <a:prstGeom prst="rect">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41" name="Group 13"/>
          <p:cNvGrpSpPr/>
          <p:nvPr/>
        </p:nvGrpSpPr>
        <p:grpSpPr bwMode="auto">
          <a:xfrm>
            <a:off x="4410075" y="3890963"/>
            <a:ext cx="762000" cy="1371600"/>
            <a:chOff x="3552" y="2880"/>
            <a:chExt cx="480" cy="864"/>
          </a:xfrm>
        </p:grpSpPr>
        <p:sp>
          <p:nvSpPr>
            <p:cNvPr id="1048586" name="Oval 14"/>
            <p:cNvSpPr>
              <a:spLocks noChangeArrowheads="1"/>
            </p:cNvSpPr>
            <p:nvPr/>
          </p:nvSpPr>
          <p:spPr bwMode="auto">
            <a:xfrm>
              <a:off x="3648" y="3168"/>
              <a:ext cx="288" cy="288"/>
            </a:xfrm>
            <a:prstGeom prst="ellipse">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587" name="Line 15"/>
            <p:cNvSpPr>
              <a:spLocks noChangeShapeType="1"/>
            </p:cNvSpPr>
            <p:nvPr/>
          </p:nvSpPr>
          <p:spPr bwMode="auto">
            <a:xfrm>
              <a:off x="3552" y="3312"/>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48588" name="Line 16"/>
            <p:cNvSpPr>
              <a:spLocks noChangeShapeType="1"/>
            </p:cNvSpPr>
            <p:nvPr/>
          </p:nvSpPr>
          <p:spPr bwMode="auto">
            <a:xfrm>
              <a:off x="3792" y="2880"/>
              <a:ext cx="0" cy="864"/>
            </a:xfrm>
            <a:prstGeom prst="line">
              <a:avLst/>
            </a:prstGeom>
            <a:noFill/>
            <a:ln w="9525">
              <a:solidFill>
                <a:schemeClr val="tx1"/>
              </a:solidFill>
              <a:miter lim="800000"/>
              <a:headEnd/>
              <a:tailEnd/>
            </a:ln>
            <a:effectLst/>
          </p:spPr>
          <p:txBody>
            <a:bodyPr wrap="none"/>
            <a:lstStyle/>
            <a:p>
              <a:endParaRPr lang="zh-CN" altLang="en-US"/>
            </a:p>
          </p:txBody>
        </p:sp>
      </p:grpSp>
      <p:sp>
        <p:nvSpPr>
          <p:cNvPr id="1048589" name="Rectangle 18"/>
          <p:cNvSpPr>
            <a:spLocks noChangeArrowheads="1"/>
          </p:cNvSpPr>
          <p:nvPr/>
        </p:nvSpPr>
        <p:spPr bwMode="auto">
          <a:xfrm>
            <a:off x="6391275" y="3967163"/>
            <a:ext cx="1066800" cy="1295400"/>
          </a:xfrm>
          <a:prstGeom prst="rect">
            <a:avLst/>
          </a:prstGeom>
          <a:noFill/>
          <a:ln w="9525">
            <a:solidFill>
              <a:schemeClr val="tx1"/>
            </a:solidFill>
            <a:prstDash val="dash"/>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590" name="Rectangle 19"/>
          <p:cNvSpPr>
            <a:spLocks noChangeArrowheads="1"/>
          </p:cNvSpPr>
          <p:nvPr/>
        </p:nvSpPr>
        <p:spPr bwMode="auto">
          <a:xfrm>
            <a:off x="6619875" y="4195763"/>
            <a:ext cx="609600" cy="838200"/>
          </a:xfrm>
          <a:prstGeom prst="rect">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42" name="Group 20"/>
          <p:cNvGrpSpPr/>
          <p:nvPr/>
        </p:nvGrpSpPr>
        <p:grpSpPr bwMode="auto">
          <a:xfrm>
            <a:off x="8524875" y="3890963"/>
            <a:ext cx="1066800" cy="1295400"/>
            <a:chOff x="3840" y="2832"/>
            <a:chExt cx="672" cy="816"/>
          </a:xfrm>
        </p:grpSpPr>
        <p:sp>
          <p:nvSpPr>
            <p:cNvPr id="1048591" name="Rectangle 22"/>
            <p:cNvSpPr>
              <a:spLocks noChangeArrowheads="1"/>
            </p:cNvSpPr>
            <p:nvPr/>
          </p:nvSpPr>
          <p:spPr bwMode="auto">
            <a:xfrm>
              <a:off x="3984" y="2976"/>
              <a:ext cx="384" cy="528"/>
            </a:xfrm>
            <a:prstGeom prst="rect">
              <a:avLst/>
            </a:prstGeom>
            <a:solidFill>
              <a:schemeClr val="accent1"/>
            </a:solidFill>
            <a:ln w="9525">
              <a:solidFill>
                <a:schemeClr val="tx1"/>
              </a:solidFill>
              <a:prstDash val="dash"/>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592" name="AutoShape 21"/>
            <p:cNvSpPr>
              <a:spLocks noChangeArrowheads="1"/>
            </p:cNvSpPr>
            <p:nvPr/>
          </p:nvSpPr>
          <p:spPr bwMode="auto">
            <a:xfrm>
              <a:off x="3840" y="2832"/>
              <a:ext cx="672" cy="816"/>
            </a:xfrm>
            <a:prstGeom prst="roundRect">
              <a:avLst>
                <a:gd name="adj" fmla="val 16667"/>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aphicFrame>
        <p:nvGraphicFramePr>
          <p:cNvPr id="4194304" name="Object 24"/>
          <p:cNvGraphicFramePr>
            <a:graphicFrameLocks noChangeAspect="1"/>
          </p:cNvGraphicFramePr>
          <p:nvPr/>
        </p:nvGraphicFramePr>
        <p:xfrm>
          <a:off x="8702675" y="5262563"/>
          <a:ext cx="711200" cy="330200"/>
        </p:xfrm>
        <a:graphic>
          <a:graphicData uri="http://schemas.openxmlformats.org/presentationml/2006/ole">
            <mc:AlternateContent xmlns:mc="http://schemas.openxmlformats.org/markup-compatibility/2006">
              <mc:Choice xmlns:v="urn:schemas-microsoft-com:vml" Requires="v">
                <p:oleObj name="Equation" r:id="rId3" imgW="355292" imgH="164957" progId="Equation.DSMT4">
                  <p:embed/>
                </p:oleObj>
              </mc:Choice>
              <mc:Fallback>
                <p:oleObj name="Equation" r:id="rId3" imgW="355292" imgH="164957" progId="Equation.DSMT4">
                  <p:embed/>
                  <p:pic>
                    <p:nvPicPr>
                      <p:cNvPr id="2097152" name="Object 24"/>
                      <p:cNvPicPr>
                        <a:picLocks noChangeAspect="1" noChangeArrowheads="1"/>
                      </p:cNvPicPr>
                      <p:nvPr/>
                    </p:nvPicPr>
                    <p:blipFill>
                      <a:blip r:embed="rId4"/>
                      <a:srcRect/>
                      <a:stretch>
                        <a:fillRect/>
                      </a:stretch>
                    </p:blipFill>
                    <p:spPr bwMode="auto">
                      <a:xfrm>
                        <a:off x="8702675" y="5262563"/>
                        <a:ext cx="711200" cy="330200"/>
                      </a:xfrm>
                      <a:prstGeom prst="rect">
                        <a:avLst/>
                      </a:prstGeom>
                      <a:noFill/>
                      <a:ln>
                        <a:noFill/>
                      </a:ln>
                      <a:effectLst/>
                    </p:spPr>
                  </p:pic>
                </p:oleObj>
              </mc:Fallback>
            </mc:AlternateContent>
          </a:graphicData>
        </a:graphic>
      </p:graphicFrame>
      <p:graphicFrame>
        <p:nvGraphicFramePr>
          <p:cNvPr id="4194305" name="Object 5"/>
          <p:cNvGraphicFramePr>
            <a:graphicFrameLocks noChangeAspect="1"/>
          </p:cNvGraphicFramePr>
          <p:nvPr/>
        </p:nvGraphicFramePr>
        <p:xfrm>
          <a:off x="5700623" y="2242284"/>
          <a:ext cx="674688" cy="312737"/>
        </p:xfrm>
        <a:graphic>
          <a:graphicData uri="http://schemas.openxmlformats.org/presentationml/2006/ole">
            <mc:AlternateContent xmlns:mc="http://schemas.openxmlformats.org/markup-compatibility/2006">
              <mc:Choice xmlns:v="urn:schemas-microsoft-com:vml" Requires="v">
                <p:oleObj name="Microsoft Equation 3.0" r:id="rId5" imgW="355292" imgH="164957" progId="Equation.3">
                  <p:embed/>
                </p:oleObj>
              </mc:Choice>
              <mc:Fallback>
                <p:oleObj name="Microsoft Equation 3.0" r:id="rId5" imgW="355292" imgH="164957" progId="Equation.3">
                  <p:embed/>
                  <p:pic>
                    <p:nvPicPr>
                      <p:cNvPr id="2097153" name="Object 5"/>
                      <p:cNvPicPr>
                        <a:picLocks noChangeAspect="1" noChangeArrowheads="1"/>
                      </p:cNvPicPr>
                      <p:nvPr/>
                    </p:nvPicPr>
                    <p:blipFill>
                      <a:blip r:embed="rId4"/>
                      <a:srcRect/>
                      <a:stretch>
                        <a:fillRect/>
                      </a:stretch>
                    </p:blipFill>
                    <p:spPr bwMode="auto">
                      <a:xfrm>
                        <a:off x="5700623" y="2242284"/>
                        <a:ext cx="674688" cy="312737"/>
                      </a:xfrm>
                      <a:prstGeom prst="rect">
                        <a:avLst/>
                      </a:prstGeom>
                      <a:solidFill>
                        <a:srgbClr val="C0C0C0"/>
                      </a:solidFill>
                      <a:ln>
                        <a:noFill/>
                      </a:ln>
                      <a:effectLst/>
                    </p:spPr>
                  </p:pic>
                </p:oleObj>
              </mc:Fallback>
            </mc:AlternateContent>
          </a:graphicData>
        </a:graphic>
      </p:graphicFrame>
      <p:graphicFrame>
        <p:nvGraphicFramePr>
          <p:cNvPr id="4194306" name="Object 7"/>
          <p:cNvGraphicFramePr>
            <a:graphicFrameLocks noChangeAspect="1"/>
          </p:cNvGraphicFramePr>
          <p:nvPr/>
        </p:nvGraphicFramePr>
        <p:xfrm>
          <a:off x="5057018" y="2900242"/>
          <a:ext cx="2077963" cy="354198"/>
        </p:xfrm>
        <a:graphic>
          <a:graphicData uri="http://schemas.openxmlformats.org/presentationml/2006/ole">
            <mc:AlternateContent xmlns:mc="http://schemas.openxmlformats.org/markup-compatibility/2006">
              <mc:Choice xmlns:v="urn:schemas-microsoft-com:vml" Requires="v">
                <p:oleObj name="Equation" r:id="rId6" imgW="1193800" imgH="203200" progId="Equation.DSMT4">
                  <p:embed/>
                </p:oleObj>
              </mc:Choice>
              <mc:Fallback>
                <p:oleObj name="Equation" r:id="rId6" imgW="1193800" imgH="203200" progId="Equation.DSMT4">
                  <p:embed/>
                  <p:pic>
                    <p:nvPicPr>
                      <p:cNvPr id="2097154" name="Object 7"/>
                      <p:cNvPicPr>
                        <a:picLocks noChangeAspect="1" noChangeArrowheads="1"/>
                      </p:cNvPicPr>
                      <p:nvPr/>
                    </p:nvPicPr>
                    <p:blipFill>
                      <a:blip r:embed="rId7"/>
                      <a:srcRect/>
                      <a:stretch>
                        <a:fillRect/>
                      </a:stretch>
                    </p:blipFill>
                    <p:spPr bwMode="auto">
                      <a:xfrm>
                        <a:off x="5057018" y="2900242"/>
                        <a:ext cx="2077963" cy="354198"/>
                      </a:xfrm>
                      <a:prstGeom prst="rect">
                        <a:avLst/>
                      </a:prstGeom>
                      <a:solidFill>
                        <a:srgbClr val="C0C0C0"/>
                      </a:solidFill>
                      <a:ln>
                        <a:noFill/>
                      </a:ln>
                      <a:effectLst/>
                    </p:spPr>
                  </p:pic>
                </p:oleObj>
              </mc:Fallback>
            </mc:AlternateContent>
          </a:graphicData>
        </a:graphic>
      </p:graphicFrame>
      <p:sp>
        <p:nvSpPr>
          <p:cNvPr id="1048593"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zh-CN" altLang="en-US" sz="2000" b="1" dirty="0">
                <a:solidFill>
                  <a:schemeClr val="bg1">
                    <a:lumMod val="50000"/>
                  </a:schemeClr>
                </a:solidFill>
                <a:latin typeface="黑体" panose="02010609060101010101" pitchFamily="49" charset="-122"/>
                <a:ea typeface="黑体" panose="02010609060101010101" pitchFamily="49" charset="-122"/>
              </a:rPr>
              <a:t>开、闭运算</a:t>
            </a:r>
            <a:endParaRPr lang="zh-CN" altLang="en-US" sz="2000" b="1" dirty="0">
              <a:solidFill>
                <a:schemeClr val="bg1">
                  <a:lumMod val="50000"/>
                </a:schemeClr>
              </a:solidFill>
              <a:latin typeface="宋体" panose="02010600030101010101" pitchFamily="2" charset="-122"/>
            </a:endParaRPr>
          </a:p>
        </p:txBody>
      </p:sp>
      <p:sp>
        <p:nvSpPr>
          <p:cNvPr id="1048594" name="Text Box 4"/>
          <p:cNvSpPr txBox="1">
            <a:spLocks noChangeArrowheads="1"/>
          </p:cNvSpPr>
          <p:nvPr/>
        </p:nvSpPr>
        <p:spPr bwMode="auto">
          <a:xfrm>
            <a:off x="4268076" y="5262563"/>
            <a:ext cx="914400" cy="548639"/>
          </a:xfrm>
          <a:prstGeom prst="rect">
            <a:avLst/>
          </a:prstGeom>
          <a:noFill/>
          <a:ln>
            <a:noFill/>
          </a:ln>
          <a:effectLst/>
        </p:spPr>
        <p:txBody>
          <a:bodyPr>
            <a:spAutoFit/>
          </a:bodyPr>
          <a:lstStyle/>
          <a:p>
            <a:pPr algn="ctr">
              <a:lnSpc>
                <a:spcPct val="150000"/>
              </a:lnSpc>
              <a:spcAft>
                <a:spcPct val="50000"/>
              </a:spcAft>
            </a:pP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B</a:t>
            </a:r>
            <a:endParaRPr lang="zh-CN" altLang="en-US"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48595" name="Text Box 1057"/>
          <p:cNvSpPr txBox="1">
            <a:spLocks noRot="1" noChangeAspect="1" noMove="1" noResize="1" noEditPoints="1" noAdjustHandles="1" noChangeArrowheads="1" noChangeShapeType="1" noTextEdit="1"/>
          </p:cNvSpPr>
          <p:nvPr/>
        </p:nvSpPr>
        <p:spPr bwMode="auto">
          <a:xfrm>
            <a:off x="6510103" y="5304440"/>
            <a:ext cx="869341" cy="400110"/>
          </a:xfrm>
          <a:prstGeom prst="rect">
            <a:avLst/>
          </a:prstGeom>
          <a:blipFill>
            <a:blip r:embed="rId8"/>
            <a:stretch>
              <a:fillRect l="-7692" t="-7576" r="-6294" b="-25758"/>
            </a:stretch>
          </a:blipFill>
          <a:ln>
            <a:noFill/>
          </a:ln>
          <a:effectLst/>
        </p:spPr>
        <p:txBody>
          <a:bodyPr/>
          <a:lstStyle/>
          <a:p>
            <a:r>
              <a:rPr lang="zh-CN" altLang="en-US">
                <a:noFill/>
              </a:rPr>
              <a:t> </a:t>
            </a:r>
          </a:p>
        </p:txBody>
      </p:sp>
      <p:sp>
        <p:nvSpPr>
          <p:cNvPr id="1048596" name="Text Box 23"/>
          <p:cNvSpPr txBox="1">
            <a:spLocks noChangeArrowheads="1"/>
          </p:cNvSpPr>
          <p:nvPr/>
        </p:nvSpPr>
        <p:spPr bwMode="auto">
          <a:xfrm>
            <a:off x="5438775" y="5756275"/>
            <a:ext cx="955675" cy="40005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latin typeface="黑体" panose="02010609060101010101" pitchFamily="49" charset="-122"/>
                <a:ea typeface="黑体" panose="02010609060101010101" pitchFamily="49" charset="-122"/>
              </a:rPr>
              <a:t>开运算</a:t>
            </a:r>
          </a:p>
        </p:txBody>
      </p:sp>
      <p:sp>
        <p:nvSpPr>
          <p:cNvPr id="1048597" name="TextBox 2"/>
          <p:cNvSpPr txBox="1">
            <a:spLocks noRot="1" noChangeAspect="1" noMove="1" noResize="1" noEditPoints="1" noAdjustHandles="1" noChangeArrowheads="1" noChangeShapeType="1" noTextEdit="1"/>
          </p:cNvSpPr>
          <p:nvPr/>
        </p:nvSpPr>
        <p:spPr>
          <a:xfrm>
            <a:off x="6037967" y="2864169"/>
            <a:ext cx="478015" cy="369332"/>
          </a:xfrm>
          <a:prstGeom prst="rect">
            <a:avLst/>
          </a:prstGeom>
          <a:blipFill>
            <a:blip r:embed="rId9"/>
            <a:stretch>
              <a:fillRect b="-8333"/>
            </a:stretch>
          </a:blipFill>
        </p:spPr>
        <p:txBody>
          <a:bodyPr/>
          <a:lstStyle/>
          <a:p>
            <a:r>
              <a:rPr lang="en-US">
                <a:noFill/>
              </a:rPr>
              <a:t> </a:t>
            </a:r>
          </a:p>
        </p:txBody>
      </p:sp>
      <mc:AlternateContent xmlns:mc="http://schemas.openxmlformats.org/markup-compatibility/2006" xmlns:p14="http://schemas.microsoft.com/office/powerpoint/2010/main">
        <mc:Choice Requires="p14">
          <p:contentPart p14:bwMode="auto" r:id="rId10">
            <p14:nvContentPartPr>
              <p14:cNvPr id="1048598" name="墨迹 1048597"/>
              <p14:cNvContentPartPr/>
              <p14:nvPr/>
            </p14:nvContentPartPr>
            <p14:xfrm>
              <a:off x="1775576" y="1930808"/>
              <a:ext cx="959942" cy="140375"/>
            </p14:xfrm>
          </p:contentPart>
        </mc:Choice>
        <mc:Fallback xmlns="">
          <p:sp>
            <p:nvSpPr>
              <p:cNvPr id="1048598" name=""/>
              <p:cNvSpPr/>
              <p:nvPr/>
            </p:nvSpPr>
            <p:spPr>
              <a:xfrm>
                <a:off x="1775576" y="1930808"/>
                <a:ext cx="959942" cy="140375"/>
              </a:xfrm>
            </p:spPr>
          </p:sp>
        </mc:Fallback>
      </mc:AlternateContent>
      <mc:AlternateContent xmlns:mc="http://schemas.openxmlformats.org/markup-compatibility/2006" xmlns:p14="http://schemas.microsoft.com/office/powerpoint/2010/main">
        <mc:Choice Requires="p14">
          <p:contentPart p14:bwMode="auto" r:id="rId11">
            <p14:nvContentPartPr>
              <p14:cNvPr id="1048599" name="墨迹 1048598"/>
              <p14:cNvContentPartPr/>
              <p14:nvPr/>
            </p14:nvContentPartPr>
            <p14:xfrm>
              <a:off x="1485442" y="2534590"/>
              <a:ext cx="84933" cy="299777"/>
            </p14:xfrm>
          </p:contentPart>
        </mc:Choice>
        <mc:Fallback xmlns="">
          <p:sp>
            <p:nvSpPr>
              <p:cNvPr id="1048599" name=""/>
              <p:cNvSpPr/>
              <p:nvPr/>
            </p:nvSpPr>
            <p:spPr>
              <a:xfrm>
                <a:off x="1485442" y="2534590"/>
                <a:ext cx="84933" cy="299777"/>
              </a:xfrm>
            </p:spPr>
          </p:sp>
        </mc:Fallback>
      </mc:AlternateContent>
      <mc:AlternateContent xmlns:mc="http://schemas.openxmlformats.org/markup-compatibility/2006" xmlns:p14="http://schemas.microsoft.com/office/powerpoint/2010/main">
        <mc:Choice Requires="p14">
          <p:contentPart p14:bwMode="auto" r:id="rId12">
            <p14:nvContentPartPr>
              <p14:cNvPr id="1048600" name="墨迹 1048599"/>
              <p14:cNvContentPartPr/>
              <p14:nvPr/>
            </p14:nvContentPartPr>
            <p14:xfrm>
              <a:off x="1550747" y="2648533"/>
              <a:ext cx="156795" cy="105519"/>
            </p14:xfrm>
          </p:contentPart>
        </mc:Choice>
        <mc:Fallback xmlns="">
          <p:sp>
            <p:nvSpPr>
              <p:cNvPr id="1048600" name=""/>
              <p:cNvSpPr/>
              <p:nvPr/>
            </p:nvSpPr>
            <p:spPr>
              <a:xfrm>
                <a:off x="1550747" y="2648533"/>
                <a:ext cx="156795" cy="105519"/>
              </a:xfrm>
            </p:spPr>
          </p:sp>
        </mc:Fallback>
      </mc:AlternateContent>
      <mc:AlternateContent xmlns:mc="http://schemas.openxmlformats.org/markup-compatibility/2006" xmlns:p14="http://schemas.microsoft.com/office/powerpoint/2010/main">
        <mc:Choice Requires="p14">
          <p:contentPart p14:bwMode="auto" r:id="rId13">
            <p14:nvContentPartPr>
              <p14:cNvPr id="1048601" name="墨迹 1048600"/>
              <p14:cNvContentPartPr/>
              <p14:nvPr/>
            </p14:nvContentPartPr>
            <p14:xfrm>
              <a:off x="1587707" y="2571312"/>
              <a:ext cx="112972" cy="292136"/>
            </p14:xfrm>
          </p:contentPart>
        </mc:Choice>
        <mc:Fallback xmlns="">
          <p:sp>
            <p:nvSpPr>
              <p:cNvPr id="1048601" name=""/>
              <p:cNvSpPr/>
              <p:nvPr/>
            </p:nvSpPr>
            <p:spPr>
              <a:xfrm>
                <a:off x="1587707" y="2571312"/>
                <a:ext cx="112972" cy="292136"/>
              </a:xfrm>
            </p:spPr>
          </p:sp>
        </mc:Fallback>
      </mc:AlternateContent>
      <mc:AlternateContent xmlns:mc="http://schemas.openxmlformats.org/markup-compatibility/2006" xmlns:p14="http://schemas.microsoft.com/office/powerpoint/2010/main">
        <mc:Choice Requires="p14">
          <p:contentPart p14:bwMode="auto" r:id="rId14">
            <p14:nvContentPartPr>
              <p14:cNvPr id="1048602" name="墨迹 1048601"/>
              <p14:cNvContentPartPr/>
              <p14:nvPr/>
            </p14:nvContentPartPr>
            <p14:xfrm>
              <a:off x="1537820" y="2867718"/>
              <a:ext cx="85192" cy="152841"/>
            </p14:xfrm>
          </p:contentPart>
        </mc:Choice>
        <mc:Fallback xmlns="">
          <p:sp>
            <p:nvSpPr>
              <p:cNvPr id="1048602" name=""/>
              <p:cNvSpPr/>
              <p:nvPr/>
            </p:nvSpPr>
            <p:spPr>
              <a:xfrm>
                <a:off x="1537820" y="2867718"/>
                <a:ext cx="85192" cy="152841"/>
              </a:xfrm>
            </p:spPr>
          </p:sp>
        </mc:Fallback>
      </mc:AlternateContent>
      <mc:AlternateContent xmlns:mc="http://schemas.openxmlformats.org/markup-compatibility/2006" xmlns:p14="http://schemas.microsoft.com/office/powerpoint/2010/main">
        <mc:Choice Requires="p14">
          <p:contentPart p14:bwMode="auto" r:id="rId15">
            <p14:nvContentPartPr>
              <p14:cNvPr id="1048603" name="墨迹 1048602"/>
              <p14:cNvContentPartPr/>
              <p14:nvPr/>
            </p14:nvContentPartPr>
            <p14:xfrm>
              <a:off x="1666730" y="2756038"/>
              <a:ext cx="203022" cy="227853"/>
            </p14:xfrm>
          </p:contentPart>
        </mc:Choice>
        <mc:Fallback xmlns="">
          <p:sp>
            <p:nvSpPr>
              <p:cNvPr id="1048603" name=""/>
              <p:cNvSpPr/>
              <p:nvPr/>
            </p:nvSpPr>
            <p:spPr>
              <a:xfrm>
                <a:off x="1666730" y="2756038"/>
                <a:ext cx="203022" cy="227853"/>
              </a:xfrm>
            </p:spPr>
          </p:sp>
        </mc:Fallback>
      </mc:AlternateContent>
      <mc:AlternateContent xmlns:mc="http://schemas.openxmlformats.org/markup-compatibility/2006" xmlns:p14="http://schemas.microsoft.com/office/powerpoint/2010/main">
        <mc:Choice Requires="p14">
          <p:contentPart p14:bwMode="auto" r:id="rId16">
            <p14:nvContentPartPr>
              <p14:cNvPr id="1048604" name="墨迹 1048603"/>
              <p14:cNvContentPartPr/>
              <p14:nvPr/>
            </p14:nvContentPartPr>
            <p14:xfrm>
              <a:off x="2086054" y="2283650"/>
              <a:ext cx="30564" cy="65698"/>
            </p14:xfrm>
          </p:contentPart>
        </mc:Choice>
        <mc:Fallback xmlns="">
          <p:sp>
            <p:nvSpPr>
              <p:cNvPr id="1048604" name=""/>
              <p:cNvSpPr/>
              <p:nvPr/>
            </p:nvSpPr>
            <p:spPr>
              <a:xfrm>
                <a:off x="2086054" y="2283650"/>
                <a:ext cx="30564" cy="65698"/>
              </a:xfrm>
            </p:spPr>
          </p:sp>
        </mc:Fallback>
      </mc:AlternateContent>
      <mc:AlternateContent xmlns:mc="http://schemas.openxmlformats.org/markup-compatibility/2006" xmlns:p14="http://schemas.microsoft.com/office/powerpoint/2010/main">
        <mc:Choice Requires="p14">
          <p:contentPart p14:bwMode="auto" r:id="rId17">
            <p14:nvContentPartPr>
              <p14:cNvPr id="1048605" name="墨迹 1048604"/>
              <p14:cNvContentPartPr/>
              <p14:nvPr/>
            </p14:nvContentPartPr>
            <p14:xfrm>
              <a:off x="1970963" y="2325212"/>
              <a:ext cx="286774" cy="140303"/>
            </p14:xfrm>
          </p:contentPart>
        </mc:Choice>
        <mc:Fallback xmlns="">
          <p:sp>
            <p:nvSpPr>
              <p:cNvPr id="1048605" name=""/>
              <p:cNvSpPr/>
              <p:nvPr/>
            </p:nvSpPr>
            <p:spPr>
              <a:xfrm>
                <a:off x="1970963" y="2325212"/>
                <a:ext cx="286774" cy="140303"/>
              </a:xfrm>
            </p:spPr>
          </p:sp>
        </mc:Fallback>
      </mc:AlternateContent>
      <mc:AlternateContent xmlns:mc="http://schemas.openxmlformats.org/markup-compatibility/2006" xmlns:p14="http://schemas.microsoft.com/office/powerpoint/2010/main">
        <mc:Choice Requires="p14">
          <p:contentPart p14:bwMode="auto" r:id="rId18">
            <p14:nvContentPartPr>
              <p14:cNvPr id="1048606" name="墨迹 1048605"/>
              <p14:cNvContentPartPr/>
              <p14:nvPr/>
            </p14:nvContentPartPr>
            <p14:xfrm>
              <a:off x="1972543" y="2398191"/>
              <a:ext cx="59980" cy="707183"/>
            </p14:xfrm>
          </p:contentPart>
        </mc:Choice>
        <mc:Fallback xmlns="">
          <p:sp>
            <p:nvSpPr>
              <p:cNvPr id="1048606" name=""/>
              <p:cNvSpPr/>
              <p:nvPr/>
            </p:nvSpPr>
            <p:spPr>
              <a:xfrm>
                <a:off x="1972543" y="2398191"/>
                <a:ext cx="59980" cy="707183"/>
              </a:xfrm>
            </p:spPr>
          </p:sp>
        </mc:Fallback>
      </mc:AlternateContent>
      <mc:AlternateContent xmlns:mc="http://schemas.openxmlformats.org/markup-compatibility/2006" xmlns:p14="http://schemas.microsoft.com/office/powerpoint/2010/main">
        <mc:Choice Requires="p14">
          <p:contentPart p14:bwMode="auto" r:id="rId19">
            <p14:nvContentPartPr>
              <p14:cNvPr id="1048607" name="墨迹 1048606"/>
              <p14:cNvContentPartPr/>
              <p14:nvPr/>
            </p14:nvContentPartPr>
            <p14:xfrm>
              <a:off x="2034241" y="2459395"/>
              <a:ext cx="100282" cy="269080"/>
            </p14:xfrm>
          </p:contentPart>
        </mc:Choice>
        <mc:Fallback xmlns="">
          <p:sp>
            <p:nvSpPr>
              <p:cNvPr id="1048607" name=""/>
              <p:cNvSpPr/>
              <p:nvPr/>
            </p:nvSpPr>
            <p:spPr>
              <a:xfrm>
                <a:off x="2034241" y="2459395"/>
                <a:ext cx="100282" cy="269080"/>
              </a:xfrm>
            </p:spPr>
          </p:sp>
        </mc:Fallback>
      </mc:AlternateContent>
      <mc:AlternateContent xmlns:mc="http://schemas.openxmlformats.org/markup-compatibility/2006" xmlns:p14="http://schemas.microsoft.com/office/powerpoint/2010/main">
        <mc:Choice Requires="p14">
          <p:contentPart p14:bwMode="auto" r:id="rId20">
            <p14:nvContentPartPr>
              <p14:cNvPr id="1048608" name="墨迹 1048607"/>
              <p14:cNvContentPartPr/>
              <p14:nvPr/>
            </p14:nvContentPartPr>
            <p14:xfrm>
              <a:off x="2118066" y="2441921"/>
              <a:ext cx="110398" cy="236301"/>
            </p14:xfrm>
          </p:contentPart>
        </mc:Choice>
        <mc:Fallback xmlns="">
          <p:sp>
            <p:nvSpPr>
              <p:cNvPr id="1048608" name=""/>
              <p:cNvSpPr/>
              <p:nvPr/>
            </p:nvSpPr>
            <p:spPr>
              <a:xfrm>
                <a:off x="2118066" y="2441921"/>
                <a:ext cx="110398" cy="236301"/>
              </a:xfrm>
            </p:spPr>
          </p:sp>
        </mc:Fallback>
      </mc:AlternateContent>
      <mc:AlternateContent xmlns:mc="http://schemas.openxmlformats.org/markup-compatibility/2006" xmlns:p14="http://schemas.microsoft.com/office/powerpoint/2010/main">
        <mc:Choice Requires="p14">
          <p:contentPart p14:bwMode="auto" r:id="rId21">
            <p14:nvContentPartPr>
              <p14:cNvPr id="1048609" name="墨迹 1048608"/>
              <p14:cNvContentPartPr/>
              <p14:nvPr/>
            </p14:nvContentPartPr>
            <p14:xfrm>
              <a:off x="2074609" y="2708586"/>
              <a:ext cx="11209" cy="280776"/>
            </p14:xfrm>
          </p:contentPart>
        </mc:Choice>
        <mc:Fallback xmlns="">
          <p:sp>
            <p:nvSpPr>
              <p:cNvPr id="1048609" name=""/>
              <p:cNvSpPr/>
              <p:nvPr/>
            </p:nvSpPr>
            <p:spPr>
              <a:xfrm>
                <a:off x="2074609" y="2708586"/>
                <a:ext cx="11209" cy="280776"/>
              </a:xfrm>
            </p:spPr>
          </p:sp>
        </mc:Fallback>
      </mc:AlternateContent>
      <mc:AlternateContent xmlns:mc="http://schemas.openxmlformats.org/markup-compatibility/2006" xmlns:p14="http://schemas.microsoft.com/office/powerpoint/2010/main">
        <mc:Choice Requires="p14">
          <p:contentPart p14:bwMode="auto" r:id="rId22">
            <p14:nvContentPartPr>
              <p14:cNvPr id="1048610" name="墨迹 1048609"/>
              <p14:cNvContentPartPr/>
              <p14:nvPr/>
            </p14:nvContentPartPr>
            <p14:xfrm>
              <a:off x="2123526" y="2624444"/>
              <a:ext cx="224049" cy="310934"/>
            </p14:xfrm>
          </p:contentPart>
        </mc:Choice>
        <mc:Fallback xmlns="">
          <p:sp>
            <p:nvSpPr>
              <p:cNvPr id="1048610" name=""/>
              <p:cNvSpPr/>
              <p:nvPr/>
            </p:nvSpPr>
            <p:spPr>
              <a:xfrm>
                <a:off x="2123526" y="2624444"/>
                <a:ext cx="224049" cy="310934"/>
              </a:xfrm>
            </p:spPr>
          </p:sp>
        </mc:Fallback>
      </mc:AlternateContent>
      <mc:AlternateContent xmlns:mc="http://schemas.openxmlformats.org/markup-compatibility/2006" xmlns:p14="http://schemas.microsoft.com/office/powerpoint/2010/main">
        <mc:Choice Requires="p14">
          <p:contentPart p14:bwMode="auto" r:id="rId23">
            <p14:nvContentPartPr>
              <p14:cNvPr id="1048611" name="墨迹 1048610"/>
              <p14:cNvContentPartPr/>
              <p14:nvPr/>
            </p14:nvContentPartPr>
            <p14:xfrm>
              <a:off x="2157485" y="2605412"/>
              <a:ext cx="113251" cy="278308"/>
            </p14:xfrm>
          </p:contentPart>
        </mc:Choice>
        <mc:Fallback xmlns="">
          <p:sp>
            <p:nvSpPr>
              <p:cNvPr id="1048611" name=""/>
              <p:cNvSpPr/>
              <p:nvPr/>
            </p:nvSpPr>
            <p:spPr>
              <a:xfrm>
                <a:off x="2157485" y="2605412"/>
                <a:ext cx="113251" cy="278308"/>
              </a:xfrm>
            </p:spPr>
          </p:sp>
        </mc:Fallback>
      </mc:AlternateContent>
      <mc:AlternateContent xmlns:mc="http://schemas.openxmlformats.org/markup-compatibility/2006" xmlns:p14="http://schemas.microsoft.com/office/powerpoint/2010/main">
        <mc:Choice Requires="p14">
          <p:contentPart p14:bwMode="auto" r:id="rId24">
            <p14:nvContentPartPr>
              <p14:cNvPr id="1048612" name="墨迹 1048611"/>
              <p14:cNvContentPartPr/>
              <p14:nvPr/>
            </p14:nvContentPartPr>
            <p14:xfrm>
              <a:off x="2378157" y="2301137"/>
              <a:ext cx="182289" cy="509347"/>
            </p14:xfrm>
          </p:contentPart>
        </mc:Choice>
        <mc:Fallback xmlns="">
          <p:sp>
            <p:nvSpPr>
              <p:cNvPr id="1048612" name=""/>
              <p:cNvSpPr/>
              <p:nvPr/>
            </p:nvSpPr>
            <p:spPr>
              <a:xfrm>
                <a:off x="2378157" y="2301137"/>
                <a:ext cx="182289" cy="509347"/>
              </a:xfrm>
            </p:spPr>
          </p:sp>
        </mc:Fallback>
      </mc:AlternateContent>
      <mc:AlternateContent xmlns:mc="http://schemas.openxmlformats.org/markup-compatibility/2006" xmlns:p14="http://schemas.microsoft.com/office/powerpoint/2010/main">
        <mc:Choice Requires="p14">
          <p:contentPart p14:bwMode="auto" r:id="rId25">
            <p14:nvContentPartPr>
              <p14:cNvPr id="1048613" name="墨迹 1048612"/>
              <p14:cNvContentPartPr/>
              <p14:nvPr/>
            </p14:nvContentPartPr>
            <p14:xfrm>
              <a:off x="2581214" y="2417916"/>
              <a:ext cx="25540" cy="241533"/>
            </p14:xfrm>
          </p:contentPart>
        </mc:Choice>
        <mc:Fallback xmlns="">
          <p:sp>
            <p:nvSpPr>
              <p:cNvPr id="1048613" name=""/>
              <p:cNvSpPr/>
              <p:nvPr/>
            </p:nvSpPr>
            <p:spPr>
              <a:xfrm>
                <a:off x="2581214" y="2417916"/>
                <a:ext cx="25540" cy="241533"/>
              </a:xfrm>
            </p:spPr>
          </p:sp>
        </mc:Fallback>
      </mc:AlternateContent>
      <mc:AlternateContent xmlns:mc="http://schemas.openxmlformats.org/markup-compatibility/2006" xmlns:p14="http://schemas.microsoft.com/office/powerpoint/2010/main">
        <mc:Choice Requires="p14">
          <p:contentPart p14:bwMode="auto" r:id="rId26">
            <p14:nvContentPartPr>
              <p14:cNvPr id="1048614" name="墨迹 1048613"/>
              <p14:cNvContentPartPr/>
              <p14:nvPr/>
            </p14:nvContentPartPr>
            <p14:xfrm>
              <a:off x="2601734" y="2427887"/>
              <a:ext cx="150705" cy="213772"/>
            </p14:xfrm>
          </p:contentPart>
        </mc:Choice>
        <mc:Fallback xmlns="">
          <p:sp>
            <p:nvSpPr>
              <p:cNvPr id="1048614" name=""/>
              <p:cNvSpPr/>
              <p:nvPr/>
            </p:nvSpPr>
            <p:spPr>
              <a:xfrm>
                <a:off x="2601734" y="2427887"/>
                <a:ext cx="150705" cy="213772"/>
              </a:xfrm>
            </p:spPr>
          </p:sp>
        </mc:Fallback>
      </mc:AlternateContent>
      <mc:AlternateContent xmlns:mc="http://schemas.openxmlformats.org/markup-compatibility/2006" xmlns:p14="http://schemas.microsoft.com/office/powerpoint/2010/main">
        <mc:Choice Requires="p14">
          <p:contentPart p14:bwMode="auto" r:id="rId27">
            <p14:nvContentPartPr>
              <p14:cNvPr id="1048615" name="墨迹 1048614"/>
              <p14:cNvContentPartPr/>
              <p14:nvPr/>
            </p14:nvContentPartPr>
            <p14:xfrm>
              <a:off x="2612336" y="2329991"/>
              <a:ext cx="180724" cy="482311"/>
            </p14:xfrm>
          </p:contentPart>
        </mc:Choice>
        <mc:Fallback xmlns="">
          <p:sp>
            <p:nvSpPr>
              <p:cNvPr id="1048615" name=""/>
              <p:cNvSpPr/>
              <p:nvPr/>
            </p:nvSpPr>
            <p:spPr>
              <a:xfrm>
                <a:off x="2612336" y="2329991"/>
                <a:ext cx="180724" cy="482311"/>
              </a:xfrm>
            </p:spPr>
          </p:sp>
        </mc:Fallback>
      </mc:AlternateContent>
      <mc:AlternateContent xmlns:mc="http://schemas.openxmlformats.org/markup-compatibility/2006" xmlns:p14="http://schemas.microsoft.com/office/powerpoint/2010/main">
        <mc:Choice Requires="p14">
          <p:contentPart p14:bwMode="auto" r:id="rId28">
            <p14:nvContentPartPr>
              <p14:cNvPr id="1048616" name="墨迹 1048615"/>
              <p14:cNvContentPartPr/>
              <p14:nvPr/>
            </p14:nvContentPartPr>
            <p14:xfrm>
              <a:off x="1593142" y="3311980"/>
              <a:ext cx="179757" cy="550113"/>
            </p14:xfrm>
          </p:contentPart>
        </mc:Choice>
        <mc:Fallback xmlns="">
          <p:sp>
            <p:nvSpPr>
              <p:cNvPr id="1048616" name=""/>
              <p:cNvSpPr/>
              <p:nvPr/>
            </p:nvSpPr>
            <p:spPr>
              <a:xfrm>
                <a:off x="1593142" y="3311980"/>
                <a:ext cx="179757" cy="550113"/>
              </a:xfrm>
            </p:spPr>
          </p:sp>
        </mc:Fallback>
      </mc:AlternateContent>
      <mc:AlternateContent xmlns:mc="http://schemas.openxmlformats.org/markup-compatibility/2006" xmlns:p14="http://schemas.microsoft.com/office/powerpoint/2010/main">
        <mc:Choice Requires="p14">
          <p:contentPart p14:bwMode="auto" r:id="rId29">
            <p14:nvContentPartPr>
              <p14:cNvPr id="1048617" name="墨迹 1048616"/>
              <p14:cNvContentPartPr/>
              <p14:nvPr/>
            </p14:nvContentPartPr>
            <p14:xfrm>
              <a:off x="1655132" y="3469493"/>
              <a:ext cx="145024" cy="151248"/>
            </p14:xfrm>
          </p:contentPart>
        </mc:Choice>
        <mc:Fallback xmlns="">
          <p:sp>
            <p:nvSpPr>
              <p:cNvPr id="1048617" name=""/>
              <p:cNvSpPr/>
              <p:nvPr/>
            </p:nvSpPr>
            <p:spPr>
              <a:xfrm>
                <a:off x="1655132" y="3469493"/>
                <a:ext cx="145024" cy="151248"/>
              </a:xfrm>
            </p:spPr>
          </p:sp>
        </mc:Fallback>
      </mc:AlternateContent>
      <mc:AlternateContent xmlns:mc="http://schemas.openxmlformats.org/markup-compatibility/2006" xmlns:p14="http://schemas.microsoft.com/office/powerpoint/2010/main">
        <mc:Choice Requires="p14">
          <p:contentPart p14:bwMode="auto" r:id="rId30">
            <p14:nvContentPartPr>
              <p14:cNvPr id="1048618" name="墨迹 1048617"/>
              <p14:cNvContentPartPr/>
              <p14:nvPr/>
            </p14:nvContentPartPr>
            <p14:xfrm>
              <a:off x="1699096" y="3613541"/>
              <a:ext cx="6980" cy="131659"/>
            </p14:xfrm>
          </p:contentPart>
        </mc:Choice>
        <mc:Fallback xmlns="">
          <p:sp>
            <p:nvSpPr>
              <p:cNvPr id="1048618" name=""/>
              <p:cNvSpPr/>
              <p:nvPr/>
            </p:nvSpPr>
            <p:spPr>
              <a:xfrm>
                <a:off x="1699096" y="3613541"/>
                <a:ext cx="6980" cy="131659"/>
              </a:xfrm>
            </p:spPr>
          </p:sp>
        </mc:Fallback>
      </mc:AlternateContent>
      <mc:AlternateContent xmlns:mc="http://schemas.openxmlformats.org/markup-compatibility/2006" xmlns:p14="http://schemas.microsoft.com/office/powerpoint/2010/main">
        <mc:Choice Requires="p14">
          <p:contentPart p14:bwMode="auto" r:id="rId31">
            <p14:nvContentPartPr>
              <p14:cNvPr id="1048619" name="墨迹 1048618"/>
              <p14:cNvContentPartPr/>
              <p14:nvPr/>
            </p14:nvContentPartPr>
            <p14:xfrm>
              <a:off x="1710447" y="3593124"/>
              <a:ext cx="208958" cy="203608"/>
            </p14:xfrm>
          </p:contentPart>
        </mc:Choice>
        <mc:Fallback xmlns="">
          <p:sp>
            <p:nvSpPr>
              <p:cNvPr id="1048619" name=""/>
              <p:cNvSpPr/>
              <p:nvPr/>
            </p:nvSpPr>
            <p:spPr>
              <a:xfrm>
                <a:off x="1710447" y="3593124"/>
                <a:ext cx="208958" cy="203608"/>
              </a:xfrm>
            </p:spPr>
          </p:sp>
        </mc:Fallback>
      </mc:AlternateContent>
      <mc:AlternateContent xmlns:mc="http://schemas.openxmlformats.org/markup-compatibility/2006" xmlns:p14="http://schemas.microsoft.com/office/powerpoint/2010/main">
        <mc:Choice Requires="p14">
          <p:contentPart p14:bwMode="auto" r:id="rId32">
            <p14:nvContentPartPr>
              <p14:cNvPr id="1048620" name="墨迹 1048619"/>
              <p14:cNvContentPartPr/>
              <p14:nvPr/>
            </p14:nvContentPartPr>
            <p14:xfrm>
              <a:off x="2096301" y="3267297"/>
              <a:ext cx="16518" cy="462107"/>
            </p14:xfrm>
          </p:contentPart>
        </mc:Choice>
        <mc:Fallback xmlns="">
          <p:sp>
            <p:nvSpPr>
              <p:cNvPr id="1048620" name=""/>
              <p:cNvSpPr/>
              <p:nvPr/>
            </p:nvSpPr>
            <p:spPr>
              <a:xfrm>
                <a:off x="2096301" y="3267297"/>
                <a:ext cx="16518" cy="462107"/>
              </a:xfrm>
            </p:spPr>
          </p:sp>
        </mc:Fallback>
      </mc:AlternateContent>
      <mc:AlternateContent xmlns:mc="http://schemas.openxmlformats.org/markup-compatibility/2006" xmlns:p14="http://schemas.microsoft.com/office/powerpoint/2010/main">
        <mc:Choice Requires="p14">
          <p:contentPart p14:bwMode="auto" r:id="rId33">
            <p14:nvContentPartPr>
              <p14:cNvPr id="1048621" name="墨迹 1048620"/>
              <p14:cNvContentPartPr/>
              <p14:nvPr/>
            </p14:nvContentPartPr>
            <p14:xfrm>
              <a:off x="2043230" y="3194244"/>
              <a:ext cx="238423" cy="511112"/>
            </p14:xfrm>
          </p:contentPart>
        </mc:Choice>
        <mc:Fallback xmlns="">
          <p:sp>
            <p:nvSpPr>
              <p:cNvPr id="1048621" name=""/>
              <p:cNvSpPr/>
              <p:nvPr/>
            </p:nvSpPr>
            <p:spPr>
              <a:xfrm>
                <a:off x="2043230" y="3194244"/>
                <a:ext cx="238423" cy="511112"/>
              </a:xfrm>
            </p:spPr>
          </p:sp>
        </mc:Fallback>
      </mc:AlternateContent>
      <mc:AlternateContent xmlns:mc="http://schemas.openxmlformats.org/markup-compatibility/2006" xmlns:p14="http://schemas.microsoft.com/office/powerpoint/2010/main">
        <mc:Choice Requires="p14">
          <p:contentPart p14:bwMode="auto" r:id="rId34">
            <p14:nvContentPartPr>
              <p14:cNvPr id="1048622" name="墨迹 1048621"/>
              <p14:cNvContentPartPr/>
              <p14:nvPr/>
            </p14:nvContentPartPr>
            <p14:xfrm>
              <a:off x="2123526" y="3343326"/>
              <a:ext cx="72147" cy="149023"/>
            </p14:xfrm>
          </p:contentPart>
        </mc:Choice>
        <mc:Fallback xmlns="">
          <p:sp>
            <p:nvSpPr>
              <p:cNvPr id="1048622" name=""/>
              <p:cNvSpPr/>
              <p:nvPr/>
            </p:nvSpPr>
            <p:spPr>
              <a:xfrm>
                <a:off x="2123526" y="3343326"/>
                <a:ext cx="72147" cy="149023"/>
              </a:xfrm>
            </p:spPr>
          </p:sp>
        </mc:Fallback>
      </mc:AlternateContent>
      <mc:AlternateContent xmlns:mc="http://schemas.openxmlformats.org/markup-compatibility/2006" xmlns:p14="http://schemas.microsoft.com/office/powerpoint/2010/main">
        <mc:Choice Requires="p14">
          <p:contentPart p14:bwMode="auto" r:id="rId35">
            <p14:nvContentPartPr>
              <p14:cNvPr id="1048623" name="墨迹 1048622"/>
              <p14:cNvContentPartPr/>
              <p14:nvPr/>
            </p14:nvContentPartPr>
            <p14:xfrm>
              <a:off x="2256461" y="3129580"/>
              <a:ext cx="127889" cy="435433"/>
            </p14:xfrm>
          </p:contentPart>
        </mc:Choice>
        <mc:Fallback xmlns="">
          <p:sp>
            <p:nvSpPr>
              <p:cNvPr id="1048623" name=""/>
              <p:cNvSpPr/>
              <p:nvPr/>
            </p:nvSpPr>
            <p:spPr>
              <a:xfrm>
                <a:off x="2256461" y="3129580"/>
                <a:ext cx="127889" cy="435433"/>
              </a:xfrm>
            </p:spPr>
          </p:sp>
        </mc:Fallback>
      </mc:AlternateContent>
      <mc:AlternateContent xmlns:mc="http://schemas.openxmlformats.org/markup-compatibility/2006" xmlns:p14="http://schemas.microsoft.com/office/powerpoint/2010/main">
        <mc:Choice Requires="p14">
          <p:contentPart p14:bwMode="auto" r:id="rId36">
            <p14:nvContentPartPr>
              <p14:cNvPr id="1048624" name="墨迹 1048623"/>
              <p14:cNvContentPartPr/>
              <p14:nvPr/>
            </p14:nvContentPartPr>
            <p14:xfrm>
              <a:off x="2445097" y="3192998"/>
              <a:ext cx="72705" cy="443827"/>
            </p14:xfrm>
          </p:contentPart>
        </mc:Choice>
        <mc:Fallback xmlns="">
          <p:sp>
            <p:nvSpPr>
              <p:cNvPr id="1048624" name=""/>
              <p:cNvSpPr/>
              <p:nvPr/>
            </p:nvSpPr>
            <p:spPr>
              <a:xfrm>
                <a:off x="2445097" y="3192998"/>
                <a:ext cx="72705" cy="443827"/>
              </a:xfrm>
            </p:spPr>
          </p:sp>
        </mc:Fallback>
      </mc:AlternateContent>
      <mc:AlternateContent xmlns:mc="http://schemas.openxmlformats.org/markup-compatibility/2006" xmlns:p14="http://schemas.microsoft.com/office/powerpoint/2010/main">
        <mc:Choice Requires="p14">
          <p:contentPart p14:bwMode="auto" r:id="rId37">
            <p14:nvContentPartPr>
              <p14:cNvPr id="1048625" name="墨迹 1048624"/>
              <p14:cNvContentPartPr/>
              <p14:nvPr/>
            </p14:nvContentPartPr>
            <p14:xfrm>
              <a:off x="2635192" y="3138767"/>
              <a:ext cx="38827" cy="465333"/>
            </p14:xfrm>
          </p:contentPart>
        </mc:Choice>
        <mc:Fallback xmlns="">
          <p:sp>
            <p:nvSpPr>
              <p:cNvPr id="1048625" name=""/>
              <p:cNvSpPr/>
              <p:nvPr/>
            </p:nvSpPr>
            <p:spPr>
              <a:xfrm>
                <a:off x="2635192" y="3138767"/>
                <a:ext cx="38827" cy="465333"/>
              </a:xfrm>
            </p:spPr>
          </p:sp>
        </mc:Fallback>
      </mc:AlternateContent>
      <mc:AlternateContent xmlns:mc="http://schemas.openxmlformats.org/markup-compatibility/2006" xmlns:p14="http://schemas.microsoft.com/office/powerpoint/2010/main">
        <mc:Choice Requires="p14">
          <p:contentPart p14:bwMode="auto" r:id="rId38">
            <p14:nvContentPartPr>
              <p14:cNvPr id="1048626" name="墨迹 1048625"/>
              <p14:cNvContentPartPr/>
              <p14:nvPr/>
            </p14:nvContentPartPr>
            <p14:xfrm>
              <a:off x="2566939" y="3115891"/>
              <a:ext cx="270149" cy="455472"/>
            </p14:xfrm>
          </p:contentPart>
        </mc:Choice>
        <mc:Fallback xmlns="">
          <p:sp>
            <p:nvSpPr>
              <p:cNvPr id="1048626" name=""/>
              <p:cNvSpPr/>
              <p:nvPr/>
            </p:nvSpPr>
            <p:spPr>
              <a:xfrm>
                <a:off x="2566939" y="3115891"/>
                <a:ext cx="270149" cy="455472"/>
              </a:xfrm>
            </p:spPr>
          </p:sp>
        </mc:Fallback>
      </mc:AlternateContent>
      <mc:AlternateContent xmlns:mc="http://schemas.openxmlformats.org/markup-compatibility/2006" xmlns:p14="http://schemas.microsoft.com/office/powerpoint/2010/main">
        <mc:Choice Requires="p14">
          <p:contentPart p14:bwMode="auto" r:id="rId39">
            <p14:nvContentPartPr>
              <p14:cNvPr id="1048627" name="墨迹 1048626"/>
              <p14:cNvContentPartPr/>
              <p14:nvPr/>
            </p14:nvContentPartPr>
            <p14:xfrm>
              <a:off x="2688276" y="3147336"/>
              <a:ext cx="669715" cy="318705"/>
            </p14:xfrm>
          </p:contentPart>
        </mc:Choice>
        <mc:Fallback xmlns="">
          <p:sp>
            <p:nvSpPr>
              <p:cNvPr id="1048627" name=""/>
              <p:cNvSpPr/>
              <p:nvPr/>
            </p:nvSpPr>
            <p:spPr>
              <a:xfrm>
                <a:off x="2688276" y="3147336"/>
                <a:ext cx="669715" cy="318705"/>
              </a:xfrm>
            </p:spPr>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1048628" name="Text Box 2"/>
          <p:cNvSpPr txBox="1">
            <a:spLocks noChangeArrowheads="1"/>
          </p:cNvSpPr>
          <p:nvPr/>
        </p:nvSpPr>
        <p:spPr bwMode="auto">
          <a:xfrm>
            <a:off x="996950" y="765175"/>
            <a:ext cx="1724025" cy="40005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a:latin typeface="黑体" panose="02010609060101010101" pitchFamily="49" charset="-122"/>
                <a:ea typeface="黑体" panose="02010609060101010101" pitchFamily="49" charset="-122"/>
              </a:rPr>
              <a:t>开运算实例：</a:t>
            </a:r>
          </a:p>
        </p:txBody>
      </p:sp>
      <p:graphicFrame>
        <p:nvGraphicFramePr>
          <p:cNvPr id="4194307" name="Object 3"/>
          <p:cNvGraphicFramePr>
            <a:graphicFrameLocks noChangeAspect="1"/>
          </p:cNvGraphicFramePr>
          <p:nvPr/>
        </p:nvGraphicFramePr>
        <p:xfrm>
          <a:off x="1981200" y="1279525"/>
          <a:ext cx="2667000" cy="1357313"/>
        </p:xfrm>
        <a:graphic>
          <a:graphicData uri="http://schemas.openxmlformats.org/presentationml/2006/ole">
            <mc:AlternateContent xmlns:mc="http://schemas.openxmlformats.org/markup-compatibility/2006">
              <mc:Choice xmlns:v="urn:schemas-microsoft-com:vml" Requires="v">
                <p:oleObj name="Equation" r:id="rId2" imgW="1397000" imgH="711200" progId="Equation.3">
                  <p:embed/>
                </p:oleObj>
              </mc:Choice>
              <mc:Fallback>
                <p:oleObj name="Equation" r:id="rId2" imgW="1397000" imgH="711200" progId="Equation.3">
                  <p:embed/>
                  <p:pic>
                    <p:nvPicPr>
                      <p:cNvPr id="2097158" name="Object 3"/>
                      <p:cNvPicPr>
                        <a:picLocks noChangeAspect="1" noChangeArrowheads="1"/>
                      </p:cNvPicPr>
                      <p:nvPr/>
                    </p:nvPicPr>
                    <p:blipFill>
                      <a:blip r:embed="rId3"/>
                      <a:srcRect/>
                      <a:stretch>
                        <a:fillRect/>
                      </a:stretch>
                    </p:blipFill>
                    <p:spPr bwMode="auto">
                      <a:xfrm>
                        <a:off x="1981200" y="1279525"/>
                        <a:ext cx="2667000" cy="1357313"/>
                      </a:xfrm>
                      <a:prstGeom prst="rect">
                        <a:avLst/>
                      </a:prstGeom>
                      <a:noFill/>
                      <a:ln>
                        <a:noFill/>
                      </a:ln>
                      <a:effectLst/>
                    </p:spPr>
                  </p:pic>
                </p:oleObj>
              </mc:Fallback>
            </mc:AlternateContent>
          </a:graphicData>
        </a:graphic>
      </p:graphicFrame>
      <p:graphicFrame>
        <p:nvGraphicFramePr>
          <p:cNvPr id="4194308" name="Object 4"/>
          <p:cNvGraphicFramePr>
            <a:graphicFrameLocks noChangeAspect="1"/>
          </p:cNvGraphicFramePr>
          <p:nvPr/>
        </p:nvGraphicFramePr>
        <p:xfrm>
          <a:off x="5029200" y="1431925"/>
          <a:ext cx="1600200" cy="960438"/>
        </p:xfrm>
        <a:graphic>
          <a:graphicData uri="http://schemas.openxmlformats.org/presentationml/2006/ole">
            <mc:AlternateContent xmlns:mc="http://schemas.openxmlformats.org/markup-compatibility/2006">
              <mc:Choice xmlns:v="urn:schemas-microsoft-com:vml" Requires="v">
                <p:oleObj name="Equation" r:id="rId4" imgW="762000" imgH="457200" progId="Equation.3">
                  <p:embed/>
                </p:oleObj>
              </mc:Choice>
              <mc:Fallback>
                <p:oleObj name="Equation" r:id="rId4" imgW="762000" imgH="457200" progId="Equation.3">
                  <p:embed/>
                  <p:pic>
                    <p:nvPicPr>
                      <p:cNvPr id="2097159" name="Object 4"/>
                      <p:cNvPicPr>
                        <a:picLocks noChangeAspect="1" noChangeArrowheads="1"/>
                      </p:cNvPicPr>
                      <p:nvPr/>
                    </p:nvPicPr>
                    <p:blipFill>
                      <a:blip r:embed="rId5"/>
                      <a:srcRect/>
                      <a:stretch>
                        <a:fillRect/>
                      </a:stretch>
                    </p:blipFill>
                    <p:spPr bwMode="auto">
                      <a:xfrm>
                        <a:off x="5029200" y="1431925"/>
                        <a:ext cx="1600200" cy="960438"/>
                      </a:xfrm>
                      <a:prstGeom prst="rect">
                        <a:avLst/>
                      </a:prstGeom>
                      <a:noFill/>
                      <a:ln>
                        <a:noFill/>
                      </a:ln>
                      <a:effectLst/>
                    </p:spPr>
                  </p:pic>
                </p:oleObj>
              </mc:Fallback>
            </mc:AlternateContent>
          </a:graphicData>
        </a:graphic>
      </p:graphicFrame>
      <p:graphicFrame>
        <p:nvGraphicFramePr>
          <p:cNvPr id="4194309" name="Object 12"/>
          <p:cNvGraphicFramePr>
            <a:graphicFrameLocks noChangeAspect="1"/>
          </p:cNvGraphicFramePr>
          <p:nvPr/>
        </p:nvGraphicFramePr>
        <p:xfrm>
          <a:off x="2971800" y="3505200"/>
          <a:ext cx="7158038" cy="1295400"/>
        </p:xfrm>
        <a:graphic>
          <a:graphicData uri="http://schemas.openxmlformats.org/presentationml/2006/ole">
            <mc:AlternateContent xmlns:mc="http://schemas.openxmlformats.org/markup-compatibility/2006">
              <mc:Choice xmlns:v="urn:schemas-microsoft-com:vml" Requires="v">
                <p:oleObj name="Equation" r:id="rId6" imgW="3797300" imgH="711200" progId="Equation.3">
                  <p:embed/>
                </p:oleObj>
              </mc:Choice>
              <mc:Fallback>
                <p:oleObj name="Equation" r:id="rId6" imgW="3797300" imgH="711200" progId="Equation.3">
                  <p:embed/>
                  <p:pic>
                    <p:nvPicPr>
                      <p:cNvPr id="2097160" name="Object 12"/>
                      <p:cNvPicPr>
                        <a:picLocks noChangeAspect="1" noChangeArrowheads="1"/>
                      </p:cNvPicPr>
                      <p:nvPr/>
                    </p:nvPicPr>
                    <p:blipFill>
                      <a:blip r:embed="rId7"/>
                      <a:srcRect/>
                      <a:stretch>
                        <a:fillRect/>
                      </a:stretch>
                    </p:blipFill>
                    <p:spPr bwMode="auto">
                      <a:xfrm>
                        <a:off x="2971800" y="3505200"/>
                        <a:ext cx="7158038" cy="1295400"/>
                      </a:xfrm>
                      <a:prstGeom prst="rect">
                        <a:avLst/>
                      </a:prstGeom>
                      <a:noFill/>
                      <a:ln>
                        <a:noFill/>
                      </a:ln>
                      <a:effectLst/>
                    </p:spPr>
                  </p:pic>
                </p:oleObj>
              </mc:Fallback>
            </mc:AlternateContent>
          </a:graphicData>
        </a:graphic>
      </p:graphicFrame>
      <p:graphicFrame>
        <p:nvGraphicFramePr>
          <p:cNvPr id="4194310" name="Object 19"/>
          <p:cNvGraphicFramePr>
            <a:graphicFrameLocks noChangeAspect="1"/>
          </p:cNvGraphicFramePr>
          <p:nvPr/>
        </p:nvGraphicFramePr>
        <p:xfrm>
          <a:off x="5257800" y="5257800"/>
          <a:ext cx="2489200" cy="1219200"/>
        </p:xfrm>
        <a:graphic>
          <a:graphicData uri="http://schemas.openxmlformats.org/presentationml/2006/ole">
            <mc:AlternateContent xmlns:mc="http://schemas.openxmlformats.org/markup-compatibility/2006">
              <mc:Choice xmlns:v="urn:schemas-microsoft-com:vml" Requires="v">
                <p:oleObj name="Equation" r:id="rId8" imgW="1295400" imgH="711200" progId="Equation.3">
                  <p:embed/>
                </p:oleObj>
              </mc:Choice>
              <mc:Fallback>
                <p:oleObj name="Equation" r:id="rId8" imgW="1295400" imgH="711200" progId="Equation.3">
                  <p:embed/>
                  <p:pic>
                    <p:nvPicPr>
                      <p:cNvPr id="2097161" name="Object 19"/>
                      <p:cNvPicPr>
                        <a:picLocks noChangeAspect="1" noChangeArrowheads="1"/>
                      </p:cNvPicPr>
                      <p:nvPr/>
                    </p:nvPicPr>
                    <p:blipFill>
                      <a:blip r:embed="rId9"/>
                      <a:srcRect/>
                      <a:stretch>
                        <a:fillRect/>
                      </a:stretch>
                    </p:blipFill>
                    <p:spPr bwMode="auto">
                      <a:xfrm>
                        <a:off x="5257800" y="5257800"/>
                        <a:ext cx="2489200" cy="1219200"/>
                      </a:xfrm>
                      <a:prstGeom prst="rect">
                        <a:avLst/>
                      </a:prstGeom>
                      <a:noFill/>
                      <a:ln>
                        <a:noFill/>
                      </a:ln>
                      <a:effectLst/>
                    </p:spPr>
                  </p:pic>
                </p:oleObj>
              </mc:Fallback>
            </mc:AlternateContent>
          </a:graphicData>
        </a:graphic>
      </p:graphicFrame>
      <p:graphicFrame>
        <p:nvGraphicFramePr>
          <p:cNvPr id="4194311" name="Object 26"/>
          <p:cNvGraphicFramePr>
            <a:graphicFrameLocks noChangeAspect="1"/>
          </p:cNvGraphicFramePr>
          <p:nvPr/>
        </p:nvGraphicFramePr>
        <p:xfrm>
          <a:off x="7772400" y="1127125"/>
          <a:ext cx="2473325" cy="1357313"/>
        </p:xfrm>
        <a:graphic>
          <a:graphicData uri="http://schemas.openxmlformats.org/presentationml/2006/ole">
            <mc:AlternateContent xmlns:mc="http://schemas.openxmlformats.org/markup-compatibility/2006">
              <mc:Choice xmlns:v="urn:schemas-microsoft-com:vml" Requires="v">
                <p:oleObj name="Equation" r:id="rId10" imgW="1295400" imgH="711200" progId="Equation.3">
                  <p:embed/>
                </p:oleObj>
              </mc:Choice>
              <mc:Fallback>
                <p:oleObj name="Equation" r:id="rId10" imgW="1295400" imgH="711200" progId="Equation.3">
                  <p:embed/>
                  <p:pic>
                    <p:nvPicPr>
                      <p:cNvPr id="2097162" name="Object 26"/>
                      <p:cNvPicPr>
                        <a:picLocks noChangeAspect="1" noChangeArrowheads="1"/>
                      </p:cNvPicPr>
                      <p:nvPr/>
                    </p:nvPicPr>
                    <p:blipFill>
                      <a:blip r:embed="rId11"/>
                      <a:srcRect/>
                      <a:stretch>
                        <a:fillRect/>
                      </a:stretch>
                    </p:blipFill>
                    <p:spPr bwMode="auto">
                      <a:xfrm>
                        <a:off x="7772400" y="1127125"/>
                        <a:ext cx="2473325" cy="1357313"/>
                      </a:xfrm>
                      <a:prstGeom prst="rect">
                        <a:avLst/>
                      </a:prstGeom>
                      <a:noFill/>
                      <a:ln>
                        <a:noFill/>
                      </a:ln>
                      <a:effectLst/>
                    </p:spPr>
                  </p:pic>
                </p:oleObj>
              </mc:Fallback>
            </mc:AlternateContent>
          </a:graphicData>
        </a:graphic>
      </p:graphicFrame>
      <p:graphicFrame>
        <p:nvGraphicFramePr>
          <p:cNvPr id="4194312" name="Object 29"/>
          <p:cNvGraphicFramePr>
            <a:graphicFrameLocks noChangeAspect="1"/>
          </p:cNvGraphicFramePr>
          <p:nvPr/>
        </p:nvGraphicFramePr>
        <p:xfrm>
          <a:off x="2195513" y="2971800"/>
          <a:ext cx="2001837" cy="427038"/>
        </p:xfrm>
        <a:graphic>
          <a:graphicData uri="http://schemas.openxmlformats.org/presentationml/2006/ole">
            <mc:AlternateContent xmlns:mc="http://schemas.openxmlformats.org/markup-compatibility/2006">
              <mc:Choice xmlns:v="urn:schemas-microsoft-com:vml" Requires="v">
                <p:oleObj name="Equation" r:id="rId12" imgW="850531" imgH="203112" progId="Equation.DSMT4">
                  <p:embed/>
                </p:oleObj>
              </mc:Choice>
              <mc:Fallback>
                <p:oleObj name="Equation" r:id="rId12" imgW="850531" imgH="203112" progId="Equation.DSMT4">
                  <p:embed/>
                  <p:pic>
                    <p:nvPicPr>
                      <p:cNvPr id="2097163" name="Object 29"/>
                      <p:cNvPicPr>
                        <a:picLocks noChangeAspect="1" noChangeArrowheads="1"/>
                      </p:cNvPicPr>
                      <p:nvPr/>
                    </p:nvPicPr>
                    <p:blipFill>
                      <a:blip r:embed="rId13"/>
                      <a:srcRect/>
                      <a:stretch>
                        <a:fillRect/>
                      </a:stretch>
                    </p:blipFill>
                    <p:spPr bwMode="auto">
                      <a:xfrm>
                        <a:off x="2195513" y="2971800"/>
                        <a:ext cx="2001837" cy="427038"/>
                      </a:xfrm>
                      <a:prstGeom prst="rect">
                        <a:avLst/>
                      </a:prstGeom>
                      <a:noFill/>
                      <a:ln>
                        <a:noFill/>
                      </a:ln>
                      <a:effectLst/>
                    </p:spPr>
                  </p:pic>
                </p:oleObj>
              </mc:Fallback>
            </mc:AlternateContent>
          </a:graphicData>
        </a:graphic>
      </p:graphicFrame>
      <p:graphicFrame>
        <p:nvGraphicFramePr>
          <p:cNvPr id="4194313" name="Object 34"/>
          <p:cNvGraphicFramePr>
            <a:graphicFrameLocks noChangeAspect="1"/>
          </p:cNvGraphicFramePr>
          <p:nvPr/>
        </p:nvGraphicFramePr>
        <p:xfrm>
          <a:off x="2560638" y="5638800"/>
          <a:ext cx="2809875" cy="427038"/>
        </p:xfrm>
        <a:graphic>
          <a:graphicData uri="http://schemas.openxmlformats.org/presentationml/2006/ole">
            <mc:AlternateContent xmlns:mc="http://schemas.openxmlformats.org/markup-compatibility/2006">
              <mc:Choice xmlns:v="urn:schemas-microsoft-com:vml" Requires="v">
                <p:oleObj name="Equation" r:id="rId14" imgW="1193800" imgH="203200" progId="Equation.DSMT4">
                  <p:embed/>
                </p:oleObj>
              </mc:Choice>
              <mc:Fallback>
                <p:oleObj name="Equation" r:id="rId14" imgW="1193800" imgH="203200" progId="Equation.DSMT4">
                  <p:embed/>
                  <p:pic>
                    <p:nvPicPr>
                      <p:cNvPr id="2097164" name="Object 34"/>
                      <p:cNvPicPr>
                        <a:picLocks noChangeAspect="1" noChangeArrowheads="1"/>
                      </p:cNvPicPr>
                      <p:nvPr/>
                    </p:nvPicPr>
                    <p:blipFill>
                      <a:blip r:embed="rId15"/>
                      <a:srcRect/>
                      <a:stretch>
                        <a:fillRect/>
                      </a:stretch>
                    </p:blipFill>
                    <p:spPr bwMode="auto">
                      <a:xfrm>
                        <a:off x="2560638" y="5638800"/>
                        <a:ext cx="2809875" cy="427038"/>
                      </a:xfrm>
                      <a:prstGeom prst="rect">
                        <a:avLst/>
                      </a:prstGeom>
                      <a:noFill/>
                      <a:ln>
                        <a:noFill/>
                      </a:ln>
                      <a:effectLst/>
                    </p:spPr>
                  </p:pic>
                </p:oleObj>
              </mc:Fallback>
            </mc:AlternateContent>
          </a:graphicData>
        </a:graphic>
      </p:graphicFrame>
      <p:sp>
        <p:nvSpPr>
          <p:cNvPr id="1048629" name="TextBox 27"/>
          <p:cNvSpPr txBox="1"/>
          <p:nvPr/>
        </p:nvSpPr>
        <p:spPr>
          <a:xfrm>
            <a:off x="1012825" y="177800"/>
            <a:ext cx="46151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二、 数学形态学基本算法</a:t>
            </a:r>
          </a:p>
        </p:txBody>
      </p:sp>
      <p:sp>
        <p:nvSpPr>
          <p:cNvPr id="1048630"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48631" name="TextBox 13"/>
          <p:cNvSpPr txBox="1">
            <a:spLocks noRot="1" noChangeAspect="1" noMove="1" noResize="1" noEditPoints="1" noAdjustHandles="1" noChangeArrowheads="1" noChangeShapeType="1" noTextEdit="1"/>
          </p:cNvSpPr>
          <p:nvPr/>
        </p:nvSpPr>
        <p:spPr>
          <a:xfrm>
            <a:off x="2467590" y="2949561"/>
            <a:ext cx="478015" cy="369332"/>
          </a:xfrm>
          <a:prstGeom prst="rect">
            <a:avLst/>
          </a:prstGeom>
          <a:blipFill>
            <a:blip r:embed="rId16"/>
            <a:stretch>
              <a:fillRect b="-8333"/>
            </a:stretch>
          </a:blipFill>
        </p:spPr>
        <p:txBody>
          <a:bodyPr/>
          <a:lstStyle/>
          <a:p>
            <a:r>
              <a:rPr lang="en-US">
                <a:noFill/>
              </a:rPr>
              <a:t> </a:t>
            </a:r>
          </a:p>
        </p:txBody>
      </p:sp>
      <p:sp>
        <p:nvSpPr>
          <p:cNvPr id="1048632" name="TextBox 14"/>
          <p:cNvSpPr txBox="1">
            <a:spLocks noRot="1" noChangeAspect="1" noMove="1" noResize="1" noEditPoints="1" noAdjustHandles="1" noChangeArrowheads="1" noChangeShapeType="1" noTextEdit="1"/>
          </p:cNvSpPr>
          <p:nvPr/>
        </p:nvSpPr>
        <p:spPr>
          <a:xfrm>
            <a:off x="3935760" y="5589240"/>
            <a:ext cx="478015" cy="369332"/>
          </a:xfrm>
          <a:prstGeom prst="rect">
            <a:avLst/>
          </a:prstGeom>
          <a:blipFill>
            <a:blip r:embed="rId17"/>
            <a:stretch>
              <a:fillRect b="-8333"/>
            </a:stretch>
          </a:blipFill>
        </p:spPr>
        <p:txBody>
          <a:bodyPr/>
          <a:lstStyle/>
          <a:p>
            <a:r>
              <a:rPr lang="en-US">
                <a:noFill/>
              </a:rPr>
              <a:t> </a:t>
            </a:r>
          </a:p>
        </p:txBody>
      </p:sp>
      <p:sp>
        <p:nvSpPr>
          <p:cNvPr id="1048633" name="文本框 15"/>
          <p:cNvSpPr txBox="1"/>
          <p:nvPr/>
        </p:nvSpPr>
        <p:spPr>
          <a:xfrm>
            <a:off x="6816080" y="1574948"/>
            <a:ext cx="6096000" cy="461665"/>
          </a:xfrm>
          <a:prstGeom prst="rect">
            <a:avLst/>
          </a:prstGeom>
          <a:noFill/>
        </p:spPr>
        <p:txBody>
          <a:bodyPr wrap="square">
            <a:spAutoFit/>
          </a:bodyPr>
          <a:lstStyle/>
          <a:p>
            <a:r>
              <a:rPr lang="en-US" altLang="zh-CN" sz="2400" i="1" dirty="0">
                <a:solidFill>
                  <a:schemeClr val="accent1"/>
                </a:solidFill>
                <a:latin typeface="Times New Roman" panose="02020603050405020304" pitchFamily="18" charset="0"/>
                <a:ea typeface="黑体" panose="02010609060101010101" pitchFamily="49" charset="-122"/>
                <a:cs typeface="Times New Roman" panose="02020603050405020304" pitchFamily="18" charset="0"/>
              </a:rPr>
              <a:t>S</a:t>
            </a:r>
            <a:r>
              <a:rPr lang="en-US" altLang="zh-CN" sz="2400" dirty="0">
                <a:solidFill>
                  <a:schemeClr val="accent1"/>
                </a:solidFill>
                <a:latin typeface="Times New Roman" panose="02020603050405020304" pitchFamily="18" charset="0"/>
                <a:ea typeface="黑体" panose="02010609060101010101" pitchFamily="49" charset="-122"/>
                <a:cs typeface="Times New Roman" panose="02020603050405020304" pitchFamily="18" charset="0"/>
              </a:rPr>
              <a:t> ⊖ </a:t>
            </a:r>
            <a:r>
              <a:rPr lang="en-US" altLang="zh-CN" sz="2400" i="1" dirty="0">
                <a:solidFill>
                  <a:schemeClr val="accent1"/>
                </a:solidFill>
                <a:latin typeface="Times New Roman" panose="02020603050405020304" pitchFamily="18" charset="0"/>
                <a:ea typeface="黑体" panose="02010609060101010101" pitchFamily="49" charset="-122"/>
                <a:cs typeface="Times New Roman" panose="02020603050405020304" pitchFamily="18" charset="0"/>
              </a:rPr>
              <a:t>E</a:t>
            </a:r>
            <a:endParaRPr lang="zh-CN" altLang="en-US" sz="2400" dirty="0">
              <a:solidFill>
                <a:schemeClr val="accent1"/>
              </a:solidFill>
            </a:endParaRPr>
          </a:p>
        </p:txBody>
      </p:sp>
      <mc:AlternateContent xmlns:mc="http://schemas.openxmlformats.org/markup-compatibility/2006" xmlns:p14="http://schemas.microsoft.com/office/powerpoint/2010/main">
        <mc:Choice Requires="p14">
          <p:contentPart p14:bwMode="auto" r:id="rId18">
            <p14:nvContentPartPr>
              <p14:cNvPr id="1052660" name="墨迹 1052659"/>
              <p14:cNvContentPartPr/>
              <p14:nvPr/>
            </p14:nvContentPartPr>
            <p14:xfrm>
              <a:off x="11641316" y="6860684"/>
              <a:ext cx="0" cy="0"/>
            </p14:xfrm>
          </p:contentPart>
        </mc:Choice>
        <mc:Fallback xmlns="">
          <p:sp>
            <p:nvSpPr>
              <p:cNvPr id="1052660" name=""/>
              <p:cNvSpPr/>
              <p:nvPr/>
            </p:nvSpPr>
            <p:spPr>
              <a:xfrm>
                <a:off x="11641316" y="6860684"/>
                <a:ext cx="0" cy="0"/>
              </a:xfrm>
            </p:spPr>
          </p:sp>
        </mc:Fallback>
      </mc:AlternateContent>
      <mc:AlternateContent xmlns:mc="http://schemas.openxmlformats.org/markup-compatibility/2006" xmlns:p14="http://schemas.microsoft.com/office/powerpoint/2010/main">
        <mc:Choice Requires="p14">
          <p:contentPart p14:bwMode="auto" r:id="rId19">
            <p14:nvContentPartPr>
              <p14:cNvPr id="1052661" name="墨迹 1052660"/>
              <p14:cNvContentPartPr/>
              <p14:nvPr/>
            </p14:nvContentPartPr>
            <p14:xfrm>
              <a:off x="3884460" y="1700841"/>
              <a:ext cx="253272" cy="16042"/>
            </p14:xfrm>
          </p:contentPart>
        </mc:Choice>
        <mc:Fallback xmlns="">
          <p:sp>
            <p:nvSpPr>
              <p:cNvPr id="1052661" name=""/>
              <p:cNvSpPr/>
              <p:nvPr/>
            </p:nvSpPr>
            <p:spPr>
              <a:xfrm>
                <a:off x="3884460" y="1700841"/>
                <a:ext cx="253272" cy="16042"/>
              </a:xfrm>
            </p:spPr>
          </p:sp>
        </mc:Fallback>
      </mc:AlternateContent>
      <mc:AlternateContent xmlns:mc="http://schemas.openxmlformats.org/markup-compatibility/2006" xmlns:p14="http://schemas.microsoft.com/office/powerpoint/2010/main">
        <mc:Choice Requires="p14">
          <p:contentPart p14:bwMode="auto" r:id="rId20">
            <p14:nvContentPartPr>
              <p14:cNvPr id="1052662" name="墨迹 1052661"/>
              <p14:cNvContentPartPr/>
              <p14:nvPr/>
            </p14:nvContentPartPr>
            <p14:xfrm>
              <a:off x="4218152" y="2104439"/>
              <a:ext cx="305852" cy="28882"/>
            </p14:xfrm>
          </p:contentPart>
        </mc:Choice>
        <mc:Fallback xmlns="">
          <p:sp>
            <p:nvSpPr>
              <p:cNvPr id="1052662" name=""/>
              <p:cNvSpPr/>
              <p:nvPr/>
            </p:nvSpPr>
            <p:spPr>
              <a:xfrm>
                <a:off x="4218152" y="2104439"/>
                <a:ext cx="305852" cy="28882"/>
              </a:xfrm>
            </p:spPr>
          </p:sp>
        </mc:Fallback>
      </mc:AlternateContent>
      <mc:AlternateContent xmlns:mc="http://schemas.openxmlformats.org/markup-compatibility/2006" xmlns:p14="http://schemas.microsoft.com/office/powerpoint/2010/main">
        <mc:Choice Requires="p14">
          <p:contentPart p14:bwMode="auto" r:id="rId21">
            <p14:nvContentPartPr>
              <p14:cNvPr id="1052663" name="墨迹 1052662"/>
              <p14:cNvContentPartPr/>
              <p14:nvPr/>
            </p14:nvContentPartPr>
            <p14:xfrm>
              <a:off x="4635478" y="1009020"/>
              <a:ext cx="12023" cy="70312"/>
            </p14:xfrm>
          </p:contentPart>
        </mc:Choice>
        <mc:Fallback xmlns="">
          <p:sp>
            <p:nvSpPr>
              <p:cNvPr id="1052663" name=""/>
              <p:cNvSpPr/>
              <p:nvPr/>
            </p:nvSpPr>
            <p:spPr>
              <a:xfrm>
                <a:off x="4635478" y="1009020"/>
                <a:ext cx="12023" cy="70312"/>
              </a:xfrm>
            </p:spPr>
          </p:sp>
        </mc:Fallback>
      </mc:AlternateContent>
      <mc:AlternateContent xmlns:mc="http://schemas.openxmlformats.org/markup-compatibility/2006" xmlns:p14="http://schemas.microsoft.com/office/powerpoint/2010/main">
        <mc:Choice Requires="p14">
          <p:contentPart p14:bwMode="auto" r:id="rId22">
            <p14:nvContentPartPr>
              <p14:cNvPr id="1052664" name="墨迹 1052663"/>
              <p14:cNvContentPartPr/>
              <p14:nvPr/>
            </p14:nvContentPartPr>
            <p14:xfrm>
              <a:off x="4599152" y="1152999"/>
              <a:ext cx="111017" cy="213693"/>
            </p14:xfrm>
          </p:contentPart>
        </mc:Choice>
        <mc:Fallback xmlns="">
          <p:sp>
            <p:nvSpPr>
              <p:cNvPr id="1052664" name=""/>
              <p:cNvSpPr/>
              <p:nvPr/>
            </p:nvSpPr>
            <p:spPr>
              <a:xfrm>
                <a:off x="4599152" y="1152999"/>
                <a:ext cx="111017" cy="213693"/>
              </a:xfrm>
            </p:spPr>
          </p:sp>
        </mc:Fallback>
      </mc:AlternateContent>
      <mc:AlternateContent xmlns:mc="http://schemas.openxmlformats.org/markup-compatibility/2006" xmlns:p14="http://schemas.microsoft.com/office/powerpoint/2010/main">
        <mc:Choice Requires="p14">
          <p:contentPart p14:bwMode="auto" r:id="rId23">
            <p14:nvContentPartPr>
              <p14:cNvPr id="1052665" name="墨迹 1052664"/>
              <p14:cNvContentPartPr/>
              <p14:nvPr/>
            </p14:nvContentPartPr>
            <p14:xfrm>
              <a:off x="4738542" y="997430"/>
              <a:ext cx="15697" cy="144883"/>
            </p14:xfrm>
          </p:contentPart>
        </mc:Choice>
        <mc:Fallback xmlns="">
          <p:sp>
            <p:nvSpPr>
              <p:cNvPr id="1052665" name=""/>
              <p:cNvSpPr/>
              <p:nvPr/>
            </p:nvSpPr>
            <p:spPr>
              <a:xfrm>
                <a:off x="4738542" y="997430"/>
                <a:ext cx="15697" cy="144883"/>
              </a:xfrm>
            </p:spPr>
          </p:sp>
        </mc:Fallback>
      </mc:AlternateContent>
      <mc:AlternateContent xmlns:mc="http://schemas.openxmlformats.org/markup-compatibility/2006" xmlns:p14="http://schemas.microsoft.com/office/powerpoint/2010/main">
        <mc:Choice Requires="p14">
          <p:contentPart p14:bwMode="auto" r:id="rId24">
            <p14:nvContentPartPr>
              <p14:cNvPr id="1052666" name="墨迹 1052665"/>
              <p14:cNvContentPartPr/>
              <p14:nvPr/>
            </p14:nvContentPartPr>
            <p14:xfrm>
              <a:off x="4768954" y="962658"/>
              <a:ext cx="112816" cy="204326"/>
            </p14:xfrm>
          </p:contentPart>
        </mc:Choice>
        <mc:Fallback xmlns="">
          <p:sp>
            <p:nvSpPr>
              <p:cNvPr id="1052666" name=""/>
              <p:cNvSpPr/>
              <p:nvPr/>
            </p:nvSpPr>
            <p:spPr>
              <a:xfrm>
                <a:off x="4768954" y="962658"/>
                <a:ext cx="112816" cy="204326"/>
              </a:xfrm>
            </p:spPr>
          </p:sp>
        </mc:Fallback>
      </mc:AlternateContent>
      <mc:AlternateContent xmlns:mc="http://schemas.openxmlformats.org/markup-compatibility/2006" xmlns:p14="http://schemas.microsoft.com/office/powerpoint/2010/main">
        <mc:Choice Requires="p14">
          <p:contentPart p14:bwMode="auto" r:id="rId25">
            <p14:nvContentPartPr>
              <p14:cNvPr id="1052667" name="墨迹 1052666"/>
              <p14:cNvContentPartPr/>
              <p14:nvPr/>
            </p14:nvContentPartPr>
            <p14:xfrm>
              <a:off x="4744945" y="1143927"/>
              <a:ext cx="143798" cy="204447"/>
            </p14:xfrm>
          </p:contentPart>
        </mc:Choice>
        <mc:Fallback xmlns="">
          <p:sp>
            <p:nvSpPr>
              <p:cNvPr id="1052667" name=""/>
              <p:cNvSpPr/>
              <p:nvPr/>
            </p:nvSpPr>
            <p:spPr>
              <a:xfrm>
                <a:off x="4744945" y="1143927"/>
                <a:ext cx="143798" cy="204447"/>
              </a:xfrm>
            </p:spPr>
          </p:sp>
        </mc:Fallback>
      </mc:AlternateContent>
      <mc:AlternateContent xmlns:mc="http://schemas.openxmlformats.org/markup-compatibility/2006" xmlns:p14="http://schemas.microsoft.com/office/powerpoint/2010/main">
        <mc:Choice Requires="p14">
          <p:contentPart p14:bwMode="auto" r:id="rId26">
            <p14:nvContentPartPr>
              <p14:cNvPr id="1052668" name="墨迹 1052667"/>
              <p14:cNvContentPartPr/>
              <p14:nvPr/>
            </p14:nvContentPartPr>
            <p14:xfrm>
              <a:off x="4777402" y="1242115"/>
              <a:ext cx="250421" cy="89160"/>
            </p14:xfrm>
          </p:contentPart>
        </mc:Choice>
        <mc:Fallback xmlns="">
          <p:sp>
            <p:nvSpPr>
              <p:cNvPr id="1052668" name=""/>
              <p:cNvSpPr/>
              <p:nvPr/>
            </p:nvSpPr>
            <p:spPr>
              <a:xfrm>
                <a:off x="4777402" y="1242115"/>
                <a:ext cx="250421" cy="89160"/>
              </a:xfrm>
            </p:spPr>
          </p:sp>
        </mc:Fallback>
      </mc:AlternateContent>
      <mc:AlternateContent xmlns:mc="http://schemas.openxmlformats.org/markup-compatibility/2006" xmlns:p14="http://schemas.microsoft.com/office/powerpoint/2010/main">
        <mc:Choice Requires="p14">
          <p:contentPart p14:bwMode="auto" r:id="rId27">
            <p14:nvContentPartPr>
              <p14:cNvPr id="1052669" name="墨迹 1052668"/>
              <p14:cNvContentPartPr/>
              <p14:nvPr/>
            </p14:nvContentPartPr>
            <p14:xfrm>
              <a:off x="5127989" y="931234"/>
              <a:ext cx="211385" cy="444528"/>
            </p14:xfrm>
          </p:contentPart>
        </mc:Choice>
        <mc:Fallback xmlns="">
          <p:sp>
            <p:nvSpPr>
              <p:cNvPr id="1052669" name=""/>
              <p:cNvSpPr/>
              <p:nvPr/>
            </p:nvSpPr>
            <p:spPr>
              <a:xfrm>
                <a:off x="5127989" y="931234"/>
                <a:ext cx="211385" cy="444528"/>
              </a:xfrm>
            </p:spPr>
          </p:sp>
        </mc:Fallback>
      </mc:AlternateContent>
      <mc:AlternateContent xmlns:mc="http://schemas.openxmlformats.org/markup-compatibility/2006" xmlns:p14="http://schemas.microsoft.com/office/powerpoint/2010/main">
        <mc:Choice Requires="p14">
          <p:contentPart p14:bwMode="auto" r:id="rId28">
            <p14:nvContentPartPr>
              <p14:cNvPr id="1052967" name="墨迹 1052966"/>
              <p14:cNvContentPartPr/>
              <p14:nvPr/>
            </p14:nvContentPartPr>
            <p14:xfrm>
              <a:off x="6311767" y="248172"/>
              <a:ext cx="329277" cy="336484"/>
            </p14:xfrm>
          </p:contentPart>
        </mc:Choice>
        <mc:Fallback xmlns="">
          <p:sp>
            <p:nvSpPr>
              <p:cNvPr id="1052967" name=""/>
              <p:cNvSpPr/>
              <p:nvPr/>
            </p:nvSpPr>
            <p:spPr>
              <a:xfrm>
                <a:off x="6311767" y="248172"/>
                <a:ext cx="329277" cy="336484"/>
              </a:xfrm>
            </p:spPr>
          </p:sp>
        </mc:Fallback>
      </mc:AlternateContent>
      <mc:AlternateContent xmlns:mc="http://schemas.openxmlformats.org/markup-compatibility/2006" xmlns:p14="http://schemas.microsoft.com/office/powerpoint/2010/main">
        <mc:Choice Requires="p14">
          <p:contentPart p14:bwMode="auto" r:id="rId29">
            <p14:nvContentPartPr>
              <p14:cNvPr id="1052968" name="墨迹 1052967"/>
              <p14:cNvContentPartPr/>
              <p14:nvPr/>
            </p14:nvContentPartPr>
            <p14:xfrm>
              <a:off x="6607043" y="327631"/>
              <a:ext cx="139635" cy="22545"/>
            </p14:xfrm>
          </p:contentPart>
        </mc:Choice>
        <mc:Fallback xmlns="">
          <p:sp>
            <p:nvSpPr>
              <p:cNvPr id="1052968" name=""/>
              <p:cNvSpPr/>
              <p:nvPr/>
            </p:nvSpPr>
            <p:spPr>
              <a:xfrm>
                <a:off x="6607043" y="327631"/>
                <a:ext cx="139635" cy="22545"/>
              </a:xfrm>
            </p:spPr>
          </p:sp>
        </mc:Fallback>
      </mc:AlternateContent>
      <mc:AlternateContent xmlns:mc="http://schemas.openxmlformats.org/markup-compatibility/2006" xmlns:p14="http://schemas.microsoft.com/office/powerpoint/2010/main">
        <mc:Choice Requires="p14">
          <p:contentPart p14:bwMode="auto" r:id="rId30">
            <p14:nvContentPartPr>
              <p14:cNvPr id="1052969" name="墨迹 1052968"/>
              <p14:cNvContentPartPr/>
              <p14:nvPr/>
            </p14:nvContentPartPr>
            <p14:xfrm>
              <a:off x="6531195" y="453350"/>
              <a:ext cx="167751" cy="11838"/>
            </p14:xfrm>
          </p:contentPart>
        </mc:Choice>
        <mc:Fallback xmlns="">
          <p:sp>
            <p:nvSpPr>
              <p:cNvPr id="1052969" name=""/>
              <p:cNvSpPr/>
              <p:nvPr/>
            </p:nvSpPr>
            <p:spPr>
              <a:xfrm>
                <a:off x="6531195" y="453350"/>
                <a:ext cx="167751" cy="11838"/>
              </a:xfrm>
            </p:spPr>
          </p:sp>
        </mc:Fallback>
      </mc:AlternateContent>
      <mc:AlternateContent xmlns:mc="http://schemas.openxmlformats.org/markup-compatibility/2006" xmlns:p14="http://schemas.microsoft.com/office/powerpoint/2010/main">
        <mc:Choice Requires="p14">
          <p:contentPart p14:bwMode="auto" r:id="rId31">
            <p14:nvContentPartPr>
              <p14:cNvPr id="1052970" name="墨迹 1052969"/>
              <p14:cNvContentPartPr/>
              <p14:nvPr/>
            </p14:nvContentPartPr>
            <p14:xfrm>
              <a:off x="6525093" y="572241"/>
              <a:ext cx="160088" cy="8291"/>
            </p14:xfrm>
          </p:contentPart>
        </mc:Choice>
        <mc:Fallback xmlns="">
          <p:sp>
            <p:nvSpPr>
              <p:cNvPr id="1052970" name=""/>
              <p:cNvSpPr/>
              <p:nvPr/>
            </p:nvSpPr>
            <p:spPr>
              <a:xfrm>
                <a:off x="6525093" y="572241"/>
                <a:ext cx="160088" cy="8291"/>
              </a:xfrm>
            </p:spPr>
          </p:sp>
        </mc:Fallback>
      </mc:AlternateContent>
      <mc:AlternateContent xmlns:mc="http://schemas.openxmlformats.org/markup-compatibility/2006" xmlns:p14="http://schemas.microsoft.com/office/powerpoint/2010/main">
        <mc:Choice Requires="p14">
          <p:contentPart p14:bwMode="auto" r:id="rId32">
            <p14:nvContentPartPr>
              <p14:cNvPr id="1052971" name="墨迹 1052970"/>
              <p14:cNvContentPartPr/>
              <p14:nvPr/>
            </p14:nvContentPartPr>
            <p14:xfrm>
              <a:off x="6492971" y="549774"/>
              <a:ext cx="296190" cy="129577"/>
            </p14:xfrm>
          </p:contentPart>
        </mc:Choice>
        <mc:Fallback xmlns="">
          <p:sp>
            <p:nvSpPr>
              <p:cNvPr id="1052971" name=""/>
              <p:cNvSpPr/>
              <p:nvPr/>
            </p:nvSpPr>
            <p:spPr>
              <a:xfrm>
                <a:off x="6492971" y="549774"/>
                <a:ext cx="296190" cy="129577"/>
              </a:xfrm>
            </p:spPr>
          </p:sp>
        </mc:Fallback>
      </mc:AlternateContent>
      <mc:AlternateContent xmlns:mc="http://schemas.openxmlformats.org/markup-compatibility/2006" xmlns:p14="http://schemas.microsoft.com/office/powerpoint/2010/main">
        <mc:Choice Requires="p14">
          <p:contentPart p14:bwMode="auto" r:id="rId33">
            <p14:nvContentPartPr>
              <p14:cNvPr id="1052972" name="墨迹 1052971"/>
              <p14:cNvContentPartPr/>
              <p14:nvPr/>
            </p14:nvContentPartPr>
            <p14:xfrm>
              <a:off x="6607356" y="482277"/>
              <a:ext cx="52307" cy="186932"/>
            </p14:xfrm>
          </p:contentPart>
        </mc:Choice>
        <mc:Fallback xmlns="">
          <p:sp>
            <p:nvSpPr>
              <p:cNvPr id="1052972" name=""/>
              <p:cNvSpPr/>
              <p:nvPr/>
            </p:nvSpPr>
            <p:spPr>
              <a:xfrm>
                <a:off x="6607356" y="482277"/>
                <a:ext cx="52307" cy="186932"/>
              </a:xfrm>
            </p:spPr>
          </p:sp>
        </mc:Fallback>
      </mc:AlternateContent>
      <mc:AlternateContent xmlns:mc="http://schemas.openxmlformats.org/markup-compatibility/2006" xmlns:p14="http://schemas.microsoft.com/office/powerpoint/2010/main">
        <mc:Choice Requires="p14">
          <p:contentPart p14:bwMode="auto" r:id="rId34">
            <p14:nvContentPartPr>
              <p14:cNvPr id="1052973" name="墨迹 1052972"/>
              <p14:cNvContentPartPr/>
              <p14:nvPr/>
            </p14:nvContentPartPr>
            <p14:xfrm>
              <a:off x="6981924" y="224249"/>
              <a:ext cx="199113" cy="14739"/>
            </p14:xfrm>
          </p:contentPart>
        </mc:Choice>
        <mc:Fallback xmlns="">
          <p:sp>
            <p:nvSpPr>
              <p:cNvPr id="1052973" name=""/>
              <p:cNvSpPr/>
              <p:nvPr/>
            </p:nvSpPr>
            <p:spPr>
              <a:xfrm>
                <a:off x="6981924" y="224249"/>
                <a:ext cx="199113" cy="14739"/>
              </a:xfrm>
            </p:spPr>
          </p:sp>
        </mc:Fallback>
      </mc:AlternateContent>
      <mc:AlternateContent xmlns:mc="http://schemas.openxmlformats.org/markup-compatibility/2006" xmlns:p14="http://schemas.microsoft.com/office/powerpoint/2010/main">
        <mc:Choice Requires="p14">
          <p:contentPart p14:bwMode="auto" r:id="rId35">
            <p14:nvContentPartPr>
              <p14:cNvPr id="1052974" name="墨迹 1052973"/>
              <p14:cNvContentPartPr/>
              <p14:nvPr/>
            </p14:nvContentPartPr>
            <p14:xfrm>
              <a:off x="6883897" y="304562"/>
              <a:ext cx="83206" cy="491658"/>
            </p14:xfrm>
          </p:contentPart>
        </mc:Choice>
        <mc:Fallback xmlns="">
          <p:sp>
            <p:nvSpPr>
              <p:cNvPr id="1052974" name=""/>
              <p:cNvSpPr/>
              <p:nvPr/>
            </p:nvSpPr>
            <p:spPr>
              <a:xfrm>
                <a:off x="6883897" y="304562"/>
                <a:ext cx="83206" cy="491658"/>
              </a:xfrm>
            </p:spPr>
          </p:sp>
        </mc:Fallback>
      </mc:AlternateContent>
      <mc:AlternateContent xmlns:mc="http://schemas.openxmlformats.org/markup-compatibility/2006" xmlns:p14="http://schemas.microsoft.com/office/powerpoint/2010/main">
        <mc:Choice Requires="p14">
          <p:contentPart p14:bwMode="auto" r:id="rId36">
            <p14:nvContentPartPr>
              <p14:cNvPr id="1052975" name="墨迹 1052974"/>
              <p14:cNvContentPartPr/>
              <p14:nvPr/>
            </p14:nvContentPartPr>
            <p14:xfrm>
              <a:off x="7004558" y="343865"/>
              <a:ext cx="42751" cy="188583"/>
            </p14:xfrm>
          </p:contentPart>
        </mc:Choice>
        <mc:Fallback xmlns="">
          <p:sp>
            <p:nvSpPr>
              <p:cNvPr id="1052975" name=""/>
              <p:cNvSpPr/>
              <p:nvPr/>
            </p:nvSpPr>
            <p:spPr>
              <a:xfrm>
                <a:off x="7004558" y="343865"/>
                <a:ext cx="42751" cy="188583"/>
              </a:xfrm>
            </p:spPr>
          </p:sp>
        </mc:Fallback>
      </mc:AlternateContent>
      <mc:AlternateContent xmlns:mc="http://schemas.openxmlformats.org/markup-compatibility/2006" xmlns:p14="http://schemas.microsoft.com/office/powerpoint/2010/main">
        <mc:Choice Requires="p14">
          <p:contentPart p14:bwMode="auto" r:id="rId37">
            <p14:nvContentPartPr>
              <p14:cNvPr id="1052976" name="墨迹 1052975"/>
              <p14:cNvContentPartPr/>
              <p14:nvPr/>
            </p14:nvContentPartPr>
            <p14:xfrm>
              <a:off x="7124987" y="347282"/>
              <a:ext cx="46323" cy="181349"/>
            </p14:xfrm>
          </p:contentPart>
        </mc:Choice>
        <mc:Fallback xmlns="">
          <p:sp>
            <p:nvSpPr>
              <p:cNvPr id="1052976" name=""/>
              <p:cNvSpPr/>
              <p:nvPr/>
            </p:nvSpPr>
            <p:spPr>
              <a:xfrm>
                <a:off x="7124987" y="347282"/>
                <a:ext cx="46323" cy="181349"/>
              </a:xfrm>
            </p:spPr>
          </p:sp>
        </mc:Fallback>
      </mc:AlternateContent>
      <mc:AlternateContent xmlns:mc="http://schemas.openxmlformats.org/markup-compatibility/2006" xmlns:p14="http://schemas.microsoft.com/office/powerpoint/2010/main">
        <mc:Choice Requires="p14">
          <p:contentPart p14:bwMode="auto" r:id="rId38">
            <p14:nvContentPartPr>
              <p14:cNvPr id="1052977" name="墨迹 1052976"/>
              <p14:cNvContentPartPr/>
              <p14:nvPr/>
            </p14:nvContentPartPr>
            <p14:xfrm>
              <a:off x="6976549" y="582241"/>
              <a:ext cx="274415" cy="40154"/>
            </p14:xfrm>
          </p:contentPart>
        </mc:Choice>
        <mc:Fallback xmlns="">
          <p:sp>
            <p:nvSpPr>
              <p:cNvPr id="1052977" name=""/>
              <p:cNvSpPr/>
              <p:nvPr/>
            </p:nvSpPr>
            <p:spPr>
              <a:xfrm>
                <a:off x="6976549" y="582241"/>
                <a:ext cx="274415" cy="40154"/>
              </a:xfrm>
            </p:spPr>
          </p:sp>
        </mc:Fallback>
      </mc:AlternateContent>
      <mc:AlternateContent xmlns:mc="http://schemas.openxmlformats.org/markup-compatibility/2006" xmlns:p14="http://schemas.microsoft.com/office/powerpoint/2010/main">
        <mc:Choice Requires="p14">
          <p:contentPart p14:bwMode="auto" r:id="rId39">
            <p14:nvContentPartPr>
              <p14:cNvPr id="1052978" name="墨迹 1052977"/>
              <p14:cNvContentPartPr/>
              <p14:nvPr/>
            </p14:nvContentPartPr>
            <p14:xfrm>
              <a:off x="7385575" y="204225"/>
              <a:ext cx="223594" cy="75596"/>
            </p14:xfrm>
          </p:contentPart>
        </mc:Choice>
        <mc:Fallback xmlns="">
          <p:sp>
            <p:nvSpPr>
              <p:cNvPr id="1052978" name=""/>
              <p:cNvSpPr/>
              <p:nvPr/>
            </p:nvSpPr>
            <p:spPr>
              <a:xfrm>
                <a:off x="7385575" y="204225"/>
                <a:ext cx="223594" cy="75596"/>
              </a:xfrm>
            </p:spPr>
          </p:sp>
        </mc:Fallback>
      </mc:AlternateContent>
      <mc:AlternateContent xmlns:mc="http://schemas.openxmlformats.org/markup-compatibility/2006" xmlns:p14="http://schemas.microsoft.com/office/powerpoint/2010/main">
        <mc:Choice Requires="p14">
          <p:contentPart p14:bwMode="auto" r:id="rId40">
            <p14:nvContentPartPr>
              <p14:cNvPr id="1052979" name="墨迹 1052978"/>
              <p14:cNvContentPartPr/>
              <p14:nvPr/>
            </p14:nvContentPartPr>
            <p14:xfrm>
              <a:off x="7342355" y="319087"/>
              <a:ext cx="63271" cy="356805"/>
            </p14:xfrm>
          </p:contentPart>
        </mc:Choice>
        <mc:Fallback xmlns="">
          <p:sp>
            <p:nvSpPr>
              <p:cNvPr id="1052979" name=""/>
              <p:cNvSpPr/>
              <p:nvPr/>
            </p:nvSpPr>
            <p:spPr>
              <a:xfrm>
                <a:off x="7342355" y="319087"/>
                <a:ext cx="63271" cy="356805"/>
              </a:xfrm>
            </p:spPr>
          </p:sp>
        </mc:Fallback>
      </mc:AlternateContent>
      <mc:AlternateContent xmlns:mc="http://schemas.openxmlformats.org/markup-compatibility/2006" xmlns:p14="http://schemas.microsoft.com/office/powerpoint/2010/main">
        <mc:Choice Requires="p14">
          <p:contentPart p14:bwMode="auto" r:id="rId41">
            <p14:nvContentPartPr>
              <p14:cNvPr id="1052980" name="墨迹 1052979"/>
              <p14:cNvContentPartPr/>
              <p14:nvPr/>
            </p14:nvContentPartPr>
            <p14:xfrm>
              <a:off x="7383831" y="316570"/>
              <a:ext cx="250627" cy="251406"/>
            </p14:xfrm>
          </p:contentPart>
        </mc:Choice>
        <mc:Fallback xmlns="">
          <p:sp>
            <p:nvSpPr>
              <p:cNvPr id="1052980" name=""/>
              <p:cNvSpPr/>
              <p:nvPr/>
            </p:nvSpPr>
            <p:spPr>
              <a:xfrm>
                <a:off x="7383831" y="316570"/>
                <a:ext cx="250627" cy="251406"/>
              </a:xfrm>
            </p:spPr>
          </p:sp>
        </mc:Fallback>
      </mc:AlternateContent>
      <mc:AlternateContent xmlns:mc="http://schemas.openxmlformats.org/markup-compatibility/2006" xmlns:p14="http://schemas.microsoft.com/office/powerpoint/2010/main">
        <mc:Choice Requires="p14">
          <p:contentPart p14:bwMode="auto" r:id="rId42">
            <p14:nvContentPartPr>
              <p14:cNvPr id="1052981" name="墨迹 1052980"/>
              <p14:cNvContentPartPr/>
              <p14:nvPr/>
            </p14:nvContentPartPr>
            <p14:xfrm>
              <a:off x="7438593" y="235356"/>
              <a:ext cx="72523" cy="245763"/>
            </p14:xfrm>
          </p:contentPart>
        </mc:Choice>
        <mc:Fallback xmlns="">
          <p:sp>
            <p:nvSpPr>
              <p:cNvPr id="1052981" name=""/>
              <p:cNvSpPr/>
              <p:nvPr/>
            </p:nvSpPr>
            <p:spPr>
              <a:xfrm>
                <a:off x="7438593" y="235356"/>
                <a:ext cx="72523" cy="245763"/>
              </a:xfrm>
            </p:spPr>
          </p:sp>
        </mc:Fallback>
      </mc:AlternateContent>
      <mc:AlternateContent xmlns:mc="http://schemas.openxmlformats.org/markup-compatibility/2006" xmlns:p14="http://schemas.microsoft.com/office/powerpoint/2010/main">
        <mc:Choice Requires="p14">
          <p:contentPart p14:bwMode="auto" r:id="rId43">
            <p14:nvContentPartPr>
              <p14:cNvPr id="1052982" name="墨迹 1052981"/>
              <p14:cNvContentPartPr/>
              <p14:nvPr/>
            </p14:nvContentPartPr>
            <p14:xfrm>
              <a:off x="7449297" y="296873"/>
              <a:ext cx="161796" cy="312057"/>
            </p14:xfrm>
          </p:contentPart>
        </mc:Choice>
        <mc:Fallback xmlns="">
          <p:sp>
            <p:nvSpPr>
              <p:cNvPr id="1052982" name=""/>
              <p:cNvSpPr/>
              <p:nvPr/>
            </p:nvSpPr>
            <p:spPr>
              <a:xfrm>
                <a:off x="7449297" y="296873"/>
                <a:ext cx="161796" cy="312057"/>
              </a:xfrm>
            </p:spPr>
          </p:sp>
        </mc:Fallback>
      </mc:AlternateContent>
      <mc:AlternateContent xmlns:mc="http://schemas.openxmlformats.org/markup-compatibility/2006" xmlns:p14="http://schemas.microsoft.com/office/powerpoint/2010/main">
        <mc:Choice Requires="p14">
          <p:contentPart p14:bwMode="auto" r:id="rId44">
            <p14:nvContentPartPr>
              <p14:cNvPr id="1052983" name="墨迹 1052982"/>
              <p14:cNvContentPartPr/>
              <p14:nvPr/>
            </p14:nvContentPartPr>
            <p14:xfrm>
              <a:off x="7684639" y="212950"/>
              <a:ext cx="259035" cy="405544"/>
            </p14:xfrm>
          </p:contentPart>
        </mc:Choice>
        <mc:Fallback xmlns="">
          <p:sp>
            <p:nvSpPr>
              <p:cNvPr id="1052983" name=""/>
              <p:cNvSpPr/>
              <p:nvPr/>
            </p:nvSpPr>
            <p:spPr>
              <a:xfrm>
                <a:off x="7684639" y="212950"/>
                <a:ext cx="259035" cy="405544"/>
              </a:xfrm>
            </p:spPr>
          </p:sp>
        </mc:Fallback>
      </mc:AlternateContent>
      <mc:AlternateContent xmlns:mc="http://schemas.openxmlformats.org/markup-compatibility/2006" xmlns:p14="http://schemas.microsoft.com/office/powerpoint/2010/main">
        <mc:Choice Requires="p14">
          <p:contentPart p14:bwMode="auto" r:id="rId45">
            <p14:nvContentPartPr>
              <p14:cNvPr id="1052984" name="墨迹 1052983"/>
              <p14:cNvContentPartPr/>
              <p14:nvPr/>
            </p14:nvContentPartPr>
            <p14:xfrm>
              <a:off x="8079229" y="198617"/>
              <a:ext cx="8869" cy="364464"/>
            </p14:xfrm>
          </p:contentPart>
        </mc:Choice>
        <mc:Fallback xmlns="">
          <p:sp>
            <p:nvSpPr>
              <p:cNvPr id="1052984" name=""/>
              <p:cNvSpPr/>
              <p:nvPr/>
            </p:nvSpPr>
            <p:spPr>
              <a:xfrm>
                <a:off x="8079229" y="198617"/>
                <a:ext cx="8869" cy="364464"/>
              </a:xfrm>
            </p:spPr>
          </p:sp>
        </mc:Fallback>
      </mc:AlternateContent>
      <mc:AlternateContent xmlns:mc="http://schemas.openxmlformats.org/markup-compatibility/2006" xmlns:p14="http://schemas.microsoft.com/office/powerpoint/2010/main">
        <mc:Choice Requires="p14">
          <p:contentPart p14:bwMode="auto" r:id="rId46">
            <p14:nvContentPartPr>
              <p14:cNvPr id="1052985" name="墨迹 1052984"/>
              <p14:cNvContentPartPr/>
              <p14:nvPr/>
            </p14:nvContentPartPr>
            <p14:xfrm>
              <a:off x="8083900" y="390444"/>
              <a:ext cx="168451" cy="67909"/>
            </p14:xfrm>
          </p:contentPart>
        </mc:Choice>
        <mc:Fallback xmlns="">
          <p:sp>
            <p:nvSpPr>
              <p:cNvPr id="1052985" name=""/>
              <p:cNvSpPr/>
              <p:nvPr/>
            </p:nvSpPr>
            <p:spPr>
              <a:xfrm>
                <a:off x="8083900" y="390444"/>
                <a:ext cx="168451" cy="67909"/>
              </a:xfrm>
            </p:spPr>
          </p:sp>
        </mc:Fallback>
      </mc:AlternateContent>
      <mc:AlternateContent xmlns:mc="http://schemas.openxmlformats.org/markup-compatibility/2006" xmlns:p14="http://schemas.microsoft.com/office/powerpoint/2010/main">
        <mc:Choice Requires="p14">
          <p:contentPart p14:bwMode="auto" r:id="rId47">
            <p14:nvContentPartPr>
              <p14:cNvPr id="1052986" name="墨迹 1052985"/>
              <p14:cNvContentPartPr/>
              <p14:nvPr/>
            </p14:nvContentPartPr>
            <p14:xfrm>
              <a:off x="7915639" y="551407"/>
              <a:ext cx="453764" cy="35960"/>
            </p14:xfrm>
          </p:contentPart>
        </mc:Choice>
        <mc:Fallback xmlns="">
          <p:sp>
            <p:nvSpPr>
              <p:cNvPr id="1052986" name=""/>
              <p:cNvSpPr/>
              <p:nvPr/>
            </p:nvSpPr>
            <p:spPr>
              <a:xfrm>
                <a:off x="7915639" y="551407"/>
                <a:ext cx="453764" cy="35960"/>
              </a:xfrm>
            </p:spPr>
          </p:sp>
        </mc:Fallback>
      </mc:AlternateContent>
      <mc:AlternateContent xmlns:mc="http://schemas.openxmlformats.org/markup-compatibility/2006" xmlns:p14="http://schemas.microsoft.com/office/powerpoint/2010/main">
        <mc:Choice Requires="p14">
          <p:contentPart p14:bwMode="auto" r:id="rId48">
            <p14:nvContentPartPr>
              <p14:cNvPr id="1052987" name="墨迹 1052986"/>
              <p14:cNvContentPartPr/>
              <p14:nvPr/>
            </p14:nvContentPartPr>
            <p14:xfrm>
              <a:off x="8621499" y="114032"/>
              <a:ext cx="228727" cy="254196"/>
            </p14:xfrm>
          </p:contentPart>
        </mc:Choice>
        <mc:Fallback xmlns="">
          <p:sp>
            <p:nvSpPr>
              <p:cNvPr id="1052987" name=""/>
              <p:cNvSpPr/>
              <p:nvPr/>
            </p:nvSpPr>
            <p:spPr>
              <a:xfrm>
                <a:off x="8621499" y="114032"/>
                <a:ext cx="228727" cy="254196"/>
              </a:xfrm>
            </p:spPr>
          </p:sp>
        </mc:Fallback>
      </mc:AlternateContent>
      <mc:AlternateContent xmlns:mc="http://schemas.openxmlformats.org/markup-compatibility/2006" xmlns:p14="http://schemas.microsoft.com/office/powerpoint/2010/main">
        <mc:Choice Requires="p14">
          <p:contentPart p14:bwMode="auto" r:id="rId49">
            <p14:nvContentPartPr>
              <p14:cNvPr id="1052988" name="墨迹 1052987"/>
              <p14:cNvContentPartPr/>
              <p14:nvPr/>
            </p14:nvContentPartPr>
            <p14:xfrm>
              <a:off x="8756610" y="273804"/>
              <a:ext cx="17768" cy="345190"/>
            </p14:xfrm>
          </p:contentPart>
        </mc:Choice>
        <mc:Fallback xmlns="">
          <p:sp>
            <p:nvSpPr>
              <p:cNvPr id="1052988" name=""/>
              <p:cNvSpPr/>
              <p:nvPr/>
            </p:nvSpPr>
            <p:spPr>
              <a:xfrm>
                <a:off x="8756610" y="273804"/>
                <a:ext cx="17768" cy="345190"/>
              </a:xfrm>
            </p:spPr>
          </p:sp>
        </mc:Fallback>
      </mc:AlternateContent>
      <mc:AlternateContent xmlns:mc="http://schemas.openxmlformats.org/markup-compatibility/2006" xmlns:p14="http://schemas.microsoft.com/office/powerpoint/2010/main">
        <mc:Choice Requires="p14">
          <p:contentPart p14:bwMode="auto" r:id="rId50">
            <p14:nvContentPartPr>
              <p14:cNvPr id="1052989" name="墨迹 1052988"/>
              <p14:cNvContentPartPr/>
              <p14:nvPr/>
            </p14:nvContentPartPr>
            <p14:xfrm>
              <a:off x="8880930" y="184947"/>
              <a:ext cx="5041" cy="118067"/>
            </p14:xfrm>
          </p:contentPart>
        </mc:Choice>
        <mc:Fallback xmlns="">
          <p:sp>
            <p:nvSpPr>
              <p:cNvPr id="1052989" name=""/>
              <p:cNvSpPr/>
              <p:nvPr/>
            </p:nvSpPr>
            <p:spPr>
              <a:xfrm>
                <a:off x="8880930" y="184947"/>
                <a:ext cx="5041" cy="118067"/>
              </a:xfrm>
            </p:spPr>
          </p:sp>
        </mc:Fallback>
      </mc:AlternateContent>
      <mc:AlternateContent xmlns:mc="http://schemas.openxmlformats.org/markup-compatibility/2006" xmlns:p14="http://schemas.microsoft.com/office/powerpoint/2010/main">
        <mc:Choice Requires="p14">
          <p:contentPart p14:bwMode="auto" r:id="rId51">
            <p14:nvContentPartPr>
              <p14:cNvPr id="1052990" name="墨迹 1052989"/>
              <p14:cNvContentPartPr/>
              <p14:nvPr/>
            </p14:nvContentPartPr>
            <p14:xfrm>
              <a:off x="8822636" y="168839"/>
              <a:ext cx="186170" cy="152592"/>
            </p14:xfrm>
          </p:contentPart>
        </mc:Choice>
        <mc:Fallback xmlns="">
          <p:sp>
            <p:nvSpPr>
              <p:cNvPr id="1052990" name=""/>
              <p:cNvSpPr/>
              <p:nvPr/>
            </p:nvSpPr>
            <p:spPr>
              <a:xfrm>
                <a:off x="8822636" y="168839"/>
                <a:ext cx="186170" cy="152592"/>
              </a:xfrm>
            </p:spPr>
          </p:sp>
        </mc:Fallback>
      </mc:AlternateContent>
      <mc:AlternateContent xmlns:mc="http://schemas.openxmlformats.org/markup-compatibility/2006" xmlns:p14="http://schemas.microsoft.com/office/powerpoint/2010/main">
        <mc:Choice Requires="p14">
          <p:contentPart p14:bwMode="auto" r:id="rId52">
            <p14:nvContentPartPr>
              <p14:cNvPr id="1052991" name="墨迹 1052990"/>
              <p14:cNvContentPartPr/>
              <p14:nvPr/>
            </p14:nvContentPartPr>
            <p14:xfrm>
              <a:off x="8788327" y="348397"/>
              <a:ext cx="171314" cy="266854"/>
            </p14:xfrm>
          </p:contentPart>
        </mc:Choice>
        <mc:Fallback xmlns="">
          <p:sp>
            <p:nvSpPr>
              <p:cNvPr id="1052991" name=""/>
              <p:cNvSpPr/>
              <p:nvPr/>
            </p:nvSpPr>
            <p:spPr>
              <a:xfrm>
                <a:off x="8788327" y="348397"/>
                <a:ext cx="171314" cy="266854"/>
              </a:xfrm>
            </p:spPr>
          </p:sp>
        </mc:Fallback>
      </mc:AlternateContent>
      <mc:AlternateContent xmlns:mc="http://schemas.openxmlformats.org/markup-compatibility/2006" xmlns:p14="http://schemas.microsoft.com/office/powerpoint/2010/main">
        <mc:Choice Requires="p14">
          <p:contentPart p14:bwMode="auto" r:id="rId53">
            <p14:nvContentPartPr>
              <p14:cNvPr id="1052992" name="墨迹 1052991"/>
              <p14:cNvContentPartPr/>
              <p14:nvPr/>
            </p14:nvContentPartPr>
            <p14:xfrm>
              <a:off x="8791288" y="424178"/>
              <a:ext cx="138272" cy="137011"/>
            </p14:xfrm>
          </p:contentPart>
        </mc:Choice>
        <mc:Fallback xmlns="">
          <p:sp>
            <p:nvSpPr>
              <p:cNvPr id="1052992" name=""/>
              <p:cNvSpPr/>
              <p:nvPr/>
            </p:nvSpPr>
            <p:spPr>
              <a:xfrm>
                <a:off x="8791288" y="424178"/>
                <a:ext cx="138272" cy="137011"/>
              </a:xfrm>
            </p:spPr>
          </p:sp>
        </mc:Fallback>
      </mc:AlternateContent>
      <mc:AlternateContent xmlns:mc="http://schemas.openxmlformats.org/markup-compatibility/2006" xmlns:p14="http://schemas.microsoft.com/office/powerpoint/2010/main">
        <mc:Choice Requires="p14">
          <p:contentPart p14:bwMode="auto" r:id="rId54">
            <p14:nvContentPartPr>
              <p14:cNvPr id="1052993" name="墨迹 1052992"/>
              <p14:cNvContentPartPr/>
              <p14:nvPr/>
            </p14:nvContentPartPr>
            <p14:xfrm>
              <a:off x="8999307" y="449810"/>
              <a:ext cx="58598" cy="92009"/>
            </p14:xfrm>
          </p:contentPart>
        </mc:Choice>
        <mc:Fallback xmlns="">
          <p:sp>
            <p:nvSpPr>
              <p:cNvPr id="1052993" name=""/>
              <p:cNvSpPr/>
              <p:nvPr/>
            </p:nvSpPr>
            <p:spPr>
              <a:xfrm>
                <a:off x="8999307" y="449810"/>
                <a:ext cx="58598" cy="92009"/>
              </a:xfrm>
            </p:spPr>
          </p:sp>
        </mc:Fallback>
      </mc:AlternateContent>
      <mc:AlternateContent xmlns:mc="http://schemas.openxmlformats.org/markup-compatibility/2006" xmlns:p14="http://schemas.microsoft.com/office/powerpoint/2010/main">
        <mc:Choice Requires="p14">
          <p:contentPart p14:bwMode="auto" r:id="rId55">
            <p14:nvContentPartPr>
              <p14:cNvPr id="1052994" name="墨迹 1052993"/>
              <p14:cNvContentPartPr/>
              <p14:nvPr/>
            </p14:nvContentPartPr>
            <p14:xfrm>
              <a:off x="9171433" y="132012"/>
              <a:ext cx="164395" cy="254368"/>
            </p14:xfrm>
          </p:contentPart>
        </mc:Choice>
        <mc:Fallback xmlns="">
          <p:sp>
            <p:nvSpPr>
              <p:cNvPr id="1052994" name=""/>
              <p:cNvSpPr/>
              <p:nvPr/>
            </p:nvSpPr>
            <p:spPr>
              <a:xfrm>
                <a:off x="9171433" y="132012"/>
                <a:ext cx="164395" cy="254368"/>
              </a:xfrm>
            </p:spPr>
          </p:sp>
        </mc:Fallback>
      </mc:AlternateContent>
      <mc:AlternateContent xmlns:mc="http://schemas.openxmlformats.org/markup-compatibility/2006" xmlns:p14="http://schemas.microsoft.com/office/powerpoint/2010/main">
        <mc:Choice Requires="p14">
          <p:contentPart p14:bwMode="auto" r:id="rId56">
            <p14:nvContentPartPr>
              <p14:cNvPr id="1052995" name="墨迹 1052994"/>
              <p14:cNvContentPartPr/>
              <p14:nvPr/>
            </p14:nvContentPartPr>
            <p14:xfrm>
              <a:off x="9170080" y="225763"/>
              <a:ext cx="248656" cy="403121"/>
            </p14:xfrm>
          </p:contentPart>
        </mc:Choice>
        <mc:Fallback xmlns="">
          <p:sp>
            <p:nvSpPr>
              <p:cNvPr id="1052995" name=""/>
              <p:cNvSpPr/>
              <p:nvPr/>
            </p:nvSpPr>
            <p:spPr>
              <a:xfrm>
                <a:off x="9170080" y="225763"/>
                <a:ext cx="248656" cy="403121"/>
              </a:xfrm>
            </p:spPr>
          </p:sp>
        </mc:Fallback>
      </mc:AlternateContent>
      <mc:AlternateContent xmlns:mc="http://schemas.openxmlformats.org/markup-compatibility/2006" xmlns:p14="http://schemas.microsoft.com/office/powerpoint/2010/main">
        <mc:Choice Requires="p14">
          <p:contentPart p14:bwMode="auto" r:id="rId57">
            <p14:nvContentPartPr>
              <p14:cNvPr id="1052996" name="墨迹 1052995"/>
              <p14:cNvContentPartPr/>
              <p14:nvPr/>
            </p14:nvContentPartPr>
            <p14:xfrm>
              <a:off x="9224235" y="486730"/>
              <a:ext cx="136259" cy="127827"/>
            </p14:xfrm>
          </p:contentPart>
        </mc:Choice>
        <mc:Fallback xmlns="">
          <p:sp>
            <p:nvSpPr>
              <p:cNvPr id="1052996" name=""/>
              <p:cNvSpPr/>
              <p:nvPr/>
            </p:nvSpPr>
            <p:spPr>
              <a:xfrm>
                <a:off x="9224235" y="486730"/>
                <a:ext cx="136259" cy="127827"/>
              </a:xfrm>
            </p:spPr>
          </p:sp>
        </mc:Fallback>
      </mc:AlternateContent>
      <mc:AlternateContent xmlns:mc="http://schemas.openxmlformats.org/markup-compatibility/2006" xmlns:p14="http://schemas.microsoft.com/office/powerpoint/2010/main">
        <mc:Choice Requires="p14">
          <p:contentPart p14:bwMode="auto" r:id="rId58">
            <p14:nvContentPartPr>
              <p14:cNvPr id="1052997" name="墨迹 1052996"/>
              <p14:cNvContentPartPr/>
              <p14:nvPr/>
            </p14:nvContentPartPr>
            <p14:xfrm>
              <a:off x="9653169" y="106714"/>
              <a:ext cx="244044" cy="69689"/>
            </p14:xfrm>
          </p:contentPart>
        </mc:Choice>
        <mc:Fallback xmlns="">
          <p:sp>
            <p:nvSpPr>
              <p:cNvPr id="1052997" name=""/>
              <p:cNvSpPr/>
              <p:nvPr/>
            </p:nvSpPr>
            <p:spPr>
              <a:xfrm>
                <a:off x="9653169" y="106714"/>
                <a:ext cx="244044" cy="69689"/>
              </a:xfrm>
            </p:spPr>
          </p:sp>
        </mc:Fallback>
      </mc:AlternateContent>
      <mc:AlternateContent xmlns:mc="http://schemas.openxmlformats.org/markup-compatibility/2006" xmlns:p14="http://schemas.microsoft.com/office/powerpoint/2010/main">
        <mc:Choice Requires="p14">
          <p:contentPart p14:bwMode="auto" r:id="rId59">
            <p14:nvContentPartPr>
              <p14:cNvPr id="1052998" name="墨迹 1052997"/>
              <p14:cNvContentPartPr/>
              <p14:nvPr/>
            </p14:nvContentPartPr>
            <p14:xfrm>
              <a:off x="9533158" y="147354"/>
              <a:ext cx="175807" cy="509079"/>
            </p14:xfrm>
          </p:contentPart>
        </mc:Choice>
        <mc:Fallback xmlns="">
          <p:sp>
            <p:nvSpPr>
              <p:cNvPr id="1052998" name=""/>
              <p:cNvSpPr/>
              <p:nvPr/>
            </p:nvSpPr>
            <p:spPr>
              <a:xfrm>
                <a:off x="9533158" y="147354"/>
                <a:ext cx="175807" cy="509079"/>
              </a:xfrm>
            </p:spPr>
          </p:sp>
        </mc:Fallback>
      </mc:AlternateContent>
      <mc:AlternateContent xmlns:mc="http://schemas.openxmlformats.org/markup-compatibility/2006" xmlns:p14="http://schemas.microsoft.com/office/powerpoint/2010/main">
        <mc:Choice Requires="p14">
          <p:contentPart p14:bwMode="auto" r:id="rId60">
            <p14:nvContentPartPr>
              <p14:cNvPr id="1052999" name="墨迹 1052998"/>
              <p14:cNvContentPartPr/>
              <p14:nvPr/>
            </p14:nvContentPartPr>
            <p14:xfrm>
              <a:off x="9692062" y="237065"/>
              <a:ext cx="143316" cy="154820"/>
            </p14:xfrm>
          </p:contentPart>
        </mc:Choice>
        <mc:Fallback xmlns="">
          <p:sp>
            <p:nvSpPr>
              <p:cNvPr id="1052999" name=""/>
              <p:cNvSpPr/>
              <p:nvPr/>
            </p:nvSpPr>
            <p:spPr>
              <a:xfrm>
                <a:off x="9692062" y="237065"/>
                <a:ext cx="143316" cy="154820"/>
              </a:xfrm>
            </p:spPr>
          </p:sp>
        </mc:Fallback>
      </mc:AlternateContent>
      <mc:AlternateContent xmlns:mc="http://schemas.openxmlformats.org/markup-compatibility/2006" xmlns:p14="http://schemas.microsoft.com/office/powerpoint/2010/main">
        <mc:Choice Requires="p14">
          <p:contentPart p14:bwMode="auto" r:id="rId61">
            <p14:nvContentPartPr>
              <p14:cNvPr id="1053000" name="墨迹 1052999"/>
              <p14:cNvContentPartPr/>
              <p14:nvPr/>
            </p14:nvContentPartPr>
            <p14:xfrm>
              <a:off x="9728145" y="253174"/>
              <a:ext cx="193695" cy="111802"/>
            </p14:xfrm>
          </p:contentPart>
        </mc:Choice>
        <mc:Fallback xmlns="">
          <p:sp>
            <p:nvSpPr>
              <p:cNvPr id="1053000" name=""/>
              <p:cNvSpPr/>
              <p:nvPr/>
            </p:nvSpPr>
            <p:spPr>
              <a:xfrm>
                <a:off x="9728145" y="253174"/>
                <a:ext cx="193695" cy="111802"/>
              </a:xfrm>
            </p:spPr>
          </p:sp>
        </mc:Fallback>
      </mc:AlternateContent>
      <mc:AlternateContent xmlns:mc="http://schemas.openxmlformats.org/markup-compatibility/2006" xmlns:p14="http://schemas.microsoft.com/office/powerpoint/2010/main">
        <mc:Choice Requires="p14">
          <p:contentPart p14:bwMode="auto" r:id="rId62">
            <p14:nvContentPartPr>
              <p14:cNvPr id="1053001" name="墨迹 1053000"/>
              <p14:cNvContentPartPr/>
              <p14:nvPr/>
            </p14:nvContentPartPr>
            <p14:xfrm>
              <a:off x="9721169" y="352074"/>
              <a:ext cx="133703" cy="258262"/>
            </p14:xfrm>
          </p:contentPart>
        </mc:Choice>
        <mc:Fallback xmlns="">
          <p:sp>
            <p:nvSpPr>
              <p:cNvPr id="1053001" name=""/>
              <p:cNvSpPr/>
              <p:nvPr/>
            </p:nvSpPr>
            <p:spPr>
              <a:xfrm>
                <a:off x="9721169" y="352074"/>
                <a:ext cx="133703" cy="258262"/>
              </a:xfrm>
            </p:spPr>
          </p:sp>
        </mc:Fallback>
      </mc:AlternateContent>
      <mc:AlternateContent xmlns:mc="http://schemas.openxmlformats.org/markup-compatibility/2006" xmlns:p14="http://schemas.microsoft.com/office/powerpoint/2010/main">
        <mc:Choice Requires="p14">
          <p:contentPart p14:bwMode="auto" r:id="rId63">
            <p14:nvContentPartPr>
              <p14:cNvPr id="1053002" name="墨迹 1053001"/>
              <p14:cNvContentPartPr/>
              <p14:nvPr/>
            </p14:nvContentPartPr>
            <p14:xfrm>
              <a:off x="9605310" y="490821"/>
              <a:ext cx="109757" cy="111640"/>
            </p14:xfrm>
          </p:contentPart>
        </mc:Choice>
        <mc:Fallback xmlns="">
          <p:sp>
            <p:nvSpPr>
              <p:cNvPr id="1053002" name=""/>
              <p:cNvSpPr/>
              <p:nvPr/>
            </p:nvSpPr>
            <p:spPr>
              <a:xfrm>
                <a:off x="9605310" y="490821"/>
                <a:ext cx="109757" cy="111640"/>
              </a:xfrm>
            </p:spPr>
          </p:sp>
        </mc:Fallback>
      </mc:AlternateContent>
      <mc:AlternateContent xmlns:mc="http://schemas.openxmlformats.org/markup-compatibility/2006" xmlns:p14="http://schemas.microsoft.com/office/powerpoint/2010/main">
        <mc:Choice Requires="p14">
          <p:contentPart p14:bwMode="auto" r:id="rId64">
            <p14:nvContentPartPr>
              <p14:cNvPr id="1053003" name="墨迹 1053002"/>
              <p14:cNvContentPartPr/>
              <p14:nvPr/>
            </p14:nvContentPartPr>
            <p14:xfrm>
              <a:off x="9828404" y="499364"/>
              <a:ext cx="96230" cy="125385"/>
            </p14:xfrm>
          </p:contentPart>
        </mc:Choice>
        <mc:Fallback xmlns="">
          <p:sp>
            <p:nvSpPr>
              <p:cNvPr id="1053003" name=""/>
              <p:cNvSpPr/>
              <p:nvPr/>
            </p:nvSpPr>
            <p:spPr>
              <a:xfrm>
                <a:off x="9828404" y="499364"/>
                <a:ext cx="96230" cy="125385"/>
              </a:xfrm>
            </p:spPr>
          </p:sp>
        </mc:Fallback>
      </mc:AlternateContent>
      <mc:AlternateContent xmlns:mc="http://schemas.openxmlformats.org/markup-compatibility/2006" xmlns:p14="http://schemas.microsoft.com/office/powerpoint/2010/main">
        <mc:Choice Requires="p14">
          <p:contentPart p14:bwMode="auto" r:id="rId65">
            <p14:nvContentPartPr>
              <p14:cNvPr id="1053004" name="墨迹 1053003"/>
              <p14:cNvContentPartPr/>
              <p14:nvPr/>
            </p14:nvContentPartPr>
            <p14:xfrm>
              <a:off x="10220195" y="90963"/>
              <a:ext cx="30316" cy="206904"/>
            </p14:xfrm>
          </p:contentPart>
        </mc:Choice>
        <mc:Fallback xmlns="">
          <p:sp>
            <p:nvSpPr>
              <p:cNvPr id="1053004" name=""/>
              <p:cNvSpPr/>
              <p:nvPr/>
            </p:nvSpPr>
            <p:spPr>
              <a:xfrm>
                <a:off x="10220195" y="90963"/>
                <a:ext cx="30316" cy="206904"/>
              </a:xfrm>
            </p:spPr>
          </p:sp>
        </mc:Fallback>
      </mc:AlternateContent>
      <mc:AlternateContent xmlns:mc="http://schemas.openxmlformats.org/markup-compatibility/2006" xmlns:p14="http://schemas.microsoft.com/office/powerpoint/2010/main">
        <mc:Choice Requires="p14">
          <p:contentPart p14:bwMode="auto" r:id="rId66">
            <p14:nvContentPartPr>
              <p14:cNvPr id="1053005" name="墨迹 1053004"/>
              <p14:cNvContentPartPr/>
              <p14:nvPr/>
            </p14:nvContentPartPr>
            <p14:xfrm>
              <a:off x="10304414" y="168428"/>
              <a:ext cx="53281" cy="28974"/>
            </p14:xfrm>
          </p:contentPart>
        </mc:Choice>
        <mc:Fallback xmlns="">
          <p:sp>
            <p:nvSpPr>
              <p:cNvPr id="1053005" name=""/>
              <p:cNvSpPr/>
              <p:nvPr/>
            </p:nvSpPr>
            <p:spPr>
              <a:xfrm>
                <a:off x="10304414" y="168428"/>
                <a:ext cx="53281" cy="28974"/>
              </a:xfrm>
            </p:spPr>
          </p:sp>
        </mc:Fallback>
      </mc:AlternateContent>
      <mc:AlternateContent xmlns:mc="http://schemas.openxmlformats.org/markup-compatibility/2006" xmlns:p14="http://schemas.microsoft.com/office/powerpoint/2010/main">
        <mc:Choice Requires="p14">
          <p:contentPart p14:bwMode="auto" r:id="rId67">
            <p14:nvContentPartPr>
              <p14:cNvPr id="1053006" name="墨迹 1053005"/>
              <p14:cNvContentPartPr/>
              <p14:nvPr/>
            </p14:nvContentPartPr>
            <p14:xfrm>
              <a:off x="10131646" y="308834"/>
              <a:ext cx="8828" cy="144576"/>
            </p14:xfrm>
          </p:contentPart>
        </mc:Choice>
        <mc:Fallback xmlns="">
          <p:sp>
            <p:nvSpPr>
              <p:cNvPr id="1053006" name=""/>
              <p:cNvSpPr/>
              <p:nvPr/>
            </p:nvSpPr>
            <p:spPr>
              <a:xfrm>
                <a:off x="10131646" y="308834"/>
                <a:ext cx="8828" cy="144576"/>
              </a:xfrm>
            </p:spPr>
          </p:sp>
        </mc:Fallback>
      </mc:AlternateContent>
      <mc:AlternateContent xmlns:mc="http://schemas.openxmlformats.org/markup-compatibility/2006" xmlns:p14="http://schemas.microsoft.com/office/powerpoint/2010/main">
        <mc:Choice Requires="p14">
          <p:contentPart p14:bwMode="auto" r:id="rId68">
            <p14:nvContentPartPr>
              <p14:cNvPr id="1053007" name="墨迹 1053006"/>
              <p14:cNvContentPartPr/>
              <p14:nvPr/>
            </p14:nvContentPartPr>
            <p14:xfrm>
              <a:off x="10138771" y="334876"/>
              <a:ext cx="178117" cy="105274"/>
            </p14:xfrm>
          </p:contentPart>
        </mc:Choice>
        <mc:Fallback xmlns="">
          <p:sp>
            <p:nvSpPr>
              <p:cNvPr id="1053007" name=""/>
              <p:cNvSpPr/>
              <p:nvPr/>
            </p:nvSpPr>
            <p:spPr>
              <a:xfrm>
                <a:off x="10138771" y="334876"/>
                <a:ext cx="178117" cy="105274"/>
              </a:xfrm>
            </p:spPr>
          </p:sp>
        </mc:Fallback>
      </mc:AlternateContent>
      <mc:AlternateContent xmlns:mc="http://schemas.openxmlformats.org/markup-compatibility/2006" xmlns:p14="http://schemas.microsoft.com/office/powerpoint/2010/main">
        <mc:Choice Requires="p14">
          <p:contentPart p14:bwMode="auto" r:id="rId69">
            <p14:nvContentPartPr>
              <p14:cNvPr id="1053008" name="墨迹 1053007"/>
              <p14:cNvContentPartPr/>
              <p14:nvPr/>
            </p14:nvContentPartPr>
            <p14:xfrm>
              <a:off x="10057691" y="495522"/>
              <a:ext cx="498348" cy="103673"/>
            </p14:xfrm>
          </p:contentPart>
        </mc:Choice>
        <mc:Fallback xmlns="">
          <p:sp>
            <p:nvSpPr>
              <p:cNvPr id="1053008" name=""/>
              <p:cNvSpPr/>
              <p:nvPr/>
            </p:nvSpPr>
            <p:spPr>
              <a:xfrm>
                <a:off x="10057691" y="495522"/>
                <a:ext cx="498348" cy="103673"/>
              </a:xfrm>
            </p:spPr>
          </p:sp>
        </mc:Fallback>
      </mc:AlternateContent>
      <mc:AlternateContent xmlns:mc="http://schemas.openxmlformats.org/markup-compatibility/2006" xmlns:p14="http://schemas.microsoft.com/office/powerpoint/2010/main">
        <mc:Choice Requires="p14">
          <p:contentPart p14:bwMode="auto" r:id="rId70">
            <p14:nvContentPartPr>
              <p14:cNvPr id="1053009" name="墨迹 1053008"/>
              <p14:cNvContentPartPr/>
              <p14:nvPr/>
            </p14:nvContentPartPr>
            <p14:xfrm>
              <a:off x="10454367" y="7767711"/>
              <a:ext cx="0" cy="0"/>
            </p14:xfrm>
          </p:contentPart>
        </mc:Choice>
        <mc:Fallback xmlns="">
          <p:sp>
            <p:nvSpPr>
              <p:cNvPr id="1053009" name=""/>
              <p:cNvSpPr/>
              <p:nvPr/>
            </p:nvSpPr>
            <p:spPr>
              <a:xfrm>
                <a:off x="10454367" y="7767711"/>
                <a:ext cx="0" cy="0"/>
              </a:xfrm>
            </p:spPr>
          </p:sp>
        </mc:Fallback>
      </mc:AlternateContent>
      <mc:AlternateContent xmlns:mc="http://schemas.openxmlformats.org/markup-compatibility/2006" xmlns:p14="http://schemas.microsoft.com/office/powerpoint/2010/main">
        <mc:Choice Requires="p14">
          <p:contentPart p14:bwMode="auto" r:id="rId71">
            <p14:nvContentPartPr>
              <p14:cNvPr id="1053010" name="墨迹 1053009"/>
              <p14:cNvContentPartPr/>
              <p14:nvPr/>
            </p14:nvContentPartPr>
            <p14:xfrm>
              <a:off x="577052" y="2577256"/>
              <a:ext cx="10974" cy="77825"/>
            </p14:xfrm>
          </p:contentPart>
        </mc:Choice>
        <mc:Fallback xmlns="">
          <p:sp>
            <p:nvSpPr>
              <p:cNvPr id="1053010" name=""/>
              <p:cNvSpPr/>
              <p:nvPr/>
            </p:nvSpPr>
            <p:spPr>
              <a:xfrm>
                <a:off x="577052" y="2577256"/>
                <a:ext cx="10974" cy="77825"/>
              </a:xfrm>
            </p:spPr>
          </p:sp>
        </mc:Fallback>
      </mc:AlternateContent>
      <mc:AlternateContent xmlns:mc="http://schemas.openxmlformats.org/markup-compatibility/2006" xmlns:p14="http://schemas.microsoft.com/office/powerpoint/2010/main">
        <mc:Choice Requires="p14">
          <p:contentPart p14:bwMode="auto" r:id="rId72">
            <p14:nvContentPartPr>
              <p14:cNvPr id="1053011" name="墨迹 1053010"/>
              <p14:cNvContentPartPr/>
              <p14:nvPr/>
            </p14:nvContentPartPr>
            <p14:xfrm>
              <a:off x="557259" y="2736173"/>
              <a:ext cx="26407" cy="240051"/>
            </p14:xfrm>
          </p:contentPart>
        </mc:Choice>
        <mc:Fallback xmlns="">
          <p:sp>
            <p:nvSpPr>
              <p:cNvPr id="1053011" name=""/>
              <p:cNvSpPr/>
              <p:nvPr/>
            </p:nvSpPr>
            <p:spPr>
              <a:xfrm>
                <a:off x="557259" y="2736173"/>
                <a:ext cx="26407" cy="240051"/>
              </a:xfrm>
            </p:spPr>
          </p:sp>
        </mc:Fallback>
      </mc:AlternateContent>
      <mc:AlternateContent xmlns:mc="http://schemas.openxmlformats.org/markup-compatibility/2006" xmlns:p14="http://schemas.microsoft.com/office/powerpoint/2010/main">
        <mc:Choice Requires="p14">
          <p:contentPart p14:bwMode="auto" r:id="rId73">
            <p14:nvContentPartPr>
              <p14:cNvPr id="1053012" name="墨迹 1053011"/>
              <p14:cNvContentPartPr/>
              <p14:nvPr/>
            </p14:nvContentPartPr>
            <p14:xfrm>
              <a:off x="724901" y="2649310"/>
              <a:ext cx="194688" cy="145816"/>
            </p14:xfrm>
          </p:contentPart>
        </mc:Choice>
        <mc:Fallback xmlns="">
          <p:sp>
            <p:nvSpPr>
              <p:cNvPr id="1053012" name=""/>
              <p:cNvSpPr/>
              <p:nvPr/>
            </p:nvSpPr>
            <p:spPr>
              <a:xfrm>
                <a:off x="724901" y="2649310"/>
                <a:ext cx="194688" cy="145816"/>
              </a:xfrm>
            </p:spPr>
          </p:sp>
        </mc:Fallback>
      </mc:AlternateContent>
      <mc:AlternateContent xmlns:mc="http://schemas.openxmlformats.org/markup-compatibility/2006" xmlns:p14="http://schemas.microsoft.com/office/powerpoint/2010/main">
        <mc:Choice Requires="p14">
          <p:contentPart p14:bwMode="auto" r:id="rId74">
            <p14:nvContentPartPr>
              <p14:cNvPr id="1053013" name="墨迹 1053012"/>
              <p14:cNvContentPartPr/>
              <p14:nvPr/>
            </p14:nvContentPartPr>
            <p14:xfrm>
              <a:off x="705235" y="2516594"/>
              <a:ext cx="201003" cy="681538"/>
            </p14:xfrm>
          </p:contentPart>
        </mc:Choice>
        <mc:Fallback xmlns="">
          <p:sp>
            <p:nvSpPr>
              <p:cNvPr id="1053013" name=""/>
              <p:cNvSpPr/>
              <p:nvPr/>
            </p:nvSpPr>
            <p:spPr>
              <a:xfrm>
                <a:off x="705235" y="2516594"/>
                <a:ext cx="201003" cy="681538"/>
              </a:xfrm>
            </p:spPr>
          </p:sp>
        </mc:Fallback>
      </mc:AlternateContent>
      <mc:AlternateContent xmlns:mc="http://schemas.openxmlformats.org/markup-compatibility/2006" xmlns:p14="http://schemas.microsoft.com/office/powerpoint/2010/main">
        <mc:Choice Requires="p14">
          <p:contentPart p14:bwMode="auto" r:id="rId75">
            <p14:nvContentPartPr>
              <p14:cNvPr id="1053014" name="墨迹 1053013"/>
              <p14:cNvContentPartPr/>
              <p14:nvPr/>
            </p14:nvContentPartPr>
            <p14:xfrm>
              <a:off x="469866" y="3561520"/>
              <a:ext cx="9183" cy="188805"/>
            </p14:xfrm>
          </p:contentPart>
        </mc:Choice>
        <mc:Fallback xmlns="">
          <p:sp>
            <p:nvSpPr>
              <p:cNvPr id="1053014" name=""/>
              <p:cNvSpPr/>
              <p:nvPr/>
            </p:nvSpPr>
            <p:spPr>
              <a:xfrm>
                <a:off x="469866" y="3561520"/>
                <a:ext cx="9183" cy="188805"/>
              </a:xfrm>
            </p:spPr>
          </p:sp>
        </mc:Fallback>
      </mc:AlternateContent>
      <mc:AlternateContent xmlns:mc="http://schemas.openxmlformats.org/markup-compatibility/2006" xmlns:p14="http://schemas.microsoft.com/office/powerpoint/2010/main">
        <mc:Choice Requires="p14">
          <p:contentPart p14:bwMode="auto" r:id="rId76">
            <p14:nvContentPartPr>
              <p14:cNvPr id="1053015" name="墨迹 1053014"/>
              <p14:cNvContentPartPr/>
              <p14:nvPr/>
            </p14:nvContentPartPr>
            <p14:xfrm>
              <a:off x="424499" y="4046817"/>
              <a:ext cx="52806" cy="344272"/>
            </p14:xfrm>
          </p:contentPart>
        </mc:Choice>
        <mc:Fallback xmlns="">
          <p:sp>
            <p:nvSpPr>
              <p:cNvPr id="1053015" name=""/>
              <p:cNvSpPr/>
              <p:nvPr/>
            </p:nvSpPr>
            <p:spPr>
              <a:xfrm>
                <a:off x="424499" y="4046817"/>
                <a:ext cx="52806" cy="344272"/>
              </a:xfrm>
            </p:spPr>
          </p:sp>
        </mc:Fallback>
      </mc:AlternateContent>
      <mc:AlternateContent xmlns:mc="http://schemas.openxmlformats.org/markup-compatibility/2006" xmlns:p14="http://schemas.microsoft.com/office/powerpoint/2010/main">
        <mc:Choice Requires="p14">
          <p:contentPart p14:bwMode="auto" r:id="rId77">
            <p14:nvContentPartPr>
              <p14:cNvPr id="1053016" name="墨迹 1053015"/>
              <p14:cNvContentPartPr/>
              <p14:nvPr/>
            </p14:nvContentPartPr>
            <p14:xfrm>
              <a:off x="833885" y="4049380"/>
              <a:ext cx="13070" cy="252692"/>
            </p14:xfrm>
          </p:contentPart>
        </mc:Choice>
        <mc:Fallback xmlns="">
          <p:sp>
            <p:nvSpPr>
              <p:cNvPr id="1053016" name=""/>
              <p:cNvSpPr/>
              <p:nvPr/>
            </p:nvSpPr>
            <p:spPr>
              <a:xfrm>
                <a:off x="833885" y="4049380"/>
                <a:ext cx="13070" cy="252692"/>
              </a:xfrm>
            </p:spPr>
          </p:sp>
        </mc:Fallback>
      </mc:AlternateContent>
      <mc:AlternateContent xmlns:mc="http://schemas.openxmlformats.org/markup-compatibility/2006" xmlns:p14="http://schemas.microsoft.com/office/powerpoint/2010/main">
        <mc:Choice Requires="p14">
          <p:contentPart p14:bwMode="auto" r:id="rId78">
            <p14:nvContentPartPr>
              <p14:cNvPr id="1053017" name="墨迹 1053016"/>
              <p14:cNvContentPartPr/>
              <p14:nvPr/>
            </p14:nvContentPartPr>
            <p14:xfrm>
              <a:off x="820861" y="3530762"/>
              <a:ext cx="18247" cy="222485"/>
            </p14:xfrm>
          </p:contentPart>
        </mc:Choice>
        <mc:Fallback xmlns="">
          <p:sp>
            <p:nvSpPr>
              <p:cNvPr id="1053017" name=""/>
              <p:cNvSpPr/>
              <p:nvPr/>
            </p:nvSpPr>
            <p:spPr>
              <a:xfrm>
                <a:off x="820861" y="3530762"/>
                <a:ext cx="18247" cy="222485"/>
              </a:xfrm>
            </p:spPr>
          </p:sp>
        </mc:Fallback>
      </mc:AlternateContent>
      <mc:AlternateContent xmlns:mc="http://schemas.openxmlformats.org/markup-compatibility/2006" xmlns:p14="http://schemas.microsoft.com/office/powerpoint/2010/main">
        <mc:Choice Requires="p14">
          <p:contentPart p14:bwMode="auto" r:id="rId79">
            <p14:nvContentPartPr>
              <p14:cNvPr id="1053018" name="墨迹 1053017"/>
              <p14:cNvContentPartPr/>
              <p14:nvPr/>
            </p14:nvContentPartPr>
            <p14:xfrm>
              <a:off x="1271529" y="4045962"/>
              <a:ext cx="9431" cy="185712"/>
            </p14:xfrm>
          </p:contentPart>
        </mc:Choice>
        <mc:Fallback xmlns="">
          <p:sp>
            <p:nvSpPr>
              <p:cNvPr id="1053018" name=""/>
              <p:cNvSpPr/>
              <p:nvPr/>
            </p:nvSpPr>
            <p:spPr>
              <a:xfrm>
                <a:off x="1271529" y="4045962"/>
                <a:ext cx="9431" cy="185712"/>
              </a:xfrm>
            </p:spPr>
          </p:sp>
        </mc:Fallback>
      </mc:AlternateContent>
      <mc:AlternateContent xmlns:mc="http://schemas.openxmlformats.org/markup-compatibility/2006" xmlns:p14="http://schemas.microsoft.com/office/powerpoint/2010/main">
        <mc:Choice Requires="p14">
          <p:contentPart p14:bwMode="auto" r:id="rId80">
            <p14:nvContentPartPr>
              <p14:cNvPr id="1053019" name="墨迹 1053018"/>
              <p14:cNvContentPartPr/>
              <p14:nvPr/>
            </p14:nvContentPartPr>
            <p14:xfrm>
              <a:off x="844340" y="3529907"/>
              <a:ext cx="3094" cy="269176"/>
            </p14:xfrm>
          </p:contentPart>
        </mc:Choice>
        <mc:Fallback xmlns="">
          <p:sp>
            <p:nvSpPr>
              <p:cNvPr id="1053019" name=""/>
              <p:cNvSpPr/>
              <p:nvPr/>
            </p:nvSpPr>
            <p:spPr>
              <a:xfrm>
                <a:off x="844340" y="3529907"/>
                <a:ext cx="3094" cy="269176"/>
              </a:xfrm>
            </p:spPr>
          </p:sp>
        </mc:Fallback>
      </mc:AlternateContent>
      <mc:AlternateContent xmlns:mc="http://schemas.openxmlformats.org/markup-compatibility/2006" xmlns:p14="http://schemas.microsoft.com/office/powerpoint/2010/main">
        <mc:Choice Requires="p14">
          <p:contentPart p14:bwMode="auto" r:id="rId81">
            <p14:nvContentPartPr>
              <p14:cNvPr id="1053020" name="墨迹 1053019"/>
              <p14:cNvContentPartPr/>
              <p14:nvPr/>
            </p14:nvContentPartPr>
            <p14:xfrm>
              <a:off x="9539341" y="9442084"/>
              <a:ext cx="351833" cy="145491"/>
            </p14:xfrm>
          </p:contentPart>
        </mc:Choice>
        <mc:Fallback xmlns="">
          <p:sp>
            <p:nvSpPr>
              <p:cNvPr id="1053020" name=""/>
              <p:cNvSpPr/>
              <p:nvPr/>
            </p:nvSpPr>
            <p:spPr>
              <a:xfrm>
                <a:off x="9539341" y="9442084"/>
                <a:ext cx="351833" cy="145491"/>
              </a:xfrm>
            </p:spPr>
          </p:sp>
        </mc:Fallback>
      </mc:AlternateContent>
      <mc:AlternateContent xmlns:mc="http://schemas.openxmlformats.org/markup-compatibility/2006" xmlns:p14="http://schemas.microsoft.com/office/powerpoint/2010/main">
        <mc:Choice Requires="p14">
          <p:contentPart p14:bwMode="auto" r:id="rId82">
            <p14:nvContentPartPr>
              <p14:cNvPr id="1053021" name="墨迹 1053020"/>
              <p14:cNvContentPartPr/>
              <p14:nvPr/>
            </p14:nvContentPartPr>
            <p14:xfrm>
              <a:off x="6872076" y="6344288"/>
              <a:ext cx="0" cy="0"/>
            </p14:xfrm>
          </p:contentPart>
        </mc:Choice>
        <mc:Fallback xmlns="">
          <p:sp>
            <p:nvSpPr>
              <p:cNvPr id="1053021" name=""/>
              <p:cNvSpPr/>
              <p:nvPr/>
            </p:nvSpPr>
            <p:spPr>
              <a:xfrm>
                <a:off x="6872076" y="6344288"/>
                <a:ext cx="0" cy="0"/>
              </a:xfrm>
            </p:spPr>
          </p:sp>
        </mc:Fallback>
      </mc:AlternateContent>
      <mc:AlternateContent xmlns:mc="http://schemas.openxmlformats.org/markup-compatibility/2006" xmlns:p14="http://schemas.microsoft.com/office/powerpoint/2010/main">
        <mc:Choice Requires="p14">
          <p:contentPart p14:bwMode="auto" r:id="rId83">
            <p14:nvContentPartPr>
              <p14:cNvPr id="1053022" name="墨迹 1053021"/>
              <p14:cNvContentPartPr/>
              <p14:nvPr/>
            </p14:nvContentPartPr>
            <p14:xfrm>
              <a:off x="419765" y="4783306"/>
              <a:ext cx="50565" cy="270843"/>
            </p14:xfrm>
          </p:contentPart>
        </mc:Choice>
        <mc:Fallback xmlns="">
          <p:sp>
            <p:nvSpPr>
              <p:cNvPr id="1053022" name=""/>
              <p:cNvSpPr/>
              <p:nvPr/>
            </p:nvSpPr>
            <p:spPr>
              <a:xfrm>
                <a:off x="419765" y="4783306"/>
                <a:ext cx="50565" cy="270843"/>
              </a:xfrm>
            </p:spPr>
          </p:sp>
        </mc:Fallback>
      </mc:AlternateContent>
      <mc:AlternateContent xmlns:mc="http://schemas.openxmlformats.org/markup-compatibility/2006" xmlns:p14="http://schemas.microsoft.com/office/powerpoint/2010/main">
        <mc:Choice Requires="p14">
          <p:contentPart p14:bwMode="auto" r:id="rId84">
            <p14:nvContentPartPr>
              <p14:cNvPr id="1053023" name="墨迹 1053022"/>
              <p14:cNvContentPartPr/>
              <p14:nvPr/>
            </p14:nvContentPartPr>
            <p14:xfrm>
              <a:off x="485151" y="4879124"/>
              <a:ext cx="129849" cy="98130"/>
            </p14:xfrm>
          </p:contentPart>
        </mc:Choice>
        <mc:Fallback xmlns="">
          <p:sp>
            <p:nvSpPr>
              <p:cNvPr id="1053023" name=""/>
              <p:cNvSpPr/>
              <p:nvPr/>
            </p:nvSpPr>
            <p:spPr>
              <a:xfrm>
                <a:off x="485151" y="4879124"/>
                <a:ext cx="129849" cy="98130"/>
              </a:xfrm>
            </p:spPr>
          </p:sp>
        </mc:Fallback>
      </mc:AlternateContent>
      <mc:AlternateContent xmlns:mc="http://schemas.openxmlformats.org/markup-compatibility/2006" xmlns:p14="http://schemas.microsoft.com/office/powerpoint/2010/main">
        <mc:Choice Requires="p14">
          <p:contentPart p14:bwMode="auto" r:id="rId85">
            <p14:nvContentPartPr>
              <p14:cNvPr id="1053024" name="墨迹 1053023"/>
              <p14:cNvContentPartPr/>
              <p14:nvPr/>
            </p14:nvContentPartPr>
            <p14:xfrm>
              <a:off x="474799" y="4793559"/>
              <a:ext cx="183548" cy="296262"/>
            </p14:xfrm>
          </p:contentPart>
        </mc:Choice>
        <mc:Fallback xmlns="">
          <p:sp>
            <p:nvSpPr>
              <p:cNvPr id="1053024" name=""/>
              <p:cNvSpPr/>
              <p:nvPr/>
            </p:nvSpPr>
            <p:spPr>
              <a:xfrm>
                <a:off x="474799" y="4793559"/>
                <a:ext cx="183548" cy="296262"/>
              </a:xfrm>
            </p:spPr>
          </p:sp>
        </mc:Fallback>
      </mc:AlternateContent>
      <mc:AlternateContent xmlns:mc="http://schemas.openxmlformats.org/markup-compatibility/2006" xmlns:p14="http://schemas.microsoft.com/office/powerpoint/2010/main">
        <mc:Choice Requires="p14">
          <p:contentPart p14:bwMode="auto" r:id="rId86">
            <p14:nvContentPartPr>
              <p14:cNvPr id="1053025" name="墨迹 1053024"/>
              <p14:cNvContentPartPr/>
              <p14:nvPr/>
            </p14:nvContentPartPr>
            <p14:xfrm>
              <a:off x="470811" y="5093452"/>
              <a:ext cx="88444" cy="116920"/>
            </p14:xfrm>
          </p:contentPart>
        </mc:Choice>
        <mc:Fallback xmlns="">
          <p:sp>
            <p:nvSpPr>
              <p:cNvPr id="1053025" name=""/>
              <p:cNvSpPr/>
              <p:nvPr/>
            </p:nvSpPr>
            <p:spPr>
              <a:xfrm>
                <a:off x="470811" y="5093452"/>
                <a:ext cx="88444" cy="116920"/>
              </a:xfrm>
            </p:spPr>
          </p:sp>
        </mc:Fallback>
      </mc:AlternateContent>
      <mc:AlternateContent xmlns:mc="http://schemas.openxmlformats.org/markup-compatibility/2006" xmlns:p14="http://schemas.microsoft.com/office/powerpoint/2010/main">
        <mc:Choice Requires="p14">
          <p:contentPart p14:bwMode="auto" r:id="rId87">
            <p14:nvContentPartPr>
              <p14:cNvPr id="1053026" name="墨迹 1053025"/>
              <p14:cNvContentPartPr/>
              <p14:nvPr/>
            </p14:nvContentPartPr>
            <p14:xfrm>
              <a:off x="609821" y="4984281"/>
              <a:ext cx="178283" cy="251891"/>
            </p14:xfrm>
          </p:contentPart>
        </mc:Choice>
        <mc:Fallback xmlns="">
          <p:sp>
            <p:nvSpPr>
              <p:cNvPr id="1053026" name=""/>
              <p:cNvSpPr/>
              <p:nvPr/>
            </p:nvSpPr>
            <p:spPr>
              <a:xfrm>
                <a:off x="609821" y="4984281"/>
                <a:ext cx="178283" cy="251891"/>
              </a:xfrm>
            </p:spPr>
          </p:sp>
        </mc:Fallback>
      </mc:AlternateContent>
      <mc:AlternateContent xmlns:mc="http://schemas.openxmlformats.org/markup-compatibility/2006" xmlns:p14="http://schemas.microsoft.com/office/powerpoint/2010/main">
        <mc:Choice Requires="p14">
          <p:contentPart p14:bwMode="auto" r:id="rId88">
            <p14:nvContentPartPr>
              <p14:cNvPr id="1053027" name="墨迹 1053026"/>
              <p14:cNvContentPartPr/>
              <p14:nvPr/>
            </p14:nvContentPartPr>
            <p14:xfrm>
              <a:off x="942855" y="4753190"/>
              <a:ext cx="212205" cy="17300"/>
            </p14:xfrm>
          </p:contentPart>
        </mc:Choice>
        <mc:Fallback xmlns="">
          <p:sp>
            <p:nvSpPr>
              <p:cNvPr id="1053027" name=""/>
              <p:cNvSpPr/>
              <p:nvPr/>
            </p:nvSpPr>
            <p:spPr>
              <a:xfrm>
                <a:off x="942855" y="4753190"/>
                <a:ext cx="212205" cy="17300"/>
              </a:xfrm>
            </p:spPr>
          </p:sp>
        </mc:Fallback>
      </mc:AlternateContent>
      <mc:AlternateContent xmlns:mc="http://schemas.openxmlformats.org/markup-compatibility/2006" xmlns:p14="http://schemas.microsoft.com/office/powerpoint/2010/main">
        <mc:Choice Requires="p14">
          <p:contentPart p14:bwMode="auto" r:id="rId89">
            <p14:nvContentPartPr>
              <p14:cNvPr id="1053028" name="墨迹 1053027"/>
              <p14:cNvContentPartPr/>
              <p14:nvPr/>
            </p14:nvContentPartPr>
            <p14:xfrm>
              <a:off x="945356" y="4806375"/>
              <a:ext cx="12319" cy="459444"/>
            </p14:xfrm>
          </p:contentPart>
        </mc:Choice>
        <mc:Fallback xmlns="">
          <p:sp>
            <p:nvSpPr>
              <p:cNvPr id="1053028" name=""/>
              <p:cNvSpPr/>
              <p:nvPr/>
            </p:nvSpPr>
            <p:spPr>
              <a:xfrm>
                <a:off x="945356" y="4806375"/>
                <a:ext cx="12319" cy="459444"/>
              </a:xfrm>
            </p:spPr>
          </p:sp>
        </mc:Fallback>
      </mc:AlternateContent>
      <mc:AlternateContent xmlns:mc="http://schemas.openxmlformats.org/markup-compatibility/2006" xmlns:p14="http://schemas.microsoft.com/office/powerpoint/2010/main">
        <mc:Choice Requires="p14">
          <p:contentPart p14:bwMode="auto" r:id="rId90">
            <p14:nvContentPartPr>
              <p14:cNvPr id="1053029" name="墨迹 1053028"/>
              <p14:cNvContentPartPr/>
              <p14:nvPr/>
            </p14:nvContentPartPr>
            <p14:xfrm>
              <a:off x="1019596" y="4818337"/>
              <a:ext cx="23517" cy="181906"/>
            </p14:xfrm>
          </p:contentPart>
        </mc:Choice>
        <mc:Fallback xmlns="">
          <p:sp>
            <p:nvSpPr>
              <p:cNvPr id="1053029" name=""/>
              <p:cNvSpPr/>
              <p:nvPr/>
            </p:nvSpPr>
            <p:spPr>
              <a:xfrm>
                <a:off x="1019596" y="4818337"/>
                <a:ext cx="23517" cy="181906"/>
              </a:xfrm>
            </p:spPr>
          </p:sp>
        </mc:Fallback>
      </mc:AlternateContent>
      <mc:AlternateContent xmlns:mc="http://schemas.openxmlformats.org/markup-compatibility/2006" xmlns:p14="http://schemas.microsoft.com/office/powerpoint/2010/main">
        <mc:Choice Requires="p14">
          <p:contentPart p14:bwMode="auto" r:id="rId91">
            <p14:nvContentPartPr>
              <p14:cNvPr id="1053030" name="墨迹 1053029"/>
              <p14:cNvContentPartPr/>
              <p14:nvPr/>
            </p14:nvContentPartPr>
            <p14:xfrm>
              <a:off x="1077986" y="4873872"/>
              <a:ext cx="88492" cy="159040"/>
            </p14:xfrm>
          </p:contentPart>
        </mc:Choice>
        <mc:Fallback xmlns="">
          <p:sp>
            <p:nvSpPr>
              <p:cNvPr id="1053030" name=""/>
              <p:cNvSpPr/>
              <p:nvPr/>
            </p:nvSpPr>
            <p:spPr>
              <a:xfrm>
                <a:off x="1077986" y="4873872"/>
                <a:ext cx="88492" cy="159040"/>
              </a:xfrm>
            </p:spPr>
          </p:sp>
        </mc:Fallback>
      </mc:AlternateContent>
      <mc:AlternateContent xmlns:mc="http://schemas.openxmlformats.org/markup-compatibility/2006" xmlns:p14="http://schemas.microsoft.com/office/powerpoint/2010/main">
        <mc:Choice Requires="p14">
          <p:contentPart p14:bwMode="auto" r:id="rId92">
            <p14:nvContentPartPr>
              <p14:cNvPr id="1053031" name="墨迹 1053030"/>
              <p14:cNvContentPartPr/>
              <p14:nvPr/>
            </p14:nvContentPartPr>
            <p14:xfrm>
              <a:off x="989933" y="5096714"/>
              <a:ext cx="245266" cy="20656"/>
            </p14:xfrm>
          </p:contentPart>
        </mc:Choice>
        <mc:Fallback xmlns="">
          <p:sp>
            <p:nvSpPr>
              <p:cNvPr id="1053031" name=""/>
              <p:cNvSpPr/>
              <p:nvPr/>
            </p:nvSpPr>
            <p:spPr>
              <a:xfrm>
                <a:off x="989933" y="5096714"/>
                <a:ext cx="245266" cy="20656"/>
              </a:xfrm>
            </p:spPr>
          </p:sp>
        </mc:Fallback>
      </mc:AlternateContent>
      <mc:AlternateContent xmlns:mc="http://schemas.openxmlformats.org/markup-compatibility/2006" xmlns:p14="http://schemas.microsoft.com/office/powerpoint/2010/main">
        <mc:Choice Requires="p14">
          <p:contentPart p14:bwMode="auto" r:id="rId93">
            <p14:nvContentPartPr>
              <p14:cNvPr id="1053032" name="墨迹 1053031"/>
              <p14:cNvContentPartPr/>
              <p14:nvPr/>
            </p14:nvContentPartPr>
            <p14:xfrm>
              <a:off x="1309890" y="4749133"/>
              <a:ext cx="175378" cy="47111"/>
            </p14:xfrm>
          </p:contentPart>
        </mc:Choice>
        <mc:Fallback xmlns="">
          <p:sp>
            <p:nvSpPr>
              <p:cNvPr id="1053032" name=""/>
              <p:cNvSpPr/>
              <p:nvPr/>
            </p:nvSpPr>
            <p:spPr>
              <a:xfrm>
                <a:off x="1309890" y="4749133"/>
                <a:ext cx="175378" cy="47111"/>
              </a:xfrm>
            </p:spPr>
          </p:sp>
        </mc:Fallback>
      </mc:AlternateContent>
      <mc:AlternateContent xmlns:mc="http://schemas.openxmlformats.org/markup-compatibility/2006" xmlns:p14="http://schemas.microsoft.com/office/powerpoint/2010/main">
        <mc:Choice Requires="p14">
          <p:contentPart p14:bwMode="auto" r:id="rId94">
            <p14:nvContentPartPr>
              <p14:cNvPr id="1053033" name="墨迹 1053032"/>
              <p14:cNvContentPartPr/>
              <p14:nvPr/>
            </p14:nvContentPartPr>
            <p14:xfrm>
              <a:off x="1290709" y="4828589"/>
              <a:ext cx="11845" cy="382552"/>
            </p14:xfrm>
          </p:contentPart>
        </mc:Choice>
        <mc:Fallback xmlns="">
          <p:sp>
            <p:nvSpPr>
              <p:cNvPr id="1053033" name=""/>
              <p:cNvSpPr/>
              <p:nvPr/>
            </p:nvSpPr>
            <p:spPr>
              <a:xfrm>
                <a:off x="1290709" y="4828589"/>
                <a:ext cx="11845" cy="382552"/>
              </a:xfrm>
            </p:spPr>
          </p:sp>
        </mc:Fallback>
      </mc:AlternateContent>
      <mc:AlternateContent xmlns:mc="http://schemas.openxmlformats.org/markup-compatibility/2006" xmlns:p14="http://schemas.microsoft.com/office/powerpoint/2010/main">
        <mc:Choice Requires="p14">
          <p:contentPart p14:bwMode="auto" r:id="rId95">
            <p14:nvContentPartPr>
              <p14:cNvPr id="1053034" name="墨迹 1053033"/>
              <p14:cNvContentPartPr/>
              <p14:nvPr/>
            </p14:nvContentPartPr>
            <p14:xfrm>
              <a:off x="1326454" y="4788381"/>
              <a:ext cx="231779" cy="307594"/>
            </p14:xfrm>
          </p:contentPart>
        </mc:Choice>
        <mc:Fallback xmlns="">
          <p:sp>
            <p:nvSpPr>
              <p:cNvPr id="1053034" name=""/>
              <p:cNvSpPr/>
              <p:nvPr/>
            </p:nvSpPr>
            <p:spPr>
              <a:xfrm>
                <a:off x="1326454" y="4788381"/>
                <a:ext cx="231779" cy="307594"/>
              </a:xfrm>
            </p:spPr>
          </p:sp>
        </mc:Fallback>
      </mc:AlternateContent>
      <mc:AlternateContent xmlns:mc="http://schemas.openxmlformats.org/markup-compatibility/2006" xmlns:p14="http://schemas.microsoft.com/office/powerpoint/2010/main">
        <mc:Choice Requires="p14">
          <p:contentPart p14:bwMode="auto" r:id="rId96">
            <p14:nvContentPartPr>
              <p14:cNvPr id="1053035" name="墨迹 1053034"/>
              <p14:cNvContentPartPr/>
              <p14:nvPr/>
            </p14:nvContentPartPr>
            <p14:xfrm>
              <a:off x="1330781" y="4761947"/>
              <a:ext cx="40135" cy="266703"/>
            </p14:xfrm>
          </p:contentPart>
        </mc:Choice>
        <mc:Fallback xmlns="">
          <p:sp>
            <p:nvSpPr>
              <p:cNvPr id="1053035" name=""/>
              <p:cNvSpPr/>
              <p:nvPr/>
            </p:nvSpPr>
            <p:spPr>
              <a:xfrm>
                <a:off x="1330781" y="4761947"/>
                <a:ext cx="40135" cy="266703"/>
              </a:xfrm>
            </p:spPr>
          </p:sp>
        </mc:Fallback>
      </mc:AlternateContent>
      <mc:AlternateContent xmlns:mc="http://schemas.openxmlformats.org/markup-compatibility/2006" xmlns:p14="http://schemas.microsoft.com/office/powerpoint/2010/main">
        <mc:Choice Requires="p14">
          <p:contentPart p14:bwMode="auto" r:id="rId97">
            <p14:nvContentPartPr>
              <p14:cNvPr id="1053036" name="墨迹 1053035"/>
              <p14:cNvContentPartPr/>
              <p14:nvPr/>
            </p14:nvContentPartPr>
            <p14:xfrm>
              <a:off x="1358236" y="4824317"/>
              <a:ext cx="153330" cy="236466"/>
            </p14:xfrm>
          </p:contentPart>
        </mc:Choice>
        <mc:Fallback xmlns="">
          <p:sp>
            <p:nvSpPr>
              <p:cNvPr id="1053036" name=""/>
              <p:cNvSpPr/>
              <p:nvPr/>
            </p:nvSpPr>
            <p:spPr>
              <a:xfrm>
                <a:off x="1358236" y="4824317"/>
                <a:ext cx="153330" cy="236466"/>
              </a:xfrm>
            </p:spPr>
          </p:sp>
        </mc:Fallback>
      </mc:AlternateContent>
      <mc:AlternateContent xmlns:mc="http://schemas.openxmlformats.org/markup-compatibility/2006" xmlns:p14="http://schemas.microsoft.com/office/powerpoint/2010/main">
        <mc:Choice Requires="p14">
          <p:contentPart p14:bwMode="auto" r:id="rId98">
            <p14:nvContentPartPr>
              <p14:cNvPr id="1053037" name="墨迹 1053036"/>
              <p14:cNvContentPartPr/>
              <p14:nvPr/>
            </p14:nvContentPartPr>
            <p14:xfrm>
              <a:off x="1587127" y="4652937"/>
              <a:ext cx="225800" cy="324270"/>
            </p14:xfrm>
          </p:contentPart>
        </mc:Choice>
        <mc:Fallback xmlns="">
          <p:sp>
            <p:nvSpPr>
              <p:cNvPr id="1053037" name=""/>
              <p:cNvSpPr/>
              <p:nvPr/>
            </p:nvSpPr>
            <p:spPr>
              <a:xfrm>
                <a:off x="1587127" y="4652937"/>
                <a:ext cx="225800" cy="324270"/>
              </a:xfrm>
            </p:spPr>
          </p:sp>
        </mc:Fallback>
      </mc:AlternateContent>
      <mc:AlternateContent xmlns:mc="http://schemas.openxmlformats.org/markup-compatibility/2006" xmlns:p14="http://schemas.microsoft.com/office/powerpoint/2010/main">
        <mc:Choice Requires="p14">
          <p:contentPart p14:bwMode="auto" r:id="rId99">
            <p14:nvContentPartPr>
              <p14:cNvPr id="1053038" name="墨迹 1053037"/>
              <p14:cNvContentPartPr/>
              <p14:nvPr/>
            </p14:nvContentPartPr>
            <p14:xfrm>
              <a:off x="339785" y="5571059"/>
              <a:ext cx="224701" cy="183342"/>
            </p14:xfrm>
          </p:contentPart>
        </mc:Choice>
        <mc:Fallback xmlns="">
          <p:sp>
            <p:nvSpPr>
              <p:cNvPr id="1053038" name=""/>
              <p:cNvSpPr/>
              <p:nvPr/>
            </p:nvSpPr>
            <p:spPr>
              <a:xfrm>
                <a:off x="339785" y="5571059"/>
                <a:ext cx="224701" cy="183342"/>
              </a:xfrm>
            </p:spPr>
          </p:sp>
        </mc:Fallback>
      </mc:AlternateContent>
      <mc:AlternateContent xmlns:mc="http://schemas.openxmlformats.org/markup-compatibility/2006" xmlns:p14="http://schemas.microsoft.com/office/powerpoint/2010/main">
        <mc:Choice Requires="p14">
          <p:contentPart p14:bwMode="auto" r:id="rId100">
            <p14:nvContentPartPr>
              <p14:cNvPr id="1053039" name="墨迹 1053038"/>
              <p14:cNvContentPartPr/>
              <p14:nvPr/>
            </p14:nvContentPartPr>
            <p14:xfrm>
              <a:off x="248018" y="5749291"/>
              <a:ext cx="272472" cy="128496"/>
            </p14:xfrm>
          </p:contentPart>
        </mc:Choice>
        <mc:Fallback xmlns="">
          <p:sp>
            <p:nvSpPr>
              <p:cNvPr id="1053039" name=""/>
              <p:cNvSpPr/>
              <p:nvPr/>
            </p:nvSpPr>
            <p:spPr>
              <a:xfrm>
                <a:off x="248018" y="5749291"/>
                <a:ext cx="272472" cy="128496"/>
              </a:xfrm>
            </p:spPr>
          </p:sp>
        </mc:Fallback>
      </mc:AlternateContent>
      <mc:AlternateContent xmlns:mc="http://schemas.openxmlformats.org/markup-compatibility/2006" xmlns:p14="http://schemas.microsoft.com/office/powerpoint/2010/main">
        <mc:Choice Requires="p14">
          <p:contentPart p14:bwMode="auto" r:id="rId101">
            <p14:nvContentPartPr>
              <p14:cNvPr id="1053040" name="墨迹 1053039"/>
              <p14:cNvContentPartPr/>
              <p14:nvPr/>
            </p14:nvContentPartPr>
            <p14:xfrm>
              <a:off x="400456" y="5627450"/>
              <a:ext cx="121017" cy="413858"/>
            </p14:xfrm>
          </p:contentPart>
        </mc:Choice>
        <mc:Fallback xmlns="">
          <p:sp>
            <p:nvSpPr>
              <p:cNvPr id="1053040" name=""/>
              <p:cNvSpPr/>
              <p:nvPr/>
            </p:nvSpPr>
            <p:spPr>
              <a:xfrm>
                <a:off x="400456" y="5627450"/>
                <a:ext cx="121017" cy="413858"/>
              </a:xfrm>
            </p:spPr>
          </p:sp>
        </mc:Fallback>
      </mc:AlternateContent>
      <mc:AlternateContent xmlns:mc="http://schemas.openxmlformats.org/markup-compatibility/2006" xmlns:p14="http://schemas.microsoft.com/office/powerpoint/2010/main">
        <mc:Choice Requires="p14">
          <p:contentPart p14:bwMode="auto" r:id="rId102">
            <p14:nvContentPartPr>
              <p14:cNvPr id="1053041" name="墨迹 1053040"/>
              <p14:cNvContentPartPr/>
              <p14:nvPr/>
            </p14:nvContentPartPr>
            <p14:xfrm>
              <a:off x="342300" y="5844467"/>
              <a:ext cx="69618" cy="166292"/>
            </p14:xfrm>
          </p:contentPart>
        </mc:Choice>
        <mc:Fallback xmlns="">
          <p:sp>
            <p:nvSpPr>
              <p:cNvPr id="1053041" name=""/>
              <p:cNvSpPr/>
              <p:nvPr/>
            </p:nvSpPr>
            <p:spPr>
              <a:xfrm>
                <a:off x="342300" y="5844467"/>
                <a:ext cx="69618" cy="166292"/>
              </a:xfrm>
            </p:spPr>
          </p:sp>
        </mc:Fallback>
      </mc:AlternateContent>
      <mc:AlternateContent xmlns:mc="http://schemas.openxmlformats.org/markup-compatibility/2006" xmlns:p14="http://schemas.microsoft.com/office/powerpoint/2010/main">
        <mc:Choice Requires="p14">
          <p:contentPart p14:bwMode="auto" r:id="rId103">
            <p14:nvContentPartPr>
              <p14:cNvPr id="1053042" name="墨迹 1053041"/>
              <p14:cNvContentPartPr/>
              <p14:nvPr/>
            </p14:nvContentPartPr>
            <p14:xfrm>
              <a:off x="488639" y="5808581"/>
              <a:ext cx="59052" cy="111435"/>
            </p14:xfrm>
          </p:contentPart>
        </mc:Choice>
        <mc:Fallback xmlns="">
          <p:sp>
            <p:nvSpPr>
              <p:cNvPr id="1053042" name=""/>
              <p:cNvSpPr/>
              <p:nvPr/>
            </p:nvSpPr>
            <p:spPr>
              <a:xfrm>
                <a:off x="488639" y="5808581"/>
                <a:ext cx="59052" cy="111435"/>
              </a:xfrm>
            </p:spPr>
          </p:sp>
        </mc:Fallback>
      </mc:AlternateContent>
      <mc:AlternateContent xmlns:mc="http://schemas.openxmlformats.org/markup-compatibility/2006" xmlns:p14="http://schemas.microsoft.com/office/powerpoint/2010/main">
        <mc:Choice Requires="p14">
          <p:contentPart p14:bwMode="auto" r:id="rId104">
            <p14:nvContentPartPr>
              <p14:cNvPr id="1053043" name="墨迹 1053042"/>
              <p14:cNvContentPartPr/>
              <p14:nvPr/>
            </p14:nvContentPartPr>
            <p14:xfrm>
              <a:off x="566230" y="5737667"/>
              <a:ext cx="29772" cy="115136"/>
            </p14:xfrm>
          </p:contentPart>
        </mc:Choice>
        <mc:Fallback xmlns="">
          <p:sp>
            <p:nvSpPr>
              <p:cNvPr id="1053043" name=""/>
              <p:cNvSpPr/>
              <p:nvPr/>
            </p:nvSpPr>
            <p:spPr>
              <a:xfrm>
                <a:off x="566230" y="5737667"/>
                <a:ext cx="29772" cy="115136"/>
              </a:xfrm>
            </p:spPr>
          </p:sp>
        </mc:Fallback>
      </mc:AlternateContent>
      <mc:AlternateContent xmlns:mc="http://schemas.openxmlformats.org/markup-compatibility/2006" xmlns:p14="http://schemas.microsoft.com/office/powerpoint/2010/main">
        <mc:Choice Requires="p14">
          <p:contentPart p14:bwMode="auto" r:id="rId105">
            <p14:nvContentPartPr>
              <p14:cNvPr id="1053044" name="墨迹 1053043"/>
              <p14:cNvContentPartPr/>
              <p14:nvPr/>
            </p14:nvContentPartPr>
            <p14:xfrm>
              <a:off x="575820" y="5708189"/>
              <a:ext cx="172326" cy="198878"/>
            </p14:xfrm>
          </p:contentPart>
        </mc:Choice>
        <mc:Fallback xmlns="">
          <p:sp>
            <p:nvSpPr>
              <p:cNvPr id="1053044" name=""/>
              <p:cNvSpPr/>
              <p:nvPr/>
            </p:nvSpPr>
            <p:spPr>
              <a:xfrm>
                <a:off x="575820" y="5708189"/>
                <a:ext cx="172326" cy="198878"/>
              </a:xfrm>
            </p:spPr>
          </p:sp>
        </mc:Fallback>
      </mc:AlternateContent>
      <mc:AlternateContent xmlns:mc="http://schemas.openxmlformats.org/markup-compatibility/2006" xmlns:p14="http://schemas.microsoft.com/office/powerpoint/2010/main">
        <mc:Choice Requires="p14">
          <p:contentPart p14:bwMode="auto" r:id="rId106">
            <p14:nvContentPartPr>
              <p14:cNvPr id="1053045" name="墨迹 1053044"/>
              <p14:cNvContentPartPr/>
              <p14:nvPr/>
            </p14:nvContentPartPr>
            <p14:xfrm>
              <a:off x="978657" y="5506980"/>
              <a:ext cx="60969" cy="250582"/>
            </p14:xfrm>
          </p:contentPart>
        </mc:Choice>
        <mc:Fallback xmlns="">
          <p:sp>
            <p:nvSpPr>
              <p:cNvPr id="1053045" name=""/>
              <p:cNvSpPr/>
              <p:nvPr/>
            </p:nvSpPr>
            <p:spPr>
              <a:xfrm>
                <a:off x="978657" y="5506980"/>
                <a:ext cx="60969" cy="250582"/>
              </a:xfrm>
            </p:spPr>
          </p:sp>
        </mc:Fallback>
      </mc:AlternateContent>
      <mc:AlternateContent xmlns:mc="http://schemas.openxmlformats.org/markup-compatibility/2006" xmlns:p14="http://schemas.microsoft.com/office/powerpoint/2010/main">
        <mc:Choice Requires="p14">
          <p:contentPart p14:bwMode="auto" r:id="rId107">
            <p14:nvContentPartPr>
              <p14:cNvPr id="1053046" name="墨迹 1053045"/>
              <p14:cNvContentPartPr/>
              <p14:nvPr/>
            </p14:nvContentPartPr>
            <p14:xfrm>
              <a:off x="1030908" y="5584240"/>
              <a:ext cx="145043" cy="102163"/>
            </p14:xfrm>
          </p:contentPart>
        </mc:Choice>
        <mc:Fallback xmlns="">
          <p:sp>
            <p:nvSpPr>
              <p:cNvPr id="1053046" name=""/>
              <p:cNvSpPr/>
              <p:nvPr/>
            </p:nvSpPr>
            <p:spPr>
              <a:xfrm>
                <a:off x="1030908" y="5584240"/>
                <a:ext cx="145043" cy="102163"/>
              </a:xfrm>
            </p:spPr>
          </p:sp>
        </mc:Fallback>
      </mc:AlternateContent>
      <mc:AlternateContent xmlns:mc="http://schemas.openxmlformats.org/markup-compatibility/2006" xmlns:p14="http://schemas.microsoft.com/office/powerpoint/2010/main">
        <mc:Choice Requires="p14">
          <p:contentPart p14:bwMode="auto" r:id="rId108">
            <p14:nvContentPartPr>
              <p14:cNvPr id="1053047" name="墨迹 1053046"/>
              <p14:cNvContentPartPr/>
              <p14:nvPr/>
            </p14:nvContentPartPr>
            <p14:xfrm>
              <a:off x="1076232" y="5458279"/>
              <a:ext cx="159010" cy="284678"/>
            </p14:xfrm>
          </p:contentPart>
        </mc:Choice>
        <mc:Fallback xmlns="">
          <p:sp>
            <p:nvSpPr>
              <p:cNvPr id="1053047" name=""/>
              <p:cNvSpPr/>
              <p:nvPr/>
            </p:nvSpPr>
            <p:spPr>
              <a:xfrm>
                <a:off x="1076232" y="5458279"/>
                <a:ext cx="159010" cy="284678"/>
              </a:xfrm>
            </p:spPr>
          </p:sp>
        </mc:Fallback>
      </mc:AlternateContent>
      <mc:AlternateContent xmlns:mc="http://schemas.openxmlformats.org/markup-compatibility/2006" xmlns:p14="http://schemas.microsoft.com/office/powerpoint/2010/main">
        <mc:Choice Requires="p14">
          <p:contentPart p14:bwMode="auto" r:id="rId109">
            <p14:nvContentPartPr>
              <p14:cNvPr id="1053048" name="墨迹 1053047"/>
              <p14:cNvContentPartPr/>
              <p14:nvPr/>
            </p14:nvContentPartPr>
            <p14:xfrm>
              <a:off x="1054038" y="5740230"/>
              <a:ext cx="82360" cy="136183"/>
            </p14:xfrm>
          </p:contentPart>
        </mc:Choice>
        <mc:Fallback xmlns="">
          <p:sp>
            <p:nvSpPr>
              <p:cNvPr id="1053048" name=""/>
              <p:cNvSpPr/>
              <p:nvPr/>
            </p:nvSpPr>
            <p:spPr>
              <a:xfrm>
                <a:off x="1054038" y="5740230"/>
                <a:ext cx="82360" cy="136183"/>
              </a:xfrm>
            </p:spPr>
          </p:sp>
        </mc:Fallback>
      </mc:AlternateContent>
      <mc:AlternateContent xmlns:mc="http://schemas.openxmlformats.org/markup-compatibility/2006" xmlns:p14="http://schemas.microsoft.com/office/powerpoint/2010/main">
        <mc:Choice Requires="p14">
          <p:contentPart p14:bwMode="auto" r:id="rId110">
            <p14:nvContentPartPr>
              <p14:cNvPr id="1053049" name="墨迹 1053048"/>
              <p14:cNvContentPartPr/>
              <p14:nvPr/>
            </p14:nvContentPartPr>
            <p14:xfrm>
              <a:off x="1176502" y="5656191"/>
              <a:ext cx="151484" cy="236930"/>
            </p14:xfrm>
          </p:contentPart>
        </mc:Choice>
        <mc:Fallback xmlns="">
          <p:sp>
            <p:nvSpPr>
              <p:cNvPr id="1053049" name=""/>
              <p:cNvSpPr/>
              <p:nvPr/>
            </p:nvSpPr>
            <p:spPr>
              <a:xfrm>
                <a:off x="1176502" y="5656191"/>
                <a:ext cx="151484" cy="236930"/>
              </a:xfrm>
            </p:spPr>
          </p:sp>
        </mc:Fallback>
      </mc:AlternateContent>
      <mc:AlternateContent xmlns:mc="http://schemas.openxmlformats.org/markup-compatibility/2006" xmlns:p14="http://schemas.microsoft.com/office/powerpoint/2010/main">
        <mc:Choice Requires="p14">
          <p:contentPart p14:bwMode="auto" r:id="rId111">
            <p14:nvContentPartPr>
              <p14:cNvPr id="1053050" name="墨迹 1053049"/>
              <p14:cNvContentPartPr/>
              <p14:nvPr/>
            </p14:nvContentPartPr>
            <p14:xfrm>
              <a:off x="1396549" y="5318158"/>
              <a:ext cx="235912" cy="283802"/>
            </p14:xfrm>
          </p:contentPart>
        </mc:Choice>
        <mc:Fallback xmlns="">
          <p:sp>
            <p:nvSpPr>
              <p:cNvPr id="1053050" name=""/>
              <p:cNvSpPr/>
              <p:nvPr/>
            </p:nvSpPr>
            <p:spPr>
              <a:xfrm>
                <a:off x="1396549" y="5318158"/>
                <a:ext cx="235912" cy="283802"/>
              </a:xfrm>
            </p:spPr>
          </p:sp>
        </mc:Fallback>
      </mc:AlternateContent>
      <mc:AlternateContent xmlns:mc="http://schemas.openxmlformats.org/markup-compatibility/2006" xmlns:p14="http://schemas.microsoft.com/office/powerpoint/2010/main">
        <mc:Choice Requires="p14">
          <p:contentPart p14:bwMode="auto" r:id="rId112">
            <p14:nvContentPartPr>
              <p14:cNvPr id="1053051" name="墨迹 1053050"/>
              <p14:cNvContentPartPr/>
              <p14:nvPr/>
            </p14:nvContentPartPr>
            <p14:xfrm>
              <a:off x="1513894" y="5547136"/>
              <a:ext cx="28208" cy="285240"/>
            </p14:xfrm>
          </p:contentPart>
        </mc:Choice>
        <mc:Fallback xmlns="">
          <p:sp>
            <p:nvSpPr>
              <p:cNvPr id="1053051" name=""/>
              <p:cNvSpPr/>
              <p:nvPr/>
            </p:nvSpPr>
            <p:spPr>
              <a:xfrm>
                <a:off x="1513894" y="5547136"/>
                <a:ext cx="28208" cy="285240"/>
              </a:xfrm>
            </p:spPr>
          </p:sp>
        </mc:Fallback>
      </mc:AlternateContent>
      <mc:AlternateContent xmlns:mc="http://schemas.openxmlformats.org/markup-compatibility/2006" xmlns:p14="http://schemas.microsoft.com/office/powerpoint/2010/main">
        <mc:Choice Requires="p14">
          <p:contentPart p14:bwMode="auto" r:id="rId113">
            <p14:nvContentPartPr>
              <p14:cNvPr id="1053052" name="墨迹 1053051"/>
              <p14:cNvContentPartPr/>
              <p14:nvPr/>
            </p14:nvContentPartPr>
            <p14:xfrm>
              <a:off x="1601076" y="5436065"/>
              <a:ext cx="53244" cy="121361"/>
            </p14:xfrm>
          </p:contentPart>
        </mc:Choice>
        <mc:Fallback xmlns="">
          <p:sp>
            <p:nvSpPr>
              <p:cNvPr id="1053052" name=""/>
              <p:cNvSpPr/>
              <p:nvPr/>
            </p:nvSpPr>
            <p:spPr>
              <a:xfrm>
                <a:off x="1601076" y="5436065"/>
                <a:ext cx="53244" cy="121361"/>
              </a:xfrm>
            </p:spPr>
          </p:sp>
        </mc:Fallback>
      </mc:AlternateContent>
      <mc:AlternateContent xmlns:mc="http://schemas.openxmlformats.org/markup-compatibility/2006" xmlns:p14="http://schemas.microsoft.com/office/powerpoint/2010/main">
        <mc:Choice Requires="p14">
          <p:contentPart p14:bwMode="auto" r:id="rId114">
            <p14:nvContentPartPr>
              <p14:cNvPr id="1053053" name="墨迹 1053052"/>
              <p14:cNvContentPartPr/>
              <p14:nvPr/>
            </p14:nvContentPartPr>
            <p14:xfrm>
              <a:off x="1614993" y="5367988"/>
              <a:ext cx="146775" cy="224105"/>
            </p14:xfrm>
          </p:contentPart>
        </mc:Choice>
        <mc:Fallback xmlns="">
          <p:sp>
            <p:nvSpPr>
              <p:cNvPr id="1053053" name=""/>
              <p:cNvSpPr/>
              <p:nvPr/>
            </p:nvSpPr>
            <p:spPr>
              <a:xfrm>
                <a:off x="1614993" y="5367988"/>
                <a:ext cx="146775" cy="224105"/>
              </a:xfrm>
            </p:spPr>
          </p:sp>
        </mc:Fallback>
      </mc:AlternateContent>
      <mc:AlternateContent xmlns:mc="http://schemas.openxmlformats.org/markup-compatibility/2006" xmlns:p14="http://schemas.microsoft.com/office/powerpoint/2010/main">
        <mc:Choice Requires="p14">
          <p:contentPart p14:bwMode="auto" r:id="rId115">
            <p14:nvContentPartPr>
              <p14:cNvPr id="1053054" name="墨迹 1053053"/>
              <p14:cNvContentPartPr/>
              <p14:nvPr/>
            </p14:nvContentPartPr>
            <p14:xfrm>
              <a:off x="1564460" y="5557238"/>
              <a:ext cx="204689" cy="96697"/>
            </p14:xfrm>
          </p:contentPart>
        </mc:Choice>
        <mc:Fallback xmlns="">
          <p:sp>
            <p:nvSpPr>
              <p:cNvPr id="1053054" name=""/>
              <p:cNvSpPr/>
              <p:nvPr/>
            </p:nvSpPr>
            <p:spPr>
              <a:xfrm>
                <a:off x="1564460" y="5557238"/>
                <a:ext cx="204689" cy="96697"/>
              </a:xfrm>
            </p:spPr>
          </p:sp>
        </mc:Fallback>
      </mc:AlternateContent>
      <mc:AlternateContent xmlns:mc="http://schemas.openxmlformats.org/markup-compatibility/2006" xmlns:p14="http://schemas.microsoft.com/office/powerpoint/2010/main">
        <mc:Choice Requires="p14">
          <p:contentPart p14:bwMode="auto" r:id="rId116">
            <p14:nvContentPartPr>
              <p14:cNvPr id="1053055" name="墨迹 1053054"/>
              <p14:cNvContentPartPr/>
              <p14:nvPr/>
            </p14:nvContentPartPr>
            <p14:xfrm>
              <a:off x="1657246" y="5512106"/>
              <a:ext cx="111079" cy="304322"/>
            </p14:xfrm>
          </p:contentPart>
        </mc:Choice>
        <mc:Fallback xmlns="">
          <p:sp>
            <p:nvSpPr>
              <p:cNvPr id="1053055" name=""/>
              <p:cNvSpPr/>
              <p:nvPr/>
            </p:nvSpPr>
            <p:spPr>
              <a:xfrm>
                <a:off x="1657246" y="5512106"/>
                <a:ext cx="111079" cy="304322"/>
              </a:xfrm>
            </p:spPr>
          </p:sp>
        </mc:Fallback>
      </mc:AlternateContent>
      <mc:AlternateContent xmlns:mc="http://schemas.openxmlformats.org/markup-compatibility/2006" xmlns:p14="http://schemas.microsoft.com/office/powerpoint/2010/main">
        <mc:Choice Requires="p14">
          <p:contentPart p14:bwMode="auto" r:id="rId117">
            <p14:nvContentPartPr>
              <p14:cNvPr id="1053056" name="墨迹 1053055"/>
              <p14:cNvContentPartPr/>
              <p14:nvPr/>
            </p14:nvContentPartPr>
            <p14:xfrm>
              <a:off x="1615690" y="5622323"/>
              <a:ext cx="53387" cy="132004"/>
            </p14:xfrm>
          </p:contentPart>
        </mc:Choice>
        <mc:Fallback xmlns="">
          <p:sp>
            <p:nvSpPr>
              <p:cNvPr id="1053056" name=""/>
              <p:cNvSpPr/>
              <p:nvPr/>
            </p:nvSpPr>
            <p:spPr>
              <a:xfrm>
                <a:off x="1615690" y="5622323"/>
                <a:ext cx="53387" cy="132004"/>
              </a:xfrm>
            </p:spPr>
          </p:sp>
        </mc:Fallback>
      </mc:AlternateContent>
      <mc:AlternateContent xmlns:mc="http://schemas.openxmlformats.org/markup-compatibility/2006" xmlns:p14="http://schemas.microsoft.com/office/powerpoint/2010/main">
        <mc:Choice Requires="p14">
          <p:contentPart p14:bwMode="auto" r:id="rId118">
            <p14:nvContentPartPr>
              <p14:cNvPr id="1053057" name="墨迹 1053056"/>
              <p14:cNvContentPartPr/>
              <p14:nvPr/>
            </p14:nvContentPartPr>
            <p14:xfrm>
              <a:off x="1823389" y="5633430"/>
              <a:ext cx="100543" cy="21117"/>
            </p14:xfrm>
          </p:contentPart>
        </mc:Choice>
        <mc:Fallback xmlns="">
          <p:sp>
            <p:nvSpPr>
              <p:cNvPr id="1053057" name=""/>
              <p:cNvSpPr/>
              <p:nvPr/>
            </p:nvSpPr>
            <p:spPr>
              <a:xfrm>
                <a:off x="1823389" y="5633430"/>
                <a:ext cx="100543" cy="21117"/>
              </a:xfrm>
            </p:spPr>
          </p:sp>
        </mc:Fallback>
      </mc:AlternateContent>
      <mc:AlternateContent xmlns:mc="http://schemas.openxmlformats.org/markup-compatibility/2006" xmlns:p14="http://schemas.microsoft.com/office/powerpoint/2010/main">
        <mc:Choice Requires="p14">
          <p:contentPart p14:bwMode="auto" r:id="rId119">
            <p14:nvContentPartPr>
              <p14:cNvPr id="1053058" name="墨迹 1053057"/>
              <p14:cNvContentPartPr/>
              <p14:nvPr/>
            </p14:nvContentPartPr>
            <p14:xfrm>
              <a:off x="1917884" y="5281414"/>
              <a:ext cx="183614" cy="225168"/>
            </p14:xfrm>
          </p:contentPart>
        </mc:Choice>
        <mc:Fallback xmlns="">
          <p:sp>
            <p:nvSpPr>
              <p:cNvPr id="1053058" name=""/>
              <p:cNvSpPr/>
              <p:nvPr/>
            </p:nvSpPr>
            <p:spPr>
              <a:xfrm>
                <a:off x="1917884" y="5281414"/>
                <a:ext cx="183614" cy="225168"/>
              </a:xfrm>
            </p:spPr>
          </p:sp>
        </mc:Fallback>
      </mc:AlternateContent>
      <mc:AlternateContent xmlns:mc="http://schemas.openxmlformats.org/markup-compatibility/2006" xmlns:p14="http://schemas.microsoft.com/office/powerpoint/2010/main">
        <mc:Choice Requires="p14">
          <p:contentPart p14:bwMode="auto" r:id="rId120">
            <p14:nvContentPartPr>
              <p14:cNvPr id="1053059" name="墨迹 1053058"/>
              <p14:cNvContentPartPr/>
              <p14:nvPr/>
            </p14:nvContentPartPr>
            <p14:xfrm>
              <a:off x="1960050" y="5333871"/>
              <a:ext cx="257719" cy="483131"/>
            </p14:xfrm>
          </p:contentPart>
        </mc:Choice>
        <mc:Fallback xmlns="">
          <p:sp>
            <p:nvSpPr>
              <p:cNvPr id="1053059" name=""/>
              <p:cNvSpPr/>
              <p:nvPr/>
            </p:nvSpPr>
            <p:spPr>
              <a:xfrm>
                <a:off x="1960050" y="5333871"/>
                <a:ext cx="257719" cy="483131"/>
              </a:xfrm>
            </p:spPr>
          </p:sp>
        </mc:Fallback>
      </mc:AlternateContent>
      <mc:AlternateContent xmlns:mc="http://schemas.openxmlformats.org/markup-compatibility/2006" xmlns:p14="http://schemas.microsoft.com/office/powerpoint/2010/main">
        <mc:Choice Requires="p14">
          <p:contentPart p14:bwMode="auto" r:id="rId121">
            <p14:nvContentPartPr>
              <p14:cNvPr id="1053060" name="墨迹 1053059"/>
              <p14:cNvContentPartPr/>
              <p14:nvPr/>
            </p14:nvContentPartPr>
            <p14:xfrm>
              <a:off x="2012178" y="5531674"/>
              <a:ext cx="227298" cy="223810"/>
            </p14:xfrm>
          </p:contentPart>
        </mc:Choice>
        <mc:Fallback xmlns="">
          <p:sp>
            <p:nvSpPr>
              <p:cNvPr id="1053060" name=""/>
              <p:cNvSpPr/>
              <p:nvPr/>
            </p:nvSpPr>
            <p:spPr>
              <a:xfrm>
                <a:off x="2012178" y="5531674"/>
                <a:ext cx="227298" cy="223810"/>
              </a:xfrm>
            </p:spPr>
          </p:sp>
        </mc:Fallback>
      </mc:AlternateContent>
      <mc:AlternateContent xmlns:mc="http://schemas.openxmlformats.org/markup-compatibility/2006" xmlns:p14="http://schemas.microsoft.com/office/powerpoint/2010/main">
        <mc:Choice Requires="p14">
          <p:contentPart p14:bwMode="auto" r:id="rId122">
            <p14:nvContentPartPr>
              <p14:cNvPr id="1053061" name="墨迹 1053060"/>
              <p14:cNvContentPartPr/>
              <p14:nvPr/>
            </p14:nvContentPartPr>
            <p14:xfrm>
              <a:off x="2458071" y="5266802"/>
              <a:ext cx="195718" cy="426586"/>
            </p14:xfrm>
          </p:contentPart>
        </mc:Choice>
        <mc:Fallback xmlns="">
          <p:sp>
            <p:nvSpPr>
              <p:cNvPr id="1053061" name=""/>
              <p:cNvSpPr/>
              <p:nvPr/>
            </p:nvSpPr>
            <p:spPr>
              <a:xfrm>
                <a:off x="2458071" y="5266802"/>
                <a:ext cx="195718" cy="426586"/>
              </a:xfrm>
            </p:spPr>
          </p:sp>
        </mc:Fallback>
      </mc:AlternateContent>
      <mc:AlternateContent xmlns:mc="http://schemas.openxmlformats.org/markup-compatibility/2006" xmlns:p14="http://schemas.microsoft.com/office/powerpoint/2010/main">
        <mc:Choice Requires="p14">
          <p:contentPart p14:bwMode="auto" r:id="rId123">
            <p14:nvContentPartPr>
              <p14:cNvPr id="1053062" name="墨迹 1053061"/>
              <p14:cNvContentPartPr/>
              <p14:nvPr/>
            </p14:nvContentPartPr>
            <p14:xfrm>
              <a:off x="6090056" y="9648237"/>
              <a:ext cx="2263234" cy="1402918"/>
            </p14:xfrm>
          </p:contentPart>
        </mc:Choice>
        <mc:Fallback xmlns="">
          <p:sp>
            <p:nvSpPr>
              <p:cNvPr id="1053062" name=""/>
              <p:cNvSpPr/>
              <p:nvPr/>
            </p:nvSpPr>
            <p:spPr>
              <a:xfrm>
                <a:off x="6090056" y="9648237"/>
                <a:ext cx="2263234" cy="1402918"/>
              </a:xfrm>
            </p:spPr>
          </p:sp>
        </mc:Fallback>
      </mc:AlternateContent>
      <mc:AlternateContent xmlns:mc="http://schemas.openxmlformats.org/markup-compatibility/2006" xmlns:p14="http://schemas.microsoft.com/office/powerpoint/2010/main">
        <mc:Choice Requires="p14">
          <p:contentPart p14:bwMode="auto" r:id="rId124">
            <p14:nvContentPartPr>
              <p14:cNvPr id="1053063" name="墨迹 1053062"/>
              <p14:cNvContentPartPr/>
              <p14:nvPr/>
            </p14:nvContentPartPr>
            <p14:xfrm>
              <a:off x="10627707" y="366897"/>
              <a:ext cx="300928" cy="118797"/>
            </p14:xfrm>
          </p:contentPart>
        </mc:Choice>
        <mc:Fallback xmlns="">
          <p:sp>
            <p:nvSpPr>
              <p:cNvPr id="1053063" name=""/>
              <p:cNvSpPr/>
              <p:nvPr/>
            </p:nvSpPr>
            <p:spPr>
              <a:xfrm>
                <a:off x="10627707" y="366897"/>
                <a:ext cx="300928" cy="118797"/>
              </a:xfrm>
            </p:spPr>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2" name="Rectangle 30"/>
          <p:cNvSpPr>
            <a:spLocks noChangeArrowheads="1"/>
          </p:cNvSpPr>
          <p:nvPr/>
        </p:nvSpPr>
        <p:spPr bwMode="auto">
          <a:xfrm>
            <a:off x="2200275" y="3662363"/>
            <a:ext cx="7924800" cy="2590800"/>
          </a:xfrm>
          <a:prstGeom prst="rect">
            <a:avLst/>
          </a:prstGeom>
          <a:no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723"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zh-CN" altLang="en-US" sz="2000" b="1" dirty="0">
                <a:solidFill>
                  <a:schemeClr val="bg1">
                    <a:lumMod val="50000"/>
                  </a:schemeClr>
                </a:solidFill>
                <a:latin typeface="黑体" panose="02010609060101010101" pitchFamily="49" charset="-122"/>
                <a:ea typeface="黑体" panose="02010609060101010101" pitchFamily="49" charset="-122"/>
              </a:rPr>
              <a:t>开、闭运算</a:t>
            </a:r>
            <a:endParaRPr lang="zh-CN" altLang="en-US" sz="2000" b="1" dirty="0">
              <a:solidFill>
                <a:schemeClr val="bg1">
                  <a:lumMod val="50000"/>
                </a:schemeClr>
              </a:solidFill>
              <a:latin typeface="宋体" panose="02010600030101010101" pitchFamily="2" charset="-122"/>
            </a:endParaRPr>
          </a:p>
        </p:txBody>
      </p:sp>
      <p:sp>
        <p:nvSpPr>
          <p:cNvPr id="1048724" name="TextBox 27"/>
          <p:cNvSpPr txBox="1"/>
          <p:nvPr/>
        </p:nvSpPr>
        <p:spPr>
          <a:xfrm>
            <a:off x="1012825" y="177800"/>
            <a:ext cx="46151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二、 数学形态学基本算法</a:t>
            </a:r>
          </a:p>
        </p:txBody>
      </p:sp>
      <p:sp>
        <p:nvSpPr>
          <p:cNvPr id="1048725"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48726" name="Text Box 45"/>
          <p:cNvSpPr txBox="1">
            <a:spLocks noChangeArrowheads="1"/>
          </p:cNvSpPr>
          <p:nvPr/>
        </p:nvSpPr>
        <p:spPr bwMode="auto">
          <a:xfrm>
            <a:off x="1774825" y="1660525"/>
            <a:ext cx="8926513" cy="1005840"/>
          </a:xfrm>
          <a:prstGeom prst="rect">
            <a:avLst/>
          </a:prstGeom>
          <a:noFill/>
          <a:ln>
            <a:noFill/>
          </a:ln>
          <a:effectLst/>
        </p:spPr>
        <p:txBody>
          <a:bodyPr>
            <a:spAutoFit/>
          </a:bodyPr>
          <a:lstStyle>
            <a:defPPr>
              <a:defRPr lang="zh-CN"/>
            </a:defPPr>
            <a:lvl1pPr>
              <a:lnSpc>
                <a:spcPct val="150000"/>
              </a:lnSpc>
              <a:spcAft>
                <a:spcPct val="50000"/>
              </a:spcAft>
              <a:defRPr sz="2000">
                <a:solidFill>
                  <a:schemeClr val="bg1">
                    <a:lumMod val="50000"/>
                  </a:schemeClr>
                </a:solidFill>
                <a:latin typeface="黑体" panose="02010609060101010101" pitchFamily="49" charset="-122"/>
                <a:ea typeface="黑体" panose="02010609060101010101" pitchFamily="49" charset="-122"/>
              </a:defRPr>
            </a:lvl1pPr>
          </a:lstStyle>
          <a:p>
            <a:r>
              <a:rPr lang="zh-CN" altLang="en-US" dirty="0"/>
              <a:t>闭运算：是开运算的对偶运算</a:t>
            </a:r>
            <a:r>
              <a:rPr lang="en-US" altLang="zh-CN" dirty="0"/>
              <a:t>,</a:t>
            </a:r>
            <a:r>
              <a:rPr lang="zh-CN" altLang="en-US" dirty="0"/>
              <a:t>定义为先作膨胀然后再作腐蚀</a:t>
            </a:r>
            <a:r>
              <a:rPr lang="en-US" altLang="zh-CN" dirty="0"/>
              <a:t>. </a:t>
            </a:r>
            <a:r>
              <a:rPr lang="zh-CN" altLang="en-US" dirty="0"/>
              <a:t>利用 </a:t>
            </a:r>
            <a:r>
              <a:rPr lang="en-US" altLang="zh-CN" i="1" dirty="0">
                <a:latin typeface="Times New Roman" panose="02020603050405020304" pitchFamily="18" charset="0"/>
                <a:cs typeface="Times New Roman" panose="02020603050405020304" pitchFamily="18" charset="0"/>
              </a:rPr>
              <a:t>B </a:t>
            </a:r>
            <a:r>
              <a:rPr lang="zh-CN" altLang="en-US" dirty="0"/>
              <a:t>对 </a:t>
            </a:r>
            <a:r>
              <a:rPr lang="en-US" altLang="zh-CN" i="1" dirty="0">
                <a:latin typeface="Times New Roman" panose="02020603050405020304" pitchFamily="18" charset="0"/>
                <a:cs typeface="Times New Roman" panose="02020603050405020304" pitchFamily="18" charset="0"/>
              </a:rPr>
              <a:t>A</a:t>
            </a:r>
            <a:r>
              <a:rPr lang="en-US" altLang="zh-CN" dirty="0"/>
              <a:t> </a:t>
            </a:r>
            <a:r>
              <a:rPr lang="zh-CN" altLang="en-US" dirty="0"/>
              <a:t>作闭运算表示为       </a:t>
            </a:r>
            <a:r>
              <a:rPr lang="en-US" altLang="zh-CN" dirty="0"/>
              <a:t>,</a:t>
            </a:r>
            <a:r>
              <a:rPr lang="zh-CN" altLang="en-US" dirty="0"/>
              <a:t>其定义为</a:t>
            </a:r>
            <a:r>
              <a:rPr lang="en-US" altLang="zh-CN" dirty="0"/>
              <a:t>:</a:t>
            </a:r>
            <a:endParaRPr lang="zh-CN" altLang="en-US" dirty="0"/>
          </a:p>
        </p:txBody>
      </p:sp>
      <p:graphicFrame>
        <p:nvGraphicFramePr>
          <p:cNvPr id="4194315" name="Object 4"/>
          <p:cNvGraphicFramePr>
            <a:graphicFrameLocks noChangeAspect="1"/>
          </p:cNvGraphicFramePr>
          <p:nvPr/>
        </p:nvGraphicFramePr>
        <p:xfrm>
          <a:off x="3688227" y="2214564"/>
          <a:ext cx="679581" cy="332711"/>
        </p:xfrm>
        <a:graphic>
          <a:graphicData uri="http://schemas.openxmlformats.org/presentationml/2006/ole">
            <mc:AlternateContent xmlns:mc="http://schemas.openxmlformats.org/markup-compatibility/2006">
              <mc:Choice xmlns:v="urn:schemas-microsoft-com:vml" Requires="v">
                <p:oleObj name="Equation" r:id="rId2" imgW="368140" imgH="165028" progId="Equation.3">
                  <p:embed/>
                </p:oleObj>
              </mc:Choice>
              <mc:Fallback>
                <p:oleObj name="Equation" r:id="rId2" imgW="368140" imgH="165028" progId="Equation.3">
                  <p:embed/>
                  <p:pic>
                    <p:nvPicPr>
                      <p:cNvPr id="2097174" name="Object 4"/>
                      <p:cNvPicPr>
                        <a:picLocks noChangeAspect="1" noChangeArrowheads="1"/>
                      </p:cNvPicPr>
                      <p:nvPr/>
                    </p:nvPicPr>
                    <p:blipFill>
                      <a:blip r:embed="rId3"/>
                      <a:srcRect/>
                      <a:stretch>
                        <a:fillRect/>
                      </a:stretch>
                    </p:blipFill>
                    <p:spPr bwMode="auto">
                      <a:xfrm>
                        <a:off x="3688227" y="2214564"/>
                        <a:ext cx="679581" cy="332711"/>
                      </a:xfrm>
                      <a:prstGeom prst="rect">
                        <a:avLst/>
                      </a:prstGeom>
                      <a:solidFill>
                        <a:srgbClr val="C0C0C0"/>
                      </a:solidFill>
                      <a:ln>
                        <a:noFill/>
                      </a:ln>
                      <a:effectLst/>
                    </p:spPr>
                  </p:pic>
                </p:oleObj>
              </mc:Fallback>
            </mc:AlternateContent>
          </a:graphicData>
        </a:graphic>
      </p:graphicFrame>
      <p:sp>
        <p:nvSpPr>
          <p:cNvPr id="1048727" name="Rectangle 44"/>
          <p:cNvSpPr>
            <a:spLocks noChangeArrowheads="1"/>
          </p:cNvSpPr>
          <p:nvPr/>
        </p:nvSpPr>
        <p:spPr bwMode="auto">
          <a:xfrm>
            <a:off x="1649413" y="3633788"/>
            <a:ext cx="8534400" cy="2590800"/>
          </a:xfrm>
          <a:prstGeom prst="rect">
            <a:avLst/>
          </a:prstGeom>
          <a:no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aphicFrame>
        <p:nvGraphicFramePr>
          <p:cNvPr id="4194316" name="Object 6"/>
          <p:cNvGraphicFramePr>
            <a:graphicFrameLocks noChangeAspect="1"/>
          </p:cNvGraphicFramePr>
          <p:nvPr/>
        </p:nvGraphicFramePr>
        <p:xfrm>
          <a:off x="4151784" y="2805935"/>
          <a:ext cx="3240360" cy="415860"/>
        </p:xfrm>
        <a:graphic>
          <a:graphicData uri="http://schemas.openxmlformats.org/presentationml/2006/ole">
            <mc:AlternateContent xmlns:mc="http://schemas.openxmlformats.org/markup-compatibility/2006">
              <mc:Choice xmlns:v="urn:schemas-microsoft-com:vml" Requires="v">
                <p:oleObj name="Equation" r:id="rId4" imgW="1586811" imgH="203112" progId="Equation.DSMT4">
                  <p:embed/>
                </p:oleObj>
              </mc:Choice>
              <mc:Fallback>
                <p:oleObj name="Equation" r:id="rId4" imgW="1586811" imgH="203112" progId="Equation.DSMT4">
                  <p:embed/>
                  <p:pic>
                    <p:nvPicPr>
                      <p:cNvPr id="2097175" name="Object 6"/>
                      <p:cNvPicPr>
                        <a:picLocks noChangeAspect="1" noChangeArrowheads="1"/>
                      </p:cNvPicPr>
                      <p:nvPr/>
                    </p:nvPicPr>
                    <p:blipFill>
                      <a:blip r:embed="rId5"/>
                      <a:srcRect/>
                      <a:stretch>
                        <a:fillRect/>
                      </a:stretch>
                    </p:blipFill>
                    <p:spPr bwMode="auto">
                      <a:xfrm>
                        <a:off x="4151784" y="2805935"/>
                        <a:ext cx="3240360" cy="415860"/>
                      </a:xfrm>
                      <a:prstGeom prst="rect">
                        <a:avLst/>
                      </a:prstGeom>
                      <a:solidFill>
                        <a:srgbClr val="C0C0C0"/>
                      </a:solidFill>
                      <a:ln>
                        <a:noFill/>
                      </a:ln>
                      <a:effectLst/>
                    </p:spPr>
                  </p:pic>
                </p:oleObj>
              </mc:Fallback>
            </mc:AlternateContent>
          </a:graphicData>
        </a:graphic>
      </p:graphicFrame>
      <p:grpSp>
        <p:nvGrpSpPr>
          <p:cNvPr id="121" name="Group 46"/>
          <p:cNvGrpSpPr/>
          <p:nvPr/>
        </p:nvGrpSpPr>
        <p:grpSpPr bwMode="auto">
          <a:xfrm>
            <a:off x="7974013" y="3786188"/>
            <a:ext cx="2147887" cy="1997075"/>
            <a:chOff x="4407" y="2640"/>
            <a:chExt cx="1353" cy="1258"/>
          </a:xfrm>
        </p:grpSpPr>
        <p:sp>
          <p:nvSpPr>
            <p:cNvPr id="1048728" name="Rectangle 11"/>
            <p:cNvSpPr>
              <a:spLocks noChangeArrowheads="1"/>
            </p:cNvSpPr>
            <p:nvPr/>
          </p:nvSpPr>
          <p:spPr bwMode="auto">
            <a:xfrm>
              <a:off x="4647" y="2880"/>
              <a:ext cx="864" cy="768"/>
            </a:xfrm>
            <a:prstGeom prst="rect">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729" name="AutoShape 12"/>
            <p:cNvSpPr>
              <a:spLocks noChangeArrowheads="1"/>
            </p:cNvSpPr>
            <p:nvPr/>
          </p:nvSpPr>
          <p:spPr bwMode="auto">
            <a:xfrm>
              <a:off x="5271" y="2688"/>
              <a:ext cx="384" cy="432"/>
            </a:xfrm>
            <a:prstGeom prst="roundRect">
              <a:avLst>
                <a:gd name="adj" fmla="val 16667"/>
              </a:avLst>
            </a:prstGeom>
            <a:solidFill>
              <a:srgbClr val="F7F7F7"/>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730" name="AutoShape 13"/>
            <p:cNvSpPr>
              <a:spLocks noChangeArrowheads="1"/>
            </p:cNvSpPr>
            <p:nvPr/>
          </p:nvSpPr>
          <p:spPr bwMode="auto">
            <a:xfrm>
              <a:off x="4503" y="2688"/>
              <a:ext cx="384" cy="432"/>
            </a:xfrm>
            <a:prstGeom prst="roundRect">
              <a:avLst>
                <a:gd name="adj" fmla="val 16667"/>
              </a:avLst>
            </a:prstGeom>
            <a:solidFill>
              <a:srgbClr val="F7F7F7"/>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731" name="AutoShape 14"/>
            <p:cNvSpPr>
              <a:spLocks noChangeArrowheads="1"/>
            </p:cNvSpPr>
            <p:nvPr/>
          </p:nvSpPr>
          <p:spPr bwMode="auto">
            <a:xfrm>
              <a:off x="5271" y="3408"/>
              <a:ext cx="384" cy="432"/>
            </a:xfrm>
            <a:prstGeom prst="roundRect">
              <a:avLst>
                <a:gd name="adj" fmla="val 16667"/>
              </a:avLst>
            </a:prstGeom>
            <a:solidFill>
              <a:srgbClr val="F7F7F7"/>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732" name="AutoShape 15"/>
            <p:cNvSpPr>
              <a:spLocks noChangeArrowheads="1"/>
            </p:cNvSpPr>
            <p:nvPr/>
          </p:nvSpPr>
          <p:spPr bwMode="auto">
            <a:xfrm>
              <a:off x="4503" y="3408"/>
              <a:ext cx="384" cy="432"/>
            </a:xfrm>
            <a:prstGeom prst="roundRect">
              <a:avLst>
                <a:gd name="adj" fmla="val 16667"/>
              </a:avLst>
            </a:prstGeom>
            <a:solidFill>
              <a:srgbClr val="F7F7F7"/>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733" name="Rectangle 16"/>
            <p:cNvSpPr>
              <a:spLocks noChangeArrowheads="1"/>
            </p:cNvSpPr>
            <p:nvPr/>
          </p:nvSpPr>
          <p:spPr bwMode="auto">
            <a:xfrm>
              <a:off x="4455" y="2640"/>
              <a:ext cx="1248" cy="240"/>
            </a:xfrm>
            <a:prstGeom prst="rect">
              <a:avLst/>
            </a:prstGeom>
            <a:solidFill>
              <a:srgbClr val="F7F7F7"/>
            </a:solid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734" name="Rectangle 17"/>
            <p:cNvSpPr>
              <a:spLocks noChangeArrowheads="1"/>
            </p:cNvSpPr>
            <p:nvPr/>
          </p:nvSpPr>
          <p:spPr bwMode="auto">
            <a:xfrm>
              <a:off x="4407" y="2784"/>
              <a:ext cx="240" cy="1104"/>
            </a:xfrm>
            <a:prstGeom prst="rect">
              <a:avLst/>
            </a:prstGeom>
            <a:solidFill>
              <a:srgbClr val="F7F7F7"/>
            </a:solid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735" name="Rectangle 18"/>
            <p:cNvSpPr>
              <a:spLocks noChangeArrowheads="1"/>
            </p:cNvSpPr>
            <p:nvPr/>
          </p:nvSpPr>
          <p:spPr bwMode="auto">
            <a:xfrm>
              <a:off x="4599" y="3658"/>
              <a:ext cx="1104" cy="240"/>
            </a:xfrm>
            <a:prstGeom prst="rect">
              <a:avLst/>
            </a:prstGeom>
            <a:solidFill>
              <a:srgbClr val="F7F7F7"/>
            </a:solid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736" name="Rectangle 19"/>
            <p:cNvSpPr>
              <a:spLocks noChangeArrowheads="1"/>
            </p:cNvSpPr>
            <p:nvPr/>
          </p:nvSpPr>
          <p:spPr bwMode="auto">
            <a:xfrm>
              <a:off x="5520" y="2736"/>
              <a:ext cx="240" cy="960"/>
            </a:xfrm>
            <a:prstGeom prst="rect">
              <a:avLst/>
            </a:prstGeom>
            <a:solidFill>
              <a:srgbClr val="F7F7F7"/>
            </a:solid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122" name="Group 27"/>
          <p:cNvGrpSpPr/>
          <p:nvPr/>
        </p:nvGrpSpPr>
        <p:grpSpPr bwMode="auto">
          <a:xfrm>
            <a:off x="2259013" y="3709988"/>
            <a:ext cx="1371600" cy="1219200"/>
            <a:chOff x="336" y="2832"/>
            <a:chExt cx="864" cy="768"/>
          </a:xfrm>
        </p:grpSpPr>
        <p:sp>
          <p:nvSpPr>
            <p:cNvPr id="1048737" name="AutoShape 28"/>
            <p:cNvSpPr>
              <a:spLocks noChangeArrowheads="1"/>
            </p:cNvSpPr>
            <p:nvPr/>
          </p:nvSpPr>
          <p:spPr bwMode="auto">
            <a:xfrm>
              <a:off x="336" y="2832"/>
              <a:ext cx="864" cy="768"/>
            </a:xfrm>
            <a:prstGeom prst="plus">
              <a:avLst>
                <a:gd name="adj" fmla="val 32722"/>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738" name="Text Box 29"/>
            <p:cNvSpPr txBox="1">
              <a:spLocks noChangeArrowheads="1"/>
            </p:cNvSpPr>
            <p:nvPr/>
          </p:nvSpPr>
          <p:spPr bwMode="auto">
            <a:xfrm>
              <a:off x="374" y="2836"/>
              <a:ext cx="215" cy="25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dirty="0">
                  <a:latin typeface="Times New Roman" panose="02020603050405020304" pitchFamily="18" charset="0"/>
                  <a:cs typeface="Times New Roman" panose="02020603050405020304" pitchFamily="18" charset="0"/>
                </a:rPr>
                <a:t>A</a:t>
              </a:r>
            </a:p>
          </p:txBody>
        </p:sp>
      </p:grpSp>
      <p:grpSp>
        <p:nvGrpSpPr>
          <p:cNvPr id="123" name="Group 30"/>
          <p:cNvGrpSpPr/>
          <p:nvPr/>
        </p:nvGrpSpPr>
        <p:grpSpPr bwMode="auto">
          <a:xfrm>
            <a:off x="2640013" y="5081588"/>
            <a:ext cx="777875" cy="1136650"/>
            <a:chOff x="1574" y="2836"/>
            <a:chExt cx="490" cy="716"/>
          </a:xfrm>
        </p:grpSpPr>
        <p:sp>
          <p:nvSpPr>
            <p:cNvPr id="1048739" name="Oval 31"/>
            <p:cNvSpPr>
              <a:spLocks noChangeArrowheads="1"/>
            </p:cNvSpPr>
            <p:nvPr/>
          </p:nvSpPr>
          <p:spPr bwMode="auto">
            <a:xfrm>
              <a:off x="1680" y="3072"/>
              <a:ext cx="288" cy="288"/>
            </a:xfrm>
            <a:prstGeom prst="ellipse">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740" name="Line 32"/>
            <p:cNvSpPr>
              <a:spLocks noChangeShapeType="1"/>
            </p:cNvSpPr>
            <p:nvPr/>
          </p:nvSpPr>
          <p:spPr bwMode="auto">
            <a:xfrm>
              <a:off x="1824" y="2880"/>
              <a:ext cx="0" cy="672"/>
            </a:xfrm>
            <a:prstGeom prst="line">
              <a:avLst/>
            </a:prstGeom>
            <a:noFill/>
            <a:ln w="9525">
              <a:solidFill>
                <a:schemeClr val="tx1"/>
              </a:solidFill>
              <a:miter lim="800000"/>
              <a:headEnd/>
              <a:tailEnd/>
            </a:ln>
            <a:effectLst/>
          </p:spPr>
          <p:txBody>
            <a:bodyPr wrap="none"/>
            <a:lstStyle/>
            <a:p>
              <a:endParaRPr lang="zh-CN" altLang="en-US"/>
            </a:p>
          </p:txBody>
        </p:sp>
        <p:sp>
          <p:nvSpPr>
            <p:cNvPr id="1048741" name="Line 33"/>
            <p:cNvSpPr>
              <a:spLocks noChangeShapeType="1"/>
            </p:cNvSpPr>
            <p:nvPr/>
          </p:nvSpPr>
          <p:spPr bwMode="auto">
            <a:xfrm>
              <a:off x="1584" y="3216"/>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48742" name="Text Box 34"/>
            <p:cNvSpPr txBox="1">
              <a:spLocks noChangeArrowheads="1"/>
            </p:cNvSpPr>
            <p:nvPr/>
          </p:nvSpPr>
          <p:spPr bwMode="auto">
            <a:xfrm>
              <a:off x="1574" y="2836"/>
              <a:ext cx="215" cy="25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a:latin typeface="Times New Roman" panose="02020603050405020304" pitchFamily="18" charset="0"/>
                  <a:cs typeface="Times New Roman" panose="02020603050405020304" pitchFamily="18" charset="0"/>
                </a:rPr>
                <a:t>B</a:t>
              </a:r>
            </a:p>
          </p:txBody>
        </p:sp>
      </p:grpSp>
      <p:graphicFrame>
        <p:nvGraphicFramePr>
          <p:cNvPr id="4194317" name="Object 35"/>
          <p:cNvGraphicFramePr>
            <a:graphicFrameLocks noChangeAspect="1"/>
          </p:cNvGraphicFramePr>
          <p:nvPr/>
        </p:nvGraphicFramePr>
        <p:xfrm>
          <a:off x="3859213" y="4395788"/>
          <a:ext cx="1046162" cy="347662"/>
        </p:xfrm>
        <a:graphic>
          <a:graphicData uri="http://schemas.openxmlformats.org/presentationml/2006/ole">
            <mc:AlternateContent xmlns:mc="http://schemas.openxmlformats.org/markup-compatibility/2006">
              <mc:Choice xmlns:v="urn:schemas-microsoft-com:vml" Requires="v">
                <p:oleObj name="Equation" r:id="rId6" imgW="609336" imgH="203112" progId="Equation.3">
                  <p:embed/>
                </p:oleObj>
              </mc:Choice>
              <mc:Fallback>
                <p:oleObj name="Equation" r:id="rId6" imgW="609336" imgH="203112" progId="Equation.3">
                  <p:embed/>
                  <p:pic>
                    <p:nvPicPr>
                      <p:cNvPr id="2097176" name="Object 35"/>
                      <p:cNvPicPr>
                        <a:picLocks noChangeAspect="1" noChangeArrowheads="1"/>
                      </p:cNvPicPr>
                      <p:nvPr/>
                    </p:nvPicPr>
                    <p:blipFill>
                      <a:blip r:embed="rId7"/>
                      <a:srcRect/>
                      <a:stretch>
                        <a:fillRect/>
                      </a:stretch>
                    </p:blipFill>
                    <p:spPr bwMode="auto">
                      <a:xfrm>
                        <a:off x="3859213" y="4395788"/>
                        <a:ext cx="1046162" cy="347662"/>
                      </a:xfrm>
                      <a:prstGeom prst="rect">
                        <a:avLst/>
                      </a:prstGeom>
                      <a:noFill/>
                      <a:ln>
                        <a:noFill/>
                      </a:ln>
                      <a:effectLst/>
                    </p:spPr>
                  </p:pic>
                </p:oleObj>
              </mc:Fallback>
            </mc:AlternateContent>
          </a:graphicData>
        </a:graphic>
      </p:graphicFrame>
      <p:sp>
        <p:nvSpPr>
          <p:cNvPr id="1048743" name="Line 36"/>
          <p:cNvSpPr>
            <a:spLocks noChangeShapeType="1"/>
          </p:cNvSpPr>
          <p:nvPr/>
        </p:nvSpPr>
        <p:spPr bwMode="auto">
          <a:xfrm>
            <a:off x="3783013" y="4776788"/>
            <a:ext cx="1219200"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8744" name="Line 37"/>
          <p:cNvSpPr>
            <a:spLocks noChangeShapeType="1"/>
          </p:cNvSpPr>
          <p:nvPr/>
        </p:nvSpPr>
        <p:spPr bwMode="auto">
          <a:xfrm>
            <a:off x="6983413" y="4776788"/>
            <a:ext cx="1371600"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8745" name="Text Box 42"/>
          <p:cNvSpPr txBox="1">
            <a:spLocks noRot="1" noChangeAspect="1" noMove="1" noResize="1" noEditPoints="1" noAdjustHandles="1" noChangeArrowheads="1" noChangeShapeType="1" noTextEdit="1"/>
          </p:cNvSpPr>
          <p:nvPr/>
        </p:nvSpPr>
        <p:spPr bwMode="auto">
          <a:xfrm>
            <a:off x="7144143" y="4368741"/>
            <a:ext cx="1146211" cy="400110"/>
          </a:xfrm>
          <a:prstGeom prst="rect">
            <a:avLst/>
          </a:prstGeom>
          <a:blipFill>
            <a:blip r:embed="rId8"/>
            <a:stretch>
              <a:fillRect b="-18462"/>
            </a:stretch>
          </a:blipFill>
          <a:ln>
            <a:noFill/>
          </a:ln>
          <a:effectLst/>
        </p:spPr>
        <p:txBody>
          <a:bodyPr/>
          <a:lstStyle/>
          <a:p>
            <a:r>
              <a:rPr lang="en-US">
                <a:noFill/>
                <a:latin typeface="Times New Roman" panose="02020603050405020304" pitchFamily="18" charset="0"/>
                <a:cs typeface="Times New Roman" panose="02020603050405020304" pitchFamily="18" charset="0"/>
              </a:rPr>
              <a:t> </a:t>
            </a:r>
          </a:p>
        </p:txBody>
      </p:sp>
      <p:sp>
        <p:nvSpPr>
          <p:cNvPr id="1048746" name="Text Box 43"/>
          <p:cNvSpPr txBox="1">
            <a:spLocks noChangeArrowheads="1"/>
          </p:cNvSpPr>
          <p:nvPr/>
        </p:nvSpPr>
        <p:spPr bwMode="auto">
          <a:xfrm>
            <a:off x="5435600" y="5783263"/>
            <a:ext cx="954088" cy="40005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latin typeface="黑体" panose="02010609060101010101" pitchFamily="49" charset="-122"/>
                <a:ea typeface="黑体" panose="02010609060101010101" pitchFamily="49" charset="-122"/>
              </a:rPr>
              <a:t>闭运算</a:t>
            </a:r>
          </a:p>
        </p:txBody>
      </p:sp>
      <p:grpSp>
        <p:nvGrpSpPr>
          <p:cNvPr id="124" name="Group 49"/>
          <p:cNvGrpSpPr/>
          <p:nvPr/>
        </p:nvGrpSpPr>
        <p:grpSpPr bwMode="auto">
          <a:xfrm>
            <a:off x="5078413" y="3938588"/>
            <a:ext cx="1828800" cy="1676400"/>
            <a:chOff x="2352" y="2784"/>
            <a:chExt cx="1152" cy="1056"/>
          </a:xfrm>
        </p:grpSpPr>
        <p:grpSp>
          <p:nvGrpSpPr>
            <p:cNvPr id="125" name="Group 20"/>
            <p:cNvGrpSpPr/>
            <p:nvPr/>
          </p:nvGrpSpPr>
          <p:grpSpPr bwMode="auto">
            <a:xfrm>
              <a:off x="2352" y="2784"/>
              <a:ext cx="1152" cy="1056"/>
              <a:chOff x="2640" y="2880"/>
              <a:chExt cx="1152" cy="1056"/>
            </a:xfrm>
          </p:grpSpPr>
          <p:grpSp>
            <p:nvGrpSpPr>
              <p:cNvPr id="126" name="Group 21"/>
              <p:cNvGrpSpPr/>
              <p:nvPr/>
            </p:nvGrpSpPr>
            <p:grpSpPr bwMode="auto">
              <a:xfrm>
                <a:off x="2640" y="2880"/>
                <a:ext cx="1152" cy="1056"/>
                <a:chOff x="2640" y="2880"/>
                <a:chExt cx="1152" cy="1056"/>
              </a:xfrm>
            </p:grpSpPr>
            <p:grpSp>
              <p:nvGrpSpPr>
                <p:cNvPr id="127" name="Group 22"/>
                <p:cNvGrpSpPr/>
                <p:nvPr/>
              </p:nvGrpSpPr>
              <p:grpSpPr bwMode="auto">
                <a:xfrm>
                  <a:off x="2640" y="2880"/>
                  <a:ext cx="1152" cy="1056"/>
                  <a:chOff x="2640" y="2880"/>
                  <a:chExt cx="1152" cy="1056"/>
                </a:xfrm>
              </p:grpSpPr>
              <p:sp>
                <p:nvSpPr>
                  <p:cNvPr id="1048747" name="AutoShape 23"/>
                  <p:cNvSpPr>
                    <a:spLocks noChangeArrowheads="1"/>
                  </p:cNvSpPr>
                  <p:nvPr/>
                </p:nvSpPr>
                <p:spPr bwMode="auto">
                  <a:xfrm>
                    <a:off x="2640" y="3120"/>
                    <a:ext cx="1152" cy="576"/>
                  </a:xfrm>
                  <a:prstGeom prst="roundRect">
                    <a:avLst>
                      <a:gd name="adj" fmla="val 16667"/>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748" name="AutoShape 24"/>
                  <p:cNvSpPr>
                    <a:spLocks noChangeArrowheads="1"/>
                  </p:cNvSpPr>
                  <p:nvPr/>
                </p:nvSpPr>
                <p:spPr bwMode="auto">
                  <a:xfrm>
                    <a:off x="2880" y="2880"/>
                    <a:ext cx="672" cy="1056"/>
                  </a:xfrm>
                  <a:prstGeom prst="roundRect">
                    <a:avLst>
                      <a:gd name="adj" fmla="val 16667"/>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8749" name="Rectangle 25"/>
                <p:cNvSpPr>
                  <a:spLocks noChangeArrowheads="1"/>
                </p:cNvSpPr>
                <p:nvPr/>
              </p:nvSpPr>
              <p:spPr bwMode="auto">
                <a:xfrm>
                  <a:off x="3000" y="3120"/>
                  <a:ext cx="672" cy="576"/>
                </a:xfrm>
                <a:prstGeom prst="rect">
                  <a:avLst/>
                </a:prstGeom>
                <a:no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8750" name="AutoShape 26"/>
              <p:cNvSpPr>
                <a:spLocks noChangeArrowheads="1"/>
              </p:cNvSpPr>
              <p:nvPr/>
            </p:nvSpPr>
            <p:spPr bwMode="auto">
              <a:xfrm>
                <a:off x="2784" y="3024"/>
                <a:ext cx="864" cy="768"/>
              </a:xfrm>
              <a:prstGeom prst="plus">
                <a:avLst>
                  <a:gd name="adj" fmla="val 32722"/>
                </a:avLst>
              </a:prstGeom>
              <a:solidFill>
                <a:schemeClr val="bg1"/>
              </a:solidFill>
              <a:ln w="9525">
                <a:solidFill>
                  <a:schemeClr val="tx1"/>
                </a:solidFill>
                <a:prstDash val="dash"/>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8751" name="Rectangle 47"/>
            <p:cNvSpPr>
              <a:spLocks noChangeArrowheads="1"/>
            </p:cNvSpPr>
            <p:nvPr/>
          </p:nvSpPr>
          <p:spPr bwMode="auto">
            <a:xfrm>
              <a:off x="2544" y="3024"/>
              <a:ext cx="96" cy="144"/>
            </a:xfrm>
            <a:prstGeom prst="rect">
              <a:avLst/>
            </a:prstGeom>
            <a:solidFill>
              <a:schemeClr val="bg1"/>
            </a:solid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752" name="Rectangle 48"/>
            <p:cNvSpPr>
              <a:spLocks noChangeArrowheads="1"/>
            </p:cNvSpPr>
            <p:nvPr/>
          </p:nvSpPr>
          <p:spPr bwMode="auto">
            <a:xfrm>
              <a:off x="2544" y="3456"/>
              <a:ext cx="96" cy="144"/>
            </a:xfrm>
            <a:prstGeom prst="rect">
              <a:avLst/>
            </a:prstGeom>
            <a:solidFill>
              <a:schemeClr val="bg1"/>
            </a:solid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753" name="Rectangle 47"/>
            <p:cNvSpPr>
              <a:spLocks noChangeArrowheads="1"/>
            </p:cNvSpPr>
            <p:nvPr/>
          </p:nvSpPr>
          <p:spPr bwMode="auto">
            <a:xfrm>
              <a:off x="3219" y="3024"/>
              <a:ext cx="96" cy="144"/>
            </a:xfrm>
            <a:prstGeom prst="rect">
              <a:avLst/>
            </a:prstGeom>
            <a:solidFill>
              <a:schemeClr val="bg1"/>
            </a:solid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8754" name="Rectangle 47"/>
            <p:cNvSpPr>
              <a:spLocks noChangeArrowheads="1"/>
            </p:cNvSpPr>
            <p:nvPr/>
          </p:nvSpPr>
          <p:spPr bwMode="auto">
            <a:xfrm>
              <a:off x="3220" y="3451"/>
              <a:ext cx="96" cy="144"/>
            </a:xfrm>
            <a:prstGeom prst="rect">
              <a:avLst/>
            </a:prstGeom>
            <a:solidFill>
              <a:schemeClr val="bg1"/>
            </a:solid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8755" name="TextBox 52"/>
          <p:cNvSpPr txBox="1">
            <a:spLocks noRot="1" noChangeAspect="1" noMove="1" noResize="1" noEditPoints="1" noAdjustHandles="1" noChangeArrowheads="1" noChangeShapeType="1" noTextEdit="1"/>
          </p:cNvSpPr>
          <p:nvPr/>
        </p:nvSpPr>
        <p:spPr>
          <a:xfrm>
            <a:off x="6389799" y="2815709"/>
            <a:ext cx="478015" cy="369332"/>
          </a:xfrm>
          <a:prstGeom prst="rect">
            <a:avLst/>
          </a:prstGeom>
          <a:blipFill>
            <a:blip r:embed="rId9"/>
            <a:stretch>
              <a:fillRect b="-8333"/>
            </a:stretch>
          </a:blipFill>
        </p:spPr>
        <p:txBody>
          <a:bodyPr/>
          <a:lstStyle/>
          <a:p>
            <a:r>
              <a:rPr lang="en-US">
                <a:noFill/>
              </a:rPr>
              <a:t> </a:t>
            </a:r>
          </a:p>
        </p:txBody>
      </p:sp>
      <mc:AlternateContent xmlns:mc="http://schemas.openxmlformats.org/markup-compatibility/2006" xmlns:p14="http://schemas.microsoft.com/office/powerpoint/2010/main">
        <mc:Choice Requires="p14">
          <p:contentPart p14:bwMode="auto" r:id="rId10">
            <p14:nvContentPartPr>
              <p14:cNvPr id="1052700" name="墨迹 1052699"/>
              <p14:cNvContentPartPr/>
              <p14:nvPr/>
            </p14:nvContentPartPr>
            <p14:xfrm>
              <a:off x="3439599" y="1123298"/>
              <a:ext cx="192014" cy="332739"/>
            </p14:xfrm>
          </p:contentPart>
        </mc:Choice>
        <mc:Fallback xmlns="">
          <p:sp>
            <p:nvSpPr>
              <p:cNvPr id="1052700" name=""/>
              <p:cNvSpPr/>
              <p:nvPr/>
            </p:nvSpPr>
            <p:spPr>
              <a:xfrm>
                <a:off x="3439599" y="1123298"/>
                <a:ext cx="192014" cy="332739"/>
              </a:xfrm>
            </p:spPr>
          </p:sp>
        </mc:Fallback>
      </mc:AlternateContent>
      <mc:AlternateContent xmlns:mc="http://schemas.openxmlformats.org/markup-compatibility/2006" xmlns:p14="http://schemas.microsoft.com/office/powerpoint/2010/main">
        <mc:Choice Requires="p14">
          <p:contentPart p14:bwMode="auto" r:id="rId11">
            <p14:nvContentPartPr>
              <p14:cNvPr id="1052701" name="墨迹 1052700"/>
              <p14:cNvContentPartPr/>
              <p14:nvPr/>
            </p14:nvContentPartPr>
            <p14:xfrm>
              <a:off x="3488597" y="1251598"/>
              <a:ext cx="105862" cy="80933"/>
            </p14:xfrm>
          </p:contentPart>
        </mc:Choice>
        <mc:Fallback xmlns="">
          <p:sp>
            <p:nvSpPr>
              <p:cNvPr id="1052701" name=""/>
              <p:cNvSpPr/>
              <p:nvPr/>
            </p:nvSpPr>
            <p:spPr>
              <a:xfrm>
                <a:off x="3488597" y="1251598"/>
                <a:ext cx="105862" cy="80933"/>
              </a:xfrm>
            </p:spPr>
          </p:sp>
        </mc:Fallback>
      </mc:AlternateContent>
      <mc:AlternateContent xmlns:mc="http://schemas.openxmlformats.org/markup-compatibility/2006" xmlns:p14="http://schemas.microsoft.com/office/powerpoint/2010/main">
        <mc:Choice Requires="p14">
          <p:contentPart p14:bwMode="auto" r:id="rId12">
            <p14:nvContentPartPr>
              <p14:cNvPr id="1052702" name="墨迹 1052701"/>
              <p14:cNvContentPartPr/>
              <p14:nvPr/>
            </p14:nvContentPartPr>
            <p14:xfrm>
              <a:off x="3668017" y="1151671"/>
              <a:ext cx="209281" cy="338690"/>
            </p14:xfrm>
          </p:contentPart>
        </mc:Choice>
        <mc:Fallback xmlns="">
          <p:sp>
            <p:nvSpPr>
              <p:cNvPr id="1052702" name=""/>
              <p:cNvSpPr/>
              <p:nvPr/>
            </p:nvSpPr>
            <p:spPr>
              <a:xfrm>
                <a:off x="3668017" y="1151671"/>
                <a:ext cx="209281" cy="338690"/>
              </a:xfrm>
            </p:spPr>
          </p:sp>
        </mc:Fallback>
      </mc:AlternateContent>
      <mc:AlternateContent xmlns:mc="http://schemas.openxmlformats.org/markup-compatibility/2006" xmlns:p14="http://schemas.microsoft.com/office/powerpoint/2010/main">
        <mc:Choice Requires="p14">
          <p:contentPart p14:bwMode="auto" r:id="rId13">
            <p14:nvContentPartPr>
              <p14:cNvPr id="1052703" name="墨迹 1052702"/>
              <p14:cNvContentPartPr/>
              <p14:nvPr/>
            </p14:nvContentPartPr>
            <p14:xfrm>
              <a:off x="4013119" y="1083533"/>
              <a:ext cx="33884" cy="430647"/>
            </p14:xfrm>
          </p:contentPart>
        </mc:Choice>
        <mc:Fallback xmlns="">
          <p:sp>
            <p:nvSpPr>
              <p:cNvPr id="1052703" name=""/>
              <p:cNvSpPr/>
              <p:nvPr/>
            </p:nvSpPr>
            <p:spPr>
              <a:xfrm>
                <a:off x="4013119" y="1083533"/>
                <a:ext cx="33884" cy="430647"/>
              </a:xfrm>
            </p:spPr>
          </p:sp>
        </mc:Fallback>
      </mc:AlternateContent>
      <mc:AlternateContent xmlns:mc="http://schemas.openxmlformats.org/markup-compatibility/2006" xmlns:p14="http://schemas.microsoft.com/office/powerpoint/2010/main">
        <mc:Choice Requires="p14">
          <p:contentPart p14:bwMode="auto" r:id="rId14">
            <p14:nvContentPartPr>
              <p14:cNvPr id="1052704" name="墨迹 1052703"/>
              <p14:cNvContentPartPr/>
              <p14:nvPr/>
            </p14:nvContentPartPr>
            <p14:xfrm>
              <a:off x="4013211" y="1133199"/>
              <a:ext cx="174821" cy="414046"/>
            </p14:xfrm>
          </p:contentPart>
        </mc:Choice>
        <mc:Fallback xmlns="">
          <p:sp>
            <p:nvSpPr>
              <p:cNvPr id="1052704" name=""/>
              <p:cNvSpPr/>
              <p:nvPr/>
            </p:nvSpPr>
            <p:spPr>
              <a:xfrm>
                <a:off x="4013211" y="1133199"/>
                <a:ext cx="174821" cy="414046"/>
              </a:xfrm>
            </p:spPr>
          </p:sp>
        </mc:Fallback>
      </mc:AlternateContent>
      <mc:AlternateContent xmlns:mc="http://schemas.openxmlformats.org/markup-compatibility/2006" xmlns:p14="http://schemas.microsoft.com/office/powerpoint/2010/main">
        <mc:Choice Requires="p14">
          <p:contentPart p14:bwMode="auto" r:id="rId15">
            <p14:nvContentPartPr>
              <p14:cNvPr id="1052705" name="墨迹 1052704"/>
              <p14:cNvContentPartPr/>
              <p14:nvPr/>
            </p14:nvContentPartPr>
            <p14:xfrm>
              <a:off x="4411952" y="1094453"/>
              <a:ext cx="292542" cy="42065"/>
            </p14:xfrm>
          </p:contentPart>
        </mc:Choice>
        <mc:Fallback xmlns="">
          <p:sp>
            <p:nvSpPr>
              <p:cNvPr id="1052705" name=""/>
              <p:cNvSpPr/>
              <p:nvPr/>
            </p:nvSpPr>
            <p:spPr>
              <a:xfrm>
                <a:off x="4411952" y="1094453"/>
                <a:ext cx="292542" cy="42065"/>
              </a:xfrm>
            </p:spPr>
          </p:sp>
        </mc:Fallback>
      </mc:AlternateContent>
      <mc:AlternateContent xmlns:mc="http://schemas.openxmlformats.org/markup-compatibility/2006" xmlns:p14="http://schemas.microsoft.com/office/powerpoint/2010/main">
        <mc:Choice Requires="p14">
          <p:contentPart p14:bwMode="auto" r:id="rId16">
            <p14:nvContentPartPr>
              <p14:cNvPr id="1052706" name="墨迹 1052705"/>
              <p14:cNvContentPartPr/>
              <p14:nvPr/>
            </p14:nvContentPartPr>
            <p14:xfrm>
              <a:off x="4316464" y="1115821"/>
              <a:ext cx="256841" cy="330347"/>
            </p14:xfrm>
          </p:contentPart>
        </mc:Choice>
        <mc:Fallback xmlns="">
          <p:sp>
            <p:nvSpPr>
              <p:cNvPr id="1052706" name=""/>
              <p:cNvSpPr/>
              <p:nvPr/>
            </p:nvSpPr>
            <p:spPr>
              <a:xfrm>
                <a:off x="4316464" y="1115821"/>
                <a:ext cx="256841" cy="330347"/>
              </a:xfrm>
            </p:spPr>
          </p:sp>
        </mc:Fallback>
      </mc:AlternateContent>
      <mc:AlternateContent xmlns:mc="http://schemas.openxmlformats.org/markup-compatibility/2006" xmlns:p14="http://schemas.microsoft.com/office/powerpoint/2010/main">
        <mc:Choice Requires="p14">
          <p:contentPart p14:bwMode="auto" r:id="rId17">
            <p14:nvContentPartPr>
              <p14:cNvPr id="1052707" name="墨迹 1052706"/>
              <p14:cNvContentPartPr/>
              <p14:nvPr/>
            </p14:nvContentPartPr>
            <p14:xfrm>
              <a:off x="4495564" y="1259877"/>
              <a:ext cx="43951" cy="227602"/>
            </p14:xfrm>
          </p:contentPart>
        </mc:Choice>
        <mc:Fallback xmlns="">
          <p:sp>
            <p:nvSpPr>
              <p:cNvPr id="1052707" name=""/>
              <p:cNvSpPr/>
              <p:nvPr/>
            </p:nvSpPr>
            <p:spPr>
              <a:xfrm>
                <a:off x="4495564" y="1259877"/>
                <a:ext cx="43951" cy="227602"/>
              </a:xfrm>
            </p:spPr>
          </p:sp>
        </mc:Fallback>
      </mc:AlternateContent>
      <mc:AlternateContent xmlns:mc="http://schemas.openxmlformats.org/markup-compatibility/2006" xmlns:p14="http://schemas.microsoft.com/office/powerpoint/2010/main">
        <mc:Choice Requires="p14">
          <p:contentPart p14:bwMode="auto" r:id="rId18">
            <p14:nvContentPartPr>
              <p14:cNvPr id="1052708" name="墨迹 1052707"/>
              <p14:cNvContentPartPr/>
              <p14:nvPr/>
            </p14:nvContentPartPr>
            <p14:xfrm>
              <a:off x="4582599" y="1269812"/>
              <a:ext cx="153418" cy="138071"/>
            </p14:xfrm>
          </p:contentPart>
        </mc:Choice>
        <mc:Fallback xmlns="">
          <p:sp>
            <p:nvSpPr>
              <p:cNvPr id="1052708" name=""/>
              <p:cNvSpPr/>
              <p:nvPr/>
            </p:nvSpPr>
            <p:spPr>
              <a:xfrm>
                <a:off x="4582599" y="1269812"/>
                <a:ext cx="153418" cy="138071"/>
              </a:xfrm>
            </p:spPr>
          </p:sp>
        </mc:Fallback>
      </mc:AlternateContent>
      <mc:AlternateContent xmlns:mc="http://schemas.openxmlformats.org/markup-compatibility/2006" xmlns:p14="http://schemas.microsoft.com/office/powerpoint/2010/main">
        <mc:Choice Requires="p14">
          <p:contentPart p14:bwMode="auto" r:id="rId19">
            <p14:nvContentPartPr>
              <p14:cNvPr id="1052709" name="墨迹 1052708"/>
              <p14:cNvContentPartPr/>
              <p14:nvPr/>
            </p14:nvContentPartPr>
            <p14:xfrm>
              <a:off x="4872362" y="1110853"/>
              <a:ext cx="286383" cy="67060"/>
            </p14:xfrm>
          </p:contentPart>
        </mc:Choice>
        <mc:Fallback xmlns="">
          <p:sp>
            <p:nvSpPr>
              <p:cNvPr id="1052709" name=""/>
              <p:cNvSpPr/>
              <p:nvPr/>
            </p:nvSpPr>
            <p:spPr>
              <a:xfrm>
                <a:off x="4872362" y="1110853"/>
                <a:ext cx="286383" cy="67060"/>
              </a:xfrm>
            </p:spPr>
          </p:sp>
        </mc:Fallback>
      </mc:AlternateContent>
      <mc:AlternateContent xmlns:mc="http://schemas.openxmlformats.org/markup-compatibility/2006" xmlns:p14="http://schemas.microsoft.com/office/powerpoint/2010/main">
        <mc:Choice Requires="p14">
          <p:contentPart p14:bwMode="auto" r:id="rId20">
            <p14:nvContentPartPr>
              <p14:cNvPr id="1052710" name="墨迹 1052709"/>
              <p14:cNvContentPartPr/>
              <p14:nvPr/>
            </p14:nvContentPartPr>
            <p14:xfrm>
              <a:off x="4979008" y="1007365"/>
              <a:ext cx="77517" cy="489752"/>
            </p14:xfrm>
          </p:contentPart>
        </mc:Choice>
        <mc:Fallback xmlns="">
          <p:sp>
            <p:nvSpPr>
              <p:cNvPr id="1052710" name=""/>
              <p:cNvSpPr/>
              <p:nvPr/>
            </p:nvSpPr>
            <p:spPr>
              <a:xfrm>
                <a:off x="4979008" y="1007365"/>
                <a:ext cx="77517" cy="489752"/>
              </a:xfrm>
            </p:spPr>
          </p:sp>
        </mc:Fallback>
      </mc:AlternateContent>
      <mc:AlternateContent xmlns:mc="http://schemas.openxmlformats.org/markup-compatibility/2006" xmlns:p14="http://schemas.microsoft.com/office/powerpoint/2010/main">
        <mc:Choice Requires="p14">
          <p:contentPart p14:bwMode="auto" r:id="rId21">
            <p14:nvContentPartPr>
              <p14:cNvPr id="1052711" name="墨迹 1052710"/>
              <p14:cNvContentPartPr/>
              <p14:nvPr/>
            </p14:nvContentPartPr>
            <p14:xfrm>
              <a:off x="4889645" y="1032007"/>
              <a:ext cx="322806" cy="358047"/>
            </p14:xfrm>
          </p:contentPart>
        </mc:Choice>
        <mc:Fallback xmlns="">
          <p:sp>
            <p:nvSpPr>
              <p:cNvPr id="1052711" name=""/>
              <p:cNvSpPr/>
              <p:nvPr/>
            </p:nvSpPr>
            <p:spPr>
              <a:xfrm>
                <a:off x="4889645" y="1032007"/>
                <a:ext cx="322806" cy="358047"/>
              </a:xfrm>
            </p:spPr>
          </p:sp>
        </mc:Fallback>
      </mc:AlternateContent>
      <mc:AlternateContent xmlns:mc="http://schemas.openxmlformats.org/markup-compatibility/2006" xmlns:p14="http://schemas.microsoft.com/office/powerpoint/2010/main">
        <mc:Choice Requires="p14">
          <p:contentPart p14:bwMode="auto" r:id="rId22">
            <p14:nvContentPartPr>
              <p14:cNvPr id="1052712" name="墨迹 1052711"/>
              <p14:cNvContentPartPr/>
              <p14:nvPr/>
            </p14:nvContentPartPr>
            <p14:xfrm>
              <a:off x="5322711" y="1091323"/>
              <a:ext cx="312496" cy="385253"/>
            </p14:xfrm>
          </p:contentPart>
        </mc:Choice>
        <mc:Fallback xmlns="">
          <p:sp>
            <p:nvSpPr>
              <p:cNvPr id="1052712" name=""/>
              <p:cNvSpPr/>
              <p:nvPr/>
            </p:nvSpPr>
            <p:spPr>
              <a:xfrm>
                <a:off x="5322711" y="1091323"/>
                <a:ext cx="312496" cy="385253"/>
              </a:xfrm>
            </p:spPr>
          </p:sp>
        </mc:Fallback>
      </mc:AlternateContent>
      <mc:AlternateContent xmlns:mc="http://schemas.openxmlformats.org/markup-compatibility/2006" xmlns:p14="http://schemas.microsoft.com/office/powerpoint/2010/main">
        <mc:Choice Requires="p14">
          <p:contentPart p14:bwMode="auto" r:id="rId23">
            <p14:nvContentPartPr>
              <p14:cNvPr id="1052713" name="墨迹 1052712"/>
              <p14:cNvContentPartPr/>
              <p14:nvPr/>
            </p14:nvContentPartPr>
            <p14:xfrm>
              <a:off x="5397118" y="1244215"/>
              <a:ext cx="210771" cy="181280"/>
            </p14:xfrm>
          </p:contentPart>
        </mc:Choice>
        <mc:Fallback xmlns="">
          <p:sp>
            <p:nvSpPr>
              <p:cNvPr id="1052713" name=""/>
              <p:cNvSpPr/>
              <p:nvPr/>
            </p:nvSpPr>
            <p:spPr>
              <a:xfrm>
                <a:off x="5397118" y="1244215"/>
                <a:ext cx="210771" cy="181280"/>
              </a:xfrm>
            </p:spPr>
          </p:sp>
        </mc:Fallback>
      </mc:AlternateContent>
      <mc:AlternateContent xmlns:mc="http://schemas.openxmlformats.org/markup-compatibility/2006" xmlns:p14="http://schemas.microsoft.com/office/powerpoint/2010/main">
        <mc:Choice Requires="p14">
          <p:contentPart p14:bwMode="auto" r:id="rId24">
            <p14:nvContentPartPr>
              <p14:cNvPr id="1052714" name="墨迹 1052713"/>
              <p14:cNvContentPartPr/>
              <p14:nvPr/>
            </p14:nvContentPartPr>
            <p14:xfrm>
              <a:off x="5449353" y="1325750"/>
              <a:ext cx="304256" cy="95148"/>
            </p14:xfrm>
          </p:contentPart>
        </mc:Choice>
        <mc:Fallback xmlns="">
          <p:sp>
            <p:nvSpPr>
              <p:cNvPr id="1052714" name=""/>
              <p:cNvSpPr/>
              <p:nvPr/>
            </p:nvSpPr>
            <p:spPr>
              <a:xfrm>
                <a:off x="5449353" y="1325750"/>
                <a:ext cx="304256" cy="95148"/>
              </a:xfrm>
            </p:spPr>
          </p:sp>
        </mc:Fallback>
      </mc:AlternateContent>
      <mc:AlternateContent xmlns:mc="http://schemas.openxmlformats.org/markup-compatibility/2006" xmlns:p14="http://schemas.microsoft.com/office/powerpoint/2010/main">
        <mc:Choice Requires="p14">
          <p:contentPart p14:bwMode="auto" r:id="rId25">
            <p14:nvContentPartPr>
              <p14:cNvPr id="1052715" name="墨迹 1052714"/>
              <p14:cNvContentPartPr/>
              <p14:nvPr/>
            </p14:nvContentPartPr>
            <p14:xfrm>
              <a:off x="5992553" y="1022267"/>
              <a:ext cx="136610" cy="19962"/>
            </p14:xfrm>
          </p:contentPart>
        </mc:Choice>
        <mc:Fallback xmlns="">
          <p:sp>
            <p:nvSpPr>
              <p:cNvPr id="1052715" name=""/>
              <p:cNvSpPr/>
              <p:nvPr/>
            </p:nvSpPr>
            <p:spPr>
              <a:xfrm>
                <a:off x="5992553" y="1022267"/>
                <a:ext cx="136610" cy="19962"/>
              </a:xfrm>
            </p:spPr>
          </p:sp>
        </mc:Fallback>
      </mc:AlternateContent>
      <mc:AlternateContent xmlns:mc="http://schemas.openxmlformats.org/markup-compatibility/2006" xmlns:p14="http://schemas.microsoft.com/office/powerpoint/2010/main">
        <mc:Choice Requires="p14">
          <p:contentPart p14:bwMode="auto" r:id="rId26">
            <p14:nvContentPartPr>
              <p14:cNvPr id="1052716" name="墨迹 1052715"/>
              <p14:cNvContentPartPr/>
              <p14:nvPr/>
            </p14:nvContentPartPr>
            <p14:xfrm>
              <a:off x="5925557" y="956034"/>
              <a:ext cx="389053" cy="168210"/>
            </p14:xfrm>
          </p:contentPart>
        </mc:Choice>
        <mc:Fallback xmlns="">
          <p:sp>
            <p:nvSpPr>
              <p:cNvPr id="1052716" name=""/>
              <p:cNvSpPr/>
              <p:nvPr/>
            </p:nvSpPr>
            <p:spPr>
              <a:xfrm>
                <a:off x="5925557" y="956034"/>
                <a:ext cx="389053" cy="168210"/>
              </a:xfrm>
            </p:spPr>
          </p:sp>
        </mc:Fallback>
      </mc:AlternateContent>
      <mc:AlternateContent xmlns:mc="http://schemas.openxmlformats.org/markup-compatibility/2006" xmlns:p14="http://schemas.microsoft.com/office/powerpoint/2010/main">
        <mc:Choice Requires="p14">
          <p:contentPart p14:bwMode="auto" r:id="rId27">
            <p14:nvContentPartPr>
              <p14:cNvPr id="1052717" name="墨迹 1052716"/>
              <p14:cNvContentPartPr/>
              <p14:nvPr/>
            </p14:nvContentPartPr>
            <p14:xfrm>
              <a:off x="5846429" y="1142314"/>
              <a:ext cx="103039" cy="395660"/>
            </p14:xfrm>
          </p:contentPart>
        </mc:Choice>
        <mc:Fallback xmlns="">
          <p:sp>
            <p:nvSpPr>
              <p:cNvPr id="1052717" name=""/>
              <p:cNvSpPr/>
              <p:nvPr/>
            </p:nvSpPr>
            <p:spPr>
              <a:xfrm>
                <a:off x="5846429" y="1142314"/>
                <a:ext cx="103039" cy="395660"/>
              </a:xfrm>
            </p:spPr>
          </p:sp>
        </mc:Fallback>
      </mc:AlternateContent>
      <mc:AlternateContent xmlns:mc="http://schemas.openxmlformats.org/markup-compatibility/2006" xmlns:p14="http://schemas.microsoft.com/office/powerpoint/2010/main">
        <mc:Choice Requires="p14">
          <p:contentPart p14:bwMode="auto" r:id="rId28">
            <p14:nvContentPartPr>
              <p14:cNvPr id="1052718" name="墨迹 1052717"/>
              <p14:cNvContentPartPr/>
              <p14:nvPr/>
            </p14:nvContentPartPr>
            <p14:xfrm>
              <a:off x="5934262" y="1192033"/>
              <a:ext cx="146084" cy="303239"/>
            </p14:xfrm>
          </p:contentPart>
        </mc:Choice>
        <mc:Fallback xmlns="">
          <p:sp>
            <p:nvSpPr>
              <p:cNvPr id="1052718" name=""/>
              <p:cNvSpPr/>
              <p:nvPr/>
            </p:nvSpPr>
            <p:spPr>
              <a:xfrm>
                <a:off x="5934262" y="1192033"/>
                <a:ext cx="146084" cy="303239"/>
              </a:xfrm>
            </p:spPr>
          </p:sp>
        </mc:Fallback>
      </mc:AlternateContent>
      <mc:AlternateContent xmlns:mc="http://schemas.openxmlformats.org/markup-compatibility/2006" xmlns:p14="http://schemas.microsoft.com/office/powerpoint/2010/main">
        <mc:Choice Requires="p14">
          <p:contentPart p14:bwMode="auto" r:id="rId29">
            <p14:nvContentPartPr>
              <p14:cNvPr id="1052719" name="墨迹 1052718"/>
              <p14:cNvContentPartPr/>
              <p14:nvPr/>
            </p14:nvContentPartPr>
            <p14:xfrm>
              <a:off x="5938929" y="1251143"/>
              <a:ext cx="75453" cy="151336"/>
            </p14:xfrm>
          </p:contentPart>
        </mc:Choice>
        <mc:Fallback xmlns="">
          <p:sp>
            <p:nvSpPr>
              <p:cNvPr id="1052719" name=""/>
              <p:cNvSpPr/>
              <p:nvPr/>
            </p:nvSpPr>
            <p:spPr>
              <a:xfrm>
                <a:off x="5938929" y="1251143"/>
                <a:ext cx="75453" cy="151336"/>
              </a:xfrm>
            </p:spPr>
          </p:sp>
        </mc:Fallback>
      </mc:AlternateContent>
      <mc:AlternateContent xmlns:mc="http://schemas.openxmlformats.org/markup-compatibility/2006" xmlns:p14="http://schemas.microsoft.com/office/powerpoint/2010/main">
        <mc:Choice Requires="p14">
          <p:contentPart p14:bwMode="auto" r:id="rId30">
            <p14:nvContentPartPr>
              <p14:cNvPr id="1052720" name="墨迹 1052719"/>
              <p14:cNvContentPartPr/>
              <p14:nvPr/>
            </p14:nvContentPartPr>
            <p14:xfrm>
              <a:off x="6135164" y="1229863"/>
              <a:ext cx="113187" cy="318785"/>
            </p14:xfrm>
          </p:contentPart>
        </mc:Choice>
        <mc:Fallback xmlns="">
          <p:sp>
            <p:nvSpPr>
              <p:cNvPr id="1052720" name=""/>
              <p:cNvSpPr/>
              <p:nvPr/>
            </p:nvSpPr>
            <p:spPr>
              <a:xfrm>
                <a:off x="6135164" y="1229863"/>
                <a:ext cx="113187" cy="318785"/>
              </a:xfrm>
            </p:spPr>
          </p:sp>
        </mc:Fallback>
      </mc:AlternateContent>
      <mc:AlternateContent xmlns:mc="http://schemas.openxmlformats.org/markup-compatibility/2006" xmlns:p14="http://schemas.microsoft.com/office/powerpoint/2010/main">
        <mc:Choice Requires="p14">
          <p:contentPart p14:bwMode="auto" r:id="rId31">
            <p14:nvContentPartPr>
              <p14:cNvPr id="1052721" name="墨迹 1052720"/>
              <p14:cNvContentPartPr/>
              <p14:nvPr/>
            </p14:nvContentPartPr>
            <p14:xfrm>
              <a:off x="6415791" y="1127461"/>
              <a:ext cx="209468" cy="73635"/>
            </p14:xfrm>
          </p:contentPart>
        </mc:Choice>
        <mc:Fallback xmlns="">
          <p:sp>
            <p:nvSpPr>
              <p:cNvPr id="1052721" name=""/>
              <p:cNvSpPr/>
              <p:nvPr/>
            </p:nvSpPr>
            <p:spPr>
              <a:xfrm>
                <a:off x="6415791" y="1127461"/>
                <a:ext cx="209468" cy="73635"/>
              </a:xfrm>
            </p:spPr>
          </p:sp>
        </mc:Fallback>
      </mc:AlternateContent>
      <mc:AlternateContent xmlns:mc="http://schemas.openxmlformats.org/markup-compatibility/2006" xmlns:p14="http://schemas.microsoft.com/office/powerpoint/2010/main">
        <mc:Choice Requires="p14">
          <p:contentPart p14:bwMode="auto" r:id="rId32">
            <p14:nvContentPartPr>
              <p14:cNvPr id="1052722" name="墨迹 1052721"/>
              <p14:cNvContentPartPr/>
              <p14:nvPr/>
            </p14:nvContentPartPr>
            <p14:xfrm>
              <a:off x="6410814" y="1004053"/>
              <a:ext cx="174855" cy="484525"/>
            </p14:xfrm>
          </p:contentPart>
        </mc:Choice>
        <mc:Fallback xmlns="">
          <p:sp>
            <p:nvSpPr>
              <p:cNvPr id="1052722" name=""/>
              <p:cNvSpPr/>
              <p:nvPr/>
            </p:nvSpPr>
            <p:spPr>
              <a:xfrm>
                <a:off x="6410814" y="1004053"/>
                <a:ext cx="174855" cy="484525"/>
              </a:xfrm>
            </p:spPr>
          </p:sp>
        </mc:Fallback>
      </mc:AlternateContent>
      <mc:AlternateContent xmlns:mc="http://schemas.openxmlformats.org/markup-compatibility/2006" xmlns:p14="http://schemas.microsoft.com/office/powerpoint/2010/main">
        <mc:Choice Requires="p14">
          <p:contentPart p14:bwMode="auto" r:id="rId33">
            <p14:nvContentPartPr>
              <p14:cNvPr id="1052723" name="墨迹 1052722"/>
              <p14:cNvContentPartPr/>
              <p14:nvPr/>
            </p14:nvContentPartPr>
            <p14:xfrm>
              <a:off x="6629524" y="933681"/>
              <a:ext cx="7158" cy="257338"/>
            </p14:xfrm>
          </p:contentPart>
        </mc:Choice>
        <mc:Fallback xmlns="">
          <p:sp>
            <p:nvSpPr>
              <p:cNvPr id="1052723" name=""/>
              <p:cNvSpPr/>
              <p:nvPr/>
            </p:nvSpPr>
            <p:spPr>
              <a:xfrm>
                <a:off x="6629524" y="933681"/>
                <a:ext cx="7158" cy="257338"/>
              </a:xfrm>
            </p:spPr>
          </p:sp>
        </mc:Fallback>
      </mc:AlternateContent>
      <mc:AlternateContent xmlns:mc="http://schemas.openxmlformats.org/markup-compatibility/2006" xmlns:p14="http://schemas.microsoft.com/office/powerpoint/2010/main">
        <mc:Choice Requires="p14">
          <p:contentPart p14:bwMode="auto" r:id="rId34">
            <p14:nvContentPartPr>
              <p14:cNvPr id="1052724" name="墨迹 1052723"/>
              <p14:cNvContentPartPr/>
              <p14:nvPr/>
            </p14:nvContentPartPr>
            <p14:xfrm>
              <a:off x="6637126" y="973509"/>
              <a:ext cx="160572" cy="215488"/>
            </p14:xfrm>
          </p:contentPart>
        </mc:Choice>
        <mc:Fallback xmlns="">
          <p:sp>
            <p:nvSpPr>
              <p:cNvPr id="1052724" name=""/>
              <p:cNvSpPr/>
              <p:nvPr/>
            </p:nvSpPr>
            <p:spPr>
              <a:xfrm>
                <a:off x="6637126" y="973509"/>
                <a:ext cx="160572" cy="215488"/>
              </a:xfrm>
            </p:spPr>
          </p:sp>
        </mc:Fallback>
      </mc:AlternateContent>
      <mc:AlternateContent xmlns:mc="http://schemas.openxmlformats.org/markup-compatibility/2006" xmlns:p14="http://schemas.microsoft.com/office/powerpoint/2010/main">
        <mc:Choice Requires="p14">
          <p:contentPart p14:bwMode="auto" r:id="rId35">
            <p14:nvContentPartPr>
              <p14:cNvPr id="1052725" name="墨迹 1052724"/>
              <p14:cNvContentPartPr/>
              <p14:nvPr/>
            </p14:nvContentPartPr>
            <p14:xfrm>
              <a:off x="6519752" y="1053728"/>
              <a:ext cx="299680" cy="185574"/>
            </p14:xfrm>
          </p:contentPart>
        </mc:Choice>
        <mc:Fallback xmlns="">
          <p:sp>
            <p:nvSpPr>
              <p:cNvPr id="1052725" name=""/>
              <p:cNvSpPr/>
              <p:nvPr/>
            </p:nvSpPr>
            <p:spPr>
              <a:xfrm>
                <a:off x="6519752" y="1053728"/>
                <a:ext cx="299680" cy="185574"/>
              </a:xfrm>
            </p:spPr>
          </p:sp>
        </mc:Fallback>
      </mc:AlternateContent>
      <mc:AlternateContent xmlns:mc="http://schemas.openxmlformats.org/markup-compatibility/2006" xmlns:p14="http://schemas.microsoft.com/office/powerpoint/2010/main">
        <mc:Choice Requires="p14">
          <p:contentPart p14:bwMode="auto" r:id="rId36">
            <p14:nvContentPartPr>
              <p14:cNvPr id="1052726" name="墨迹 1052725"/>
              <p14:cNvContentPartPr/>
              <p14:nvPr/>
            </p14:nvContentPartPr>
            <p14:xfrm>
              <a:off x="6504986" y="1165495"/>
              <a:ext cx="246455" cy="214187"/>
            </p14:xfrm>
          </p:contentPart>
        </mc:Choice>
        <mc:Fallback xmlns="">
          <p:sp>
            <p:nvSpPr>
              <p:cNvPr id="1052726" name=""/>
              <p:cNvSpPr/>
              <p:nvPr/>
            </p:nvSpPr>
            <p:spPr>
              <a:xfrm>
                <a:off x="6504986" y="1165495"/>
                <a:ext cx="246455" cy="214187"/>
              </a:xfrm>
            </p:spPr>
          </p:sp>
        </mc:Fallback>
      </mc:AlternateContent>
      <mc:AlternateContent xmlns:mc="http://schemas.openxmlformats.org/markup-compatibility/2006" xmlns:p14="http://schemas.microsoft.com/office/powerpoint/2010/main">
        <mc:Choice Requires="p14">
          <p:contentPart p14:bwMode="auto" r:id="rId37">
            <p14:nvContentPartPr>
              <p14:cNvPr id="1052727" name="墨迹 1052726"/>
              <p14:cNvContentPartPr/>
              <p14:nvPr/>
            </p14:nvContentPartPr>
            <p14:xfrm>
              <a:off x="6588974" y="1331077"/>
              <a:ext cx="309664" cy="81335"/>
            </p14:xfrm>
          </p:contentPart>
        </mc:Choice>
        <mc:Fallback xmlns="">
          <p:sp>
            <p:nvSpPr>
              <p:cNvPr id="1052727" name=""/>
              <p:cNvSpPr/>
              <p:nvPr/>
            </p:nvSpPr>
            <p:spPr>
              <a:xfrm>
                <a:off x="6588974" y="1331077"/>
                <a:ext cx="309664" cy="81335"/>
              </a:xfrm>
            </p:spPr>
          </p:sp>
        </mc:Fallback>
      </mc:AlternateContent>
      <mc:AlternateContent xmlns:mc="http://schemas.openxmlformats.org/markup-compatibility/2006" xmlns:p14="http://schemas.microsoft.com/office/powerpoint/2010/main">
        <mc:Choice Requires="p14">
          <p:contentPart p14:bwMode="auto" r:id="rId38">
            <p14:nvContentPartPr>
              <p14:cNvPr id="1052728" name="墨迹 1052727"/>
              <p14:cNvContentPartPr/>
              <p14:nvPr/>
            </p14:nvContentPartPr>
            <p14:xfrm>
              <a:off x="7007989" y="1288854"/>
              <a:ext cx="42854" cy="55228"/>
            </p14:xfrm>
          </p:contentPart>
        </mc:Choice>
        <mc:Fallback xmlns="">
          <p:sp>
            <p:nvSpPr>
              <p:cNvPr id="1052728" name=""/>
              <p:cNvSpPr/>
              <p:nvPr/>
            </p:nvSpPr>
            <p:spPr>
              <a:xfrm>
                <a:off x="7007989" y="1288854"/>
                <a:ext cx="42854" cy="55228"/>
              </a:xfrm>
            </p:spPr>
          </p:sp>
        </mc:Fallback>
      </mc:AlternateContent>
      <mc:AlternateContent xmlns:mc="http://schemas.openxmlformats.org/markup-compatibility/2006" xmlns:p14="http://schemas.microsoft.com/office/powerpoint/2010/main">
        <mc:Choice Requires="p14">
          <p:contentPart p14:bwMode="auto" r:id="rId39">
            <p14:nvContentPartPr>
              <p14:cNvPr id="1052729" name="墨迹 1052728"/>
              <p14:cNvContentPartPr/>
              <p14:nvPr/>
            </p14:nvContentPartPr>
            <p14:xfrm>
              <a:off x="6999541" y="1450296"/>
              <a:ext cx="77508" cy="23737"/>
            </p14:xfrm>
          </p:contentPart>
        </mc:Choice>
        <mc:Fallback xmlns="">
          <p:sp>
            <p:nvSpPr>
              <p:cNvPr id="1052729" name=""/>
              <p:cNvSpPr/>
              <p:nvPr/>
            </p:nvSpPr>
            <p:spPr>
              <a:xfrm>
                <a:off x="6999541" y="1450296"/>
                <a:ext cx="77508" cy="23737"/>
              </a:xfrm>
            </p:spPr>
          </p:sp>
        </mc:Fallback>
      </mc:AlternateContent>
      <mc:AlternateContent xmlns:mc="http://schemas.openxmlformats.org/markup-compatibility/2006" xmlns:p14="http://schemas.microsoft.com/office/powerpoint/2010/main">
        <mc:Choice Requires="p14">
          <p:contentPart p14:bwMode="auto" r:id="rId40">
            <p14:nvContentPartPr>
              <p14:cNvPr id="1052730" name="墨迹 1052729"/>
              <p14:cNvContentPartPr/>
              <p14:nvPr/>
            </p14:nvContentPartPr>
            <p14:xfrm>
              <a:off x="7545485" y="1099263"/>
              <a:ext cx="53857" cy="312153"/>
            </p14:xfrm>
          </p:contentPart>
        </mc:Choice>
        <mc:Fallback xmlns="">
          <p:sp>
            <p:nvSpPr>
              <p:cNvPr id="1052730" name=""/>
              <p:cNvSpPr/>
              <p:nvPr/>
            </p:nvSpPr>
            <p:spPr>
              <a:xfrm>
                <a:off x="7545485" y="1099263"/>
                <a:ext cx="53857" cy="312153"/>
              </a:xfrm>
            </p:spPr>
          </p:sp>
        </mc:Fallback>
      </mc:AlternateContent>
      <mc:AlternateContent xmlns:mc="http://schemas.openxmlformats.org/markup-compatibility/2006" xmlns:p14="http://schemas.microsoft.com/office/powerpoint/2010/main">
        <mc:Choice Requires="p14">
          <p:contentPart p14:bwMode="auto" r:id="rId41">
            <p14:nvContentPartPr>
              <p14:cNvPr id="1052731" name="墨迹 1052730"/>
              <p14:cNvContentPartPr/>
              <p14:nvPr/>
            </p14:nvContentPartPr>
            <p14:xfrm>
              <a:off x="7461938" y="1102403"/>
              <a:ext cx="276406" cy="343670"/>
            </p14:xfrm>
          </p:contentPart>
        </mc:Choice>
        <mc:Fallback xmlns="">
          <p:sp>
            <p:nvSpPr>
              <p:cNvPr id="1052731" name=""/>
              <p:cNvSpPr/>
              <p:nvPr/>
            </p:nvSpPr>
            <p:spPr>
              <a:xfrm>
                <a:off x="7461938" y="1102403"/>
                <a:ext cx="276406" cy="343670"/>
              </a:xfrm>
            </p:spPr>
          </p:sp>
        </mc:Fallback>
      </mc:AlternateContent>
      <mc:AlternateContent xmlns:mc="http://schemas.openxmlformats.org/markup-compatibility/2006" xmlns:p14="http://schemas.microsoft.com/office/powerpoint/2010/main">
        <mc:Choice Requires="p14">
          <p:contentPart p14:bwMode="auto" r:id="rId42">
            <p14:nvContentPartPr>
              <p14:cNvPr id="1052732" name="墨迹 1052731"/>
              <p14:cNvContentPartPr/>
              <p14:nvPr/>
            </p14:nvContentPartPr>
            <p14:xfrm>
              <a:off x="7900931" y="1160528"/>
              <a:ext cx="37776" cy="120875"/>
            </p14:xfrm>
          </p:contentPart>
        </mc:Choice>
        <mc:Fallback xmlns="">
          <p:sp>
            <p:nvSpPr>
              <p:cNvPr id="1052732" name=""/>
              <p:cNvSpPr/>
              <p:nvPr/>
            </p:nvSpPr>
            <p:spPr>
              <a:xfrm>
                <a:off x="7900931" y="1160528"/>
                <a:ext cx="37776" cy="120875"/>
              </a:xfrm>
            </p:spPr>
          </p:sp>
        </mc:Fallback>
      </mc:AlternateContent>
      <mc:AlternateContent xmlns:mc="http://schemas.openxmlformats.org/markup-compatibility/2006" xmlns:p14="http://schemas.microsoft.com/office/powerpoint/2010/main">
        <mc:Choice Requires="p14">
          <p:contentPart p14:bwMode="auto" r:id="rId43">
            <p14:nvContentPartPr>
              <p14:cNvPr id="1052733" name="墨迹 1052732"/>
              <p14:cNvContentPartPr/>
              <p14:nvPr/>
            </p14:nvContentPartPr>
            <p14:xfrm>
              <a:off x="7900103" y="1134172"/>
              <a:ext cx="287751" cy="212129"/>
            </p14:xfrm>
          </p:contentPart>
        </mc:Choice>
        <mc:Fallback xmlns="">
          <p:sp>
            <p:nvSpPr>
              <p:cNvPr id="1052733" name=""/>
              <p:cNvSpPr/>
              <p:nvPr/>
            </p:nvSpPr>
            <p:spPr>
              <a:xfrm>
                <a:off x="7900103" y="1134172"/>
                <a:ext cx="287751" cy="212129"/>
              </a:xfrm>
            </p:spPr>
          </p:sp>
        </mc:Fallback>
      </mc:AlternateContent>
      <mc:AlternateContent xmlns:mc="http://schemas.openxmlformats.org/markup-compatibility/2006" xmlns:p14="http://schemas.microsoft.com/office/powerpoint/2010/main">
        <mc:Choice Requires="p14">
          <p:contentPart p14:bwMode="auto" r:id="rId44">
            <p14:nvContentPartPr>
              <p14:cNvPr id="1052734" name="墨迹 1052733"/>
              <p14:cNvContentPartPr/>
              <p14:nvPr/>
            </p14:nvContentPartPr>
            <p14:xfrm>
              <a:off x="7970049" y="1056211"/>
              <a:ext cx="82944" cy="634499"/>
            </p14:xfrm>
          </p:contentPart>
        </mc:Choice>
        <mc:Fallback xmlns="">
          <p:sp>
            <p:nvSpPr>
              <p:cNvPr id="1052734" name=""/>
              <p:cNvSpPr/>
              <p:nvPr/>
            </p:nvSpPr>
            <p:spPr>
              <a:xfrm>
                <a:off x="7970049" y="1056211"/>
                <a:ext cx="82944" cy="634499"/>
              </a:xfrm>
            </p:spPr>
          </p:sp>
        </mc:Fallback>
      </mc:AlternateContent>
      <mc:AlternateContent xmlns:mc="http://schemas.openxmlformats.org/markup-compatibility/2006" xmlns:p14="http://schemas.microsoft.com/office/powerpoint/2010/main">
        <mc:Choice Requires="p14">
          <p:contentPart p14:bwMode="auto" r:id="rId45">
            <p14:nvContentPartPr>
              <p14:cNvPr id="1052735" name="墨迹 1052734"/>
              <p14:cNvContentPartPr/>
              <p14:nvPr/>
            </p14:nvContentPartPr>
            <p14:xfrm>
              <a:off x="8178171" y="1300445"/>
              <a:ext cx="91934" cy="114889"/>
            </p14:xfrm>
          </p:contentPart>
        </mc:Choice>
        <mc:Fallback xmlns="">
          <p:sp>
            <p:nvSpPr>
              <p:cNvPr id="1052735" name=""/>
              <p:cNvSpPr/>
              <p:nvPr/>
            </p:nvSpPr>
            <p:spPr>
              <a:xfrm>
                <a:off x="8178171" y="1300445"/>
                <a:ext cx="91934" cy="114889"/>
              </a:xfrm>
            </p:spPr>
          </p:sp>
        </mc:Fallback>
      </mc:AlternateContent>
      <mc:AlternateContent xmlns:mc="http://schemas.openxmlformats.org/markup-compatibility/2006" xmlns:p14="http://schemas.microsoft.com/office/powerpoint/2010/main">
        <mc:Choice Requires="p14">
          <p:contentPart p14:bwMode="auto" r:id="rId46">
            <p14:nvContentPartPr>
              <p14:cNvPr id="1052736" name="墨迹 1052735"/>
              <p14:cNvContentPartPr/>
              <p14:nvPr/>
            </p14:nvContentPartPr>
            <p14:xfrm>
              <a:off x="8357962" y="1291746"/>
              <a:ext cx="212222" cy="133932"/>
            </p14:xfrm>
          </p:contentPart>
        </mc:Choice>
        <mc:Fallback xmlns="">
          <p:sp>
            <p:nvSpPr>
              <p:cNvPr id="1052736" name=""/>
              <p:cNvSpPr/>
              <p:nvPr/>
            </p:nvSpPr>
            <p:spPr>
              <a:xfrm>
                <a:off x="8357962" y="1291746"/>
                <a:ext cx="212222" cy="133932"/>
              </a:xfrm>
            </p:spPr>
          </p:sp>
        </mc:Fallback>
      </mc:AlternateContent>
      <mc:AlternateContent xmlns:mc="http://schemas.openxmlformats.org/markup-compatibility/2006" xmlns:p14="http://schemas.microsoft.com/office/powerpoint/2010/main">
        <mc:Choice Requires="p14">
          <p:contentPart p14:bwMode="auto" r:id="rId47">
            <p14:nvContentPartPr>
              <p14:cNvPr id="1052737" name="墨迹 1052736"/>
              <p14:cNvContentPartPr/>
              <p14:nvPr/>
            </p14:nvContentPartPr>
            <p14:xfrm>
              <a:off x="8684181" y="1161959"/>
              <a:ext cx="246595" cy="217202"/>
            </p14:xfrm>
          </p:contentPart>
        </mc:Choice>
        <mc:Fallback xmlns="">
          <p:sp>
            <p:nvSpPr>
              <p:cNvPr id="1052737" name=""/>
              <p:cNvSpPr/>
              <p:nvPr/>
            </p:nvSpPr>
            <p:spPr>
              <a:xfrm>
                <a:off x="8684181" y="1161959"/>
                <a:ext cx="246595" cy="217202"/>
              </a:xfrm>
            </p:spPr>
          </p:sp>
        </mc:Fallback>
      </mc:AlternateContent>
      <mc:AlternateContent xmlns:mc="http://schemas.openxmlformats.org/markup-compatibility/2006" xmlns:p14="http://schemas.microsoft.com/office/powerpoint/2010/main">
        <mc:Choice Requires="p14">
          <p:contentPart p14:bwMode="auto" r:id="rId48">
            <p14:nvContentPartPr>
              <p14:cNvPr id="1052738" name="墨迹 1052737"/>
              <p14:cNvContentPartPr/>
              <p14:nvPr/>
            </p14:nvContentPartPr>
            <p14:xfrm>
              <a:off x="8716154" y="1296805"/>
              <a:ext cx="144922" cy="50658"/>
            </p14:xfrm>
          </p:contentPart>
        </mc:Choice>
        <mc:Fallback xmlns="">
          <p:sp>
            <p:nvSpPr>
              <p:cNvPr id="1052738" name=""/>
              <p:cNvSpPr/>
              <p:nvPr/>
            </p:nvSpPr>
            <p:spPr>
              <a:xfrm>
                <a:off x="8716154" y="1296805"/>
                <a:ext cx="144922" cy="50658"/>
              </a:xfrm>
            </p:spPr>
          </p:sp>
        </mc:Fallback>
      </mc:AlternateContent>
      <mc:AlternateContent xmlns:mc="http://schemas.openxmlformats.org/markup-compatibility/2006" xmlns:p14="http://schemas.microsoft.com/office/powerpoint/2010/main">
        <mc:Choice Requires="p14">
          <p:contentPart p14:bwMode="auto" r:id="rId49">
            <p14:nvContentPartPr>
              <p14:cNvPr id="1052739" name="墨迹 1052738"/>
              <p14:cNvContentPartPr/>
              <p14:nvPr/>
            </p14:nvContentPartPr>
            <p14:xfrm>
              <a:off x="8931576" y="1201326"/>
              <a:ext cx="128914" cy="63518"/>
            </p14:xfrm>
          </p:contentPart>
        </mc:Choice>
        <mc:Fallback xmlns="">
          <p:sp>
            <p:nvSpPr>
              <p:cNvPr id="1052739" name=""/>
              <p:cNvSpPr/>
              <p:nvPr/>
            </p:nvSpPr>
            <p:spPr>
              <a:xfrm>
                <a:off x="8931576" y="1201326"/>
                <a:ext cx="128914" cy="63518"/>
              </a:xfrm>
            </p:spPr>
          </p:sp>
        </mc:Fallback>
      </mc:AlternateContent>
      <mc:AlternateContent xmlns:mc="http://schemas.openxmlformats.org/markup-compatibility/2006" xmlns:p14="http://schemas.microsoft.com/office/powerpoint/2010/main">
        <mc:Choice Requires="p14">
          <p:contentPart p14:bwMode="auto" r:id="rId50">
            <p14:nvContentPartPr>
              <p14:cNvPr id="1052740" name="墨迹 1052739"/>
              <p14:cNvContentPartPr/>
              <p14:nvPr/>
            </p14:nvContentPartPr>
            <p14:xfrm>
              <a:off x="8934996" y="1100091"/>
              <a:ext cx="256343" cy="399193"/>
            </p14:xfrm>
          </p:contentPart>
        </mc:Choice>
        <mc:Fallback xmlns="">
          <p:sp>
            <p:nvSpPr>
              <p:cNvPr id="1052740" name=""/>
              <p:cNvSpPr/>
              <p:nvPr/>
            </p:nvSpPr>
            <p:spPr>
              <a:xfrm>
                <a:off x="8934996" y="1100091"/>
                <a:ext cx="256343" cy="399193"/>
              </a:xfrm>
            </p:spPr>
          </p:sp>
        </mc:Fallback>
      </mc:AlternateContent>
      <mc:AlternateContent xmlns:mc="http://schemas.openxmlformats.org/markup-compatibility/2006" xmlns:p14="http://schemas.microsoft.com/office/powerpoint/2010/main">
        <mc:Choice Requires="p14">
          <p:contentPart p14:bwMode="auto" r:id="rId51">
            <p14:nvContentPartPr>
              <p14:cNvPr id="1052741" name="墨迹 1052740"/>
              <p14:cNvContentPartPr/>
              <p14:nvPr/>
            </p14:nvContentPartPr>
            <p14:xfrm>
              <a:off x="9242213" y="1076909"/>
              <a:ext cx="196820" cy="362205"/>
            </p14:xfrm>
          </p:contentPart>
        </mc:Choice>
        <mc:Fallback xmlns="">
          <p:sp>
            <p:nvSpPr>
              <p:cNvPr id="1052741" name=""/>
              <p:cNvSpPr/>
              <p:nvPr/>
            </p:nvSpPr>
            <p:spPr>
              <a:xfrm>
                <a:off x="9242213" y="1076909"/>
                <a:ext cx="196820" cy="362205"/>
              </a:xfrm>
            </p:spPr>
          </p:sp>
        </mc:Fallback>
      </mc:AlternateContent>
      <mc:AlternateContent xmlns:mc="http://schemas.openxmlformats.org/markup-compatibility/2006" xmlns:p14="http://schemas.microsoft.com/office/powerpoint/2010/main">
        <mc:Choice Requires="p14">
          <p:contentPart p14:bwMode="auto" r:id="rId52">
            <p14:nvContentPartPr>
              <p14:cNvPr id="1052742" name="墨迹 1052741"/>
              <p14:cNvContentPartPr/>
              <p14:nvPr/>
            </p14:nvContentPartPr>
            <p14:xfrm>
              <a:off x="9248941" y="1253254"/>
              <a:ext cx="94891" cy="106440"/>
            </p14:xfrm>
          </p:contentPart>
        </mc:Choice>
        <mc:Fallback xmlns="">
          <p:sp>
            <p:nvSpPr>
              <p:cNvPr id="1052742" name=""/>
              <p:cNvSpPr/>
              <p:nvPr/>
            </p:nvSpPr>
            <p:spPr>
              <a:xfrm>
                <a:off x="9248941" y="1253254"/>
                <a:ext cx="94891" cy="106440"/>
              </a:xfrm>
            </p:spPr>
          </p:sp>
        </mc:Fallback>
      </mc:AlternateContent>
      <mc:AlternateContent xmlns:mc="http://schemas.openxmlformats.org/markup-compatibility/2006" xmlns:p14="http://schemas.microsoft.com/office/powerpoint/2010/main">
        <mc:Choice Requires="p14">
          <p:contentPart p14:bwMode="auto" r:id="rId53">
            <p14:nvContentPartPr>
              <p14:cNvPr id="1052743" name="墨迹 1052742"/>
              <p14:cNvContentPartPr/>
              <p14:nvPr/>
            </p14:nvContentPartPr>
            <p14:xfrm>
              <a:off x="9447741" y="1296305"/>
              <a:ext cx="0" cy="0"/>
            </p14:xfrm>
          </p:contentPart>
        </mc:Choice>
        <mc:Fallback xmlns="">
          <p:sp>
            <p:nvSpPr>
              <p:cNvPr id="1052743" name=""/>
              <p:cNvSpPr/>
              <p:nvPr/>
            </p:nvSpPr>
            <p:spPr>
              <a:xfrm>
                <a:off x="9447741" y="1296305"/>
                <a:ext cx="0" cy="0"/>
              </a:xfrm>
            </p:spPr>
          </p:sp>
        </mc:Fallback>
      </mc:AlternateContent>
      <mc:AlternateContent xmlns:mc="http://schemas.openxmlformats.org/markup-compatibility/2006" xmlns:p14="http://schemas.microsoft.com/office/powerpoint/2010/main">
        <mc:Choice Requires="p14">
          <p:contentPart p14:bwMode="auto" r:id="rId54">
            <p14:nvContentPartPr>
              <p14:cNvPr id="1052744" name="墨迹 1052743"/>
              <p14:cNvContentPartPr/>
              <p14:nvPr/>
            </p14:nvContentPartPr>
            <p14:xfrm>
              <a:off x="9485066" y="1024751"/>
              <a:ext cx="174457" cy="442992"/>
            </p14:xfrm>
          </p:contentPart>
        </mc:Choice>
        <mc:Fallback xmlns="">
          <p:sp>
            <p:nvSpPr>
              <p:cNvPr id="1052744" name=""/>
              <p:cNvSpPr/>
              <p:nvPr/>
            </p:nvSpPr>
            <p:spPr>
              <a:xfrm>
                <a:off x="9485066" y="1024751"/>
                <a:ext cx="174457" cy="442992"/>
              </a:xfrm>
            </p:spPr>
          </p:sp>
        </mc:Fallback>
      </mc:AlternateContent>
      <mc:AlternateContent xmlns:mc="http://schemas.openxmlformats.org/markup-compatibility/2006" xmlns:p14="http://schemas.microsoft.com/office/powerpoint/2010/main">
        <mc:Choice Requires="p14">
          <p:contentPart p14:bwMode="auto" r:id="rId55">
            <p14:nvContentPartPr>
              <p14:cNvPr id="1052745" name="墨迹 1052744"/>
              <p14:cNvContentPartPr/>
              <p14:nvPr/>
            </p14:nvContentPartPr>
            <p14:xfrm>
              <a:off x="9411385" y="1256565"/>
              <a:ext cx="108163" cy="119084"/>
            </p14:xfrm>
          </p:contentPart>
        </mc:Choice>
        <mc:Fallback xmlns="">
          <p:sp>
            <p:nvSpPr>
              <p:cNvPr id="1052745" name=""/>
              <p:cNvSpPr/>
              <p:nvPr/>
            </p:nvSpPr>
            <p:spPr>
              <a:xfrm>
                <a:off x="9411385" y="1256565"/>
                <a:ext cx="108163" cy="119084"/>
              </a:xfrm>
            </p:spPr>
          </p:sp>
        </mc:Fallback>
      </mc:AlternateContent>
      <mc:AlternateContent xmlns:mc="http://schemas.openxmlformats.org/markup-compatibility/2006" xmlns:p14="http://schemas.microsoft.com/office/powerpoint/2010/main">
        <mc:Choice Requires="p14">
          <p:contentPart p14:bwMode="auto" r:id="rId56">
            <p14:nvContentPartPr>
              <p14:cNvPr id="1052746" name="墨迹 1052745"/>
              <p14:cNvContentPartPr/>
              <p14:nvPr/>
            </p14:nvContentPartPr>
            <p14:xfrm>
              <a:off x="9655559" y="1307896"/>
              <a:ext cx="36171" cy="157502"/>
            </p14:xfrm>
          </p:contentPart>
        </mc:Choice>
        <mc:Fallback xmlns="">
          <p:sp>
            <p:nvSpPr>
              <p:cNvPr id="1052746" name=""/>
              <p:cNvSpPr/>
              <p:nvPr/>
            </p:nvSpPr>
            <p:spPr>
              <a:xfrm>
                <a:off x="9655559" y="1307896"/>
                <a:ext cx="36171" cy="157502"/>
              </a:xfrm>
            </p:spPr>
          </p:sp>
        </mc:Fallback>
      </mc:AlternateContent>
      <mc:AlternateContent xmlns:mc="http://schemas.openxmlformats.org/markup-compatibility/2006" xmlns:p14="http://schemas.microsoft.com/office/powerpoint/2010/main">
        <mc:Choice Requires="p14">
          <p:contentPart p14:bwMode="auto" r:id="rId57">
            <p14:nvContentPartPr>
              <p14:cNvPr id="1052755" name="墨迹 1052754"/>
              <p14:cNvContentPartPr/>
              <p14:nvPr/>
            </p14:nvContentPartPr>
            <p14:xfrm>
              <a:off x="7646584" y="563605"/>
              <a:ext cx="0" cy="0"/>
            </p14:xfrm>
          </p:contentPart>
        </mc:Choice>
        <mc:Fallback xmlns="">
          <p:sp>
            <p:nvSpPr>
              <p:cNvPr id="1052755" name=""/>
              <p:cNvSpPr/>
              <p:nvPr/>
            </p:nvSpPr>
            <p:spPr>
              <a:xfrm>
                <a:off x="7646584" y="563605"/>
                <a:ext cx="0" cy="0"/>
              </a:xfrm>
            </p:spPr>
          </p:sp>
        </mc:Fallback>
      </mc:AlternateContent>
      <mc:AlternateContent xmlns:mc="http://schemas.openxmlformats.org/markup-compatibility/2006" xmlns:p14="http://schemas.microsoft.com/office/powerpoint/2010/main">
        <mc:Choice Requires="p14">
          <p:contentPart p14:bwMode="auto" r:id="rId58">
            <p14:nvContentPartPr>
              <p14:cNvPr id="1052756" name="墨迹 1052755"/>
              <p14:cNvContentPartPr/>
              <p14:nvPr/>
            </p14:nvContentPartPr>
            <p14:xfrm>
              <a:off x="11227646" y="2171405"/>
              <a:ext cx="0" cy="0"/>
            </p14:xfrm>
          </p:contentPart>
        </mc:Choice>
        <mc:Fallback xmlns="">
          <p:sp>
            <p:nvSpPr>
              <p:cNvPr id="1052756" name=""/>
              <p:cNvSpPr/>
              <p:nvPr/>
            </p:nvSpPr>
            <p:spPr>
              <a:xfrm>
                <a:off x="11227646" y="2171405"/>
                <a:ext cx="0" cy="0"/>
              </a:xfrm>
            </p:spPr>
          </p:sp>
        </mc:Fallback>
      </mc:AlternateContent>
      <mc:AlternateContent xmlns:mc="http://schemas.openxmlformats.org/markup-compatibility/2006" xmlns:p14="http://schemas.microsoft.com/office/powerpoint/2010/main">
        <mc:Choice Requires="p14">
          <p:contentPart p14:bwMode="auto" r:id="rId59">
            <p14:nvContentPartPr>
              <p14:cNvPr id="1052757" name="墨迹 1052756"/>
              <p14:cNvContentPartPr/>
              <p14:nvPr/>
            </p14:nvContentPartPr>
            <p14:xfrm>
              <a:off x="234961" y="2760049"/>
              <a:ext cx="40835" cy="652960"/>
            </p14:xfrm>
          </p:contentPart>
        </mc:Choice>
        <mc:Fallback xmlns="">
          <p:sp>
            <p:nvSpPr>
              <p:cNvPr id="1052757" name=""/>
              <p:cNvSpPr/>
              <p:nvPr/>
            </p:nvSpPr>
            <p:spPr>
              <a:xfrm>
                <a:off x="234961" y="2760049"/>
                <a:ext cx="40835" cy="652960"/>
              </a:xfrm>
            </p:spPr>
          </p:sp>
        </mc:Fallback>
      </mc:AlternateContent>
      <mc:AlternateContent xmlns:mc="http://schemas.openxmlformats.org/markup-compatibility/2006" xmlns:p14="http://schemas.microsoft.com/office/powerpoint/2010/main">
        <mc:Choice Requires="p14">
          <p:contentPart p14:bwMode="auto" r:id="rId60">
            <p14:nvContentPartPr>
              <p14:cNvPr id="1052758" name="墨迹 1052757"/>
              <p14:cNvContentPartPr/>
              <p14:nvPr/>
            </p14:nvContentPartPr>
            <p14:xfrm>
              <a:off x="199766" y="2774260"/>
              <a:ext cx="241324" cy="541978"/>
            </p14:xfrm>
          </p:contentPart>
        </mc:Choice>
        <mc:Fallback xmlns="">
          <p:sp>
            <p:nvSpPr>
              <p:cNvPr id="1052758" name=""/>
              <p:cNvSpPr/>
              <p:nvPr/>
            </p:nvSpPr>
            <p:spPr>
              <a:xfrm>
                <a:off x="199766" y="2774260"/>
                <a:ext cx="241324" cy="541978"/>
              </a:xfrm>
            </p:spPr>
          </p:sp>
        </mc:Fallback>
      </mc:AlternateContent>
      <mc:AlternateContent xmlns:mc="http://schemas.openxmlformats.org/markup-compatibility/2006" xmlns:p14="http://schemas.microsoft.com/office/powerpoint/2010/main">
        <mc:Choice Requires="p14">
          <p:contentPart p14:bwMode="auto" r:id="rId61">
            <p14:nvContentPartPr>
              <p14:cNvPr id="1052759" name="墨迹 1052758"/>
              <p14:cNvContentPartPr/>
              <p14:nvPr/>
            </p14:nvContentPartPr>
            <p14:xfrm>
              <a:off x="274241" y="2971857"/>
              <a:ext cx="94380" cy="141138"/>
            </p14:xfrm>
          </p:contentPart>
        </mc:Choice>
        <mc:Fallback xmlns="">
          <p:sp>
            <p:nvSpPr>
              <p:cNvPr id="1052759" name=""/>
              <p:cNvSpPr/>
              <p:nvPr/>
            </p:nvSpPr>
            <p:spPr>
              <a:xfrm>
                <a:off x="274241" y="2971857"/>
                <a:ext cx="94380" cy="141138"/>
              </a:xfrm>
            </p:spPr>
          </p:sp>
        </mc:Fallback>
      </mc:AlternateContent>
      <mc:AlternateContent xmlns:mc="http://schemas.openxmlformats.org/markup-compatibility/2006" xmlns:p14="http://schemas.microsoft.com/office/powerpoint/2010/main">
        <mc:Choice Requires="p14">
          <p:contentPart p14:bwMode="auto" r:id="rId62">
            <p14:nvContentPartPr>
              <p14:cNvPr id="1052760" name="墨迹 1052759"/>
              <p14:cNvContentPartPr/>
              <p14:nvPr/>
            </p14:nvContentPartPr>
            <p14:xfrm>
              <a:off x="470943" y="2841580"/>
              <a:ext cx="133429" cy="30236"/>
            </p14:xfrm>
          </p:contentPart>
        </mc:Choice>
        <mc:Fallback xmlns="">
          <p:sp>
            <p:nvSpPr>
              <p:cNvPr id="1052760" name=""/>
              <p:cNvSpPr/>
              <p:nvPr/>
            </p:nvSpPr>
            <p:spPr>
              <a:xfrm>
                <a:off x="470943" y="2841580"/>
                <a:ext cx="133429" cy="30236"/>
              </a:xfrm>
            </p:spPr>
          </p:sp>
        </mc:Fallback>
      </mc:AlternateContent>
      <mc:AlternateContent xmlns:mc="http://schemas.openxmlformats.org/markup-compatibility/2006" xmlns:p14="http://schemas.microsoft.com/office/powerpoint/2010/main">
        <mc:Choice Requires="p14">
          <p:contentPart p14:bwMode="auto" r:id="rId63">
            <p14:nvContentPartPr>
              <p14:cNvPr id="1052761" name="墨迹 1052760"/>
              <p14:cNvContentPartPr/>
              <p14:nvPr/>
            </p14:nvContentPartPr>
            <p14:xfrm>
              <a:off x="525556" y="2717826"/>
              <a:ext cx="73412" cy="247063"/>
            </p14:xfrm>
          </p:contentPart>
        </mc:Choice>
        <mc:Fallback xmlns="">
          <p:sp>
            <p:nvSpPr>
              <p:cNvPr id="1052761" name=""/>
              <p:cNvSpPr/>
              <p:nvPr/>
            </p:nvSpPr>
            <p:spPr>
              <a:xfrm>
                <a:off x="525556" y="2717826"/>
                <a:ext cx="73412" cy="247063"/>
              </a:xfrm>
            </p:spPr>
          </p:sp>
        </mc:Fallback>
      </mc:AlternateContent>
      <mc:AlternateContent xmlns:mc="http://schemas.openxmlformats.org/markup-compatibility/2006" xmlns:p14="http://schemas.microsoft.com/office/powerpoint/2010/main">
        <mc:Choice Requires="p14">
          <p:contentPart p14:bwMode="auto" r:id="rId64">
            <p14:nvContentPartPr>
              <p14:cNvPr id="1052762" name="墨迹 1052761"/>
              <p14:cNvContentPartPr/>
              <p14:nvPr/>
            </p14:nvContentPartPr>
            <p14:xfrm>
              <a:off x="479391" y="3034485"/>
              <a:ext cx="78882" cy="131563"/>
            </p14:xfrm>
          </p:contentPart>
        </mc:Choice>
        <mc:Fallback xmlns="">
          <p:sp>
            <p:nvSpPr>
              <p:cNvPr id="1052762" name=""/>
              <p:cNvSpPr/>
              <p:nvPr/>
            </p:nvSpPr>
            <p:spPr>
              <a:xfrm>
                <a:off x="479391" y="3034485"/>
                <a:ext cx="78882" cy="131563"/>
              </a:xfrm>
            </p:spPr>
          </p:sp>
        </mc:Fallback>
      </mc:AlternateContent>
      <mc:AlternateContent xmlns:mc="http://schemas.openxmlformats.org/markup-compatibility/2006" xmlns:p14="http://schemas.microsoft.com/office/powerpoint/2010/main">
        <mc:Choice Requires="p14">
          <p:contentPart p14:bwMode="auto" r:id="rId65">
            <p14:nvContentPartPr>
              <p14:cNvPr id="1052763" name="墨迹 1052762"/>
              <p14:cNvContentPartPr/>
              <p14:nvPr/>
            </p14:nvContentPartPr>
            <p14:xfrm>
              <a:off x="481925" y="3093379"/>
              <a:ext cx="141355" cy="98700"/>
            </p14:xfrm>
          </p:contentPart>
        </mc:Choice>
        <mc:Fallback xmlns="">
          <p:sp>
            <p:nvSpPr>
              <p:cNvPr id="1052763" name=""/>
              <p:cNvSpPr/>
              <p:nvPr/>
            </p:nvSpPr>
            <p:spPr>
              <a:xfrm>
                <a:off x="481925" y="3093379"/>
                <a:ext cx="141355" cy="98700"/>
              </a:xfrm>
            </p:spPr>
          </p:sp>
        </mc:Fallback>
      </mc:AlternateContent>
      <mc:AlternateContent xmlns:mc="http://schemas.openxmlformats.org/markup-compatibility/2006" xmlns:p14="http://schemas.microsoft.com/office/powerpoint/2010/main">
        <mc:Choice Requires="p14">
          <p:contentPart p14:bwMode="auto" r:id="rId66">
            <p14:nvContentPartPr>
              <p14:cNvPr id="1052764" name="墨迹 1052763"/>
              <p14:cNvContentPartPr/>
              <p14:nvPr/>
            </p14:nvContentPartPr>
            <p14:xfrm>
              <a:off x="619044" y="2861054"/>
              <a:ext cx="118340" cy="425289"/>
            </p14:xfrm>
          </p:contentPart>
        </mc:Choice>
        <mc:Fallback xmlns="">
          <p:sp>
            <p:nvSpPr>
              <p:cNvPr id="1052764" name=""/>
              <p:cNvSpPr/>
              <p:nvPr/>
            </p:nvSpPr>
            <p:spPr>
              <a:xfrm>
                <a:off x="619044" y="2861054"/>
                <a:ext cx="118340" cy="425289"/>
              </a:xfrm>
            </p:spPr>
          </p:sp>
        </mc:Fallback>
      </mc:AlternateContent>
      <mc:AlternateContent xmlns:mc="http://schemas.openxmlformats.org/markup-compatibility/2006" xmlns:p14="http://schemas.microsoft.com/office/powerpoint/2010/main">
        <mc:Choice Requires="p14">
          <p:contentPart p14:bwMode="auto" r:id="rId67">
            <p14:nvContentPartPr>
              <p14:cNvPr id="1052765" name="墨迹 1052764"/>
              <p14:cNvContentPartPr/>
              <p14:nvPr/>
            </p14:nvContentPartPr>
            <p14:xfrm>
              <a:off x="841024" y="2785714"/>
              <a:ext cx="18522" cy="515990"/>
            </p14:xfrm>
          </p:contentPart>
        </mc:Choice>
        <mc:Fallback xmlns="">
          <p:sp>
            <p:nvSpPr>
              <p:cNvPr id="1052765" name=""/>
              <p:cNvSpPr/>
              <p:nvPr/>
            </p:nvSpPr>
            <p:spPr>
              <a:xfrm>
                <a:off x="841024" y="2785714"/>
                <a:ext cx="18522" cy="515990"/>
              </a:xfrm>
            </p:spPr>
          </p:sp>
        </mc:Fallback>
      </mc:AlternateContent>
      <mc:AlternateContent xmlns:mc="http://schemas.openxmlformats.org/markup-compatibility/2006" xmlns:p14="http://schemas.microsoft.com/office/powerpoint/2010/main">
        <mc:Choice Requires="p14">
          <p:contentPart p14:bwMode="auto" r:id="rId68">
            <p14:nvContentPartPr>
              <p14:cNvPr id="1052766" name="墨迹 1052765"/>
              <p14:cNvContentPartPr/>
              <p14:nvPr/>
            </p14:nvContentPartPr>
            <p14:xfrm>
              <a:off x="818996" y="2774856"/>
              <a:ext cx="206847" cy="463069"/>
            </p14:xfrm>
          </p:contentPart>
        </mc:Choice>
        <mc:Fallback xmlns="">
          <p:sp>
            <p:nvSpPr>
              <p:cNvPr id="1052766" name=""/>
              <p:cNvSpPr/>
              <p:nvPr/>
            </p:nvSpPr>
            <p:spPr>
              <a:xfrm>
                <a:off x="818996" y="2774856"/>
                <a:ext cx="206847" cy="463069"/>
              </a:xfrm>
            </p:spPr>
          </p:sp>
        </mc:Fallback>
      </mc:AlternateContent>
      <mc:AlternateContent xmlns:mc="http://schemas.openxmlformats.org/markup-compatibility/2006" xmlns:p14="http://schemas.microsoft.com/office/powerpoint/2010/main">
        <mc:Choice Requires="p14">
          <p:contentPart p14:bwMode="auto" r:id="rId69">
            <p14:nvContentPartPr>
              <p14:cNvPr id="1052767" name="墨迹 1052766"/>
              <p14:cNvContentPartPr/>
              <p14:nvPr/>
            </p14:nvContentPartPr>
            <p14:xfrm>
              <a:off x="865673" y="2965668"/>
              <a:ext cx="106654" cy="142277"/>
            </p14:xfrm>
          </p:contentPart>
        </mc:Choice>
        <mc:Fallback xmlns="">
          <p:sp>
            <p:nvSpPr>
              <p:cNvPr id="1052767" name=""/>
              <p:cNvSpPr/>
              <p:nvPr/>
            </p:nvSpPr>
            <p:spPr>
              <a:xfrm>
                <a:off x="865673" y="2965668"/>
                <a:ext cx="106654" cy="142277"/>
              </a:xfrm>
            </p:spPr>
          </p:sp>
        </mc:Fallback>
      </mc:AlternateContent>
      <mc:AlternateContent xmlns:mc="http://schemas.openxmlformats.org/markup-compatibility/2006" xmlns:p14="http://schemas.microsoft.com/office/powerpoint/2010/main">
        <mc:Choice Requires="p14">
          <p:contentPart p14:bwMode="auto" r:id="rId70">
            <p14:nvContentPartPr>
              <p14:cNvPr id="1052768" name="墨迹 1052767"/>
              <p14:cNvContentPartPr/>
              <p14:nvPr/>
            </p14:nvContentPartPr>
            <p14:xfrm>
              <a:off x="1022591" y="2939630"/>
              <a:ext cx="182434" cy="30707"/>
            </p14:xfrm>
          </p:contentPart>
        </mc:Choice>
        <mc:Fallback xmlns="">
          <p:sp>
            <p:nvSpPr>
              <p:cNvPr id="1052768" name=""/>
              <p:cNvSpPr/>
              <p:nvPr/>
            </p:nvSpPr>
            <p:spPr>
              <a:xfrm>
                <a:off x="1022591" y="2939630"/>
                <a:ext cx="182434" cy="30707"/>
              </a:xfrm>
            </p:spPr>
          </p:sp>
        </mc:Fallback>
      </mc:AlternateContent>
      <mc:AlternateContent xmlns:mc="http://schemas.openxmlformats.org/markup-compatibility/2006" xmlns:p14="http://schemas.microsoft.com/office/powerpoint/2010/main">
        <mc:Choice Requires="p14">
          <p:contentPart p14:bwMode="auto" r:id="rId71">
            <p14:nvContentPartPr>
              <p14:cNvPr id="1052769" name="墨迹 1052768"/>
              <p14:cNvContentPartPr/>
              <p14:nvPr/>
            </p14:nvContentPartPr>
            <p14:xfrm>
              <a:off x="1072586" y="2816520"/>
              <a:ext cx="285837" cy="320262"/>
            </p14:xfrm>
          </p:contentPart>
        </mc:Choice>
        <mc:Fallback xmlns="">
          <p:sp>
            <p:nvSpPr>
              <p:cNvPr id="1052769" name=""/>
              <p:cNvSpPr/>
              <p:nvPr/>
            </p:nvSpPr>
            <p:spPr>
              <a:xfrm>
                <a:off x="1072586" y="2816520"/>
                <a:ext cx="285837" cy="320262"/>
              </a:xfrm>
            </p:spPr>
          </p:sp>
        </mc:Fallback>
      </mc:AlternateContent>
      <mc:AlternateContent xmlns:mc="http://schemas.openxmlformats.org/markup-compatibility/2006" xmlns:p14="http://schemas.microsoft.com/office/powerpoint/2010/main">
        <mc:Choice Requires="p14">
          <p:contentPart p14:bwMode="auto" r:id="rId72">
            <p14:nvContentPartPr>
              <p14:cNvPr id="1052770" name="墨迹 1052769"/>
              <p14:cNvContentPartPr/>
              <p14:nvPr/>
            </p14:nvContentPartPr>
            <p14:xfrm>
              <a:off x="1446874" y="2745975"/>
              <a:ext cx="52178" cy="447260"/>
            </p14:xfrm>
          </p:contentPart>
        </mc:Choice>
        <mc:Fallback xmlns="">
          <p:sp>
            <p:nvSpPr>
              <p:cNvPr id="1052770" name=""/>
              <p:cNvSpPr/>
              <p:nvPr/>
            </p:nvSpPr>
            <p:spPr>
              <a:xfrm>
                <a:off x="1446874" y="2745975"/>
                <a:ext cx="52178" cy="447260"/>
              </a:xfrm>
            </p:spPr>
          </p:sp>
        </mc:Fallback>
      </mc:AlternateContent>
      <mc:AlternateContent xmlns:mc="http://schemas.openxmlformats.org/markup-compatibility/2006" xmlns:p14="http://schemas.microsoft.com/office/powerpoint/2010/main">
        <mc:Choice Requires="p14">
          <p:contentPart p14:bwMode="auto" r:id="rId73">
            <p14:nvContentPartPr>
              <p14:cNvPr id="1052771" name="墨迹 1052770"/>
              <p14:cNvContentPartPr/>
              <p14:nvPr/>
            </p14:nvContentPartPr>
            <p14:xfrm>
              <a:off x="1407815" y="2645442"/>
              <a:ext cx="348526" cy="530451"/>
            </p14:xfrm>
          </p:contentPart>
        </mc:Choice>
        <mc:Fallback xmlns="">
          <p:sp>
            <p:nvSpPr>
              <p:cNvPr id="1052771" name=""/>
              <p:cNvSpPr/>
              <p:nvPr/>
            </p:nvSpPr>
            <p:spPr>
              <a:xfrm>
                <a:off x="1407815" y="2645442"/>
                <a:ext cx="348526" cy="530451"/>
              </a:xfrm>
            </p:spPr>
          </p:sp>
        </mc:Fallback>
      </mc:AlternateContent>
      <mc:AlternateContent xmlns:mc="http://schemas.openxmlformats.org/markup-compatibility/2006" xmlns:p14="http://schemas.microsoft.com/office/powerpoint/2010/main">
        <mc:Choice Requires="p14">
          <p:contentPart p14:bwMode="auto" r:id="rId74">
            <p14:nvContentPartPr>
              <p14:cNvPr id="1052772" name="墨迹 1052771"/>
              <p14:cNvContentPartPr/>
              <p14:nvPr/>
            </p14:nvContentPartPr>
            <p14:xfrm>
              <a:off x="1495673" y="2849196"/>
              <a:ext cx="193558" cy="168385"/>
            </p14:xfrm>
          </p:contentPart>
        </mc:Choice>
        <mc:Fallback xmlns="">
          <p:sp>
            <p:nvSpPr>
              <p:cNvPr id="1052772" name=""/>
              <p:cNvSpPr/>
              <p:nvPr/>
            </p:nvSpPr>
            <p:spPr>
              <a:xfrm>
                <a:off x="1495673" y="2849196"/>
                <a:ext cx="193558" cy="168385"/>
              </a:xfrm>
            </p:spPr>
          </p:sp>
        </mc:Fallback>
      </mc:AlternateContent>
      <mc:AlternateContent xmlns:mc="http://schemas.openxmlformats.org/markup-compatibility/2006" xmlns:p14="http://schemas.microsoft.com/office/powerpoint/2010/main">
        <mc:Choice Requires="p14">
          <p:contentPart p14:bwMode="auto" r:id="rId75">
            <p14:nvContentPartPr>
              <p14:cNvPr id="1052773" name="墨迹 1052772"/>
              <p14:cNvContentPartPr/>
              <p14:nvPr/>
            </p14:nvContentPartPr>
            <p14:xfrm>
              <a:off x="1591659" y="2775779"/>
              <a:ext cx="46783" cy="410469"/>
            </p14:xfrm>
          </p:contentPart>
        </mc:Choice>
        <mc:Fallback xmlns="">
          <p:sp>
            <p:nvSpPr>
              <p:cNvPr id="1052773" name=""/>
              <p:cNvSpPr/>
              <p:nvPr/>
            </p:nvSpPr>
            <p:spPr>
              <a:xfrm>
                <a:off x="1591659" y="2775779"/>
                <a:ext cx="46783" cy="410469"/>
              </a:xfrm>
            </p:spPr>
          </p:sp>
        </mc:Fallback>
      </mc:AlternateContent>
      <mc:AlternateContent xmlns:mc="http://schemas.openxmlformats.org/markup-compatibility/2006" xmlns:p14="http://schemas.microsoft.com/office/powerpoint/2010/main">
        <mc:Choice Requires="p14">
          <p:contentPart p14:bwMode="auto" r:id="rId76">
            <p14:nvContentPartPr>
              <p14:cNvPr id="1052774" name="墨迹 1052773"/>
              <p14:cNvContentPartPr/>
              <p14:nvPr/>
            </p14:nvContentPartPr>
            <p14:xfrm>
              <a:off x="1994098" y="2896036"/>
              <a:ext cx="234802" cy="46980"/>
            </p14:xfrm>
          </p:contentPart>
        </mc:Choice>
        <mc:Fallback xmlns="">
          <p:sp>
            <p:nvSpPr>
              <p:cNvPr id="1052774" name=""/>
              <p:cNvSpPr/>
              <p:nvPr/>
            </p:nvSpPr>
            <p:spPr>
              <a:xfrm>
                <a:off x="1994098" y="2896036"/>
                <a:ext cx="234802" cy="46980"/>
              </a:xfrm>
            </p:spPr>
          </p:sp>
        </mc:Fallback>
      </mc:AlternateContent>
      <mc:AlternateContent xmlns:mc="http://schemas.openxmlformats.org/markup-compatibility/2006" xmlns:p14="http://schemas.microsoft.com/office/powerpoint/2010/main">
        <mc:Choice Requires="p14">
          <p:contentPart p14:bwMode="auto" r:id="rId77">
            <p14:nvContentPartPr>
              <p14:cNvPr id="1052775" name="墨迹 1052774"/>
              <p14:cNvContentPartPr/>
              <p14:nvPr/>
            </p14:nvContentPartPr>
            <p14:xfrm>
              <a:off x="2307784" y="2741007"/>
              <a:ext cx="30981" cy="352716"/>
            </p14:xfrm>
          </p:contentPart>
        </mc:Choice>
        <mc:Fallback xmlns="">
          <p:sp>
            <p:nvSpPr>
              <p:cNvPr id="1052775" name=""/>
              <p:cNvSpPr/>
              <p:nvPr/>
            </p:nvSpPr>
            <p:spPr>
              <a:xfrm>
                <a:off x="2307784" y="2741007"/>
                <a:ext cx="30981" cy="352716"/>
              </a:xfrm>
            </p:spPr>
          </p:sp>
        </mc:Fallback>
      </mc:AlternateContent>
      <mc:AlternateContent xmlns:mc="http://schemas.openxmlformats.org/markup-compatibility/2006" xmlns:p14="http://schemas.microsoft.com/office/powerpoint/2010/main">
        <mc:Choice Requires="p14">
          <p:contentPart p14:bwMode="auto" r:id="rId78">
            <p14:nvContentPartPr>
              <p14:cNvPr id="1052776" name="墨迹 1052775"/>
              <p14:cNvContentPartPr/>
              <p14:nvPr/>
            </p14:nvContentPartPr>
            <p14:xfrm>
              <a:off x="2311739" y="2743513"/>
              <a:ext cx="157074" cy="362655"/>
            </p14:xfrm>
          </p:contentPart>
        </mc:Choice>
        <mc:Fallback xmlns="">
          <p:sp>
            <p:nvSpPr>
              <p:cNvPr id="1052776" name=""/>
              <p:cNvSpPr/>
              <p:nvPr/>
            </p:nvSpPr>
            <p:spPr>
              <a:xfrm>
                <a:off x="2311739" y="2743513"/>
                <a:ext cx="157074" cy="362655"/>
              </a:xfrm>
            </p:spPr>
          </p:sp>
        </mc:Fallback>
      </mc:AlternateContent>
      <mc:AlternateContent xmlns:mc="http://schemas.openxmlformats.org/markup-compatibility/2006" xmlns:p14="http://schemas.microsoft.com/office/powerpoint/2010/main">
        <mc:Choice Requires="p14">
          <p:contentPart p14:bwMode="auto" r:id="rId79">
            <p14:nvContentPartPr>
              <p14:cNvPr id="1052777" name="墨迹 1052776"/>
              <p14:cNvContentPartPr/>
              <p14:nvPr/>
            </p14:nvContentPartPr>
            <p14:xfrm>
              <a:off x="398291" y="3529176"/>
              <a:ext cx="41317" cy="103962"/>
            </p14:xfrm>
          </p:contentPart>
        </mc:Choice>
        <mc:Fallback xmlns="">
          <p:sp>
            <p:nvSpPr>
              <p:cNvPr id="1052777" name=""/>
              <p:cNvSpPr/>
              <p:nvPr/>
            </p:nvSpPr>
            <p:spPr>
              <a:xfrm>
                <a:off x="398291" y="3529176"/>
                <a:ext cx="41317" cy="103962"/>
              </a:xfrm>
            </p:spPr>
          </p:sp>
        </mc:Fallback>
      </mc:AlternateContent>
      <mc:AlternateContent xmlns:mc="http://schemas.openxmlformats.org/markup-compatibility/2006" xmlns:p14="http://schemas.microsoft.com/office/powerpoint/2010/main">
        <mc:Choice Requires="p14">
          <p:contentPart p14:bwMode="auto" r:id="rId80">
            <p14:nvContentPartPr>
              <p14:cNvPr id="1052778" name="墨迹 1052777"/>
              <p14:cNvContentPartPr/>
              <p14:nvPr/>
            </p14:nvContentPartPr>
            <p14:xfrm>
              <a:off x="276642" y="3613933"/>
              <a:ext cx="292316" cy="94072"/>
            </p14:xfrm>
          </p:contentPart>
        </mc:Choice>
        <mc:Fallback xmlns="">
          <p:sp>
            <p:nvSpPr>
              <p:cNvPr id="1052778" name=""/>
              <p:cNvSpPr/>
              <p:nvPr/>
            </p:nvSpPr>
            <p:spPr>
              <a:xfrm>
                <a:off x="276642" y="3613933"/>
                <a:ext cx="292316" cy="94072"/>
              </a:xfrm>
            </p:spPr>
          </p:sp>
        </mc:Fallback>
      </mc:AlternateContent>
      <mc:AlternateContent xmlns:mc="http://schemas.openxmlformats.org/markup-compatibility/2006" xmlns:p14="http://schemas.microsoft.com/office/powerpoint/2010/main">
        <mc:Choice Requires="p14">
          <p:contentPart p14:bwMode="auto" r:id="rId81">
            <p14:nvContentPartPr>
              <p14:cNvPr id="1052779" name="墨迹 1052778"/>
              <p14:cNvContentPartPr/>
              <p14:nvPr/>
            </p14:nvContentPartPr>
            <p14:xfrm>
              <a:off x="200951" y="3658331"/>
              <a:ext cx="122999" cy="556042"/>
            </p14:xfrm>
          </p:contentPart>
        </mc:Choice>
        <mc:Fallback xmlns="">
          <p:sp>
            <p:nvSpPr>
              <p:cNvPr id="1052779" name=""/>
              <p:cNvSpPr/>
              <p:nvPr/>
            </p:nvSpPr>
            <p:spPr>
              <a:xfrm>
                <a:off x="200951" y="3658331"/>
                <a:ext cx="122999" cy="556042"/>
              </a:xfrm>
            </p:spPr>
          </p:sp>
        </mc:Fallback>
      </mc:AlternateContent>
      <mc:AlternateContent xmlns:mc="http://schemas.openxmlformats.org/markup-compatibility/2006" xmlns:p14="http://schemas.microsoft.com/office/powerpoint/2010/main">
        <mc:Choice Requires="p14">
          <p:contentPart p14:bwMode="auto" r:id="rId82">
            <p14:nvContentPartPr>
              <p14:cNvPr id="1052780" name="墨迹 1052779"/>
              <p14:cNvContentPartPr/>
              <p14:nvPr/>
            </p14:nvContentPartPr>
            <p14:xfrm>
              <a:off x="292440" y="3674061"/>
              <a:ext cx="143022" cy="150039"/>
            </p14:xfrm>
          </p:contentPart>
        </mc:Choice>
        <mc:Fallback xmlns="">
          <p:sp>
            <p:nvSpPr>
              <p:cNvPr id="1052780" name=""/>
              <p:cNvSpPr/>
              <p:nvPr/>
            </p:nvSpPr>
            <p:spPr>
              <a:xfrm>
                <a:off x="292440" y="3674061"/>
                <a:ext cx="143022" cy="150039"/>
              </a:xfrm>
            </p:spPr>
          </p:sp>
        </mc:Fallback>
      </mc:AlternateContent>
      <mc:AlternateContent xmlns:mc="http://schemas.openxmlformats.org/markup-compatibility/2006" xmlns:p14="http://schemas.microsoft.com/office/powerpoint/2010/main">
        <mc:Choice Requires="p14">
          <p:contentPart p14:bwMode="auto" r:id="rId83">
            <p14:nvContentPartPr>
              <p14:cNvPr id="1052781" name="墨迹 1052780"/>
              <p14:cNvContentPartPr/>
              <p14:nvPr/>
            </p14:nvContentPartPr>
            <p14:xfrm>
              <a:off x="373792" y="3739466"/>
              <a:ext cx="45176" cy="181575"/>
            </p14:xfrm>
          </p:contentPart>
        </mc:Choice>
        <mc:Fallback xmlns="">
          <p:sp>
            <p:nvSpPr>
              <p:cNvPr id="1052781" name=""/>
              <p:cNvSpPr/>
              <p:nvPr/>
            </p:nvSpPr>
            <p:spPr>
              <a:xfrm>
                <a:off x="373792" y="3739466"/>
                <a:ext cx="45176" cy="181575"/>
              </a:xfrm>
            </p:spPr>
          </p:sp>
        </mc:Fallback>
      </mc:AlternateContent>
      <mc:AlternateContent xmlns:mc="http://schemas.openxmlformats.org/markup-compatibility/2006" xmlns:p14="http://schemas.microsoft.com/office/powerpoint/2010/main">
        <mc:Choice Requires="p14">
          <p:contentPart p14:bwMode="auto" r:id="rId84">
            <p14:nvContentPartPr>
              <p14:cNvPr id="1052782" name="墨迹 1052781"/>
              <p14:cNvContentPartPr/>
              <p14:nvPr/>
            </p14:nvContentPartPr>
            <p14:xfrm>
              <a:off x="428704" y="3635017"/>
              <a:ext cx="121837" cy="247072"/>
            </p14:xfrm>
          </p:contentPart>
        </mc:Choice>
        <mc:Fallback xmlns="">
          <p:sp>
            <p:nvSpPr>
              <p:cNvPr id="1052782" name=""/>
              <p:cNvSpPr/>
              <p:nvPr/>
            </p:nvSpPr>
            <p:spPr>
              <a:xfrm>
                <a:off x="428704" y="3635017"/>
                <a:ext cx="121837" cy="247072"/>
              </a:xfrm>
            </p:spPr>
          </p:sp>
        </mc:Fallback>
      </mc:AlternateContent>
      <mc:AlternateContent xmlns:mc="http://schemas.openxmlformats.org/markup-compatibility/2006" xmlns:p14="http://schemas.microsoft.com/office/powerpoint/2010/main">
        <mc:Choice Requires="p14">
          <p:contentPart p14:bwMode="auto" r:id="rId85">
            <p14:nvContentPartPr>
              <p14:cNvPr id="1052783" name="墨迹 1052782"/>
              <p14:cNvContentPartPr/>
              <p14:nvPr/>
            </p14:nvContentPartPr>
            <p14:xfrm>
              <a:off x="381858" y="3890145"/>
              <a:ext cx="247946" cy="252732"/>
            </p14:xfrm>
          </p:contentPart>
        </mc:Choice>
        <mc:Fallback xmlns="">
          <p:sp>
            <p:nvSpPr>
              <p:cNvPr id="1052783" name=""/>
              <p:cNvSpPr/>
              <p:nvPr/>
            </p:nvSpPr>
            <p:spPr>
              <a:xfrm>
                <a:off x="381858" y="3890145"/>
                <a:ext cx="247946" cy="252732"/>
              </a:xfrm>
            </p:spPr>
          </p:sp>
        </mc:Fallback>
      </mc:AlternateContent>
      <mc:AlternateContent xmlns:mc="http://schemas.openxmlformats.org/markup-compatibility/2006" xmlns:p14="http://schemas.microsoft.com/office/powerpoint/2010/main">
        <mc:Choice Requires="p14">
          <p:contentPart p14:bwMode="auto" r:id="rId86">
            <p14:nvContentPartPr>
              <p14:cNvPr id="1052784" name="墨迹 1052783"/>
              <p14:cNvContentPartPr/>
              <p14:nvPr/>
            </p14:nvContentPartPr>
            <p14:xfrm>
              <a:off x="477975" y="3829708"/>
              <a:ext cx="130966" cy="207193"/>
            </p14:xfrm>
          </p:contentPart>
        </mc:Choice>
        <mc:Fallback xmlns="">
          <p:sp>
            <p:nvSpPr>
              <p:cNvPr id="1052784" name=""/>
              <p:cNvSpPr/>
              <p:nvPr/>
            </p:nvSpPr>
            <p:spPr>
              <a:xfrm>
                <a:off x="477975" y="3829708"/>
                <a:ext cx="130966" cy="207193"/>
              </a:xfrm>
            </p:spPr>
          </p:sp>
        </mc:Fallback>
      </mc:AlternateContent>
      <mc:AlternateContent xmlns:mc="http://schemas.openxmlformats.org/markup-compatibility/2006" xmlns:p14="http://schemas.microsoft.com/office/powerpoint/2010/main">
        <mc:Choice Requires="p14">
          <p:contentPart p14:bwMode="auto" r:id="rId87">
            <p14:nvContentPartPr>
              <p14:cNvPr id="1052785" name="墨迹 1052784"/>
              <p14:cNvContentPartPr/>
              <p14:nvPr/>
            </p14:nvContentPartPr>
            <p14:xfrm>
              <a:off x="758489" y="3520070"/>
              <a:ext cx="201937" cy="439132"/>
            </p14:xfrm>
          </p:contentPart>
        </mc:Choice>
        <mc:Fallback xmlns="">
          <p:sp>
            <p:nvSpPr>
              <p:cNvPr id="1052785" name=""/>
              <p:cNvSpPr/>
              <p:nvPr/>
            </p:nvSpPr>
            <p:spPr>
              <a:xfrm>
                <a:off x="758489" y="3520070"/>
                <a:ext cx="201937" cy="439132"/>
              </a:xfrm>
            </p:spPr>
          </p:sp>
        </mc:Fallback>
      </mc:AlternateContent>
      <mc:AlternateContent xmlns:mc="http://schemas.openxmlformats.org/markup-compatibility/2006" xmlns:p14="http://schemas.microsoft.com/office/powerpoint/2010/main">
        <mc:Choice Requires="p14">
          <p:contentPart p14:bwMode="auto" r:id="rId88">
            <p14:nvContentPartPr>
              <p14:cNvPr id="1052786" name="墨迹 1052785"/>
              <p14:cNvContentPartPr/>
              <p14:nvPr/>
            </p14:nvContentPartPr>
            <p14:xfrm>
              <a:off x="926285" y="3637300"/>
              <a:ext cx="143313" cy="171582"/>
            </p14:xfrm>
          </p:contentPart>
        </mc:Choice>
        <mc:Fallback xmlns="">
          <p:sp>
            <p:nvSpPr>
              <p:cNvPr id="1052786" name=""/>
              <p:cNvSpPr/>
              <p:nvPr/>
            </p:nvSpPr>
            <p:spPr>
              <a:xfrm>
                <a:off x="926285" y="3637300"/>
                <a:ext cx="143313" cy="171582"/>
              </a:xfrm>
            </p:spPr>
          </p:sp>
        </mc:Fallback>
      </mc:AlternateContent>
      <mc:AlternateContent xmlns:mc="http://schemas.openxmlformats.org/markup-compatibility/2006" xmlns:p14="http://schemas.microsoft.com/office/powerpoint/2010/main">
        <mc:Choice Requires="p14">
          <p:contentPart p14:bwMode="auto" r:id="rId89">
            <p14:nvContentPartPr>
              <p14:cNvPr id="1052787" name="墨迹 1052786"/>
              <p14:cNvContentPartPr/>
              <p14:nvPr/>
            </p14:nvContentPartPr>
            <p14:xfrm>
              <a:off x="884536" y="3553186"/>
              <a:ext cx="209327" cy="423677"/>
            </p14:xfrm>
          </p:contentPart>
        </mc:Choice>
        <mc:Fallback xmlns="">
          <p:sp>
            <p:nvSpPr>
              <p:cNvPr id="1052787" name=""/>
              <p:cNvSpPr/>
              <p:nvPr/>
            </p:nvSpPr>
            <p:spPr>
              <a:xfrm>
                <a:off x="884536" y="3553186"/>
                <a:ext cx="209327" cy="423677"/>
              </a:xfrm>
            </p:spPr>
          </p:sp>
        </mc:Fallback>
      </mc:AlternateContent>
      <mc:AlternateContent xmlns:mc="http://schemas.openxmlformats.org/markup-compatibility/2006" xmlns:p14="http://schemas.microsoft.com/office/powerpoint/2010/main">
        <mc:Choice Requires="p14">
          <p:contentPart p14:bwMode="auto" r:id="rId90">
            <p14:nvContentPartPr>
              <p14:cNvPr id="1052788" name="墨迹 1052787"/>
              <p14:cNvContentPartPr/>
              <p14:nvPr/>
            </p14:nvContentPartPr>
            <p14:xfrm>
              <a:off x="1243925" y="3513487"/>
              <a:ext cx="247912" cy="55429"/>
            </p14:xfrm>
          </p:contentPart>
        </mc:Choice>
        <mc:Fallback xmlns="">
          <p:sp>
            <p:nvSpPr>
              <p:cNvPr id="1052788" name=""/>
              <p:cNvSpPr/>
              <p:nvPr/>
            </p:nvSpPr>
            <p:spPr>
              <a:xfrm>
                <a:off x="1243925" y="3513487"/>
                <a:ext cx="247912" cy="55429"/>
              </a:xfrm>
            </p:spPr>
          </p:sp>
        </mc:Fallback>
      </mc:AlternateContent>
      <mc:AlternateContent xmlns:mc="http://schemas.openxmlformats.org/markup-compatibility/2006" xmlns:p14="http://schemas.microsoft.com/office/powerpoint/2010/main">
        <mc:Choice Requires="p14">
          <p:contentPart p14:bwMode="auto" r:id="rId91">
            <p14:nvContentPartPr>
              <p14:cNvPr id="1052789" name="墨迹 1052788"/>
              <p14:cNvContentPartPr/>
              <p14:nvPr/>
            </p14:nvContentPartPr>
            <p14:xfrm>
              <a:off x="1207605" y="3538284"/>
              <a:ext cx="188382" cy="356382"/>
            </p14:xfrm>
          </p:contentPart>
        </mc:Choice>
        <mc:Fallback xmlns="">
          <p:sp>
            <p:nvSpPr>
              <p:cNvPr id="1052789" name=""/>
              <p:cNvSpPr/>
              <p:nvPr/>
            </p:nvSpPr>
            <p:spPr>
              <a:xfrm>
                <a:off x="1207605" y="3538284"/>
                <a:ext cx="188382" cy="356382"/>
              </a:xfrm>
            </p:spPr>
          </p:sp>
        </mc:Fallback>
      </mc:AlternateContent>
      <mc:AlternateContent xmlns:mc="http://schemas.openxmlformats.org/markup-compatibility/2006" xmlns:p14="http://schemas.microsoft.com/office/powerpoint/2010/main">
        <mc:Choice Requires="p14">
          <p:contentPart p14:bwMode="auto" r:id="rId92">
            <p14:nvContentPartPr>
              <p14:cNvPr id="1052790" name="墨迹 1052789"/>
              <p14:cNvContentPartPr/>
              <p14:nvPr/>
            </p14:nvContentPartPr>
            <p14:xfrm>
              <a:off x="1367049" y="3674888"/>
              <a:ext cx="28938" cy="210898"/>
            </p14:xfrm>
          </p:contentPart>
        </mc:Choice>
        <mc:Fallback xmlns="">
          <p:sp>
            <p:nvSpPr>
              <p:cNvPr id="1052790" name=""/>
              <p:cNvSpPr/>
              <p:nvPr/>
            </p:nvSpPr>
            <p:spPr>
              <a:xfrm>
                <a:off x="1367049" y="3674888"/>
                <a:ext cx="28938" cy="210898"/>
              </a:xfrm>
            </p:spPr>
          </p:sp>
        </mc:Fallback>
      </mc:AlternateContent>
      <mc:AlternateContent xmlns:mc="http://schemas.openxmlformats.org/markup-compatibility/2006" xmlns:p14="http://schemas.microsoft.com/office/powerpoint/2010/main">
        <mc:Choice Requires="p14">
          <p:contentPart p14:bwMode="auto" r:id="rId93">
            <p14:nvContentPartPr>
              <p14:cNvPr id="1052791" name="墨迹 1052790"/>
              <p14:cNvContentPartPr/>
              <p14:nvPr/>
            </p14:nvContentPartPr>
            <p14:xfrm>
              <a:off x="1417952" y="3724563"/>
              <a:ext cx="65801" cy="98420"/>
            </p14:xfrm>
          </p:contentPart>
        </mc:Choice>
        <mc:Fallback xmlns="">
          <p:sp>
            <p:nvSpPr>
              <p:cNvPr id="1052791" name=""/>
              <p:cNvSpPr/>
              <p:nvPr/>
            </p:nvSpPr>
            <p:spPr>
              <a:xfrm>
                <a:off x="1417952" y="3724563"/>
                <a:ext cx="65801" cy="98420"/>
              </a:xfrm>
            </p:spPr>
          </p:sp>
        </mc:Fallback>
      </mc:AlternateContent>
      <mc:AlternateContent xmlns:mc="http://schemas.openxmlformats.org/markup-compatibility/2006" xmlns:p14="http://schemas.microsoft.com/office/powerpoint/2010/main">
        <mc:Choice Requires="p14">
          <p:contentPart p14:bwMode="auto" r:id="rId94">
            <p14:nvContentPartPr>
              <p14:cNvPr id="1052792" name="墨迹 1052791"/>
              <p14:cNvContentPartPr/>
              <p14:nvPr/>
            </p14:nvContentPartPr>
            <p14:xfrm>
              <a:off x="1615404" y="3426516"/>
              <a:ext cx="30640" cy="466752"/>
            </p14:xfrm>
          </p:contentPart>
        </mc:Choice>
        <mc:Fallback xmlns="">
          <p:sp>
            <p:nvSpPr>
              <p:cNvPr id="1052792" name=""/>
              <p:cNvSpPr/>
              <p:nvPr/>
            </p:nvSpPr>
            <p:spPr>
              <a:xfrm>
                <a:off x="1615404" y="3426516"/>
                <a:ext cx="30640" cy="466752"/>
              </a:xfrm>
            </p:spPr>
          </p:sp>
        </mc:Fallback>
      </mc:AlternateContent>
      <mc:AlternateContent xmlns:mc="http://schemas.openxmlformats.org/markup-compatibility/2006" xmlns:p14="http://schemas.microsoft.com/office/powerpoint/2010/main">
        <mc:Choice Requires="p14">
          <p:contentPart p14:bwMode="auto" r:id="rId95">
            <p14:nvContentPartPr>
              <p14:cNvPr id="1052793" name="墨迹 1052792"/>
              <p14:cNvContentPartPr/>
              <p14:nvPr/>
            </p14:nvContentPartPr>
            <p14:xfrm>
              <a:off x="1583531" y="3378342"/>
              <a:ext cx="349341" cy="489663"/>
            </p14:xfrm>
          </p:contentPart>
        </mc:Choice>
        <mc:Fallback xmlns="">
          <p:sp>
            <p:nvSpPr>
              <p:cNvPr id="1052793" name=""/>
              <p:cNvSpPr/>
              <p:nvPr/>
            </p:nvSpPr>
            <p:spPr>
              <a:xfrm>
                <a:off x="1583531" y="3378342"/>
                <a:ext cx="349341" cy="489663"/>
              </a:xfrm>
            </p:spPr>
          </p:sp>
        </mc:Fallback>
      </mc:AlternateContent>
      <mc:AlternateContent xmlns:mc="http://schemas.openxmlformats.org/markup-compatibility/2006" xmlns:p14="http://schemas.microsoft.com/office/powerpoint/2010/main">
        <mc:Choice Requires="p14">
          <p:contentPart p14:bwMode="auto" r:id="rId96">
            <p14:nvContentPartPr>
              <p14:cNvPr id="1052794" name="墨迹 1052793"/>
              <p14:cNvContentPartPr/>
              <p14:nvPr/>
            </p14:nvContentPartPr>
            <p14:xfrm>
              <a:off x="1634218" y="3549401"/>
              <a:ext cx="256626" cy="179080"/>
            </p14:xfrm>
          </p:contentPart>
        </mc:Choice>
        <mc:Fallback xmlns="">
          <p:sp>
            <p:nvSpPr>
              <p:cNvPr id="1052794" name=""/>
              <p:cNvSpPr/>
              <p:nvPr/>
            </p:nvSpPr>
            <p:spPr>
              <a:xfrm>
                <a:off x="1634218" y="3549401"/>
                <a:ext cx="256626" cy="179080"/>
              </a:xfrm>
            </p:spPr>
          </p:sp>
        </mc:Fallback>
      </mc:AlternateContent>
      <mc:AlternateContent xmlns:mc="http://schemas.openxmlformats.org/markup-compatibility/2006" xmlns:p14="http://schemas.microsoft.com/office/powerpoint/2010/main">
        <mc:Choice Requires="p14">
          <p:contentPart p14:bwMode="auto" r:id="rId97">
            <p14:nvContentPartPr>
              <p14:cNvPr id="1052795" name="墨迹 1052794"/>
              <p14:cNvContentPartPr/>
              <p14:nvPr/>
            </p14:nvContentPartPr>
            <p14:xfrm>
              <a:off x="1779925" y="3492748"/>
              <a:ext cx="39146" cy="599663"/>
            </p14:xfrm>
          </p:contentPart>
        </mc:Choice>
        <mc:Fallback xmlns="">
          <p:sp>
            <p:nvSpPr>
              <p:cNvPr id="1052795" name=""/>
              <p:cNvSpPr/>
              <p:nvPr/>
            </p:nvSpPr>
            <p:spPr>
              <a:xfrm>
                <a:off x="1779925" y="3492748"/>
                <a:ext cx="39146" cy="599663"/>
              </a:xfrm>
            </p:spPr>
          </p:sp>
        </mc:Fallback>
      </mc:AlternateContent>
      <mc:AlternateContent xmlns:mc="http://schemas.openxmlformats.org/markup-compatibility/2006" xmlns:p14="http://schemas.microsoft.com/office/powerpoint/2010/main">
        <mc:Choice Requires="p14">
          <p:contentPart p14:bwMode="auto" r:id="rId98">
            <p14:nvContentPartPr>
              <p14:cNvPr id="1052796" name="墨迹 1052795"/>
              <p14:cNvContentPartPr/>
              <p14:nvPr/>
            </p14:nvContentPartPr>
            <p14:xfrm>
              <a:off x="1890578" y="2686365"/>
              <a:ext cx="185428" cy="536051"/>
            </p14:xfrm>
          </p:contentPart>
        </mc:Choice>
        <mc:Fallback xmlns="">
          <p:sp>
            <p:nvSpPr>
              <p:cNvPr id="1052796" name=""/>
              <p:cNvSpPr/>
              <p:nvPr/>
            </p:nvSpPr>
            <p:spPr>
              <a:xfrm>
                <a:off x="1890578" y="2686365"/>
                <a:ext cx="185428" cy="536051"/>
              </a:xfrm>
            </p:spPr>
          </p:sp>
        </mc:Fallback>
      </mc:AlternateContent>
      <mc:AlternateContent xmlns:mc="http://schemas.openxmlformats.org/markup-compatibility/2006" xmlns:p14="http://schemas.microsoft.com/office/powerpoint/2010/main">
        <mc:Choice Requires="p14">
          <p:contentPart p14:bwMode="auto" r:id="rId99">
            <p14:nvContentPartPr>
              <p14:cNvPr id="1052797" name="墨迹 1052796"/>
              <p14:cNvContentPartPr/>
              <p14:nvPr/>
            </p14:nvContentPartPr>
            <p14:xfrm>
              <a:off x="2460821" y="2564662"/>
              <a:ext cx="124613" cy="627188"/>
            </p14:xfrm>
          </p:contentPart>
        </mc:Choice>
        <mc:Fallback xmlns="">
          <p:sp>
            <p:nvSpPr>
              <p:cNvPr id="1052797" name=""/>
              <p:cNvSpPr/>
              <p:nvPr/>
            </p:nvSpPr>
            <p:spPr>
              <a:xfrm>
                <a:off x="2460821" y="2564662"/>
                <a:ext cx="124613" cy="627188"/>
              </a:xfrm>
            </p:spPr>
          </p:sp>
        </mc:Fallback>
      </mc:AlternateContent>
      <mc:AlternateContent xmlns:mc="http://schemas.openxmlformats.org/markup-compatibility/2006" xmlns:p14="http://schemas.microsoft.com/office/powerpoint/2010/main">
        <mc:Choice Requires="p14">
          <p:contentPart p14:bwMode="auto" r:id="rId100">
            <p14:nvContentPartPr>
              <p14:cNvPr id="1052798" name="墨迹 1052797"/>
              <p14:cNvContentPartPr/>
              <p14:nvPr/>
            </p14:nvContentPartPr>
            <p14:xfrm>
              <a:off x="2683447" y="2900926"/>
              <a:ext cx="203982" cy="42918"/>
            </p14:xfrm>
          </p:contentPart>
        </mc:Choice>
        <mc:Fallback xmlns="">
          <p:sp>
            <p:nvSpPr>
              <p:cNvPr id="1052798" name=""/>
              <p:cNvSpPr/>
              <p:nvPr/>
            </p:nvSpPr>
            <p:spPr>
              <a:xfrm>
                <a:off x="2683447" y="2900926"/>
                <a:ext cx="203982" cy="42918"/>
              </a:xfrm>
            </p:spPr>
          </p:sp>
        </mc:Fallback>
      </mc:AlternateContent>
      <mc:AlternateContent xmlns:mc="http://schemas.openxmlformats.org/markup-compatibility/2006" xmlns:p14="http://schemas.microsoft.com/office/powerpoint/2010/main">
        <mc:Choice Requires="p14">
          <p:contentPart p14:bwMode="auto" r:id="rId101">
            <p14:nvContentPartPr>
              <p14:cNvPr id="1052799" name="墨迹 1052798"/>
              <p14:cNvContentPartPr/>
              <p14:nvPr/>
            </p14:nvContentPartPr>
            <p14:xfrm>
              <a:off x="2916608" y="2765016"/>
              <a:ext cx="91455" cy="221502"/>
            </p14:xfrm>
          </p:contentPart>
        </mc:Choice>
        <mc:Fallback xmlns="">
          <p:sp>
            <p:nvSpPr>
              <p:cNvPr id="1052799" name=""/>
              <p:cNvSpPr/>
              <p:nvPr/>
            </p:nvSpPr>
            <p:spPr>
              <a:xfrm>
                <a:off x="2916608" y="2765016"/>
                <a:ext cx="91455" cy="221502"/>
              </a:xfrm>
            </p:spPr>
          </p:sp>
        </mc:Fallback>
      </mc:AlternateContent>
      <mc:AlternateContent xmlns:mc="http://schemas.openxmlformats.org/markup-compatibility/2006" xmlns:p14="http://schemas.microsoft.com/office/powerpoint/2010/main">
        <mc:Choice Requires="p14">
          <p:contentPart p14:bwMode="auto" r:id="rId102">
            <p14:nvContentPartPr>
              <p14:cNvPr id="1052800" name="墨迹 1052799"/>
              <p14:cNvContentPartPr/>
              <p14:nvPr/>
            </p14:nvContentPartPr>
            <p14:xfrm>
              <a:off x="3119804" y="2605230"/>
              <a:ext cx="209906" cy="228900"/>
            </p14:xfrm>
          </p:contentPart>
        </mc:Choice>
        <mc:Fallback xmlns="">
          <p:sp>
            <p:nvSpPr>
              <p:cNvPr id="1052800" name=""/>
              <p:cNvSpPr/>
              <p:nvPr/>
            </p:nvSpPr>
            <p:spPr>
              <a:xfrm>
                <a:off x="3119804" y="2605230"/>
                <a:ext cx="209906" cy="228900"/>
              </a:xfrm>
            </p:spPr>
          </p:sp>
        </mc:Fallback>
      </mc:AlternateContent>
      <mc:AlternateContent xmlns:mc="http://schemas.openxmlformats.org/markup-compatibility/2006" xmlns:p14="http://schemas.microsoft.com/office/powerpoint/2010/main">
        <mc:Choice Requires="p14">
          <p:contentPart p14:bwMode="auto" r:id="rId103">
            <p14:nvContentPartPr>
              <p14:cNvPr id="1052801" name="墨迹 1052800"/>
              <p14:cNvContentPartPr/>
              <p14:nvPr/>
            </p14:nvContentPartPr>
            <p14:xfrm>
              <a:off x="3256419" y="2709546"/>
              <a:ext cx="21758" cy="357537"/>
            </p14:xfrm>
          </p:contentPart>
        </mc:Choice>
        <mc:Fallback xmlns="">
          <p:sp>
            <p:nvSpPr>
              <p:cNvPr id="1052801" name=""/>
              <p:cNvSpPr/>
              <p:nvPr/>
            </p:nvSpPr>
            <p:spPr>
              <a:xfrm>
                <a:off x="3256419" y="2709546"/>
                <a:ext cx="21758" cy="357537"/>
              </a:xfrm>
            </p:spPr>
          </p:sp>
        </mc:Fallback>
      </mc:AlternateContent>
      <mc:AlternateContent xmlns:mc="http://schemas.openxmlformats.org/markup-compatibility/2006" xmlns:p14="http://schemas.microsoft.com/office/powerpoint/2010/main">
        <mc:Choice Requires="p14">
          <p:contentPart p14:bwMode="auto" r:id="rId104">
            <p14:nvContentPartPr>
              <p14:cNvPr id="1052802" name="墨迹 1052801"/>
              <p14:cNvContentPartPr/>
              <p14:nvPr/>
            </p14:nvContentPartPr>
            <p14:xfrm>
              <a:off x="3342382" y="2690505"/>
              <a:ext cx="12439" cy="148278"/>
            </p14:xfrm>
          </p:contentPart>
        </mc:Choice>
        <mc:Fallback xmlns="">
          <p:sp>
            <p:nvSpPr>
              <p:cNvPr id="1052802" name=""/>
              <p:cNvSpPr/>
              <p:nvPr/>
            </p:nvSpPr>
            <p:spPr>
              <a:xfrm>
                <a:off x="3342382" y="2690505"/>
                <a:ext cx="12439" cy="148278"/>
              </a:xfrm>
            </p:spPr>
          </p:sp>
        </mc:Fallback>
      </mc:AlternateContent>
      <mc:AlternateContent xmlns:mc="http://schemas.openxmlformats.org/markup-compatibility/2006" xmlns:p14="http://schemas.microsoft.com/office/powerpoint/2010/main">
        <mc:Choice Requires="p14">
          <p:contentPart p14:bwMode="auto" r:id="rId105">
            <p14:nvContentPartPr>
              <p14:cNvPr id="1052803" name="墨迹 1052802"/>
              <p14:cNvContentPartPr/>
              <p14:nvPr/>
            </p14:nvContentPartPr>
            <p14:xfrm>
              <a:off x="3398983" y="2624224"/>
              <a:ext cx="124232" cy="264791"/>
            </p14:xfrm>
          </p:contentPart>
        </mc:Choice>
        <mc:Fallback xmlns="">
          <p:sp>
            <p:nvSpPr>
              <p:cNvPr id="1052803" name=""/>
              <p:cNvSpPr/>
              <p:nvPr/>
            </p:nvSpPr>
            <p:spPr>
              <a:xfrm>
                <a:off x="3398983" y="2624224"/>
                <a:ext cx="124232" cy="264791"/>
              </a:xfrm>
            </p:spPr>
          </p:sp>
        </mc:Fallback>
      </mc:AlternateContent>
      <mc:AlternateContent xmlns:mc="http://schemas.openxmlformats.org/markup-compatibility/2006" xmlns:p14="http://schemas.microsoft.com/office/powerpoint/2010/main">
        <mc:Choice Requires="p14">
          <p:contentPart p14:bwMode="auto" r:id="rId106">
            <p14:nvContentPartPr>
              <p14:cNvPr id="1052804" name="墨迹 1052803"/>
              <p14:cNvContentPartPr/>
              <p14:nvPr/>
            </p14:nvContentPartPr>
            <p14:xfrm>
              <a:off x="3316502" y="2749859"/>
              <a:ext cx="269441" cy="227817"/>
            </p14:xfrm>
          </p:contentPart>
        </mc:Choice>
        <mc:Fallback xmlns="">
          <p:sp>
            <p:nvSpPr>
              <p:cNvPr id="1052804" name=""/>
              <p:cNvSpPr/>
              <p:nvPr/>
            </p:nvSpPr>
            <p:spPr>
              <a:xfrm>
                <a:off x="3316502" y="2749859"/>
                <a:ext cx="269441" cy="227817"/>
              </a:xfrm>
            </p:spPr>
          </p:sp>
        </mc:Fallback>
      </mc:AlternateContent>
      <mc:AlternateContent xmlns:mc="http://schemas.openxmlformats.org/markup-compatibility/2006" xmlns:p14="http://schemas.microsoft.com/office/powerpoint/2010/main">
        <mc:Choice Requires="p14">
          <p:contentPart p14:bwMode="auto" r:id="rId107">
            <p14:nvContentPartPr>
              <p14:cNvPr id="1052805" name="墨迹 1052804"/>
              <p14:cNvContentPartPr/>
              <p14:nvPr/>
            </p14:nvContentPartPr>
            <p14:xfrm>
              <a:off x="3634718" y="2489323"/>
              <a:ext cx="116542" cy="247239"/>
            </p14:xfrm>
          </p:contentPart>
        </mc:Choice>
        <mc:Fallback xmlns="">
          <p:sp>
            <p:nvSpPr>
              <p:cNvPr id="1052805" name=""/>
              <p:cNvSpPr/>
              <p:nvPr/>
            </p:nvSpPr>
            <p:spPr>
              <a:xfrm>
                <a:off x="3634718" y="2489323"/>
                <a:ext cx="116542" cy="247239"/>
              </a:xfrm>
            </p:spPr>
          </p:sp>
        </mc:Fallback>
      </mc:AlternateContent>
      <mc:AlternateContent xmlns:mc="http://schemas.openxmlformats.org/markup-compatibility/2006" xmlns:p14="http://schemas.microsoft.com/office/powerpoint/2010/main">
        <mc:Choice Requires="p14">
          <p:contentPart p14:bwMode="auto" r:id="rId108">
            <p14:nvContentPartPr>
              <p14:cNvPr id="1052806" name="墨迹 1052805"/>
              <p14:cNvContentPartPr/>
              <p14:nvPr/>
            </p14:nvContentPartPr>
            <p14:xfrm>
              <a:off x="3721995" y="2543446"/>
              <a:ext cx="91260" cy="138317"/>
            </p14:xfrm>
          </p:contentPart>
        </mc:Choice>
        <mc:Fallback xmlns="">
          <p:sp>
            <p:nvSpPr>
              <p:cNvPr id="1052806" name=""/>
              <p:cNvSpPr/>
              <p:nvPr/>
            </p:nvSpPr>
            <p:spPr>
              <a:xfrm>
                <a:off x="3721995" y="2543446"/>
                <a:ext cx="91260" cy="138317"/>
              </a:xfrm>
            </p:spPr>
          </p:sp>
        </mc:Fallback>
      </mc:AlternateContent>
      <mc:AlternateContent xmlns:mc="http://schemas.openxmlformats.org/markup-compatibility/2006" xmlns:p14="http://schemas.microsoft.com/office/powerpoint/2010/main">
        <mc:Choice Requires="p14">
          <p:contentPart p14:bwMode="auto" r:id="rId109">
            <p14:nvContentPartPr>
              <p14:cNvPr id="1052807" name="墨迹 1052806"/>
              <p14:cNvContentPartPr/>
              <p14:nvPr/>
            </p14:nvContentPartPr>
            <p14:xfrm>
              <a:off x="3831055" y="2444615"/>
              <a:ext cx="112802" cy="222667"/>
            </p14:xfrm>
          </p:contentPart>
        </mc:Choice>
        <mc:Fallback xmlns="">
          <p:sp>
            <p:nvSpPr>
              <p:cNvPr id="1052807" name=""/>
              <p:cNvSpPr/>
              <p:nvPr/>
            </p:nvSpPr>
            <p:spPr>
              <a:xfrm>
                <a:off x="3831055" y="2444615"/>
                <a:ext cx="112802" cy="222667"/>
              </a:xfrm>
            </p:spPr>
          </p:sp>
        </mc:Fallback>
      </mc:AlternateContent>
      <mc:AlternateContent xmlns:mc="http://schemas.openxmlformats.org/markup-compatibility/2006" xmlns:p14="http://schemas.microsoft.com/office/powerpoint/2010/main">
        <mc:Choice Requires="p14">
          <p:contentPart p14:bwMode="auto" r:id="rId110">
            <p14:nvContentPartPr>
              <p14:cNvPr id="1052808" name="墨迹 1052807"/>
              <p14:cNvContentPartPr/>
              <p14:nvPr/>
            </p14:nvContentPartPr>
            <p14:xfrm>
              <a:off x="3740278" y="2690482"/>
              <a:ext cx="142260" cy="52181"/>
            </p14:xfrm>
          </p:contentPart>
        </mc:Choice>
        <mc:Fallback xmlns="">
          <p:sp>
            <p:nvSpPr>
              <p:cNvPr id="1052808" name=""/>
              <p:cNvSpPr/>
              <p:nvPr/>
            </p:nvSpPr>
            <p:spPr>
              <a:xfrm>
                <a:off x="3740278" y="2690482"/>
                <a:ext cx="142260" cy="52181"/>
              </a:xfrm>
            </p:spPr>
          </p:sp>
        </mc:Fallback>
      </mc:AlternateContent>
      <mc:AlternateContent xmlns:mc="http://schemas.openxmlformats.org/markup-compatibility/2006" xmlns:p14="http://schemas.microsoft.com/office/powerpoint/2010/main">
        <mc:Choice Requires="p14">
          <p:contentPart p14:bwMode="auto" r:id="rId111">
            <p14:nvContentPartPr>
              <p14:cNvPr id="1052809" name="墨迹 1052808"/>
              <p14:cNvContentPartPr/>
              <p14:nvPr/>
            </p14:nvContentPartPr>
            <p14:xfrm>
              <a:off x="3733990" y="2631723"/>
              <a:ext cx="201055" cy="411649"/>
            </p14:xfrm>
          </p:contentPart>
        </mc:Choice>
        <mc:Fallback xmlns="">
          <p:sp>
            <p:nvSpPr>
              <p:cNvPr id="1052809" name=""/>
              <p:cNvSpPr/>
              <p:nvPr/>
            </p:nvSpPr>
            <p:spPr>
              <a:xfrm>
                <a:off x="3733990" y="2631723"/>
                <a:ext cx="201055" cy="411649"/>
              </a:xfrm>
            </p:spPr>
          </p:sp>
        </mc:Fallback>
      </mc:AlternateContent>
      <mc:AlternateContent xmlns:mc="http://schemas.openxmlformats.org/markup-compatibility/2006" xmlns:p14="http://schemas.microsoft.com/office/powerpoint/2010/main">
        <mc:Choice Requires="p14">
          <p:contentPart p14:bwMode="auto" r:id="rId112">
            <p14:nvContentPartPr>
              <p14:cNvPr id="1052810" name="墨迹 1052809"/>
              <p14:cNvContentPartPr/>
              <p14:nvPr/>
            </p14:nvContentPartPr>
            <p14:xfrm>
              <a:off x="3992077" y="2558039"/>
              <a:ext cx="146097" cy="360962"/>
            </p14:xfrm>
          </p:contentPart>
        </mc:Choice>
        <mc:Fallback xmlns="">
          <p:sp>
            <p:nvSpPr>
              <p:cNvPr id="1052810" name=""/>
              <p:cNvSpPr/>
              <p:nvPr/>
            </p:nvSpPr>
            <p:spPr>
              <a:xfrm>
                <a:off x="3992077" y="2558039"/>
                <a:ext cx="146097" cy="360962"/>
              </a:xfrm>
            </p:spPr>
          </p:sp>
        </mc:Fallback>
      </mc:AlternateContent>
      <mc:AlternateContent xmlns:mc="http://schemas.openxmlformats.org/markup-compatibility/2006" xmlns:p14="http://schemas.microsoft.com/office/powerpoint/2010/main">
        <mc:Choice Requires="p14">
          <p:contentPart p14:bwMode="auto" r:id="rId113">
            <p14:nvContentPartPr>
              <p14:cNvPr id="1052811" name="墨迹 1052810"/>
              <p14:cNvContentPartPr/>
              <p14:nvPr/>
            </p14:nvContentPartPr>
            <p14:xfrm>
              <a:off x="4152343" y="2486011"/>
              <a:ext cx="191977" cy="445015"/>
            </p14:xfrm>
          </p:contentPart>
        </mc:Choice>
        <mc:Fallback xmlns="">
          <p:sp>
            <p:nvSpPr>
              <p:cNvPr id="1052811" name=""/>
              <p:cNvSpPr/>
              <p:nvPr/>
            </p:nvSpPr>
            <p:spPr>
              <a:xfrm>
                <a:off x="4152343" y="2486011"/>
                <a:ext cx="191977" cy="445015"/>
              </a:xfrm>
            </p:spPr>
          </p:sp>
        </mc:Fallback>
      </mc:AlternateContent>
      <mc:AlternateContent xmlns:mc="http://schemas.openxmlformats.org/markup-compatibility/2006" xmlns:p14="http://schemas.microsoft.com/office/powerpoint/2010/main">
        <mc:Choice Requires="p14">
          <p:contentPart p14:bwMode="auto" r:id="rId114">
            <p14:nvContentPartPr>
              <p14:cNvPr id="1052812" name="墨迹 1052811"/>
              <p14:cNvContentPartPr/>
              <p14:nvPr/>
            </p14:nvContentPartPr>
            <p14:xfrm>
              <a:off x="4484374" y="2396596"/>
              <a:ext cx="130261" cy="162937"/>
            </p14:xfrm>
          </p:contentPart>
        </mc:Choice>
        <mc:Fallback xmlns="">
          <p:sp>
            <p:nvSpPr>
              <p:cNvPr id="1052812" name=""/>
              <p:cNvSpPr/>
              <p:nvPr/>
            </p:nvSpPr>
            <p:spPr>
              <a:xfrm>
                <a:off x="4484374" y="2396596"/>
                <a:ext cx="130261" cy="162937"/>
              </a:xfrm>
            </p:spPr>
          </p:sp>
        </mc:Fallback>
      </mc:AlternateContent>
      <mc:AlternateContent xmlns:mc="http://schemas.openxmlformats.org/markup-compatibility/2006" xmlns:p14="http://schemas.microsoft.com/office/powerpoint/2010/main">
        <mc:Choice Requires="p14">
          <p:contentPart p14:bwMode="auto" r:id="rId115">
            <p14:nvContentPartPr>
              <p14:cNvPr id="1052813" name="墨迹 1052812"/>
              <p14:cNvContentPartPr/>
              <p14:nvPr/>
            </p14:nvContentPartPr>
            <p14:xfrm>
              <a:off x="4392604" y="2442361"/>
              <a:ext cx="318057" cy="307558"/>
            </p14:xfrm>
          </p:contentPart>
        </mc:Choice>
        <mc:Fallback xmlns="">
          <p:sp>
            <p:nvSpPr>
              <p:cNvPr id="1052813" name=""/>
              <p:cNvSpPr/>
              <p:nvPr/>
            </p:nvSpPr>
            <p:spPr>
              <a:xfrm>
                <a:off x="4392604" y="2442361"/>
                <a:ext cx="318057" cy="307558"/>
              </a:xfrm>
            </p:spPr>
          </p:sp>
        </mc:Fallback>
      </mc:AlternateContent>
      <mc:AlternateContent xmlns:mc="http://schemas.openxmlformats.org/markup-compatibility/2006" xmlns:p14="http://schemas.microsoft.com/office/powerpoint/2010/main">
        <mc:Choice Requires="p14">
          <p:contentPart p14:bwMode="auto" r:id="rId116">
            <p14:nvContentPartPr>
              <p14:cNvPr id="1052814" name="墨迹 1052813"/>
              <p14:cNvContentPartPr/>
              <p14:nvPr/>
            </p14:nvContentPartPr>
            <p14:xfrm>
              <a:off x="4523398" y="2549760"/>
              <a:ext cx="247005" cy="71767"/>
            </p14:xfrm>
          </p:contentPart>
        </mc:Choice>
        <mc:Fallback xmlns="">
          <p:sp>
            <p:nvSpPr>
              <p:cNvPr id="1052814" name=""/>
              <p:cNvSpPr/>
              <p:nvPr/>
            </p:nvSpPr>
            <p:spPr>
              <a:xfrm>
                <a:off x="4523398" y="2549760"/>
                <a:ext cx="247005" cy="71767"/>
              </a:xfrm>
            </p:spPr>
          </p:sp>
        </mc:Fallback>
      </mc:AlternateContent>
      <mc:AlternateContent xmlns:mc="http://schemas.openxmlformats.org/markup-compatibility/2006" xmlns:p14="http://schemas.microsoft.com/office/powerpoint/2010/main">
        <mc:Choice Requires="p14">
          <p:contentPart p14:bwMode="auto" r:id="rId117">
            <p14:nvContentPartPr>
              <p14:cNvPr id="1052815" name="墨迹 1052814"/>
              <p14:cNvContentPartPr/>
              <p14:nvPr/>
            </p14:nvContentPartPr>
            <p14:xfrm>
              <a:off x="4508192" y="2610545"/>
              <a:ext cx="173298" cy="277356"/>
            </p14:xfrm>
          </p:contentPart>
        </mc:Choice>
        <mc:Fallback xmlns="">
          <p:sp>
            <p:nvSpPr>
              <p:cNvPr id="1052815" name=""/>
              <p:cNvSpPr/>
              <p:nvPr/>
            </p:nvSpPr>
            <p:spPr>
              <a:xfrm>
                <a:off x="4508192" y="2610545"/>
                <a:ext cx="173298" cy="277356"/>
              </a:xfrm>
            </p:spPr>
          </p:sp>
        </mc:Fallback>
      </mc:AlternateContent>
      <mc:AlternateContent xmlns:mc="http://schemas.openxmlformats.org/markup-compatibility/2006" xmlns:p14="http://schemas.microsoft.com/office/powerpoint/2010/main">
        <mc:Choice Requires="p14">
          <p:contentPart p14:bwMode="auto" r:id="rId118">
            <p14:nvContentPartPr>
              <p14:cNvPr id="1052816" name="墨迹 1052815"/>
              <p14:cNvContentPartPr/>
              <p14:nvPr/>
            </p14:nvContentPartPr>
            <p14:xfrm>
              <a:off x="4515158" y="2712030"/>
              <a:ext cx="52168" cy="163709"/>
            </p14:xfrm>
          </p:contentPart>
        </mc:Choice>
        <mc:Fallback xmlns="">
          <p:sp>
            <p:nvSpPr>
              <p:cNvPr id="1052816" name=""/>
              <p:cNvSpPr/>
              <p:nvPr/>
            </p:nvSpPr>
            <p:spPr>
              <a:xfrm>
                <a:off x="4515158" y="2712030"/>
                <a:ext cx="52168" cy="163709"/>
              </a:xfrm>
            </p:spPr>
          </p:sp>
        </mc:Fallback>
      </mc:AlternateContent>
      <mc:AlternateContent xmlns:mc="http://schemas.openxmlformats.org/markup-compatibility/2006" xmlns:p14="http://schemas.microsoft.com/office/powerpoint/2010/main">
        <mc:Choice Requires="p14">
          <p:contentPart p14:bwMode="auto" r:id="rId119">
            <p14:nvContentPartPr>
              <p14:cNvPr id="1052817" name="墨迹 1052816"/>
              <p14:cNvContentPartPr/>
              <p14:nvPr/>
            </p14:nvContentPartPr>
            <p14:xfrm>
              <a:off x="4699114" y="2774123"/>
              <a:ext cx="52261" cy="37239"/>
            </p14:xfrm>
          </p:contentPart>
        </mc:Choice>
        <mc:Fallback xmlns="">
          <p:sp>
            <p:nvSpPr>
              <p:cNvPr id="1052817" name=""/>
              <p:cNvSpPr/>
              <p:nvPr/>
            </p:nvSpPr>
            <p:spPr>
              <a:xfrm>
                <a:off x="4699114" y="2774123"/>
                <a:ext cx="52261" cy="37239"/>
              </a:xfrm>
            </p:spPr>
          </p:sp>
        </mc:Fallback>
      </mc:AlternateContent>
      <mc:AlternateContent xmlns:mc="http://schemas.openxmlformats.org/markup-compatibility/2006" xmlns:p14="http://schemas.microsoft.com/office/powerpoint/2010/main">
        <mc:Choice Requires="p14">
          <p:contentPart p14:bwMode="auto" r:id="rId120">
            <p14:nvContentPartPr>
              <p14:cNvPr id="1052818" name="墨迹 1052817"/>
              <p14:cNvContentPartPr/>
              <p14:nvPr/>
            </p14:nvContentPartPr>
            <p14:xfrm>
              <a:off x="4856604" y="2402392"/>
              <a:ext cx="145789" cy="420696"/>
            </p14:xfrm>
          </p:contentPart>
        </mc:Choice>
        <mc:Fallback xmlns="">
          <p:sp>
            <p:nvSpPr>
              <p:cNvPr id="1052818" name=""/>
              <p:cNvSpPr/>
              <p:nvPr/>
            </p:nvSpPr>
            <p:spPr>
              <a:xfrm>
                <a:off x="4856604" y="2402392"/>
                <a:ext cx="145789" cy="420696"/>
              </a:xfrm>
            </p:spPr>
          </p:sp>
        </mc:Fallback>
      </mc:AlternateContent>
      <mc:AlternateContent xmlns:mc="http://schemas.openxmlformats.org/markup-compatibility/2006" xmlns:p14="http://schemas.microsoft.com/office/powerpoint/2010/main">
        <mc:Choice Requires="p14">
          <p:contentPart p14:bwMode="auto" r:id="rId121">
            <p14:nvContentPartPr>
              <p14:cNvPr id="1052819" name="墨迹 1052818"/>
              <p14:cNvContentPartPr/>
              <p14:nvPr/>
            </p14:nvContentPartPr>
            <p14:xfrm>
              <a:off x="4881431" y="2403220"/>
              <a:ext cx="286019" cy="593753"/>
            </p14:xfrm>
          </p:contentPart>
        </mc:Choice>
        <mc:Fallback xmlns="">
          <p:sp>
            <p:nvSpPr>
              <p:cNvPr id="1052819" name=""/>
              <p:cNvSpPr/>
              <p:nvPr/>
            </p:nvSpPr>
            <p:spPr>
              <a:xfrm>
                <a:off x="4881431" y="2403220"/>
                <a:ext cx="286019" cy="593753"/>
              </a:xfrm>
            </p:spPr>
          </p:sp>
        </mc:Fallback>
      </mc:AlternateContent>
      <mc:AlternateContent xmlns:mc="http://schemas.openxmlformats.org/markup-compatibility/2006" xmlns:p14="http://schemas.microsoft.com/office/powerpoint/2010/main">
        <mc:Choice Requires="p14">
          <p:contentPart p14:bwMode="auto" r:id="rId122">
            <p14:nvContentPartPr>
              <p14:cNvPr id="1052820" name="墨迹 1052819"/>
              <p14:cNvContentPartPr/>
              <p14:nvPr/>
            </p14:nvContentPartPr>
            <p14:xfrm>
              <a:off x="5234710" y="2520515"/>
              <a:ext cx="336959" cy="179112"/>
            </p14:xfrm>
          </p:contentPart>
        </mc:Choice>
        <mc:Fallback xmlns="">
          <p:sp>
            <p:nvSpPr>
              <p:cNvPr id="1052820" name=""/>
              <p:cNvSpPr/>
              <p:nvPr/>
            </p:nvSpPr>
            <p:spPr>
              <a:xfrm>
                <a:off x="5234710" y="2520515"/>
                <a:ext cx="336959" cy="179112"/>
              </a:xfrm>
            </p:spPr>
          </p:sp>
        </mc:Fallback>
      </mc:AlternateContent>
      <mc:AlternateContent xmlns:mc="http://schemas.openxmlformats.org/markup-compatibility/2006" xmlns:p14="http://schemas.microsoft.com/office/powerpoint/2010/main">
        <mc:Choice Requires="p14">
          <p:contentPart p14:bwMode="auto" r:id="rId123">
            <p14:nvContentPartPr>
              <p14:cNvPr id="1052821" name="墨迹 1052820"/>
              <p14:cNvContentPartPr/>
              <p14:nvPr/>
            </p14:nvContentPartPr>
            <p14:xfrm>
              <a:off x="5333782" y="2519955"/>
              <a:ext cx="435299" cy="308527"/>
            </p14:xfrm>
          </p:contentPart>
        </mc:Choice>
        <mc:Fallback xmlns="">
          <p:sp>
            <p:nvSpPr>
              <p:cNvPr id="1052821" name=""/>
              <p:cNvSpPr/>
              <p:nvPr/>
            </p:nvSpPr>
            <p:spPr>
              <a:xfrm>
                <a:off x="5333782" y="2519955"/>
                <a:ext cx="435299" cy="308527"/>
              </a:xfrm>
            </p:spPr>
          </p:sp>
        </mc:Fallback>
      </mc:AlternateContent>
      <mc:AlternateContent xmlns:mc="http://schemas.openxmlformats.org/markup-compatibility/2006" xmlns:p14="http://schemas.microsoft.com/office/powerpoint/2010/main">
        <mc:Choice Requires="p14">
          <p:contentPart p14:bwMode="auto" r:id="rId124">
            <p14:nvContentPartPr>
              <p14:cNvPr id="1052822" name="墨迹 1052821"/>
              <p14:cNvContentPartPr/>
              <p14:nvPr/>
            </p14:nvContentPartPr>
            <p14:xfrm>
              <a:off x="5750032" y="2424436"/>
              <a:ext cx="340921" cy="80617"/>
            </p14:xfrm>
          </p:contentPart>
        </mc:Choice>
        <mc:Fallback xmlns="">
          <p:sp>
            <p:nvSpPr>
              <p:cNvPr id="1052822" name=""/>
              <p:cNvSpPr/>
              <p:nvPr/>
            </p:nvSpPr>
            <p:spPr>
              <a:xfrm>
                <a:off x="5750032" y="2424436"/>
                <a:ext cx="340921" cy="80617"/>
              </a:xfrm>
            </p:spPr>
          </p:sp>
        </mc:Fallback>
      </mc:AlternateContent>
      <mc:AlternateContent xmlns:mc="http://schemas.openxmlformats.org/markup-compatibility/2006" xmlns:p14="http://schemas.microsoft.com/office/powerpoint/2010/main">
        <mc:Choice Requires="p14">
          <p:contentPart p14:bwMode="auto" r:id="rId125">
            <p14:nvContentPartPr>
              <p14:cNvPr id="1052823" name="墨迹 1052822"/>
              <p14:cNvContentPartPr/>
              <p14:nvPr/>
            </p14:nvContentPartPr>
            <p14:xfrm>
              <a:off x="5701884" y="2464485"/>
              <a:ext cx="222175" cy="305031"/>
            </p14:xfrm>
          </p:contentPart>
        </mc:Choice>
        <mc:Fallback xmlns="">
          <p:sp>
            <p:nvSpPr>
              <p:cNvPr id="1052823" name=""/>
              <p:cNvSpPr/>
              <p:nvPr/>
            </p:nvSpPr>
            <p:spPr>
              <a:xfrm>
                <a:off x="5701884" y="2464485"/>
                <a:ext cx="222175" cy="305031"/>
              </a:xfrm>
            </p:spPr>
          </p:sp>
        </mc:Fallback>
      </mc:AlternateContent>
      <mc:AlternateContent xmlns:mc="http://schemas.openxmlformats.org/markup-compatibility/2006" xmlns:p14="http://schemas.microsoft.com/office/powerpoint/2010/main">
        <mc:Choice Requires="p14">
          <p:contentPart p14:bwMode="auto" r:id="rId126">
            <p14:nvContentPartPr>
              <p14:cNvPr id="1052824" name="墨迹 1052823"/>
              <p14:cNvContentPartPr/>
              <p14:nvPr/>
            </p14:nvContentPartPr>
            <p14:xfrm>
              <a:off x="5859271" y="2558867"/>
              <a:ext cx="69856" cy="251476"/>
            </p14:xfrm>
          </p:contentPart>
        </mc:Choice>
        <mc:Fallback xmlns="">
          <p:sp>
            <p:nvSpPr>
              <p:cNvPr id="1052824" name=""/>
              <p:cNvSpPr/>
              <p:nvPr/>
            </p:nvSpPr>
            <p:spPr>
              <a:xfrm>
                <a:off x="5859271" y="2558867"/>
                <a:ext cx="69856" cy="251476"/>
              </a:xfrm>
            </p:spPr>
          </p:sp>
        </mc:Fallback>
      </mc:AlternateContent>
      <mc:AlternateContent xmlns:mc="http://schemas.openxmlformats.org/markup-compatibility/2006" xmlns:p14="http://schemas.microsoft.com/office/powerpoint/2010/main">
        <mc:Choice Requires="p14">
          <p:contentPart p14:bwMode="auto" r:id="rId127">
            <p14:nvContentPartPr>
              <p14:cNvPr id="1052825" name="墨迹 1052824"/>
              <p14:cNvContentPartPr/>
              <p14:nvPr/>
            </p14:nvContentPartPr>
            <p14:xfrm>
              <a:off x="5988263" y="2548932"/>
              <a:ext cx="147069" cy="223168"/>
            </p14:xfrm>
          </p:contentPart>
        </mc:Choice>
        <mc:Fallback xmlns="">
          <p:sp>
            <p:nvSpPr>
              <p:cNvPr id="1052825" name=""/>
              <p:cNvSpPr/>
              <p:nvPr/>
            </p:nvSpPr>
            <p:spPr>
              <a:xfrm>
                <a:off x="5988263" y="2548932"/>
                <a:ext cx="147069" cy="223168"/>
              </a:xfrm>
            </p:spPr>
          </p:sp>
        </mc:Fallback>
      </mc:AlternateContent>
      <mc:AlternateContent xmlns:mc="http://schemas.openxmlformats.org/markup-compatibility/2006" xmlns:p14="http://schemas.microsoft.com/office/powerpoint/2010/main">
        <mc:Choice Requires="p14">
          <p:contentPart p14:bwMode="auto" r:id="rId128">
            <p14:nvContentPartPr>
              <p14:cNvPr id="1052826" name="墨迹 1052825"/>
              <p14:cNvContentPartPr/>
              <p14:nvPr/>
            </p14:nvContentPartPr>
            <p14:xfrm>
              <a:off x="6119741" y="2427230"/>
              <a:ext cx="48012" cy="373350"/>
            </p14:xfrm>
          </p:contentPart>
        </mc:Choice>
        <mc:Fallback xmlns="">
          <p:sp>
            <p:nvSpPr>
              <p:cNvPr id="1052826" name=""/>
              <p:cNvSpPr/>
              <p:nvPr/>
            </p:nvSpPr>
            <p:spPr>
              <a:xfrm>
                <a:off x="6119741" y="2427230"/>
                <a:ext cx="48012" cy="373350"/>
              </a:xfrm>
            </p:spPr>
          </p:sp>
        </mc:Fallback>
      </mc:AlternateContent>
      <mc:AlternateContent xmlns:mc="http://schemas.openxmlformats.org/markup-compatibility/2006" xmlns:p14="http://schemas.microsoft.com/office/powerpoint/2010/main">
        <mc:Choice Requires="p14">
          <p:contentPart p14:bwMode="auto" r:id="rId129">
            <p14:nvContentPartPr>
              <p14:cNvPr id="1052827" name="墨迹 1052826"/>
              <p14:cNvContentPartPr/>
              <p14:nvPr/>
            </p14:nvContentPartPr>
            <p14:xfrm>
              <a:off x="6176651" y="2375666"/>
              <a:ext cx="274585" cy="468727"/>
            </p14:xfrm>
          </p:contentPart>
        </mc:Choice>
        <mc:Fallback xmlns="">
          <p:sp>
            <p:nvSpPr>
              <p:cNvPr id="1052827" name=""/>
              <p:cNvSpPr/>
              <p:nvPr/>
            </p:nvSpPr>
            <p:spPr>
              <a:xfrm>
                <a:off x="6176651" y="2375666"/>
                <a:ext cx="274585" cy="468727"/>
              </a:xfrm>
            </p:spPr>
          </p:sp>
        </mc:Fallback>
      </mc:AlternateContent>
      <mc:AlternateContent xmlns:mc="http://schemas.openxmlformats.org/markup-compatibility/2006" xmlns:p14="http://schemas.microsoft.com/office/powerpoint/2010/main">
        <mc:Choice Requires="p14">
          <p:contentPart p14:bwMode="auto" r:id="rId130">
            <p14:nvContentPartPr>
              <p14:cNvPr id="1052828" name="墨迹 1052827"/>
              <p14:cNvContentPartPr/>
              <p14:nvPr/>
            </p14:nvContentPartPr>
            <p14:xfrm>
              <a:off x="6187633" y="2548860"/>
              <a:ext cx="233204" cy="127109"/>
            </p14:xfrm>
          </p:contentPart>
        </mc:Choice>
        <mc:Fallback xmlns="">
          <p:sp>
            <p:nvSpPr>
              <p:cNvPr id="1052828" name=""/>
              <p:cNvSpPr/>
              <p:nvPr/>
            </p:nvSpPr>
            <p:spPr>
              <a:xfrm>
                <a:off x="6187633" y="2548860"/>
                <a:ext cx="233204" cy="127109"/>
              </a:xfrm>
            </p:spPr>
          </p:sp>
        </mc:Fallback>
      </mc:AlternateContent>
      <mc:AlternateContent xmlns:mc="http://schemas.openxmlformats.org/markup-compatibility/2006" xmlns:p14="http://schemas.microsoft.com/office/powerpoint/2010/main">
        <mc:Choice Requires="p14">
          <p:contentPart p14:bwMode="auto" r:id="rId131">
            <p14:nvContentPartPr>
              <p14:cNvPr id="1052829" name="墨迹 1052828"/>
              <p14:cNvContentPartPr/>
              <p14:nvPr/>
            </p14:nvContentPartPr>
            <p14:xfrm>
              <a:off x="6272279" y="2462002"/>
              <a:ext cx="55588" cy="383664"/>
            </p14:xfrm>
          </p:contentPart>
        </mc:Choice>
        <mc:Fallback xmlns="">
          <p:sp>
            <p:nvSpPr>
              <p:cNvPr id="1052829" name=""/>
              <p:cNvSpPr/>
              <p:nvPr/>
            </p:nvSpPr>
            <p:spPr>
              <a:xfrm>
                <a:off x="6272279" y="2462002"/>
                <a:ext cx="55588" cy="383664"/>
              </a:xfrm>
            </p:spPr>
          </p:sp>
        </mc:Fallback>
      </mc:AlternateContent>
      <mc:AlternateContent xmlns:mc="http://schemas.openxmlformats.org/markup-compatibility/2006" xmlns:p14="http://schemas.microsoft.com/office/powerpoint/2010/main">
        <mc:Choice Requires="p14">
          <p:contentPart p14:bwMode="auto" r:id="rId132">
            <p14:nvContentPartPr>
              <p14:cNvPr id="1052830" name="墨迹 1052829"/>
              <p14:cNvContentPartPr/>
              <p14:nvPr/>
            </p14:nvContentPartPr>
            <p14:xfrm>
              <a:off x="6572726" y="2387140"/>
              <a:ext cx="223108" cy="429756"/>
            </p14:xfrm>
          </p:contentPart>
        </mc:Choice>
        <mc:Fallback xmlns="">
          <p:sp>
            <p:nvSpPr>
              <p:cNvPr id="1052830" name=""/>
              <p:cNvSpPr/>
              <p:nvPr/>
            </p:nvSpPr>
            <p:spPr>
              <a:xfrm>
                <a:off x="6572726" y="2387140"/>
                <a:ext cx="223108" cy="429756"/>
              </a:xfrm>
            </p:spPr>
          </p:sp>
        </mc:Fallback>
      </mc:AlternateContent>
      <mc:AlternateContent xmlns:mc="http://schemas.openxmlformats.org/markup-compatibility/2006" xmlns:p14="http://schemas.microsoft.com/office/powerpoint/2010/main">
        <mc:Choice Requires="p14">
          <p:contentPart p14:bwMode="auto" r:id="rId133">
            <p14:nvContentPartPr>
              <p14:cNvPr id="1052831" name="墨迹 1052830"/>
              <p14:cNvContentPartPr/>
              <p14:nvPr/>
            </p14:nvContentPartPr>
            <p14:xfrm>
              <a:off x="7011302" y="2744319"/>
              <a:ext cx="0" cy="0"/>
            </p14:xfrm>
          </p:contentPart>
        </mc:Choice>
        <mc:Fallback xmlns="">
          <p:sp>
            <p:nvSpPr>
              <p:cNvPr id="1052831" name=""/>
              <p:cNvSpPr/>
              <p:nvPr/>
            </p:nvSpPr>
            <p:spPr>
              <a:xfrm>
                <a:off x="7011302" y="2744319"/>
                <a:ext cx="0" cy="0"/>
              </a:xfrm>
            </p:spPr>
          </p:sp>
        </mc:Fallback>
      </mc:AlternateContent>
      <mc:AlternateContent xmlns:mc="http://schemas.openxmlformats.org/markup-compatibility/2006" xmlns:p14="http://schemas.microsoft.com/office/powerpoint/2010/main">
        <mc:Choice Requires="p14">
          <p:contentPart p14:bwMode="auto" r:id="rId134">
            <p14:nvContentPartPr>
              <p14:cNvPr id="1052832" name="墨迹 1052831"/>
              <p14:cNvContentPartPr/>
              <p14:nvPr/>
            </p14:nvContentPartPr>
            <p14:xfrm>
              <a:off x="10040915" y="8678773"/>
              <a:ext cx="0" cy="0"/>
            </p14:xfrm>
          </p:contentPart>
        </mc:Choice>
        <mc:Fallback xmlns="">
          <p:sp>
            <p:nvSpPr>
              <p:cNvPr id="1052832" name=""/>
              <p:cNvSpPr/>
              <p:nvPr/>
            </p:nvSpPr>
            <p:spPr>
              <a:xfrm>
                <a:off x="10040915" y="8678773"/>
                <a:ext cx="0" cy="0"/>
              </a:xfrm>
            </p:spPr>
          </p:sp>
        </mc:Fallback>
      </mc:AlternateContent>
      <mc:AlternateContent xmlns:mc="http://schemas.openxmlformats.org/markup-compatibility/2006" xmlns:p14="http://schemas.microsoft.com/office/powerpoint/2010/main">
        <mc:Choice Requires="p14">
          <p:contentPart p14:bwMode="auto" r:id="rId135">
            <p14:nvContentPartPr>
              <p14:cNvPr id="1052833" name="墨迹 1052832"/>
              <p14:cNvContentPartPr/>
              <p14:nvPr/>
            </p14:nvContentPartPr>
            <p14:xfrm>
              <a:off x="4137327" y="4978018"/>
              <a:ext cx="47508" cy="200160"/>
            </p14:xfrm>
          </p:contentPart>
        </mc:Choice>
        <mc:Fallback xmlns="">
          <p:sp>
            <p:nvSpPr>
              <p:cNvPr id="1052833" name=""/>
              <p:cNvSpPr/>
              <p:nvPr/>
            </p:nvSpPr>
            <p:spPr>
              <a:xfrm>
                <a:off x="4137327" y="4978018"/>
                <a:ext cx="47508" cy="200160"/>
              </a:xfrm>
            </p:spPr>
          </p:sp>
        </mc:Fallback>
      </mc:AlternateContent>
      <mc:AlternateContent xmlns:mc="http://schemas.openxmlformats.org/markup-compatibility/2006" xmlns:p14="http://schemas.microsoft.com/office/powerpoint/2010/main">
        <mc:Choice Requires="p14">
          <p:contentPart p14:bwMode="auto" r:id="rId136">
            <p14:nvContentPartPr>
              <p14:cNvPr id="1052834" name="墨迹 1052833"/>
              <p14:cNvContentPartPr/>
              <p14:nvPr/>
            </p14:nvContentPartPr>
            <p14:xfrm>
              <a:off x="4187370" y="4974132"/>
              <a:ext cx="208556" cy="190433"/>
            </p14:xfrm>
          </p:contentPart>
        </mc:Choice>
        <mc:Fallback xmlns="">
          <p:sp>
            <p:nvSpPr>
              <p:cNvPr id="1052834" name=""/>
              <p:cNvSpPr/>
              <p:nvPr/>
            </p:nvSpPr>
            <p:spPr>
              <a:xfrm>
                <a:off x="4187370" y="4974132"/>
                <a:ext cx="208556" cy="190433"/>
              </a:xfrm>
            </p:spPr>
          </p:sp>
        </mc:Fallback>
      </mc:AlternateContent>
      <mc:AlternateContent xmlns:mc="http://schemas.openxmlformats.org/markup-compatibility/2006" xmlns:p14="http://schemas.microsoft.com/office/powerpoint/2010/main">
        <mc:Choice Requires="p14">
          <p:contentPart p14:bwMode="auto" r:id="rId137">
            <p14:nvContentPartPr>
              <p14:cNvPr id="1052835" name="墨迹 1052834"/>
              <p14:cNvContentPartPr/>
              <p14:nvPr/>
            </p14:nvContentPartPr>
            <p14:xfrm>
              <a:off x="4115160" y="5047563"/>
              <a:ext cx="284405" cy="349275"/>
            </p14:xfrm>
          </p:contentPart>
        </mc:Choice>
        <mc:Fallback xmlns="">
          <p:sp>
            <p:nvSpPr>
              <p:cNvPr id="1052835" name=""/>
              <p:cNvSpPr/>
              <p:nvPr/>
            </p:nvSpPr>
            <p:spPr>
              <a:xfrm>
                <a:off x="4115160" y="5047563"/>
                <a:ext cx="284405" cy="349275"/>
              </a:xfrm>
            </p:spPr>
          </p:sp>
        </mc:Fallback>
      </mc:AlternateContent>
      <mc:AlternateContent xmlns:mc="http://schemas.openxmlformats.org/markup-compatibility/2006" xmlns:p14="http://schemas.microsoft.com/office/powerpoint/2010/main">
        <mc:Choice Requires="p14">
          <p:contentPart p14:bwMode="auto" r:id="rId138">
            <p14:nvContentPartPr>
              <p14:cNvPr id="1052836" name="墨迹 1052835"/>
              <p14:cNvContentPartPr/>
              <p14:nvPr/>
            </p14:nvContentPartPr>
            <p14:xfrm>
              <a:off x="4500534" y="4914269"/>
              <a:ext cx="79663" cy="194131"/>
            </p14:xfrm>
          </p:contentPart>
        </mc:Choice>
        <mc:Fallback xmlns="">
          <p:sp>
            <p:nvSpPr>
              <p:cNvPr id="1052836" name=""/>
              <p:cNvSpPr/>
              <p:nvPr/>
            </p:nvSpPr>
            <p:spPr>
              <a:xfrm>
                <a:off x="4500534" y="4914269"/>
                <a:ext cx="79663" cy="194131"/>
              </a:xfrm>
            </p:spPr>
          </p:sp>
        </mc:Fallback>
      </mc:AlternateContent>
      <mc:AlternateContent xmlns:mc="http://schemas.openxmlformats.org/markup-compatibility/2006" xmlns:p14="http://schemas.microsoft.com/office/powerpoint/2010/main">
        <mc:Choice Requires="p14">
          <p:contentPart p14:bwMode="auto" r:id="rId139">
            <p14:nvContentPartPr>
              <p14:cNvPr id="1052837" name="墨迹 1052836"/>
              <p14:cNvContentPartPr/>
              <p14:nvPr/>
            </p14:nvContentPartPr>
            <p14:xfrm>
              <a:off x="4511030" y="5016930"/>
              <a:ext cx="124300" cy="267156"/>
            </p14:xfrm>
          </p:contentPart>
        </mc:Choice>
        <mc:Fallback xmlns="">
          <p:sp>
            <p:nvSpPr>
              <p:cNvPr id="1052837" name=""/>
              <p:cNvSpPr/>
              <p:nvPr/>
            </p:nvSpPr>
            <p:spPr>
              <a:xfrm>
                <a:off x="4511030" y="5016930"/>
                <a:ext cx="124300" cy="267156"/>
              </a:xfrm>
            </p:spPr>
          </p:sp>
        </mc:Fallback>
      </mc:AlternateContent>
      <mc:AlternateContent xmlns:mc="http://schemas.openxmlformats.org/markup-compatibility/2006" xmlns:p14="http://schemas.microsoft.com/office/powerpoint/2010/main">
        <mc:Choice Requires="p14">
          <p:contentPart p14:bwMode="auto" r:id="rId140">
            <p14:nvContentPartPr>
              <p14:cNvPr id="1052838" name="墨迹 1052837"/>
              <p14:cNvContentPartPr/>
              <p14:nvPr/>
            </p14:nvContentPartPr>
            <p14:xfrm>
              <a:off x="4615678" y="4989403"/>
              <a:ext cx="197984" cy="56504"/>
            </p14:xfrm>
          </p:contentPart>
        </mc:Choice>
        <mc:Fallback xmlns="">
          <p:sp>
            <p:nvSpPr>
              <p:cNvPr id="1052838" name=""/>
              <p:cNvSpPr/>
              <p:nvPr/>
            </p:nvSpPr>
            <p:spPr>
              <a:xfrm>
                <a:off x="4615678" y="4989403"/>
                <a:ext cx="197984" cy="56504"/>
              </a:xfrm>
            </p:spPr>
          </p:sp>
        </mc:Fallback>
      </mc:AlternateContent>
      <mc:AlternateContent xmlns:mc="http://schemas.openxmlformats.org/markup-compatibility/2006" xmlns:p14="http://schemas.microsoft.com/office/powerpoint/2010/main">
        <mc:Choice Requires="p14">
          <p:contentPart p14:bwMode="auto" r:id="rId141">
            <p14:nvContentPartPr>
              <p14:cNvPr id="1052839" name="墨迹 1052838"/>
              <p14:cNvContentPartPr/>
              <p14:nvPr/>
            </p14:nvContentPartPr>
            <p14:xfrm>
              <a:off x="4641299" y="4891088"/>
              <a:ext cx="122598" cy="499078"/>
            </p14:xfrm>
          </p:contentPart>
        </mc:Choice>
        <mc:Fallback xmlns="">
          <p:sp>
            <p:nvSpPr>
              <p:cNvPr id="1052839" name=""/>
              <p:cNvSpPr/>
              <p:nvPr/>
            </p:nvSpPr>
            <p:spPr>
              <a:xfrm>
                <a:off x="4641299" y="4891088"/>
                <a:ext cx="122598" cy="499078"/>
              </a:xfrm>
            </p:spPr>
          </p:sp>
        </mc:Fallback>
      </mc:AlternateContent>
      <mc:AlternateContent xmlns:mc="http://schemas.openxmlformats.org/markup-compatibility/2006" xmlns:p14="http://schemas.microsoft.com/office/powerpoint/2010/main">
        <mc:Choice Requires="p14">
          <p:contentPart p14:bwMode="auto" r:id="rId142">
            <p14:nvContentPartPr>
              <p14:cNvPr id="1052840" name="墨迹 1052839"/>
              <p14:cNvContentPartPr/>
              <p14:nvPr/>
            </p14:nvContentPartPr>
            <p14:xfrm>
              <a:off x="4692554" y="5143649"/>
              <a:ext cx="153733" cy="220939"/>
            </p14:xfrm>
          </p:contentPart>
        </mc:Choice>
        <mc:Fallback xmlns="">
          <p:sp>
            <p:nvSpPr>
              <p:cNvPr id="1052840" name=""/>
              <p:cNvSpPr/>
              <p:nvPr/>
            </p:nvSpPr>
            <p:spPr>
              <a:xfrm>
                <a:off x="4692554" y="5143649"/>
                <a:ext cx="153733" cy="220939"/>
              </a:xfrm>
            </p:spPr>
          </p:sp>
        </mc:Fallback>
      </mc:AlternateContent>
      <mc:AlternateContent xmlns:mc="http://schemas.openxmlformats.org/markup-compatibility/2006" xmlns:p14="http://schemas.microsoft.com/office/powerpoint/2010/main">
        <mc:Choice Requires="p14">
          <p:contentPart p14:bwMode="auto" r:id="rId143">
            <p14:nvContentPartPr>
              <p14:cNvPr id="1052841" name="墨迹 1052840"/>
              <p14:cNvContentPartPr/>
              <p14:nvPr/>
            </p14:nvContentPartPr>
            <p14:xfrm>
              <a:off x="4719587" y="5230319"/>
              <a:ext cx="203935" cy="104792"/>
            </p14:xfrm>
          </p:contentPart>
        </mc:Choice>
        <mc:Fallback xmlns="">
          <p:sp>
            <p:nvSpPr>
              <p:cNvPr id="1052841" name=""/>
              <p:cNvSpPr/>
              <p:nvPr/>
            </p:nvSpPr>
            <p:spPr>
              <a:xfrm>
                <a:off x="4719587" y="5230319"/>
                <a:ext cx="203935" cy="104792"/>
              </a:xfrm>
            </p:spPr>
          </p:sp>
        </mc:Fallback>
      </mc:AlternateContent>
      <mc:AlternateContent xmlns:mc="http://schemas.openxmlformats.org/markup-compatibility/2006" xmlns:p14="http://schemas.microsoft.com/office/powerpoint/2010/main">
        <mc:Choice Requires="p14">
          <p:contentPart p14:bwMode="auto" r:id="rId144">
            <p14:nvContentPartPr>
              <p14:cNvPr id="1052842" name="墨迹 1052841"/>
              <p14:cNvContentPartPr/>
              <p14:nvPr/>
            </p14:nvContentPartPr>
            <p14:xfrm>
              <a:off x="4964576" y="4971019"/>
              <a:ext cx="131871" cy="383558"/>
            </p14:xfrm>
          </p:contentPart>
        </mc:Choice>
        <mc:Fallback xmlns="">
          <p:sp>
            <p:nvSpPr>
              <p:cNvPr id="1052842" name=""/>
              <p:cNvSpPr/>
              <p:nvPr/>
            </p:nvSpPr>
            <p:spPr>
              <a:xfrm>
                <a:off x="4964576" y="4971019"/>
                <a:ext cx="131871" cy="383558"/>
              </a:xfrm>
            </p:spPr>
          </p:sp>
        </mc:Fallback>
      </mc:AlternateContent>
      <mc:AlternateContent xmlns:mc="http://schemas.openxmlformats.org/markup-compatibility/2006" xmlns:p14="http://schemas.microsoft.com/office/powerpoint/2010/main">
        <mc:Choice Requires="p14">
          <p:contentPart p14:bwMode="auto" r:id="rId145">
            <p14:nvContentPartPr>
              <p14:cNvPr id="1052843" name="墨迹 1052842"/>
              <p14:cNvContentPartPr/>
              <p14:nvPr/>
            </p14:nvContentPartPr>
            <p14:xfrm>
              <a:off x="5326146" y="4979850"/>
              <a:ext cx="116524" cy="408635"/>
            </p14:xfrm>
          </p:contentPart>
        </mc:Choice>
        <mc:Fallback xmlns="">
          <p:sp>
            <p:nvSpPr>
              <p:cNvPr id="1052843" name=""/>
              <p:cNvSpPr/>
              <p:nvPr/>
            </p:nvSpPr>
            <p:spPr>
              <a:xfrm>
                <a:off x="5326146" y="4979850"/>
                <a:ext cx="116524" cy="408635"/>
              </a:xfrm>
            </p:spPr>
          </p:sp>
        </mc:Fallback>
      </mc:AlternateContent>
      <mc:AlternateContent xmlns:mc="http://schemas.openxmlformats.org/markup-compatibility/2006" xmlns:p14="http://schemas.microsoft.com/office/powerpoint/2010/main">
        <mc:Choice Requires="p14">
          <p:contentPart p14:bwMode="auto" r:id="rId146">
            <p14:nvContentPartPr>
              <p14:cNvPr id="1052844" name="墨迹 1052843"/>
              <p14:cNvContentPartPr/>
              <p14:nvPr/>
            </p14:nvContentPartPr>
            <p14:xfrm>
              <a:off x="10734690" y="6947759"/>
              <a:ext cx="0" cy="0"/>
            </p14:xfrm>
          </p:contentPart>
        </mc:Choice>
        <mc:Fallback xmlns="">
          <p:sp>
            <p:nvSpPr>
              <p:cNvPr id="1052844" name=""/>
              <p:cNvSpPr/>
              <p:nvPr/>
            </p:nvSpPr>
            <p:spPr>
              <a:xfrm>
                <a:off x="10734690" y="6947759"/>
                <a:ext cx="0" cy="0"/>
              </a:xfrm>
            </p:spPr>
          </p:sp>
        </mc:Fallback>
      </mc:AlternateContent>
      <mc:AlternateContent xmlns:mc="http://schemas.openxmlformats.org/markup-compatibility/2006" xmlns:p14="http://schemas.microsoft.com/office/powerpoint/2010/main">
        <mc:Choice Requires="p14">
          <p:contentPart p14:bwMode="auto" r:id="rId147">
            <p14:nvContentPartPr>
              <p14:cNvPr id="1052845" name="墨迹 1052844"/>
              <p14:cNvContentPartPr/>
              <p14:nvPr/>
            </p14:nvContentPartPr>
            <p14:xfrm>
              <a:off x="6827595" y="5627049"/>
              <a:ext cx="387883" cy="318653"/>
            </p14:xfrm>
          </p:contentPart>
        </mc:Choice>
        <mc:Fallback xmlns="">
          <p:sp>
            <p:nvSpPr>
              <p:cNvPr id="1052845" name=""/>
              <p:cNvSpPr/>
              <p:nvPr/>
            </p:nvSpPr>
            <p:spPr>
              <a:xfrm>
                <a:off x="6827595" y="5627049"/>
                <a:ext cx="387883" cy="318653"/>
              </a:xfrm>
            </p:spPr>
          </p:sp>
        </mc:Fallback>
      </mc:AlternateContent>
      <mc:AlternateContent xmlns:mc="http://schemas.openxmlformats.org/markup-compatibility/2006" xmlns:p14="http://schemas.microsoft.com/office/powerpoint/2010/main">
        <mc:Choice Requires="p14">
          <p:contentPart p14:bwMode="auto" r:id="rId148">
            <p14:nvContentPartPr>
              <p14:cNvPr id="1052846" name="墨迹 1052845"/>
              <p14:cNvContentPartPr/>
              <p14:nvPr/>
            </p14:nvContentPartPr>
            <p14:xfrm>
              <a:off x="7038220" y="5677413"/>
              <a:ext cx="43361" cy="264089"/>
            </p14:xfrm>
          </p:contentPart>
        </mc:Choice>
        <mc:Fallback xmlns="">
          <p:sp>
            <p:nvSpPr>
              <p:cNvPr id="1052846" name=""/>
              <p:cNvSpPr/>
              <p:nvPr/>
            </p:nvSpPr>
            <p:spPr>
              <a:xfrm>
                <a:off x="7038220" y="5677413"/>
                <a:ext cx="43361" cy="264089"/>
              </a:xfrm>
            </p:spPr>
          </p:sp>
        </mc:Fallback>
      </mc:AlternateContent>
      <mc:AlternateContent xmlns:mc="http://schemas.openxmlformats.org/markup-compatibility/2006" xmlns:p14="http://schemas.microsoft.com/office/powerpoint/2010/main">
        <mc:Choice Requires="p14">
          <p:contentPart p14:bwMode="auto" r:id="rId149">
            <p14:nvContentPartPr>
              <p14:cNvPr id="1052847" name="墨迹 1052846"/>
              <p14:cNvContentPartPr/>
              <p14:nvPr/>
            </p14:nvContentPartPr>
            <p14:xfrm>
              <a:off x="7178826" y="5667464"/>
              <a:ext cx="7254" cy="360957"/>
            </p14:xfrm>
          </p:contentPart>
        </mc:Choice>
        <mc:Fallback xmlns="">
          <p:sp>
            <p:nvSpPr>
              <p:cNvPr id="1052847" name=""/>
              <p:cNvSpPr/>
              <p:nvPr/>
            </p:nvSpPr>
            <p:spPr>
              <a:xfrm>
                <a:off x="7178826" y="5667464"/>
                <a:ext cx="7254" cy="360957"/>
              </a:xfrm>
            </p:spPr>
          </p:sp>
        </mc:Fallback>
      </mc:AlternateContent>
      <mc:AlternateContent xmlns:mc="http://schemas.openxmlformats.org/markup-compatibility/2006" xmlns:p14="http://schemas.microsoft.com/office/powerpoint/2010/main">
        <mc:Choice Requires="p14">
          <p:contentPart p14:bwMode="auto" r:id="rId150">
            <p14:nvContentPartPr>
              <p14:cNvPr id="1052848" name="墨迹 1052847"/>
              <p14:cNvContentPartPr/>
              <p14:nvPr/>
            </p14:nvContentPartPr>
            <p14:xfrm>
              <a:off x="7370645" y="5766432"/>
              <a:ext cx="6181" cy="39898"/>
            </p14:xfrm>
          </p:contentPart>
        </mc:Choice>
        <mc:Fallback xmlns="">
          <p:sp>
            <p:nvSpPr>
              <p:cNvPr id="1052848" name=""/>
              <p:cNvSpPr/>
              <p:nvPr/>
            </p:nvSpPr>
            <p:spPr>
              <a:xfrm>
                <a:off x="7370645" y="5766432"/>
                <a:ext cx="6181" cy="39898"/>
              </a:xfrm>
            </p:spPr>
          </p:sp>
        </mc:Fallback>
      </mc:AlternateContent>
      <mc:AlternateContent xmlns:mc="http://schemas.openxmlformats.org/markup-compatibility/2006" xmlns:p14="http://schemas.microsoft.com/office/powerpoint/2010/main">
        <mc:Choice Requires="p14">
          <p:contentPart p14:bwMode="auto" r:id="rId151">
            <p14:nvContentPartPr>
              <p14:cNvPr id="1052849" name="墨迹 1052848"/>
              <p14:cNvContentPartPr/>
              <p14:nvPr/>
            </p14:nvContentPartPr>
            <p14:xfrm>
              <a:off x="7358934" y="5824555"/>
              <a:ext cx="48452" cy="80293"/>
            </p14:xfrm>
          </p:contentPart>
        </mc:Choice>
        <mc:Fallback xmlns="">
          <p:sp>
            <p:nvSpPr>
              <p:cNvPr id="1052849" name=""/>
              <p:cNvSpPr/>
              <p:nvPr/>
            </p:nvSpPr>
            <p:spPr>
              <a:xfrm>
                <a:off x="7358934" y="5824555"/>
                <a:ext cx="48452" cy="80293"/>
              </a:xfrm>
            </p:spPr>
          </p:sp>
        </mc:Fallback>
      </mc:AlternateContent>
      <mc:AlternateContent xmlns:mc="http://schemas.openxmlformats.org/markup-compatibility/2006" xmlns:p14="http://schemas.microsoft.com/office/powerpoint/2010/main">
        <mc:Choice Requires="p14">
          <p:contentPart p14:bwMode="auto" r:id="rId152">
            <p14:nvContentPartPr>
              <p14:cNvPr id="1052850" name="墨迹 1052849"/>
              <p14:cNvContentPartPr/>
              <p14:nvPr/>
            </p14:nvContentPartPr>
            <p14:xfrm>
              <a:off x="7717416" y="5610387"/>
              <a:ext cx="18567" cy="42374"/>
            </p14:xfrm>
          </p:contentPart>
        </mc:Choice>
        <mc:Fallback xmlns="">
          <p:sp>
            <p:nvSpPr>
              <p:cNvPr id="1052850" name=""/>
              <p:cNvSpPr/>
              <p:nvPr/>
            </p:nvSpPr>
            <p:spPr>
              <a:xfrm>
                <a:off x="7717416" y="5610387"/>
                <a:ext cx="18567" cy="42374"/>
              </a:xfrm>
            </p:spPr>
          </p:sp>
        </mc:Fallback>
      </mc:AlternateContent>
      <mc:AlternateContent xmlns:mc="http://schemas.openxmlformats.org/markup-compatibility/2006" xmlns:p14="http://schemas.microsoft.com/office/powerpoint/2010/main">
        <mc:Choice Requires="p14">
          <p:contentPart p14:bwMode="auto" r:id="rId153">
            <p14:nvContentPartPr>
              <p14:cNvPr id="1052851" name="墨迹 1052850"/>
              <p14:cNvContentPartPr/>
              <p14:nvPr/>
            </p14:nvContentPartPr>
            <p14:xfrm>
              <a:off x="7674670" y="5731872"/>
              <a:ext cx="65567" cy="177297"/>
            </p14:xfrm>
          </p:contentPart>
        </mc:Choice>
        <mc:Fallback xmlns="">
          <p:sp>
            <p:nvSpPr>
              <p:cNvPr id="1052851" name=""/>
              <p:cNvSpPr/>
              <p:nvPr/>
            </p:nvSpPr>
            <p:spPr>
              <a:xfrm>
                <a:off x="7674670" y="5731872"/>
                <a:ext cx="65567" cy="177297"/>
              </a:xfrm>
            </p:spPr>
          </p:sp>
        </mc:Fallback>
      </mc:AlternateContent>
      <mc:AlternateContent xmlns:mc="http://schemas.openxmlformats.org/markup-compatibility/2006" xmlns:p14="http://schemas.microsoft.com/office/powerpoint/2010/main">
        <mc:Choice Requires="p14">
          <p:contentPart p14:bwMode="auto" r:id="rId154">
            <p14:nvContentPartPr>
              <p14:cNvPr id="1052852" name="墨迹 1052851"/>
              <p14:cNvContentPartPr/>
              <p14:nvPr/>
            </p14:nvContentPartPr>
            <p14:xfrm>
              <a:off x="7863073" y="5536031"/>
              <a:ext cx="4394" cy="59091"/>
            </p14:xfrm>
          </p:contentPart>
        </mc:Choice>
        <mc:Fallback xmlns="">
          <p:sp>
            <p:nvSpPr>
              <p:cNvPr id="1052852" name=""/>
              <p:cNvSpPr/>
              <p:nvPr/>
            </p:nvSpPr>
            <p:spPr>
              <a:xfrm>
                <a:off x="7863073" y="5536031"/>
                <a:ext cx="4394" cy="59091"/>
              </a:xfrm>
            </p:spPr>
          </p:sp>
        </mc:Fallback>
      </mc:AlternateContent>
      <mc:AlternateContent xmlns:mc="http://schemas.openxmlformats.org/markup-compatibility/2006" xmlns:p14="http://schemas.microsoft.com/office/powerpoint/2010/main">
        <mc:Choice Requires="p14">
          <p:contentPart p14:bwMode="auto" r:id="rId155">
            <p14:nvContentPartPr>
              <p14:cNvPr id="1052853" name="墨迹 1052852"/>
              <p14:cNvContentPartPr/>
              <p14:nvPr/>
            </p14:nvContentPartPr>
            <p14:xfrm>
              <a:off x="7837245" y="5585481"/>
              <a:ext cx="85859" cy="108704"/>
            </p14:xfrm>
          </p:contentPart>
        </mc:Choice>
        <mc:Fallback xmlns="">
          <p:sp>
            <p:nvSpPr>
              <p:cNvPr id="1052853" name=""/>
              <p:cNvSpPr/>
              <p:nvPr/>
            </p:nvSpPr>
            <p:spPr>
              <a:xfrm>
                <a:off x="7837245" y="5585481"/>
                <a:ext cx="85859" cy="108704"/>
              </a:xfrm>
            </p:spPr>
          </p:sp>
        </mc:Fallback>
      </mc:AlternateContent>
      <mc:AlternateContent xmlns:mc="http://schemas.openxmlformats.org/markup-compatibility/2006" xmlns:p14="http://schemas.microsoft.com/office/powerpoint/2010/main">
        <mc:Choice Requires="p14">
          <p:contentPart p14:bwMode="auto" r:id="rId156">
            <p14:nvContentPartPr>
              <p14:cNvPr id="1052854" name="墨迹 1052853"/>
              <p14:cNvContentPartPr/>
              <p14:nvPr/>
            </p14:nvContentPartPr>
            <p14:xfrm>
              <a:off x="7754454" y="5669035"/>
              <a:ext cx="65015" cy="324719"/>
            </p14:xfrm>
          </p:contentPart>
        </mc:Choice>
        <mc:Fallback xmlns="">
          <p:sp>
            <p:nvSpPr>
              <p:cNvPr id="1052854" name=""/>
              <p:cNvSpPr/>
              <p:nvPr/>
            </p:nvSpPr>
            <p:spPr>
              <a:xfrm>
                <a:off x="7754454" y="5669035"/>
                <a:ext cx="65015" cy="324719"/>
              </a:xfrm>
            </p:spPr>
          </p:sp>
        </mc:Fallback>
      </mc:AlternateContent>
      <mc:AlternateContent xmlns:mc="http://schemas.openxmlformats.org/markup-compatibility/2006" xmlns:p14="http://schemas.microsoft.com/office/powerpoint/2010/main">
        <mc:Choice Requires="p14">
          <p:contentPart p14:bwMode="auto" r:id="rId157">
            <p14:nvContentPartPr>
              <p14:cNvPr id="1052855" name="墨迹 1052854"/>
              <p14:cNvContentPartPr/>
              <p14:nvPr/>
            </p14:nvContentPartPr>
            <p14:xfrm>
              <a:off x="7850379" y="5690504"/>
              <a:ext cx="117427" cy="96801"/>
            </p14:xfrm>
          </p:contentPart>
        </mc:Choice>
        <mc:Fallback xmlns="">
          <p:sp>
            <p:nvSpPr>
              <p:cNvPr id="1052855" name=""/>
              <p:cNvSpPr/>
              <p:nvPr/>
            </p:nvSpPr>
            <p:spPr>
              <a:xfrm>
                <a:off x="7850379" y="5690504"/>
                <a:ext cx="117427" cy="96801"/>
              </a:xfrm>
            </p:spPr>
          </p:sp>
        </mc:Fallback>
      </mc:AlternateContent>
      <mc:AlternateContent xmlns:mc="http://schemas.openxmlformats.org/markup-compatibility/2006" xmlns:p14="http://schemas.microsoft.com/office/powerpoint/2010/main">
        <mc:Choice Requires="p14">
          <p:contentPart p14:bwMode="auto" r:id="rId158">
            <p14:nvContentPartPr>
              <p14:cNvPr id="1052856" name="墨迹 1052855"/>
              <p14:cNvContentPartPr/>
              <p14:nvPr/>
            </p14:nvContentPartPr>
            <p14:xfrm>
              <a:off x="7809011" y="5829268"/>
              <a:ext cx="21145" cy="65097"/>
            </p14:xfrm>
          </p:contentPart>
        </mc:Choice>
        <mc:Fallback xmlns="">
          <p:sp>
            <p:nvSpPr>
              <p:cNvPr id="1052856" name=""/>
              <p:cNvSpPr/>
              <p:nvPr/>
            </p:nvSpPr>
            <p:spPr>
              <a:xfrm>
                <a:off x="7809011" y="5829268"/>
                <a:ext cx="21145" cy="65097"/>
              </a:xfrm>
            </p:spPr>
          </p:sp>
        </mc:Fallback>
      </mc:AlternateContent>
      <mc:AlternateContent xmlns:mc="http://schemas.openxmlformats.org/markup-compatibility/2006" xmlns:p14="http://schemas.microsoft.com/office/powerpoint/2010/main">
        <mc:Choice Requires="p14">
          <p:contentPart p14:bwMode="auto" r:id="rId159">
            <p14:nvContentPartPr>
              <p14:cNvPr id="1052857" name="墨迹 1052856"/>
              <p14:cNvContentPartPr/>
              <p14:nvPr/>
            </p14:nvContentPartPr>
            <p14:xfrm>
              <a:off x="7885725" y="5826650"/>
              <a:ext cx="132035" cy="87115"/>
            </p14:xfrm>
          </p:contentPart>
        </mc:Choice>
        <mc:Fallback xmlns="">
          <p:sp>
            <p:nvSpPr>
              <p:cNvPr id="1052857" name=""/>
              <p:cNvSpPr/>
              <p:nvPr/>
            </p:nvSpPr>
            <p:spPr>
              <a:xfrm>
                <a:off x="7885725" y="5826650"/>
                <a:ext cx="132035" cy="87115"/>
              </a:xfrm>
            </p:spPr>
          </p:sp>
        </mc:Fallback>
      </mc:AlternateContent>
      <mc:AlternateContent xmlns:mc="http://schemas.openxmlformats.org/markup-compatibility/2006" xmlns:p14="http://schemas.microsoft.com/office/powerpoint/2010/main">
        <mc:Choice Requires="p14">
          <p:contentPart p14:bwMode="auto" r:id="rId160">
            <p14:nvContentPartPr>
              <p14:cNvPr id="1052858" name="墨迹 1052857"/>
              <p14:cNvContentPartPr/>
              <p14:nvPr/>
            </p14:nvContentPartPr>
            <p14:xfrm>
              <a:off x="8187891" y="5585697"/>
              <a:ext cx="181921" cy="357654"/>
            </p14:xfrm>
          </p:contentPart>
        </mc:Choice>
        <mc:Fallback xmlns="">
          <p:sp>
            <p:nvSpPr>
              <p:cNvPr id="1052858" name=""/>
              <p:cNvSpPr/>
              <p:nvPr/>
            </p:nvSpPr>
            <p:spPr>
              <a:xfrm>
                <a:off x="8187891" y="5585697"/>
                <a:ext cx="181921" cy="357654"/>
              </a:xfrm>
            </p:spPr>
          </p:sp>
        </mc:Fallback>
      </mc:AlternateContent>
      <mc:AlternateContent xmlns:mc="http://schemas.openxmlformats.org/markup-compatibility/2006" xmlns:p14="http://schemas.microsoft.com/office/powerpoint/2010/main">
        <mc:Choice Requires="p14">
          <p:contentPart p14:bwMode="auto" r:id="rId161">
            <p14:nvContentPartPr>
              <p14:cNvPr id="1052859" name="墨迹 1052858"/>
              <p14:cNvContentPartPr/>
              <p14:nvPr/>
            </p14:nvContentPartPr>
            <p14:xfrm>
              <a:off x="8194024" y="5672948"/>
              <a:ext cx="209069" cy="237126"/>
            </p14:xfrm>
          </p:contentPart>
        </mc:Choice>
        <mc:Fallback xmlns="">
          <p:sp>
            <p:nvSpPr>
              <p:cNvPr id="1052859" name=""/>
              <p:cNvSpPr/>
              <p:nvPr/>
            </p:nvSpPr>
            <p:spPr>
              <a:xfrm>
                <a:off x="8194024" y="5672948"/>
                <a:ext cx="209069" cy="237126"/>
              </a:xfrm>
            </p:spPr>
          </p:sp>
        </mc:Fallback>
      </mc:AlternateContent>
      <mc:AlternateContent xmlns:mc="http://schemas.openxmlformats.org/markup-compatibility/2006" xmlns:p14="http://schemas.microsoft.com/office/powerpoint/2010/main">
        <mc:Choice Requires="p14">
          <p:contentPart p14:bwMode="auto" r:id="rId162">
            <p14:nvContentPartPr>
              <p14:cNvPr id="1052860" name="墨迹 1052859"/>
              <p14:cNvContentPartPr/>
              <p14:nvPr/>
            </p14:nvContentPartPr>
            <p14:xfrm>
              <a:off x="8246387" y="5752842"/>
              <a:ext cx="115221" cy="63515"/>
            </p14:xfrm>
          </p:contentPart>
        </mc:Choice>
        <mc:Fallback xmlns="">
          <p:sp>
            <p:nvSpPr>
              <p:cNvPr id="1052860" name=""/>
              <p:cNvSpPr/>
              <p:nvPr/>
            </p:nvSpPr>
            <p:spPr>
              <a:xfrm>
                <a:off x="8246387" y="5752842"/>
                <a:ext cx="115221" cy="63515"/>
              </a:xfrm>
            </p:spPr>
          </p:sp>
        </mc:Fallback>
      </mc:AlternateContent>
      <mc:AlternateContent xmlns:mc="http://schemas.openxmlformats.org/markup-compatibility/2006" xmlns:p14="http://schemas.microsoft.com/office/powerpoint/2010/main">
        <mc:Choice Requires="p14">
          <p:contentPart p14:bwMode="auto" r:id="rId163">
            <p14:nvContentPartPr>
              <p14:cNvPr id="1052861" name="墨迹 1052860"/>
              <p14:cNvContentPartPr/>
              <p14:nvPr/>
            </p14:nvContentPartPr>
            <p14:xfrm>
              <a:off x="8552805" y="5605151"/>
              <a:ext cx="115746" cy="205267"/>
            </p14:xfrm>
          </p:contentPart>
        </mc:Choice>
        <mc:Fallback xmlns="">
          <p:sp>
            <p:nvSpPr>
              <p:cNvPr id="1052861" name=""/>
              <p:cNvSpPr/>
              <p:nvPr/>
            </p:nvSpPr>
            <p:spPr>
              <a:xfrm>
                <a:off x="8552805" y="5605151"/>
                <a:ext cx="115746" cy="205267"/>
              </a:xfrm>
            </p:spPr>
          </p:sp>
        </mc:Fallback>
      </mc:AlternateContent>
      <mc:AlternateContent xmlns:mc="http://schemas.openxmlformats.org/markup-compatibility/2006" xmlns:p14="http://schemas.microsoft.com/office/powerpoint/2010/main">
        <mc:Choice Requires="p14">
          <p:contentPart p14:bwMode="auto" r:id="rId164">
            <p14:nvContentPartPr>
              <p14:cNvPr id="1052862" name="墨迹 1052861"/>
              <p14:cNvContentPartPr/>
              <p14:nvPr/>
            </p14:nvContentPartPr>
            <p14:xfrm>
              <a:off x="8726263" y="5561165"/>
              <a:ext cx="23468" cy="295064"/>
            </p14:xfrm>
          </p:contentPart>
        </mc:Choice>
        <mc:Fallback xmlns="">
          <p:sp>
            <p:nvSpPr>
              <p:cNvPr id="1052862" name=""/>
              <p:cNvSpPr/>
              <p:nvPr/>
            </p:nvSpPr>
            <p:spPr>
              <a:xfrm>
                <a:off x="8726263" y="5561165"/>
                <a:ext cx="23468" cy="295064"/>
              </a:xfrm>
            </p:spPr>
          </p:sp>
        </mc:Fallback>
      </mc:AlternateContent>
      <mc:AlternateContent xmlns:mc="http://schemas.openxmlformats.org/markup-compatibility/2006" xmlns:p14="http://schemas.microsoft.com/office/powerpoint/2010/main">
        <mc:Choice Requires="p14">
          <p:contentPart p14:bwMode="auto" r:id="rId165">
            <p14:nvContentPartPr>
              <p14:cNvPr id="1052863" name="墨迹 1052862"/>
              <p14:cNvContentPartPr/>
              <p14:nvPr/>
            </p14:nvContentPartPr>
            <p14:xfrm>
              <a:off x="8773755" y="5773763"/>
              <a:ext cx="61477" cy="30006"/>
            </p14:xfrm>
          </p:contentPart>
        </mc:Choice>
        <mc:Fallback xmlns="">
          <p:sp>
            <p:nvSpPr>
              <p:cNvPr id="1052863" name=""/>
              <p:cNvSpPr/>
              <p:nvPr/>
            </p:nvSpPr>
            <p:spPr>
              <a:xfrm>
                <a:off x="8773755" y="5773763"/>
                <a:ext cx="61477" cy="30006"/>
              </a:xfrm>
            </p:spPr>
          </p:sp>
        </mc:Fallback>
      </mc:AlternateContent>
      <mc:AlternateContent xmlns:mc="http://schemas.openxmlformats.org/markup-compatibility/2006" xmlns:p14="http://schemas.microsoft.com/office/powerpoint/2010/main">
        <mc:Choice Requires="p14">
          <p:contentPart p14:bwMode="auto" r:id="rId166">
            <p14:nvContentPartPr>
              <p14:cNvPr id="1052864" name="墨迹 1052863"/>
              <p14:cNvContentPartPr/>
              <p14:nvPr/>
            </p14:nvContentPartPr>
            <p14:xfrm>
              <a:off x="8986413" y="5659086"/>
              <a:ext cx="9086" cy="188095"/>
            </p14:xfrm>
          </p:contentPart>
        </mc:Choice>
        <mc:Fallback xmlns="">
          <p:sp>
            <p:nvSpPr>
              <p:cNvPr id="1052864" name=""/>
              <p:cNvSpPr/>
              <p:nvPr/>
            </p:nvSpPr>
            <p:spPr>
              <a:xfrm>
                <a:off x="8986413" y="5659086"/>
                <a:ext cx="9086" cy="188095"/>
              </a:xfrm>
            </p:spPr>
          </p:sp>
        </mc:Fallback>
      </mc:AlternateContent>
      <mc:AlternateContent xmlns:mc="http://schemas.openxmlformats.org/markup-compatibility/2006" xmlns:p14="http://schemas.microsoft.com/office/powerpoint/2010/main">
        <mc:Choice Requires="p14">
          <p:contentPart p14:bwMode="auto" r:id="rId167">
            <p14:nvContentPartPr>
              <p14:cNvPr id="1052865" name="墨迹 1052864"/>
              <p14:cNvContentPartPr/>
              <p14:nvPr/>
            </p14:nvContentPartPr>
            <p14:xfrm>
              <a:off x="8988016" y="5666402"/>
              <a:ext cx="99051" cy="16247"/>
            </p14:xfrm>
          </p:contentPart>
        </mc:Choice>
        <mc:Fallback xmlns="">
          <p:sp>
            <p:nvSpPr>
              <p:cNvPr id="1052865" name=""/>
              <p:cNvSpPr/>
              <p:nvPr/>
            </p:nvSpPr>
            <p:spPr>
              <a:xfrm>
                <a:off x="8988016" y="5666402"/>
                <a:ext cx="99051" cy="16247"/>
              </a:xfrm>
            </p:spPr>
          </p:sp>
        </mc:Fallback>
      </mc:AlternateContent>
      <mc:AlternateContent xmlns:mc="http://schemas.openxmlformats.org/markup-compatibility/2006" xmlns:p14="http://schemas.microsoft.com/office/powerpoint/2010/main">
        <mc:Choice Requires="p14">
          <p:contentPart p14:bwMode="auto" r:id="rId168">
            <p14:nvContentPartPr>
              <p14:cNvPr id="1052866" name="墨迹 1052865"/>
              <p14:cNvContentPartPr/>
              <p14:nvPr/>
            </p14:nvContentPartPr>
            <p14:xfrm>
              <a:off x="9108771" y="5501994"/>
              <a:ext cx="0" cy="151549"/>
            </p14:xfrm>
          </p:contentPart>
        </mc:Choice>
        <mc:Fallback xmlns="">
          <p:sp>
            <p:nvSpPr>
              <p:cNvPr id="1052866" name=""/>
              <p:cNvSpPr/>
              <p:nvPr/>
            </p:nvSpPr>
            <p:spPr>
              <a:xfrm>
                <a:off x="9108771" y="5501994"/>
                <a:ext cx="0" cy="151549"/>
              </a:xfrm>
            </p:spPr>
          </p:sp>
        </mc:Fallback>
      </mc:AlternateContent>
      <mc:AlternateContent xmlns:mc="http://schemas.openxmlformats.org/markup-compatibility/2006" xmlns:p14="http://schemas.microsoft.com/office/powerpoint/2010/main">
        <mc:Choice Requires="p14">
          <p:contentPart p14:bwMode="auto" r:id="rId169">
            <p14:nvContentPartPr>
              <p14:cNvPr id="1052867" name="墨迹 1052866"/>
              <p14:cNvContentPartPr/>
              <p14:nvPr/>
            </p14:nvContentPartPr>
            <p14:xfrm>
              <a:off x="9121594" y="5520845"/>
              <a:ext cx="117274" cy="255088"/>
            </p14:xfrm>
          </p:contentPart>
        </mc:Choice>
        <mc:Fallback xmlns="">
          <p:sp>
            <p:nvSpPr>
              <p:cNvPr id="1052867" name=""/>
              <p:cNvSpPr/>
              <p:nvPr/>
            </p:nvSpPr>
            <p:spPr>
              <a:xfrm>
                <a:off x="9121594" y="5520845"/>
                <a:ext cx="117274" cy="255088"/>
              </a:xfrm>
            </p:spPr>
          </p:sp>
        </mc:Fallback>
      </mc:AlternateContent>
      <mc:AlternateContent xmlns:mc="http://schemas.openxmlformats.org/markup-compatibility/2006" xmlns:p14="http://schemas.microsoft.com/office/powerpoint/2010/main">
        <mc:Choice Requires="p14">
          <p:contentPart p14:bwMode="auto" r:id="rId170">
            <p14:nvContentPartPr>
              <p14:cNvPr id="1052868" name="墨迹 1052867"/>
              <p14:cNvContentPartPr/>
              <p14:nvPr/>
            </p14:nvContentPartPr>
            <p14:xfrm>
              <a:off x="9017937" y="5800468"/>
              <a:ext cx="178081" cy="6172"/>
            </p14:xfrm>
          </p:contentPart>
        </mc:Choice>
        <mc:Fallback xmlns="">
          <p:sp>
            <p:nvSpPr>
              <p:cNvPr id="1052868" name=""/>
              <p:cNvSpPr/>
              <p:nvPr/>
            </p:nvSpPr>
            <p:spPr>
              <a:xfrm>
                <a:off x="9017937" y="5800468"/>
                <a:ext cx="178081" cy="6172"/>
              </a:xfrm>
            </p:spPr>
          </p:sp>
        </mc:Fallback>
      </mc:AlternateContent>
      <mc:AlternateContent xmlns:mc="http://schemas.openxmlformats.org/markup-compatibility/2006" xmlns:p14="http://schemas.microsoft.com/office/powerpoint/2010/main">
        <mc:Choice Requires="p14">
          <p:contentPart p14:bwMode="auto" r:id="rId171">
            <p14:nvContentPartPr>
              <p14:cNvPr id="1052869" name="墨迹 1052868"/>
              <p14:cNvContentPartPr/>
              <p14:nvPr/>
            </p14:nvContentPartPr>
            <p14:xfrm>
              <a:off x="9361153" y="5431827"/>
              <a:ext cx="151356" cy="383794"/>
            </p14:xfrm>
          </p:contentPart>
        </mc:Choice>
        <mc:Fallback xmlns="">
          <p:sp>
            <p:nvSpPr>
              <p:cNvPr id="1052869" name=""/>
              <p:cNvSpPr/>
              <p:nvPr/>
            </p:nvSpPr>
            <p:spPr>
              <a:xfrm>
                <a:off x="9361153" y="5431827"/>
                <a:ext cx="151356" cy="383794"/>
              </a:xfrm>
            </p:spPr>
          </p:sp>
        </mc:Fallback>
      </mc:AlternateContent>
      <mc:AlternateContent xmlns:mc="http://schemas.openxmlformats.org/markup-compatibility/2006" xmlns:p14="http://schemas.microsoft.com/office/powerpoint/2010/main">
        <mc:Choice Requires="p14">
          <p:contentPart p14:bwMode="auto" r:id="rId172">
            <p14:nvContentPartPr>
              <p14:cNvPr id="1052870" name="墨迹 1052869"/>
              <p14:cNvContentPartPr/>
              <p14:nvPr/>
            </p14:nvContentPartPr>
            <p14:xfrm>
              <a:off x="9450732" y="5539690"/>
              <a:ext cx="156445" cy="277128"/>
            </p14:xfrm>
          </p:contentPart>
        </mc:Choice>
        <mc:Fallback xmlns="">
          <p:sp>
            <p:nvSpPr>
              <p:cNvPr id="1052870" name=""/>
              <p:cNvSpPr/>
              <p:nvPr/>
            </p:nvSpPr>
            <p:spPr>
              <a:xfrm>
                <a:off x="9450732" y="5539690"/>
                <a:ext cx="156445" cy="277128"/>
              </a:xfrm>
            </p:spPr>
          </p:sp>
        </mc:Fallback>
      </mc:AlternateContent>
      <mc:AlternateContent xmlns:mc="http://schemas.openxmlformats.org/markup-compatibility/2006" xmlns:p14="http://schemas.microsoft.com/office/powerpoint/2010/main">
        <mc:Choice Requires="p14">
          <p:contentPart p14:bwMode="auto" r:id="rId173">
            <p14:nvContentPartPr>
              <p14:cNvPr id="1052871" name="墨迹 1052870"/>
              <p14:cNvContentPartPr/>
              <p14:nvPr/>
            </p14:nvContentPartPr>
            <p14:xfrm>
              <a:off x="9431497" y="5631977"/>
              <a:ext cx="117326" cy="111166"/>
            </p14:xfrm>
          </p:contentPart>
        </mc:Choice>
        <mc:Fallback xmlns="">
          <p:sp>
            <p:nvSpPr>
              <p:cNvPr id="1052871" name=""/>
              <p:cNvSpPr/>
              <p:nvPr/>
            </p:nvSpPr>
            <p:spPr>
              <a:xfrm>
                <a:off x="9431497" y="5631977"/>
                <a:ext cx="117326" cy="111166"/>
              </a:xfrm>
            </p:spPr>
          </p:sp>
        </mc:Fallback>
      </mc:AlternateContent>
      <mc:AlternateContent xmlns:mc="http://schemas.openxmlformats.org/markup-compatibility/2006" xmlns:p14="http://schemas.microsoft.com/office/powerpoint/2010/main">
        <mc:Choice Requires="p14">
          <p:contentPart p14:bwMode="auto" r:id="rId174">
            <p14:nvContentPartPr>
              <p14:cNvPr id="1052872" name="墨迹 1052871"/>
              <p14:cNvContentPartPr/>
              <p14:nvPr/>
            </p14:nvContentPartPr>
            <p14:xfrm>
              <a:off x="9474312" y="5617718"/>
              <a:ext cx="56033" cy="351289"/>
            </p14:xfrm>
          </p:contentPart>
        </mc:Choice>
        <mc:Fallback xmlns="">
          <p:sp>
            <p:nvSpPr>
              <p:cNvPr id="1052872" name=""/>
              <p:cNvSpPr/>
              <p:nvPr/>
            </p:nvSpPr>
            <p:spPr>
              <a:xfrm>
                <a:off x="9474312" y="5617718"/>
                <a:ext cx="56033" cy="351289"/>
              </a:xfrm>
            </p:spPr>
          </p:sp>
        </mc:Fallback>
      </mc:AlternateContent>
      <mc:AlternateContent xmlns:mc="http://schemas.openxmlformats.org/markup-compatibility/2006" xmlns:p14="http://schemas.microsoft.com/office/powerpoint/2010/main">
        <mc:Choice Requires="p14">
          <p:contentPart p14:bwMode="auto" r:id="rId175">
            <p14:nvContentPartPr>
              <p14:cNvPr id="1052873" name="墨迹 1052872"/>
              <p14:cNvContentPartPr/>
              <p14:nvPr/>
            </p14:nvContentPartPr>
            <p14:xfrm>
              <a:off x="7024409" y="6247132"/>
              <a:ext cx="31910" cy="54666"/>
            </p14:xfrm>
          </p:contentPart>
        </mc:Choice>
        <mc:Fallback xmlns="">
          <p:sp>
            <p:nvSpPr>
              <p:cNvPr id="1052873" name=""/>
              <p:cNvSpPr/>
              <p:nvPr/>
            </p:nvSpPr>
            <p:spPr>
              <a:xfrm>
                <a:off x="7024409" y="6247132"/>
                <a:ext cx="31910" cy="54666"/>
              </a:xfrm>
            </p:spPr>
          </p:sp>
        </mc:Fallback>
      </mc:AlternateContent>
      <mc:AlternateContent xmlns:mc="http://schemas.openxmlformats.org/markup-compatibility/2006" xmlns:p14="http://schemas.microsoft.com/office/powerpoint/2010/main">
        <mc:Choice Requires="p14">
          <p:contentPart p14:bwMode="auto" r:id="rId176">
            <p14:nvContentPartPr>
              <p14:cNvPr id="1052874" name="墨迹 1052873"/>
              <p14:cNvContentPartPr/>
              <p14:nvPr/>
            </p14:nvContentPartPr>
            <p14:xfrm>
              <a:off x="6951634" y="6328819"/>
              <a:ext cx="51403" cy="282384"/>
            </p14:xfrm>
          </p:contentPart>
        </mc:Choice>
        <mc:Fallback xmlns="">
          <p:sp>
            <p:nvSpPr>
              <p:cNvPr id="1052874" name=""/>
              <p:cNvSpPr/>
              <p:nvPr/>
            </p:nvSpPr>
            <p:spPr>
              <a:xfrm>
                <a:off x="6951634" y="6328819"/>
                <a:ext cx="51403" cy="282384"/>
              </a:xfrm>
            </p:spPr>
          </p:sp>
        </mc:Fallback>
      </mc:AlternateContent>
      <mc:AlternateContent xmlns:mc="http://schemas.openxmlformats.org/markup-compatibility/2006" xmlns:p14="http://schemas.microsoft.com/office/powerpoint/2010/main">
        <mc:Choice Requires="p14">
          <p:contentPart p14:bwMode="auto" r:id="rId177">
            <p14:nvContentPartPr>
              <p14:cNvPr id="1052875" name="墨迹 1052874"/>
              <p14:cNvContentPartPr/>
              <p14:nvPr/>
            </p14:nvContentPartPr>
            <p14:xfrm>
              <a:off x="7049276" y="6182048"/>
              <a:ext cx="237849" cy="486763"/>
            </p14:xfrm>
          </p:contentPart>
        </mc:Choice>
        <mc:Fallback xmlns="">
          <p:sp>
            <p:nvSpPr>
              <p:cNvPr id="1052875" name=""/>
              <p:cNvSpPr/>
              <p:nvPr/>
            </p:nvSpPr>
            <p:spPr>
              <a:xfrm>
                <a:off x="7049276" y="6182048"/>
                <a:ext cx="237849" cy="486763"/>
              </a:xfrm>
            </p:spPr>
          </p:sp>
        </mc:Fallback>
      </mc:AlternateContent>
      <mc:AlternateContent xmlns:mc="http://schemas.openxmlformats.org/markup-compatibility/2006" xmlns:p14="http://schemas.microsoft.com/office/powerpoint/2010/main">
        <mc:Choice Requires="p14">
          <p:contentPart p14:bwMode="auto" r:id="rId178">
            <p14:nvContentPartPr>
              <p14:cNvPr id="1052876" name="墨迹 1052875"/>
              <p14:cNvContentPartPr/>
              <p14:nvPr/>
            </p14:nvContentPartPr>
            <p14:xfrm>
              <a:off x="7032958" y="6369620"/>
              <a:ext cx="170415" cy="35650"/>
            </p14:xfrm>
          </p:contentPart>
        </mc:Choice>
        <mc:Fallback xmlns="">
          <p:sp>
            <p:nvSpPr>
              <p:cNvPr id="1052876" name=""/>
              <p:cNvSpPr/>
              <p:nvPr/>
            </p:nvSpPr>
            <p:spPr>
              <a:xfrm>
                <a:off x="7032958" y="6369620"/>
                <a:ext cx="170415" cy="35650"/>
              </a:xfrm>
            </p:spPr>
          </p:sp>
        </mc:Fallback>
      </mc:AlternateContent>
      <mc:AlternateContent xmlns:mc="http://schemas.openxmlformats.org/markup-compatibility/2006" xmlns:p14="http://schemas.microsoft.com/office/powerpoint/2010/main">
        <mc:Choice Requires="p14">
          <p:contentPart p14:bwMode="auto" r:id="rId179">
            <p14:nvContentPartPr>
              <p14:cNvPr id="1052877" name="墨迹 1052876"/>
              <p14:cNvContentPartPr/>
              <p14:nvPr/>
            </p14:nvContentPartPr>
            <p14:xfrm>
              <a:off x="7043928" y="6297925"/>
              <a:ext cx="116897" cy="221450"/>
            </p14:xfrm>
          </p:contentPart>
        </mc:Choice>
        <mc:Fallback xmlns="">
          <p:sp>
            <p:nvSpPr>
              <p:cNvPr id="1052877" name=""/>
              <p:cNvSpPr/>
              <p:nvPr/>
            </p:nvSpPr>
            <p:spPr>
              <a:xfrm>
                <a:off x="7043928" y="6297925"/>
                <a:ext cx="116897" cy="221450"/>
              </a:xfrm>
            </p:spPr>
          </p:sp>
        </mc:Fallback>
      </mc:AlternateContent>
      <mc:AlternateContent xmlns:mc="http://schemas.openxmlformats.org/markup-compatibility/2006" xmlns:p14="http://schemas.microsoft.com/office/powerpoint/2010/main">
        <mc:Choice Requires="p14">
          <p:contentPart p14:bwMode="auto" r:id="rId180">
            <p14:nvContentPartPr>
              <p14:cNvPr id="1052878" name="墨迹 1052877"/>
              <p14:cNvContentPartPr/>
              <p14:nvPr/>
            </p14:nvContentPartPr>
            <p14:xfrm>
              <a:off x="7045806" y="6407889"/>
              <a:ext cx="73177" cy="55621"/>
            </p14:xfrm>
          </p:contentPart>
        </mc:Choice>
        <mc:Fallback xmlns="">
          <p:sp>
            <p:nvSpPr>
              <p:cNvPr id="1052878" name=""/>
              <p:cNvSpPr/>
              <p:nvPr/>
            </p:nvSpPr>
            <p:spPr>
              <a:xfrm>
                <a:off x="7045806" y="6407889"/>
                <a:ext cx="73177" cy="55621"/>
              </a:xfrm>
            </p:spPr>
          </p:sp>
        </mc:Fallback>
      </mc:AlternateContent>
      <mc:AlternateContent xmlns:mc="http://schemas.openxmlformats.org/markup-compatibility/2006" xmlns:p14="http://schemas.microsoft.com/office/powerpoint/2010/main">
        <mc:Choice Requires="p14">
          <p:contentPart p14:bwMode="auto" r:id="rId181">
            <p14:nvContentPartPr>
              <p14:cNvPr id="1052879" name="墨迹 1052878"/>
              <p14:cNvContentPartPr/>
              <p14:nvPr/>
            </p14:nvContentPartPr>
            <p14:xfrm>
              <a:off x="7463081" y="6429881"/>
              <a:ext cx="3409" cy="36710"/>
            </p14:xfrm>
          </p:contentPart>
        </mc:Choice>
        <mc:Fallback xmlns="">
          <p:sp>
            <p:nvSpPr>
              <p:cNvPr id="1052879" name=""/>
              <p:cNvSpPr/>
              <p:nvPr/>
            </p:nvSpPr>
            <p:spPr>
              <a:xfrm>
                <a:off x="7463081" y="6429881"/>
                <a:ext cx="3409" cy="36710"/>
              </a:xfrm>
            </p:spPr>
          </p:sp>
        </mc:Fallback>
      </mc:AlternateContent>
      <mc:AlternateContent xmlns:mc="http://schemas.openxmlformats.org/markup-compatibility/2006" xmlns:p14="http://schemas.microsoft.com/office/powerpoint/2010/main">
        <mc:Choice Requires="p14">
          <p:contentPart p14:bwMode="auto" r:id="rId182">
            <p14:nvContentPartPr>
              <p14:cNvPr id="1052880" name="墨迹 1052879"/>
              <p14:cNvContentPartPr/>
              <p14:nvPr/>
            </p14:nvContentPartPr>
            <p14:xfrm>
              <a:off x="7422733" y="6496383"/>
              <a:ext cx="43554" cy="32560"/>
            </p14:xfrm>
          </p:contentPart>
        </mc:Choice>
        <mc:Fallback xmlns="">
          <p:sp>
            <p:nvSpPr>
              <p:cNvPr id="1052880" name=""/>
              <p:cNvSpPr/>
              <p:nvPr/>
            </p:nvSpPr>
            <p:spPr>
              <a:xfrm>
                <a:off x="7422733" y="6496383"/>
                <a:ext cx="43554" cy="32560"/>
              </a:xfrm>
            </p:spPr>
          </p:sp>
        </mc:Fallback>
      </mc:AlternateContent>
      <mc:AlternateContent xmlns:mc="http://schemas.openxmlformats.org/markup-compatibility/2006" xmlns:p14="http://schemas.microsoft.com/office/powerpoint/2010/main">
        <mc:Choice Requires="p14">
          <p:contentPart p14:bwMode="auto" r:id="rId183">
            <p14:nvContentPartPr>
              <p14:cNvPr id="1052881" name="墨迹 1052880"/>
              <p14:cNvContentPartPr/>
              <p14:nvPr/>
            </p14:nvContentPartPr>
            <p14:xfrm>
              <a:off x="7738254" y="6308397"/>
              <a:ext cx="16361" cy="58851"/>
            </p14:xfrm>
          </p:contentPart>
        </mc:Choice>
        <mc:Fallback xmlns="">
          <p:sp>
            <p:nvSpPr>
              <p:cNvPr id="1052881" name=""/>
              <p:cNvSpPr/>
              <p:nvPr/>
            </p:nvSpPr>
            <p:spPr>
              <a:xfrm>
                <a:off x="7738254" y="6308397"/>
                <a:ext cx="16361" cy="58851"/>
              </a:xfrm>
            </p:spPr>
          </p:sp>
        </mc:Fallback>
      </mc:AlternateContent>
      <mc:AlternateContent xmlns:mc="http://schemas.openxmlformats.org/markup-compatibility/2006" xmlns:p14="http://schemas.microsoft.com/office/powerpoint/2010/main">
        <mc:Choice Requires="p14">
          <p:contentPart p14:bwMode="auto" r:id="rId184">
            <p14:nvContentPartPr>
              <p14:cNvPr id="1052882" name="墨迹 1052881"/>
              <p14:cNvContentPartPr/>
              <p14:nvPr/>
            </p14:nvContentPartPr>
            <p14:xfrm>
              <a:off x="7677801" y="6433023"/>
              <a:ext cx="79668" cy="161118"/>
            </p14:xfrm>
          </p:contentPart>
        </mc:Choice>
        <mc:Fallback xmlns="">
          <p:sp>
            <p:nvSpPr>
              <p:cNvPr id="1052882" name=""/>
              <p:cNvSpPr/>
              <p:nvPr/>
            </p:nvSpPr>
            <p:spPr>
              <a:xfrm>
                <a:off x="7677801" y="6433023"/>
                <a:ext cx="79668" cy="161118"/>
              </a:xfrm>
            </p:spPr>
          </p:sp>
        </mc:Fallback>
      </mc:AlternateContent>
      <mc:AlternateContent xmlns:mc="http://schemas.openxmlformats.org/markup-compatibility/2006" xmlns:p14="http://schemas.microsoft.com/office/powerpoint/2010/main">
        <mc:Choice Requires="p14">
          <p:contentPart p14:bwMode="auto" r:id="rId185">
            <p14:nvContentPartPr>
              <p14:cNvPr id="1052883" name="墨迹 1052882"/>
              <p14:cNvContentPartPr/>
              <p14:nvPr/>
            </p14:nvContentPartPr>
            <p14:xfrm>
              <a:off x="7856871" y="6178535"/>
              <a:ext cx="20397" cy="80437"/>
            </p14:xfrm>
          </p:contentPart>
        </mc:Choice>
        <mc:Fallback xmlns="">
          <p:sp>
            <p:nvSpPr>
              <p:cNvPr id="1052883" name=""/>
              <p:cNvSpPr/>
              <p:nvPr/>
            </p:nvSpPr>
            <p:spPr>
              <a:xfrm>
                <a:off x="7856871" y="6178535"/>
                <a:ext cx="20397" cy="80437"/>
              </a:xfrm>
            </p:spPr>
          </p:sp>
        </mc:Fallback>
      </mc:AlternateContent>
      <mc:AlternateContent xmlns:mc="http://schemas.openxmlformats.org/markup-compatibility/2006" xmlns:p14="http://schemas.microsoft.com/office/powerpoint/2010/main">
        <mc:Choice Requires="p14">
          <p:contentPart p14:bwMode="auto" r:id="rId186">
            <p14:nvContentPartPr>
              <p14:cNvPr id="1052884" name="墨迹 1052883"/>
              <p14:cNvContentPartPr/>
              <p14:nvPr/>
            </p14:nvContentPartPr>
            <p14:xfrm>
              <a:off x="7734376" y="6233286"/>
              <a:ext cx="205666" cy="385015"/>
            </p14:xfrm>
          </p:contentPart>
        </mc:Choice>
        <mc:Fallback xmlns="">
          <p:sp>
            <p:nvSpPr>
              <p:cNvPr id="1052884" name=""/>
              <p:cNvSpPr/>
              <p:nvPr/>
            </p:nvSpPr>
            <p:spPr>
              <a:xfrm>
                <a:off x="7734376" y="6233286"/>
                <a:ext cx="205666" cy="385015"/>
              </a:xfrm>
            </p:spPr>
          </p:sp>
        </mc:Fallback>
      </mc:AlternateContent>
      <mc:AlternateContent xmlns:mc="http://schemas.openxmlformats.org/markup-compatibility/2006" xmlns:p14="http://schemas.microsoft.com/office/powerpoint/2010/main">
        <mc:Choice Requires="p14">
          <p:contentPart p14:bwMode="auto" r:id="rId187">
            <p14:nvContentPartPr>
              <p14:cNvPr id="1052885" name="墨迹 1052884"/>
              <p14:cNvContentPartPr/>
              <p14:nvPr/>
            </p14:nvContentPartPr>
            <p14:xfrm>
              <a:off x="7823962" y="6379257"/>
              <a:ext cx="140856" cy="57920"/>
            </p14:xfrm>
          </p:contentPart>
        </mc:Choice>
        <mc:Fallback xmlns="">
          <p:sp>
            <p:nvSpPr>
              <p:cNvPr id="1052885" name=""/>
              <p:cNvSpPr/>
              <p:nvPr/>
            </p:nvSpPr>
            <p:spPr>
              <a:xfrm>
                <a:off x="7823962" y="6379257"/>
                <a:ext cx="140856" cy="57920"/>
              </a:xfrm>
            </p:spPr>
          </p:sp>
        </mc:Fallback>
      </mc:AlternateContent>
      <mc:AlternateContent xmlns:mc="http://schemas.openxmlformats.org/markup-compatibility/2006" xmlns:p14="http://schemas.microsoft.com/office/powerpoint/2010/main">
        <mc:Choice Requires="p14">
          <p:contentPart p14:bwMode="auto" r:id="rId188">
            <p14:nvContentPartPr>
              <p14:cNvPr id="1052886" name="墨迹 1052885"/>
              <p14:cNvContentPartPr/>
              <p14:nvPr/>
            </p14:nvContentPartPr>
            <p14:xfrm>
              <a:off x="7815600" y="6502667"/>
              <a:ext cx="20967" cy="56034"/>
            </p14:xfrm>
          </p:contentPart>
        </mc:Choice>
        <mc:Fallback xmlns="">
          <p:sp>
            <p:nvSpPr>
              <p:cNvPr id="1052886" name=""/>
              <p:cNvSpPr/>
              <p:nvPr/>
            </p:nvSpPr>
            <p:spPr>
              <a:xfrm>
                <a:off x="7815600" y="6502667"/>
                <a:ext cx="20967" cy="56034"/>
              </a:xfrm>
            </p:spPr>
          </p:sp>
        </mc:Fallback>
      </mc:AlternateContent>
      <mc:AlternateContent xmlns:mc="http://schemas.openxmlformats.org/markup-compatibility/2006" xmlns:p14="http://schemas.microsoft.com/office/powerpoint/2010/main">
        <mc:Choice Requires="p14">
          <p:contentPart p14:bwMode="auto" r:id="rId189">
            <p14:nvContentPartPr>
              <p14:cNvPr id="1052887" name="墨迹 1052886"/>
              <p14:cNvContentPartPr/>
              <p14:nvPr/>
            </p14:nvContentPartPr>
            <p14:xfrm>
              <a:off x="7893425" y="6480151"/>
              <a:ext cx="184435" cy="56327"/>
            </p14:xfrm>
          </p:contentPart>
        </mc:Choice>
        <mc:Fallback xmlns="">
          <p:sp>
            <p:nvSpPr>
              <p:cNvPr id="1052887" name=""/>
              <p:cNvSpPr/>
              <p:nvPr/>
            </p:nvSpPr>
            <p:spPr>
              <a:xfrm>
                <a:off x="7893425" y="6480151"/>
                <a:ext cx="184435" cy="56327"/>
              </a:xfrm>
            </p:spPr>
          </p:sp>
        </mc:Fallback>
      </mc:AlternateContent>
      <mc:AlternateContent xmlns:mc="http://schemas.openxmlformats.org/markup-compatibility/2006" xmlns:p14="http://schemas.microsoft.com/office/powerpoint/2010/main">
        <mc:Choice Requires="p14">
          <p:contentPart p14:bwMode="auto" r:id="rId190">
            <p14:nvContentPartPr>
              <p14:cNvPr id="1052888" name="墨迹 1052887"/>
              <p14:cNvContentPartPr/>
              <p14:nvPr/>
            </p14:nvContentPartPr>
            <p14:xfrm>
              <a:off x="8187683" y="6214757"/>
              <a:ext cx="234492" cy="346615"/>
            </p14:xfrm>
          </p:contentPart>
        </mc:Choice>
        <mc:Fallback xmlns="">
          <p:sp>
            <p:nvSpPr>
              <p:cNvPr id="1052888" name=""/>
              <p:cNvSpPr/>
              <p:nvPr/>
            </p:nvSpPr>
            <p:spPr>
              <a:xfrm>
                <a:off x="8187683" y="6214757"/>
                <a:ext cx="234492" cy="346615"/>
              </a:xfrm>
            </p:spPr>
          </p:sp>
        </mc:Fallback>
      </mc:AlternateContent>
      <mc:AlternateContent xmlns:mc="http://schemas.openxmlformats.org/markup-compatibility/2006" xmlns:p14="http://schemas.microsoft.com/office/powerpoint/2010/main">
        <mc:Choice Requires="p14">
          <p:contentPart p14:bwMode="auto" r:id="rId191">
            <p14:nvContentPartPr>
              <p14:cNvPr id="1052889" name="墨迹 1052888"/>
              <p14:cNvContentPartPr/>
              <p14:nvPr/>
            </p14:nvContentPartPr>
            <p14:xfrm>
              <a:off x="8196161" y="6260729"/>
              <a:ext cx="266856" cy="308898"/>
            </p14:xfrm>
          </p:contentPart>
        </mc:Choice>
        <mc:Fallback xmlns="">
          <p:sp>
            <p:nvSpPr>
              <p:cNvPr id="1052889" name=""/>
              <p:cNvSpPr/>
              <p:nvPr/>
            </p:nvSpPr>
            <p:spPr>
              <a:xfrm>
                <a:off x="8196161" y="6260729"/>
                <a:ext cx="266856" cy="308898"/>
              </a:xfrm>
            </p:spPr>
          </p:sp>
        </mc:Fallback>
      </mc:AlternateContent>
      <mc:AlternateContent xmlns:mc="http://schemas.openxmlformats.org/markup-compatibility/2006" xmlns:p14="http://schemas.microsoft.com/office/powerpoint/2010/main">
        <mc:Choice Requires="p14">
          <p:contentPart p14:bwMode="auto" r:id="rId192">
            <p14:nvContentPartPr>
              <p14:cNvPr id="1052890" name="墨迹 1052889"/>
              <p14:cNvContentPartPr/>
              <p14:nvPr/>
            </p14:nvContentPartPr>
            <p14:xfrm>
              <a:off x="8284705" y="6358667"/>
              <a:ext cx="108772" cy="136981"/>
            </p14:xfrm>
          </p:contentPart>
        </mc:Choice>
        <mc:Fallback xmlns="">
          <p:sp>
            <p:nvSpPr>
              <p:cNvPr id="1052890" name=""/>
              <p:cNvSpPr/>
              <p:nvPr/>
            </p:nvSpPr>
            <p:spPr>
              <a:xfrm>
                <a:off x="8284705" y="6358667"/>
                <a:ext cx="108772" cy="136981"/>
              </a:xfrm>
            </p:spPr>
          </p:sp>
        </mc:Fallback>
      </mc:AlternateContent>
      <mc:AlternateContent xmlns:mc="http://schemas.openxmlformats.org/markup-compatibility/2006" xmlns:p14="http://schemas.microsoft.com/office/powerpoint/2010/main">
        <mc:Choice Requires="p14">
          <p:contentPart p14:bwMode="auto" r:id="rId193">
            <p14:nvContentPartPr>
              <p14:cNvPr id="1052891" name="墨迹 1052890"/>
              <p14:cNvContentPartPr/>
              <p14:nvPr/>
            </p14:nvContentPartPr>
            <p14:xfrm>
              <a:off x="8598501" y="6292165"/>
              <a:ext cx="44347" cy="287477"/>
            </p14:xfrm>
          </p:contentPart>
        </mc:Choice>
        <mc:Fallback xmlns="">
          <p:sp>
            <p:nvSpPr>
              <p:cNvPr id="1052891" name=""/>
              <p:cNvSpPr/>
              <p:nvPr/>
            </p:nvSpPr>
            <p:spPr>
              <a:xfrm>
                <a:off x="8598501" y="6292165"/>
                <a:ext cx="44347" cy="287477"/>
              </a:xfrm>
            </p:spPr>
          </p:sp>
        </mc:Fallback>
      </mc:AlternateContent>
      <mc:AlternateContent xmlns:mc="http://schemas.openxmlformats.org/markup-compatibility/2006" xmlns:p14="http://schemas.microsoft.com/office/powerpoint/2010/main">
        <mc:Choice Requires="p14">
          <p:contentPart p14:bwMode="auto" r:id="rId194">
            <p14:nvContentPartPr>
              <p14:cNvPr id="1052892" name="墨迹 1052891"/>
              <p14:cNvContentPartPr/>
              <p14:nvPr/>
            </p14:nvContentPartPr>
            <p14:xfrm>
              <a:off x="8591554" y="6260697"/>
              <a:ext cx="284896" cy="334912"/>
            </p14:xfrm>
          </p:contentPart>
        </mc:Choice>
        <mc:Fallback xmlns="">
          <p:sp>
            <p:nvSpPr>
              <p:cNvPr id="1052892" name=""/>
              <p:cNvSpPr/>
              <p:nvPr/>
            </p:nvSpPr>
            <p:spPr>
              <a:xfrm>
                <a:off x="8591554" y="6260697"/>
                <a:ext cx="284896" cy="334912"/>
              </a:xfrm>
            </p:spPr>
          </p:sp>
        </mc:Fallback>
      </mc:AlternateContent>
      <mc:AlternateContent xmlns:mc="http://schemas.openxmlformats.org/markup-compatibility/2006" xmlns:p14="http://schemas.microsoft.com/office/powerpoint/2010/main">
        <mc:Choice Requires="p14">
          <p:contentPart p14:bwMode="auto" r:id="rId195">
            <p14:nvContentPartPr>
              <p14:cNvPr id="1052893" name="墨迹 1052892"/>
              <p14:cNvContentPartPr/>
              <p14:nvPr/>
            </p14:nvContentPartPr>
            <p14:xfrm>
              <a:off x="8663074" y="6163349"/>
              <a:ext cx="114956" cy="277611"/>
            </p14:xfrm>
          </p:contentPart>
        </mc:Choice>
        <mc:Fallback xmlns="">
          <p:sp>
            <p:nvSpPr>
              <p:cNvPr id="1052893" name=""/>
              <p:cNvSpPr/>
              <p:nvPr/>
            </p:nvSpPr>
            <p:spPr>
              <a:xfrm>
                <a:off x="8663074" y="6163349"/>
                <a:ext cx="114956" cy="277611"/>
              </a:xfrm>
            </p:spPr>
          </p:sp>
        </mc:Fallback>
      </mc:AlternateContent>
      <mc:AlternateContent xmlns:mc="http://schemas.openxmlformats.org/markup-compatibility/2006" xmlns:p14="http://schemas.microsoft.com/office/powerpoint/2010/main">
        <mc:Choice Requires="p14">
          <p:contentPart p14:bwMode="auto" r:id="rId196">
            <p14:nvContentPartPr>
              <p14:cNvPr id="1052894" name="墨迹 1052893"/>
              <p14:cNvContentPartPr/>
              <p14:nvPr/>
            </p14:nvContentPartPr>
            <p14:xfrm>
              <a:off x="8733148" y="6363379"/>
              <a:ext cx="127819" cy="88462"/>
            </p14:xfrm>
          </p:contentPart>
        </mc:Choice>
        <mc:Fallback xmlns="">
          <p:sp>
            <p:nvSpPr>
              <p:cNvPr id="1052894" name=""/>
              <p:cNvSpPr/>
              <p:nvPr/>
            </p:nvSpPr>
            <p:spPr>
              <a:xfrm>
                <a:off x="8733148" y="6363379"/>
                <a:ext cx="127819" cy="88462"/>
              </a:xfrm>
            </p:spPr>
          </p:sp>
        </mc:Fallback>
      </mc:AlternateContent>
      <mc:AlternateContent xmlns:mc="http://schemas.openxmlformats.org/markup-compatibility/2006" xmlns:p14="http://schemas.microsoft.com/office/powerpoint/2010/main">
        <mc:Choice Requires="p14">
          <p:contentPart p14:bwMode="auto" r:id="rId197">
            <p14:nvContentPartPr>
              <p14:cNvPr id="1052895" name="墨迹 1052894"/>
              <p14:cNvContentPartPr/>
              <p14:nvPr/>
            </p14:nvContentPartPr>
            <p14:xfrm>
              <a:off x="9021447" y="6249226"/>
              <a:ext cx="38921" cy="288794"/>
            </p14:xfrm>
          </p:contentPart>
        </mc:Choice>
        <mc:Fallback xmlns="">
          <p:sp>
            <p:nvSpPr>
              <p:cNvPr id="1052895" name=""/>
              <p:cNvSpPr/>
              <p:nvPr/>
            </p:nvSpPr>
            <p:spPr>
              <a:xfrm>
                <a:off x="9021447" y="6249226"/>
                <a:ext cx="38921" cy="288794"/>
              </a:xfrm>
            </p:spPr>
          </p:sp>
        </mc:Fallback>
      </mc:AlternateContent>
      <mc:AlternateContent xmlns:mc="http://schemas.openxmlformats.org/markup-compatibility/2006" xmlns:p14="http://schemas.microsoft.com/office/powerpoint/2010/main">
        <mc:Choice Requires="p14">
          <p:contentPart p14:bwMode="auto" r:id="rId198">
            <p14:nvContentPartPr>
              <p14:cNvPr id="1052896" name="墨迹 1052895"/>
              <p14:cNvContentPartPr/>
              <p14:nvPr/>
            </p14:nvContentPartPr>
            <p14:xfrm>
              <a:off x="9046790" y="6250654"/>
              <a:ext cx="148330" cy="169032"/>
            </p14:xfrm>
          </p:contentPart>
        </mc:Choice>
        <mc:Fallback xmlns="">
          <p:sp>
            <p:nvSpPr>
              <p:cNvPr id="1052896" name=""/>
              <p:cNvSpPr/>
              <p:nvPr/>
            </p:nvSpPr>
            <p:spPr>
              <a:xfrm>
                <a:off x="9046790" y="6250654"/>
                <a:ext cx="148330" cy="169032"/>
              </a:xfrm>
            </p:spPr>
          </p:sp>
        </mc:Fallback>
      </mc:AlternateContent>
      <mc:AlternateContent xmlns:mc="http://schemas.openxmlformats.org/markup-compatibility/2006" xmlns:p14="http://schemas.microsoft.com/office/powerpoint/2010/main">
        <mc:Choice Requires="p14">
          <p:contentPart p14:bwMode="auto" r:id="rId199">
            <p14:nvContentPartPr>
              <p14:cNvPr id="1052897" name="墨迹 1052896"/>
              <p14:cNvContentPartPr/>
              <p14:nvPr/>
            </p14:nvContentPartPr>
            <p14:xfrm>
              <a:off x="9190352" y="6239801"/>
              <a:ext cx="30090" cy="194861"/>
            </p14:xfrm>
          </p:contentPart>
        </mc:Choice>
        <mc:Fallback xmlns="">
          <p:sp>
            <p:nvSpPr>
              <p:cNvPr id="1052897" name=""/>
              <p:cNvSpPr/>
              <p:nvPr/>
            </p:nvSpPr>
            <p:spPr>
              <a:xfrm>
                <a:off x="9190352" y="6239801"/>
                <a:ext cx="30090" cy="194861"/>
              </a:xfrm>
            </p:spPr>
          </p:sp>
        </mc:Fallback>
      </mc:AlternateContent>
      <mc:AlternateContent xmlns:mc="http://schemas.openxmlformats.org/markup-compatibility/2006" xmlns:p14="http://schemas.microsoft.com/office/powerpoint/2010/main">
        <mc:Choice Requires="p14">
          <p:contentPart p14:bwMode="auto" r:id="rId200">
            <p14:nvContentPartPr>
              <p14:cNvPr id="1052898" name="墨迹 1052897"/>
              <p14:cNvContentPartPr/>
              <p14:nvPr/>
            </p14:nvContentPartPr>
            <p14:xfrm>
              <a:off x="9206550" y="6245998"/>
              <a:ext cx="126191" cy="314140"/>
            </p14:xfrm>
          </p:contentPart>
        </mc:Choice>
        <mc:Fallback xmlns="">
          <p:sp>
            <p:nvSpPr>
              <p:cNvPr id="1052898" name=""/>
              <p:cNvSpPr/>
              <p:nvPr/>
            </p:nvSpPr>
            <p:spPr>
              <a:xfrm>
                <a:off x="9206550" y="6245998"/>
                <a:ext cx="126191" cy="314140"/>
              </a:xfrm>
            </p:spPr>
          </p:sp>
        </mc:Fallback>
      </mc:AlternateContent>
      <mc:AlternateContent xmlns:mc="http://schemas.openxmlformats.org/markup-compatibility/2006" xmlns:p14="http://schemas.microsoft.com/office/powerpoint/2010/main">
        <mc:Choice Requires="p14">
          <p:contentPart p14:bwMode="auto" r:id="rId201">
            <p14:nvContentPartPr>
              <p14:cNvPr id="1052899" name="墨迹 1052898"/>
              <p14:cNvContentPartPr/>
              <p14:nvPr/>
            </p14:nvContentPartPr>
            <p14:xfrm>
              <a:off x="9057476" y="6520791"/>
              <a:ext cx="258230" cy="18007"/>
            </p14:xfrm>
          </p:contentPart>
        </mc:Choice>
        <mc:Fallback xmlns="">
          <p:sp>
            <p:nvSpPr>
              <p:cNvPr id="1052899" name=""/>
              <p:cNvSpPr/>
              <p:nvPr/>
            </p:nvSpPr>
            <p:spPr>
              <a:xfrm>
                <a:off x="9057476" y="6520791"/>
                <a:ext cx="258230" cy="18007"/>
              </a:xfrm>
            </p:spPr>
          </p:sp>
        </mc:Fallback>
      </mc:AlternateContent>
      <mc:AlternateContent xmlns:mc="http://schemas.openxmlformats.org/markup-compatibility/2006" xmlns:p14="http://schemas.microsoft.com/office/powerpoint/2010/main">
        <mc:Choice Requires="p14">
          <p:contentPart p14:bwMode="auto" r:id="rId202">
            <p14:nvContentPartPr>
              <p14:cNvPr id="1052900" name="墨迹 1052899"/>
              <p14:cNvContentPartPr/>
              <p14:nvPr/>
            </p14:nvContentPartPr>
            <p14:xfrm>
              <a:off x="9487435" y="6133502"/>
              <a:ext cx="80312" cy="64442"/>
            </p14:xfrm>
          </p:contentPart>
        </mc:Choice>
        <mc:Fallback xmlns="">
          <p:sp>
            <p:nvSpPr>
              <p:cNvPr id="1052900" name=""/>
              <p:cNvSpPr/>
              <p:nvPr/>
            </p:nvSpPr>
            <p:spPr>
              <a:xfrm>
                <a:off x="9487435" y="6133502"/>
                <a:ext cx="80312" cy="64442"/>
              </a:xfrm>
            </p:spPr>
          </p:sp>
        </mc:Fallback>
      </mc:AlternateContent>
      <mc:AlternateContent xmlns:mc="http://schemas.openxmlformats.org/markup-compatibility/2006" xmlns:p14="http://schemas.microsoft.com/office/powerpoint/2010/main">
        <mc:Choice Requires="p14">
          <p:contentPart p14:bwMode="auto" r:id="rId203">
            <p14:nvContentPartPr>
              <p14:cNvPr id="1052901" name="墨迹 1052900"/>
              <p14:cNvContentPartPr/>
              <p14:nvPr/>
            </p14:nvContentPartPr>
            <p14:xfrm>
              <a:off x="9458723" y="6180106"/>
              <a:ext cx="176225" cy="346264"/>
            </p14:xfrm>
          </p:contentPart>
        </mc:Choice>
        <mc:Fallback xmlns="">
          <p:sp>
            <p:nvSpPr>
              <p:cNvPr id="1052901" name=""/>
              <p:cNvSpPr/>
              <p:nvPr/>
            </p:nvSpPr>
            <p:spPr>
              <a:xfrm>
                <a:off x="9458723" y="6180106"/>
                <a:ext cx="176225" cy="346264"/>
              </a:xfrm>
            </p:spPr>
          </p:sp>
        </mc:Fallback>
      </mc:AlternateContent>
      <mc:AlternateContent xmlns:mc="http://schemas.openxmlformats.org/markup-compatibility/2006" xmlns:p14="http://schemas.microsoft.com/office/powerpoint/2010/main">
        <mc:Choice Requires="p14">
          <p:contentPart p14:bwMode="auto" r:id="rId204">
            <p14:nvContentPartPr>
              <p14:cNvPr id="1052902" name="墨迹 1052901"/>
              <p14:cNvContentPartPr/>
              <p14:nvPr/>
            </p14:nvContentPartPr>
            <p14:xfrm>
              <a:off x="9469967" y="6294271"/>
              <a:ext cx="227859" cy="278662"/>
            </p14:xfrm>
          </p:contentPart>
        </mc:Choice>
        <mc:Fallback xmlns="">
          <p:sp>
            <p:nvSpPr>
              <p:cNvPr id="1052902" name=""/>
              <p:cNvSpPr/>
              <p:nvPr/>
            </p:nvSpPr>
            <p:spPr>
              <a:xfrm>
                <a:off x="9469967" y="6294271"/>
                <a:ext cx="227859" cy="278662"/>
              </a:xfrm>
            </p:spPr>
          </p:sp>
        </mc:Fallback>
      </mc:AlternateContent>
      <mc:AlternateContent xmlns:mc="http://schemas.openxmlformats.org/markup-compatibility/2006" xmlns:p14="http://schemas.microsoft.com/office/powerpoint/2010/main">
        <mc:Choice Requires="p14">
          <p:contentPart p14:bwMode="auto" r:id="rId205">
            <p14:nvContentPartPr>
              <p14:cNvPr id="1052903" name="墨迹 1052902"/>
              <p14:cNvContentPartPr/>
              <p14:nvPr/>
            </p14:nvContentPartPr>
            <p14:xfrm>
              <a:off x="9497217" y="6392718"/>
              <a:ext cx="124789" cy="122026"/>
            </p14:xfrm>
          </p:contentPart>
        </mc:Choice>
        <mc:Fallback xmlns="">
          <p:sp>
            <p:nvSpPr>
              <p:cNvPr id="1052903" name=""/>
              <p:cNvSpPr/>
              <p:nvPr/>
            </p:nvSpPr>
            <p:spPr>
              <a:xfrm>
                <a:off x="9497217" y="6392718"/>
                <a:ext cx="124789" cy="122026"/>
              </a:xfrm>
            </p:spPr>
          </p:sp>
        </mc:Fallback>
      </mc:AlternateContent>
      <mc:AlternateContent xmlns:mc="http://schemas.openxmlformats.org/markup-compatibility/2006" xmlns:p14="http://schemas.microsoft.com/office/powerpoint/2010/main">
        <mc:Choice Requires="p14">
          <p:contentPart p14:bwMode="auto" r:id="rId206">
            <p14:nvContentPartPr>
              <p14:cNvPr id="1052904" name="墨迹 1052903"/>
              <p14:cNvContentPartPr/>
              <p14:nvPr/>
            </p14:nvContentPartPr>
            <p14:xfrm>
              <a:off x="9573448" y="6376994"/>
              <a:ext cx="21549" cy="278241"/>
            </p14:xfrm>
          </p:contentPart>
        </mc:Choice>
        <mc:Fallback xmlns="">
          <p:sp>
            <p:nvSpPr>
              <p:cNvPr id="1052904" name=""/>
              <p:cNvSpPr/>
              <p:nvPr/>
            </p:nvSpPr>
            <p:spPr>
              <a:xfrm>
                <a:off x="9573448" y="6376994"/>
                <a:ext cx="21549" cy="278241"/>
              </a:xfrm>
            </p:spPr>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75" name="Text Box 2"/>
          <p:cNvSpPr txBox="1">
            <a:spLocks noChangeArrowheads="1"/>
          </p:cNvSpPr>
          <p:nvPr/>
        </p:nvSpPr>
        <p:spPr bwMode="auto">
          <a:xfrm>
            <a:off x="1500188" y="1727200"/>
            <a:ext cx="1724025" cy="401638"/>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a:latin typeface="黑体" panose="02010609060101010101" pitchFamily="49" charset="-122"/>
                <a:ea typeface="黑体" panose="02010609060101010101" pitchFamily="49" charset="-122"/>
              </a:rPr>
              <a:t>闭运算实例：</a:t>
            </a:r>
          </a:p>
        </p:txBody>
      </p:sp>
      <p:graphicFrame>
        <p:nvGraphicFramePr>
          <p:cNvPr id="4194320" name="Object 3"/>
          <p:cNvGraphicFramePr>
            <a:graphicFrameLocks noChangeAspect="1"/>
          </p:cNvGraphicFramePr>
          <p:nvPr/>
        </p:nvGraphicFramePr>
        <p:xfrm>
          <a:off x="2590800" y="2286000"/>
          <a:ext cx="2819400" cy="1435100"/>
        </p:xfrm>
        <a:graphic>
          <a:graphicData uri="http://schemas.openxmlformats.org/presentationml/2006/ole">
            <mc:AlternateContent xmlns:mc="http://schemas.openxmlformats.org/markup-compatibility/2006">
              <mc:Choice xmlns:v="urn:schemas-microsoft-com:vml" Requires="v">
                <p:oleObj name="Equation" r:id="rId2" imgW="1397000" imgH="711200" progId="Equation.3">
                  <p:embed/>
                </p:oleObj>
              </mc:Choice>
              <mc:Fallback>
                <p:oleObj name="Equation" r:id="rId2" imgW="1397000" imgH="711200" progId="Equation.3">
                  <p:embed/>
                  <p:pic>
                    <p:nvPicPr>
                      <p:cNvPr id="2097184" name="Object 3"/>
                      <p:cNvPicPr>
                        <a:picLocks noChangeAspect="1" noChangeArrowheads="1"/>
                      </p:cNvPicPr>
                      <p:nvPr/>
                    </p:nvPicPr>
                    <p:blipFill>
                      <a:blip r:embed="rId3"/>
                      <a:srcRect/>
                      <a:stretch>
                        <a:fillRect/>
                      </a:stretch>
                    </p:blipFill>
                    <p:spPr bwMode="auto">
                      <a:xfrm>
                        <a:off x="2590800" y="2286000"/>
                        <a:ext cx="2819400" cy="1435100"/>
                      </a:xfrm>
                      <a:prstGeom prst="rect">
                        <a:avLst/>
                      </a:prstGeom>
                      <a:noFill/>
                      <a:ln>
                        <a:noFill/>
                      </a:ln>
                      <a:effectLst/>
                    </p:spPr>
                  </p:pic>
                </p:oleObj>
              </mc:Fallback>
            </mc:AlternateContent>
          </a:graphicData>
        </a:graphic>
      </p:graphicFrame>
      <p:graphicFrame>
        <p:nvGraphicFramePr>
          <p:cNvPr id="4194321" name="Object 4"/>
          <p:cNvGraphicFramePr>
            <a:graphicFrameLocks noChangeAspect="1"/>
          </p:cNvGraphicFramePr>
          <p:nvPr/>
        </p:nvGraphicFramePr>
        <p:xfrm>
          <a:off x="5943600" y="2590800"/>
          <a:ext cx="1600200" cy="960438"/>
        </p:xfrm>
        <a:graphic>
          <a:graphicData uri="http://schemas.openxmlformats.org/presentationml/2006/ole">
            <mc:AlternateContent xmlns:mc="http://schemas.openxmlformats.org/markup-compatibility/2006">
              <mc:Choice xmlns:v="urn:schemas-microsoft-com:vml" Requires="v">
                <p:oleObj name="Equation" r:id="rId4" imgW="762000" imgH="457200" progId="Equation.3">
                  <p:embed/>
                </p:oleObj>
              </mc:Choice>
              <mc:Fallback>
                <p:oleObj name="Equation" r:id="rId4" imgW="762000" imgH="457200" progId="Equation.3">
                  <p:embed/>
                  <p:pic>
                    <p:nvPicPr>
                      <p:cNvPr id="2097185" name="Object 4"/>
                      <p:cNvPicPr>
                        <a:picLocks noChangeAspect="1" noChangeArrowheads="1"/>
                      </p:cNvPicPr>
                      <p:nvPr/>
                    </p:nvPicPr>
                    <p:blipFill>
                      <a:blip r:embed="rId5"/>
                      <a:srcRect/>
                      <a:stretch>
                        <a:fillRect/>
                      </a:stretch>
                    </p:blipFill>
                    <p:spPr bwMode="auto">
                      <a:xfrm>
                        <a:off x="5943600" y="2590800"/>
                        <a:ext cx="1600200" cy="960438"/>
                      </a:xfrm>
                      <a:prstGeom prst="rect">
                        <a:avLst/>
                      </a:prstGeom>
                      <a:noFill/>
                      <a:ln>
                        <a:noFill/>
                      </a:ln>
                      <a:effectLst/>
                    </p:spPr>
                  </p:pic>
                </p:oleObj>
              </mc:Fallback>
            </mc:AlternateContent>
          </a:graphicData>
        </a:graphic>
      </p:graphicFrame>
      <p:graphicFrame>
        <p:nvGraphicFramePr>
          <p:cNvPr id="4194322" name="Object 5"/>
          <p:cNvGraphicFramePr>
            <a:graphicFrameLocks noChangeAspect="1"/>
          </p:cNvGraphicFramePr>
          <p:nvPr/>
        </p:nvGraphicFramePr>
        <p:xfrm>
          <a:off x="2362200" y="4267200"/>
          <a:ext cx="3689350" cy="1881188"/>
        </p:xfrm>
        <a:graphic>
          <a:graphicData uri="http://schemas.openxmlformats.org/presentationml/2006/ole">
            <mc:AlternateContent xmlns:mc="http://schemas.openxmlformats.org/markup-compatibility/2006">
              <mc:Choice xmlns:v="urn:schemas-microsoft-com:vml" Requires="v">
                <p:oleObj name="Equation" r:id="rId6" imgW="1790700" imgH="914400" progId="Equation.3">
                  <p:embed/>
                </p:oleObj>
              </mc:Choice>
              <mc:Fallback>
                <p:oleObj name="Equation" r:id="rId6" imgW="1790700" imgH="914400" progId="Equation.3">
                  <p:embed/>
                  <p:pic>
                    <p:nvPicPr>
                      <p:cNvPr id="2097186" name="Object 5"/>
                      <p:cNvPicPr>
                        <a:picLocks noChangeAspect="1" noChangeArrowheads="1"/>
                      </p:cNvPicPr>
                      <p:nvPr/>
                    </p:nvPicPr>
                    <p:blipFill>
                      <a:blip r:embed="rId7"/>
                      <a:srcRect/>
                      <a:stretch>
                        <a:fillRect/>
                      </a:stretch>
                    </p:blipFill>
                    <p:spPr bwMode="auto">
                      <a:xfrm>
                        <a:off x="2362200" y="4267200"/>
                        <a:ext cx="3689350" cy="1881188"/>
                      </a:xfrm>
                      <a:prstGeom prst="rect">
                        <a:avLst/>
                      </a:prstGeom>
                      <a:noFill/>
                      <a:ln>
                        <a:noFill/>
                      </a:ln>
                      <a:effectLst/>
                    </p:spPr>
                  </p:pic>
                </p:oleObj>
              </mc:Fallback>
            </mc:AlternateContent>
          </a:graphicData>
        </a:graphic>
      </p:graphicFrame>
      <p:graphicFrame>
        <p:nvGraphicFramePr>
          <p:cNvPr id="4194323" name="Object 6"/>
          <p:cNvGraphicFramePr>
            <a:graphicFrameLocks noChangeAspect="1"/>
          </p:cNvGraphicFramePr>
          <p:nvPr/>
        </p:nvGraphicFramePr>
        <p:xfrm>
          <a:off x="8001000" y="2514600"/>
          <a:ext cx="1828800" cy="954088"/>
        </p:xfrm>
        <a:graphic>
          <a:graphicData uri="http://schemas.openxmlformats.org/presentationml/2006/ole">
            <mc:AlternateContent xmlns:mc="http://schemas.openxmlformats.org/markup-compatibility/2006">
              <mc:Choice xmlns:v="urn:schemas-microsoft-com:vml" Requires="v">
                <p:oleObj name="Equation" r:id="rId8" imgW="876300" imgH="457200" progId="Equation.3">
                  <p:embed/>
                </p:oleObj>
              </mc:Choice>
              <mc:Fallback>
                <p:oleObj name="Equation" r:id="rId8" imgW="876300" imgH="457200" progId="Equation.3">
                  <p:embed/>
                  <p:pic>
                    <p:nvPicPr>
                      <p:cNvPr id="2097187" name="Object 6"/>
                      <p:cNvPicPr>
                        <a:picLocks noChangeAspect="1" noChangeArrowheads="1"/>
                      </p:cNvPicPr>
                      <p:nvPr/>
                    </p:nvPicPr>
                    <p:blipFill>
                      <a:blip r:embed="rId9"/>
                      <a:srcRect/>
                      <a:stretch>
                        <a:fillRect/>
                      </a:stretch>
                    </p:blipFill>
                    <p:spPr bwMode="auto">
                      <a:xfrm>
                        <a:off x="8001000" y="2514600"/>
                        <a:ext cx="1828800" cy="954088"/>
                      </a:xfrm>
                      <a:prstGeom prst="rect">
                        <a:avLst/>
                      </a:prstGeom>
                      <a:noFill/>
                      <a:ln>
                        <a:noFill/>
                      </a:ln>
                      <a:effectLst/>
                    </p:spPr>
                  </p:pic>
                </p:oleObj>
              </mc:Fallback>
            </mc:AlternateContent>
          </a:graphicData>
        </a:graphic>
      </p:graphicFrame>
      <p:graphicFrame>
        <p:nvGraphicFramePr>
          <p:cNvPr id="4194324" name="Object 7"/>
          <p:cNvGraphicFramePr>
            <a:graphicFrameLocks noChangeAspect="1"/>
          </p:cNvGraphicFramePr>
          <p:nvPr/>
        </p:nvGraphicFramePr>
        <p:xfrm>
          <a:off x="6477000" y="4267200"/>
          <a:ext cx="3327400" cy="1828800"/>
        </p:xfrm>
        <a:graphic>
          <a:graphicData uri="http://schemas.openxmlformats.org/presentationml/2006/ole">
            <mc:AlternateContent xmlns:mc="http://schemas.openxmlformats.org/markup-compatibility/2006">
              <mc:Choice xmlns:v="urn:schemas-microsoft-com:vml" Requires="v">
                <p:oleObj name="Equation" r:id="rId10" imgW="1663700" imgH="914400" progId="Equation.3">
                  <p:embed/>
                </p:oleObj>
              </mc:Choice>
              <mc:Fallback>
                <p:oleObj name="Equation" r:id="rId10" imgW="1663700" imgH="914400" progId="Equation.3">
                  <p:embed/>
                  <p:pic>
                    <p:nvPicPr>
                      <p:cNvPr id="2097188" name="Object 7"/>
                      <p:cNvPicPr>
                        <a:picLocks noChangeAspect="1" noChangeArrowheads="1"/>
                      </p:cNvPicPr>
                      <p:nvPr/>
                    </p:nvPicPr>
                    <p:blipFill>
                      <a:blip r:embed="rId11"/>
                      <a:srcRect/>
                      <a:stretch>
                        <a:fillRect/>
                      </a:stretch>
                    </p:blipFill>
                    <p:spPr bwMode="auto">
                      <a:xfrm>
                        <a:off x="6477000" y="4267200"/>
                        <a:ext cx="3327400" cy="1828800"/>
                      </a:xfrm>
                      <a:prstGeom prst="rect">
                        <a:avLst/>
                      </a:prstGeom>
                      <a:noFill/>
                      <a:ln>
                        <a:noFill/>
                      </a:ln>
                      <a:effectLst/>
                    </p:spPr>
                  </p:pic>
                </p:oleObj>
              </mc:Fallback>
            </mc:AlternateContent>
          </a:graphicData>
        </a:graphic>
      </p:graphicFrame>
      <p:sp>
        <p:nvSpPr>
          <p:cNvPr id="1048976" name="TextBox 27"/>
          <p:cNvSpPr txBox="1"/>
          <p:nvPr/>
        </p:nvSpPr>
        <p:spPr>
          <a:xfrm>
            <a:off x="1012825" y="177800"/>
            <a:ext cx="46151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二、 数学形态学基本算法</a:t>
            </a:r>
          </a:p>
        </p:txBody>
      </p:sp>
      <p:sp>
        <p:nvSpPr>
          <p:cNvPr id="1048977"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mc:AlternateContent xmlns:mc="http://schemas.openxmlformats.org/markup-compatibility/2006" xmlns:p14="http://schemas.microsoft.com/office/powerpoint/2010/main">
        <mc:Choice Requires="p14">
          <p:contentPart p14:bwMode="auto" r:id="rId12">
            <p14:nvContentPartPr>
              <p14:cNvPr id="1052905" name="墨迹 1052904"/>
              <p14:cNvContentPartPr/>
              <p14:nvPr/>
            </p14:nvContentPartPr>
            <p14:xfrm>
              <a:off x="11758427" y="8709256"/>
              <a:ext cx="0" cy="0"/>
            </p14:xfrm>
          </p:contentPart>
        </mc:Choice>
        <mc:Fallback xmlns="">
          <p:sp>
            <p:nvSpPr>
              <p:cNvPr id="1052905" name=""/>
              <p:cNvSpPr/>
              <p:nvPr/>
            </p:nvSpPr>
            <p:spPr>
              <a:xfrm>
                <a:off x="11758427" y="8709256"/>
                <a:ext cx="0" cy="0"/>
              </a:xfrm>
            </p:spPr>
          </p:sp>
        </mc:Fallback>
      </mc:AlternateContent>
      <mc:AlternateContent xmlns:mc="http://schemas.openxmlformats.org/markup-compatibility/2006" xmlns:p14="http://schemas.microsoft.com/office/powerpoint/2010/main">
        <mc:Choice Requires="p14">
          <p:contentPart p14:bwMode="auto" r:id="rId13">
            <p14:nvContentPartPr>
              <p14:cNvPr id="1052909" name="墨迹 1052908"/>
              <p14:cNvContentPartPr/>
              <p14:nvPr/>
            </p14:nvContentPartPr>
            <p14:xfrm>
              <a:off x="3996649" y="8599893"/>
              <a:ext cx="2442798" cy="1179225"/>
            </p14:xfrm>
          </p:contentPart>
        </mc:Choice>
        <mc:Fallback xmlns="">
          <p:sp>
            <p:nvSpPr>
              <p:cNvPr id="1052909" name=""/>
              <p:cNvSpPr/>
              <p:nvPr/>
            </p:nvSpPr>
            <p:spPr>
              <a:xfrm>
                <a:off x="3996649" y="8599893"/>
                <a:ext cx="2442798" cy="1179225"/>
              </a:xfrm>
            </p:spPr>
          </p:sp>
        </mc:Fallback>
      </mc:AlternateContent>
      <mc:AlternateContent xmlns:mc="http://schemas.openxmlformats.org/markup-compatibility/2006" xmlns:p14="http://schemas.microsoft.com/office/powerpoint/2010/main">
        <mc:Choice Requires="p14">
          <p:contentPart p14:bwMode="auto" r:id="rId14">
            <p14:nvContentPartPr>
              <p14:cNvPr id="1052910" name="墨迹 1052909"/>
              <p14:cNvContentPartPr/>
              <p14:nvPr/>
            </p14:nvContentPartPr>
            <p14:xfrm>
              <a:off x="8209265" y="8534959"/>
              <a:ext cx="2262905" cy="389572"/>
            </p14:xfrm>
          </p:contentPart>
        </mc:Choice>
        <mc:Fallback xmlns="">
          <p:sp>
            <p:nvSpPr>
              <p:cNvPr id="1052910" name=""/>
              <p:cNvSpPr/>
              <p:nvPr/>
            </p:nvSpPr>
            <p:spPr>
              <a:xfrm>
                <a:off x="8209265" y="8534959"/>
                <a:ext cx="2262905" cy="389572"/>
              </a:xfrm>
            </p:spPr>
          </p:sp>
        </mc:Fallback>
      </mc:AlternateContent>
      <mc:AlternateContent xmlns:mc="http://schemas.openxmlformats.org/markup-compatibility/2006" xmlns:p14="http://schemas.microsoft.com/office/powerpoint/2010/main">
        <mc:Choice Requires="p14">
          <p:contentPart p14:bwMode="auto" r:id="rId15">
            <p14:nvContentPartPr>
              <p14:cNvPr id="1053064" name="墨迹 1053063"/>
              <p14:cNvContentPartPr/>
              <p14:nvPr/>
            </p14:nvContentPartPr>
            <p14:xfrm>
              <a:off x="2349916" y="5409928"/>
              <a:ext cx="1490093" cy="47696"/>
            </p14:xfrm>
          </p:contentPart>
        </mc:Choice>
        <mc:Fallback xmlns="">
          <p:sp>
            <p:nvSpPr>
              <p:cNvPr id="1053064" name=""/>
              <p:cNvSpPr/>
              <p:nvPr/>
            </p:nvSpPr>
            <p:spPr>
              <a:xfrm>
                <a:off x="2349916" y="5409928"/>
                <a:ext cx="1490093" cy="47696"/>
              </a:xfrm>
            </p:spPr>
          </p:sp>
        </mc:Fallback>
      </mc:AlternateContent>
      <mc:AlternateContent xmlns:mc="http://schemas.openxmlformats.org/markup-compatibility/2006" xmlns:p14="http://schemas.microsoft.com/office/powerpoint/2010/main">
        <mc:Choice Requires="p14">
          <p:contentPart p14:bwMode="auto" r:id="rId16">
            <p14:nvContentPartPr>
              <p14:cNvPr id="1053065" name="墨迹 1053064"/>
              <p14:cNvContentPartPr/>
              <p14:nvPr/>
            </p14:nvContentPartPr>
            <p14:xfrm>
              <a:off x="1779509" y="5729854"/>
              <a:ext cx="40192" cy="56595"/>
            </p14:xfrm>
          </p:contentPart>
        </mc:Choice>
        <mc:Fallback xmlns="">
          <p:sp>
            <p:nvSpPr>
              <p:cNvPr id="1053065" name=""/>
              <p:cNvSpPr/>
              <p:nvPr/>
            </p:nvSpPr>
            <p:spPr>
              <a:xfrm>
                <a:off x="1779509" y="5729854"/>
                <a:ext cx="40192" cy="56595"/>
              </a:xfrm>
            </p:spPr>
          </p:sp>
        </mc:Fallback>
      </mc:AlternateContent>
      <mc:AlternateContent xmlns:mc="http://schemas.openxmlformats.org/markup-compatibility/2006" xmlns:p14="http://schemas.microsoft.com/office/powerpoint/2010/main">
        <mc:Choice Requires="p14">
          <p:contentPart p14:bwMode="auto" r:id="rId17">
            <p14:nvContentPartPr>
              <p14:cNvPr id="1053066" name="墨迹 1053065"/>
              <p14:cNvContentPartPr/>
              <p14:nvPr/>
            </p14:nvContentPartPr>
            <p14:xfrm>
              <a:off x="1652323" y="5841413"/>
              <a:ext cx="407161" cy="326684"/>
            </p14:xfrm>
          </p:contentPart>
        </mc:Choice>
        <mc:Fallback xmlns="">
          <p:sp>
            <p:nvSpPr>
              <p:cNvPr id="1053066" name=""/>
              <p:cNvSpPr/>
              <p:nvPr/>
            </p:nvSpPr>
            <p:spPr>
              <a:xfrm>
                <a:off x="1652323" y="5841413"/>
                <a:ext cx="407161" cy="326684"/>
              </a:xfrm>
            </p:spPr>
          </p:sp>
        </mc:Fallback>
      </mc:AlternateContent>
      <mc:AlternateContent xmlns:mc="http://schemas.openxmlformats.org/markup-compatibility/2006" xmlns:p14="http://schemas.microsoft.com/office/powerpoint/2010/main">
        <mc:Choice Requires="p14">
          <p:contentPart p14:bwMode="auto" r:id="rId18">
            <p14:nvContentPartPr>
              <p14:cNvPr id="1053067" name="墨迹 1053066"/>
              <p14:cNvContentPartPr/>
              <p14:nvPr/>
            </p14:nvContentPartPr>
            <p14:xfrm>
              <a:off x="1889631" y="5664374"/>
              <a:ext cx="26261" cy="48276"/>
            </p14:xfrm>
          </p:contentPart>
        </mc:Choice>
        <mc:Fallback xmlns="">
          <p:sp>
            <p:nvSpPr>
              <p:cNvPr id="1053067" name=""/>
              <p:cNvSpPr/>
              <p:nvPr/>
            </p:nvSpPr>
            <p:spPr>
              <a:xfrm>
                <a:off x="1889631" y="5664374"/>
                <a:ext cx="26261" cy="48276"/>
              </a:xfrm>
            </p:spPr>
          </p:sp>
        </mc:Fallback>
      </mc:AlternateContent>
      <mc:AlternateContent xmlns:mc="http://schemas.openxmlformats.org/markup-compatibility/2006" xmlns:p14="http://schemas.microsoft.com/office/powerpoint/2010/main">
        <mc:Choice Requires="p14">
          <p:contentPart p14:bwMode="auto" r:id="rId19">
            <p14:nvContentPartPr>
              <p14:cNvPr id="1053068" name="墨迹 1053067"/>
              <p14:cNvContentPartPr/>
              <p14:nvPr/>
            </p14:nvContentPartPr>
            <p14:xfrm>
              <a:off x="1830240" y="5761315"/>
              <a:ext cx="144971" cy="37051"/>
            </p14:xfrm>
          </p:contentPart>
        </mc:Choice>
        <mc:Fallback xmlns="">
          <p:sp>
            <p:nvSpPr>
              <p:cNvPr id="1053068" name=""/>
              <p:cNvSpPr/>
              <p:nvPr/>
            </p:nvSpPr>
            <p:spPr>
              <a:xfrm>
                <a:off x="1830240" y="5761315"/>
                <a:ext cx="144971" cy="37051"/>
              </a:xfrm>
            </p:spPr>
          </p:sp>
        </mc:Fallback>
      </mc:AlternateContent>
      <mc:AlternateContent xmlns:mc="http://schemas.openxmlformats.org/markup-compatibility/2006" xmlns:p14="http://schemas.microsoft.com/office/powerpoint/2010/main">
        <mc:Choice Requires="p14">
          <p:contentPart p14:bwMode="auto" r:id="rId20">
            <p14:nvContentPartPr>
              <p14:cNvPr id="1053069" name="墨迹 1053068"/>
              <p14:cNvContentPartPr/>
              <p14:nvPr/>
            </p14:nvContentPartPr>
            <p14:xfrm>
              <a:off x="1836160" y="5757744"/>
              <a:ext cx="228354" cy="311864"/>
            </p14:xfrm>
          </p:contentPart>
        </mc:Choice>
        <mc:Fallback xmlns="">
          <p:sp>
            <p:nvSpPr>
              <p:cNvPr id="1053069" name=""/>
              <p:cNvSpPr/>
              <p:nvPr/>
            </p:nvSpPr>
            <p:spPr>
              <a:xfrm>
                <a:off x="1836160" y="5757744"/>
                <a:ext cx="228354" cy="311864"/>
              </a:xfrm>
            </p:spPr>
          </p:sp>
        </mc:Fallback>
      </mc:AlternateContent>
      <mc:AlternateContent xmlns:mc="http://schemas.openxmlformats.org/markup-compatibility/2006" xmlns:p14="http://schemas.microsoft.com/office/powerpoint/2010/main">
        <mc:Choice Requires="p14">
          <p:contentPart p14:bwMode="auto" r:id="rId21">
            <p14:nvContentPartPr>
              <p14:cNvPr id="1053070" name="墨迹 1053069"/>
              <p14:cNvContentPartPr/>
              <p14:nvPr/>
            </p14:nvContentPartPr>
            <p14:xfrm>
              <a:off x="2182259" y="5674074"/>
              <a:ext cx="8396" cy="152639"/>
            </p14:xfrm>
          </p:contentPart>
        </mc:Choice>
        <mc:Fallback xmlns="">
          <p:sp>
            <p:nvSpPr>
              <p:cNvPr id="1053070" name=""/>
              <p:cNvSpPr/>
              <p:nvPr/>
            </p:nvSpPr>
            <p:spPr>
              <a:xfrm>
                <a:off x="2182259" y="5674074"/>
                <a:ext cx="8396" cy="152639"/>
              </a:xfrm>
            </p:spPr>
          </p:sp>
        </mc:Fallback>
      </mc:AlternateContent>
      <mc:AlternateContent xmlns:mc="http://schemas.openxmlformats.org/markup-compatibility/2006" xmlns:p14="http://schemas.microsoft.com/office/powerpoint/2010/main">
        <mc:Choice Requires="p14">
          <p:contentPart p14:bwMode="auto" r:id="rId22">
            <p14:nvContentPartPr>
              <p14:cNvPr id="1053071" name="墨迹 1053070"/>
              <p14:cNvContentPartPr/>
              <p14:nvPr/>
            </p14:nvContentPartPr>
            <p14:xfrm>
              <a:off x="2202674" y="5634993"/>
              <a:ext cx="163952" cy="204169"/>
            </p14:xfrm>
          </p:contentPart>
        </mc:Choice>
        <mc:Fallback xmlns="">
          <p:sp>
            <p:nvSpPr>
              <p:cNvPr id="1053071" name=""/>
              <p:cNvSpPr/>
              <p:nvPr/>
            </p:nvSpPr>
            <p:spPr>
              <a:xfrm>
                <a:off x="2202674" y="5634993"/>
                <a:ext cx="163952" cy="204169"/>
              </a:xfrm>
            </p:spPr>
          </p:sp>
        </mc:Fallback>
      </mc:AlternateContent>
      <mc:AlternateContent xmlns:mc="http://schemas.openxmlformats.org/markup-compatibility/2006" xmlns:p14="http://schemas.microsoft.com/office/powerpoint/2010/main">
        <mc:Choice Requires="p14">
          <p:contentPart p14:bwMode="auto" r:id="rId23">
            <p14:nvContentPartPr>
              <p14:cNvPr id="1053072" name="墨迹 1053071"/>
              <p14:cNvContentPartPr/>
              <p14:nvPr/>
            </p14:nvContentPartPr>
            <p14:xfrm>
              <a:off x="2158222" y="5729518"/>
              <a:ext cx="218113" cy="132359"/>
            </p14:xfrm>
          </p:contentPart>
        </mc:Choice>
        <mc:Fallback xmlns="">
          <p:sp>
            <p:nvSpPr>
              <p:cNvPr id="1053072" name=""/>
              <p:cNvSpPr/>
              <p:nvPr/>
            </p:nvSpPr>
            <p:spPr>
              <a:xfrm>
                <a:off x="2158222" y="5729518"/>
                <a:ext cx="218113" cy="132359"/>
              </a:xfrm>
            </p:spPr>
          </p:sp>
        </mc:Fallback>
      </mc:AlternateContent>
      <mc:AlternateContent xmlns:mc="http://schemas.openxmlformats.org/markup-compatibility/2006" xmlns:p14="http://schemas.microsoft.com/office/powerpoint/2010/main">
        <mc:Choice Requires="p14">
          <p:contentPart p14:bwMode="auto" r:id="rId24">
            <p14:nvContentPartPr>
              <p14:cNvPr id="1053073" name="墨迹 1053072"/>
              <p14:cNvContentPartPr/>
              <p14:nvPr/>
            </p14:nvContentPartPr>
            <p14:xfrm>
              <a:off x="2121661" y="5810492"/>
              <a:ext cx="213154" cy="196011"/>
            </p14:xfrm>
          </p:contentPart>
        </mc:Choice>
        <mc:Fallback xmlns="">
          <p:sp>
            <p:nvSpPr>
              <p:cNvPr id="1053073" name=""/>
              <p:cNvSpPr/>
              <p:nvPr/>
            </p:nvSpPr>
            <p:spPr>
              <a:xfrm>
                <a:off x="2121661" y="5810492"/>
                <a:ext cx="213154" cy="196011"/>
              </a:xfrm>
            </p:spPr>
          </p:sp>
        </mc:Fallback>
      </mc:AlternateContent>
      <mc:AlternateContent xmlns:mc="http://schemas.openxmlformats.org/markup-compatibility/2006" xmlns:p14="http://schemas.microsoft.com/office/powerpoint/2010/main">
        <mc:Choice Requires="p14">
          <p:contentPart p14:bwMode="auto" r:id="rId25">
            <p14:nvContentPartPr>
              <p14:cNvPr id="1053074" name="墨迹 1053073"/>
              <p14:cNvContentPartPr/>
              <p14:nvPr/>
            </p14:nvContentPartPr>
            <p14:xfrm>
              <a:off x="2158749" y="5942666"/>
              <a:ext cx="230080" cy="158963"/>
            </p14:xfrm>
          </p:contentPart>
        </mc:Choice>
        <mc:Fallback xmlns="">
          <p:sp>
            <p:nvSpPr>
              <p:cNvPr id="1053074" name=""/>
              <p:cNvSpPr/>
              <p:nvPr/>
            </p:nvSpPr>
            <p:spPr>
              <a:xfrm>
                <a:off x="2158749" y="5942666"/>
                <a:ext cx="230080" cy="158963"/>
              </a:xfrm>
            </p:spPr>
          </p:sp>
        </mc:Fallback>
      </mc:AlternateContent>
      <mc:AlternateContent xmlns:mc="http://schemas.openxmlformats.org/markup-compatibility/2006" xmlns:p14="http://schemas.microsoft.com/office/powerpoint/2010/main">
        <mc:Choice Requires="p14">
          <p:contentPart p14:bwMode="auto" r:id="rId26">
            <p14:nvContentPartPr>
              <p14:cNvPr id="1053075" name="墨迹 1053074"/>
              <p14:cNvContentPartPr/>
              <p14:nvPr/>
            </p14:nvContentPartPr>
            <p14:xfrm>
              <a:off x="2468874" y="5753122"/>
              <a:ext cx="179561" cy="268124"/>
            </p14:xfrm>
          </p:contentPart>
        </mc:Choice>
        <mc:Fallback xmlns="">
          <p:sp>
            <p:nvSpPr>
              <p:cNvPr id="1053075" name=""/>
              <p:cNvSpPr/>
              <p:nvPr/>
            </p:nvSpPr>
            <p:spPr>
              <a:xfrm>
                <a:off x="2468874" y="5753122"/>
                <a:ext cx="179561" cy="268124"/>
              </a:xfrm>
            </p:spPr>
          </p:sp>
        </mc:Fallback>
      </mc:AlternateContent>
      <mc:AlternateContent xmlns:mc="http://schemas.openxmlformats.org/markup-compatibility/2006" xmlns:p14="http://schemas.microsoft.com/office/powerpoint/2010/main">
        <mc:Choice Requires="p14">
          <p:contentPart p14:bwMode="auto" r:id="rId27">
            <p14:nvContentPartPr>
              <p14:cNvPr id="1053076" name="墨迹 1053075"/>
              <p14:cNvContentPartPr/>
              <p14:nvPr/>
            </p14:nvContentPartPr>
            <p14:xfrm>
              <a:off x="2518193" y="5847476"/>
              <a:ext cx="74553" cy="124821"/>
            </p14:xfrm>
          </p:contentPart>
        </mc:Choice>
        <mc:Fallback xmlns="">
          <p:sp>
            <p:nvSpPr>
              <p:cNvPr id="1053076" name=""/>
              <p:cNvSpPr/>
              <p:nvPr/>
            </p:nvSpPr>
            <p:spPr>
              <a:xfrm>
                <a:off x="2518193" y="5847476"/>
                <a:ext cx="74553" cy="124821"/>
              </a:xfrm>
            </p:spPr>
          </p:sp>
        </mc:Fallback>
      </mc:AlternateContent>
      <mc:AlternateContent xmlns:mc="http://schemas.openxmlformats.org/markup-compatibility/2006" xmlns:p14="http://schemas.microsoft.com/office/powerpoint/2010/main">
        <mc:Choice Requires="p14">
          <p:contentPart p14:bwMode="auto" r:id="rId28">
            <p14:nvContentPartPr>
              <p14:cNvPr id="1053077" name="墨迹 1053076"/>
              <p14:cNvContentPartPr/>
              <p14:nvPr/>
            </p14:nvContentPartPr>
            <p14:xfrm>
              <a:off x="2665434" y="5745821"/>
              <a:ext cx="149409" cy="281633"/>
            </p14:xfrm>
          </p:contentPart>
        </mc:Choice>
        <mc:Fallback xmlns="">
          <p:sp>
            <p:nvSpPr>
              <p:cNvPr id="1053077" name=""/>
              <p:cNvSpPr/>
              <p:nvPr/>
            </p:nvSpPr>
            <p:spPr>
              <a:xfrm>
                <a:off x="2665434" y="5745821"/>
                <a:ext cx="149409" cy="281633"/>
              </a:xfrm>
            </p:spPr>
          </p:sp>
        </mc:Fallback>
      </mc:AlternateContent>
      <mc:AlternateContent xmlns:mc="http://schemas.openxmlformats.org/markup-compatibility/2006" xmlns:p14="http://schemas.microsoft.com/office/powerpoint/2010/main">
        <mc:Choice Requires="p14">
          <p:contentPart p14:bwMode="auto" r:id="rId29">
            <p14:nvContentPartPr>
              <p14:cNvPr id="1053078" name="墨迹 1053077"/>
              <p14:cNvContentPartPr/>
              <p14:nvPr/>
            </p14:nvContentPartPr>
            <p14:xfrm>
              <a:off x="2907843" y="5653460"/>
              <a:ext cx="199935" cy="364993"/>
            </p14:xfrm>
          </p:contentPart>
        </mc:Choice>
        <mc:Fallback xmlns="">
          <p:sp>
            <p:nvSpPr>
              <p:cNvPr id="1053078" name=""/>
              <p:cNvSpPr/>
              <p:nvPr/>
            </p:nvSpPr>
            <p:spPr>
              <a:xfrm>
                <a:off x="2907843" y="5653460"/>
                <a:ext cx="199935" cy="364993"/>
              </a:xfrm>
            </p:spPr>
          </p:sp>
        </mc:Fallback>
      </mc:AlternateContent>
      <mc:AlternateContent xmlns:mc="http://schemas.openxmlformats.org/markup-compatibility/2006" xmlns:p14="http://schemas.microsoft.com/office/powerpoint/2010/main">
        <mc:Choice Requires="p14">
          <p:contentPart p14:bwMode="auto" r:id="rId30">
            <p14:nvContentPartPr>
              <p14:cNvPr id="1053079" name="墨迹 1053078"/>
              <p14:cNvContentPartPr/>
              <p14:nvPr/>
            </p14:nvContentPartPr>
            <p14:xfrm>
              <a:off x="2945070" y="5739742"/>
              <a:ext cx="176020" cy="256885"/>
            </p14:xfrm>
          </p:contentPart>
        </mc:Choice>
        <mc:Fallback xmlns="">
          <p:sp>
            <p:nvSpPr>
              <p:cNvPr id="1053079" name=""/>
              <p:cNvSpPr/>
              <p:nvPr/>
            </p:nvSpPr>
            <p:spPr>
              <a:xfrm>
                <a:off x="2945070" y="5739742"/>
                <a:ext cx="176020" cy="256885"/>
              </a:xfrm>
            </p:spPr>
          </p:sp>
        </mc:Fallback>
      </mc:AlternateContent>
      <mc:AlternateContent xmlns:mc="http://schemas.openxmlformats.org/markup-compatibility/2006" xmlns:p14="http://schemas.microsoft.com/office/powerpoint/2010/main">
        <mc:Choice Requires="p14">
          <p:contentPart p14:bwMode="auto" r:id="rId31">
            <p14:nvContentPartPr>
              <p14:cNvPr id="1053080" name="墨迹 1053079"/>
              <p14:cNvContentPartPr/>
              <p14:nvPr/>
            </p14:nvContentPartPr>
            <p14:xfrm>
              <a:off x="2979678" y="5845173"/>
              <a:ext cx="50194" cy="99733"/>
            </p14:xfrm>
          </p:contentPart>
        </mc:Choice>
        <mc:Fallback xmlns="">
          <p:sp>
            <p:nvSpPr>
              <p:cNvPr id="1053080" name=""/>
              <p:cNvSpPr/>
              <p:nvPr/>
            </p:nvSpPr>
            <p:spPr>
              <a:xfrm>
                <a:off x="2979678" y="5845173"/>
                <a:ext cx="50194" cy="99733"/>
              </a:xfrm>
            </p:spPr>
          </p:sp>
        </mc:Fallback>
      </mc:AlternateContent>
      <mc:AlternateContent xmlns:mc="http://schemas.openxmlformats.org/markup-compatibility/2006" xmlns:p14="http://schemas.microsoft.com/office/powerpoint/2010/main">
        <mc:Choice Requires="p14">
          <p:contentPart p14:bwMode="auto" r:id="rId32">
            <p14:nvContentPartPr>
              <p14:cNvPr id="1053081" name="墨迹 1053080"/>
              <p14:cNvContentPartPr/>
              <p14:nvPr/>
            </p14:nvContentPartPr>
            <p14:xfrm>
              <a:off x="3176876" y="5637696"/>
              <a:ext cx="115997" cy="283340"/>
            </p14:xfrm>
          </p:contentPart>
        </mc:Choice>
        <mc:Fallback xmlns="">
          <p:sp>
            <p:nvSpPr>
              <p:cNvPr id="1053081" name=""/>
              <p:cNvSpPr/>
              <p:nvPr/>
            </p:nvSpPr>
            <p:spPr>
              <a:xfrm>
                <a:off x="3176876" y="5637696"/>
                <a:ext cx="115997" cy="283340"/>
              </a:xfrm>
            </p:spPr>
          </p:sp>
        </mc:Fallback>
      </mc:AlternateContent>
      <mc:AlternateContent xmlns:mc="http://schemas.openxmlformats.org/markup-compatibility/2006" xmlns:p14="http://schemas.microsoft.com/office/powerpoint/2010/main">
        <mc:Choice Requires="p14">
          <p:contentPart p14:bwMode="auto" r:id="rId33">
            <p14:nvContentPartPr>
              <p14:cNvPr id="1053082" name="墨迹 1053081"/>
              <p14:cNvContentPartPr/>
              <p14:nvPr/>
            </p14:nvContentPartPr>
            <p14:xfrm>
              <a:off x="831780" y="6169422"/>
              <a:ext cx="283285" cy="312087"/>
            </p14:xfrm>
          </p:contentPart>
        </mc:Choice>
        <mc:Fallback xmlns="">
          <p:sp>
            <p:nvSpPr>
              <p:cNvPr id="1053082" name=""/>
              <p:cNvSpPr/>
              <p:nvPr/>
            </p:nvSpPr>
            <p:spPr>
              <a:xfrm>
                <a:off x="831780" y="6169422"/>
                <a:ext cx="283285" cy="312087"/>
              </a:xfrm>
            </p:spPr>
          </p:sp>
        </mc:Fallback>
      </mc:AlternateContent>
      <mc:AlternateContent xmlns:mc="http://schemas.openxmlformats.org/markup-compatibility/2006" xmlns:p14="http://schemas.microsoft.com/office/powerpoint/2010/main">
        <mc:Choice Requires="p14">
          <p:contentPart p14:bwMode="auto" r:id="rId34">
            <p14:nvContentPartPr>
              <p14:cNvPr id="1053083" name="墨迹 1053082"/>
              <p14:cNvContentPartPr/>
              <p14:nvPr/>
            </p14:nvContentPartPr>
            <p14:xfrm>
              <a:off x="1019793" y="6309478"/>
              <a:ext cx="22889" cy="355761"/>
            </p14:xfrm>
          </p:contentPart>
        </mc:Choice>
        <mc:Fallback xmlns="">
          <p:sp>
            <p:nvSpPr>
              <p:cNvPr id="1053083" name=""/>
              <p:cNvSpPr/>
              <p:nvPr/>
            </p:nvSpPr>
            <p:spPr>
              <a:xfrm>
                <a:off x="1019793" y="6309478"/>
                <a:ext cx="22889" cy="355761"/>
              </a:xfrm>
            </p:spPr>
          </p:sp>
        </mc:Fallback>
      </mc:AlternateContent>
      <mc:AlternateContent xmlns:mc="http://schemas.openxmlformats.org/markup-compatibility/2006" xmlns:p14="http://schemas.microsoft.com/office/powerpoint/2010/main">
        <mc:Choice Requires="p14">
          <p:contentPart p14:bwMode="auto" r:id="rId35">
            <p14:nvContentPartPr>
              <p14:cNvPr id="1053084" name="墨迹 1053083"/>
              <p14:cNvContentPartPr/>
              <p14:nvPr/>
            </p14:nvContentPartPr>
            <p14:xfrm>
              <a:off x="1108260" y="6310084"/>
              <a:ext cx="14613" cy="176587"/>
            </p14:xfrm>
          </p:contentPart>
        </mc:Choice>
        <mc:Fallback xmlns="">
          <p:sp>
            <p:nvSpPr>
              <p:cNvPr id="1053084" name=""/>
              <p:cNvSpPr/>
              <p:nvPr/>
            </p:nvSpPr>
            <p:spPr>
              <a:xfrm>
                <a:off x="1108260" y="6310084"/>
                <a:ext cx="14613" cy="176587"/>
              </a:xfrm>
            </p:spPr>
          </p:sp>
        </mc:Fallback>
      </mc:AlternateContent>
      <mc:AlternateContent xmlns:mc="http://schemas.openxmlformats.org/markup-compatibility/2006" xmlns:p14="http://schemas.microsoft.com/office/powerpoint/2010/main">
        <mc:Choice Requires="p14">
          <p:contentPart p14:bwMode="auto" r:id="rId36">
            <p14:nvContentPartPr>
              <p14:cNvPr id="1053085" name="墨迹 1053084"/>
              <p14:cNvContentPartPr/>
              <p14:nvPr/>
            </p14:nvContentPartPr>
            <p14:xfrm>
              <a:off x="1152804" y="6270156"/>
              <a:ext cx="137171" cy="239851"/>
            </p14:xfrm>
          </p:contentPart>
        </mc:Choice>
        <mc:Fallback xmlns="">
          <p:sp>
            <p:nvSpPr>
              <p:cNvPr id="1053085" name=""/>
              <p:cNvSpPr/>
              <p:nvPr/>
            </p:nvSpPr>
            <p:spPr>
              <a:xfrm>
                <a:off x="1152804" y="6270156"/>
                <a:ext cx="137171" cy="239851"/>
              </a:xfrm>
            </p:spPr>
          </p:sp>
        </mc:Fallback>
      </mc:AlternateContent>
      <mc:AlternateContent xmlns:mc="http://schemas.openxmlformats.org/markup-compatibility/2006" xmlns:p14="http://schemas.microsoft.com/office/powerpoint/2010/main">
        <mc:Choice Requires="p14">
          <p:contentPart p14:bwMode="auto" r:id="rId37">
            <p14:nvContentPartPr>
              <p14:cNvPr id="1053086" name="墨迹 1053085"/>
              <p14:cNvContentPartPr/>
              <p14:nvPr/>
            </p14:nvContentPartPr>
            <p14:xfrm>
              <a:off x="1104751" y="6367831"/>
              <a:ext cx="182319" cy="204633"/>
            </p14:xfrm>
          </p:contentPart>
        </mc:Choice>
        <mc:Fallback xmlns="">
          <p:sp>
            <p:nvSpPr>
              <p:cNvPr id="1053086" name=""/>
              <p:cNvSpPr/>
              <p:nvPr/>
            </p:nvSpPr>
            <p:spPr>
              <a:xfrm>
                <a:off x="1104751" y="6367831"/>
                <a:ext cx="182319" cy="204633"/>
              </a:xfrm>
            </p:spPr>
          </p:sp>
        </mc:Fallback>
      </mc:AlternateContent>
      <mc:AlternateContent xmlns:mc="http://schemas.openxmlformats.org/markup-compatibility/2006" xmlns:p14="http://schemas.microsoft.com/office/powerpoint/2010/main">
        <mc:Choice Requires="p14">
          <p:contentPart p14:bwMode="auto" r:id="rId38">
            <p14:nvContentPartPr>
              <p14:cNvPr id="1053087" name="墨迹 1053086"/>
              <p14:cNvContentPartPr/>
              <p14:nvPr/>
            </p14:nvContentPartPr>
            <p14:xfrm>
              <a:off x="1541943" y="6290951"/>
              <a:ext cx="223988" cy="26716"/>
            </p14:xfrm>
          </p:contentPart>
        </mc:Choice>
        <mc:Fallback xmlns="">
          <p:sp>
            <p:nvSpPr>
              <p:cNvPr id="1053087" name=""/>
              <p:cNvSpPr/>
              <p:nvPr/>
            </p:nvSpPr>
            <p:spPr>
              <a:xfrm>
                <a:off x="1541943" y="6290951"/>
                <a:ext cx="223988" cy="26716"/>
              </a:xfrm>
            </p:spPr>
          </p:sp>
        </mc:Fallback>
      </mc:AlternateContent>
      <mc:AlternateContent xmlns:mc="http://schemas.openxmlformats.org/markup-compatibility/2006" xmlns:p14="http://schemas.microsoft.com/office/powerpoint/2010/main">
        <mc:Choice Requires="p14">
          <p:contentPart p14:bwMode="auto" r:id="rId39">
            <p14:nvContentPartPr>
              <p14:cNvPr id="1053088" name="墨迹 1053087"/>
              <p14:cNvContentPartPr/>
              <p14:nvPr/>
            </p14:nvContentPartPr>
            <p14:xfrm>
              <a:off x="1448358" y="6351919"/>
              <a:ext cx="162256" cy="207819"/>
            </p14:xfrm>
          </p:contentPart>
        </mc:Choice>
        <mc:Fallback xmlns="">
          <p:sp>
            <p:nvSpPr>
              <p:cNvPr id="1053088" name=""/>
              <p:cNvSpPr/>
              <p:nvPr/>
            </p:nvSpPr>
            <p:spPr>
              <a:xfrm>
                <a:off x="1448358" y="6351919"/>
                <a:ext cx="162256" cy="207819"/>
              </a:xfrm>
            </p:spPr>
          </p:sp>
        </mc:Fallback>
      </mc:AlternateContent>
      <mc:AlternateContent xmlns:mc="http://schemas.openxmlformats.org/markup-compatibility/2006" xmlns:p14="http://schemas.microsoft.com/office/powerpoint/2010/main">
        <mc:Choice Requires="p14">
          <p:contentPart p14:bwMode="auto" r:id="rId40">
            <p14:nvContentPartPr>
              <p14:cNvPr id="1053089" name="墨迹 1053088"/>
              <p14:cNvContentPartPr/>
              <p14:nvPr/>
            </p14:nvContentPartPr>
            <p14:xfrm>
              <a:off x="1588258" y="6407092"/>
              <a:ext cx="48958" cy="228614"/>
            </p14:xfrm>
          </p:contentPart>
        </mc:Choice>
        <mc:Fallback xmlns="">
          <p:sp>
            <p:nvSpPr>
              <p:cNvPr id="1053089" name=""/>
              <p:cNvSpPr/>
              <p:nvPr/>
            </p:nvSpPr>
            <p:spPr>
              <a:xfrm>
                <a:off x="1588258" y="6407092"/>
                <a:ext cx="48958" cy="228614"/>
              </a:xfrm>
            </p:spPr>
          </p:sp>
        </mc:Fallback>
      </mc:AlternateContent>
      <mc:AlternateContent xmlns:mc="http://schemas.openxmlformats.org/markup-compatibility/2006" xmlns:p14="http://schemas.microsoft.com/office/powerpoint/2010/main">
        <mc:Choice Requires="p14">
          <p:contentPart p14:bwMode="auto" r:id="rId41">
            <p14:nvContentPartPr>
              <p14:cNvPr id="1053090" name="墨迹 1053089"/>
              <p14:cNvContentPartPr/>
              <p14:nvPr/>
            </p14:nvContentPartPr>
            <p14:xfrm>
              <a:off x="1679286" y="6419218"/>
              <a:ext cx="80789" cy="120769"/>
            </p14:xfrm>
          </p:contentPart>
        </mc:Choice>
        <mc:Fallback xmlns="">
          <p:sp>
            <p:nvSpPr>
              <p:cNvPr id="1053090" name=""/>
              <p:cNvSpPr/>
              <p:nvPr/>
            </p:nvSpPr>
            <p:spPr>
              <a:xfrm>
                <a:off x="1679286" y="6419218"/>
                <a:ext cx="80789" cy="120769"/>
              </a:xfrm>
            </p:spPr>
          </p:sp>
        </mc:Fallback>
      </mc:AlternateContent>
      <mc:AlternateContent xmlns:mc="http://schemas.openxmlformats.org/markup-compatibility/2006" xmlns:p14="http://schemas.microsoft.com/office/powerpoint/2010/main">
        <mc:Choice Requires="p14">
          <p:contentPart p14:bwMode="auto" r:id="rId42">
            <p14:nvContentPartPr>
              <p14:cNvPr id="1053091" name="墨迹 1053090"/>
              <p14:cNvContentPartPr/>
              <p14:nvPr/>
            </p14:nvContentPartPr>
            <p14:xfrm>
              <a:off x="2035450" y="6245210"/>
              <a:ext cx="19983" cy="193659"/>
            </p14:xfrm>
          </p:contentPart>
        </mc:Choice>
        <mc:Fallback xmlns="">
          <p:sp>
            <p:nvSpPr>
              <p:cNvPr id="1053091" name=""/>
              <p:cNvSpPr/>
              <p:nvPr/>
            </p:nvSpPr>
            <p:spPr>
              <a:xfrm>
                <a:off x="2035450" y="6245210"/>
                <a:ext cx="19983" cy="193659"/>
              </a:xfrm>
            </p:spPr>
          </p:sp>
        </mc:Fallback>
      </mc:AlternateContent>
      <mc:AlternateContent xmlns:mc="http://schemas.openxmlformats.org/markup-compatibility/2006" xmlns:p14="http://schemas.microsoft.com/office/powerpoint/2010/main">
        <mc:Choice Requires="p14">
          <p:contentPart p14:bwMode="auto" r:id="rId43">
            <p14:nvContentPartPr>
              <p14:cNvPr id="1053092" name="墨迹 1053091"/>
              <p14:cNvContentPartPr/>
              <p14:nvPr/>
            </p14:nvContentPartPr>
            <p14:xfrm>
              <a:off x="1995081" y="6259419"/>
              <a:ext cx="225713" cy="177243"/>
            </p14:xfrm>
          </p:contentPart>
        </mc:Choice>
        <mc:Fallback xmlns="">
          <p:sp>
            <p:nvSpPr>
              <p:cNvPr id="1053092" name=""/>
              <p:cNvSpPr/>
              <p:nvPr/>
            </p:nvSpPr>
            <p:spPr>
              <a:xfrm>
                <a:off x="1995081" y="6259419"/>
                <a:ext cx="225713" cy="177243"/>
              </a:xfrm>
            </p:spPr>
          </p:sp>
        </mc:Fallback>
      </mc:AlternateContent>
      <mc:AlternateContent xmlns:mc="http://schemas.openxmlformats.org/markup-compatibility/2006" xmlns:p14="http://schemas.microsoft.com/office/powerpoint/2010/main">
        <mc:Choice Requires="p14">
          <p:contentPart p14:bwMode="auto" r:id="rId44">
            <p14:nvContentPartPr>
              <p14:cNvPr id="1053093" name="墨迹 1053092"/>
              <p14:cNvContentPartPr/>
              <p14:nvPr/>
            </p14:nvContentPartPr>
            <p14:xfrm>
              <a:off x="1969098" y="6410124"/>
              <a:ext cx="210686" cy="110322"/>
            </p14:xfrm>
          </p:contentPart>
        </mc:Choice>
        <mc:Fallback xmlns="">
          <p:sp>
            <p:nvSpPr>
              <p:cNvPr id="1053093" name=""/>
              <p:cNvSpPr/>
              <p:nvPr/>
            </p:nvSpPr>
            <p:spPr>
              <a:xfrm>
                <a:off x="1969098" y="6410124"/>
                <a:ext cx="210686" cy="110322"/>
              </a:xfrm>
            </p:spPr>
          </p:sp>
        </mc:Fallback>
      </mc:AlternateContent>
      <mc:AlternateContent xmlns:mc="http://schemas.openxmlformats.org/markup-compatibility/2006" xmlns:p14="http://schemas.microsoft.com/office/powerpoint/2010/main">
        <mc:Choice Requires="p14">
          <p:contentPart p14:bwMode="auto" r:id="rId45">
            <p14:nvContentPartPr>
              <p14:cNvPr id="1053094" name="墨迹 1053093"/>
              <p14:cNvContentPartPr/>
              <p14:nvPr/>
            </p14:nvContentPartPr>
            <p14:xfrm>
              <a:off x="2047390" y="6515620"/>
              <a:ext cx="296339" cy="110400"/>
            </p14:xfrm>
          </p:contentPart>
        </mc:Choice>
        <mc:Fallback xmlns="">
          <p:sp>
            <p:nvSpPr>
              <p:cNvPr id="1053094" name=""/>
              <p:cNvSpPr/>
              <p:nvPr/>
            </p:nvSpPr>
            <p:spPr>
              <a:xfrm>
                <a:off x="2047390" y="6515620"/>
                <a:ext cx="296339" cy="110400"/>
              </a:xfrm>
            </p:spPr>
          </p:sp>
        </mc:Fallback>
      </mc:AlternateContent>
      <mc:AlternateContent xmlns:mc="http://schemas.openxmlformats.org/markup-compatibility/2006" xmlns:p14="http://schemas.microsoft.com/office/powerpoint/2010/main">
        <mc:Choice Requires="p14">
          <p:contentPart p14:bwMode="auto" r:id="rId46">
            <p14:nvContentPartPr>
              <p14:cNvPr id="1053095" name="墨迹 1053094"/>
              <p14:cNvContentPartPr/>
              <p14:nvPr/>
            </p14:nvContentPartPr>
            <p14:xfrm>
              <a:off x="2564355" y="6332727"/>
              <a:ext cx="228523" cy="254447"/>
            </p14:xfrm>
          </p:contentPart>
        </mc:Choice>
        <mc:Fallback xmlns="">
          <p:sp>
            <p:nvSpPr>
              <p:cNvPr id="1053095" name=""/>
              <p:cNvSpPr/>
              <p:nvPr/>
            </p:nvSpPr>
            <p:spPr>
              <a:xfrm>
                <a:off x="2564355" y="6332727"/>
                <a:ext cx="228523" cy="254447"/>
              </a:xfrm>
            </p:spPr>
          </p:sp>
        </mc:Fallback>
      </mc:AlternateContent>
      <mc:AlternateContent xmlns:mc="http://schemas.openxmlformats.org/markup-compatibility/2006" xmlns:p14="http://schemas.microsoft.com/office/powerpoint/2010/main">
        <mc:Choice Requires="p14">
          <p:contentPart p14:bwMode="auto" r:id="rId47">
            <p14:nvContentPartPr>
              <p14:cNvPr id="1053096" name="墨迹 1053095"/>
              <p14:cNvContentPartPr/>
              <p14:nvPr/>
            </p14:nvContentPartPr>
            <p14:xfrm>
              <a:off x="2886297" y="6460447"/>
              <a:ext cx="199209" cy="37590"/>
            </p14:xfrm>
          </p:contentPart>
        </mc:Choice>
        <mc:Fallback xmlns="">
          <p:sp>
            <p:nvSpPr>
              <p:cNvPr id="1053096" name=""/>
              <p:cNvSpPr/>
              <p:nvPr/>
            </p:nvSpPr>
            <p:spPr>
              <a:xfrm>
                <a:off x="2886297" y="6460447"/>
                <a:ext cx="199209" cy="37590"/>
              </a:xfrm>
            </p:spPr>
          </p:sp>
        </mc:Fallback>
      </mc:AlternateContent>
      <mc:AlternateContent xmlns:mc="http://schemas.openxmlformats.org/markup-compatibility/2006" xmlns:p14="http://schemas.microsoft.com/office/powerpoint/2010/main">
        <mc:Choice Requires="p14">
          <p:contentPart p14:bwMode="auto" r:id="rId48">
            <p14:nvContentPartPr>
              <p14:cNvPr id="1053097" name="墨迹 1053096"/>
              <p14:cNvContentPartPr/>
              <p14:nvPr/>
            </p14:nvContentPartPr>
            <p14:xfrm>
              <a:off x="3001738" y="6386479"/>
              <a:ext cx="7672" cy="186971"/>
            </p14:xfrm>
          </p:contentPart>
        </mc:Choice>
        <mc:Fallback xmlns="">
          <p:sp>
            <p:nvSpPr>
              <p:cNvPr id="1053097" name=""/>
              <p:cNvSpPr/>
              <p:nvPr/>
            </p:nvSpPr>
            <p:spPr>
              <a:xfrm>
                <a:off x="3001738" y="6386479"/>
                <a:ext cx="7672" cy="186971"/>
              </a:xfrm>
            </p:spPr>
          </p:sp>
        </mc:Fallback>
      </mc:AlternateContent>
      <mc:AlternateContent xmlns:mc="http://schemas.openxmlformats.org/markup-compatibility/2006" xmlns:p14="http://schemas.microsoft.com/office/powerpoint/2010/main">
        <mc:Choice Requires="p14">
          <p:contentPart p14:bwMode="auto" r:id="rId49">
            <p14:nvContentPartPr>
              <p14:cNvPr id="1053098" name="墨迹 1053097"/>
              <p14:cNvContentPartPr/>
              <p14:nvPr/>
            </p14:nvContentPartPr>
            <p14:xfrm>
              <a:off x="2852400" y="6317662"/>
              <a:ext cx="285995" cy="295642"/>
            </p14:xfrm>
          </p:contentPart>
        </mc:Choice>
        <mc:Fallback xmlns="">
          <p:sp>
            <p:nvSpPr>
              <p:cNvPr id="1053098" name=""/>
              <p:cNvSpPr/>
              <p:nvPr/>
            </p:nvSpPr>
            <p:spPr>
              <a:xfrm>
                <a:off x="2852400" y="6317662"/>
                <a:ext cx="285995" cy="295642"/>
              </a:xfrm>
            </p:spPr>
          </p:sp>
        </mc:Fallback>
      </mc:AlternateContent>
      <mc:AlternateContent xmlns:mc="http://schemas.openxmlformats.org/markup-compatibility/2006" xmlns:p14="http://schemas.microsoft.com/office/powerpoint/2010/main">
        <mc:Choice Requires="p14">
          <p:contentPart p14:bwMode="auto" r:id="rId50">
            <p14:nvContentPartPr>
              <p14:cNvPr id="1053099" name="墨迹 1053098"/>
              <p14:cNvContentPartPr/>
              <p14:nvPr/>
            </p14:nvContentPartPr>
            <p14:xfrm>
              <a:off x="3302580" y="6293108"/>
              <a:ext cx="36577" cy="325574"/>
            </p14:xfrm>
          </p:contentPart>
        </mc:Choice>
        <mc:Fallback xmlns="">
          <p:sp>
            <p:nvSpPr>
              <p:cNvPr id="1053099" name=""/>
              <p:cNvSpPr/>
              <p:nvPr/>
            </p:nvSpPr>
            <p:spPr>
              <a:xfrm>
                <a:off x="3302580" y="6293108"/>
                <a:ext cx="36577" cy="325574"/>
              </a:xfrm>
            </p:spPr>
          </p:sp>
        </mc:Fallback>
      </mc:AlternateContent>
      <mc:AlternateContent xmlns:mc="http://schemas.openxmlformats.org/markup-compatibility/2006" xmlns:p14="http://schemas.microsoft.com/office/powerpoint/2010/main">
        <mc:Choice Requires="p14">
          <p:contentPart p14:bwMode="auto" r:id="rId51">
            <p14:nvContentPartPr>
              <p14:cNvPr id="1053100" name="墨迹 1053099"/>
              <p14:cNvContentPartPr/>
              <p14:nvPr/>
            </p14:nvContentPartPr>
            <p14:xfrm>
              <a:off x="3317505" y="6320932"/>
              <a:ext cx="207566" cy="46751"/>
            </p14:xfrm>
          </p:contentPart>
        </mc:Choice>
        <mc:Fallback xmlns="">
          <p:sp>
            <p:nvSpPr>
              <p:cNvPr id="1053100" name=""/>
              <p:cNvSpPr/>
              <p:nvPr/>
            </p:nvSpPr>
            <p:spPr>
              <a:xfrm>
                <a:off x="3317505" y="6320932"/>
                <a:ext cx="207566" cy="46751"/>
              </a:xfrm>
            </p:spPr>
          </p:sp>
        </mc:Fallback>
      </mc:AlternateContent>
      <mc:AlternateContent xmlns:mc="http://schemas.openxmlformats.org/markup-compatibility/2006" xmlns:p14="http://schemas.microsoft.com/office/powerpoint/2010/main">
        <mc:Choice Requires="p14">
          <p:contentPart p14:bwMode="auto" r:id="rId52">
            <p14:nvContentPartPr>
              <p14:cNvPr id="1053101" name="墨迹 1053100"/>
              <p14:cNvContentPartPr/>
              <p14:nvPr/>
            </p14:nvContentPartPr>
            <p14:xfrm>
              <a:off x="3315649" y="6468365"/>
              <a:ext cx="209647" cy="15727"/>
            </p14:xfrm>
          </p:contentPart>
        </mc:Choice>
        <mc:Fallback xmlns="">
          <p:sp>
            <p:nvSpPr>
              <p:cNvPr id="1053101" name=""/>
              <p:cNvSpPr/>
              <p:nvPr/>
            </p:nvSpPr>
            <p:spPr>
              <a:xfrm>
                <a:off x="3315649" y="6468365"/>
                <a:ext cx="209647" cy="15727"/>
              </a:xfrm>
            </p:spPr>
          </p:sp>
        </mc:Fallback>
      </mc:AlternateContent>
      <mc:AlternateContent xmlns:mc="http://schemas.openxmlformats.org/markup-compatibility/2006" xmlns:p14="http://schemas.microsoft.com/office/powerpoint/2010/main">
        <mc:Choice Requires="p14">
          <p:contentPart p14:bwMode="auto" r:id="rId53">
            <p14:nvContentPartPr>
              <p14:cNvPr id="1053102" name="墨迹 1053101"/>
              <p14:cNvContentPartPr/>
              <p14:nvPr/>
            </p14:nvContentPartPr>
            <p14:xfrm>
              <a:off x="3316886" y="6554221"/>
              <a:ext cx="260620" cy="46889"/>
            </p14:xfrm>
          </p:contentPart>
        </mc:Choice>
        <mc:Fallback xmlns="">
          <p:sp>
            <p:nvSpPr>
              <p:cNvPr id="1053102" name=""/>
              <p:cNvSpPr/>
              <p:nvPr/>
            </p:nvSpPr>
            <p:spPr>
              <a:xfrm>
                <a:off x="3316886" y="6554221"/>
                <a:ext cx="260620" cy="46889"/>
              </a:xfrm>
            </p:spPr>
          </p:sp>
        </mc:Fallback>
      </mc:AlternateContent>
      <mc:AlternateContent xmlns:mc="http://schemas.openxmlformats.org/markup-compatibility/2006" xmlns:p14="http://schemas.microsoft.com/office/powerpoint/2010/main">
        <mc:Choice Requires="p14">
          <p:contentPart p14:bwMode="auto" r:id="rId54">
            <p14:nvContentPartPr>
              <p14:cNvPr id="1053103" name="墨迹 1053102"/>
              <p14:cNvContentPartPr/>
              <p14:nvPr/>
            </p14:nvContentPartPr>
            <p14:xfrm>
              <a:off x="4693411" y="8218720"/>
              <a:ext cx="0" cy="0"/>
            </p14:xfrm>
          </p:contentPart>
        </mc:Choice>
        <mc:Fallback xmlns="">
          <p:sp>
            <p:nvSpPr>
              <p:cNvPr id="1053103" name=""/>
              <p:cNvSpPr/>
              <p:nvPr/>
            </p:nvSpPr>
            <p:spPr>
              <a:xfrm>
                <a:off x="4693411" y="8218720"/>
                <a:ext cx="0" cy="0"/>
              </a:xfrm>
            </p:spPr>
          </p:sp>
        </mc:Fallback>
      </mc:AlternateContent>
      <mc:AlternateContent xmlns:mc="http://schemas.openxmlformats.org/markup-compatibility/2006" xmlns:p14="http://schemas.microsoft.com/office/powerpoint/2010/main">
        <mc:Choice Requires="p14">
          <p:contentPart p14:bwMode="auto" r:id="rId55">
            <p14:nvContentPartPr>
              <p14:cNvPr id="1053104" name="墨迹 1053103"/>
              <p14:cNvContentPartPr/>
              <p14:nvPr/>
            </p14:nvContentPartPr>
            <p14:xfrm>
              <a:off x="4609030" y="12766151"/>
              <a:ext cx="8628570" cy="761171"/>
            </p14:xfrm>
          </p:contentPart>
        </mc:Choice>
        <mc:Fallback xmlns="">
          <p:sp>
            <p:nvSpPr>
              <p:cNvPr id="1053104" name=""/>
              <p:cNvSpPr/>
              <p:nvPr/>
            </p:nvSpPr>
            <p:spPr>
              <a:xfrm>
                <a:off x="4609030" y="12766151"/>
                <a:ext cx="8628570" cy="761171"/>
              </a:xfrm>
            </p:spPr>
          </p:sp>
        </mc:Fallback>
      </mc:AlternateContent>
      <mc:AlternateContent xmlns:mc="http://schemas.openxmlformats.org/markup-compatibility/2006" xmlns:p14="http://schemas.microsoft.com/office/powerpoint/2010/main">
        <mc:Choice Requires="p14">
          <p:contentPart p14:bwMode="auto" r:id="rId56">
            <p14:nvContentPartPr>
              <p14:cNvPr id="1053105" name="墨迹 1053104"/>
              <p14:cNvContentPartPr/>
              <p14:nvPr/>
            </p14:nvContentPartPr>
            <p14:xfrm>
              <a:off x="8252422" y="9966834"/>
              <a:ext cx="5428576" cy="292815"/>
            </p14:xfrm>
          </p:contentPart>
        </mc:Choice>
        <mc:Fallback xmlns="">
          <p:sp>
            <p:nvSpPr>
              <p:cNvPr id="1053105" name=""/>
              <p:cNvSpPr/>
              <p:nvPr/>
            </p:nvSpPr>
            <p:spPr>
              <a:xfrm>
                <a:off x="8252422" y="9966834"/>
                <a:ext cx="5428576" cy="292815"/>
              </a:xfrm>
            </p:spPr>
          </p:sp>
        </mc:Fallback>
      </mc:AlternateContent>
      <mc:AlternateContent xmlns:mc="http://schemas.openxmlformats.org/markup-compatibility/2006" xmlns:p14="http://schemas.microsoft.com/office/powerpoint/2010/main">
        <mc:Choice Requires="p14">
          <p:contentPart p14:bwMode="auto" r:id="rId57">
            <p14:nvContentPartPr>
              <p14:cNvPr id="1053106" name="墨迹 1053105"/>
              <p14:cNvContentPartPr/>
              <p14:nvPr/>
            </p14:nvContentPartPr>
            <p14:xfrm>
              <a:off x="8740145" y="7501431"/>
              <a:ext cx="6770966" cy="513422"/>
            </p14:xfrm>
          </p:contentPart>
        </mc:Choice>
        <mc:Fallback xmlns="">
          <p:sp>
            <p:nvSpPr>
              <p:cNvPr id="1053106" name=""/>
              <p:cNvSpPr/>
              <p:nvPr/>
            </p:nvSpPr>
            <p:spPr>
              <a:xfrm>
                <a:off x="8740145" y="7501431"/>
                <a:ext cx="6770966" cy="513422"/>
              </a:xfrm>
            </p:spPr>
          </p:sp>
        </mc:Fallback>
      </mc:AlternateContent>
      <mc:AlternateContent xmlns:mc="http://schemas.openxmlformats.org/markup-compatibility/2006" xmlns:p14="http://schemas.microsoft.com/office/powerpoint/2010/main">
        <mc:Choice Requires="p14">
          <p:contentPart p14:bwMode="auto" r:id="rId58">
            <p14:nvContentPartPr>
              <p14:cNvPr id="1053108" name="墨迹 1053107"/>
              <p14:cNvContentPartPr/>
              <p14:nvPr/>
            </p14:nvContentPartPr>
            <p14:xfrm>
              <a:off x="6751851" y="6283623"/>
              <a:ext cx="149015" cy="249600"/>
            </p14:xfrm>
          </p:contentPart>
        </mc:Choice>
        <mc:Fallback xmlns="">
          <p:sp>
            <p:nvSpPr>
              <p:cNvPr id="1053108" name=""/>
              <p:cNvSpPr/>
              <p:nvPr/>
            </p:nvSpPr>
            <p:spPr>
              <a:xfrm>
                <a:off x="6751851" y="6283623"/>
                <a:ext cx="149015" cy="249600"/>
              </a:xfrm>
            </p:spPr>
          </p:sp>
        </mc:Fallback>
      </mc:AlternateContent>
      <mc:AlternateContent xmlns:mc="http://schemas.openxmlformats.org/markup-compatibility/2006" xmlns:p14="http://schemas.microsoft.com/office/powerpoint/2010/main">
        <mc:Choice Requires="p14">
          <p:contentPart p14:bwMode="auto" r:id="rId59">
            <p14:nvContentPartPr>
              <p14:cNvPr id="1053109" name="墨迹 1053108"/>
              <p14:cNvContentPartPr/>
              <p14:nvPr/>
            </p14:nvContentPartPr>
            <p14:xfrm>
              <a:off x="6776826" y="6360175"/>
              <a:ext cx="93677" cy="123177"/>
            </p14:xfrm>
          </p:contentPart>
        </mc:Choice>
        <mc:Fallback xmlns="">
          <p:sp>
            <p:nvSpPr>
              <p:cNvPr id="1053109" name=""/>
              <p:cNvSpPr/>
              <p:nvPr/>
            </p:nvSpPr>
            <p:spPr>
              <a:xfrm>
                <a:off x="6776826" y="6360175"/>
                <a:ext cx="93677" cy="123177"/>
              </a:xfrm>
            </p:spPr>
          </p:sp>
        </mc:Fallback>
      </mc:AlternateContent>
      <mc:AlternateContent xmlns:mc="http://schemas.openxmlformats.org/markup-compatibility/2006" xmlns:p14="http://schemas.microsoft.com/office/powerpoint/2010/main">
        <mc:Choice Requires="p14">
          <p:contentPart p14:bwMode="auto" r:id="rId60">
            <p14:nvContentPartPr>
              <p14:cNvPr id="1053110" name="墨迹 1053109"/>
              <p14:cNvContentPartPr/>
              <p14:nvPr/>
            </p14:nvContentPartPr>
            <p14:xfrm>
              <a:off x="6948586" y="6251756"/>
              <a:ext cx="114231" cy="140765"/>
            </p14:xfrm>
          </p:contentPart>
        </mc:Choice>
        <mc:Fallback xmlns="">
          <p:sp>
            <p:nvSpPr>
              <p:cNvPr id="1053110" name=""/>
              <p:cNvSpPr/>
              <p:nvPr/>
            </p:nvSpPr>
            <p:spPr>
              <a:xfrm>
                <a:off x="6948586" y="6251756"/>
                <a:ext cx="114231" cy="140765"/>
              </a:xfrm>
            </p:spPr>
          </p:sp>
        </mc:Fallback>
      </mc:AlternateContent>
      <mc:AlternateContent xmlns:mc="http://schemas.openxmlformats.org/markup-compatibility/2006" xmlns:p14="http://schemas.microsoft.com/office/powerpoint/2010/main">
        <mc:Choice Requires="p14">
          <p:contentPart p14:bwMode="auto" r:id="rId61">
            <p14:nvContentPartPr>
              <p14:cNvPr id="1053111" name="墨迹 1053110"/>
              <p14:cNvContentPartPr/>
              <p14:nvPr/>
            </p14:nvContentPartPr>
            <p14:xfrm>
              <a:off x="6942209" y="6227493"/>
              <a:ext cx="134842" cy="335517"/>
            </p14:xfrm>
          </p:contentPart>
        </mc:Choice>
        <mc:Fallback xmlns="">
          <p:sp>
            <p:nvSpPr>
              <p:cNvPr id="1053111" name=""/>
              <p:cNvSpPr/>
              <p:nvPr/>
            </p:nvSpPr>
            <p:spPr>
              <a:xfrm>
                <a:off x="6942209" y="6227493"/>
                <a:ext cx="134842" cy="335517"/>
              </a:xfrm>
            </p:spPr>
          </p:sp>
        </mc:Fallback>
      </mc:AlternateContent>
      <mc:AlternateContent xmlns:mc="http://schemas.openxmlformats.org/markup-compatibility/2006" xmlns:p14="http://schemas.microsoft.com/office/powerpoint/2010/main">
        <mc:Choice Requires="p14">
          <p:contentPart p14:bwMode="auto" r:id="rId62">
            <p14:nvContentPartPr>
              <p14:cNvPr id="1053112" name="墨迹 1053111"/>
              <p14:cNvContentPartPr/>
              <p14:nvPr/>
            </p14:nvContentPartPr>
            <p14:xfrm>
              <a:off x="7280656" y="6363092"/>
              <a:ext cx="251194" cy="51213"/>
            </p14:xfrm>
          </p:contentPart>
        </mc:Choice>
        <mc:Fallback xmlns="">
          <p:sp>
            <p:nvSpPr>
              <p:cNvPr id="1053112" name=""/>
              <p:cNvSpPr/>
              <p:nvPr/>
            </p:nvSpPr>
            <p:spPr>
              <a:xfrm>
                <a:off x="7280656" y="6363092"/>
                <a:ext cx="251194" cy="51213"/>
              </a:xfrm>
            </p:spPr>
          </p:sp>
        </mc:Fallback>
      </mc:AlternateContent>
      <mc:AlternateContent xmlns:mc="http://schemas.openxmlformats.org/markup-compatibility/2006" xmlns:p14="http://schemas.microsoft.com/office/powerpoint/2010/main">
        <mc:Choice Requires="p14">
          <p:contentPart p14:bwMode="auto" r:id="rId63">
            <p14:nvContentPartPr>
              <p14:cNvPr id="1053113" name="墨迹 1053112"/>
              <p14:cNvContentPartPr/>
              <p14:nvPr/>
            </p14:nvContentPartPr>
            <p14:xfrm>
              <a:off x="7624904" y="6191187"/>
              <a:ext cx="42381" cy="346938"/>
            </p14:xfrm>
          </p:contentPart>
        </mc:Choice>
        <mc:Fallback xmlns="">
          <p:sp>
            <p:nvSpPr>
              <p:cNvPr id="1053113" name=""/>
              <p:cNvSpPr/>
              <p:nvPr/>
            </p:nvSpPr>
            <p:spPr>
              <a:xfrm>
                <a:off x="7624904" y="6191187"/>
                <a:ext cx="42381" cy="346938"/>
              </a:xfrm>
            </p:spPr>
          </p:sp>
        </mc:Fallback>
      </mc:AlternateContent>
      <mc:AlternateContent xmlns:mc="http://schemas.openxmlformats.org/markup-compatibility/2006" xmlns:p14="http://schemas.microsoft.com/office/powerpoint/2010/main">
        <mc:Choice Requires="p14">
          <p:contentPart p14:bwMode="auto" r:id="rId64">
            <p14:nvContentPartPr>
              <p14:cNvPr id="1053114" name="墨迹 1053113"/>
              <p14:cNvContentPartPr/>
              <p14:nvPr/>
            </p14:nvContentPartPr>
            <p14:xfrm>
              <a:off x="7610031" y="6264014"/>
              <a:ext cx="194092" cy="67776"/>
            </p14:xfrm>
          </p:contentPart>
        </mc:Choice>
        <mc:Fallback xmlns="">
          <p:sp>
            <p:nvSpPr>
              <p:cNvPr id="1053114" name=""/>
              <p:cNvSpPr/>
              <p:nvPr/>
            </p:nvSpPr>
            <p:spPr>
              <a:xfrm>
                <a:off x="7610031" y="6264014"/>
                <a:ext cx="194092" cy="67776"/>
              </a:xfrm>
            </p:spPr>
          </p:sp>
        </mc:Fallback>
      </mc:AlternateContent>
      <mc:AlternateContent xmlns:mc="http://schemas.openxmlformats.org/markup-compatibility/2006" xmlns:p14="http://schemas.microsoft.com/office/powerpoint/2010/main">
        <mc:Choice Requires="p14">
          <p:contentPart p14:bwMode="auto" r:id="rId65">
            <p14:nvContentPartPr>
              <p14:cNvPr id="1053115" name="墨迹 1053114"/>
              <p14:cNvContentPartPr/>
              <p14:nvPr/>
            </p14:nvContentPartPr>
            <p14:xfrm>
              <a:off x="7659876" y="6356350"/>
              <a:ext cx="161386" cy="6467"/>
            </p14:xfrm>
          </p:contentPart>
        </mc:Choice>
        <mc:Fallback xmlns="">
          <p:sp>
            <p:nvSpPr>
              <p:cNvPr id="1053115" name=""/>
              <p:cNvSpPr/>
              <p:nvPr/>
            </p:nvSpPr>
            <p:spPr>
              <a:xfrm>
                <a:off x="7659876" y="6356350"/>
                <a:ext cx="161386" cy="6467"/>
              </a:xfrm>
            </p:spPr>
          </p:sp>
        </mc:Fallback>
      </mc:AlternateContent>
      <mc:AlternateContent xmlns:mc="http://schemas.openxmlformats.org/markup-compatibility/2006" xmlns:p14="http://schemas.microsoft.com/office/powerpoint/2010/main">
        <mc:Choice Requires="p14">
          <p:contentPart p14:bwMode="auto" r:id="rId66">
            <p14:nvContentPartPr>
              <p14:cNvPr id="1053116" name="墨迹 1053115"/>
              <p14:cNvContentPartPr/>
              <p14:nvPr/>
            </p14:nvContentPartPr>
            <p14:xfrm>
              <a:off x="7631586" y="6467118"/>
              <a:ext cx="169266" cy="25858"/>
            </p14:xfrm>
          </p:contentPart>
        </mc:Choice>
        <mc:Fallback xmlns="">
          <p:sp>
            <p:nvSpPr>
              <p:cNvPr id="1053116" name=""/>
              <p:cNvSpPr/>
              <p:nvPr/>
            </p:nvSpPr>
            <p:spPr>
              <a:xfrm>
                <a:off x="7631586" y="6467118"/>
                <a:ext cx="169266" cy="25858"/>
              </a:xfrm>
            </p:spPr>
          </p:sp>
        </mc:Fallback>
      </mc:AlternateContent>
      <mc:AlternateContent xmlns:mc="http://schemas.openxmlformats.org/markup-compatibility/2006" xmlns:p14="http://schemas.microsoft.com/office/powerpoint/2010/main">
        <mc:Choice Requires="p14">
          <p:contentPart p14:bwMode="auto" r:id="rId67">
            <p14:nvContentPartPr>
              <p14:cNvPr id="1053117" name="墨迹 1053116"/>
              <p14:cNvContentPartPr/>
              <p14:nvPr/>
            </p14:nvContentPartPr>
            <p14:xfrm>
              <a:off x="7884867" y="6213631"/>
              <a:ext cx="99450" cy="347604"/>
            </p14:xfrm>
          </p:contentPart>
        </mc:Choice>
        <mc:Fallback xmlns="">
          <p:sp>
            <p:nvSpPr>
              <p:cNvPr id="1053117" name=""/>
              <p:cNvSpPr/>
              <p:nvPr/>
            </p:nvSpPr>
            <p:spPr>
              <a:xfrm>
                <a:off x="7884867" y="6213631"/>
                <a:ext cx="99450" cy="347604"/>
              </a:xfrm>
            </p:spPr>
          </p:sp>
        </mc:Fallback>
      </mc:AlternateContent>
      <mc:AlternateContent xmlns:mc="http://schemas.openxmlformats.org/markup-compatibility/2006" xmlns:p14="http://schemas.microsoft.com/office/powerpoint/2010/main">
        <mc:Choice Requires="p14">
          <p:contentPart p14:bwMode="auto" r:id="rId68">
            <p14:nvContentPartPr>
              <p14:cNvPr id="1053118" name="墨迹 1053117"/>
              <p14:cNvContentPartPr/>
              <p14:nvPr/>
            </p14:nvContentPartPr>
            <p14:xfrm>
              <a:off x="7261126" y="6124516"/>
              <a:ext cx="116171" cy="447314"/>
            </p14:xfrm>
          </p:contentPart>
        </mc:Choice>
        <mc:Fallback xmlns="">
          <p:sp>
            <p:nvSpPr>
              <p:cNvPr id="1053118" name=""/>
              <p:cNvSpPr/>
              <p:nvPr/>
            </p:nvSpPr>
            <p:spPr>
              <a:xfrm>
                <a:off x="7261126" y="6124516"/>
                <a:ext cx="116171" cy="447314"/>
              </a:xfrm>
            </p:spPr>
          </p:sp>
        </mc:Fallback>
      </mc:AlternateContent>
      <mc:AlternateContent xmlns:mc="http://schemas.openxmlformats.org/markup-compatibility/2006" xmlns:p14="http://schemas.microsoft.com/office/powerpoint/2010/main">
        <mc:Choice Requires="p14">
          <p:contentPart p14:bwMode="auto" r:id="rId69">
            <p14:nvContentPartPr>
              <p14:cNvPr id="1053119" name="墨迹 1053118"/>
              <p14:cNvContentPartPr/>
              <p14:nvPr/>
            </p14:nvContentPartPr>
            <p14:xfrm>
              <a:off x="8284948" y="6073027"/>
              <a:ext cx="23575" cy="76356"/>
            </p14:xfrm>
          </p:contentPart>
        </mc:Choice>
        <mc:Fallback xmlns="">
          <p:sp>
            <p:nvSpPr>
              <p:cNvPr id="1053119" name=""/>
              <p:cNvSpPr/>
              <p:nvPr/>
            </p:nvSpPr>
            <p:spPr>
              <a:xfrm>
                <a:off x="8284948" y="6073027"/>
                <a:ext cx="23575" cy="76356"/>
              </a:xfrm>
            </p:spPr>
          </p:sp>
        </mc:Fallback>
      </mc:AlternateContent>
      <mc:AlternateContent xmlns:mc="http://schemas.openxmlformats.org/markup-compatibility/2006" xmlns:p14="http://schemas.microsoft.com/office/powerpoint/2010/main">
        <mc:Choice Requires="p14">
          <p:contentPart p14:bwMode="auto" r:id="rId70">
            <p14:nvContentPartPr>
              <p14:cNvPr id="1053120" name="墨迹 1053119"/>
              <p14:cNvContentPartPr/>
              <p14:nvPr/>
            </p14:nvContentPartPr>
            <p14:xfrm>
              <a:off x="8174483" y="6156959"/>
              <a:ext cx="291418" cy="63272"/>
            </p14:xfrm>
          </p:contentPart>
        </mc:Choice>
        <mc:Fallback xmlns="">
          <p:sp>
            <p:nvSpPr>
              <p:cNvPr id="1053120" name=""/>
              <p:cNvSpPr/>
              <p:nvPr/>
            </p:nvSpPr>
            <p:spPr>
              <a:xfrm>
                <a:off x="8174483" y="6156959"/>
                <a:ext cx="291418" cy="63272"/>
              </a:xfrm>
            </p:spPr>
          </p:sp>
        </mc:Fallback>
      </mc:AlternateContent>
      <mc:AlternateContent xmlns:mc="http://schemas.openxmlformats.org/markup-compatibility/2006" xmlns:p14="http://schemas.microsoft.com/office/powerpoint/2010/main">
        <mc:Choice Requires="p14">
          <p:contentPart p14:bwMode="auto" r:id="rId71">
            <p14:nvContentPartPr>
              <p14:cNvPr id="1053121" name="墨迹 1053120"/>
              <p14:cNvContentPartPr/>
              <p14:nvPr/>
            </p14:nvContentPartPr>
            <p14:xfrm>
              <a:off x="8092665" y="6219572"/>
              <a:ext cx="162646" cy="422894"/>
            </p14:xfrm>
          </p:contentPart>
        </mc:Choice>
        <mc:Fallback xmlns="">
          <p:sp>
            <p:nvSpPr>
              <p:cNvPr id="1053121" name=""/>
              <p:cNvSpPr/>
              <p:nvPr/>
            </p:nvSpPr>
            <p:spPr>
              <a:xfrm>
                <a:off x="8092665" y="6219572"/>
                <a:ext cx="162646" cy="422894"/>
              </a:xfrm>
            </p:spPr>
          </p:sp>
        </mc:Fallback>
      </mc:AlternateContent>
      <mc:AlternateContent xmlns:mc="http://schemas.openxmlformats.org/markup-compatibility/2006" xmlns:p14="http://schemas.microsoft.com/office/powerpoint/2010/main">
        <mc:Choice Requires="p14">
          <p:contentPart p14:bwMode="auto" r:id="rId72">
            <p14:nvContentPartPr>
              <p14:cNvPr id="1053122" name="墨迹 1053121"/>
              <p14:cNvContentPartPr/>
              <p14:nvPr/>
            </p14:nvContentPartPr>
            <p14:xfrm>
              <a:off x="8249978" y="6174024"/>
              <a:ext cx="115798" cy="123106"/>
            </p14:xfrm>
          </p:contentPart>
        </mc:Choice>
        <mc:Fallback xmlns="">
          <p:sp>
            <p:nvSpPr>
              <p:cNvPr id="1053122" name=""/>
              <p:cNvSpPr/>
              <p:nvPr/>
            </p:nvSpPr>
            <p:spPr>
              <a:xfrm>
                <a:off x="8249978" y="6174024"/>
                <a:ext cx="115798" cy="123106"/>
              </a:xfrm>
            </p:spPr>
          </p:sp>
        </mc:Fallback>
      </mc:AlternateContent>
      <mc:AlternateContent xmlns:mc="http://schemas.openxmlformats.org/markup-compatibility/2006" xmlns:p14="http://schemas.microsoft.com/office/powerpoint/2010/main">
        <mc:Choice Requires="p14">
          <p:contentPart p14:bwMode="auto" r:id="rId73">
            <p14:nvContentPartPr>
              <p14:cNvPr id="1053123" name="墨迹 1053122"/>
              <p14:cNvContentPartPr/>
              <p14:nvPr/>
            </p14:nvContentPartPr>
            <p14:xfrm>
              <a:off x="8302930" y="6246636"/>
              <a:ext cx="19061" cy="159506"/>
            </p14:xfrm>
          </p:contentPart>
        </mc:Choice>
        <mc:Fallback xmlns="">
          <p:sp>
            <p:nvSpPr>
              <p:cNvPr id="1053123" name=""/>
              <p:cNvSpPr/>
              <p:nvPr/>
            </p:nvSpPr>
            <p:spPr>
              <a:xfrm>
                <a:off x="8302930" y="6246636"/>
                <a:ext cx="19061" cy="159506"/>
              </a:xfrm>
            </p:spPr>
          </p:sp>
        </mc:Fallback>
      </mc:AlternateContent>
      <mc:AlternateContent xmlns:mc="http://schemas.openxmlformats.org/markup-compatibility/2006" xmlns:p14="http://schemas.microsoft.com/office/powerpoint/2010/main">
        <mc:Choice Requires="p14">
          <p:contentPart p14:bwMode="auto" r:id="rId74">
            <p14:nvContentPartPr>
              <p14:cNvPr id="1053124" name="墨迹 1053123"/>
              <p14:cNvContentPartPr/>
              <p14:nvPr/>
            </p14:nvContentPartPr>
            <p14:xfrm>
              <a:off x="8320648" y="6213838"/>
              <a:ext cx="116271" cy="176724"/>
            </p14:xfrm>
          </p:contentPart>
        </mc:Choice>
        <mc:Fallback xmlns="">
          <p:sp>
            <p:nvSpPr>
              <p:cNvPr id="1053124" name=""/>
              <p:cNvSpPr/>
              <p:nvPr/>
            </p:nvSpPr>
            <p:spPr>
              <a:xfrm>
                <a:off x="8320648" y="6213838"/>
                <a:ext cx="116271" cy="176724"/>
              </a:xfrm>
            </p:spPr>
          </p:sp>
        </mc:Fallback>
      </mc:AlternateContent>
      <mc:AlternateContent xmlns:mc="http://schemas.openxmlformats.org/markup-compatibility/2006" xmlns:p14="http://schemas.microsoft.com/office/powerpoint/2010/main">
        <mc:Choice Requires="p14">
          <p:contentPart p14:bwMode="auto" r:id="rId75">
            <p14:nvContentPartPr>
              <p14:cNvPr id="1053125" name="墨迹 1053124"/>
              <p14:cNvContentPartPr/>
              <p14:nvPr/>
            </p14:nvContentPartPr>
            <p14:xfrm>
              <a:off x="8224350" y="6425526"/>
              <a:ext cx="70701" cy="258056"/>
            </p14:xfrm>
          </p:contentPart>
        </mc:Choice>
        <mc:Fallback xmlns="">
          <p:sp>
            <p:nvSpPr>
              <p:cNvPr id="1053125" name=""/>
              <p:cNvSpPr/>
              <p:nvPr/>
            </p:nvSpPr>
            <p:spPr>
              <a:xfrm>
                <a:off x="8224350" y="6425526"/>
                <a:ext cx="70701" cy="258056"/>
              </a:xfrm>
            </p:spPr>
          </p:sp>
        </mc:Fallback>
      </mc:AlternateContent>
      <mc:AlternateContent xmlns:mc="http://schemas.openxmlformats.org/markup-compatibility/2006" xmlns:p14="http://schemas.microsoft.com/office/powerpoint/2010/main">
        <mc:Choice Requires="p14">
          <p:contentPart p14:bwMode="auto" r:id="rId76">
            <p14:nvContentPartPr>
              <p14:cNvPr id="1053126" name="墨迹 1053125"/>
              <p14:cNvContentPartPr/>
              <p14:nvPr/>
            </p14:nvContentPartPr>
            <p14:xfrm>
              <a:off x="8278886" y="6436137"/>
              <a:ext cx="208294" cy="203519"/>
            </p14:xfrm>
          </p:contentPart>
        </mc:Choice>
        <mc:Fallback xmlns="">
          <p:sp>
            <p:nvSpPr>
              <p:cNvPr id="1053126" name=""/>
              <p:cNvSpPr/>
              <p:nvPr/>
            </p:nvSpPr>
            <p:spPr>
              <a:xfrm>
                <a:off x="8278886" y="6436137"/>
                <a:ext cx="208294" cy="203519"/>
              </a:xfrm>
            </p:spPr>
          </p:sp>
        </mc:Fallback>
      </mc:AlternateContent>
      <mc:AlternateContent xmlns:mc="http://schemas.openxmlformats.org/markup-compatibility/2006" xmlns:p14="http://schemas.microsoft.com/office/powerpoint/2010/main">
        <mc:Choice Requires="p14">
          <p:contentPart p14:bwMode="auto" r:id="rId77">
            <p14:nvContentPartPr>
              <p14:cNvPr id="1053127" name="墨迹 1053126"/>
              <p14:cNvContentPartPr/>
              <p14:nvPr/>
            </p14:nvContentPartPr>
            <p14:xfrm>
              <a:off x="8336380" y="6331131"/>
              <a:ext cx="126974" cy="224159"/>
            </p14:xfrm>
          </p:contentPart>
        </mc:Choice>
        <mc:Fallback xmlns="">
          <p:sp>
            <p:nvSpPr>
              <p:cNvPr id="1053127" name=""/>
              <p:cNvSpPr/>
              <p:nvPr/>
            </p:nvSpPr>
            <p:spPr>
              <a:xfrm>
                <a:off x="8336380" y="6331131"/>
                <a:ext cx="126974" cy="224159"/>
              </a:xfrm>
            </p:spPr>
          </p:sp>
        </mc:Fallback>
      </mc:AlternateContent>
      <mc:AlternateContent xmlns:mc="http://schemas.openxmlformats.org/markup-compatibility/2006" xmlns:p14="http://schemas.microsoft.com/office/powerpoint/2010/main">
        <mc:Choice Requires="p14">
          <p:contentPart p14:bwMode="auto" r:id="rId78">
            <p14:nvContentPartPr>
              <p14:cNvPr id="1053128" name="墨迹 1053127"/>
              <p14:cNvContentPartPr/>
              <p14:nvPr/>
            </p14:nvContentPartPr>
            <p14:xfrm>
              <a:off x="8643436" y="6183926"/>
              <a:ext cx="152022" cy="329701"/>
            </p14:xfrm>
          </p:contentPart>
        </mc:Choice>
        <mc:Fallback xmlns="">
          <p:sp>
            <p:nvSpPr>
              <p:cNvPr id="1053128" name=""/>
              <p:cNvSpPr/>
              <p:nvPr/>
            </p:nvSpPr>
            <p:spPr>
              <a:xfrm>
                <a:off x="8643436" y="6183926"/>
                <a:ext cx="152022" cy="329701"/>
              </a:xfrm>
            </p:spPr>
          </p:sp>
        </mc:Fallback>
      </mc:AlternateContent>
      <mc:AlternateContent xmlns:mc="http://schemas.openxmlformats.org/markup-compatibility/2006" xmlns:p14="http://schemas.microsoft.com/office/powerpoint/2010/main">
        <mc:Choice Requires="p14">
          <p:contentPart p14:bwMode="auto" r:id="rId79">
            <p14:nvContentPartPr>
              <p14:cNvPr id="1053129" name="墨迹 1053128"/>
              <p14:cNvContentPartPr/>
              <p14:nvPr/>
            </p14:nvContentPartPr>
            <p14:xfrm>
              <a:off x="8803596" y="6329215"/>
              <a:ext cx="139519" cy="115083"/>
            </p14:xfrm>
          </p:contentPart>
        </mc:Choice>
        <mc:Fallback xmlns="">
          <p:sp>
            <p:nvSpPr>
              <p:cNvPr id="1053129" name=""/>
              <p:cNvSpPr/>
              <p:nvPr/>
            </p:nvSpPr>
            <p:spPr>
              <a:xfrm>
                <a:off x="8803596" y="6329215"/>
                <a:ext cx="139519" cy="115083"/>
              </a:xfrm>
            </p:spPr>
          </p:sp>
        </mc:Fallback>
      </mc:AlternateContent>
      <mc:AlternateContent xmlns:mc="http://schemas.openxmlformats.org/markup-compatibility/2006" xmlns:p14="http://schemas.microsoft.com/office/powerpoint/2010/main">
        <mc:Choice Requires="p14">
          <p:contentPart p14:bwMode="auto" r:id="rId80">
            <p14:nvContentPartPr>
              <p14:cNvPr id="1053130" name="墨迹 1053129"/>
              <p14:cNvContentPartPr/>
              <p14:nvPr/>
            </p14:nvContentPartPr>
            <p14:xfrm>
              <a:off x="8740273" y="6214951"/>
              <a:ext cx="272657" cy="381187"/>
            </p14:xfrm>
          </p:contentPart>
        </mc:Choice>
        <mc:Fallback xmlns="">
          <p:sp>
            <p:nvSpPr>
              <p:cNvPr id="1053130" name=""/>
              <p:cNvSpPr/>
              <p:nvPr/>
            </p:nvSpPr>
            <p:spPr>
              <a:xfrm>
                <a:off x="8740273" y="6214951"/>
                <a:ext cx="272657" cy="381187"/>
              </a:xfrm>
            </p:spPr>
          </p:sp>
        </mc:Fallback>
      </mc:AlternateContent>
      <mc:AlternateContent xmlns:mc="http://schemas.openxmlformats.org/markup-compatibility/2006" xmlns:p14="http://schemas.microsoft.com/office/powerpoint/2010/main">
        <mc:Choice Requires="p14">
          <p:contentPart p14:bwMode="auto" r:id="rId81">
            <p14:nvContentPartPr>
              <p14:cNvPr id="1053131" name="墨迹 1053130"/>
              <p14:cNvContentPartPr/>
              <p14:nvPr/>
            </p14:nvContentPartPr>
            <p14:xfrm>
              <a:off x="6393797" y="6129797"/>
              <a:ext cx="26235" cy="205049"/>
            </p14:xfrm>
          </p:contentPart>
        </mc:Choice>
        <mc:Fallback xmlns="">
          <p:sp>
            <p:nvSpPr>
              <p:cNvPr id="1053131" name=""/>
              <p:cNvSpPr/>
              <p:nvPr/>
            </p:nvSpPr>
            <p:spPr>
              <a:xfrm>
                <a:off x="6393797" y="6129797"/>
                <a:ext cx="26235" cy="205049"/>
              </a:xfrm>
            </p:spPr>
          </p:sp>
        </mc:Fallback>
      </mc:AlternateContent>
      <mc:AlternateContent xmlns:mc="http://schemas.openxmlformats.org/markup-compatibility/2006" xmlns:p14="http://schemas.microsoft.com/office/powerpoint/2010/main">
        <mc:Choice Requires="p14">
          <p:contentPart p14:bwMode="auto" r:id="rId82">
            <p14:nvContentPartPr>
              <p14:cNvPr id="1053132" name="墨迹 1053131"/>
              <p14:cNvContentPartPr/>
              <p14:nvPr/>
            </p14:nvContentPartPr>
            <p14:xfrm>
              <a:off x="6353824" y="6097180"/>
              <a:ext cx="202634" cy="194318"/>
            </p14:xfrm>
          </p:contentPart>
        </mc:Choice>
        <mc:Fallback xmlns="">
          <p:sp>
            <p:nvSpPr>
              <p:cNvPr id="1053132" name=""/>
              <p:cNvSpPr/>
              <p:nvPr/>
            </p:nvSpPr>
            <p:spPr>
              <a:xfrm>
                <a:off x="6353824" y="6097180"/>
                <a:ext cx="202634" cy="194318"/>
              </a:xfrm>
            </p:spPr>
          </p:sp>
        </mc:Fallback>
      </mc:AlternateContent>
      <mc:AlternateContent xmlns:mc="http://schemas.openxmlformats.org/markup-compatibility/2006" xmlns:p14="http://schemas.microsoft.com/office/powerpoint/2010/main">
        <mc:Choice Requires="p14">
          <p:contentPart p14:bwMode="auto" r:id="rId83">
            <p14:nvContentPartPr>
              <p14:cNvPr id="1053133" name="墨迹 1053132"/>
              <p14:cNvContentPartPr/>
              <p14:nvPr/>
            </p14:nvContentPartPr>
            <p14:xfrm>
              <a:off x="6322845" y="6213308"/>
              <a:ext cx="225977" cy="135052"/>
            </p14:xfrm>
          </p:contentPart>
        </mc:Choice>
        <mc:Fallback xmlns="">
          <p:sp>
            <p:nvSpPr>
              <p:cNvPr id="1053133" name=""/>
              <p:cNvSpPr/>
              <p:nvPr/>
            </p:nvSpPr>
            <p:spPr>
              <a:xfrm>
                <a:off x="6322845" y="6213308"/>
                <a:ext cx="225977" cy="135052"/>
              </a:xfrm>
            </p:spPr>
          </p:sp>
        </mc:Fallback>
      </mc:AlternateContent>
      <mc:AlternateContent xmlns:mc="http://schemas.openxmlformats.org/markup-compatibility/2006" xmlns:p14="http://schemas.microsoft.com/office/powerpoint/2010/main">
        <mc:Choice Requires="p14">
          <p:contentPart p14:bwMode="auto" r:id="rId84">
            <p14:nvContentPartPr>
              <p14:cNvPr id="1053134" name="墨迹 1053133"/>
              <p14:cNvContentPartPr/>
              <p14:nvPr/>
            </p14:nvContentPartPr>
            <p14:xfrm>
              <a:off x="6259738" y="6306046"/>
              <a:ext cx="265545" cy="208132"/>
            </p14:xfrm>
          </p:contentPart>
        </mc:Choice>
        <mc:Fallback xmlns="">
          <p:sp>
            <p:nvSpPr>
              <p:cNvPr id="1053134" name=""/>
              <p:cNvSpPr/>
              <p:nvPr/>
            </p:nvSpPr>
            <p:spPr>
              <a:xfrm>
                <a:off x="6259738" y="6306046"/>
                <a:ext cx="265545" cy="208132"/>
              </a:xfrm>
            </p:spPr>
          </p:sp>
        </mc:Fallback>
      </mc:AlternateContent>
      <mc:AlternateContent xmlns:mc="http://schemas.openxmlformats.org/markup-compatibility/2006" xmlns:p14="http://schemas.microsoft.com/office/powerpoint/2010/main">
        <mc:Choice Requires="p14">
          <p:contentPart p14:bwMode="auto" r:id="rId85">
            <p14:nvContentPartPr>
              <p14:cNvPr id="1053135" name="墨迹 1053134"/>
              <p14:cNvContentPartPr/>
              <p14:nvPr/>
            </p14:nvContentPartPr>
            <p14:xfrm>
              <a:off x="6387503" y="6395821"/>
              <a:ext cx="466109" cy="178249"/>
            </p14:xfrm>
          </p:contentPart>
        </mc:Choice>
        <mc:Fallback xmlns="">
          <p:sp>
            <p:nvSpPr>
              <p:cNvPr id="1053135" name=""/>
              <p:cNvSpPr/>
              <p:nvPr/>
            </p:nvSpPr>
            <p:spPr>
              <a:xfrm>
                <a:off x="6387503" y="6395821"/>
                <a:ext cx="466109" cy="178249"/>
              </a:xfrm>
            </p:spPr>
          </p:sp>
        </mc:Fallback>
      </mc:AlternateContent>
      <mc:AlternateContent xmlns:mc="http://schemas.openxmlformats.org/markup-compatibility/2006" xmlns:p14="http://schemas.microsoft.com/office/powerpoint/2010/main">
        <mc:Choice Requires="p14">
          <p:contentPart p14:bwMode="auto" r:id="rId86">
            <p14:nvContentPartPr>
              <p14:cNvPr id="1053136" name="墨迹 1053135"/>
              <p14:cNvContentPartPr/>
              <p14:nvPr/>
            </p14:nvContentPartPr>
            <p14:xfrm>
              <a:off x="9184694" y="6129566"/>
              <a:ext cx="195479" cy="429130"/>
            </p14:xfrm>
          </p:contentPart>
        </mc:Choice>
        <mc:Fallback xmlns="">
          <p:sp>
            <p:nvSpPr>
              <p:cNvPr id="1053136" name=""/>
              <p:cNvSpPr/>
              <p:nvPr/>
            </p:nvSpPr>
            <p:spPr>
              <a:xfrm>
                <a:off x="9184694" y="6129566"/>
                <a:ext cx="195479" cy="429130"/>
              </a:xfrm>
            </p:spPr>
          </p:sp>
        </mc:Fallback>
      </mc:AlternateContent>
      <mc:AlternateContent xmlns:mc="http://schemas.openxmlformats.org/markup-compatibility/2006" xmlns:p14="http://schemas.microsoft.com/office/powerpoint/2010/main">
        <mc:Choice Requires="p14">
          <p:contentPart p14:bwMode="auto" r:id="rId87">
            <p14:nvContentPartPr>
              <p14:cNvPr id="1053137" name="墨迹 1053136"/>
              <p14:cNvContentPartPr/>
              <p14:nvPr/>
            </p14:nvContentPartPr>
            <p14:xfrm>
              <a:off x="9234682" y="6288192"/>
              <a:ext cx="101351" cy="230749"/>
            </p14:xfrm>
          </p:contentPart>
        </mc:Choice>
        <mc:Fallback xmlns="">
          <p:sp>
            <p:nvSpPr>
              <p:cNvPr id="1053137" name=""/>
              <p:cNvSpPr/>
              <p:nvPr/>
            </p:nvSpPr>
            <p:spPr>
              <a:xfrm>
                <a:off x="9234682" y="6288192"/>
                <a:ext cx="101351" cy="230749"/>
              </a:xfrm>
            </p:spPr>
          </p:sp>
        </mc:Fallback>
      </mc:AlternateContent>
      <mc:AlternateContent xmlns:mc="http://schemas.openxmlformats.org/markup-compatibility/2006" xmlns:p14="http://schemas.microsoft.com/office/powerpoint/2010/main">
        <mc:Choice Requires="p14">
          <p:contentPart p14:bwMode="auto" r:id="rId88">
            <p14:nvContentPartPr>
              <p14:cNvPr id="1053138" name="墨迹 1053137"/>
              <p14:cNvContentPartPr/>
              <p14:nvPr/>
            </p14:nvContentPartPr>
            <p14:xfrm>
              <a:off x="9224234" y="6400555"/>
              <a:ext cx="70361" cy="108473"/>
            </p14:xfrm>
          </p:contentPart>
        </mc:Choice>
        <mc:Fallback xmlns="">
          <p:sp>
            <p:nvSpPr>
              <p:cNvPr id="1053138" name=""/>
              <p:cNvSpPr/>
              <p:nvPr/>
            </p:nvSpPr>
            <p:spPr>
              <a:xfrm>
                <a:off x="9224234" y="6400555"/>
                <a:ext cx="70361" cy="108473"/>
              </a:xfrm>
            </p:spPr>
          </p:sp>
        </mc:Fallback>
      </mc:AlternateContent>
      <mc:AlternateContent xmlns:mc="http://schemas.openxmlformats.org/markup-compatibility/2006" xmlns:p14="http://schemas.microsoft.com/office/powerpoint/2010/main">
        <mc:Choice Requires="p14">
          <p:contentPart p14:bwMode="auto" r:id="rId89">
            <p14:nvContentPartPr>
              <p14:cNvPr id="1053139" name="墨迹 1053138"/>
              <p14:cNvContentPartPr/>
              <p14:nvPr/>
            </p14:nvContentPartPr>
            <p14:xfrm>
              <a:off x="9365150" y="6183266"/>
              <a:ext cx="168806" cy="315192"/>
            </p14:xfrm>
          </p:contentPart>
        </mc:Choice>
        <mc:Fallback xmlns="">
          <p:sp>
            <p:nvSpPr>
              <p:cNvPr id="1053139" name=""/>
              <p:cNvSpPr/>
              <p:nvPr/>
            </p:nvSpPr>
            <p:spPr>
              <a:xfrm>
                <a:off x="9365150" y="6183266"/>
                <a:ext cx="168806" cy="315192"/>
              </a:xfrm>
            </p:spPr>
          </p:sp>
        </mc:Fallback>
      </mc:AlternateContent>
      <mc:AlternateContent xmlns:mc="http://schemas.openxmlformats.org/markup-compatibility/2006" xmlns:p14="http://schemas.microsoft.com/office/powerpoint/2010/main">
        <mc:Choice Requires="p14">
          <p:contentPart p14:bwMode="auto" r:id="rId90">
            <p14:nvContentPartPr>
              <p14:cNvPr id="1053140" name="墨迹 1053139"/>
              <p14:cNvContentPartPr/>
              <p14:nvPr/>
            </p14:nvContentPartPr>
            <p14:xfrm>
              <a:off x="9635005" y="6151580"/>
              <a:ext cx="101486" cy="381047"/>
            </p14:xfrm>
          </p:contentPart>
        </mc:Choice>
        <mc:Fallback xmlns="">
          <p:sp>
            <p:nvSpPr>
              <p:cNvPr id="1053140" name=""/>
              <p:cNvSpPr/>
              <p:nvPr/>
            </p:nvSpPr>
            <p:spPr>
              <a:xfrm>
                <a:off x="9635005" y="6151580"/>
                <a:ext cx="101486" cy="381047"/>
              </a:xfrm>
            </p:spPr>
          </p:sp>
        </mc:Fallback>
      </mc:AlternateContent>
      <mc:AlternateContent xmlns:mc="http://schemas.openxmlformats.org/markup-compatibility/2006" xmlns:p14="http://schemas.microsoft.com/office/powerpoint/2010/main">
        <mc:Choice Requires="p14">
          <p:contentPart p14:bwMode="auto" r:id="rId91">
            <p14:nvContentPartPr>
              <p14:cNvPr id="1053141" name="墨迹 1053140"/>
              <p14:cNvContentPartPr/>
              <p14:nvPr/>
            </p14:nvContentPartPr>
            <p14:xfrm>
              <a:off x="9742553" y="6215239"/>
              <a:ext cx="144997" cy="52520"/>
            </p14:xfrm>
          </p:contentPart>
        </mc:Choice>
        <mc:Fallback xmlns="">
          <p:sp>
            <p:nvSpPr>
              <p:cNvPr id="1053141" name=""/>
              <p:cNvSpPr/>
              <p:nvPr/>
            </p:nvSpPr>
            <p:spPr>
              <a:xfrm>
                <a:off x="9742553" y="6215239"/>
                <a:ext cx="144997" cy="52520"/>
              </a:xfrm>
            </p:spPr>
          </p:sp>
        </mc:Fallback>
      </mc:AlternateContent>
      <mc:AlternateContent xmlns:mc="http://schemas.openxmlformats.org/markup-compatibility/2006" xmlns:p14="http://schemas.microsoft.com/office/powerpoint/2010/main">
        <mc:Choice Requires="p14">
          <p:contentPart p14:bwMode="auto" r:id="rId92">
            <p14:nvContentPartPr>
              <p14:cNvPr id="1053142" name="墨迹 1053141"/>
              <p14:cNvContentPartPr/>
              <p14:nvPr/>
            </p14:nvContentPartPr>
            <p14:xfrm>
              <a:off x="9755974" y="6159502"/>
              <a:ext cx="223206" cy="333415"/>
            </p14:xfrm>
          </p:contentPart>
        </mc:Choice>
        <mc:Fallback xmlns="">
          <p:sp>
            <p:nvSpPr>
              <p:cNvPr id="1053142" name=""/>
              <p:cNvSpPr/>
              <p:nvPr/>
            </p:nvSpPr>
            <p:spPr>
              <a:xfrm>
                <a:off x="9755974" y="6159502"/>
                <a:ext cx="223206" cy="333415"/>
              </a:xfrm>
            </p:spPr>
          </p:sp>
        </mc:Fallback>
      </mc:AlternateContent>
      <mc:AlternateContent xmlns:mc="http://schemas.openxmlformats.org/markup-compatibility/2006" xmlns:p14="http://schemas.microsoft.com/office/powerpoint/2010/main">
        <mc:Choice Requires="p14">
          <p:contentPart p14:bwMode="auto" r:id="rId93">
            <p14:nvContentPartPr>
              <p14:cNvPr id="1053143" name="墨迹 1053142"/>
              <p14:cNvContentPartPr/>
              <p14:nvPr/>
            </p14:nvContentPartPr>
            <p14:xfrm>
              <a:off x="10064520" y="6135737"/>
              <a:ext cx="24351" cy="128503"/>
            </p14:xfrm>
          </p:contentPart>
        </mc:Choice>
        <mc:Fallback xmlns="">
          <p:sp>
            <p:nvSpPr>
              <p:cNvPr id="1053143" name=""/>
              <p:cNvSpPr/>
              <p:nvPr/>
            </p:nvSpPr>
            <p:spPr>
              <a:xfrm>
                <a:off x="10064520" y="6135737"/>
                <a:ext cx="24351" cy="128503"/>
              </a:xfrm>
            </p:spPr>
          </p:sp>
        </mc:Fallback>
      </mc:AlternateContent>
      <mc:AlternateContent xmlns:mc="http://schemas.openxmlformats.org/markup-compatibility/2006" xmlns:p14="http://schemas.microsoft.com/office/powerpoint/2010/main">
        <mc:Choice Requires="p14">
          <p:contentPart p14:bwMode="auto" r:id="rId94">
            <p14:nvContentPartPr>
              <p14:cNvPr id="1053144" name="墨迹 1053143"/>
              <p14:cNvContentPartPr/>
              <p14:nvPr/>
            </p14:nvContentPartPr>
            <p14:xfrm>
              <a:off x="10125142" y="6088003"/>
              <a:ext cx="174186" cy="124345"/>
            </p14:xfrm>
          </p:contentPart>
        </mc:Choice>
        <mc:Fallback xmlns="">
          <p:sp>
            <p:nvSpPr>
              <p:cNvPr id="1053144" name=""/>
              <p:cNvSpPr/>
              <p:nvPr/>
            </p:nvSpPr>
            <p:spPr>
              <a:xfrm>
                <a:off x="10125142" y="6088003"/>
                <a:ext cx="174186" cy="124345"/>
              </a:xfrm>
            </p:spPr>
          </p:sp>
        </mc:Fallback>
      </mc:AlternateContent>
      <mc:AlternateContent xmlns:mc="http://schemas.openxmlformats.org/markup-compatibility/2006" xmlns:p14="http://schemas.microsoft.com/office/powerpoint/2010/main">
        <mc:Choice Requires="p14">
          <p:contentPart p14:bwMode="auto" r:id="rId95">
            <p14:nvContentPartPr>
              <p14:cNvPr id="1053145" name="墨迹 1053144"/>
              <p14:cNvContentPartPr/>
              <p14:nvPr/>
            </p14:nvContentPartPr>
            <p14:xfrm>
              <a:off x="9980674" y="6174265"/>
              <a:ext cx="231308" cy="409900"/>
            </p14:xfrm>
          </p:contentPart>
        </mc:Choice>
        <mc:Fallback xmlns="">
          <p:sp>
            <p:nvSpPr>
              <p:cNvPr id="1053145" name=""/>
              <p:cNvSpPr/>
              <p:nvPr/>
            </p:nvSpPr>
            <p:spPr>
              <a:xfrm>
                <a:off x="9980674" y="6174265"/>
                <a:ext cx="231308" cy="409900"/>
              </a:xfrm>
            </p:spPr>
          </p:sp>
        </mc:Fallback>
      </mc:AlternateContent>
      <mc:AlternateContent xmlns:mc="http://schemas.openxmlformats.org/markup-compatibility/2006" xmlns:p14="http://schemas.microsoft.com/office/powerpoint/2010/main">
        <mc:Choice Requires="p14">
          <p:contentPart p14:bwMode="auto" r:id="rId96">
            <p14:nvContentPartPr>
              <p14:cNvPr id="1053146" name="墨迹 1053145"/>
              <p14:cNvContentPartPr/>
              <p14:nvPr/>
            </p14:nvContentPartPr>
            <p14:xfrm>
              <a:off x="10204621" y="6377338"/>
              <a:ext cx="120327" cy="148056"/>
            </p14:xfrm>
          </p:contentPart>
        </mc:Choice>
        <mc:Fallback xmlns="">
          <p:sp>
            <p:nvSpPr>
              <p:cNvPr id="1053146" name=""/>
              <p:cNvSpPr/>
              <p:nvPr/>
            </p:nvSpPr>
            <p:spPr>
              <a:xfrm>
                <a:off x="10204621" y="6377338"/>
                <a:ext cx="120327" cy="148056"/>
              </a:xfrm>
            </p:spPr>
          </p:sp>
        </mc:Fallback>
      </mc:AlternateContent>
      <mc:AlternateContent xmlns:mc="http://schemas.openxmlformats.org/markup-compatibility/2006" xmlns:p14="http://schemas.microsoft.com/office/powerpoint/2010/main">
        <mc:Choice Requires="p14">
          <p:contentPart p14:bwMode="auto" r:id="rId97">
            <p14:nvContentPartPr>
              <p14:cNvPr id="1053154" name="墨迹 1053153"/>
              <p14:cNvContentPartPr/>
              <p14:nvPr/>
            </p14:nvContentPartPr>
            <p14:xfrm>
              <a:off x="9975562" y="6209010"/>
              <a:ext cx="33051" cy="3479"/>
            </p14:xfrm>
          </p:contentPart>
        </mc:Choice>
        <mc:Fallback xmlns="">
          <p:sp>
            <p:nvSpPr>
              <p:cNvPr id="1053154" name=""/>
              <p:cNvSpPr/>
              <p:nvPr/>
            </p:nvSpPr>
            <p:spPr>
              <a:xfrm>
                <a:off x="9975562" y="6209010"/>
                <a:ext cx="33051" cy="3479"/>
              </a:xfrm>
            </p:spPr>
          </p:sp>
        </mc:Fallback>
      </mc:AlternateContent>
      <mc:AlternateContent xmlns:mc="http://schemas.openxmlformats.org/markup-compatibility/2006" xmlns:p14="http://schemas.microsoft.com/office/powerpoint/2010/main">
        <mc:Choice Requires="p14">
          <p:contentPart p14:bwMode="auto" r:id="rId98">
            <p14:nvContentPartPr>
              <p14:cNvPr id="1053160" name="墨迹 1053159"/>
              <p14:cNvContentPartPr/>
              <p14:nvPr/>
            </p14:nvContentPartPr>
            <p14:xfrm>
              <a:off x="6874831" y="4961652"/>
              <a:ext cx="294428" cy="488879"/>
            </p14:xfrm>
          </p:contentPart>
        </mc:Choice>
        <mc:Fallback xmlns="">
          <p:sp>
            <p:nvSpPr>
              <p:cNvPr id="1053160" name=""/>
              <p:cNvSpPr/>
              <p:nvPr/>
            </p:nvSpPr>
            <p:spPr>
              <a:xfrm>
                <a:off x="6874831" y="4961652"/>
                <a:ext cx="294428" cy="488879"/>
              </a:xfrm>
            </p:spPr>
          </p:sp>
        </mc:Fallback>
      </mc:AlternateContent>
      <mc:AlternateContent xmlns:mc="http://schemas.openxmlformats.org/markup-compatibility/2006" xmlns:p14="http://schemas.microsoft.com/office/powerpoint/2010/main">
        <mc:Choice Requires="p14">
          <p:contentPart p14:bwMode="auto" r:id="rId99">
            <p14:nvContentPartPr>
              <p14:cNvPr id="1053161" name="墨迹 1053160"/>
              <p14:cNvContentPartPr/>
              <p14:nvPr/>
            </p14:nvContentPartPr>
            <p14:xfrm>
              <a:off x="6847638" y="4966273"/>
              <a:ext cx="306723" cy="501009"/>
            </p14:xfrm>
          </p:contentPart>
        </mc:Choice>
        <mc:Fallback xmlns="">
          <p:sp>
            <p:nvSpPr>
              <p:cNvPr id="1053161" name=""/>
              <p:cNvSpPr/>
              <p:nvPr/>
            </p:nvSpPr>
            <p:spPr>
              <a:xfrm>
                <a:off x="6847638" y="4966273"/>
                <a:ext cx="306723" cy="501009"/>
              </a:xfrm>
            </p:spPr>
          </p:sp>
        </mc:Fallback>
      </mc:AlternateContent>
      <mc:AlternateContent xmlns:mc="http://schemas.openxmlformats.org/markup-compatibility/2006" xmlns:p14="http://schemas.microsoft.com/office/powerpoint/2010/main">
        <mc:Choice Requires="p14">
          <p:contentPart p14:bwMode="auto" r:id="rId100">
            <p14:nvContentPartPr>
              <p14:cNvPr id="1053162" name="墨迹 1053161"/>
              <p14:cNvContentPartPr/>
              <p14:nvPr/>
            </p14:nvContentPartPr>
            <p14:xfrm>
              <a:off x="6658615" y="4578031"/>
              <a:ext cx="222391" cy="54886"/>
            </p14:xfrm>
          </p:contentPart>
        </mc:Choice>
        <mc:Fallback xmlns="">
          <p:sp>
            <p:nvSpPr>
              <p:cNvPr id="1053162" name=""/>
              <p:cNvSpPr/>
              <p:nvPr/>
            </p:nvSpPr>
            <p:spPr>
              <a:xfrm>
                <a:off x="6658615" y="4578031"/>
                <a:ext cx="222391" cy="54886"/>
              </a:xfrm>
            </p:spPr>
          </p:sp>
        </mc:Fallback>
      </mc:AlternateContent>
      <mc:AlternateContent xmlns:mc="http://schemas.openxmlformats.org/markup-compatibility/2006" xmlns:p14="http://schemas.microsoft.com/office/powerpoint/2010/main">
        <mc:Choice Requires="p14">
          <p:contentPart p14:bwMode="auto" r:id="rId101">
            <p14:nvContentPartPr>
              <p14:cNvPr id="1053163" name="墨迹 1053162"/>
              <p14:cNvContentPartPr/>
              <p14:nvPr/>
            </p14:nvContentPartPr>
            <p14:xfrm>
              <a:off x="6957455" y="4411779"/>
              <a:ext cx="12795" cy="260724"/>
            </p14:xfrm>
          </p:contentPart>
        </mc:Choice>
        <mc:Fallback xmlns="">
          <p:sp>
            <p:nvSpPr>
              <p:cNvPr id="1053163" name=""/>
              <p:cNvSpPr/>
              <p:nvPr/>
            </p:nvSpPr>
            <p:spPr>
              <a:xfrm>
                <a:off x="6957455" y="4411779"/>
                <a:ext cx="12795" cy="260724"/>
              </a:xfrm>
            </p:spPr>
          </p:sp>
        </mc:Fallback>
      </mc:AlternateContent>
      <mc:AlternateContent xmlns:mc="http://schemas.openxmlformats.org/markup-compatibility/2006" xmlns:p14="http://schemas.microsoft.com/office/powerpoint/2010/main">
        <mc:Choice Requires="p14">
          <p:contentPart p14:bwMode="auto" r:id="rId102">
            <p14:nvContentPartPr>
              <p14:cNvPr id="1053164" name="墨迹 1053163"/>
              <p14:cNvContentPartPr/>
              <p14:nvPr/>
            </p14:nvContentPartPr>
            <p14:xfrm>
              <a:off x="6975193" y="4415610"/>
              <a:ext cx="141094" cy="21914"/>
            </p14:xfrm>
          </p:contentPart>
        </mc:Choice>
        <mc:Fallback xmlns="">
          <p:sp>
            <p:nvSpPr>
              <p:cNvPr id="1053164" name=""/>
              <p:cNvSpPr/>
              <p:nvPr/>
            </p:nvSpPr>
            <p:spPr>
              <a:xfrm>
                <a:off x="6975193" y="4415610"/>
                <a:ext cx="141094" cy="21914"/>
              </a:xfrm>
            </p:spPr>
          </p:sp>
        </mc:Fallback>
      </mc:AlternateContent>
      <mc:AlternateContent xmlns:mc="http://schemas.openxmlformats.org/markup-compatibility/2006" xmlns:p14="http://schemas.microsoft.com/office/powerpoint/2010/main">
        <mc:Choice Requires="p14">
          <p:contentPart p14:bwMode="auto" r:id="rId103">
            <p14:nvContentPartPr>
              <p14:cNvPr id="1053165" name="墨迹 1053164"/>
              <p14:cNvContentPartPr/>
              <p14:nvPr/>
            </p14:nvContentPartPr>
            <p14:xfrm>
              <a:off x="6958353" y="4514405"/>
              <a:ext cx="189287" cy="41278"/>
            </p14:xfrm>
          </p:contentPart>
        </mc:Choice>
        <mc:Fallback xmlns="">
          <p:sp>
            <p:nvSpPr>
              <p:cNvPr id="1053165" name=""/>
              <p:cNvSpPr/>
              <p:nvPr/>
            </p:nvSpPr>
            <p:spPr>
              <a:xfrm>
                <a:off x="6958353" y="4514405"/>
                <a:ext cx="189287" cy="41278"/>
              </a:xfrm>
            </p:spPr>
          </p:sp>
        </mc:Fallback>
      </mc:AlternateContent>
      <mc:AlternateContent xmlns:mc="http://schemas.openxmlformats.org/markup-compatibility/2006" xmlns:p14="http://schemas.microsoft.com/office/powerpoint/2010/main">
        <mc:Choice Requires="p14">
          <p:contentPart p14:bwMode="auto" r:id="rId104">
            <p14:nvContentPartPr>
              <p14:cNvPr id="1053166" name="墨迹 1053165"/>
              <p14:cNvContentPartPr/>
              <p14:nvPr/>
            </p14:nvContentPartPr>
            <p14:xfrm>
              <a:off x="6955659" y="4623179"/>
              <a:ext cx="199980" cy="30202"/>
            </p14:xfrm>
          </p:contentPart>
        </mc:Choice>
        <mc:Fallback xmlns="">
          <p:sp>
            <p:nvSpPr>
              <p:cNvPr id="1053166" name=""/>
              <p:cNvSpPr/>
              <p:nvPr/>
            </p:nvSpPr>
            <p:spPr>
              <a:xfrm>
                <a:off x="6955659" y="4623179"/>
                <a:ext cx="199980" cy="30202"/>
              </a:xfrm>
            </p:spPr>
          </p:sp>
        </mc:Fallback>
      </mc:AlternateContent>
      <mc:AlternateContent xmlns:mc="http://schemas.openxmlformats.org/markup-compatibility/2006" xmlns:p14="http://schemas.microsoft.com/office/powerpoint/2010/main">
        <mc:Choice Requires="p14">
          <p:contentPart p14:bwMode="auto" r:id="rId105">
            <p14:nvContentPartPr>
              <p14:cNvPr id="1053167" name="墨迹 1053166"/>
              <p14:cNvContentPartPr/>
              <p14:nvPr/>
            </p14:nvContentPartPr>
            <p14:xfrm>
              <a:off x="7148527" y="4281738"/>
              <a:ext cx="109774" cy="499739"/>
            </p14:xfrm>
          </p:contentPart>
        </mc:Choice>
        <mc:Fallback xmlns="">
          <p:sp>
            <p:nvSpPr>
              <p:cNvPr id="1053167" name=""/>
              <p:cNvSpPr/>
              <p:nvPr/>
            </p:nvSpPr>
            <p:spPr>
              <a:xfrm>
                <a:off x="7148527" y="4281738"/>
                <a:ext cx="109774" cy="499739"/>
              </a:xfrm>
            </p:spPr>
          </p:sp>
        </mc:Fallback>
      </mc:AlternateContent>
      <mc:AlternateContent xmlns:mc="http://schemas.openxmlformats.org/markup-compatibility/2006" xmlns:p14="http://schemas.microsoft.com/office/powerpoint/2010/main">
        <mc:Choice Requires="p14">
          <p:contentPart p14:bwMode="auto" r:id="rId106">
            <p14:nvContentPartPr>
              <p14:cNvPr id="1053168" name="墨迹 1053167"/>
              <p14:cNvContentPartPr/>
              <p14:nvPr/>
            </p14:nvContentPartPr>
            <p14:xfrm>
              <a:off x="6595306" y="4287019"/>
              <a:ext cx="146547" cy="534825"/>
            </p14:xfrm>
          </p:contentPart>
        </mc:Choice>
        <mc:Fallback xmlns="">
          <p:sp>
            <p:nvSpPr>
              <p:cNvPr id="1053168" name=""/>
              <p:cNvSpPr/>
              <p:nvPr/>
            </p:nvSpPr>
            <p:spPr>
              <a:xfrm>
                <a:off x="6595306" y="4287019"/>
                <a:ext cx="146547" cy="534825"/>
              </a:xfrm>
            </p:spPr>
          </p:sp>
        </mc:Fallback>
      </mc:AlternateContent>
      <mc:AlternateContent xmlns:mc="http://schemas.openxmlformats.org/markup-compatibility/2006" xmlns:p14="http://schemas.microsoft.com/office/powerpoint/2010/main">
        <mc:Choice Requires="p14">
          <p:contentPart p14:bwMode="auto" r:id="rId107">
            <p14:nvContentPartPr>
              <p14:cNvPr id="1053169" name="墨迹 1053168"/>
              <p14:cNvContentPartPr/>
              <p14:nvPr/>
            </p14:nvContentPartPr>
            <p14:xfrm>
              <a:off x="3418071" y="1235077"/>
              <a:ext cx="209165" cy="22032"/>
            </p14:xfrm>
          </p:contentPart>
        </mc:Choice>
        <mc:Fallback xmlns="">
          <p:sp>
            <p:nvSpPr>
              <p:cNvPr id="1053169" name=""/>
              <p:cNvSpPr/>
              <p:nvPr/>
            </p:nvSpPr>
            <p:spPr>
              <a:xfrm>
                <a:off x="3418071" y="1235077"/>
                <a:ext cx="209165" cy="22032"/>
              </a:xfrm>
            </p:spPr>
          </p:sp>
        </mc:Fallback>
      </mc:AlternateContent>
      <mc:AlternateContent xmlns:mc="http://schemas.openxmlformats.org/markup-compatibility/2006" xmlns:p14="http://schemas.microsoft.com/office/powerpoint/2010/main">
        <mc:Choice Requires="p14">
          <p:contentPart p14:bwMode="auto" r:id="rId108">
            <p14:nvContentPartPr>
              <p14:cNvPr id="1053170" name="墨迹 1053169"/>
              <p14:cNvContentPartPr/>
              <p14:nvPr/>
            </p14:nvContentPartPr>
            <p14:xfrm>
              <a:off x="3451329" y="1114526"/>
              <a:ext cx="86693" cy="499317"/>
            </p14:xfrm>
          </p:contentPart>
        </mc:Choice>
        <mc:Fallback xmlns="">
          <p:sp>
            <p:nvSpPr>
              <p:cNvPr id="1053170" name=""/>
              <p:cNvSpPr/>
              <p:nvPr/>
            </p:nvSpPr>
            <p:spPr>
              <a:xfrm>
                <a:off x="3451329" y="1114526"/>
                <a:ext cx="86693" cy="499317"/>
              </a:xfrm>
            </p:spPr>
          </p:sp>
        </mc:Fallback>
      </mc:AlternateContent>
      <mc:AlternateContent xmlns:mc="http://schemas.openxmlformats.org/markup-compatibility/2006" xmlns:p14="http://schemas.microsoft.com/office/powerpoint/2010/main">
        <mc:Choice Requires="p14">
          <p:contentPart p14:bwMode="auto" r:id="rId109">
            <p14:nvContentPartPr>
              <p14:cNvPr id="1053171" name="墨迹 1053170"/>
              <p14:cNvContentPartPr/>
              <p14:nvPr/>
            </p14:nvContentPartPr>
            <p14:xfrm>
              <a:off x="3381069" y="1121216"/>
              <a:ext cx="330628" cy="395195"/>
            </p14:xfrm>
          </p:contentPart>
        </mc:Choice>
        <mc:Fallback xmlns="">
          <p:sp>
            <p:nvSpPr>
              <p:cNvPr id="1053171" name=""/>
              <p:cNvSpPr/>
              <p:nvPr/>
            </p:nvSpPr>
            <p:spPr>
              <a:xfrm>
                <a:off x="3381069" y="1121216"/>
                <a:ext cx="330628" cy="395195"/>
              </a:xfrm>
            </p:spPr>
          </p:sp>
        </mc:Fallback>
      </mc:AlternateContent>
      <mc:AlternateContent xmlns:mc="http://schemas.openxmlformats.org/markup-compatibility/2006" xmlns:p14="http://schemas.microsoft.com/office/powerpoint/2010/main">
        <mc:Choice Requires="p14">
          <p:contentPart p14:bwMode="auto" r:id="rId110">
            <p14:nvContentPartPr>
              <p14:cNvPr id="1053172" name="墨迹 1053171"/>
              <p14:cNvContentPartPr/>
              <p14:nvPr/>
            </p14:nvContentPartPr>
            <p14:xfrm>
              <a:off x="3796876" y="1114526"/>
              <a:ext cx="211915" cy="431577"/>
            </p14:xfrm>
          </p:contentPart>
        </mc:Choice>
        <mc:Fallback xmlns="">
          <p:sp>
            <p:nvSpPr>
              <p:cNvPr id="1053172" name=""/>
              <p:cNvSpPr/>
              <p:nvPr/>
            </p:nvSpPr>
            <p:spPr>
              <a:xfrm>
                <a:off x="3796876" y="1114526"/>
                <a:ext cx="211915" cy="431577"/>
              </a:xfrm>
            </p:spPr>
          </p:sp>
        </mc:Fallback>
      </mc:AlternateContent>
      <mc:AlternateContent xmlns:mc="http://schemas.openxmlformats.org/markup-compatibility/2006" xmlns:p14="http://schemas.microsoft.com/office/powerpoint/2010/main">
        <mc:Choice Requires="p14">
          <p:contentPart p14:bwMode="auto" r:id="rId111">
            <p14:nvContentPartPr>
              <p14:cNvPr id="1053173" name="墨迹 1053172"/>
              <p14:cNvContentPartPr/>
              <p14:nvPr/>
            </p14:nvContentPartPr>
            <p14:xfrm>
              <a:off x="3870036" y="1229877"/>
              <a:ext cx="125544" cy="301799"/>
            </p14:xfrm>
          </p:contentPart>
        </mc:Choice>
        <mc:Fallback xmlns="">
          <p:sp>
            <p:nvSpPr>
              <p:cNvPr id="1053173" name=""/>
              <p:cNvSpPr/>
              <p:nvPr/>
            </p:nvSpPr>
            <p:spPr>
              <a:xfrm>
                <a:off x="3870036" y="1229877"/>
                <a:ext cx="125544" cy="301799"/>
              </a:xfrm>
            </p:spPr>
          </p:sp>
        </mc:Fallback>
      </mc:AlternateContent>
      <mc:AlternateContent xmlns:mc="http://schemas.openxmlformats.org/markup-compatibility/2006" xmlns:p14="http://schemas.microsoft.com/office/powerpoint/2010/main">
        <mc:Choice Requires="p14">
          <p:contentPart p14:bwMode="auto" r:id="rId112">
            <p14:nvContentPartPr>
              <p14:cNvPr id="1053174" name="墨迹 1053173"/>
              <p14:cNvContentPartPr/>
              <p14:nvPr/>
            </p14:nvContentPartPr>
            <p14:xfrm>
              <a:off x="3866315" y="1358841"/>
              <a:ext cx="84659" cy="108471"/>
            </p14:xfrm>
          </p:contentPart>
        </mc:Choice>
        <mc:Fallback xmlns="">
          <p:sp>
            <p:nvSpPr>
              <p:cNvPr id="1053174" name=""/>
              <p:cNvSpPr/>
              <p:nvPr/>
            </p:nvSpPr>
            <p:spPr>
              <a:xfrm>
                <a:off x="3866315" y="1358841"/>
                <a:ext cx="84659" cy="108471"/>
              </a:xfrm>
            </p:spPr>
          </p:sp>
        </mc:Fallback>
      </mc:AlternateContent>
      <mc:AlternateContent xmlns:mc="http://schemas.openxmlformats.org/markup-compatibility/2006" xmlns:p14="http://schemas.microsoft.com/office/powerpoint/2010/main">
        <mc:Choice Requires="p14">
          <p:contentPart p14:bwMode="auto" r:id="rId113">
            <p14:nvContentPartPr>
              <p14:cNvPr id="1053175" name="墨迹 1053174"/>
              <p14:cNvContentPartPr/>
              <p14:nvPr/>
            </p14:nvContentPartPr>
            <p14:xfrm>
              <a:off x="3985292" y="1136310"/>
              <a:ext cx="168612" cy="405372"/>
            </p14:xfrm>
          </p:contentPart>
        </mc:Choice>
        <mc:Fallback xmlns="">
          <p:sp>
            <p:nvSpPr>
              <p:cNvPr id="1053175" name=""/>
              <p:cNvSpPr/>
              <p:nvPr/>
            </p:nvSpPr>
            <p:spPr>
              <a:xfrm>
                <a:off x="3985292" y="1136310"/>
                <a:ext cx="168612" cy="405372"/>
              </a:xfrm>
            </p:spPr>
          </p:sp>
        </mc:Fallback>
      </mc:AlternateContent>
      <mc:AlternateContent xmlns:mc="http://schemas.openxmlformats.org/markup-compatibility/2006" xmlns:p14="http://schemas.microsoft.com/office/powerpoint/2010/main">
        <mc:Choice Requires="p14">
          <p:contentPart p14:bwMode="auto" r:id="rId114">
            <p14:nvContentPartPr>
              <p14:cNvPr id="1053176" name="墨迹 1053175"/>
              <p14:cNvContentPartPr/>
              <p14:nvPr/>
            </p14:nvContentPartPr>
            <p14:xfrm>
              <a:off x="4357701" y="1136970"/>
              <a:ext cx="17944" cy="170666"/>
            </p14:xfrm>
          </p:contentPart>
        </mc:Choice>
        <mc:Fallback xmlns="">
          <p:sp>
            <p:nvSpPr>
              <p:cNvPr id="1053176" name=""/>
              <p:cNvSpPr/>
              <p:nvPr/>
            </p:nvSpPr>
            <p:spPr>
              <a:xfrm>
                <a:off x="4357701" y="1136970"/>
                <a:ext cx="17944" cy="170666"/>
              </a:xfrm>
            </p:spPr>
          </p:sp>
        </mc:Fallback>
      </mc:AlternateContent>
      <mc:AlternateContent xmlns:mc="http://schemas.openxmlformats.org/markup-compatibility/2006" xmlns:p14="http://schemas.microsoft.com/office/powerpoint/2010/main">
        <mc:Choice Requires="p14">
          <p:contentPart p14:bwMode="auto" r:id="rId115">
            <p14:nvContentPartPr>
              <p14:cNvPr id="1053177" name="墨迹 1053176"/>
              <p14:cNvContentPartPr/>
              <p14:nvPr/>
            </p14:nvContentPartPr>
            <p14:xfrm>
              <a:off x="4352312" y="1079419"/>
              <a:ext cx="152700" cy="178923"/>
            </p14:xfrm>
          </p:contentPart>
        </mc:Choice>
        <mc:Fallback xmlns="">
          <p:sp>
            <p:nvSpPr>
              <p:cNvPr id="1053177" name=""/>
              <p:cNvSpPr/>
              <p:nvPr/>
            </p:nvSpPr>
            <p:spPr>
              <a:xfrm>
                <a:off x="4352312" y="1079419"/>
                <a:ext cx="152700" cy="178923"/>
              </a:xfrm>
            </p:spPr>
          </p:sp>
        </mc:Fallback>
      </mc:AlternateContent>
      <mc:AlternateContent xmlns:mc="http://schemas.openxmlformats.org/markup-compatibility/2006" xmlns:p14="http://schemas.microsoft.com/office/powerpoint/2010/main">
        <mc:Choice Requires="p14">
          <p:contentPart p14:bwMode="auto" r:id="rId116">
            <p14:nvContentPartPr>
              <p14:cNvPr id="1053178" name="墨迹 1053177"/>
              <p14:cNvContentPartPr/>
              <p14:nvPr/>
            </p14:nvContentPartPr>
            <p14:xfrm>
              <a:off x="4285150" y="1153980"/>
              <a:ext cx="263083" cy="139028"/>
            </p14:xfrm>
          </p:contentPart>
        </mc:Choice>
        <mc:Fallback xmlns="">
          <p:sp>
            <p:nvSpPr>
              <p:cNvPr id="1053178" name=""/>
              <p:cNvSpPr/>
              <p:nvPr/>
            </p:nvSpPr>
            <p:spPr>
              <a:xfrm>
                <a:off x="4285150" y="1153980"/>
                <a:ext cx="263083" cy="139028"/>
              </a:xfrm>
            </p:spPr>
          </p:sp>
        </mc:Fallback>
      </mc:AlternateContent>
      <mc:AlternateContent xmlns:mc="http://schemas.openxmlformats.org/markup-compatibility/2006" xmlns:p14="http://schemas.microsoft.com/office/powerpoint/2010/main">
        <mc:Choice Requires="p14">
          <p:contentPart p14:bwMode="auto" r:id="rId117">
            <p14:nvContentPartPr>
              <p14:cNvPr id="1053179" name="墨迹 1053178"/>
              <p14:cNvContentPartPr/>
              <p14:nvPr/>
            </p14:nvContentPartPr>
            <p14:xfrm>
              <a:off x="4220901" y="1259751"/>
              <a:ext cx="475443" cy="236449"/>
            </p14:xfrm>
          </p:contentPart>
        </mc:Choice>
        <mc:Fallback xmlns="">
          <p:sp>
            <p:nvSpPr>
              <p:cNvPr id="1053179" name=""/>
              <p:cNvSpPr/>
              <p:nvPr/>
            </p:nvSpPr>
            <p:spPr>
              <a:xfrm>
                <a:off x="4220901" y="1259751"/>
                <a:ext cx="475443" cy="236449"/>
              </a:xfrm>
            </p:spPr>
          </p:sp>
        </mc:Fallback>
      </mc:AlternateContent>
      <mc:AlternateContent xmlns:mc="http://schemas.openxmlformats.org/markup-compatibility/2006" xmlns:p14="http://schemas.microsoft.com/office/powerpoint/2010/main">
        <mc:Choice Requires="p14">
          <p:contentPart p14:bwMode="auto" r:id="rId118">
            <p14:nvContentPartPr>
              <p14:cNvPr id="1053180" name="墨迹 1053179"/>
              <p14:cNvContentPartPr/>
              <p14:nvPr/>
            </p14:nvContentPartPr>
            <p14:xfrm>
              <a:off x="4905198" y="1182441"/>
              <a:ext cx="220372" cy="275709"/>
            </p14:xfrm>
          </p:contentPart>
        </mc:Choice>
        <mc:Fallback xmlns="">
          <p:sp>
            <p:nvSpPr>
              <p:cNvPr id="1053180" name=""/>
              <p:cNvSpPr/>
              <p:nvPr/>
            </p:nvSpPr>
            <p:spPr>
              <a:xfrm>
                <a:off x="4905198" y="1182441"/>
                <a:ext cx="220372" cy="275709"/>
              </a:xfrm>
            </p:spPr>
          </p:sp>
        </mc:Fallback>
      </mc:AlternateContent>
      <mc:AlternateContent xmlns:mc="http://schemas.openxmlformats.org/markup-compatibility/2006" xmlns:p14="http://schemas.microsoft.com/office/powerpoint/2010/main">
        <mc:Choice Requires="p14">
          <p:contentPart p14:bwMode="auto" r:id="rId119">
            <p14:nvContentPartPr>
              <p14:cNvPr id="1053181" name="墨迹 1053180"/>
              <p14:cNvContentPartPr/>
              <p14:nvPr/>
            </p14:nvContentPartPr>
            <p14:xfrm>
              <a:off x="5234015" y="1340284"/>
              <a:ext cx="49433" cy="59489"/>
            </p14:xfrm>
          </p:contentPart>
        </mc:Choice>
        <mc:Fallback xmlns="">
          <p:sp>
            <p:nvSpPr>
              <p:cNvPr id="1053181" name=""/>
              <p:cNvSpPr/>
              <p:nvPr/>
            </p:nvSpPr>
            <p:spPr>
              <a:xfrm>
                <a:off x="5234015" y="1340284"/>
                <a:ext cx="49433" cy="59489"/>
              </a:xfrm>
            </p:spPr>
          </p:sp>
        </mc:Fallback>
      </mc:AlternateContent>
      <mc:AlternateContent xmlns:mc="http://schemas.openxmlformats.org/markup-compatibility/2006" xmlns:p14="http://schemas.microsoft.com/office/powerpoint/2010/main">
        <mc:Choice Requires="p14">
          <p:contentPart p14:bwMode="auto" r:id="rId120">
            <p14:nvContentPartPr>
              <p14:cNvPr id="1053182" name="墨迹 1053181"/>
              <p14:cNvContentPartPr/>
              <p14:nvPr/>
            </p14:nvContentPartPr>
            <p14:xfrm>
              <a:off x="5257200" y="1309919"/>
              <a:ext cx="54631" cy="73581"/>
            </p14:xfrm>
          </p:contentPart>
        </mc:Choice>
        <mc:Fallback xmlns="">
          <p:sp>
            <p:nvSpPr>
              <p:cNvPr id="1053182" name=""/>
              <p:cNvSpPr/>
              <p:nvPr/>
            </p:nvSpPr>
            <p:spPr>
              <a:xfrm>
                <a:off x="5257200" y="1309919"/>
                <a:ext cx="54631" cy="73581"/>
              </a:xfrm>
            </p:spPr>
          </p:sp>
        </mc:Fallback>
      </mc:AlternateContent>
      <mc:AlternateContent xmlns:mc="http://schemas.openxmlformats.org/markup-compatibility/2006" xmlns:p14="http://schemas.microsoft.com/office/powerpoint/2010/main">
        <mc:Choice Requires="p14">
          <p:contentPart p14:bwMode="auto" r:id="rId121">
            <p14:nvContentPartPr>
              <p14:cNvPr id="1053183" name="墨迹 1053182"/>
              <p14:cNvContentPartPr/>
              <p14:nvPr/>
            </p14:nvContentPartPr>
            <p14:xfrm>
              <a:off x="5232730" y="1326570"/>
              <a:ext cx="89698" cy="37380"/>
            </p14:xfrm>
          </p:contentPart>
        </mc:Choice>
        <mc:Fallback xmlns="">
          <p:sp>
            <p:nvSpPr>
              <p:cNvPr id="1053183" name=""/>
              <p:cNvSpPr/>
              <p:nvPr/>
            </p:nvSpPr>
            <p:spPr>
              <a:xfrm>
                <a:off x="5232730" y="1326570"/>
                <a:ext cx="89698" cy="37380"/>
              </a:xfrm>
            </p:spPr>
          </p:sp>
        </mc:Fallback>
      </mc:AlternateContent>
      <mc:AlternateContent xmlns:mc="http://schemas.openxmlformats.org/markup-compatibility/2006" xmlns:p14="http://schemas.microsoft.com/office/powerpoint/2010/main">
        <mc:Choice Requires="p14">
          <p:contentPart p14:bwMode="auto" r:id="rId122">
            <p14:nvContentPartPr>
              <p14:cNvPr id="1053184" name="墨迹 1053183"/>
              <p14:cNvContentPartPr/>
              <p14:nvPr/>
            </p14:nvContentPartPr>
            <p14:xfrm>
              <a:off x="5285873" y="1299357"/>
              <a:ext cx="52096" cy="49996"/>
            </p14:xfrm>
          </p:contentPart>
        </mc:Choice>
        <mc:Fallback xmlns="">
          <p:sp>
            <p:nvSpPr>
              <p:cNvPr id="1053184" name=""/>
              <p:cNvSpPr/>
              <p:nvPr/>
            </p:nvSpPr>
            <p:spPr>
              <a:xfrm>
                <a:off x="5285873" y="1299357"/>
                <a:ext cx="52096" cy="49996"/>
              </a:xfrm>
            </p:spPr>
          </p:sp>
        </mc:Fallback>
      </mc:AlternateContent>
      <mc:AlternateContent xmlns:mc="http://schemas.openxmlformats.org/markup-compatibility/2006" xmlns:p14="http://schemas.microsoft.com/office/powerpoint/2010/main">
        <mc:Choice Requires="p14">
          <p:contentPart p14:bwMode="auto" r:id="rId123">
            <p14:nvContentPartPr>
              <p14:cNvPr id="1053185" name="墨迹 1053184"/>
              <p14:cNvContentPartPr/>
              <p14:nvPr/>
            </p14:nvContentPartPr>
            <p14:xfrm>
              <a:off x="5508117" y="1154793"/>
              <a:ext cx="119936" cy="347977"/>
            </p14:xfrm>
          </p:contentPart>
        </mc:Choice>
        <mc:Fallback xmlns="">
          <p:sp>
            <p:nvSpPr>
              <p:cNvPr id="1053185" name=""/>
              <p:cNvSpPr/>
              <p:nvPr/>
            </p:nvSpPr>
            <p:spPr>
              <a:xfrm>
                <a:off x="5508117" y="1154793"/>
                <a:ext cx="119936" cy="347977"/>
              </a:xfrm>
            </p:spPr>
          </p:sp>
        </mc:Fallback>
      </mc:AlternateContent>
      <mc:AlternateContent xmlns:mc="http://schemas.openxmlformats.org/markup-compatibility/2006" xmlns:p14="http://schemas.microsoft.com/office/powerpoint/2010/main">
        <mc:Choice Requires="p14">
          <p:contentPart p14:bwMode="auto" r:id="rId124">
            <p14:nvContentPartPr>
              <p14:cNvPr id="1053186" name="墨迹 1053185"/>
              <p14:cNvContentPartPr/>
              <p14:nvPr/>
            </p14:nvContentPartPr>
            <p14:xfrm>
              <a:off x="5638830" y="1312560"/>
              <a:ext cx="185905" cy="30364"/>
            </p14:xfrm>
          </p:contentPart>
        </mc:Choice>
        <mc:Fallback xmlns="">
          <p:sp>
            <p:nvSpPr>
              <p:cNvPr id="1053186" name=""/>
              <p:cNvSpPr/>
              <p:nvPr/>
            </p:nvSpPr>
            <p:spPr>
              <a:xfrm>
                <a:off x="5638830" y="1312560"/>
                <a:ext cx="185905" cy="30364"/>
              </a:xfrm>
            </p:spPr>
          </p:sp>
        </mc:Fallback>
      </mc:AlternateContent>
      <mc:AlternateContent xmlns:mc="http://schemas.openxmlformats.org/markup-compatibility/2006" xmlns:p14="http://schemas.microsoft.com/office/powerpoint/2010/main">
        <mc:Choice Requires="p14">
          <p:contentPart p14:bwMode="auto" r:id="rId125">
            <p14:nvContentPartPr>
              <p14:cNvPr id="1053187" name="墨迹 1053186"/>
              <p14:cNvContentPartPr/>
              <p14:nvPr/>
            </p14:nvContentPartPr>
            <p14:xfrm>
              <a:off x="5889541" y="1185158"/>
              <a:ext cx="22007" cy="266482"/>
            </p14:xfrm>
          </p:contentPart>
        </mc:Choice>
        <mc:Fallback xmlns="">
          <p:sp>
            <p:nvSpPr>
              <p:cNvPr id="1053187" name=""/>
              <p:cNvSpPr/>
              <p:nvPr/>
            </p:nvSpPr>
            <p:spPr>
              <a:xfrm>
                <a:off x="5889541" y="1185158"/>
                <a:ext cx="22007" cy="266482"/>
              </a:xfrm>
            </p:spPr>
          </p:sp>
        </mc:Fallback>
      </mc:AlternateContent>
      <mc:AlternateContent xmlns:mc="http://schemas.openxmlformats.org/markup-compatibility/2006" xmlns:p14="http://schemas.microsoft.com/office/powerpoint/2010/main">
        <mc:Choice Requires="p14">
          <p:contentPart p14:bwMode="auto" r:id="rId126">
            <p14:nvContentPartPr>
              <p14:cNvPr id="1053188" name="墨迹 1053187"/>
              <p14:cNvContentPartPr/>
              <p14:nvPr/>
            </p14:nvContentPartPr>
            <p14:xfrm>
              <a:off x="5896134" y="1220105"/>
              <a:ext cx="208721" cy="41626"/>
            </p14:xfrm>
          </p:contentPart>
        </mc:Choice>
        <mc:Fallback xmlns="">
          <p:sp>
            <p:nvSpPr>
              <p:cNvPr id="1053188" name=""/>
              <p:cNvSpPr/>
              <p:nvPr/>
            </p:nvSpPr>
            <p:spPr>
              <a:xfrm>
                <a:off x="5896134" y="1220105"/>
                <a:ext cx="208721" cy="41626"/>
              </a:xfrm>
            </p:spPr>
          </p:sp>
        </mc:Fallback>
      </mc:AlternateContent>
      <mc:AlternateContent xmlns:mc="http://schemas.openxmlformats.org/markup-compatibility/2006" xmlns:p14="http://schemas.microsoft.com/office/powerpoint/2010/main">
        <mc:Choice Requires="p14">
          <p:contentPart p14:bwMode="auto" r:id="rId127">
            <p14:nvContentPartPr>
              <p14:cNvPr id="1053189" name="墨迹 1053188"/>
              <p14:cNvContentPartPr/>
              <p14:nvPr/>
            </p14:nvContentPartPr>
            <p14:xfrm>
              <a:off x="5880642" y="1325555"/>
              <a:ext cx="207297" cy="51285"/>
            </p14:xfrm>
          </p:contentPart>
        </mc:Choice>
        <mc:Fallback xmlns="">
          <p:sp>
            <p:nvSpPr>
              <p:cNvPr id="1053189" name=""/>
              <p:cNvSpPr/>
              <p:nvPr/>
            </p:nvSpPr>
            <p:spPr>
              <a:xfrm>
                <a:off x="5880642" y="1325555"/>
                <a:ext cx="207297" cy="51285"/>
              </a:xfrm>
            </p:spPr>
          </p:sp>
        </mc:Fallback>
      </mc:AlternateContent>
      <mc:AlternateContent xmlns:mc="http://schemas.openxmlformats.org/markup-compatibility/2006" xmlns:p14="http://schemas.microsoft.com/office/powerpoint/2010/main">
        <mc:Choice Requires="p14">
          <p:contentPart p14:bwMode="auto" r:id="rId128">
            <p14:nvContentPartPr>
              <p14:cNvPr id="1053190" name="墨迹 1053189"/>
              <p14:cNvContentPartPr/>
              <p14:nvPr/>
            </p14:nvContentPartPr>
            <p14:xfrm>
              <a:off x="5878620" y="1434973"/>
              <a:ext cx="219366" cy="25618"/>
            </p14:xfrm>
          </p:contentPart>
        </mc:Choice>
        <mc:Fallback xmlns="">
          <p:sp>
            <p:nvSpPr>
              <p:cNvPr id="1053190" name=""/>
              <p:cNvSpPr/>
              <p:nvPr/>
            </p:nvSpPr>
            <p:spPr>
              <a:xfrm>
                <a:off x="5878620" y="1434973"/>
                <a:ext cx="219366" cy="25618"/>
              </a:xfrm>
            </p:spPr>
          </p:sp>
        </mc:Fallback>
      </mc:AlternateContent>
      <mc:AlternateContent xmlns:mc="http://schemas.openxmlformats.org/markup-compatibility/2006" xmlns:p14="http://schemas.microsoft.com/office/powerpoint/2010/main">
        <mc:Choice Requires="p14">
          <p:contentPart p14:bwMode="auto" r:id="rId129">
            <p14:nvContentPartPr>
              <p14:cNvPr id="1053191" name="墨迹 1053190"/>
              <p14:cNvContentPartPr/>
              <p14:nvPr/>
            </p14:nvContentPartPr>
            <p14:xfrm>
              <a:off x="6055279" y="1092082"/>
              <a:ext cx="182960" cy="635056"/>
            </p14:xfrm>
          </p:contentPart>
        </mc:Choice>
        <mc:Fallback xmlns="">
          <p:sp>
            <p:nvSpPr>
              <p:cNvPr id="1053191" name=""/>
              <p:cNvSpPr/>
              <p:nvPr/>
            </p:nvSpPr>
            <p:spPr>
              <a:xfrm>
                <a:off x="6055279" y="1092082"/>
                <a:ext cx="182960" cy="635056"/>
              </a:xfrm>
            </p:spPr>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84" name="Text Box 5"/>
          <p:cNvSpPr txBox="1">
            <a:spLocks noChangeArrowheads="1"/>
          </p:cNvSpPr>
          <p:nvPr/>
        </p:nvSpPr>
        <p:spPr bwMode="auto">
          <a:xfrm>
            <a:off x="1992313" y="1658938"/>
            <a:ext cx="5987688" cy="1249680"/>
          </a:xfrm>
          <a:prstGeom prst="rect">
            <a:avLst/>
          </a:prstGeom>
          <a:noFill/>
          <a:ln>
            <a:noFill/>
          </a:ln>
          <a:effectLst/>
        </p:spPr>
        <p:txBody>
          <a:bodyPr>
            <a:spAutoFit/>
          </a:bodyPr>
          <a:lstStyle/>
          <a:p>
            <a:pPr>
              <a:spcAft>
                <a:spcPct val="50000"/>
              </a:spcAft>
            </a:pPr>
            <a:r>
              <a:rPr lang="zh-CN" altLang="en-US" sz="2000" dirty="0">
                <a:solidFill>
                  <a:schemeClr val="bg1">
                    <a:lumMod val="50000"/>
                  </a:schemeClr>
                </a:solidFill>
                <a:latin typeface="黑体" panose="02010609060101010101" pitchFamily="49" charset="-122"/>
                <a:ea typeface="黑体" panose="02010609060101010101" pitchFamily="49" charset="-122"/>
              </a:rPr>
              <a:t>开、闭运算的滤波性质：</a:t>
            </a:r>
          </a:p>
          <a:p>
            <a:pPr marL="342900" indent="-342900">
              <a:buFont typeface="Arial" panose="020B0604020202020204" pitchFamily="34" charset="0"/>
              <a:buChar char="•"/>
            </a:pPr>
            <a:r>
              <a:rPr lang="zh-CN" altLang="en-US" sz="2000" dirty="0">
                <a:solidFill>
                  <a:schemeClr val="bg1">
                    <a:lumMod val="50000"/>
                  </a:schemeClr>
                </a:solidFill>
                <a:latin typeface="黑体" panose="02010609060101010101" pitchFamily="49" charset="-122"/>
                <a:ea typeface="黑体" panose="02010609060101010101" pitchFamily="49" charset="-122"/>
              </a:rPr>
              <a:t>开运算可以滤掉背景（并）噪声</a:t>
            </a:r>
            <a:r>
              <a:rPr lang="en-US" altLang="zh-CN" sz="2000" dirty="0">
                <a:solidFill>
                  <a:schemeClr val="bg1">
                    <a:lumMod val="50000"/>
                  </a:schemeClr>
                </a:solidFill>
                <a:latin typeface="黑体" panose="02010609060101010101" pitchFamily="49" charset="-122"/>
                <a:ea typeface="黑体" panose="02010609060101010101" pitchFamily="49" charset="-122"/>
              </a:rPr>
              <a:t>——</a:t>
            </a:r>
            <a:r>
              <a:rPr lang="zh-CN" altLang="en-US" sz="2000" dirty="0">
                <a:solidFill>
                  <a:schemeClr val="bg1">
                    <a:lumMod val="50000"/>
                  </a:schemeClr>
                </a:solidFill>
                <a:latin typeface="黑体" panose="02010609060101010101" pitchFamily="49" charset="-122"/>
                <a:ea typeface="黑体" panose="02010609060101010101" pitchFamily="49" charset="-122"/>
              </a:rPr>
              <a:t>胡椒状噪声</a:t>
            </a:r>
          </a:p>
          <a:p>
            <a:pPr marL="342900" indent="-342900" eaLnBrk="1" hangingPunct="1">
              <a:lnSpc>
                <a:spcPct val="130000"/>
              </a:lnSpc>
              <a:buFont typeface="Arial" panose="020B0604020202020204" pitchFamily="34" charset="0"/>
              <a:buChar char="•"/>
            </a:pPr>
            <a:r>
              <a:rPr lang="zh-CN" altLang="en-US" sz="2000" dirty="0">
                <a:solidFill>
                  <a:schemeClr val="bg1">
                    <a:lumMod val="50000"/>
                  </a:schemeClr>
                </a:solidFill>
                <a:latin typeface="黑体" panose="02010609060101010101" pitchFamily="49" charset="-122"/>
                <a:ea typeface="黑体" panose="02010609060101010101" pitchFamily="49" charset="-122"/>
              </a:rPr>
              <a:t>闭运算可以滤掉前景（差）噪声</a:t>
            </a:r>
            <a:r>
              <a:rPr lang="en-US" altLang="zh-CN" sz="2000" dirty="0">
                <a:solidFill>
                  <a:schemeClr val="bg1">
                    <a:lumMod val="50000"/>
                  </a:schemeClr>
                </a:solidFill>
                <a:latin typeface="黑体" panose="02010609060101010101" pitchFamily="49" charset="-122"/>
                <a:ea typeface="黑体" panose="02010609060101010101" pitchFamily="49" charset="-122"/>
              </a:rPr>
              <a:t>——</a:t>
            </a:r>
            <a:r>
              <a:rPr lang="zh-CN" altLang="en-US" sz="2000" dirty="0">
                <a:solidFill>
                  <a:schemeClr val="bg1">
                    <a:lumMod val="50000"/>
                  </a:schemeClr>
                </a:solidFill>
                <a:latin typeface="黑体" panose="02010609060101010101" pitchFamily="49" charset="-122"/>
                <a:ea typeface="黑体" panose="02010609060101010101" pitchFamily="49" charset="-122"/>
              </a:rPr>
              <a:t>沙眼噪声</a:t>
            </a:r>
          </a:p>
        </p:txBody>
      </p:sp>
      <p:sp>
        <p:nvSpPr>
          <p:cNvPr id="1049385"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zh-CN" altLang="en-US" sz="2000" b="1" dirty="0">
                <a:solidFill>
                  <a:schemeClr val="bg1">
                    <a:lumMod val="50000"/>
                  </a:schemeClr>
                </a:solidFill>
                <a:latin typeface="黑体" panose="02010609060101010101" pitchFamily="49" charset="-122"/>
                <a:ea typeface="黑体" panose="02010609060101010101" pitchFamily="49" charset="-122"/>
              </a:rPr>
              <a:t>开、闭运算</a:t>
            </a:r>
            <a:endParaRPr lang="zh-CN" altLang="en-US" sz="2000" b="1" dirty="0">
              <a:solidFill>
                <a:schemeClr val="bg1">
                  <a:lumMod val="50000"/>
                </a:schemeClr>
              </a:solidFill>
              <a:latin typeface="宋体" panose="02010600030101010101" pitchFamily="2" charset="-122"/>
            </a:endParaRPr>
          </a:p>
        </p:txBody>
      </p:sp>
      <p:sp>
        <p:nvSpPr>
          <p:cNvPr id="1049386" name="TextBox 27"/>
          <p:cNvSpPr txBox="1"/>
          <p:nvPr/>
        </p:nvSpPr>
        <p:spPr>
          <a:xfrm>
            <a:off x="1012825" y="177800"/>
            <a:ext cx="46151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二、 数学形态学基本算法</a:t>
            </a:r>
          </a:p>
        </p:txBody>
      </p:sp>
      <p:sp>
        <p:nvSpPr>
          <p:cNvPr id="1049387"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88" name="Text Box 4"/>
          <p:cNvSpPr txBox="1">
            <a:spLocks noChangeArrowheads="1"/>
          </p:cNvSpPr>
          <p:nvPr/>
        </p:nvSpPr>
        <p:spPr bwMode="auto">
          <a:xfrm>
            <a:off x="1722438" y="1662113"/>
            <a:ext cx="9074150" cy="1005840"/>
          </a:xfrm>
          <a:prstGeom prst="rect">
            <a:avLst/>
          </a:prstGeom>
          <a:noFill/>
          <a:ln>
            <a:noFill/>
          </a:ln>
          <a:effectLst/>
        </p:spPr>
        <p:txBody>
          <a:bodyPr>
            <a:spAutoFit/>
          </a:bodyPr>
          <a:lstStyle/>
          <a:p>
            <a:pPr>
              <a:lnSpc>
                <a:spcPct val="150000"/>
              </a:lnSpc>
              <a:spcAft>
                <a:spcPct val="50000"/>
              </a:spcAft>
            </a:pPr>
            <a:r>
              <a:rPr lang="zh-CN" altLang="en-US" sz="2000" dirty="0">
                <a:solidFill>
                  <a:schemeClr val="bg1">
                    <a:lumMod val="50000"/>
                  </a:schemeClr>
                </a:solidFill>
                <a:latin typeface="黑体" panose="02010609060101010101" pitchFamily="49" charset="-122"/>
                <a:ea typeface="黑体" panose="02010609060101010101" pitchFamily="49" charset="-122"/>
              </a:rPr>
              <a:t>定义：击中击不中变换需要两个结构基元</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E</a:t>
            </a:r>
            <a:r>
              <a:rPr lang="zh-CN" altLang="en-US" sz="2000" dirty="0">
                <a:solidFill>
                  <a:schemeClr val="bg1">
                    <a:lumMod val="50000"/>
                  </a:schemeClr>
                </a:solidFill>
                <a:latin typeface="黑体" panose="02010609060101010101" pitchFamily="49" charset="-122"/>
                <a:ea typeface="黑体" panose="02010609060101010101" pitchFamily="49" charset="-122"/>
              </a:rPr>
              <a:t>和</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F</a:t>
            </a:r>
            <a:r>
              <a:rPr lang="zh-CN" altLang="en-US" sz="2000" dirty="0">
                <a:solidFill>
                  <a:schemeClr val="bg1">
                    <a:lumMod val="50000"/>
                  </a:schemeClr>
                </a:solidFill>
                <a:latin typeface="黑体" panose="02010609060101010101" pitchFamily="49" charset="-122"/>
                <a:ea typeface="黑体" panose="02010609060101010101" pitchFamily="49" charset="-122"/>
              </a:rPr>
              <a:t>，这两个基元被作为一个结构元素对</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B</a:t>
            </a: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E</a:t>
            </a: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F</a:t>
            </a: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dirty="0">
                <a:solidFill>
                  <a:schemeClr val="bg1">
                    <a:lumMod val="50000"/>
                  </a:schemeClr>
                </a:solidFill>
                <a:latin typeface="黑体" panose="02010609060101010101" pitchFamily="49" charset="-122"/>
                <a:ea typeface="黑体" panose="02010609060101010101" pitchFamily="49" charset="-122"/>
              </a:rPr>
              <a:t>，一个探测图像内部，一个探测图像外部，其定义为：</a:t>
            </a:r>
          </a:p>
        </p:txBody>
      </p:sp>
      <p:graphicFrame>
        <p:nvGraphicFramePr>
          <p:cNvPr id="4194334" name="Object 7"/>
          <p:cNvGraphicFramePr>
            <a:graphicFrameLocks noChangeAspect="1"/>
          </p:cNvGraphicFramePr>
          <p:nvPr/>
        </p:nvGraphicFramePr>
        <p:xfrm>
          <a:off x="4252558" y="4012662"/>
          <a:ext cx="1295400" cy="406400"/>
        </p:xfrm>
        <a:graphic>
          <a:graphicData uri="http://schemas.openxmlformats.org/presentationml/2006/ole">
            <mc:AlternateContent xmlns:mc="http://schemas.openxmlformats.org/markup-compatibility/2006">
              <mc:Choice xmlns:v="urn:schemas-microsoft-com:vml" Requires="v">
                <p:oleObj name="Equation" r:id="rId2" imgW="647419" imgH="203112" progId="Equation.3">
                  <p:embed/>
                </p:oleObj>
              </mc:Choice>
              <mc:Fallback>
                <p:oleObj name="Equation" r:id="rId2" imgW="647419" imgH="203112" progId="Equation.3">
                  <p:embed/>
                  <p:pic>
                    <p:nvPicPr>
                      <p:cNvPr id="2097216" name="Object 7"/>
                      <p:cNvPicPr>
                        <a:picLocks noChangeAspect="1" noChangeArrowheads="1"/>
                      </p:cNvPicPr>
                      <p:nvPr/>
                    </p:nvPicPr>
                    <p:blipFill>
                      <a:blip r:embed="rId3"/>
                      <a:srcRect/>
                      <a:stretch>
                        <a:fillRect/>
                      </a:stretch>
                    </p:blipFill>
                    <p:spPr bwMode="auto">
                      <a:xfrm>
                        <a:off x="4252558" y="4012662"/>
                        <a:ext cx="1295400" cy="406400"/>
                      </a:xfrm>
                      <a:prstGeom prst="rect">
                        <a:avLst/>
                      </a:prstGeom>
                      <a:solidFill>
                        <a:srgbClr val="C0C0C0"/>
                      </a:solidFill>
                      <a:ln>
                        <a:noFill/>
                      </a:ln>
                      <a:effectLst/>
                    </p:spPr>
                  </p:pic>
                </p:oleObj>
              </mc:Fallback>
            </mc:AlternateContent>
          </a:graphicData>
        </a:graphic>
      </p:graphicFrame>
      <p:grpSp>
        <p:nvGrpSpPr>
          <p:cNvPr id="177" name="Group 30"/>
          <p:cNvGrpSpPr/>
          <p:nvPr/>
        </p:nvGrpSpPr>
        <p:grpSpPr bwMode="auto">
          <a:xfrm>
            <a:off x="2247900" y="4800600"/>
            <a:ext cx="8229601" cy="1981200"/>
            <a:chOff x="336" y="3072"/>
            <a:chExt cx="5184" cy="1248"/>
          </a:xfrm>
        </p:grpSpPr>
        <p:sp>
          <p:nvSpPr>
            <p:cNvPr id="1049389" name="Rectangle 2"/>
            <p:cNvSpPr>
              <a:spLocks noChangeArrowheads="1"/>
            </p:cNvSpPr>
            <p:nvPr/>
          </p:nvSpPr>
          <p:spPr bwMode="auto">
            <a:xfrm>
              <a:off x="336" y="3072"/>
              <a:ext cx="5184" cy="1248"/>
            </a:xfrm>
            <a:prstGeom prst="rect">
              <a:avLst/>
            </a:prstGeom>
            <a:no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178" name="Group 10"/>
            <p:cNvGrpSpPr/>
            <p:nvPr/>
          </p:nvGrpSpPr>
          <p:grpSpPr bwMode="auto">
            <a:xfrm>
              <a:off x="949" y="3400"/>
              <a:ext cx="315" cy="296"/>
              <a:chOff x="743" y="3360"/>
              <a:chExt cx="384" cy="384"/>
            </a:xfrm>
          </p:grpSpPr>
          <p:sp>
            <p:nvSpPr>
              <p:cNvPr id="1049390" name="Oval 11"/>
              <p:cNvSpPr>
                <a:spLocks noChangeArrowheads="1"/>
              </p:cNvSpPr>
              <p:nvPr/>
            </p:nvSpPr>
            <p:spPr bwMode="auto">
              <a:xfrm>
                <a:off x="743" y="3360"/>
                <a:ext cx="384" cy="384"/>
              </a:xfrm>
              <a:prstGeom prst="ellipse">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391" name="Oval 12"/>
              <p:cNvSpPr>
                <a:spLocks noChangeArrowheads="1"/>
              </p:cNvSpPr>
              <p:nvPr/>
            </p:nvSpPr>
            <p:spPr bwMode="auto">
              <a:xfrm>
                <a:off x="912" y="3529"/>
                <a:ext cx="48" cy="48"/>
              </a:xfrm>
              <a:prstGeom prst="ellipse">
                <a:avLst/>
              </a:prstGeom>
              <a:solidFill>
                <a:schemeClr val="tx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179" name="Group 13"/>
            <p:cNvGrpSpPr/>
            <p:nvPr/>
          </p:nvGrpSpPr>
          <p:grpSpPr bwMode="auto">
            <a:xfrm>
              <a:off x="1915" y="3290"/>
              <a:ext cx="551" cy="516"/>
              <a:chOff x="1440" y="3216"/>
              <a:chExt cx="672" cy="672"/>
            </a:xfrm>
          </p:grpSpPr>
          <p:sp>
            <p:nvSpPr>
              <p:cNvPr id="1049392" name="AutoShape 14"/>
              <p:cNvSpPr>
                <a:spLocks noChangeArrowheads="1"/>
              </p:cNvSpPr>
              <p:nvPr/>
            </p:nvSpPr>
            <p:spPr bwMode="auto">
              <a:xfrm>
                <a:off x="1440" y="3216"/>
                <a:ext cx="672" cy="67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50 w 21600"/>
                  <a:gd name="T25" fmla="*/ 3150 h 21600"/>
                  <a:gd name="T26" fmla="*/ 18450 w 21600"/>
                  <a:gd name="T27" fmla="*/ 1845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4532" y="10800"/>
                    </a:moveTo>
                    <a:cubicBezTo>
                      <a:pt x="4532" y="14262"/>
                      <a:pt x="7338" y="17068"/>
                      <a:pt x="10800" y="17068"/>
                    </a:cubicBezTo>
                    <a:cubicBezTo>
                      <a:pt x="14262" y="17068"/>
                      <a:pt x="17068" y="14262"/>
                      <a:pt x="17068" y="10800"/>
                    </a:cubicBezTo>
                    <a:cubicBezTo>
                      <a:pt x="17068" y="7338"/>
                      <a:pt x="14262" y="4532"/>
                      <a:pt x="10800" y="4532"/>
                    </a:cubicBezTo>
                    <a:cubicBezTo>
                      <a:pt x="7338" y="4532"/>
                      <a:pt x="4532" y="7338"/>
                      <a:pt x="4532" y="10800"/>
                    </a:cubicBezTo>
                    <a:close/>
                  </a:path>
                </a:pathLst>
              </a:custGeom>
              <a:solidFill>
                <a:schemeClr val="bg1"/>
              </a:solidFill>
              <a:ln w="9525">
                <a:solidFill>
                  <a:schemeClr val="tx1"/>
                </a:solidFill>
                <a:miter lim="800000"/>
                <a:headEnd/>
                <a:tailEnd/>
              </a:ln>
              <a:effectLst/>
            </p:spPr>
            <p:txBody>
              <a:bodyPr wrap="none" anchor="ctr"/>
              <a:lstStyle/>
              <a:p>
                <a:endParaRPr lang="zh-CN" altLang="en-US"/>
              </a:p>
            </p:txBody>
          </p:sp>
          <p:sp>
            <p:nvSpPr>
              <p:cNvPr id="1049393" name="Oval 15"/>
              <p:cNvSpPr>
                <a:spLocks noChangeArrowheads="1"/>
              </p:cNvSpPr>
              <p:nvPr/>
            </p:nvSpPr>
            <p:spPr bwMode="auto">
              <a:xfrm>
                <a:off x="1750" y="3527"/>
                <a:ext cx="48" cy="48"/>
              </a:xfrm>
              <a:prstGeom prst="ellipse">
                <a:avLst/>
              </a:prstGeom>
              <a:solidFill>
                <a:schemeClr val="tx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180" name="Group 27"/>
            <p:cNvGrpSpPr/>
            <p:nvPr/>
          </p:nvGrpSpPr>
          <p:grpSpPr bwMode="auto">
            <a:xfrm>
              <a:off x="2820" y="3253"/>
              <a:ext cx="787" cy="627"/>
              <a:chOff x="2820" y="3061"/>
              <a:chExt cx="787" cy="627"/>
            </a:xfrm>
          </p:grpSpPr>
          <p:sp>
            <p:nvSpPr>
              <p:cNvPr id="1049394" name="Rectangle 17"/>
              <p:cNvSpPr>
                <a:spLocks noChangeArrowheads="1"/>
              </p:cNvSpPr>
              <p:nvPr/>
            </p:nvSpPr>
            <p:spPr bwMode="auto">
              <a:xfrm>
                <a:off x="2820" y="3061"/>
                <a:ext cx="787" cy="627"/>
              </a:xfrm>
              <a:prstGeom prst="rect">
                <a:avLst/>
              </a:prstGeom>
              <a:no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395" name="Oval 18"/>
              <p:cNvSpPr>
                <a:spLocks noChangeArrowheads="1"/>
              </p:cNvSpPr>
              <p:nvPr/>
            </p:nvSpPr>
            <p:spPr bwMode="auto">
              <a:xfrm>
                <a:off x="3056" y="3209"/>
                <a:ext cx="315" cy="295"/>
              </a:xfrm>
              <a:prstGeom prst="ellipse">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396" name="Oval 19"/>
              <p:cNvSpPr>
                <a:spLocks noChangeArrowheads="1"/>
              </p:cNvSpPr>
              <p:nvPr/>
            </p:nvSpPr>
            <p:spPr bwMode="auto">
              <a:xfrm>
                <a:off x="3191" y="3336"/>
                <a:ext cx="40" cy="37"/>
              </a:xfrm>
              <a:prstGeom prst="ellipse">
                <a:avLst/>
              </a:prstGeom>
              <a:solidFill>
                <a:schemeClr val="tx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181" name="Group 28"/>
            <p:cNvGrpSpPr/>
            <p:nvPr/>
          </p:nvGrpSpPr>
          <p:grpSpPr bwMode="auto">
            <a:xfrm>
              <a:off x="3961" y="3216"/>
              <a:ext cx="787" cy="627"/>
              <a:chOff x="3961" y="3024"/>
              <a:chExt cx="787" cy="627"/>
            </a:xfrm>
          </p:grpSpPr>
          <p:sp>
            <p:nvSpPr>
              <p:cNvPr id="1049397" name="Rectangle 21"/>
              <p:cNvSpPr>
                <a:spLocks noChangeArrowheads="1"/>
              </p:cNvSpPr>
              <p:nvPr/>
            </p:nvSpPr>
            <p:spPr bwMode="auto">
              <a:xfrm>
                <a:off x="3961" y="3024"/>
                <a:ext cx="787" cy="627"/>
              </a:xfrm>
              <a:prstGeom prst="rect">
                <a:avLst/>
              </a:prstGeom>
              <a:no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398" name="Oval 22"/>
              <p:cNvSpPr>
                <a:spLocks noChangeArrowheads="1"/>
              </p:cNvSpPr>
              <p:nvPr/>
            </p:nvSpPr>
            <p:spPr bwMode="auto">
              <a:xfrm>
                <a:off x="4332" y="3299"/>
                <a:ext cx="40" cy="37"/>
              </a:xfrm>
              <a:prstGeom prst="ellipse">
                <a:avLst/>
              </a:prstGeom>
              <a:solidFill>
                <a:schemeClr val="tx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399" name="Text Box 23"/>
            <p:cNvSpPr txBox="1">
              <a:spLocks noChangeArrowheads="1"/>
            </p:cNvSpPr>
            <p:nvPr/>
          </p:nvSpPr>
          <p:spPr bwMode="auto">
            <a:xfrm>
              <a:off x="831" y="3287"/>
              <a:ext cx="347" cy="258"/>
            </a:xfrm>
            <a:prstGeom prst="rect">
              <a:avLst/>
            </a:prstGeom>
            <a:noFill/>
            <a:ln>
              <a:noFill/>
            </a:ln>
            <a:effec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dirty="0">
                  <a:latin typeface="Times New Roman" panose="02020603050405020304" pitchFamily="18" charset="0"/>
                  <a:cs typeface="Times New Roman" panose="02020603050405020304" pitchFamily="18" charset="0"/>
                </a:rPr>
                <a:t>E</a:t>
              </a:r>
            </a:p>
          </p:txBody>
        </p:sp>
        <p:sp>
          <p:nvSpPr>
            <p:cNvPr id="1049400" name="Text Box 24"/>
            <p:cNvSpPr txBox="1">
              <a:spLocks noChangeArrowheads="1"/>
            </p:cNvSpPr>
            <p:nvPr/>
          </p:nvSpPr>
          <p:spPr bwMode="auto">
            <a:xfrm>
              <a:off x="1729" y="3287"/>
              <a:ext cx="215" cy="25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dirty="0">
                  <a:latin typeface="Times New Roman" panose="02020603050405020304" pitchFamily="18" charset="0"/>
                  <a:cs typeface="Times New Roman" panose="02020603050405020304" pitchFamily="18" charset="0"/>
                </a:rPr>
                <a:t>F</a:t>
              </a:r>
            </a:p>
          </p:txBody>
        </p:sp>
        <p:sp>
          <p:nvSpPr>
            <p:cNvPr id="1049401" name="Text Box 25"/>
            <p:cNvSpPr txBox="1">
              <a:spLocks noChangeArrowheads="1"/>
            </p:cNvSpPr>
            <p:nvPr/>
          </p:nvSpPr>
          <p:spPr bwMode="auto">
            <a:xfrm>
              <a:off x="557" y="3867"/>
              <a:ext cx="4012" cy="226"/>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dirty="0">
                  <a:latin typeface="黑体" panose="02010609060101010101" pitchFamily="49" charset="-122"/>
                  <a:ea typeface="黑体" panose="02010609060101010101" pitchFamily="49" charset="-122"/>
                </a:rPr>
                <a:t>击中结构元素   击不中结构元素   输入图像     击中击不中输出</a:t>
              </a:r>
            </a:p>
          </p:txBody>
        </p:sp>
      </p:grpSp>
      <p:graphicFrame>
        <p:nvGraphicFramePr>
          <p:cNvPr id="4194335" name="Object 5"/>
          <p:cNvGraphicFramePr>
            <a:graphicFrameLocks noChangeAspect="1"/>
          </p:cNvGraphicFramePr>
          <p:nvPr/>
        </p:nvGraphicFramePr>
        <p:xfrm>
          <a:off x="4252558" y="2867013"/>
          <a:ext cx="3490033" cy="493157"/>
        </p:xfrm>
        <a:graphic>
          <a:graphicData uri="http://schemas.openxmlformats.org/presentationml/2006/ole">
            <mc:AlternateContent xmlns:mc="http://schemas.openxmlformats.org/markup-compatibility/2006">
              <mc:Choice xmlns:v="urn:schemas-microsoft-com:vml" Requires="v">
                <p:oleObj name="MathType 6.0 Equation" r:id="rId4" imgW="1612900" imgH="228600" progId="Equation.DSMT4">
                  <p:embed/>
                </p:oleObj>
              </mc:Choice>
              <mc:Fallback>
                <p:oleObj name="MathType 6.0 Equation" r:id="rId4" imgW="1612900" imgH="228600" progId="Equation.DSMT4">
                  <p:embed/>
                  <p:pic>
                    <p:nvPicPr>
                      <p:cNvPr id="2097217" name="Object 5"/>
                      <p:cNvPicPr>
                        <a:picLocks noChangeAspect="1" noChangeArrowheads="1"/>
                      </p:cNvPicPr>
                      <p:nvPr/>
                    </p:nvPicPr>
                    <p:blipFill>
                      <a:blip r:embed="rId5"/>
                      <a:srcRect/>
                      <a:stretch>
                        <a:fillRect/>
                      </a:stretch>
                    </p:blipFill>
                    <p:spPr bwMode="auto">
                      <a:xfrm>
                        <a:off x="4252558" y="2867013"/>
                        <a:ext cx="3490033" cy="493157"/>
                      </a:xfrm>
                      <a:prstGeom prst="rect">
                        <a:avLst/>
                      </a:prstGeom>
                      <a:solidFill>
                        <a:srgbClr val="C0C0C0"/>
                      </a:solidFill>
                      <a:ln>
                        <a:noFill/>
                      </a:ln>
                      <a:effectLst/>
                    </p:spPr>
                  </p:pic>
                </p:oleObj>
              </mc:Fallback>
            </mc:AlternateContent>
          </a:graphicData>
        </a:graphic>
      </p:graphicFrame>
      <p:sp>
        <p:nvSpPr>
          <p:cNvPr id="1049402"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zh-CN" altLang="en-US" sz="2000" b="1" dirty="0">
                <a:solidFill>
                  <a:schemeClr val="bg1">
                    <a:lumMod val="50000"/>
                  </a:schemeClr>
                </a:solidFill>
                <a:latin typeface="黑体" panose="02010609060101010101" pitchFamily="49" charset="-122"/>
                <a:ea typeface="黑体" panose="02010609060101010101" pitchFamily="49" charset="-122"/>
              </a:rPr>
              <a:t>击中击不中变换</a:t>
            </a:r>
            <a:endParaRPr lang="zh-CN" altLang="en-US" sz="2000" b="1" dirty="0">
              <a:solidFill>
                <a:schemeClr val="bg1">
                  <a:lumMod val="50000"/>
                </a:schemeClr>
              </a:solidFill>
              <a:latin typeface="宋体" panose="02010600030101010101" pitchFamily="2" charset="-122"/>
            </a:endParaRPr>
          </a:p>
        </p:txBody>
      </p:sp>
      <p:sp>
        <p:nvSpPr>
          <p:cNvPr id="1049403" name="TextBox 27"/>
          <p:cNvSpPr txBox="1"/>
          <p:nvPr/>
        </p:nvSpPr>
        <p:spPr>
          <a:xfrm>
            <a:off x="1012825" y="177800"/>
            <a:ext cx="46151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二、 数学形态学基本算法</a:t>
            </a:r>
          </a:p>
        </p:txBody>
      </p:sp>
      <p:sp>
        <p:nvSpPr>
          <p:cNvPr id="1049404"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49405" name="Text Box 4"/>
          <p:cNvSpPr txBox="1">
            <a:spLocks noChangeArrowheads="1"/>
          </p:cNvSpPr>
          <p:nvPr/>
        </p:nvSpPr>
        <p:spPr bwMode="auto">
          <a:xfrm>
            <a:off x="1752600" y="3429000"/>
            <a:ext cx="914400" cy="548640"/>
          </a:xfrm>
          <a:prstGeom prst="rect">
            <a:avLst/>
          </a:prstGeom>
          <a:noFill/>
          <a:ln>
            <a:noFill/>
          </a:ln>
          <a:effectLst/>
        </p:spPr>
        <p:txBody>
          <a:bodyPr>
            <a:spAutoFit/>
          </a:bodyPr>
          <a:lstStyle/>
          <a:p>
            <a:pPr>
              <a:lnSpc>
                <a:spcPct val="150000"/>
              </a:lnSpc>
              <a:spcAft>
                <a:spcPct val="50000"/>
              </a:spcAft>
            </a:pPr>
            <a:r>
              <a:rPr lang="zh-CN" altLang="en-US" sz="2000" dirty="0">
                <a:solidFill>
                  <a:schemeClr val="bg1">
                    <a:lumMod val="50000"/>
                  </a:schemeClr>
                </a:solidFill>
                <a:latin typeface="黑体" panose="02010609060101010101" pitchFamily="49" charset="-122"/>
                <a:ea typeface="黑体" panose="02010609060101010101" pitchFamily="49" charset="-122"/>
              </a:rPr>
              <a:t>显然</a:t>
            </a:r>
          </a:p>
        </p:txBody>
      </p:sp>
      <p:sp>
        <p:nvSpPr>
          <p:cNvPr id="1049406" name="TextBox 1"/>
          <p:cNvSpPr txBox="1">
            <a:spLocks noRot="1" noChangeAspect="1" noMove="1" noResize="1" noEditPoints="1" noAdjustHandles="1" noChangeArrowheads="1" noChangeShapeType="1" noTextEdit="1"/>
          </p:cNvSpPr>
          <p:nvPr/>
        </p:nvSpPr>
        <p:spPr>
          <a:xfrm>
            <a:off x="5519560" y="2923552"/>
            <a:ext cx="478015" cy="369332"/>
          </a:xfrm>
          <a:prstGeom prst="rect">
            <a:avLst/>
          </a:prstGeom>
          <a:blipFill>
            <a:blip r:embed="rId6"/>
            <a:stretch>
              <a:fillRect b="-8333"/>
            </a:stretch>
          </a:blipFill>
        </p:spPr>
        <p:txBody>
          <a:bodyPr/>
          <a:lstStyle/>
          <a:p>
            <a:r>
              <a:rPr lang="en-US">
                <a:noFill/>
              </a:rPr>
              <a:t> </a:t>
            </a:r>
          </a:p>
        </p:txBody>
      </p:sp>
      <p:sp>
        <p:nvSpPr>
          <p:cNvPr id="1049407" name="TextBox 37"/>
          <p:cNvSpPr txBox="1">
            <a:spLocks noRot="1" noChangeAspect="1" noMove="1" noResize="1" noEditPoints="1" noAdjustHandles="1" noChangeArrowheads="1" noChangeShapeType="1" noTextEdit="1"/>
          </p:cNvSpPr>
          <p:nvPr/>
        </p:nvSpPr>
        <p:spPr>
          <a:xfrm>
            <a:off x="6992122" y="2933363"/>
            <a:ext cx="478015" cy="369332"/>
          </a:xfrm>
          <a:prstGeom prst="rect">
            <a:avLst/>
          </a:prstGeom>
          <a:blipFill>
            <a:blip r:embed="rId7"/>
            <a:stretch>
              <a:fillRect b="-6557"/>
            </a:stretch>
          </a:blipFill>
        </p:spPr>
        <p:txBody>
          <a:bodyPr/>
          <a:lstStyle/>
          <a:p>
            <a:r>
              <a:rPr lang="en-US" dirty="0">
                <a:noFill/>
              </a:rPr>
              <a:t> </a:t>
            </a:r>
          </a:p>
        </p:txBody>
      </p:sp>
      <mc:AlternateContent xmlns:mc="http://schemas.openxmlformats.org/markup-compatibility/2006" xmlns:p14="http://schemas.microsoft.com/office/powerpoint/2010/main">
        <mc:Choice Requires="p14">
          <p:contentPart p14:bwMode="auto" r:id="rId8">
            <p14:nvContentPartPr>
              <p14:cNvPr id="1053192" name="墨迹 1053191"/>
              <p14:cNvContentPartPr/>
              <p14:nvPr/>
            </p14:nvContentPartPr>
            <p14:xfrm>
              <a:off x="7810135" y="4450596"/>
              <a:ext cx="147567" cy="60064"/>
            </p14:xfrm>
          </p:contentPart>
        </mc:Choice>
        <mc:Fallback xmlns="">
          <p:sp>
            <p:nvSpPr>
              <p:cNvPr id="1053192" name=""/>
              <p:cNvSpPr/>
              <p:nvPr/>
            </p:nvSpPr>
            <p:spPr>
              <a:xfrm>
                <a:off x="7810135" y="4450596"/>
                <a:ext cx="147567" cy="60064"/>
              </a:xfrm>
            </p:spPr>
          </p:sp>
        </mc:Fallback>
      </mc:AlternateContent>
      <mc:AlternateContent xmlns:mc="http://schemas.openxmlformats.org/markup-compatibility/2006" xmlns:p14="http://schemas.microsoft.com/office/powerpoint/2010/main">
        <mc:Choice Requires="p14">
          <p:contentPart p14:bwMode="auto" r:id="rId9">
            <p14:nvContentPartPr>
              <p14:cNvPr id="1053193" name="墨迹 1053192"/>
              <p14:cNvContentPartPr/>
              <p14:nvPr/>
            </p14:nvContentPartPr>
            <p14:xfrm>
              <a:off x="7782930" y="4400645"/>
              <a:ext cx="163187" cy="550454"/>
            </p14:xfrm>
          </p:contentPart>
        </mc:Choice>
        <mc:Fallback xmlns="">
          <p:sp>
            <p:nvSpPr>
              <p:cNvPr id="1053193" name=""/>
              <p:cNvSpPr/>
              <p:nvPr/>
            </p:nvSpPr>
            <p:spPr>
              <a:xfrm>
                <a:off x="7782930" y="4400645"/>
                <a:ext cx="163187" cy="550454"/>
              </a:xfrm>
            </p:spPr>
          </p:sp>
        </mc:Fallback>
      </mc:AlternateContent>
      <mc:AlternateContent xmlns:mc="http://schemas.openxmlformats.org/markup-compatibility/2006" xmlns:p14="http://schemas.microsoft.com/office/powerpoint/2010/main">
        <mc:Choice Requires="p14">
          <p:contentPart p14:bwMode="auto" r:id="rId10">
            <p14:nvContentPartPr>
              <p14:cNvPr id="1053194" name="墨迹 1053193"/>
              <p14:cNvContentPartPr/>
              <p14:nvPr/>
            </p14:nvContentPartPr>
            <p14:xfrm>
              <a:off x="7982258" y="4391329"/>
              <a:ext cx="94489" cy="145126"/>
            </p14:xfrm>
          </p:contentPart>
        </mc:Choice>
        <mc:Fallback xmlns="">
          <p:sp>
            <p:nvSpPr>
              <p:cNvPr id="1053194" name=""/>
              <p:cNvSpPr/>
              <p:nvPr/>
            </p:nvSpPr>
            <p:spPr>
              <a:xfrm>
                <a:off x="7982258" y="4391329"/>
                <a:ext cx="94489" cy="145126"/>
              </a:xfrm>
            </p:spPr>
          </p:sp>
        </mc:Fallback>
      </mc:AlternateContent>
      <mc:AlternateContent xmlns:mc="http://schemas.openxmlformats.org/markup-compatibility/2006" xmlns:p14="http://schemas.microsoft.com/office/powerpoint/2010/main">
        <mc:Choice Requires="p14">
          <p:contentPart p14:bwMode="auto" r:id="rId11">
            <p14:nvContentPartPr>
              <p14:cNvPr id="1053195" name="墨迹 1053194"/>
              <p14:cNvContentPartPr/>
              <p14:nvPr/>
            </p14:nvContentPartPr>
            <p14:xfrm>
              <a:off x="8026504" y="4471128"/>
              <a:ext cx="83708" cy="120709"/>
            </p14:xfrm>
          </p:contentPart>
        </mc:Choice>
        <mc:Fallback xmlns="">
          <p:sp>
            <p:nvSpPr>
              <p:cNvPr id="1053195" name=""/>
              <p:cNvSpPr/>
              <p:nvPr/>
            </p:nvSpPr>
            <p:spPr>
              <a:xfrm>
                <a:off x="8026504" y="4471128"/>
                <a:ext cx="83708" cy="120709"/>
              </a:xfrm>
            </p:spPr>
          </p:sp>
        </mc:Fallback>
      </mc:AlternateContent>
      <mc:AlternateContent xmlns:mc="http://schemas.openxmlformats.org/markup-compatibility/2006" xmlns:p14="http://schemas.microsoft.com/office/powerpoint/2010/main">
        <mc:Choice Requires="p14">
          <p:contentPart p14:bwMode="auto" r:id="rId12">
            <p14:nvContentPartPr>
              <p14:cNvPr id="1053196" name="墨迹 1053195"/>
              <p14:cNvContentPartPr/>
              <p14:nvPr/>
            </p14:nvContentPartPr>
            <p14:xfrm>
              <a:off x="7962259" y="4631322"/>
              <a:ext cx="252557" cy="330894"/>
            </p14:xfrm>
          </p:contentPart>
        </mc:Choice>
        <mc:Fallback xmlns="">
          <p:sp>
            <p:nvSpPr>
              <p:cNvPr id="1053196" name=""/>
              <p:cNvSpPr/>
              <p:nvPr/>
            </p:nvSpPr>
            <p:spPr>
              <a:xfrm>
                <a:off x="7962259" y="4631322"/>
                <a:ext cx="252557" cy="330894"/>
              </a:xfrm>
            </p:spPr>
          </p:sp>
        </mc:Fallback>
      </mc:AlternateContent>
      <mc:AlternateContent xmlns:mc="http://schemas.openxmlformats.org/markup-compatibility/2006" xmlns:p14="http://schemas.microsoft.com/office/powerpoint/2010/main">
        <mc:Choice Requires="p14">
          <p:contentPart p14:bwMode="auto" r:id="rId13">
            <p14:nvContentPartPr>
              <p14:cNvPr id="1053197" name="墨迹 1053196"/>
              <p14:cNvContentPartPr/>
              <p14:nvPr/>
            </p14:nvContentPartPr>
            <p14:xfrm>
              <a:off x="8353319" y="4516427"/>
              <a:ext cx="175222" cy="105714"/>
            </p14:xfrm>
          </p:contentPart>
        </mc:Choice>
        <mc:Fallback xmlns="">
          <p:sp>
            <p:nvSpPr>
              <p:cNvPr id="1053197" name=""/>
              <p:cNvSpPr/>
              <p:nvPr/>
            </p:nvSpPr>
            <p:spPr>
              <a:xfrm>
                <a:off x="8353319" y="4516427"/>
                <a:ext cx="175222" cy="105714"/>
              </a:xfrm>
            </p:spPr>
          </p:sp>
        </mc:Fallback>
      </mc:AlternateContent>
      <mc:AlternateContent xmlns:mc="http://schemas.openxmlformats.org/markup-compatibility/2006" xmlns:p14="http://schemas.microsoft.com/office/powerpoint/2010/main">
        <mc:Choice Requires="p14">
          <p:contentPart p14:bwMode="auto" r:id="rId14">
            <p14:nvContentPartPr>
              <p14:cNvPr id="1053198" name="墨迹 1053197"/>
              <p14:cNvContentPartPr/>
              <p14:nvPr/>
            </p14:nvContentPartPr>
            <p14:xfrm>
              <a:off x="8427102" y="4448999"/>
              <a:ext cx="42738" cy="274583"/>
            </p14:xfrm>
          </p:contentPart>
        </mc:Choice>
        <mc:Fallback xmlns="">
          <p:sp>
            <p:nvSpPr>
              <p:cNvPr id="1053198" name=""/>
              <p:cNvSpPr/>
              <p:nvPr/>
            </p:nvSpPr>
            <p:spPr>
              <a:xfrm>
                <a:off x="8427102" y="4448999"/>
                <a:ext cx="42738" cy="274583"/>
              </a:xfrm>
            </p:spPr>
          </p:sp>
        </mc:Fallback>
      </mc:AlternateContent>
      <mc:AlternateContent xmlns:mc="http://schemas.openxmlformats.org/markup-compatibility/2006" xmlns:p14="http://schemas.microsoft.com/office/powerpoint/2010/main">
        <mc:Choice Requires="p14">
          <p:contentPart p14:bwMode="auto" r:id="rId15">
            <p14:nvContentPartPr>
              <p14:cNvPr id="1053199" name="墨迹 1053198"/>
              <p14:cNvContentPartPr/>
              <p14:nvPr/>
            </p14:nvContentPartPr>
            <p14:xfrm>
              <a:off x="8506769" y="4485068"/>
              <a:ext cx="23274" cy="195494"/>
            </p14:xfrm>
          </p:contentPart>
        </mc:Choice>
        <mc:Fallback xmlns="">
          <p:sp>
            <p:nvSpPr>
              <p:cNvPr id="1053199" name=""/>
              <p:cNvSpPr/>
              <p:nvPr/>
            </p:nvSpPr>
            <p:spPr>
              <a:xfrm>
                <a:off x="8506769" y="4485068"/>
                <a:ext cx="23274" cy="195494"/>
              </a:xfrm>
            </p:spPr>
          </p:sp>
        </mc:Fallback>
      </mc:AlternateContent>
      <mc:AlternateContent xmlns:mc="http://schemas.openxmlformats.org/markup-compatibility/2006" xmlns:p14="http://schemas.microsoft.com/office/powerpoint/2010/main">
        <mc:Choice Requires="p14">
          <p:contentPart p14:bwMode="auto" r:id="rId16">
            <p14:nvContentPartPr>
              <p14:cNvPr id="1053200" name="墨迹 1053199"/>
              <p14:cNvContentPartPr/>
              <p14:nvPr/>
            </p14:nvContentPartPr>
            <p14:xfrm>
              <a:off x="8354677" y="4700525"/>
              <a:ext cx="200859" cy="50947"/>
            </p14:xfrm>
          </p:contentPart>
        </mc:Choice>
        <mc:Fallback xmlns="">
          <p:sp>
            <p:nvSpPr>
              <p:cNvPr id="1053200" name=""/>
              <p:cNvSpPr/>
              <p:nvPr/>
            </p:nvSpPr>
            <p:spPr>
              <a:xfrm>
                <a:off x="8354677" y="4700525"/>
                <a:ext cx="200859" cy="50947"/>
              </a:xfrm>
            </p:spPr>
          </p:sp>
        </mc:Fallback>
      </mc:AlternateContent>
      <mc:AlternateContent xmlns:mc="http://schemas.openxmlformats.org/markup-compatibility/2006" xmlns:p14="http://schemas.microsoft.com/office/powerpoint/2010/main">
        <mc:Choice Requires="p14">
          <p:contentPart p14:bwMode="auto" r:id="rId17">
            <p14:nvContentPartPr>
              <p14:cNvPr id="1053201" name="墨迹 1053200"/>
              <p14:cNvContentPartPr/>
              <p14:nvPr/>
            </p14:nvContentPartPr>
            <p14:xfrm>
              <a:off x="8741697" y="4323457"/>
              <a:ext cx="15202" cy="116025"/>
            </p14:xfrm>
          </p:contentPart>
        </mc:Choice>
        <mc:Fallback xmlns="">
          <p:sp>
            <p:nvSpPr>
              <p:cNvPr id="1053201" name=""/>
              <p:cNvSpPr/>
              <p:nvPr/>
            </p:nvSpPr>
            <p:spPr>
              <a:xfrm>
                <a:off x="8741697" y="4323457"/>
                <a:ext cx="15202" cy="116025"/>
              </a:xfrm>
            </p:spPr>
          </p:sp>
        </mc:Fallback>
      </mc:AlternateContent>
      <mc:AlternateContent xmlns:mc="http://schemas.openxmlformats.org/markup-compatibility/2006" xmlns:p14="http://schemas.microsoft.com/office/powerpoint/2010/main">
        <mc:Choice Requires="p14">
          <p:contentPart p14:bwMode="auto" r:id="rId18">
            <p14:nvContentPartPr>
              <p14:cNvPr id="1053202" name="墨迹 1053201"/>
              <p14:cNvContentPartPr/>
              <p14:nvPr/>
            </p14:nvContentPartPr>
            <p14:xfrm>
              <a:off x="8790583" y="4369205"/>
              <a:ext cx="71234" cy="33319"/>
            </p14:xfrm>
          </p:contentPart>
        </mc:Choice>
        <mc:Fallback xmlns="">
          <p:sp>
            <p:nvSpPr>
              <p:cNvPr id="1053202" name=""/>
              <p:cNvSpPr/>
              <p:nvPr/>
            </p:nvSpPr>
            <p:spPr>
              <a:xfrm>
                <a:off x="8790583" y="4369205"/>
                <a:ext cx="71234" cy="33319"/>
              </a:xfrm>
            </p:spPr>
          </p:sp>
        </mc:Fallback>
      </mc:AlternateContent>
      <mc:AlternateContent xmlns:mc="http://schemas.openxmlformats.org/markup-compatibility/2006" xmlns:p14="http://schemas.microsoft.com/office/powerpoint/2010/main">
        <mc:Choice Requires="p14">
          <p:contentPart p14:bwMode="auto" r:id="rId19">
            <p14:nvContentPartPr>
              <p14:cNvPr id="1053203" name="墨迹 1053202"/>
              <p14:cNvContentPartPr/>
              <p14:nvPr/>
            </p14:nvContentPartPr>
            <p14:xfrm>
              <a:off x="8675156" y="4455653"/>
              <a:ext cx="26941" cy="115125"/>
            </p14:xfrm>
          </p:contentPart>
        </mc:Choice>
        <mc:Fallback xmlns="">
          <p:sp>
            <p:nvSpPr>
              <p:cNvPr id="1053203" name=""/>
              <p:cNvSpPr/>
              <p:nvPr/>
            </p:nvSpPr>
            <p:spPr>
              <a:xfrm>
                <a:off x="8675156" y="4455653"/>
                <a:ext cx="26941" cy="115125"/>
              </a:xfrm>
            </p:spPr>
          </p:sp>
        </mc:Fallback>
      </mc:AlternateContent>
      <mc:AlternateContent xmlns:mc="http://schemas.openxmlformats.org/markup-compatibility/2006" xmlns:p14="http://schemas.microsoft.com/office/powerpoint/2010/main">
        <mc:Choice Requires="p14">
          <p:contentPart p14:bwMode="auto" r:id="rId20">
            <p14:nvContentPartPr>
              <p14:cNvPr id="1053204" name="墨迹 1053203"/>
              <p14:cNvContentPartPr/>
              <p14:nvPr/>
            </p14:nvContentPartPr>
            <p14:xfrm>
              <a:off x="8710916" y="4455618"/>
              <a:ext cx="129494" cy="117940"/>
            </p14:xfrm>
          </p:contentPart>
        </mc:Choice>
        <mc:Fallback xmlns="">
          <p:sp>
            <p:nvSpPr>
              <p:cNvPr id="1053204" name=""/>
              <p:cNvSpPr/>
              <p:nvPr/>
            </p:nvSpPr>
            <p:spPr>
              <a:xfrm>
                <a:off x="8710916" y="4455618"/>
                <a:ext cx="129494" cy="117940"/>
              </a:xfrm>
            </p:spPr>
          </p:sp>
        </mc:Fallback>
      </mc:AlternateContent>
      <mc:AlternateContent xmlns:mc="http://schemas.openxmlformats.org/markup-compatibility/2006" xmlns:p14="http://schemas.microsoft.com/office/powerpoint/2010/main">
        <mc:Choice Requires="p14">
          <p:contentPart p14:bwMode="auto" r:id="rId21">
            <p14:nvContentPartPr>
              <p14:cNvPr id="1053205" name="墨迹 1053204"/>
              <p14:cNvContentPartPr/>
              <p14:nvPr/>
            </p14:nvContentPartPr>
            <p14:xfrm>
              <a:off x="8665414" y="4621119"/>
              <a:ext cx="344185" cy="66616"/>
            </p14:xfrm>
          </p:contentPart>
        </mc:Choice>
        <mc:Fallback xmlns="">
          <p:sp>
            <p:nvSpPr>
              <p:cNvPr id="1053205" name=""/>
              <p:cNvSpPr/>
              <p:nvPr/>
            </p:nvSpPr>
            <p:spPr>
              <a:xfrm>
                <a:off x="8665414" y="4621119"/>
                <a:ext cx="344185" cy="66616"/>
              </a:xfrm>
            </p:spPr>
          </p:sp>
        </mc:Fallback>
      </mc:AlternateContent>
      <mc:AlternateContent xmlns:mc="http://schemas.openxmlformats.org/markup-compatibility/2006" xmlns:p14="http://schemas.microsoft.com/office/powerpoint/2010/main">
        <mc:Choice Requires="p14">
          <p:contentPart p14:bwMode="auto" r:id="rId22">
            <p14:nvContentPartPr>
              <p14:cNvPr id="1053206" name="墨迹 1053205"/>
              <p14:cNvContentPartPr/>
              <p14:nvPr/>
            </p14:nvContentPartPr>
            <p14:xfrm>
              <a:off x="9003783" y="4596277"/>
              <a:ext cx="52389" cy="115127"/>
            </p14:xfrm>
          </p:contentPart>
        </mc:Choice>
        <mc:Fallback xmlns="">
          <p:sp>
            <p:nvSpPr>
              <p:cNvPr id="1053206" name=""/>
              <p:cNvSpPr/>
              <p:nvPr/>
            </p:nvSpPr>
            <p:spPr>
              <a:xfrm>
                <a:off x="9003783" y="4596277"/>
                <a:ext cx="52389" cy="115127"/>
              </a:xfrm>
            </p:spPr>
          </p:sp>
        </mc:Fallback>
      </mc:AlternateContent>
      <mc:AlternateContent xmlns:mc="http://schemas.openxmlformats.org/markup-compatibility/2006" xmlns:p14="http://schemas.microsoft.com/office/powerpoint/2010/main">
        <mc:Choice Requires="p14">
          <p:contentPart p14:bwMode="auto" r:id="rId23">
            <p14:nvContentPartPr>
              <p14:cNvPr id="1053404" name="墨迹 1053403"/>
              <p14:cNvContentPartPr/>
              <p14:nvPr/>
            </p14:nvContentPartPr>
            <p14:xfrm>
              <a:off x="4457930" y="3302118"/>
              <a:ext cx="296723" cy="260887"/>
            </p14:xfrm>
          </p:contentPart>
        </mc:Choice>
        <mc:Fallback xmlns="">
          <p:sp>
            <p:nvSpPr>
              <p:cNvPr id="1053404" name=""/>
              <p:cNvSpPr/>
              <p:nvPr/>
            </p:nvSpPr>
            <p:spPr>
              <a:xfrm>
                <a:off x="4457930" y="3302118"/>
                <a:ext cx="296723" cy="260887"/>
              </a:xfrm>
            </p:spPr>
          </p:sp>
        </mc:Fallback>
      </mc:AlternateContent>
      <mc:AlternateContent xmlns:mc="http://schemas.openxmlformats.org/markup-compatibility/2006" xmlns:p14="http://schemas.microsoft.com/office/powerpoint/2010/main">
        <mc:Choice Requires="p14">
          <p:contentPart p14:bwMode="auto" r:id="rId24">
            <p14:nvContentPartPr>
              <p14:cNvPr id="1053405" name="墨迹 1053404"/>
              <p14:cNvContentPartPr/>
              <p14:nvPr/>
            </p14:nvContentPartPr>
            <p14:xfrm>
              <a:off x="7665212" y="6892853"/>
              <a:ext cx="0" cy="0"/>
            </p14:xfrm>
          </p:contentPart>
        </mc:Choice>
        <mc:Fallback xmlns="">
          <p:sp>
            <p:nvSpPr>
              <p:cNvPr id="1053405" name=""/>
              <p:cNvSpPr/>
              <p:nvPr/>
            </p:nvSpPr>
            <p:spPr>
              <a:xfrm>
                <a:off x="7665212" y="6892853"/>
                <a:ext cx="0" cy="0"/>
              </a:xfrm>
            </p:spPr>
          </p:sp>
        </mc:Fallback>
      </mc:AlternateContent>
      <mc:AlternateContent xmlns:mc="http://schemas.openxmlformats.org/markup-compatibility/2006" xmlns:p14="http://schemas.microsoft.com/office/powerpoint/2010/main">
        <mc:Choice Requires="p14">
          <p:contentPart p14:bwMode="auto" r:id="rId25">
            <p14:nvContentPartPr>
              <p14:cNvPr id="1053406" name="墨迹 1053405"/>
              <p14:cNvContentPartPr/>
              <p14:nvPr/>
            </p14:nvContentPartPr>
            <p14:xfrm>
              <a:off x="2793540" y="3373638"/>
              <a:ext cx="241556" cy="280446"/>
            </p14:xfrm>
          </p:contentPart>
        </mc:Choice>
        <mc:Fallback xmlns="">
          <p:sp>
            <p:nvSpPr>
              <p:cNvPr id="1053406" name=""/>
              <p:cNvSpPr/>
              <p:nvPr/>
            </p:nvSpPr>
            <p:spPr>
              <a:xfrm>
                <a:off x="2793540" y="3373638"/>
                <a:ext cx="241556" cy="280446"/>
              </a:xfrm>
            </p:spPr>
          </p:sp>
        </mc:Fallback>
      </mc:AlternateContent>
      <mc:AlternateContent xmlns:mc="http://schemas.openxmlformats.org/markup-compatibility/2006" xmlns:p14="http://schemas.microsoft.com/office/powerpoint/2010/main">
        <mc:Choice Requires="p14">
          <p:contentPart p14:bwMode="auto" r:id="rId26">
            <p14:nvContentPartPr>
              <p14:cNvPr id="1053407" name="墨迹 1053406"/>
              <p14:cNvContentPartPr/>
              <p14:nvPr/>
            </p14:nvContentPartPr>
            <p14:xfrm>
              <a:off x="2908826" y="3492853"/>
              <a:ext cx="35400" cy="443259"/>
            </p14:xfrm>
          </p:contentPart>
        </mc:Choice>
        <mc:Fallback xmlns="">
          <p:sp>
            <p:nvSpPr>
              <p:cNvPr id="1053407" name=""/>
              <p:cNvSpPr/>
              <p:nvPr/>
            </p:nvSpPr>
            <p:spPr>
              <a:xfrm>
                <a:off x="2908826" y="3492853"/>
                <a:ext cx="35400" cy="443259"/>
              </a:xfrm>
            </p:spPr>
          </p:sp>
        </mc:Fallback>
      </mc:AlternateContent>
      <mc:AlternateContent xmlns:mc="http://schemas.openxmlformats.org/markup-compatibility/2006" xmlns:p14="http://schemas.microsoft.com/office/powerpoint/2010/main">
        <mc:Choice Requires="p14">
          <p:contentPart p14:bwMode="auto" r:id="rId27">
            <p14:nvContentPartPr>
              <p14:cNvPr id="1053408" name="墨迹 1053407"/>
              <p14:cNvContentPartPr/>
              <p14:nvPr/>
            </p14:nvContentPartPr>
            <p14:xfrm>
              <a:off x="3098031" y="3268566"/>
              <a:ext cx="142912" cy="303782"/>
            </p14:xfrm>
          </p:contentPart>
        </mc:Choice>
        <mc:Fallback xmlns="">
          <p:sp>
            <p:nvSpPr>
              <p:cNvPr id="1053408" name=""/>
              <p:cNvSpPr/>
              <p:nvPr/>
            </p:nvSpPr>
            <p:spPr>
              <a:xfrm>
                <a:off x="3098031" y="3268566"/>
                <a:ext cx="142912" cy="303782"/>
              </a:xfrm>
            </p:spPr>
          </p:sp>
        </mc:Fallback>
      </mc:AlternateContent>
      <mc:AlternateContent xmlns:mc="http://schemas.openxmlformats.org/markup-compatibility/2006" xmlns:p14="http://schemas.microsoft.com/office/powerpoint/2010/main">
        <mc:Choice Requires="p14">
          <p:contentPart p14:bwMode="auto" r:id="rId28">
            <p14:nvContentPartPr>
              <p14:cNvPr id="1053409" name="墨迹 1053408"/>
              <p14:cNvContentPartPr/>
              <p14:nvPr/>
            </p14:nvContentPartPr>
            <p14:xfrm>
              <a:off x="3068910" y="3499588"/>
              <a:ext cx="183467" cy="308179"/>
            </p14:xfrm>
          </p:contentPart>
        </mc:Choice>
        <mc:Fallback xmlns="">
          <p:sp>
            <p:nvSpPr>
              <p:cNvPr id="1053409" name=""/>
              <p:cNvSpPr/>
              <p:nvPr/>
            </p:nvSpPr>
            <p:spPr>
              <a:xfrm>
                <a:off x="3068910" y="3499588"/>
                <a:ext cx="183467" cy="308179"/>
              </a:xfrm>
            </p:spPr>
          </p:sp>
        </mc:Fallback>
      </mc:AlternateContent>
      <mc:AlternateContent xmlns:mc="http://schemas.openxmlformats.org/markup-compatibility/2006" xmlns:p14="http://schemas.microsoft.com/office/powerpoint/2010/main">
        <mc:Choice Requires="p14">
          <p:contentPart p14:bwMode="auto" r:id="rId29">
            <p14:nvContentPartPr>
              <p14:cNvPr id="1053410" name="墨迹 1053409"/>
              <p14:cNvContentPartPr/>
              <p14:nvPr/>
            </p14:nvContentPartPr>
            <p14:xfrm>
              <a:off x="3093467" y="3647766"/>
              <a:ext cx="292979" cy="112896"/>
            </p14:xfrm>
          </p:contentPart>
        </mc:Choice>
        <mc:Fallback xmlns="">
          <p:sp>
            <p:nvSpPr>
              <p:cNvPr id="1053410" name=""/>
              <p:cNvSpPr/>
              <p:nvPr/>
            </p:nvSpPr>
            <p:spPr>
              <a:xfrm>
                <a:off x="3093467" y="3647766"/>
                <a:ext cx="292979" cy="112896"/>
              </a:xfrm>
            </p:spPr>
          </p:sp>
        </mc:Fallback>
      </mc:AlternateContent>
      <mc:AlternateContent xmlns:mc="http://schemas.openxmlformats.org/markup-compatibility/2006" xmlns:p14="http://schemas.microsoft.com/office/powerpoint/2010/main">
        <mc:Choice Requires="p14">
          <p:contentPart p14:bwMode="auto" r:id="rId30">
            <p14:nvContentPartPr>
              <p14:cNvPr id="1053411" name="墨迹 1053410"/>
              <p14:cNvContentPartPr/>
              <p14:nvPr/>
            </p14:nvContentPartPr>
            <p14:xfrm>
              <a:off x="3498748" y="3499614"/>
              <a:ext cx="8502" cy="72220"/>
            </p14:xfrm>
          </p:contentPart>
        </mc:Choice>
        <mc:Fallback xmlns="">
          <p:sp>
            <p:nvSpPr>
              <p:cNvPr id="1053411" name=""/>
              <p:cNvSpPr/>
              <p:nvPr/>
            </p:nvSpPr>
            <p:spPr>
              <a:xfrm>
                <a:off x="3498748" y="3499614"/>
                <a:ext cx="8502" cy="72220"/>
              </a:xfrm>
            </p:spPr>
          </p:sp>
        </mc:Fallback>
      </mc:AlternateContent>
      <mc:AlternateContent xmlns:mc="http://schemas.openxmlformats.org/markup-compatibility/2006" xmlns:p14="http://schemas.microsoft.com/office/powerpoint/2010/main">
        <mc:Choice Requires="p14">
          <p:contentPart p14:bwMode="auto" r:id="rId31">
            <p14:nvContentPartPr>
              <p14:cNvPr id="1053412" name="墨迹 1053411"/>
              <p14:cNvContentPartPr/>
              <p14:nvPr/>
            </p14:nvContentPartPr>
            <p14:xfrm>
              <a:off x="3452956" y="3627560"/>
              <a:ext cx="50857" cy="114500"/>
            </p14:xfrm>
          </p:contentPart>
        </mc:Choice>
        <mc:Fallback xmlns="">
          <p:sp>
            <p:nvSpPr>
              <p:cNvPr id="1053412" name=""/>
              <p:cNvSpPr/>
              <p:nvPr/>
            </p:nvSpPr>
            <p:spPr>
              <a:xfrm>
                <a:off x="3452956" y="3627560"/>
                <a:ext cx="50857" cy="114500"/>
              </a:xfrm>
            </p:spPr>
          </p:sp>
        </mc:Fallback>
      </mc:AlternateContent>
      <mc:AlternateContent xmlns:mc="http://schemas.openxmlformats.org/markup-compatibility/2006" xmlns:p14="http://schemas.microsoft.com/office/powerpoint/2010/main">
        <mc:Choice Requires="p14">
          <p:contentPart p14:bwMode="auto" r:id="rId32">
            <p14:nvContentPartPr>
              <p14:cNvPr id="1053413" name="墨迹 1053412"/>
              <p14:cNvContentPartPr/>
              <p14:nvPr/>
            </p14:nvContentPartPr>
            <p14:xfrm>
              <a:off x="3577229" y="3271260"/>
              <a:ext cx="101150" cy="175884"/>
            </p14:xfrm>
          </p:contentPart>
        </mc:Choice>
        <mc:Fallback xmlns="">
          <p:sp>
            <p:nvSpPr>
              <p:cNvPr id="1053413" name=""/>
              <p:cNvSpPr/>
              <p:nvPr/>
            </p:nvSpPr>
            <p:spPr>
              <a:xfrm>
                <a:off x="3577229" y="3271260"/>
                <a:ext cx="101150" cy="175884"/>
              </a:xfrm>
            </p:spPr>
          </p:sp>
        </mc:Fallback>
      </mc:AlternateContent>
      <mc:AlternateContent xmlns:mc="http://schemas.openxmlformats.org/markup-compatibility/2006" xmlns:p14="http://schemas.microsoft.com/office/powerpoint/2010/main">
        <mc:Choice Requires="p14">
          <p:contentPart p14:bwMode="auto" r:id="rId33">
            <p14:nvContentPartPr>
              <p14:cNvPr id="1053414" name="墨迹 1053413"/>
              <p14:cNvContentPartPr/>
              <p14:nvPr/>
            </p14:nvContentPartPr>
            <p14:xfrm>
              <a:off x="3611027" y="3453788"/>
              <a:ext cx="35068" cy="391452"/>
            </p14:xfrm>
          </p:contentPart>
        </mc:Choice>
        <mc:Fallback xmlns="">
          <p:sp>
            <p:nvSpPr>
              <p:cNvPr id="1053414" name=""/>
              <p:cNvSpPr/>
              <p:nvPr/>
            </p:nvSpPr>
            <p:spPr>
              <a:xfrm>
                <a:off x="3611027" y="3453788"/>
                <a:ext cx="35068" cy="391452"/>
              </a:xfrm>
            </p:spPr>
          </p:sp>
        </mc:Fallback>
      </mc:AlternateContent>
      <mc:AlternateContent xmlns:mc="http://schemas.openxmlformats.org/markup-compatibility/2006" xmlns:p14="http://schemas.microsoft.com/office/powerpoint/2010/main">
        <mc:Choice Requires="p14">
          <p:contentPart p14:bwMode="auto" r:id="rId34">
            <p14:nvContentPartPr>
              <p14:cNvPr id="1053415" name="墨迹 1053414"/>
              <p14:cNvContentPartPr/>
              <p14:nvPr/>
            </p14:nvContentPartPr>
            <p14:xfrm>
              <a:off x="3705182" y="3335246"/>
              <a:ext cx="3436" cy="57924"/>
            </p14:xfrm>
          </p:contentPart>
        </mc:Choice>
        <mc:Fallback xmlns="">
          <p:sp>
            <p:nvSpPr>
              <p:cNvPr id="1053415" name=""/>
              <p:cNvSpPr/>
              <p:nvPr/>
            </p:nvSpPr>
            <p:spPr>
              <a:xfrm>
                <a:off x="3705182" y="3335246"/>
                <a:ext cx="3436" cy="57924"/>
              </a:xfrm>
            </p:spPr>
          </p:sp>
        </mc:Fallback>
      </mc:AlternateContent>
      <mc:AlternateContent xmlns:mc="http://schemas.openxmlformats.org/markup-compatibility/2006" xmlns:p14="http://schemas.microsoft.com/office/powerpoint/2010/main">
        <mc:Choice Requires="p14">
          <p:contentPart p14:bwMode="auto" r:id="rId35">
            <p14:nvContentPartPr>
              <p14:cNvPr id="1053416" name="墨迹 1053415"/>
              <p14:cNvContentPartPr/>
              <p14:nvPr/>
            </p14:nvContentPartPr>
            <p14:xfrm>
              <a:off x="3684564" y="3408133"/>
              <a:ext cx="205093" cy="54411"/>
            </p14:xfrm>
          </p:contentPart>
        </mc:Choice>
        <mc:Fallback xmlns="">
          <p:sp>
            <p:nvSpPr>
              <p:cNvPr id="1053416" name=""/>
              <p:cNvSpPr/>
              <p:nvPr/>
            </p:nvSpPr>
            <p:spPr>
              <a:xfrm>
                <a:off x="3684564" y="3408133"/>
                <a:ext cx="205093" cy="54411"/>
              </a:xfrm>
            </p:spPr>
          </p:sp>
        </mc:Fallback>
      </mc:AlternateContent>
      <mc:AlternateContent xmlns:mc="http://schemas.openxmlformats.org/markup-compatibility/2006" xmlns:p14="http://schemas.microsoft.com/office/powerpoint/2010/main">
        <mc:Choice Requires="p14">
          <p:contentPart p14:bwMode="auto" r:id="rId36">
            <p14:nvContentPartPr>
              <p14:cNvPr id="1053417" name="墨迹 1053416"/>
              <p14:cNvContentPartPr/>
              <p14:nvPr/>
            </p14:nvContentPartPr>
            <p14:xfrm>
              <a:off x="3666695" y="3494017"/>
              <a:ext cx="141274" cy="73597"/>
            </p14:xfrm>
          </p:contentPart>
        </mc:Choice>
        <mc:Fallback xmlns="">
          <p:sp>
            <p:nvSpPr>
              <p:cNvPr id="1053417" name=""/>
              <p:cNvSpPr/>
              <p:nvPr/>
            </p:nvSpPr>
            <p:spPr>
              <a:xfrm>
                <a:off x="3666695" y="3494017"/>
                <a:ext cx="141274" cy="73597"/>
              </a:xfrm>
            </p:spPr>
          </p:sp>
        </mc:Fallback>
      </mc:AlternateContent>
      <mc:AlternateContent xmlns:mc="http://schemas.openxmlformats.org/markup-compatibility/2006" xmlns:p14="http://schemas.microsoft.com/office/powerpoint/2010/main">
        <mc:Choice Requires="p14">
          <p:contentPart p14:bwMode="auto" r:id="rId37">
            <p14:nvContentPartPr>
              <p14:cNvPr id="1053418" name="墨迹 1053417"/>
              <p14:cNvContentPartPr/>
              <p14:nvPr/>
            </p14:nvContentPartPr>
            <p14:xfrm>
              <a:off x="3776535" y="3438970"/>
              <a:ext cx="13181" cy="223613"/>
            </p14:xfrm>
          </p:contentPart>
        </mc:Choice>
        <mc:Fallback xmlns="">
          <p:sp>
            <p:nvSpPr>
              <p:cNvPr id="1053418" name=""/>
              <p:cNvSpPr/>
              <p:nvPr/>
            </p:nvSpPr>
            <p:spPr>
              <a:xfrm>
                <a:off x="3776535" y="3438970"/>
                <a:ext cx="13181" cy="223613"/>
              </a:xfrm>
            </p:spPr>
          </p:sp>
        </mc:Fallback>
      </mc:AlternateContent>
      <mc:AlternateContent xmlns:mc="http://schemas.openxmlformats.org/markup-compatibility/2006" xmlns:p14="http://schemas.microsoft.com/office/powerpoint/2010/main">
        <mc:Choice Requires="p14">
          <p:contentPart p14:bwMode="auto" r:id="rId38">
            <p14:nvContentPartPr>
              <p14:cNvPr id="1053419" name="墨迹 1053418"/>
              <p14:cNvContentPartPr/>
              <p14:nvPr/>
            </p14:nvContentPartPr>
            <p14:xfrm>
              <a:off x="3674255" y="3605986"/>
              <a:ext cx="342326" cy="206468"/>
            </p14:xfrm>
          </p:contentPart>
        </mc:Choice>
        <mc:Fallback xmlns="">
          <p:sp>
            <p:nvSpPr>
              <p:cNvPr id="1053419" name=""/>
              <p:cNvSpPr/>
              <p:nvPr/>
            </p:nvSpPr>
            <p:spPr>
              <a:xfrm>
                <a:off x="3674255" y="3605986"/>
                <a:ext cx="342326" cy="206468"/>
              </a:xfrm>
            </p:spPr>
          </p:sp>
        </mc:Fallback>
      </mc:AlternateContent>
      <mc:AlternateContent xmlns:mc="http://schemas.openxmlformats.org/markup-compatibility/2006" xmlns:p14="http://schemas.microsoft.com/office/powerpoint/2010/main">
        <mc:Choice Requires="p14">
          <p:contentPart p14:bwMode="auto" r:id="rId39">
            <p14:nvContentPartPr>
              <p14:cNvPr id="1053420" name="墨迹 1053419"/>
              <p14:cNvContentPartPr/>
              <p14:nvPr/>
            </p14:nvContentPartPr>
            <p14:xfrm>
              <a:off x="4002081" y="3273954"/>
              <a:ext cx="36407" cy="181979"/>
            </p14:xfrm>
          </p:contentPart>
        </mc:Choice>
        <mc:Fallback xmlns="">
          <p:sp>
            <p:nvSpPr>
              <p:cNvPr id="1053420" name=""/>
              <p:cNvSpPr/>
              <p:nvPr/>
            </p:nvSpPr>
            <p:spPr>
              <a:xfrm>
                <a:off x="4002081" y="3273954"/>
                <a:ext cx="36407" cy="181979"/>
              </a:xfrm>
            </p:spPr>
          </p:sp>
        </mc:Fallback>
      </mc:AlternateContent>
      <mc:AlternateContent xmlns:mc="http://schemas.openxmlformats.org/markup-compatibility/2006" xmlns:p14="http://schemas.microsoft.com/office/powerpoint/2010/main">
        <mc:Choice Requires="p14">
          <p:contentPart p14:bwMode="auto" r:id="rId40">
            <p14:nvContentPartPr>
              <p14:cNvPr id="1053421" name="墨迹 1053420"/>
              <p14:cNvContentPartPr/>
              <p14:nvPr/>
            </p14:nvContentPartPr>
            <p14:xfrm>
              <a:off x="4052939" y="3200067"/>
              <a:ext cx="190698" cy="204266"/>
            </p14:xfrm>
          </p:contentPart>
        </mc:Choice>
        <mc:Fallback xmlns="">
          <p:sp>
            <p:nvSpPr>
              <p:cNvPr id="1053421" name=""/>
              <p:cNvSpPr/>
              <p:nvPr/>
            </p:nvSpPr>
            <p:spPr>
              <a:xfrm>
                <a:off x="4052939" y="3200067"/>
                <a:ext cx="190698" cy="204266"/>
              </a:xfrm>
            </p:spPr>
          </p:sp>
        </mc:Fallback>
      </mc:AlternateContent>
      <mc:AlternateContent xmlns:mc="http://schemas.openxmlformats.org/markup-compatibility/2006" xmlns:p14="http://schemas.microsoft.com/office/powerpoint/2010/main">
        <mc:Choice Requires="p14">
          <p:contentPart p14:bwMode="auto" r:id="rId41">
            <p14:nvContentPartPr>
              <p14:cNvPr id="1053422" name="墨迹 1053421"/>
              <p14:cNvContentPartPr/>
              <p14:nvPr/>
            </p14:nvContentPartPr>
            <p14:xfrm>
              <a:off x="4026136" y="3315386"/>
              <a:ext cx="132738" cy="118505"/>
            </p14:xfrm>
          </p:contentPart>
        </mc:Choice>
        <mc:Fallback xmlns="">
          <p:sp>
            <p:nvSpPr>
              <p:cNvPr id="1053422" name=""/>
              <p:cNvSpPr/>
              <p:nvPr/>
            </p:nvSpPr>
            <p:spPr>
              <a:xfrm>
                <a:off x="4026136" y="3315386"/>
                <a:ext cx="132738" cy="118505"/>
              </a:xfrm>
            </p:spPr>
          </p:sp>
        </mc:Fallback>
      </mc:AlternateContent>
      <mc:AlternateContent xmlns:mc="http://schemas.openxmlformats.org/markup-compatibility/2006" xmlns:p14="http://schemas.microsoft.com/office/powerpoint/2010/main">
        <mc:Choice Requires="p14">
          <p:contentPart p14:bwMode="auto" r:id="rId42">
            <p14:nvContentPartPr>
              <p14:cNvPr id="1053423" name="墨迹 1053422"/>
              <p14:cNvContentPartPr/>
              <p14:nvPr/>
            </p14:nvContentPartPr>
            <p14:xfrm>
              <a:off x="3927002" y="3427520"/>
              <a:ext cx="156176" cy="207327"/>
            </p14:xfrm>
          </p:contentPart>
        </mc:Choice>
        <mc:Fallback xmlns="">
          <p:sp>
            <p:nvSpPr>
              <p:cNvPr id="1053423" name=""/>
              <p:cNvSpPr/>
              <p:nvPr/>
            </p:nvSpPr>
            <p:spPr>
              <a:xfrm>
                <a:off x="3927002" y="3427520"/>
                <a:ext cx="156176" cy="207327"/>
              </a:xfrm>
            </p:spPr>
          </p:sp>
        </mc:Fallback>
      </mc:AlternateContent>
      <mc:AlternateContent xmlns:mc="http://schemas.openxmlformats.org/markup-compatibility/2006" xmlns:p14="http://schemas.microsoft.com/office/powerpoint/2010/main">
        <mc:Choice Requires="p14">
          <p:contentPart p14:bwMode="auto" r:id="rId43">
            <p14:nvContentPartPr>
              <p14:cNvPr id="1053424" name="墨迹 1053423"/>
              <p14:cNvContentPartPr/>
              <p14:nvPr/>
            </p14:nvContentPartPr>
            <p14:xfrm>
              <a:off x="3991192" y="3489162"/>
              <a:ext cx="233938" cy="164780"/>
            </p14:xfrm>
          </p:contentPart>
        </mc:Choice>
        <mc:Fallback xmlns="">
          <p:sp>
            <p:nvSpPr>
              <p:cNvPr id="1053424" name=""/>
              <p:cNvSpPr/>
              <p:nvPr/>
            </p:nvSpPr>
            <p:spPr>
              <a:xfrm>
                <a:off x="3991192" y="3489162"/>
                <a:ext cx="233938" cy="164780"/>
              </a:xfrm>
            </p:spPr>
          </p:sp>
        </mc:Fallback>
      </mc:AlternateContent>
      <mc:AlternateContent xmlns:mc="http://schemas.openxmlformats.org/markup-compatibility/2006" xmlns:p14="http://schemas.microsoft.com/office/powerpoint/2010/main">
        <mc:Choice Requires="p14">
          <p:contentPart p14:bwMode="auto" r:id="rId44">
            <p14:nvContentPartPr>
              <p14:cNvPr id="1053425" name="墨迹 1053424"/>
              <p14:cNvContentPartPr/>
              <p14:nvPr/>
            </p14:nvContentPartPr>
            <p14:xfrm>
              <a:off x="3995550" y="3476015"/>
              <a:ext cx="399922" cy="283852"/>
            </p14:xfrm>
          </p:contentPart>
        </mc:Choice>
        <mc:Fallback xmlns="">
          <p:sp>
            <p:nvSpPr>
              <p:cNvPr id="1053425" name=""/>
              <p:cNvSpPr/>
              <p:nvPr/>
            </p:nvSpPr>
            <p:spPr>
              <a:xfrm>
                <a:off x="3995550" y="3476015"/>
                <a:ext cx="399922" cy="283852"/>
              </a:xfrm>
            </p:spPr>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08" name="Text Box 3"/>
          <p:cNvSpPr txBox="1">
            <a:spLocks noChangeArrowheads="1"/>
          </p:cNvSpPr>
          <p:nvPr/>
        </p:nvSpPr>
        <p:spPr bwMode="auto">
          <a:xfrm>
            <a:off x="1517650" y="1614488"/>
            <a:ext cx="7391400" cy="400050"/>
          </a:xfrm>
          <a:prstGeom prst="rect">
            <a:avLst/>
          </a:prstGeom>
          <a:noFill/>
          <a:ln>
            <a:noFill/>
          </a:ln>
          <a:effectLst/>
        </p:spPr>
        <p:txBody>
          <a:bodyPr>
            <a:spAutoFit/>
          </a:bodyPr>
          <a:lstStyle/>
          <a:p>
            <a:pPr>
              <a:spcAft>
                <a:spcPct val="50000"/>
              </a:spcAft>
            </a:pPr>
            <a:r>
              <a:rPr lang="zh-CN" altLang="en-US" sz="2000" dirty="0">
                <a:solidFill>
                  <a:schemeClr val="bg1">
                    <a:lumMod val="50000"/>
                  </a:schemeClr>
                </a:solidFill>
                <a:latin typeface="黑体" panose="02010609060101010101" pitchFamily="49" charset="-122"/>
                <a:ea typeface="黑体" panose="02010609060101010101" pitchFamily="49" charset="-122"/>
                <a:sym typeface="Wingdings 2" panose="05020102010507070707" pitchFamily="18" charset="2"/>
              </a:rPr>
              <a:t> </a:t>
            </a:r>
            <a:r>
              <a:rPr lang="zh-CN" altLang="en-US" sz="2000" dirty="0">
                <a:solidFill>
                  <a:schemeClr val="bg1">
                    <a:lumMod val="50000"/>
                  </a:schemeClr>
                </a:solidFill>
                <a:latin typeface="黑体" panose="02010609060101010101" pitchFamily="49" charset="-122"/>
                <a:ea typeface="黑体" panose="02010609060101010101" pitchFamily="49" charset="-122"/>
              </a:rPr>
              <a:t>利用击中击不中变换进行物体识别</a:t>
            </a:r>
          </a:p>
        </p:txBody>
      </p:sp>
      <p:grpSp>
        <p:nvGrpSpPr>
          <p:cNvPr id="183" name="Group 55"/>
          <p:cNvGrpSpPr/>
          <p:nvPr/>
        </p:nvGrpSpPr>
        <p:grpSpPr bwMode="auto">
          <a:xfrm>
            <a:off x="2438400" y="3733800"/>
            <a:ext cx="2286000" cy="1600200"/>
            <a:chOff x="576" y="2352"/>
            <a:chExt cx="1440" cy="1008"/>
          </a:xfrm>
        </p:grpSpPr>
        <p:sp>
          <p:nvSpPr>
            <p:cNvPr id="1049409" name="Rectangle 28"/>
            <p:cNvSpPr>
              <a:spLocks noChangeArrowheads="1"/>
            </p:cNvSpPr>
            <p:nvPr/>
          </p:nvSpPr>
          <p:spPr bwMode="auto">
            <a:xfrm>
              <a:off x="576" y="2352"/>
              <a:ext cx="1440" cy="1008"/>
            </a:xfrm>
            <a:prstGeom prst="rect">
              <a:avLst/>
            </a:prstGeom>
            <a:no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10" name="Rectangle 29"/>
            <p:cNvSpPr>
              <a:spLocks noChangeArrowheads="1"/>
            </p:cNvSpPr>
            <p:nvPr/>
          </p:nvSpPr>
          <p:spPr bwMode="auto">
            <a:xfrm>
              <a:off x="768" y="2520"/>
              <a:ext cx="288" cy="420"/>
            </a:xfrm>
            <a:prstGeom prst="rect">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11" name="Rectangle 30"/>
            <p:cNvSpPr>
              <a:spLocks noChangeArrowheads="1"/>
            </p:cNvSpPr>
            <p:nvPr/>
          </p:nvSpPr>
          <p:spPr bwMode="auto">
            <a:xfrm>
              <a:off x="1248" y="2982"/>
              <a:ext cx="384" cy="294"/>
            </a:xfrm>
            <a:prstGeom prst="rect">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184" name="Group 54"/>
            <p:cNvGrpSpPr/>
            <p:nvPr/>
          </p:nvGrpSpPr>
          <p:grpSpPr bwMode="auto">
            <a:xfrm>
              <a:off x="1440" y="2562"/>
              <a:ext cx="480" cy="294"/>
              <a:chOff x="1440" y="2562"/>
              <a:chExt cx="480" cy="294"/>
            </a:xfrm>
          </p:grpSpPr>
          <p:grpSp>
            <p:nvGrpSpPr>
              <p:cNvPr id="185" name="Group 32"/>
              <p:cNvGrpSpPr/>
              <p:nvPr/>
            </p:nvGrpSpPr>
            <p:grpSpPr bwMode="auto">
              <a:xfrm>
                <a:off x="1440" y="2562"/>
                <a:ext cx="480" cy="294"/>
                <a:chOff x="1584" y="1920"/>
                <a:chExt cx="480" cy="336"/>
              </a:xfrm>
            </p:grpSpPr>
            <p:sp>
              <p:nvSpPr>
                <p:cNvPr id="1049412" name="Rectangle 33"/>
                <p:cNvSpPr>
                  <a:spLocks noChangeArrowheads="1"/>
                </p:cNvSpPr>
                <p:nvPr/>
              </p:nvSpPr>
              <p:spPr bwMode="auto">
                <a:xfrm>
                  <a:off x="1968" y="1968"/>
                  <a:ext cx="96" cy="240"/>
                </a:xfrm>
                <a:prstGeom prst="rect">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13" name="Rectangle 34"/>
                <p:cNvSpPr>
                  <a:spLocks noChangeArrowheads="1"/>
                </p:cNvSpPr>
                <p:nvPr/>
              </p:nvSpPr>
              <p:spPr bwMode="auto">
                <a:xfrm>
                  <a:off x="1584" y="1920"/>
                  <a:ext cx="384" cy="336"/>
                </a:xfrm>
                <a:prstGeom prst="rect">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414" name="Line 35"/>
              <p:cNvSpPr>
                <a:spLocks noChangeShapeType="1"/>
              </p:cNvSpPr>
              <p:nvPr/>
            </p:nvSpPr>
            <p:spPr bwMode="auto">
              <a:xfrm>
                <a:off x="1824" y="2604"/>
                <a:ext cx="0" cy="210"/>
              </a:xfrm>
              <a:prstGeom prst="line">
                <a:avLst/>
              </a:prstGeom>
              <a:noFill/>
              <a:ln w="9525">
                <a:solidFill>
                  <a:schemeClr val="accent1"/>
                </a:solidFill>
                <a:miter lim="800000"/>
                <a:headEnd/>
                <a:tailEnd/>
              </a:ln>
              <a:effectLst/>
            </p:spPr>
            <p:txBody>
              <a:bodyPr wrap="none"/>
              <a:lstStyle/>
              <a:p>
                <a:endParaRPr lang="zh-CN" altLang="en-US"/>
              </a:p>
            </p:txBody>
          </p:sp>
        </p:grpSp>
      </p:grpSp>
      <p:grpSp>
        <p:nvGrpSpPr>
          <p:cNvPr id="186" name="Group 58"/>
          <p:cNvGrpSpPr/>
          <p:nvPr/>
        </p:nvGrpSpPr>
        <p:grpSpPr bwMode="auto">
          <a:xfrm>
            <a:off x="7543800" y="3810000"/>
            <a:ext cx="2286000" cy="1600200"/>
            <a:chOff x="3792" y="2400"/>
            <a:chExt cx="1440" cy="1008"/>
          </a:xfrm>
        </p:grpSpPr>
        <p:sp>
          <p:nvSpPr>
            <p:cNvPr id="1049415" name="Rectangle 37"/>
            <p:cNvSpPr>
              <a:spLocks noChangeArrowheads="1"/>
            </p:cNvSpPr>
            <p:nvPr/>
          </p:nvSpPr>
          <p:spPr bwMode="auto">
            <a:xfrm>
              <a:off x="3792" y="2400"/>
              <a:ext cx="1440" cy="1008"/>
            </a:xfrm>
            <a:prstGeom prst="rect">
              <a:avLst/>
            </a:prstGeom>
            <a:no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16" name="Rectangle 38"/>
            <p:cNvSpPr>
              <a:spLocks noChangeArrowheads="1"/>
            </p:cNvSpPr>
            <p:nvPr/>
          </p:nvSpPr>
          <p:spPr bwMode="auto">
            <a:xfrm>
              <a:off x="3984" y="2568"/>
              <a:ext cx="288" cy="420"/>
            </a:xfrm>
            <a:prstGeom prst="rect">
              <a:avLst/>
            </a:prstGeom>
            <a:noFill/>
            <a:ln w="9525">
              <a:solidFill>
                <a:schemeClr val="tx1"/>
              </a:solidFill>
              <a:prstDash val="dash"/>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17" name="Rectangle 39"/>
            <p:cNvSpPr>
              <a:spLocks noChangeArrowheads="1"/>
            </p:cNvSpPr>
            <p:nvPr/>
          </p:nvSpPr>
          <p:spPr bwMode="auto">
            <a:xfrm>
              <a:off x="4464" y="3030"/>
              <a:ext cx="384" cy="294"/>
            </a:xfrm>
            <a:prstGeom prst="rect">
              <a:avLst/>
            </a:prstGeom>
            <a:noFill/>
            <a:ln w="9525">
              <a:solidFill>
                <a:schemeClr val="tx1"/>
              </a:solidFill>
              <a:prstDash val="dash"/>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18" name="Rectangle 40"/>
            <p:cNvSpPr>
              <a:spLocks noChangeArrowheads="1"/>
            </p:cNvSpPr>
            <p:nvPr/>
          </p:nvSpPr>
          <p:spPr bwMode="auto">
            <a:xfrm>
              <a:off x="5040" y="2652"/>
              <a:ext cx="96" cy="210"/>
            </a:xfrm>
            <a:prstGeom prst="rect">
              <a:avLst/>
            </a:prstGeom>
            <a:noFill/>
            <a:ln w="9525">
              <a:solidFill>
                <a:schemeClr val="tx1"/>
              </a:solidFill>
              <a:prstDash val="dash"/>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19" name="Rectangle 41"/>
            <p:cNvSpPr>
              <a:spLocks noChangeArrowheads="1"/>
            </p:cNvSpPr>
            <p:nvPr/>
          </p:nvSpPr>
          <p:spPr bwMode="auto">
            <a:xfrm>
              <a:off x="4656" y="2610"/>
              <a:ext cx="384" cy="294"/>
            </a:xfrm>
            <a:prstGeom prst="rect">
              <a:avLst/>
            </a:prstGeom>
            <a:noFill/>
            <a:ln w="9525">
              <a:solidFill>
                <a:schemeClr val="tx1"/>
              </a:solidFill>
              <a:prstDash val="dash"/>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20" name="Line 42"/>
            <p:cNvSpPr>
              <a:spLocks noChangeShapeType="1"/>
            </p:cNvSpPr>
            <p:nvPr/>
          </p:nvSpPr>
          <p:spPr bwMode="auto">
            <a:xfrm>
              <a:off x="5040" y="2652"/>
              <a:ext cx="0" cy="210"/>
            </a:xfrm>
            <a:prstGeom prst="line">
              <a:avLst/>
            </a:prstGeom>
            <a:noFill/>
            <a:ln w="9525">
              <a:solidFill>
                <a:schemeClr val="bg1"/>
              </a:solidFill>
              <a:miter lim="800000"/>
              <a:headEnd/>
              <a:tailEnd/>
            </a:ln>
            <a:effectLst/>
          </p:spPr>
          <p:txBody>
            <a:bodyPr wrap="none"/>
            <a:lstStyle/>
            <a:p>
              <a:endParaRPr lang="zh-CN" altLang="en-US"/>
            </a:p>
          </p:txBody>
        </p:sp>
        <p:sp>
          <p:nvSpPr>
            <p:cNvPr id="1049421" name="Oval 43"/>
            <p:cNvSpPr>
              <a:spLocks noChangeArrowheads="1"/>
            </p:cNvSpPr>
            <p:nvPr/>
          </p:nvSpPr>
          <p:spPr bwMode="auto">
            <a:xfrm>
              <a:off x="4633" y="2881"/>
              <a:ext cx="48" cy="42"/>
            </a:xfrm>
            <a:prstGeom prst="ellipse">
              <a:avLst/>
            </a:prstGeom>
            <a:solidFill>
              <a:schemeClr val="tx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187" name="Group 59"/>
          <p:cNvGrpSpPr/>
          <p:nvPr/>
        </p:nvGrpSpPr>
        <p:grpSpPr bwMode="auto">
          <a:xfrm>
            <a:off x="5410200" y="3886200"/>
            <a:ext cx="1447800" cy="1133475"/>
            <a:chOff x="2448" y="2448"/>
            <a:chExt cx="912" cy="714"/>
          </a:xfrm>
        </p:grpSpPr>
        <p:sp>
          <p:nvSpPr>
            <p:cNvPr id="1049422" name="Line 45"/>
            <p:cNvSpPr>
              <a:spLocks noChangeShapeType="1"/>
            </p:cNvSpPr>
            <p:nvPr/>
          </p:nvSpPr>
          <p:spPr bwMode="auto">
            <a:xfrm>
              <a:off x="2640" y="2448"/>
              <a:ext cx="0" cy="714"/>
            </a:xfrm>
            <a:prstGeom prst="line">
              <a:avLst/>
            </a:prstGeom>
            <a:noFill/>
            <a:ln w="9525">
              <a:solidFill>
                <a:schemeClr val="tx1"/>
              </a:solidFill>
              <a:miter lim="800000"/>
              <a:headEnd/>
              <a:tailEnd/>
            </a:ln>
            <a:effectLst/>
          </p:spPr>
          <p:txBody>
            <a:bodyPr wrap="none"/>
            <a:lstStyle/>
            <a:p>
              <a:endParaRPr lang="zh-CN" altLang="en-US"/>
            </a:p>
          </p:txBody>
        </p:sp>
        <p:sp>
          <p:nvSpPr>
            <p:cNvPr id="1049423" name="Line 46"/>
            <p:cNvSpPr>
              <a:spLocks noChangeShapeType="1"/>
            </p:cNvSpPr>
            <p:nvPr/>
          </p:nvSpPr>
          <p:spPr bwMode="auto">
            <a:xfrm>
              <a:off x="2448" y="2952"/>
              <a:ext cx="912" cy="0"/>
            </a:xfrm>
            <a:prstGeom prst="line">
              <a:avLst/>
            </a:prstGeom>
            <a:noFill/>
            <a:ln w="9525">
              <a:solidFill>
                <a:schemeClr val="tx1"/>
              </a:solidFill>
              <a:miter lim="800000"/>
              <a:headEnd/>
              <a:tailEnd/>
            </a:ln>
            <a:effectLst/>
          </p:spPr>
          <p:txBody>
            <a:bodyPr wrap="none"/>
            <a:lstStyle/>
            <a:p>
              <a:endParaRPr lang="zh-CN" altLang="en-US"/>
            </a:p>
          </p:txBody>
        </p:sp>
        <p:grpSp>
          <p:nvGrpSpPr>
            <p:cNvPr id="188" name="Group 48"/>
            <p:cNvGrpSpPr/>
            <p:nvPr/>
          </p:nvGrpSpPr>
          <p:grpSpPr bwMode="auto">
            <a:xfrm>
              <a:off x="2640" y="2658"/>
              <a:ext cx="480" cy="294"/>
              <a:chOff x="1584" y="1920"/>
              <a:chExt cx="480" cy="336"/>
            </a:xfrm>
          </p:grpSpPr>
          <p:sp>
            <p:nvSpPr>
              <p:cNvPr id="1049424" name="Rectangle 49"/>
              <p:cNvSpPr>
                <a:spLocks noChangeArrowheads="1"/>
              </p:cNvSpPr>
              <p:nvPr/>
            </p:nvSpPr>
            <p:spPr bwMode="auto">
              <a:xfrm>
                <a:off x="1968" y="1968"/>
                <a:ext cx="96" cy="240"/>
              </a:xfrm>
              <a:prstGeom prst="rect">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25" name="Rectangle 50"/>
              <p:cNvSpPr>
                <a:spLocks noChangeArrowheads="1"/>
              </p:cNvSpPr>
              <p:nvPr/>
            </p:nvSpPr>
            <p:spPr bwMode="auto">
              <a:xfrm>
                <a:off x="1584" y="1920"/>
                <a:ext cx="384" cy="336"/>
              </a:xfrm>
              <a:prstGeom prst="rect">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426" name="Line 51"/>
            <p:cNvSpPr>
              <a:spLocks noChangeShapeType="1"/>
            </p:cNvSpPr>
            <p:nvPr/>
          </p:nvSpPr>
          <p:spPr bwMode="auto">
            <a:xfrm>
              <a:off x="3024" y="2700"/>
              <a:ext cx="0" cy="210"/>
            </a:xfrm>
            <a:prstGeom prst="line">
              <a:avLst/>
            </a:prstGeom>
            <a:noFill/>
            <a:ln w="50800">
              <a:solidFill>
                <a:schemeClr val="bg1"/>
              </a:solidFill>
              <a:miter lim="800000"/>
              <a:headEnd/>
              <a:tailEnd/>
            </a:ln>
            <a:effectLst/>
          </p:spPr>
          <p:txBody>
            <a:bodyPr wrap="none"/>
            <a:lstStyle/>
            <a:p>
              <a:endParaRPr lang="zh-CN" altLang="en-US"/>
            </a:p>
          </p:txBody>
        </p:sp>
      </p:grpSp>
      <p:sp>
        <p:nvSpPr>
          <p:cNvPr id="1049427" name="Text Box 52"/>
          <p:cNvSpPr txBox="1">
            <a:spLocks noChangeArrowheads="1"/>
          </p:cNvSpPr>
          <p:nvPr/>
        </p:nvSpPr>
        <p:spPr bwMode="auto">
          <a:xfrm>
            <a:off x="3276600" y="5791200"/>
            <a:ext cx="4267200" cy="400050"/>
          </a:xfrm>
          <a:prstGeom prst="rect">
            <a:avLst/>
          </a:prstGeom>
          <a:noFill/>
          <a:ln>
            <a:noFill/>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利用与目标相同的结构元素做腐蚀</a:t>
            </a:r>
          </a:p>
        </p:txBody>
      </p:sp>
      <p:sp>
        <p:nvSpPr>
          <p:cNvPr id="1049428"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zh-CN" altLang="en-US" sz="2000" b="1" dirty="0">
                <a:solidFill>
                  <a:schemeClr val="bg1">
                    <a:lumMod val="50000"/>
                  </a:schemeClr>
                </a:solidFill>
                <a:latin typeface="黑体" panose="02010609060101010101" pitchFamily="49" charset="-122"/>
                <a:ea typeface="黑体" panose="02010609060101010101" pitchFamily="49" charset="-122"/>
              </a:rPr>
              <a:t>击中击不中变换</a:t>
            </a:r>
            <a:endParaRPr lang="zh-CN" altLang="en-US" sz="2000" b="1" dirty="0">
              <a:solidFill>
                <a:schemeClr val="bg1">
                  <a:lumMod val="50000"/>
                </a:schemeClr>
              </a:solidFill>
              <a:latin typeface="宋体" panose="02010600030101010101" pitchFamily="2" charset="-122"/>
            </a:endParaRPr>
          </a:p>
        </p:txBody>
      </p:sp>
      <p:sp>
        <p:nvSpPr>
          <p:cNvPr id="1049429" name="TextBox 27"/>
          <p:cNvSpPr txBox="1"/>
          <p:nvPr/>
        </p:nvSpPr>
        <p:spPr>
          <a:xfrm>
            <a:off x="1012825" y="177800"/>
            <a:ext cx="46151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二、 数学形态学基本算法</a:t>
            </a:r>
          </a:p>
        </p:txBody>
      </p:sp>
      <p:sp>
        <p:nvSpPr>
          <p:cNvPr id="1049430"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31" name="Text Box 3"/>
          <p:cNvSpPr txBox="1">
            <a:spLocks noChangeArrowheads="1"/>
          </p:cNvSpPr>
          <p:nvPr/>
        </p:nvSpPr>
        <p:spPr bwMode="auto">
          <a:xfrm>
            <a:off x="1517650" y="1614488"/>
            <a:ext cx="7391400" cy="400050"/>
          </a:xfrm>
          <a:prstGeom prst="rect">
            <a:avLst/>
          </a:prstGeom>
          <a:noFill/>
          <a:ln>
            <a:noFill/>
          </a:ln>
          <a:effectLst/>
        </p:spPr>
        <p:txBody>
          <a:bodyPr>
            <a:spAutoFit/>
          </a:bodyPr>
          <a:lstStyle/>
          <a:p>
            <a:pPr>
              <a:spcAft>
                <a:spcPct val="50000"/>
              </a:spcAft>
            </a:pPr>
            <a:r>
              <a:rPr lang="zh-CN" altLang="en-US" sz="2000" dirty="0">
                <a:solidFill>
                  <a:schemeClr val="bg1">
                    <a:lumMod val="50000"/>
                  </a:schemeClr>
                </a:solidFill>
                <a:latin typeface="黑体" panose="02010609060101010101" pitchFamily="49" charset="-122"/>
                <a:ea typeface="黑体" panose="02010609060101010101" pitchFamily="49" charset="-122"/>
                <a:sym typeface="Wingdings 2" panose="05020102010507070707" pitchFamily="18" charset="2"/>
              </a:rPr>
              <a:t> </a:t>
            </a:r>
            <a:r>
              <a:rPr lang="zh-CN" altLang="en-US" sz="2000" dirty="0">
                <a:solidFill>
                  <a:schemeClr val="bg1">
                    <a:lumMod val="50000"/>
                  </a:schemeClr>
                </a:solidFill>
                <a:latin typeface="黑体" panose="02010609060101010101" pitchFamily="49" charset="-122"/>
                <a:ea typeface="黑体" panose="02010609060101010101" pitchFamily="49" charset="-122"/>
              </a:rPr>
              <a:t>利用击中击不中变换细化</a:t>
            </a:r>
          </a:p>
        </p:txBody>
      </p:sp>
      <p:sp>
        <p:nvSpPr>
          <p:cNvPr id="1049432"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zh-CN" altLang="en-US" sz="2000" b="1" dirty="0">
                <a:solidFill>
                  <a:schemeClr val="bg1">
                    <a:lumMod val="50000"/>
                  </a:schemeClr>
                </a:solidFill>
                <a:latin typeface="黑体" panose="02010609060101010101" pitchFamily="49" charset="-122"/>
                <a:ea typeface="黑体" panose="02010609060101010101" pitchFamily="49" charset="-122"/>
              </a:rPr>
              <a:t>击中击不中变换</a:t>
            </a:r>
            <a:endParaRPr lang="zh-CN" altLang="en-US" sz="2000" b="1" dirty="0">
              <a:solidFill>
                <a:schemeClr val="bg1">
                  <a:lumMod val="50000"/>
                </a:schemeClr>
              </a:solidFill>
              <a:latin typeface="宋体" panose="02010600030101010101" pitchFamily="2" charset="-122"/>
            </a:endParaRPr>
          </a:p>
        </p:txBody>
      </p:sp>
      <p:sp>
        <p:nvSpPr>
          <p:cNvPr id="1049433" name="TextBox 27"/>
          <p:cNvSpPr txBox="1"/>
          <p:nvPr/>
        </p:nvSpPr>
        <p:spPr>
          <a:xfrm>
            <a:off x="1012825" y="177800"/>
            <a:ext cx="46151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二、 数学形态学基本算法</a:t>
            </a:r>
          </a:p>
        </p:txBody>
      </p:sp>
      <p:sp>
        <p:nvSpPr>
          <p:cNvPr id="1049434"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grpSp>
        <p:nvGrpSpPr>
          <p:cNvPr id="190" name="Group 516"/>
          <p:cNvGrpSpPr/>
          <p:nvPr/>
        </p:nvGrpSpPr>
        <p:grpSpPr bwMode="auto">
          <a:xfrm>
            <a:off x="5581650" y="2066925"/>
            <a:ext cx="1600200" cy="1600200"/>
            <a:chOff x="2880" y="1440"/>
            <a:chExt cx="1008" cy="1008"/>
          </a:xfrm>
        </p:grpSpPr>
        <p:grpSp>
          <p:nvGrpSpPr>
            <p:cNvPr id="191" name="Group 306"/>
            <p:cNvGrpSpPr/>
            <p:nvPr/>
          </p:nvGrpSpPr>
          <p:grpSpPr bwMode="auto">
            <a:xfrm>
              <a:off x="2880" y="1440"/>
              <a:ext cx="1008" cy="1008"/>
              <a:chOff x="1776" y="2112"/>
              <a:chExt cx="1008" cy="1008"/>
            </a:xfrm>
          </p:grpSpPr>
          <p:grpSp>
            <p:nvGrpSpPr>
              <p:cNvPr id="192" name="Group 307"/>
              <p:cNvGrpSpPr/>
              <p:nvPr/>
            </p:nvGrpSpPr>
            <p:grpSpPr bwMode="auto">
              <a:xfrm>
                <a:off x="1776" y="2256"/>
                <a:ext cx="1008" cy="720"/>
                <a:chOff x="576" y="2256"/>
                <a:chExt cx="1632" cy="720"/>
              </a:xfrm>
            </p:grpSpPr>
            <p:sp>
              <p:nvSpPr>
                <p:cNvPr id="1049435" name="Line 308"/>
                <p:cNvSpPr>
                  <a:spLocks noChangeShapeType="1"/>
                </p:cNvSpPr>
                <p:nvPr/>
              </p:nvSpPr>
              <p:spPr bwMode="auto">
                <a:xfrm>
                  <a:off x="576" y="2256"/>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436" name="Line 309"/>
                <p:cNvSpPr>
                  <a:spLocks noChangeShapeType="1"/>
                </p:cNvSpPr>
                <p:nvPr/>
              </p:nvSpPr>
              <p:spPr bwMode="auto">
                <a:xfrm>
                  <a:off x="576" y="2400"/>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437" name="Line 310"/>
                <p:cNvSpPr>
                  <a:spLocks noChangeShapeType="1"/>
                </p:cNvSpPr>
                <p:nvPr/>
              </p:nvSpPr>
              <p:spPr bwMode="auto">
                <a:xfrm flipV="1">
                  <a:off x="576" y="2544"/>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438" name="Line 311"/>
                <p:cNvSpPr>
                  <a:spLocks noChangeShapeType="1"/>
                </p:cNvSpPr>
                <p:nvPr/>
              </p:nvSpPr>
              <p:spPr bwMode="auto">
                <a:xfrm>
                  <a:off x="576" y="2688"/>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439" name="Line 312"/>
                <p:cNvSpPr>
                  <a:spLocks noChangeShapeType="1"/>
                </p:cNvSpPr>
                <p:nvPr/>
              </p:nvSpPr>
              <p:spPr bwMode="auto">
                <a:xfrm>
                  <a:off x="576" y="2832"/>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440" name="Line 313"/>
                <p:cNvSpPr>
                  <a:spLocks noChangeShapeType="1"/>
                </p:cNvSpPr>
                <p:nvPr/>
              </p:nvSpPr>
              <p:spPr bwMode="auto">
                <a:xfrm flipV="1">
                  <a:off x="576" y="2976"/>
                  <a:ext cx="1632"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193" name="Group 314"/>
              <p:cNvGrpSpPr/>
              <p:nvPr/>
            </p:nvGrpSpPr>
            <p:grpSpPr bwMode="auto">
              <a:xfrm>
                <a:off x="1920" y="2112"/>
                <a:ext cx="720" cy="1008"/>
                <a:chOff x="1920" y="2160"/>
                <a:chExt cx="720" cy="912"/>
              </a:xfrm>
            </p:grpSpPr>
            <p:sp>
              <p:nvSpPr>
                <p:cNvPr id="1049441" name="Line 315"/>
                <p:cNvSpPr>
                  <a:spLocks noChangeShapeType="1"/>
                </p:cNvSpPr>
                <p:nvPr/>
              </p:nvSpPr>
              <p:spPr bwMode="auto">
                <a:xfrm>
                  <a:off x="1920"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442" name="Line 316"/>
                <p:cNvSpPr>
                  <a:spLocks noChangeShapeType="1"/>
                </p:cNvSpPr>
                <p:nvPr/>
              </p:nvSpPr>
              <p:spPr bwMode="auto">
                <a:xfrm>
                  <a:off x="2064"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443" name="Line 317"/>
                <p:cNvSpPr>
                  <a:spLocks noChangeShapeType="1"/>
                </p:cNvSpPr>
                <p:nvPr/>
              </p:nvSpPr>
              <p:spPr bwMode="auto">
                <a:xfrm>
                  <a:off x="2208"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444" name="Line 318"/>
                <p:cNvSpPr>
                  <a:spLocks noChangeShapeType="1"/>
                </p:cNvSpPr>
                <p:nvPr/>
              </p:nvSpPr>
              <p:spPr bwMode="auto">
                <a:xfrm>
                  <a:off x="2352"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445" name="Line 319"/>
                <p:cNvSpPr>
                  <a:spLocks noChangeShapeType="1"/>
                </p:cNvSpPr>
                <p:nvPr/>
              </p:nvSpPr>
              <p:spPr bwMode="auto">
                <a:xfrm>
                  <a:off x="2496"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446" name="Line 320"/>
                <p:cNvSpPr>
                  <a:spLocks noChangeShapeType="1"/>
                </p:cNvSpPr>
                <p:nvPr/>
              </p:nvSpPr>
              <p:spPr bwMode="auto">
                <a:xfrm>
                  <a:off x="2640" y="2160"/>
                  <a:ext cx="0" cy="912"/>
                </a:xfrm>
                <a:prstGeom prst="line">
                  <a:avLst/>
                </a:prstGeom>
                <a:noFill/>
                <a:ln w="9525">
                  <a:solidFill>
                    <a:schemeClr val="tx1"/>
                  </a:solidFill>
                  <a:miter lim="800000"/>
                  <a:headEnd/>
                  <a:tailEnd/>
                </a:ln>
                <a:effectLst/>
              </p:spPr>
              <p:txBody>
                <a:bodyPr wrap="none"/>
                <a:lstStyle/>
                <a:p>
                  <a:endParaRPr lang="zh-CN" altLang="en-US"/>
                </a:p>
              </p:txBody>
            </p:sp>
          </p:grpSp>
        </p:grpSp>
        <p:grpSp>
          <p:nvGrpSpPr>
            <p:cNvPr id="194" name="Group 321"/>
            <p:cNvGrpSpPr/>
            <p:nvPr/>
          </p:nvGrpSpPr>
          <p:grpSpPr bwMode="auto">
            <a:xfrm>
              <a:off x="2999" y="1560"/>
              <a:ext cx="768" cy="768"/>
              <a:chOff x="1872" y="2256"/>
              <a:chExt cx="768" cy="768"/>
            </a:xfrm>
          </p:grpSpPr>
          <p:grpSp>
            <p:nvGrpSpPr>
              <p:cNvPr id="195" name="Group 322"/>
              <p:cNvGrpSpPr/>
              <p:nvPr/>
            </p:nvGrpSpPr>
            <p:grpSpPr bwMode="auto">
              <a:xfrm>
                <a:off x="1872" y="2256"/>
                <a:ext cx="624" cy="48"/>
                <a:chOff x="624" y="2256"/>
                <a:chExt cx="624" cy="48"/>
              </a:xfrm>
            </p:grpSpPr>
            <p:sp>
              <p:nvSpPr>
                <p:cNvPr id="1049447" name="Oval 323"/>
                <p:cNvSpPr>
                  <a:spLocks noChangeArrowheads="1"/>
                </p:cNvSpPr>
                <p:nvPr/>
              </p:nvSpPr>
              <p:spPr bwMode="auto">
                <a:xfrm>
                  <a:off x="624"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48" name="Oval 324"/>
                <p:cNvSpPr>
                  <a:spLocks noChangeArrowheads="1"/>
                </p:cNvSpPr>
                <p:nvPr/>
              </p:nvSpPr>
              <p:spPr bwMode="auto">
                <a:xfrm>
                  <a:off x="768"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49" name="Oval 325"/>
                <p:cNvSpPr>
                  <a:spLocks noChangeArrowheads="1"/>
                </p:cNvSpPr>
                <p:nvPr/>
              </p:nvSpPr>
              <p:spPr bwMode="auto">
                <a:xfrm>
                  <a:off x="912"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50" name="Oval 326"/>
                <p:cNvSpPr>
                  <a:spLocks noChangeArrowheads="1"/>
                </p:cNvSpPr>
                <p:nvPr/>
              </p:nvSpPr>
              <p:spPr bwMode="auto">
                <a:xfrm>
                  <a:off x="1056"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51" name="Oval 327"/>
                <p:cNvSpPr>
                  <a:spLocks noChangeArrowheads="1"/>
                </p:cNvSpPr>
                <p:nvPr/>
              </p:nvSpPr>
              <p:spPr bwMode="auto">
                <a:xfrm>
                  <a:off x="1200"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196" name="Group 328"/>
              <p:cNvGrpSpPr/>
              <p:nvPr/>
            </p:nvGrpSpPr>
            <p:grpSpPr bwMode="auto">
              <a:xfrm>
                <a:off x="1872" y="2400"/>
                <a:ext cx="768" cy="48"/>
                <a:chOff x="624" y="2400"/>
                <a:chExt cx="768" cy="48"/>
              </a:xfrm>
            </p:grpSpPr>
            <p:sp>
              <p:nvSpPr>
                <p:cNvPr id="1049452" name="Oval 329"/>
                <p:cNvSpPr>
                  <a:spLocks noChangeArrowheads="1"/>
                </p:cNvSpPr>
                <p:nvPr/>
              </p:nvSpPr>
              <p:spPr bwMode="auto">
                <a:xfrm>
                  <a:off x="624"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53" name="Oval 330"/>
                <p:cNvSpPr>
                  <a:spLocks noChangeArrowheads="1"/>
                </p:cNvSpPr>
                <p:nvPr/>
              </p:nvSpPr>
              <p:spPr bwMode="auto">
                <a:xfrm>
                  <a:off x="768"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54" name="Oval 331"/>
                <p:cNvSpPr>
                  <a:spLocks noChangeArrowheads="1"/>
                </p:cNvSpPr>
                <p:nvPr/>
              </p:nvSpPr>
              <p:spPr bwMode="auto">
                <a:xfrm>
                  <a:off x="912"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55" name="Oval 332"/>
                <p:cNvSpPr>
                  <a:spLocks noChangeArrowheads="1"/>
                </p:cNvSpPr>
                <p:nvPr/>
              </p:nvSpPr>
              <p:spPr bwMode="auto">
                <a:xfrm>
                  <a:off x="1056"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56" name="Oval 333"/>
                <p:cNvSpPr>
                  <a:spLocks noChangeArrowheads="1"/>
                </p:cNvSpPr>
                <p:nvPr/>
              </p:nvSpPr>
              <p:spPr bwMode="auto">
                <a:xfrm>
                  <a:off x="1200"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57" name="Oval 334"/>
                <p:cNvSpPr>
                  <a:spLocks noChangeArrowheads="1"/>
                </p:cNvSpPr>
                <p:nvPr/>
              </p:nvSpPr>
              <p:spPr bwMode="auto">
                <a:xfrm>
                  <a:off x="1344"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458" name="Oval 335"/>
              <p:cNvSpPr>
                <a:spLocks noChangeArrowheads="1"/>
              </p:cNvSpPr>
              <p:nvPr/>
            </p:nvSpPr>
            <p:spPr bwMode="auto">
              <a:xfrm>
                <a:off x="2016"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59" name="Oval 336"/>
              <p:cNvSpPr>
                <a:spLocks noChangeArrowheads="1"/>
              </p:cNvSpPr>
              <p:nvPr/>
            </p:nvSpPr>
            <p:spPr bwMode="auto">
              <a:xfrm>
                <a:off x="2160"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60" name="Oval 337"/>
              <p:cNvSpPr>
                <a:spLocks noChangeArrowheads="1"/>
              </p:cNvSpPr>
              <p:nvPr/>
            </p:nvSpPr>
            <p:spPr bwMode="auto">
              <a:xfrm>
                <a:off x="2304"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61" name="Oval 338"/>
              <p:cNvSpPr>
                <a:spLocks noChangeArrowheads="1"/>
              </p:cNvSpPr>
              <p:nvPr/>
            </p:nvSpPr>
            <p:spPr bwMode="auto">
              <a:xfrm>
                <a:off x="2448"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62" name="Oval 339"/>
              <p:cNvSpPr>
                <a:spLocks noChangeArrowheads="1"/>
              </p:cNvSpPr>
              <p:nvPr/>
            </p:nvSpPr>
            <p:spPr bwMode="auto">
              <a:xfrm>
                <a:off x="2592"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63" name="Oval 340"/>
              <p:cNvSpPr>
                <a:spLocks noChangeArrowheads="1"/>
              </p:cNvSpPr>
              <p:nvPr/>
            </p:nvSpPr>
            <p:spPr bwMode="auto">
              <a:xfrm>
                <a:off x="2304" y="283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64" name="Oval 341"/>
              <p:cNvSpPr>
                <a:spLocks noChangeArrowheads="1"/>
              </p:cNvSpPr>
              <p:nvPr/>
            </p:nvSpPr>
            <p:spPr bwMode="auto">
              <a:xfrm>
                <a:off x="2448" y="283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65" name="Oval 342"/>
              <p:cNvSpPr>
                <a:spLocks noChangeArrowheads="1"/>
              </p:cNvSpPr>
              <p:nvPr/>
            </p:nvSpPr>
            <p:spPr bwMode="auto">
              <a:xfrm>
                <a:off x="2592" y="283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197" name="Group 343"/>
              <p:cNvGrpSpPr/>
              <p:nvPr/>
            </p:nvGrpSpPr>
            <p:grpSpPr bwMode="auto">
              <a:xfrm>
                <a:off x="2304" y="2688"/>
                <a:ext cx="336" cy="48"/>
                <a:chOff x="1056" y="2400"/>
                <a:chExt cx="336" cy="48"/>
              </a:xfrm>
            </p:grpSpPr>
            <p:sp>
              <p:nvSpPr>
                <p:cNvPr id="1049466" name="Oval 344"/>
                <p:cNvSpPr>
                  <a:spLocks noChangeArrowheads="1"/>
                </p:cNvSpPr>
                <p:nvPr/>
              </p:nvSpPr>
              <p:spPr bwMode="auto">
                <a:xfrm>
                  <a:off x="1056"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67" name="Oval 345"/>
                <p:cNvSpPr>
                  <a:spLocks noChangeArrowheads="1"/>
                </p:cNvSpPr>
                <p:nvPr/>
              </p:nvSpPr>
              <p:spPr bwMode="auto">
                <a:xfrm>
                  <a:off x="1200"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68" name="Oval 346"/>
                <p:cNvSpPr>
                  <a:spLocks noChangeArrowheads="1"/>
                </p:cNvSpPr>
                <p:nvPr/>
              </p:nvSpPr>
              <p:spPr bwMode="auto">
                <a:xfrm>
                  <a:off x="1344"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469" name="Oval 347"/>
              <p:cNvSpPr>
                <a:spLocks noChangeArrowheads="1"/>
              </p:cNvSpPr>
              <p:nvPr/>
            </p:nvSpPr>
            <p:spPr bwMode="auto">
              <a:xfrm>
                <a:off x="2448" y="297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70" name="Oval 348"/>
              <p:cNvSpPr>
                <a:spLocks noChangeArrowheads="1"/>
              </p:cNvSpPr>
              <p:nvPr/>
            </p:nvSpPr>
            <p:spPr bwMode="auto">
              <a:xfrm>
                <a:off x="2592" y="297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198" name="Group 512"/>
          <p:cNvGrpSpPr/>
          <p:nvPr/>
        </p:nvGrpSpPr>
        <p:grpSpPr bwMode="auto">
          <a:xfrm>
            <a:off x="2160588" y="2847975"/>
            <a:ext cx="685800" cy="1085850"/>
            <a:chOff x="384" y="2064"/>
            <a:chExt cx="432" cy="684"/>
          </a:xfrm>
        </p:grpSpPr>
        <p:grpSp>
          <p:nvGrpSpPr>
            <p:cNvPr id="199" name="Group 483"/>
            <p:cNvGrpSpPr/>
            <p:nvPr/>
          </p:nvGrpSpPr>
          <p:grpSpPr bwMode="auto">
            <a:xfrm>
              <a:off x="384" y="2064"/>
              <a:ext cx="432" cy="432"/>
              <a:chOff x="3504" y="1104"/>
              <a:chExt cx="432" cy="432"/>
            </a:xfrm>
          </p:grpSpPr>
          <p:sp>
            <p:nvSpPr>
              <p:cNvPr id="1049471" name="Line 484"/>
              <p:cNvSpPr>
                <a:spLocks noChangeShapeType="1"/>
              </p:cNvSpPr>
              <p:nvPr/>
            </p:nvSpPr>
            <p:spPr bwMode="auto">
              <a:xfrm>
                <a:off x="3504" y="1392"/>
                <a:ext cx="432"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472" name="Line 485"/>
              <p:cNvSpPr>
                <a:spLocks noChangeShapeType="1"/>
              </p:cNvSpPr>
              <p:nvPr/>
            </p:nvSpPr>
            <p:spPr bwMode="auto">
              <a:xfrm flipV="1">
                <a:off x="3648" y="1104"/>
                <a:ext cx="0" cy="432"/>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473" name="Line 486"/>
              <p:cNvSpPr>
                <a:spLocks noChangeShapeType="1"/>
              </p:cNvSpPr>
              <p:nvPr/>
            </p:nvSpPr>
            <p:spPr bwMode="auto">
              <a:xfrm>
                <a:off x="3792" y="1152"/>
                <a:ext cx="0" cy="384"/>
              </a:xfrm>
              <a:prstGeom prst="line">
                <a:avLst/>
              </a:prstGeom>
              <a:noFill/>
              <a:ln w="9525">
                <a:solidFill>
                  <a:schemeClr val="tx1"/>
                </a:solidFill>
                <a:miter lim="800000"/>
                <a:headEnd/>
                <a:tailEnd/>
              </a:ln>
              <a:effectLst/>
            </p:spPr>
            <p:txBody>
              <a:bodyPr wrap="none"/>
              <a:lstStyle/>
              <a:p>
                <a:endParaRPr lang="zh-CN" altLang="en-US"/>
              </a:p>
            </p:txBody>
          </p:sp>
          <p:sp>
            <p:nvSpPr>
              <p:cNvPr id="1049474" name="Line 487"/>
              <p:cNvSpPr>
                <a:spLocks noChangeShapeType="1"/>
              </p:cNvSpPr>
              <p:nvPr/>
            </p:nvSpPr>
            <p:spPr bwMode="auto">
              <a:xfrm>
                <a:off x="3504" y="1248"/>
                <a:ext cx="432"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200" name="Group 488"/>
            <p:cNvGrpSpPr/>
            <p:nvPr/>
          </p:nvGrpSpPr>
          <p:grpSpPr bwMode="auto">
            <a:xfrm>
              <a:off x="502" y="2186"/>
              <a:ext cx="192" cy="192"/>
              <a:chOff x="3600" y="1248"/>
              <a:chExt cx="192" cy="192"/>
            </a:xfrm>
          </p:grpSpPr>
          <p:sp>
            <p:nvSpPr>
              <p:cNvPr id="1049475" name="Oval 489"/>
              <p:cNvSpPr>
                <a:spLocks noChangeArrowheads="1"/>
              </p:cNvSpPr>
              <p:nvPr/>
            </p:nvSpPr>
            <p:spPr bwMode="auto">
              <a:xfrm>
                <a:off x="3600" y="124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76" name="Oval 490"/>
              <p:cNvSpPr>
                <a:spLocks noChangeArrowheads="1"/>
              </p:cNvSpPr>
              <p:nvPr/>
            </p:nvSpPr>
            <p:spPr bwMode="auto">
              <a:xfrm>
                <a:off x="3744" y="124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77" name="Oval 491"/>
              <p:cNvSpPr>
                <a:spLocks noChangeArrowheads="1"/>
              </p:cNvSpPr>
              <p:nvPr/>
            </p:nvSpPr>
            <p:spPr bwMode="auto">
              <a:xfrm>
                <a:off x="3600" y="13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78" name="Oval 492"/>
              <p:cNvSpPr>
                <a:spLocks noChangeArrowheads="1"/>
              </p:cNvSpPr>
              <p:nvPr/>
            </p:nvSpPr>
            <p:spPr bwMode="auto">
              <a:xfrm>
                <a:off x="3744" y="13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479" name="Text Box 503"/>
            <p:cNvSpPr txBox="1">
              <a:spLocks noChangeArrowheads="1"/>
            </p:cNvSpPr>
            <p:nvPr/>
          </p:nvSpPr>
          <p:spPr bwMode="auto">
            <a:xfrm>
              <a:off x="528" y="2496"/>
              <a:ext cx="215" cy="25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dirty="0">
                  <a:latin typeface="Times New Roman" panose="02020603050405020304" pitchFamily="18" charset="0"/>
                  <a:cs typeface="Times New Roman" panose="02020603050405020304" pitchFamily="18" charset="0"/>
                </a:rPr>
                <a:t>E</a:t>
              </a:r>
            </a:p>
          </p:txBody>
        </p:sp>
      </p:grpSp>
      <p:grpSp>
        <p:nvGrpSpPr>
          <p:cNvPr id="201" name="Group 522"/>
          <p:cNvGrpSpPr/>
          <p:nvPr/>
        </p:nvGrpSpPr>
        <p:grpSpPr bwMode="auto">
          <a:xfrm>
            <a:off x="2160588" y="4600575"/>
            <a:ext cx="609600" cy="1085850"/>
            <a:chOff x="384" y="3168"/>
            <a:chExt cx="384" cy="684"/>
          </a:xfrm>
        </p:grpSpPr>
        <p:grpSp>
          <p:nvGrpSpPr>
            <p:cNvPr id="202" name="Group 494"/>
            <p:cNvGrpSpPr/>
            <p:nvPr/>
          </p:nvGrpSpPr>
          <p:grpSpPr bwMode="auto">
            <a:xfrm>
              <a:off x="384" y="3168"/>
              <a:ext cx="384" cy="384"/>
              <a:chOff x="4176" y="1344"/>
              <a:chExt cx="384" cy="384"/>
            </a:xfrm>
          </p:grpSpPr>
          <p:sp>
            <p:nvSpPr>
              <p:cNvPr id="1049480" name="Line 495"/>
              <p:cNvSpPr>
                <a:spLocks noChangeShapeType="1"/>
              </p:cNvSpPr>
              <p:nvPr/>
            </p:nvSpPr>
            <p:spPr bwMode="auto">
              <a:xfrm>
                <a:off x="4176" y="1488"/>
                <a:ext cx="384"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481" name="Line 496"/>
              <p:cNvSpPr>
                <a:spLocks noChangeShapeType="1"/>
              </p:cNvSpPr>
              <p:nvPr/>
            </p:nvSpPr>
            <p:spPr bwMode="auto">
              <a:xfrm flipV="1">
                <a:off x="4416" y="1344"/>
                <a:ext cx="0" cy="384"/>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482" name="Line 497"/>
              <p:cNvSpPr>
                <a:spLocks noChangeShapeType="1"/>
              </p:cNvSpPr>
              <p:nvPr/>
            </p:nvSpPr>
            <p:spPr bwMode="auto">
              <a:xfrm>
                <a:off x="4272" y="1392"/>
                <a:ext cx="0" cy="336"/>
              </a:xfrm>
              <a:prstGeom prst="line">
                <a:avLst/>
              </a:prstGeom>
              <a:noFill/>
              <a:ln w="9525">
                <a:solidFill>
                  <a:schemeClr val="tx1"/>
                </a:solidFill>
                <a:miter lim="800000"/>
                <a:headEnd/>
                <a:tailEnd/>
              </a:ln>
              <a:effectLst/>
            </p:spPr>
            <p:txBody>
              <a:bodyPr wrap="none"/>
              <a:lstStyle/>
              <a:p>
                <a:endParaRPr lang="zh-CN" altLang="en-US"/>
              </a:p>
            </p:txBody>
          </p:sp>
          <p:sp>
            <p:nvSpPr>
              <p:cNvPr id="1049483" name="Line 498"/>
              <p:cNvSpPr>
                <a:spLocks noChangeShapeType="1"/>
              </p:cNvSpPr>
              <p:nvPr/>
            </p:nvSpPr>
            <p:spPr bwMode="auto">
              <a:xfrm>
                <a:off x="4176" y="1632"/>
                <a:ext cx="384"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203" name="Group 499"/>
            <p:cNvGrpSpPr/>
            <p:nvPr/>
          </p:nvGrpSpPr>
          <p:grpSpPr bwMode="auto">
            <a:xfrm>
              <a:off x="454" y="3288"/>
              <a:ext cx="192" cy="192"/>
              <a:chOff x="4224" y="1488"/>
              <a:chExt cx="192" cy="192"/>
            </a:xfrm>
          </p:grpSpPr>
          <p:sp>
            <p:nvSpPr>
              <p:cNvPr id="1049484" name="Oval 500"/>
              <p:cNvSpPr>
                <a:spLocks noChangeArrowheads="1"/>
              </p:cNvSpPr>
              <p:nvPr/>
            </p:nvSpPr>
            <p:spPr bwMode="auto">
              <a:xfrm flipH="1">
                <a:off x="4224" y="148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85" name="Oval 501"/>
              <p:cNvSpPr>
                <a:spLocks noChangeArrowheads="1"/>
              </p:cNvSpPr>
              <p:nvPr/>
            </p:nvSpPr>
            <p:spPr bwMode="auto">
              <a:xfrm flipH="1">
                <a:off x="4368" y="163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486" name="Oval 502"/>
              <p:cNvSpPr>
                <a:spLocks noChangeArrowheads="1"/>
              </p:cNvSpPr>
              <p:nvPr/>
            </p:nvSpPr>
            <p:spPr bwMode="auto">
              <a:xfrm flipH="1">
                <a:off x="4224" y="163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487" name="Text Box 504"/>
            <p:cNvSpPr txBox="1">
              <a:spLocks noChangeArrowheads="1"/>
            </p:cNvSpPr>
            <p:nvPr/>
          </p:nvSpPr>
          <p:spPr bwMode="auto">
            <a:xfrm>
              <a:off x="432" y="3600"/>
              <a:ext cx="215" cy="25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dirty="0">
                  <a:latin typeface="Times New Roman" panose="02020603050405020304" pitchFamily="18" charset="0"/>
                  <a:cs typeface="Times New Roman" panose="02020603050405020304" pitchFamily="18" charset="0"/>
                </a:rPr>
                <a:t>F</a:t>
              </a:r>
            </a:p>
          </p:txBody>
        </p:sp>
      </p:grpSp>
      <p:grpSp>
        <p:nvGrpSpPr>
          <p:cNvPr id="204" name="Group 514"/>
          <p:cNvGrpSpPr/>
          <p:nvPr/>
        </p:nvGrpSpPr>
        <p:grpSpPr bwMode="auto">
          <a:xfrm>
            <a:off x="3219450" y="2066925"/>
            <a:ext cx="1905000" cy="1838325"/>
            <a:chOff x="1392" y="1440"/>
            <a:chExt cx="1200" cy="1158"/>
          </a:xfrm>
        </p:grpSpPr>
        <p:grpSp>
          <p:nvGrpSpPr>
            <p:cNvPr id="205" name="Group 259"/>
            <p:cNvGrpSpPr/>
            <p:nvPr/>
          </p:nvGrpSpPr>
          <p:grpSpPr bwMode="auto">
            <a:xfrm>
              <a:off x="1584" y="1440"/>
              <a:ext cx="1008" cy="1008"/>
              <a:chOff x="1776" y="2112"/>
              <a:chExt cx="1008" cy="1008"/>
            </a:xfrm>
          </p:grpSpPr>
          <p:grpSp>
            <p:nvGrpSpPr>
              <p:cNvPr id="206" name="Group 260"/>
              <p:cNvGrpSpPr/>
              <p:nvPr/>
            </p:nvGrpSpPr>
            <p:grpSpPr bwMode="auto">
              <a:xfrm>
                <a:off x="1776" y="2256"/>
                <a:ext cx="1008" cy="720"/>
                <a:chOff x="576" y="2256"/>
                <a:chExt cx="1632" cy="720"/>
              </a:xfrm>
            </p:grpSpPr>
            <p:sp>
              <p:nvSpPr>
                <p:cNvPr id="1049488" name="Line 261"/>
                <p:cNvSpPr>
                  <a:spLocks noChangeShapeType="1"/>
                </p:cNvSpPr>
                <p:nvPr/>
              </p:nvSpPr>
              <p:spPr bwMode="auto">
                <a:xfrm>
                  <a:off x="576" y="2256"/>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489" name="Line 262"/>
                <p:cNvSpPr>
                  <a:spLocks noChangeShapeType="1"/>
                </p:cNvSpPr>
                <p:nvPr/>
              </p:nvSpPr>
              <p:spPr bwMode="auto">
                <a:xfrm>
                  <a:off x="576" y="2400"/>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490" name="Line 263"/>
                <p:cNvSpPr>
                  <a:spLocks noChangeShapeType="1"/>
                </p:cNvSpPr>
                <p:nvPr/>
              </p:nvSpPr>
              <p:spPr bwMode="auto">
                <a:xfrm flipV="1">
                  <a:off x="576" y="2544"/>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491" name="Line 264"/>
                <p:cNvSpPr>
                  <a:spLocks noChangeShapeType="1"/>
                </p:cNvSpPr>
                <p:nvPr/>
              </p:nvSpPr>
              <p:spPr bwMode="auto">
                <a:xfrm>
                  <a:off x="576" y="2688"/>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492" name="Line 265"/>
                <p:cNvSpPr>
                  <a:spLocks noChangeShapeType="1"/>
                </p:cNvSpPr>
                <p:nvPr/>
              </p:nvSpPr>
              <p:spPr bwMode="auto">
                <a:xfrm>
                  <a:off x="576" y="2832"/>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493" name="Line 266"/>
                <p:cNvSpPr>
                  <a:spLocks noChangeShapeType="1"/>
                </p:cNvSpPr>
                <p:nvPr/>
              </p:nvSpPr>
              <p:spPr bwMode="auto">
                <a:xfrm flipV="1">
                  <a:off x="576" y="2976"/>
                  <a:ext cx="1632"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207" name="Group 267"/>
              <p:cNvGrpSpPr/>
              <p:nvPr/>
            </p:nvGrpSpPr>
            <p:grpSpPr bwMode="auto">
              <a:xfrm>
                <a:off x="1920" y="2112"/>
                <a:ext cx="720" cy="1008"/>
                <a:chOff x="1920" y="2160"/>
                <a:chExt cx="720" cy="912"/>
              </a:xfrm>
            </p:grpSpPr>
            <p:sp>
              <p:nvSpPr>
                <p:cNvPr id="1049494" name="Line 268"/>
                <p:cNvSpPr>
                  <a:spLocks noChangeShapeType="1"/>
                </p:cNvSpPr>
                <p:nvPr/>
              </p:nvSpPr>
              <p:spPr bwMode="auto">
                <a:xfrm>
                  <a:off x="1920"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495" name="Line 269"/>
                <p:cNvSpPr>
                  <a:spLocks noChangeShapeType="1"/>
                </p:cNvSpPr>
                <p:nvPr/>
              </p:nvSpPr>
              <p:spPr bwMode="auto">
                <a:xfrm>
                  <a:off x="2064"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496" name="Line 270"/>
                <p:cNvSpPr>
                  <a:spLocks noChangeShapeType="1"/>
                </p:cNvSpPr>
                <p:nvPr/>
              </p:nvSpPr>
              <p:spPr bwMode="auto">
                <a:xfrm>
                  <a:off x="2208"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497" name="Line 271"/>
                <p:cNvSpPr>
                  <a:spLocks noChangeShapeType="1"/>
                </p:cNvSpPr>
                <p:nvPr/>
              </p:nvSpPr>
              <p:spPr bwMode="auto">
                <a:xfrm>
                  <a:off x="2352"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498" name="Line 272"/>
                <p:cNvSpPr>
                  <a:spLocks noChangeShapeType="1"/>
                </p:cNvSpPr>
                <p:nvPr/>
              </p:nvSpPr>
              <p:spPr bwMode="auto">
                <a:xfrm>
                  <a:off x="2496"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499" name="Line 273"/>
                <p:cNvSpPr>
                  <a:spLocks noChangeShapeType="1"/>
                </p:cNvSpPr>
                <p:nvPr/>
              </p:nvSpPr>
              <p:spPr bwMode="auto">
                <a:xfrm>
                  <a:off x="2640" y="2160"/>
                  <a:ext cx="0" cy="912"/>
                </a:xfrm>
                <a:prstGeom prst="line">
                  <a:avLst/>
                </a:prstGeom>
                <a:noFill/>
                <a:ln w="9525">
                  <a:solidFill>
                    <a:schemeClr val="tx1"/>
                  </a:solidFill>
                  <a:miter lim="800000"/>
                  <a:headEnd/>
                  <a:tailEnd/>
                </a:ln>
                <a:effectLst/>
              </p:spPr>
              <p:txBody>
                <a:bodyPr wrap="none"/>
                <a:lstStyle/>
                <a:p>
                  <a:endParaRPr lang="zh-CN" altLang="en-US"/>
                </a:p>
              </p:txBody>
            </p:sp>
          </p:grpSp>
        </p:grpSp>
        <p:grpSp>
          <p:nvGrpSpPr>
            <p:cNvPr id="208" name="Group 274"/>
            <p:cNvGrpSpPr/>
            <p:nvPr/>
          </p:nvGrpSpPr>
          <p:grpSpPr bwMode="auto">
            <a:xfrm>
              <a:off x="1703" y="1560"/>
              <a:ext cx="768" cy="768"/>
              <a:chOff x="1872" y="2256"/>
              <a:chExt cx="768" cy="768"/>
            </a:xfrm>
          </p:grpSpPr>
          <p:grpSp>
            <p:nvGrpSpPr>
              <p:cNvPr id="209" name="Group 275"/>
              <p:cNvGrpSpPr/>
              <p:nvPr/>
            </p:nvGrpSpPr>
            <p:grpSpPr bwMode="auto">
              <a:xfrm>
                <a:off x="1872" y="2256"/>
                <a:ext cx="624" cy="48"/>
                <a:chOff x="624" y="2256"/>
                <a:chExt cx="624" cy="48"/>
              </a:xfrm>
            </p:grpSpPr>
            <p:sp>
              <p:nvSpPr>
                <p:cNvPr id="1049500" name="Oval 276"/>
                <p:cNvSpPr>
                  <a:spLocks noChangeArrowheads="1"/>
                </p:cNvSpPr>
                <p:nvPr/>
              </p:nvSpPr>
              <p:spPr bwMode="auto">
                <a:xfrm>
                  <a:off x="624"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01" name="Oval 277"/>
                <p:cNvSpPr>
                  <a:spLocks noChangeArrowheads="1"/>
                </p:cNvSpPr>
                <p:nvPr/>
              </p:nvSpPr>
              <p:spPr bwMode="auto">
                <a:xfrm>
                  <a:off x="768"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02" name="Oval 278"/>
                <p:cNvSpPr>
                  <a:spLocks noChangeArrowheads="1"/>
                </p:cNvSpPr>
                <p:nvPr/>
              </p:nvSpPr>
              <p:spPr bwMode="auto">
                <a:xfrm>
                  <a:off x="912"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03" name="Oval 279"/>
                <p:cNvSpPr>
                  <a:spLocks noChangeArrowheads="1"/>
                </p:cNvSpPr>
                <p:nvPr/>
              </p:nvSpPr>
              <p:spPr bwMode="auto">
                <a:xfrm>
                  <a:off x="1056"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04" name="Oval 280"/>
                <p:cNvSpPr>
                  <a:spLocks noChangeArrowheads="1"/>
                </p:cNvSpPr>
                <p:nvPr/>
              </p:nvSpPr>
              <p:spPr bwMode="auto">
                <a:xfrm>
                  <a:off x="1200"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210" name="Group 281"/>
              <p:cNvGrpSpPr/>
              <p:nvPr/>
            </p:nvGrpSpPr>
            <p:grpSpPr bwMode="auto">
              <a:xfrm>
                <a:off x="1872" y="2400"/>
                <a:ext cx="768" cy="48"/>
                <a:chOff x="624" y="2400"/>
                <a:chExt cx="768" cy="48"/>
              </a:xfrm>
            </p:grpSpPr>
            <p:sp>
              <p:nvSpPr>
                <p:cNvPr id="1049505" name="Oval 282"/>
                <p:cNvSpPr>
                  <a:spLocks noChangeArrowheads="1"/>
                </p:cNvSpPr>
                <p:nvPr/>
              </p:nvSpPr>
              <p:spPr bwMode="auto">
                <a:xfrm>
                  <a:off x="624"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06" name="Oval 283"/>
                <p:cNvSpPr>
                  <a:spLocks noChangeArrowheads="1"/>
                </p:cNvSpPr>
                <p:nvPr/>
              </p:nvSpPr>
              <p:spPr bwMode="auto">
                <a:xfrm>
                  <a:off x="768"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07" name="Oval 284"/>
                <p:cNvSpPr>
                  <a:spLocks noChangeArrowheads="1"/>
                </p:cNvSpPr>
                <p:nvPr/>
              </p:nvSpPr>
              <p:spPr bwMode="auto">
                <a:xfrm>
                  <a:off x="912"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08" name="Oval 285"/>
                <p:cNvSpPr>
                  <a:spLocks noChangeArrowheads="1"/>
                </p:cNvSpPr>
                <p:nvPr/>
              </p:nvSpPr>
              <p:spPr bwMode="auto">
                <a:xfrm>
                  <a:off x="1056"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09" name="Oval 286"/>
                <p:cNvSpPr>
                  <a:spLocks noChangeArrowheads="1"/>
                </p:cNvSpPr>
                <p:nvPr/>
              </p:nvSpPr>
              <p:spPr bwMode="auto">
                <a:xfrm>
                  <a:off x="1200"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10" name="Oval 287"/>
                <p:cNvSpPr>
                  <a:spLocks noChangeArrowheads="1"/>
                </p:cNvSpPr>
                <p:nvPr/>
              </p:nvSpPr>
              <p:spPr bwMode="auto">
                <a:xfrm>
                  <a:off x="1344"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211" name="Group 288"/>
              <p:cNvGrpSpPr/>
              <p:nvPr/>
            </p:nvGrpSpPr>
            <p:grpSpPr bwMode="auto">
              <a:xfrm>
                <a:off x="1872" y="2544"/>
                <a:ext cx="768" cy="48"/>
                <a:chOff x="720" y="2496"/>
                <a:chExt cx="768" cy="48"/>
              </a:xfrm>
            </p:grpSpPr>
            <p:sp>
              <p:nvSpPr>
                <p:cNvPr id="1049511" name="Oval 289"/>
                <p:cNvSpPr>
                  <a:spLocks noChangeArrowheads="1"/>
                </p:cNvSpPr>
                <p:nvPr/>
              </p:nvSpPr>
              <p:spPr bwMode="auto">
                <a:xfrm>
                  <a:off x="720" y="249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12" name="Oval 290"/>
                <p:cNvSpPr>
                  <a:spLocks noChangeArrowheads="1"/>
                </p:cNvSpPr>
                <p:nvPr/>
              </p:nvSpPr>
              <p:spPr bwMode="auto">
                <a:xfrm>
                  <a:off x="864" y="249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13" name="Oval 291"/>
                <p:cNvSpPr>
                  <a:spLocks noChangeArrowheads="1"/>
                </p:cNvSpPr>
                <p:nvPr/>
              </p:nvSpPr>
              <p:spPr bwMode="auto">
                <a:xfrm>
                  <a:off x="1008" y="249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14" name="Oval 292"/>
                <p:cNvSpPr>
                  <a:spLocks noChangeArrowheads="1"/>
                </p:cNvSpPr>
                <p:nvPr/>
              </p:nvSpPr>
              <p:spPr bwMode="auto">
                <a:xfrm>
                  <a:off x="1152" y="249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15" name="Oval 293"/>
                <p:cNvSpPr>
                  <a:spLocks noChangeArrowheads="1"/>
                </p:cNvSpPr>
                <p:nvPr/>
              </p:nvSpPr>
              <p:spPr bwMode="auto">
                <a:xfrm>
                  <a:off x="1296" y="249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16" name="Oval 294"/>
                <p:cNvSpPr>
                  <a:spLocks noChangeArrowheads="1"/>
                </p:cNvSpPr>
                <p:nvPr/>
              </p:nvSpPr>
              <p:spPr bwMode="auto">
                <a:xfrm>
                  <a:off x="1440" y="249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517" name="Oval 295"/>
              <p:cNvSpPr>
                <a:spLocks noChangeArrowheads="1"/>
              </p:cNvSpPr>
              <p:nvPr/>
            </p:nvSpPr>
            <p:spPr bwMode="auto">
              <a:xfrm>
                <a:off x="2304" y="283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18" name="Oval 296"/>
              <p:cNvSpPr>
                <a:spLocks noChangeArrowheads="1"/>
              </p:cNvSpPr>
              <p:nvPr/>
            </p:nvSpPr>
            <p:spPr bwMode="auto">
              <a:xfrm>
                <a:off x="2448" y="283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19" name="Oval 297"/>
              <p:cNvSpPr>
                <a:spLocks noChangeArrowheads="1"/>
              </p:cNvSpPr>
              <p:nvPr/>
            </p:nvSpPr>
            <p:spPr bwMode="auto">
              <a:xfrm>
                <a:off x="2592" y="283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212" name="Group 298"/>
              <p:cNvGrpSpPr/>
              <p:nvPr/>
            </p:nvGrpSpPr>
            <p:grpSpPr bwMode="auto">
              <a:xfrm>
                <a:off x="2304" y="2688"/>
                <a:ext cx="336" cy="48"/>
                <a:chOff x="1056" y="2400"/>
                <a:chExt cx="336" cy="48"/>
              </a:xfrm>
            </p:grpSpPr>
            <p:sp>
              <p:nvSpPr>
                <p:cNvPr id="1049520" name="Oval 299"/>
                <p:cNvSpPr>
                  <a:spLocks noChangeArrowheads="1"/>
                </p:cNvSpPr>
                <p:nvPr/>
              </p:nvSpPr>
              <p:spPr bwMode="auto">
                <a:xfrm>
                  <a:off x="1056"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21" name="Oval 300"/>
                <p:cNvSpPr>
                  <a:spLocks noChangeArrowheads="1"/>
                </p:cNvSpPr>
                <p:nvPr/>
              </p:nvSpPr>
              <p:spPr bwMode="auto">
                <a:xfrm>
                  <a:off x="1200"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22" name="Oval 301"/>
                <p:cNvSpPr>
                  <a:spLocks noChangeArrowheads="1"/>
                </p:cNvSpPr>
                <p:nvPr/>
              </p:nvSpPr>
              <p:spPr bwMode="auto">
                <a:xfrm>
                  <a:off x="1344"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523" name="Oval 302"/>
              <p:cNvSpPr>
                <a:spLocks noChangeArrowheads="1"/>
              </p:cNvSpPr>
              <p:nvPr/>
            </p:nvSpPr>
            <p:spPr bwMode="auto">
              <a:xfrm>
                <a:off x="2304" y="297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24" name="Oval 303"/>
              <p:cNvSpPr>
                <a:spLocks noChangeArrowheads="1"/>
              </p:cNvSpPr>
              <p:nvPr/>
            </p:nvSpPr>
            <p:spPr bwMode="auto">
              <a:xfrm>
                <a:off x="2448" y="297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25" name="Oval 304"/>
              <p:cNvSpPr>
                <a:spLocks noChangeArrowheads="1"/>
              </p:cNvSpPr>
              <p:nvPr/>
            </p:nvSpPr>
            <p:spPr bwMode="auto">
              <a:xfrm>
                <a:off x="2592" y="297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526" name="Text Box 505"/>
            <p:cNvSpPr txBox="1">
              <a:spLocks noChangeArrowheads="1"/>
            </p:cNvSpPr>
            <p:nvPr/>
          </p:nvSpPr>
          <p:spPr bwMode="auto">
            <a:xfrm>
              <a:off x="1392" y="2346"/>
              <a:ext cx="197" cy="25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dirty="0">
                  <a:latin typeface="Times New Roman" panose="02020603050405020304" pitchFamily="18" charset="0"/>
                  <a:cs typeface="Times New Roman" panose="02020603050405020304" pitchFamily="18" charset="0"/>
                </a:rPr>
                <a:t>S</a:t>
              </a:r>
              <a:endParaRPr lang="en-US" altLang="zh-CN" sz="2000" i="1" baseline="30000" dirty="0">
                <a:latin typeface="Times New Roman" panose="02020603050405020304" pitchFamily="18" charset="0"/>
                <a:cs typeface="Times New Roman" panose="02020603050405020304" pitchFamily="18" charset="0"/>
              </a:endParaRPr>
            </a:p>
          </p:txBody>
        </p:sp>
      </p:grpSp>
      <p:sp>
        <p:nvSpPr>
          <p:cNvPr id="1049527" name="Text Box 506"/>
          <p:cNvSpPr txBox="1">
            <a:spLocks noChangeArrowheads="1"/>
          </p:cNvSpPr>
          <p:nvPr/>
        </p:nvSpPr>
        <p:spPr bwMode="auto">
          <a:xfrm>
            <a:off x="5353050" y="3503613"/>
            <a:ext cx="412750" cy="40005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dirty="0">
                <a:latin typeface="Times New Roman" panose="02020603050405020304" pitchFamily="18" charset="0"/>
                <a:cs typeface="Times New Roman" panose="02020603050405020304" pitchFamily="18" charset="0"/>
              </a:rPr>
              <a:t>S</a:t>
            </a:r>
            <a:r>
              <a:rPr lang="en-US" altLang="zh-CN" sz="2000" i="1" baseline="30000" dirty="0">
                <a:latin typeface="Times New Roman" panose="02020603050405020304" pitchFamily="18" charset="0"/>
                <a:cs typeface="Times New Roman" panose="02020603050405020304" pitchFamily="18" charset="0"/>
              </a:rPr>
              <a:t>1</a:t>
            </a:r>
          </a:p>
        </p:txBody>
      </p:sp>
      <p:grpSp>
        <p:nvGrpSpPr>
          <p:cNvPr id="213" name="Group 517"/>
          <p:cNvGrpSpPr/>
          <p:nvPr/>
        </p:nvGrpSpPr>
        <p:grpSpPr bwMode="auto">
          <a:xfrm>
            <a:off x="7562850" y="2143125"/>
            <a:ext cx="1905000" cy="1771650"/>
            <a:chOff x="4128" y="1488"/>
            <a:chExt cx="1200" cy="1116"/>
          </a:xfrm>
        </p:grpSpPr>
        <p:grpSp>
          <p:nvGrpSpPr>
            <p:cNvPr id="214" name="Group 384"/>
            <p:cNvGrpSpPr/>
            <p:nvPr/>
          </p:nvGrpSpPr>
          <p:grpSpPr bwMode="auto">
            <a:xfrm>
              <a:off x="4320" y="1488"/>
              <a:ext cx="1008" cy="1008"/>
              <a:chOff x="1776" y="2112"/>
              <a:chExt cx="1008" cy="1008"/>
            </a:xfrm>
          </p:grpSpPr>
          <p:grpSp>
            <p:nvGrpSpPr>
              <p:cNvPr id="215" name="Group 385"/>
              <p:cNvGrpSpPr/>
              <p:nvPr/>
            </p:nvGrpSpPr>
            <p:grpSpPr bwMode="auto">
              <a:xfrm>
                <a:off x="1776" y="2256"/>
                <a:ext cx="1008" cy="720"/>
                <a:chOff x="576" y="2256"/>
                <a:chExt cx="1632" cy="720"/>
              </a:xfrm>
            </p:grpSpPr>
            <p:sp>
              <p:nvSpPr>
                <p:cNvPr id="1049528" name="Line 386"/>
                <p:cNvSpPr>
                  <a:spLocks noChangeShapeType="1"/>
                </p:cNvSpPr>
                <p:nvPr/>
              </p:nvSpPr>
              <p:spPr bwMode="auto">
                <a:xfrm>
                  <a:off x="576" y="2256"/>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529" name="Line 387"/>
                <p:cNvSpPr>
                  <a:spLocks noChangeShapeType="1"/>
                </p:cNvSpPr>
                <p:nvPr/>
              </p:nvSpPr>
              <p:spPr bwMode="auto">
                <a:xfrm>
                  <a:off x="576" y="2400"/>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530" name="Line 388"/>
                <p:cNvSpPr>
                  <a:spLocks noChangeShapeType="1"/>
                </p:cNvSpPr>
                <p:nvPr/>
              </p:nvSpPr>
              <p:spPr bwMode="auto">
                <a:xfrm flipV="1">
                  <a:off x="576" y="2544"/>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531" name="Line 389"/>
                <p:cNvSpPr>
                  <a:spLocks noChangeShapeType="1"/>
                </p:cNvSpPr>
                <p:nvPr/>
              </p:nvSpPr>
              <p:spPr bwMode="auto">
                <a:xfrm>
                  <a:off x="576" y="2688"/>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532" name="Line 390"/>
                <p:cNvSpPr>
                  <a:spLocks noChangeShapeType="1"/>
                </p:cNvSpPr>
                <p:nvPr/>
              </p:nvSpPr>
              <p:spPr bwMode="auto">
                <a:xfrm>
                  <a:off x="576" y="2832"/>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533" name="Line 391"/>
                <p:cNvSpPr>
                  <a:spLocks noChangeShapeType="1"/>
                </p:cNvSpPr>
                <p:nvPr/>
              </p:nvSpPr>
              <p:spPr bwMode="auto">
                <a:xfrm flipV="1">
                  <a:off x="576" y="2976"/>
                  <a:ext cx="1632"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216" name="Group 392"/>
              <p:cNvGrpSpPr/>
              <p:nvPr/>
            </p:nvGrpSpPr>
            <p:grpSpPr bwMode="auto">
              <a:xfrm>
                <a:off x="1920" y="2112"/>
                <a:ext cx="720" cy="1008"/>
                <a:chOff x="1920" y="2160"/>
                <a:chExt cx="720" cy="912"/>
              </a:xfrm>
            </p:grpSpPr>
            <p:sp>
              <p:nvSpPr>
                <p:cNvPr id="1049534" name="Line 393"/>
                <p:cNvSpPr>
                  <a:spLocks noChangeShapeType="1"/>
                </p:cNvSpPr>
                <p:nvPr/>
              </p:nvSpPr>
              <p:spPr bwMode="auto">
                <a:xfrm>
                  <a:off x="1920"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535" name="Line 394"/>
                <p:cNvSpPr>
                  <a:spLocks noChangeShapeType="1"/>
                </p:cNvSpPr>
                <p:nvPr/>
              </p:nvSpPr>
              <p:spPr bwMode="auto">
                <a:xfrm>
                  <a:off x="2064"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536" name="Line 395"/>
                <p:cNvSpPr>
                  <a:spLocks noChangeShapeType="1"/>
                </p:cNvSpPr>
                <p:nvPr/>
              </p:nvSpPr>
              <p:spPr bwMode="auto">
                <a:xfrm>
                  <a:off x="2208"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537" name="Line 396"/>
                <p:cNvSpPr>
                  <a:spLocks noChangeShapeType="1"/>
                </p:cNvSpPr>
                <p:nvPr/>
              </p:nvSpPr>
              <p:spPr bwMode="auto">
                <a:xfrm>
                  <a:off x="2352"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538" name="Line 397"/>
                <p:cNvSpPr>
                  <a:spLocks noChangeShapeType="1"/>
                </p:cNvSpPr>
                <p:nvPr/>
              </p:nvSpPr>
              <p:spPr bwMode="auto">
                <a:xfrm>
                  <a:off x="2496"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539" name="Line 398"/>
                <p:cNvSpPr>
                  <a:spLocks noChangeShapeType="1"/>
                </p:cNvSpPr>
                <p:nvPr/>
              </p:nvSpPr>
              <p:spPr bwMode="auto">
                <a:xfrm>
                  <a:off x="2640" y="2160"/>
                  <a:ext cx="0" cy="912"/>
                </a:xfrm>
                <a:prstGeom prst="line">
                  <a:avLst/>
                </a:prstGeom>
                <a:noFill/>
                <a:ln w="9525">
                  <a:solidFill>
                    <a:schemeClr val="tx1"/>
                  </a:solidFill>
                  <a:miter lim="800000"/>
                  <a:headEnd/>
                  <a:tailEnd/>
                </a:ln>
                <a:effectLst/>
              </p:spPr>
              <p:txBody>
                <a:bodyPr wrap="none"/>
                <a:lstStyle/>
                <a:p>
                  <a:endParaRPr lang="zh-CN" altLang="en-US"/>
                </a:p>
              </p:txBody>
            </p:sp>
          </p:grpSp>
        </p:grpSp>
        <p:grpSp>
          <p:nvGrpSpPr>
            <p:cNvPr id="217" name="Group 399"/>
            <p:cNvGrpSpPr/>
            <p:nvPr/>
          </p:nvGrpSpPr>
          <p:grpSpPr bwMode="auto">
            <a:xfrm>
              <a:off x="4439" y="1608"/>
              <a:ext cx="768" cy="768"/>
              <a:chOff x="3479" y="2040"/>
              <a:chExt cx="768" cy="768"/>
            </a:xfrm>
          </p:grpSpPr>
          <p:grpSp>
            <p:nvGrpSpPr>
              <p:cNvPr id="218" name="Group 400"/>
              <p:cNvGrpSpPr/>
              <p:nvPr/>
            </p:nvGrpSpPr>
            <p:grpSpPr bwMode="auto">
              <a:xfrm>
                <a:off x="3479" y="2040"/>
                <a:ext cx="624" cy="48"/>
                <a:chOff x="624" y="2256"/>
                <a:chExt cx="624" cy="48"/>
              </a:xfrm>
            </p:grpSpPr>
            <p:sp>
              <p:nvSpPr>
                <p:cNvPr id="1049540" name="Oval 401"/>
                <p:cNvSpPr>
                  <a:spLocks noChangeArrowheads="1"/>
                </p:cNvSpPr>
                <p:nvPr/>
              </p:nvSpPr>
              <p:spPr bwMode="auto">
                <a:xfrm>
                  <a:off x="624"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41" name="Oval 402"/>
                <p:cNvSpPr>
                  <a:spLocks noChangeArrowheads="1"/>
                </p:cNvSpPr>
                <p:nvPr/>
              </p:nvSpPr>
              <p:spPr bwMode="auto">
                <a:xfrm>
                  <a:off x="768"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42" name="Oval 403"/>
                <p:cNvSpPr>
                  <a:spLocks noChangeArrowheads="1"/>
                </p:cNvSpPr>
                <p:nvPr/>
              </p:nvSpPr>
              <p:spPr bwMode="auto">
                <a:xfrm>
                  <a:off x="912"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43" name="Oval 404"/>
                <p:cNvSpPr>
                  <a:spLocks noChangeArrowheads="1"/>
                </p:cNvSpPr>
                <p:nvPr/>
              </p:nvSpPr>
              <p:spPr bwMode="auto">
                <a:xfrm>
                  <a:off x="1056"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44" name="Oval 405"/>
                <p:cNvSpPr>
                  <a:spLocks noChangeArrowheads="1"/>
                </p:cNvSpPr>
                <p:nvPr/>
              </p:nvSpPr>
              <p:spPr bwMode="auto">
                <a:xfrm>
                  <a:off x="1200"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545" name="Oval 406"/>
              <p:cNvSpPr>
                <a:spLocks noChangeArrowheads="1"/>
              </p:cNvSpPr>
              <p:nvPr/>
            </p:nvSpPr>
            <p:spPr bwMode="auto">
              <a:xfrm>
                <a:off x="3623" y="218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46" name="Oval 407"/>
              <p:cNvSpPr>
                <a:spLocks noChangeArrowheads="1"/>
              </p:cNvSpPr>
              <p:nvPr/>
            </p:nvSpPr>
            <p:spPr bwMode="auto">
              <a:xfrm>
                <a:off x="3767" y="218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47" name="Oval 408"/>
              <p:cNvSpPr>
                <a:spLocks noChangeArrowheads="1"/>
              </p:cNvSpPr>
              <p:nvPr/>
            </p:nvSpPr>
            <p:spPr bwMode="auto">
              <a:xfrm>
                <a:off x="3911" y="218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48" name="Oval 409"/>
              <p:cNvSpPr>
                <a:spLocks noChangeArrowheads="1"/>
              </p:cNvSpPr>
              <p:nvPr/>
            </p:nvSpPr>
            <p:spPr bwMode="auto">
              <a:xfrm>
                <a:off x="4055" y="218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49" name="Oval 410"/>
              <p:cNvSpPr>
                <a:spLocks noChangeArrowheads="1"/>
              </p:cNvSpPr>
              <p:nvPr/>
            </p:nvSpPr>
            <p:spPr bwMode="auto">
              <a:xfrm>
                <a:off x="4199" y="218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50" name="Oval 411"/>
              <p:cNvSpPr>
                <a:spLocks noChangeArrowheads="1"/>
              </p:cNvSpPr>
              <p:nvPr/>
            </p:nvSpPr>
            <p:spPr bwMode="auto">
              <a:xfrm>
                <a:off x="3767" y="23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51" name="Oval 412"/>
              <p:cNvSpPr>
                <a:spLocks noChangeArrowheads="1"/>
              </p:cNvSpPr>
              <p:nvPr/>
            </p:nvSpPr>
            <p:spPr bwMode="auto">
              <a:xfrm>
                <a:off x="3911" y="23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52" name="Oval 413"/>
              <p:cNvSpPr>
                <a:spLocks noChangeArrowheads="1"/>
              </p:cNvSpPr>
              <p:nvPr/>
            </p:nvSpPr>
            <p:spPr bwMode="auto">
              <a:xfrm>
                <a:off x="4055" y="23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53" name="Oval 414"/>
              <p:cNvSpPr>
                <a:spLocks noChangeArrowheads="1"/>
              </p:cNvSpPr>
              <p:nvPr/>
            </p:nvSpPr>
            <p:spPr bwMode="auto">
              <a:xfrm>
                <a:off x="4199" y="23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54" name="Oval 415"/>
              <p:cNvSpPr>
                <a:spLocks noChangeArrowheads="1"/>
              </p:cNvSpPr>
              <p:nvPr/>
            </p:nvSpPr>
            <p:spPr bwMode="auto">
              <a:xfrm>
                <a:off x="4055" y="261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55" name="Oval 416"/>
              <p:cNvSpPr>
                <a:spLocks noChangeArrowheads="1"/>
              </p:cNvSpPr>
              <p:nvPr/>
            </p:nvSpPr>
            <p:spPr bwMode="auto">
              <a:xfrm>
                <a:off x="4199" y="261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219" name="Group 417"/>
              <p:cNvGrpSpPr/>
              <p:nvPr/>
            </p:nvGrpSpPr>
            <p:grpSpPr bwMode="auto">
              <a:xfrm>
                <a:off x="3911" y="2472"/>
                <a:ext cx="336" cy="48"/>
                <a:chOff x="1056" y="2400"/>
                <a:chExt cx="336" cy="48"/>
              </a:xfrm>
            </p:grpSpPr>
            <p:sp>
              <p:nvSpPr>
                <p:cNvPr id="1049556" name="Oval 418"/>
                <p:cNvSpPr>
                  <a:spLocks noChangeArrowheads="1"/>
                </p:cNvSpPr>
                <p:nvPr/>
              </p:nvSpPr>
              <p:spPr bwMode="auto">
                <a:xfrm>
                  <a:off x="1056"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57" name="Oval 419"/>
                <p:cNvSpPr>
                  <a:spLocks noChangeArrowheads="1"/>
                </p:cNvSpPr>
                <p:nvPr/>
              </p:nvSpPr>
              <p:spPr bwMode="auto">
                <a:xfrm>
                  <a:off x="1200"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58" name="Oval 420"/>
                <p:cNvSpPr>
                  <a:spLocks noChangeArrowheads="1"/>
                </p:cNvSpPr>
                <p:nvPr/>
              </p:nvSpPr>
              <p:spPr bwMode="auto">
                <a:xfrm>
                  <a:off x="1344"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559" name="Oval 421"/>
              <p:cNvSpPr>
                <a:spLocks noChangeArrowheads="1"/>
              </p:cNvSpPr>
              <p:nvPr/>
            </p:nvSpPr>
            <p:spPr bwMode="auto">
              <a:xfrm>
                <a:off x="4199" y="276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560" name="Text Box 507"/>
            <p:cNvSpPr txBox="1">
              <a:spLocks noChangeArrowheads="1"/>
            </p:cNvSpPr>
            <p:nvPr/>
          </p:nvSpPr>
          <p:spPr bwMode="auto">
            <a:xfrm>
              <a:off x="4128" y="2352"/>
              <a:ext cx="260" cy="25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dirty="0">
                  <a:latin typeface="Times New Roman" panose="02020603050405020304" pitchFamily="18" charset="0"/>
                  <a:cs typeface="Times New Roman" panose="02020603050405020304" pitchFamily="18" charset="0"/>
                </a:rPr>
                <a:t>S</a:t>
              </a:r>
              <a:r>
                <a:rPr lang="en-US" altLang="zh-CN" sz="2000" i="1" baseline="30000" dirty="0">
                  <a:latin typeface="Times New Roman" panose="02020603050405020304" pitchFamily="18" charset="0"/>
                  <a:cs typeface="Times New Roman" panose="02020603050405020304" pitchFamily="18" charset="0"/>
                </a:rPr>
                <a:t>2</a:t>
              </a:r>
            </a:p>
          </p:txBody>
        </p:sp>
      </p:grpSp>
      <p:grpSp>
        <p:nvGrpSpPr>
          <p:cNvPr id="220" name="Group 515"/>
          <p:cNvGrpSpPr/>
          <p:nvPr/>
        </p:nvGrpSpPr>
        <p:grpSpPr bwMode="auto">
          <a:xfrm>
            <a:off x="3532188" y="4371975"/>
            <a:ext cx="1860550" cy="1847850"/>
            <a:chOff x="1248" y="3024"/>
            <a:chExt cx="1172" cy="1164"/>
          </a:xfrm>
        </p:grpSpPr>
        <p:grpSp>
          <p:nvGrpSpPr>
            <p:cNvPr id="221" name="Group 350"/>
            <p:cNvGrpSpPr/>
            <p:nvPr/>
          </p:nvGrpSpPr>
          <p:grpSpPr bwMode="auto">
            <a:xfrm>
              <a:off x="1248" y="3024"/>
              <a:ext cx="1008" cy="1008"/>
              <a:chOff x="1776" y="2112"/>
              <a:chExt cx="1008" cy="1008"/>
            </a:xfrm>
          </p:grpSpPr>
          <p:grpSp>
            <p:nvGrpSpPr>
              <p:cNvPr id="222" name="Group 351"/>
              <p:cNvGrpSpPr/>
              <p:nvPr/>
            </p:nvGrpSpPr>
            <p:grpSpPr bwMode="auto">
              <a:xfrm>
                <a:off x="1776" y="2256"/>
                <a:ext cx="1008" cy="720"/>
                <a:chOff x="576" y="2256"/>
                <a:chExt cx="1632" cy="720"/>
              </a:xfrm>
            </p:grpSpPr>
            <p:sp>
              <p:nvSpPr>
                <p:cNvPr id="1049561" name="Line 352"/>
                <p:cNvSpPr>
                  <a:spLocks noChangeShapeType="1"/>
                </p:cNvSpPr>
                <p:nvPr/>
              </p:nvSpPr>
              <p:spPr bwMode="auto">
                <a:xfrm>
                  <a:off x="576" y="2256"/>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562" name="Line 353"/>
                <p:cNvSpPr>
                  <a:spLocks noChangeShapeType="1"/>
                </p:cNvSpPr>
                <p:nvPr/>
              </p:nvSpPr>
              <p:spPr bwMode="auto">
                <a:xfrm>
                  <a:off x="576" y="2400"/>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563" name="Line 354"/>
                <p:cNvSpPr>
                  <a:spLocks noChangeShapeType="1"/>
                </p:cNvSpPr>
                <p:nvPr/>
              </p:nvSpPr>
              <p:spPr bwMode="auto">
                <a:xfrm flipV="1">
                  <a:off x="576" y="2544"/>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564" name="Line 355"/>
                <p:cNvSpPr>
                  <a:spLocks noChangeShapeType="1"/>
                </p:cNvSpPr>
                <p:nvPr/>
              </p:nvSpPr>
              <p:spPr bwMode="auto">
                <a:xfrm>
                  <a:off x="576" y="2688"/>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565" name="Line 356"/>
                <p:cNvSpPr>
                  <a:spLocks noChangeShapeType="1"/>
                </p:cNvSpPr>
                <p:nvPr/>
              </p:nvSpPr>
              <p:spPr bwMode="auto">
                <a:xfrm>
                  <a:off x="576" y="2832"/>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566" name="Line 357"/>
                <p:cNvSpPr>
                  <a:spLocks noChangeShapeType="1"/>
                </p:cNvSpPr>
                <p:nvPr/>
              </p:nvSpPr>
              <p:spPr bwMode="auto">
                <a:xfrm flipV="1">
                  <a:off x="576" y="2976"/>
                  <a:ext cx="1632"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223" name="Group 358"/>
              <p:cNvGrpSpPr/>
              <p:nvPr/>
            </p:nvGrpSpPr>
            <p:grpSpPr bwMode="auto">
              <a:xfrm>
                <a:off x="1920" y="2112"/>
                <a:ext cx="720" cy="1008"/>
                <a:chOff x="1920" y="2160"/>
                <a:chExt cx="720" cy="912"/>
              </a:xfrm>
            </p:grpSpPr>
            <p:sp>
              <p:nvSpPr>
                <p:cNvPr id="1049567" name="Line 359"/>
                <p:cNvSpPr>
                  <a:spLocks noChangeShapeType="1"/>
                </p:cNvSpPr>
                <p:nvPr/>
              </p:nvSpPr>
              <p:spPr bwMode="auto">
                <a:xfrm>
                  <a:off x="1920"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568" name="Line 360"/>
                <p:cNvSpPr>
                  <a:spLocks noChangeShapeType="1"/>
                </p:cNvSpPr>
                <p:nvPr/>
              </p:nvSpPr>
              <p:spPr bwMode="auto">
                <a:xfrm>
                  <a:off x="2064"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569" name="Line 361"/>
                <p:cNvSpPr>
                  <a:spLocks noChangeShapeType="1"/>
                </p:cNvSpPr>
                <p:nvPr/>
              </p:nvSpPr>
              <p:spPr bwMode="auto">
                <a:xfrm>
                  <a:off x="2208"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570" name="Line 362"/>
                <p:cNvSpPr>
                  <a:spLocks noChangeShapeType="1"/>
                </p:cNvSpPr>
                <p:nvPr/>
              </p:nvSpPr>
              <p:spPr bwMode="auto">
                <a:xfrm>
                  <a:off x="2352"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571" name="Line 363"/>
                <p:cNvSpPr>
                  <a:spLocks noChangeShapeType="1"/>
                </p:cNvSpPr>
                <p:nvPr/>
              </p:nvSpPr>
              <p:spPr bwMode="auto">
                <a:xfrm>
                  <a:off x="2496"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572" name="Line 364"/>
                <p:cNvSpPr>
                  <a:spLocks noChangeShapeType="1"/>
                </p:cNvSpPr>
                <p:nvPr/>
              </p:nvSpPr>
              <p:spPr bwMode="auto">
                <a:xfrm>
                  <a:off x="2640" y="2160"/>
                  <a:ext cx="0" cy="912"/>
                </a:xfrm>
                <a:prstGeom prst="line">
                  <a:avLst/>
                </a:prstGeom>
                <a:noFill/>
                <a:ln w="9525">
                  <a:solidFill>
                    <a:schemeClr val="tx1"/>
                  </a:solidFill>
                  <a:miter lim="800000"/>
                  <a:headEnd/>
                  <a:tailEnd/>
                </a:ln>
                <a:effectLst/>
              </p:spPr>
              <p:txBody>
                <a:bodyPr wrap="none"/>
                <a:lstStyle/>
                <a:p>
                  <a:endParaRPr lang="zh-CN" altLang="en-US"/>
                </a:p>
              </p:txBody>
            </p:sp>
          </p:grpSp>
        </p:grpSp>
        <p:grpSp>
          <p:nvGrpSpPr>
            <p:cNvPr id="224" name="Group 365"/>
            <p:cNvGrpSpPr/>
            <p:nvPr/>
          </p:nvGrpSpPr>
          <p:grpSpPr bwMode="auto">
            <a:xfrm>
              <a:off x="1367" y="3144"/>
              <a:ext cx="768" cy="768"/>
              <a:chOff x="935" y="3096"/>
              <a:chExt cx="768" cy="768"/>
            </a:xfrm>
          </p:grpSpPr>
          <p:grpSp>
            <p:nvGrpSpPr>
              <p:cNvPr id="225" name="Group 366"/>
              <p:cNvGrpSpPr/>
              <p:nvPr/>
            </p:nvGrpSpPr>
            <p:grpSpPr bwMode="auto">
              <a:xfrm>
                <a:off x="935" y="3096"/>
                <a:ext cx="624" cy="48"/>
                <a:chOff x="624" y="2256"/>
                <a:chExt cx="624" cy="48"/>
              </a:xfrm>
            </p:grpSpPr>
            <p:sp>
              <p:nvSpPr>
                <p:cNvPr id="1049573" name="Oval 367"/>
                <p:cNvSpPr>
                  <a:spLocks noChangeArrowheads="1"/>
                </p:cNvSpPr>
                <p:nvPr/>
              </p:nvSpPr>
              <p:spPr bwMode="auto">
                <a:xfrm>
                  <a:off x="624"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74" name="Oval 368"/>
                <p:cNvSpPr>
                  <a:spLocks noChangeArrowheads="1"/>
                </p:cNvSpPr>
                <p:nvPr/>
              </p:nvSpPr>
              <p:spPr bwMode="auto">
                <a:xfrm>
                  <a:off x="768"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75" name="Oval 369"/>
                <p:cNvSpPr>
                  <a:spLocks noChangeArrowheads="1"/>
                </p:cNvSpPr>
                <p:nvPr/>
              </p:nvSpPr>
              <p:spPr bwMode="auto">
                <a:xfrm>
                  <a:off x="912"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76" name="Oval 370"/>
                <p:cNvSpPr>
                  <a:spLocks noChangeArrowheads="1"/>
                </p:cNvSpPr>
                <p:nvPr/>
              </p:nvSpPr>
              <p:spPr bwMode="auto">
                <a:xfrm>
                  <a:off x="1056"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77" name="Oval 371"/>
                <p:cNvSpPr>
                  <a:spLocks noChangeArrowheads="1"/>
                </p:cNvSpPr>
                <p:nvPr/>
              </p:nvSpPr>
              <p:spPr bwMode="auto">
                <a:xfrm>
                  <a:off x="1200"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578" name="Oval 372"/>
              <p:cNvSpPr>
                <a:spLocks noChangeArrowheads="1"/>
              </p:cNvSpPr>
              <p:nvPr/>
            </p:nvSpPr>
            <p:spPr bwMode="auto">
              <a:xfrm>
                <a:off x="1223" y="324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79" name="Oval 373"/>
              <p:cNvSpPr>
                <a:spLocks noChangeArrowheads="1"/>
              </p:cNvSpPr>
              <p:nvPr/>
            </p:nvSpPr>
            <p:spPr bwMode="auto">
              <a:xfrm>
                <a:off x="1367" y="324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80" name="Oval 374"/>
              <p:cNvSpPr>
                <a:spLocks noChangeArrowheads="1"/>
              </p:cNvSpPr>
              <p:nvPr/>
            </p:nvSpPr>
            <p:spPr bwMode="auto">
              <a:xfrm>
                <a:off x="1511" y="324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81" name="Oval 375"/>
              <p:cNvSpPr>
                <a:spLocks noChangeArrowheads="1"/>
              </p:cNvSpPr>
              <p:nvPr/>
            </p:nvSpPr>
            <p:spPr bwMode="auto">
              <a:xfrm>
                <a:off x="1655" y="324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82" name="Oval 376"/>
              <p:cNvSpPr>
                <a:spLocks noChangeArrowheads="1"/>
              </p:cNvSpPr>
              <p:nvPr/>
            </p:nvSpPr>
            <p:spPr bwMode="auto">
              <a:xfrm>
                <a:off x="1367" y="338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83" name="Oval 377"/>
              <p:cNvSpPr>
                <a:spLocks noChangeArrowheads="1"/>
              </p:cNvSpPr>
              <p:nvPr/>
            </p:nvSpPr>
            <p:spPr bwMode="auto">
              <a:xfrm>
                <a:off x="1511" y="338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84" name="Oval 378"/>
              <p:cNvSpPr>
                <a:spLocks noChangeArrowheads="1"/>
              </p:cNvSpPr>
              <p:nvPr/>
            </p:nvSpPr>
            <p:spPr bwMode="auto">
              <a:xfrm>
                <a:off x="1655" y="338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85" name="Oval 379"/>
              <p:cNvSpPr>
                <a:spLocks noChangeArrowheads="1"/>
              </p:cNvSpPr>
              <p:nvPr/>
            </p:nvSpPr>
            <p:spPr bwMode="auto">
              <a:xfrm>
                <a:off x="1655" y="367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86" name="Oval 380"/>
              <p:cNvSpPr>
                <a:spLocks noChangeArrowheads="1"/>
              </p:cNvSpPr>
              <p:nvPr/>
            </p:nvSpPr>
            <p:spPr bwMode="auto">
              <a:xfrm>
                <a:off x="1511" y="35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87" name="Oval 381"/>
              <p:cNvSpPr>
                <a:spLocks noChangeArrowheads="1"/>
              </p:cNvSpPr>
              <p:nvPr/>
            </p:nvSpPr>
            <p:spPr bwMode="auto">
              <a:xfrm>
                <a:off x="1655" y="35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588" name="Oval 382"/>
              <p:cNvSpPr>
                <a:spLocks noChangeArrowheads="1"/>
              </p:cNvSpPr>
              <p:nvPr/>
            </p:nvSpPr>
            <p:spPr bwMode="auto">
              <a:xfrm>
                <a:off x="1655" y="381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589" name="Text Box 508"/>
            <p:cNvSpPr txBox="1">
              <a:spLocks noChangeArrowheads="1"/>
            </p:cNvSpPr>
            <p:nvPr/>
          </p:nvSpPr>
          <p:spPr bwMode="auto">
            <a:xfrm>
              <a:off x="2160" y="3936"/>
              <a:ext cx="260" cy="25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dirty="0">
                  <a:latin typeface="Times New Roman" panose="02020603050405020304" pitchFamily="18" charset="0"/>
                  <a:cs typeface="Times New Roman" panose="02020603050405020304" pitchFamily="18" charset="0"/>
                </a:rPr>
                <a:t>S</a:t>
              </a:r>
              <a:r>
                <a:rPr lang="en-US" altLang="zh-CN" sz="2000" i="1" baseline="30000" dirty="0">
                  <a:latin typeface="Times New Roman" panose="02020603050405020304" pitchFamily="18" charset="0"/>
                  <a:cs typeface="Times New Roman" panose="02020603050405020304" pitchFamily="18" charset="0"/>
                </a:rPr>
                <a:t>3</a:t>
              </a:r>
            </a:p>
          </p:txBody>
        </p:sp>
      </p:grpSp>
      <p:grpSp>
        <p:nvGrpSpPr>
          <p:cNvPr id="226" name="Group 519"/>
          <p:cNvGrpSpPr/>
          <p:nvPr/>
        </p:nvGrpSpPr>
        <p:grpSpPr bwMode="auto">
          <a:xfrm>
            <a:off x="5589588" y="4371975"/>
            <a:ext cx="2012950" cy="1847850"/>
            <a:chOff x="2544" y="3024"/>
            <a:chExt cx="1268" cy="1164"/>
          </a:xfrm>
        </p:grpSpPr>
        <p:grpSp>
          <p:nvGrpSpPr>
            <p:cNvPr id="227" name="Group 423"/>
            <p:cNvGrpSpPr/>
            <p:nvPr/>
          </p:nvGrpSpPr>
          <p:grpSpPr bwMode="auto">
            <a:xfrm>
              <a:off x="2544" y="3024"/>
              <a:ext cx="1008" cy="1008"/>
              <a:chOff x="1776" y="2112"/>
              <a:chExt cx="1008" cy="1008"/>
            </a:xfrm>
          </p:grpSpPr>
          <p:grpSp>
            <p:nvGrpSpPr>
              <p:cNvPr id="228" name="Group 424"/>
              <p:cNvGrpSpPr/>
              <p:nvPr/>
            </p:nvGrpSpPr>
            <p:grpSpPr bwMode="auto">
              <a:xfrm>
                <a:off x="1776" y="2256"/>
                <a:ext cx="1008" cy="720"/>
                <a:chOff x="576" y="2256"/>
                <a:chExt cx="1632" cy="720"/>
              </a:xfrm>
            </p:grpSpPr>
            <p:sp>
              <p:nvSpPr>
                <p:cNvPr id="1049590" name="Line 425"/>
                <p:cNvSpPr>
                  <a:spLocks noChangeShapeType="1"/>
                </p:cNvSpPr>
                <p:nvPr/>
              </p:nvSpPr>
              <p:spPr bwMode="auto">
                <a:xfrm>
                  <a:off x="576" y="2256"/>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591" name="Line 426"/>
                <p:cNvSpPr>
                  <a:spLocks noChangeShapeType="1"/>
                </p:cNvSpPr>
                <p:nvPr/>
              </p:nvSpPr>
              <p:spPr bwMode="auto">
                <a:xfrm>
                  <a:off x="576" y="2400"/>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592" name="Line 427"/>
                <p:cNvSpPr>
                  <a:spLocks noChangeShapeType="1"/>
                </p:cNvSpPr>
                <p:nvPr/>
              </p:nvSpPr>
              <p:spPr bwMode="auto">
                <a:xfrm flipV="1">
                  <a:off x="576" y="2544"/>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593" name="Line 428"/>
                <p:cNvSpPr>
                  <a:spLocks noChangeShapeType="1"/>
                </p:cNvSpPr>
                <p:nvPr/>
              </p:nvSpPr>
              <p:spPr bwMode="auto">
                <a:xfrm>
                  <a:off x="576" y="2688"/>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594" name="Line 429"/>
                <p:cNvSpPr>
                  <a:spLocks noChangeShapeType="1"/>
                </p:cNvSpPr>
                <p:nvPr/>
              </p:nvSpPr>
              <p:spPr bwMode="auto">
                <a:xfrm>
                  <a:off x="576" y="2832"/>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595" name="Line 430"/>
                <p:cNvSpPr>
                  <a:spLocks noChangeShapeType="1"/>
                </p:cNvSpPr>
                <p:nvPr/>
              </p:nvSpPr>
              <p:spPr bwMode="auto">
                <a:xfrm flipV="1">
                  <a:off x="576" y="2976"/>
                  <a:ext cx="1632"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229" name="Group 431"/>
              <p:cNvGrpSpPr/>
              <p:nvPr/>
            </p:nvGrpSpPr>
            <p:grpSpPr bwMode="auto">
              <a:xfrm>
                <a:off x="1920" y="2112"/>
                <a:ext cx="720" cy="1008"/>
                <a:chOff x="1920" y="2160"/>
                <a:chExt cx="720" cy="912"/>
              </a:xfrm>
            </p:grpSpPr>
            <p:sp>
              <p:nvSpPr>
                <p:cNvPr id="1049596" name="Line 432"/>
                <p:cNvSpPr>
                  <a:spLocks noChangeShapeType="1"/>
                </p:cNvSpPr>
                <p:nvPr/>
              </p:nvSpPr>
              <p:spPr bwMode="auto">
                <a:xfrm>
                  <a:off x="1920"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597" name="Line 433"/>
                <p:cNvSpPr>
                  <a:spLocks noChangeShapeType="1"/>
                </p:cNvSpPr>
                <p:nvPr/>
              </p:nvSpPr>
              <p:spPr bwMode="auto">
                <a:xfrm>
                  <a:off x="2064"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598" name="Line 434"/>
                <p:cNvSpPr>
                  <a:spLocks noChangeShapeType="1"/>
                </p:cNvSpPr>
                <p:nvPr/>
              </p:nvSpPr>
              <p:spPr bwMode="auto">
                <a:xfrm>
                  <a:off x="2208"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599" name="Line 435"/>
                <p:cNvSpPr>
                  <a:spLocks noChangeShapeType="1"/>
                </p:cNvSpPr>
                <p:nvPr/>
              </p:nvSpPr>
              <p:spPr bwMode="auto">
                <a:xfrm>
                  <a:off x="2352"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600" name="Line 436"/>
                <p:cNvSpPr>
                  <a:spLocks noChangeShapeType="1"/>
                </p:cNvSpPr>
                <p:nvPr/>
              </p:nvSpPr>
              <p:spPr bwMode="auto">
                <a:xfrm>
                  <a:off x="2496"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601" name="Line 437"/>
                <p:cNvSpPr>
                  <a:spLocks noChangeShapeType="1"/>
                </p:cNvSpPr>
                <p:nvPr/>
              </p:nvSpPr>
              <p:spPr bwMode="auto">
                <a:xfrm>
                  <a:off x="2640" y="2160"/>
                  <a:ext cx="0" cy="912"/>
                </a:xfrm>
                <a:prstGeom prst="line">
                  <a:avLst/>
                </a:prstGeom>
                <a:noFill/>
                <a:ln w="9525">
                  <a:solidFill>
                    <a:schemeClr val="tx1"/>
                  </a:solidFill>
                  <a:miter lim="800000"/>
                  <a:headEnd/>
                  <a:tailEnd/>
                </a:ln>
                <a:effectLst/>
              </p:spPr>
              <p:txBody>
                <a:bodyPr wrap="none"/>
                <a:lstStyle/>
                <a:p>
                  <a:endParaRPr lang="zh-CN" altLang="en-US"/>
                </a:p>
              </p:txBody>
            </p:sp>
          </p:grpSp>
        </p:grpSp>
        <p:grpSp>
          <p:nvGrpSpPr>
            <p:cNvPr id="230" name="Group 438"/>
            <p:cNvGrpSpPr/>
            <p:nvPr/>
          </p:nvGrpSpPr>
          <p:grpSpPr bwMode="auto">
            <a:xfrm>
              <a:off x="2663" y="3144"/>
              <a:ext cx="768" cy="768"/>
              <a:chOff x="2231" y="3144"/>
              <a:chExt cx="768" cy="768"/>
            </a:xfrm>
          </p:grpSpPr>
          <p:grpSp>
            <p:nvGrpSpPr>
              <p:cNvPr id="231" name="Group 439"/>
              <p:cNvGrpSpPr/>
              <p:nvPr/>
            </p:nvGrpSpPr>
            <p:grpSpPr bwMode="auto">
              <a:xfrm>
                <a:off x="2231" y="3144"/>
                <a:ext cx="624" cy="48"/>
                <a:chOff x="624" y="2256"/>
                <a:chExt cx="624" cy="48"/>
              </a:xfrm>
            </p:grpSpPr>
            <p:sp>
              <p:nvSpPr>
                <p:cNvPr id="1049602" name="Oval 440"/>
                <p:cNvSpPr>
                  <a:spLocks noChangeArrowheads="1"/>
                </p:cNvSpPr>
                <p:nvPr/>
              </p:nvSpPr>
              <p:spPr bwMode="auto">
                <a:xfrm>
                  <a:off x="624"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03" name="Oval 441"/>
                <p:cNvSpPr>
                  <a:spLocks noChangeArrowheads="1"/>
                </p:cNvSpPr>
                <p:nvPr/>
              </p:nvSpPr>
              <p:spPr bwMode="auto">
                <a:xfrm>
                  <a:off x="768"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04" name="Oval 442"/>
                <p:cNvSpPr>
                  <a:spLocks noChangeArrowheads="1"/>
                </p:cNvSpPr>
                <p:nvPr/>
              </p:nvSpPr>
              <p:spPr bwMode="auto">
                <a:xfrm>
                  <a:off x="912"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05" name="Oval 443"/>
                <p:cNvSpPr>
                  <a:spLocks noChangeArrowheads="1"/>
                </p:cNvSpPr>
                <p:nvPr/>
              </p:nvSpPr>
              <p:spPr bwMode="auto">
                <a:xfrm>
                  <a:off x="1056"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06" name="Oval 444"/>
                <p:cNvSpPr>
                  <a:spLocks noChangeArrowheads="1"/>
                </p:cNvSpPr>
                <p:nvPr/>
              </p:nvSpPr>
              <p:spPr bwMode="auto">
                <a:xfrm>
                  <a:off x="1200"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607" name="Oval 445"/>
              <p:cNvSpPr>
                <a:spLocks noChangeArrowheads="1"/>
              </p:cNvSpPr>
              <p:nvPr/>
            </p:nvSpPr>
            <p:spPr bwMode="auto">
              <a:xfrm>
                <a:off x="2663" y="328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08" name="Oval 446"/>
              <p:cNvSpPr>
                <a:spLocks noChangeArrowheads="1"/>
              </p:cNvSpPr>
              <p:nvPr/>
            </p:nvSpPr>
            <p:spPr bwMode="auto">
              <a:xfrm>
                <a:off x="2807" y="328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09" name="Oval 447"/>
              <p:cNvSpPr>
                <a:spLocks noChangeArrowheads="1"/>
              </p:cNvSpPr>
              <p:nvPr/>
            </p:nvSpPr>
            <p:spPr bwMode="auto">
              <a:xfrm>
                <a:off x="2951" y="328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10" name="Oval 448"/>
              <p:cNvSpPr>
                <a:spLocks noChangeArrowheads="1"/>
              </p:cNvSpPr>
              <p:nvPr/>
            </p:nvSpPr>
            <p:spPr bwMode="auto">
              <a:xfrm>
                <a:off x="2807" y="343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11" name="Oval 449"/>
              <p:cNvSpPr>
                <a:spLocks noChangeArrowheads="1"/>
              </p:cNvSpPr>
              <p:nvPr/>
            </p:nvSpPr>
            <p:spPr bwMode="auto">
              <a:xfrm>
                <a:off x="2951" y="343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12" name="Oval 450"/>
              <p:cNvSpPr>
                <a:spLocks noChangeArrowheads="1"/>
              </p:cNvSpPr>
              <p:nvPr/>
            </p:nvSpPr>
            <p:spPr bwMode="auto">
              <a:xfrm>
                <a:off x="2951" y="372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13" name="Oval 451"/>
              <p:cNvSpPr>
                <a:spLocks noChangeArrowheads="1"/>
              </p:cNvSpPr>
              <p:nvPr/>
            </p:nvSpPr>
            <p:spPr bwMode="auto">
              <a:xfrm>
                <a:off x="2951" y="357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14" name="Oval 452"/>
              <p:cNvSpPr>
                <a:spLocks noChangeArrowheads="1"/>
              </p:cNvSpPr>
              <p:nvPr/>
            </p:nvSpPr>
            <p:spPr bwMode="auto">
              <a:xfrm>
                <a:off x="2951" y="386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615" name="Text Box 509"/>
            <p:cNvSpPr txBox="1">
              <a:spLocks noChangeArrowheads="1"/>
            </p:cNvSpPr>
            <p:nvPr/>
          </p:nvSpPr>
          <p:spPr bwMode="auto">
            <a:xfrm>
              <a:off x="3552" y="3936"/>
              <a:ext cx="260" cy="25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dirty="0">
                  <a:latin typeface="Times New Roman" panose="02020603050405020304" pitchFamily="18" charset="0"/>
                  <a:cs typeface="Times New Roman" panose="02020603050405020304" pitchFamily="18" charset="0"/>
                </a:rPr>
                <a:t>S</a:t>
              </a:r>
              <a:r>
                <a:rPr lang="en-US" altLang="zh-CN" sz="2000" i="1" baseline="30000" dirty="0">
                  <a:latin typeface="Times New Roman" panose="02020603050405020304" pitchFamily="18" charset="0"/>
                  <a:cs typeface="Times New Roman" panose="02020603050405020304" pitchFamily="18" charset="0"/>
                </a:rPr>
                <a:t>4</a:t>
              </a:r>
            </a:p>
          </p:txBody>
        </p:sp>
      </p:grpSp>
      <p:grpSp>
        <p:nvGrpSpPr>
          <p:cNvPr id="232" name="Group 518"/>
          <p:cNvGrpSpPr/>
          <p:nvPr/>
        </p:nvGrpSpPr>
        <p:grpSpPr bwMode="auto">
          <a:xfrm>
            <a:off x="7875588" y="4371975"/>
            <a:ext cx="1973262" cy="1836738"/>
            <a:chOff x="3984" y="3024"/>
            <a:chExt cx="1243" cy="1157"/>
          </a:xfrm>
        </p:grpSpPr>
        <p:grpSp>
          <p:nvGrpSpPr>
            <p:cNvPr id="233" name="Group 454"/>
            <p:cNvGrpSpPr/>
            <p:nvPr/>
          </p:nvGrpSpPr>
          <p:grpSpPr bwMode="auto">
            <a:xfrm>
              <a:off x="3984" y="3024"/>
              <a:ext cx="1008" cy="1008"/>
              <a:chOff x="1776" y="2112"/>
              <a:chExt cx="1008" cy="1008"/>
            </a:xfrm>
          </p:grpSpPr>
          <p:grpSp>
            <p:nvGrpSpPr>
              <p:cNvPr id="234" name="Group 455"/>
              <p:cNvGrpSpPr/>
              <p:nvPr/>
            </p:nvGrpSpPr>
            <p:grpSpPr bwMode="auto">
              <a:xfrm>
                <a:off x="1776" y="2256"/>
                <a:ext cx="1008" cy="720"/>
                <a:chOff x="576" y="2256"/>
                <a:chExt cx="1632" cy="720"/>
              </a:xfrm>
            </p:grpSpPr>
            <p:sp>
              <p:nvSpPr>
                <p:cNvPr id="1049616" name="Line 456"/>
                <p:cNvSpPr>
                  <a:spLocks noChangeShapeType="1"/>
                </p:cNvSpPr>
                <p:nvPr/>
              </p:nvSpPr>
              <p:spPr bwMode="auto">
                <a:xfrm>
                  <a:off x="576" y="2256"/>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617" name="Line 457"/>
                <p:cNvSpPr>
                  <a:spLocks noChangeShapeType="1"/>
                </p:cNvSpPr>
                <p:nvPr/>
              </p:nvSpPr>
              <p:spPr bwMode="auto">
                <a:xfrm>
                  <a:off x="576" y="2400"/>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618" name="Line 458"/>
                <p:cNvSpPr>
                  <a:spLocks noChangeShapeType="1"/>
                </p:cNvSpPr>
                <p:nvPr/>
              </p:nvSpPr>
              <p:spPr bwMode="auto">
                <a:xfrm flipV="1">
                  <a:off x="576" y="2544"/>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619" name="Line 459"/>
                <p:cNvSpPr>
                  <a:spLocks noChangeShapeType="1"/>
                </p:cNvSpPr>
                <p:nvPr/>
              </p:nvSpPr>
              <p:spPr bwMode="auto">
                <a:xfrm>
                  <a:off x="576" y="2688"/>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620" name="Line 460"/>
                <p:cNvSpPr>
                  <a:spLocks noChangeShapeType="1"/>
                </p:cNvSpPr>
                <p:nvPr/>
              </p:nvSpPr>
              <p:spPr bwMode="auto">
                <a:xfrm>
                  <a:off x="576" y="2832"/>
                  <a:ext cx="1632" cy="0"/>
                </a:xfrm>
                <a:prstGeom prst="line">
                  <a:avLst/>
                </a:prstGeom>
                <a:noFill/>
                <a:ln w="9525">
                  <a:solidFill>
                    <a:schemeClr val="tx1"/>
                  </a:solidFill>
                  <a:miter lim="800000"/>
                  <a:headEnd/>
                  <a:tailEnd/>
                </a:ln>
                <a:effectLst/>
              </p:spPr>
              <p:txBody>
                <a:bodyPr wrap="none"/>
                <a:lstStyle/>
                <a:p>
                  <a:endParaRPr lang="zh-CN" altLang="en-US"/>
                </a:p>
              </p:txBody>
            </p:sp>
            <p:sp>
              <p:nvSpPr>
                <p:cNvPr id="1049621" name="Line 461"/>
                <p:cNvSpPr>
                  <a:spLocks noChangeShapeType="1"/>
                </p:cNvSpPr>
                <p:nvPr/>
              </p:nvSpPr>
              <p:spPr bwMode="auto">
                <a:xfrm flipV="1">
                  <a:off x="576" y="2976"/>
                  <a:ext cx="1632"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235" name="Group 462"/>
              <p:cNvGrpSpPr/>
              <p:nvPr/>
            </p:nvGrpSpPr>
            <p:grpSpPr bwMode="auto">
              <a:xfrm>
                <a:off x="1920" y="2112"/>
                <a:ext cx="720" cy="1008"/>
                <a:chOff x="1920" y="2160"/>
                <a:chExt cx="720" cy="912"/>
              </a:xfrm>
            </p:grpSpPr>
            <p:sp>
              <p:nvSpPr>
                <p:cNvPr id="1049622" name="Line 463"/>
                <p:cNvSpPr>
                  <a:spLocks noChangeShapeType="1"/>
                </p:cNvSpPr>
                <p:nvPr/>
              </p:nvSpPr>
              <p:spPr bwMode="auto">
                <a:xfrm>
                  <a:off x="1920"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623" name="Line 464"/>
                <p:cNvSpPr>
                  <a:spLocks noChangeShapeType="1"/>
                </p:cNvSpPr>
                <p:nvPr/>
              </p:nvSpPr>
              <p:spPr bwMode="auto">
                <a:xfrm>
                  <a:off x="2064"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624" name="Line 465"/>
                <p:cNvSpPr>
                  <a:spLocks noChangeShapeType="1"/>
                </p:cNvSpPr>
                <p:nvPr/>
              </p:nvSpPr>
              <p:spPr bwMode="auto">
                <a:xfrm>
                  <a:off x="2208"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625" name="Line 466"/>
                <p:cNvSpPr>
                  <a:spLocks noChangeShapeType="1"/>
                </p:cNvSpPr>
                <p:nvPr/>
              </p:nvSpPr>
              <p:spPr bwMode="auto">
                <a:xfrm>
                  <a:off x="2352"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626" name="Line 467"/>
                <p:cNvSpPr>
                  <a:spLocks noChangeShapeType="1"/>
                </p:cNvSpPr>
                <p:nvPr/>
              </p:nvSpPr>
              <p:spPr bwMode="auto">
                <a:xfrm>
                  <a:off x="2496" y="2160"/>
                  <a:ext cx="0" cy="912"/>
                </a:xfrm>
                <a:prstGeom prst="line">
                  <a:avLst/>
                </a:prstGeom>
                <a:noFill/>
                <a:ln w="9525">
                  <a:solidFill>
                    <a:schemeClr val="tx1"/>
                  </a:solidFill>
                  <a:miter lim="800000"/>
                  <a:headEnd/>
                  <a:tailEnd/>
                </a:ln>
                <a:effectLst/>
              </p:spPr>
              <p:txBody>
                <a:bodyPr wrap="none"/>
                <a:lstStyle/>
                <a:p>
                  <a:endParaRPr lang="zh-CN" altLang="en-US"/>
                </a:p>
              </p:txBody>
            </p:sp>
            <p:sp>
              <p:nvSpPr>
                <p:cNvPr id="1049627" name="Line 468"/>
                <p:cNvSpPr>
                  <a:spLocks noChangeShapeType="1"/>
                </p:cNvSpPr>
                <p:nvPr/>
              </p:nvSpPr>
              <p:spPr bwMode="auto">
                <a:xfrm>
                  <a:off x="2640" y="2160"/>
                  <a:ext cx="0" cy="912"/>
                </a:xfrm>
                <a:prstGeom prst="line">
                  <a:avLst/>
                </a:prstGeom>
                <a:noFill/>
                <a:ln w="9525">
                  <a:solidFill>
                    <a:schemeClr val="tx1"/>
                  </a:solidFill>
                  <a:miter lim="800000"/>
                  <a:headEnd/>
                  <a:tailEnd/>
                </a:ln>
                <a:effectLst/>
              </p:spPr>
              <p:txBody>
                <a:bodyPr wrap="none"/>
                <a:lstStyle/>
                <a:p>
                  <a:endParaRPr lang="zh-CN" altLang="en-US"/>
                </a:p>
              </p:txBody>
            </p:sp>
          </p:grpSp>
        </p:grpSp>
        <p:grpSp>
          <p:nvGrpSpPr>
            <p:cNvPr id="236" name="Group 469"/>
            <p:cNvGrpSpPr/>
            <p:nvPr/>
          </p:nvGrpSpPr>
          <p:grpSpPr bwMode="auto">
            <a:xfrm>
              <a:off x="4103" y="3144"/>
              <a:ext cx="768" cy="768"/>
              <a:chOff x="3671" y="3144"/>
              <a:chExt cx="768" cy="768"/>
            </a:xfrm>
          </p:grpSpPr>
          <p:grpSp>
            <p:nvGrpSpPr>
              <p:cNvPr id="237" name="Group 470"/>
              <p:cNvGrpSpPr/>
              <p:nvPr/>
            </p:nvGrpSpPr>
            <p:grpSpPr bwMode="auto">
              <a:xfrm>
                <a:off x="3671" y="3144"/>
                <a:ext cx="624" cy="48"/>
                <a:chOff x="624" y="2256"/>
                <a:chExt cx="624" cy="48"/>
              </a:xfrm>
            </p:grpSpPr>
            <p:sp>
              <p:nvSpPr>
                <p:cNvPr id="1049628" name="Oval 471"/>
                <p:cNvSpPr>
                  <a:spLocks noChangeArrowheads="1"/>
                </p:cNvSpPr>
                <p:nvPr/>
              </p:nvSpPr>
              <p:spPr bwMode="auto">
                <a:xfrm>
                  <a:off x="624"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29" name="Oval 472"/>
                <p:cNvSpPr>
                  <a:spLocks noChangeArrowheads="1"/>
                </p:cNvSpPr>
                <p:nvPr/>
              </p:nvSpPr>
              <p:spPr bwMode="auto">
                <a:xfrm>
                  <a:off x="768"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30" name="Oval 473"/>
                <p:cNvSpPr>
                  <a:spLocks noChangeArrowheads="1"/>
                </p:cNvSpPr>
                <p:nvPr/>
              </p:nvSpPr>
              <p:spPr bwMode="auto">
                <a:xfrm>
                  <a:off x="912"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31" name="Oval 474"/>
                <p:cNvSpPr>
                  <a:spLocks noChangeArrowheads="1"/>
                </p:cNvSpPr>
                <p:nvPr/>
              </p:nvSpPr>
              <p:spPr bwMode="auto">
                <a:xfrm>
                  <a:off x="1056"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32" name="Oval 475"/>
                <p:cNvSpPr>
                  <a:spLocks noChangeArrowheads="1"/>
                </p:cNvSpPr>
                <p:nvPr/>
              </p:nvSpPr>
              <p:spPr bwMode="auto">
                <a:xfrm>
                  <a:off x="1200"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633" name="Oval 476"/>
              <p:cNvSpPr>
                <a:spLocks noChangeArrowheads="1"/>
              </p:cNvSpPr>
              <p:nvPr/>
            </p:nvSpPr>
            <p:spPr bwMode="auto">
              <a:xfrm>
                <a:off x="4247" y="328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34" name="Oval 477"/>
              <p:cNvSpPr>
                <a:spLocks noChangeArrowheads="1"/>
              </p:cNvSpPr>
              <p:nvPr/>
            </p:nvSpPr>
            <p:spPr bwMode="auto">
              <a:xfrm>
                <a:off x="4391" y="328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35" name="Oval 478"/>
              <p:cNvSpPr>
                <a:spLocks noChangeArrowheads="1"/>
              </p:cNvSpPr>
              <p:nvPr/>
            </p:nvSpPr>
            <p:spPr bwMode="auto">
              <a:xfrm>
                <a:off x="4391" y="343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36" name="Oval 479"/>
              <p:cNvSpPr>
                <a:spLocks noChangeArrowheads="1"/>
              </p:cNvSpPr>
              <p:nvPr/>
            </p:nvSpPr>
            <p:spPr bwMode="auto">
              <a:xfrm>
                <a:off x="4391" y="372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37" name="Oval 480"/>
              <p:cNvSpPr>
                <a:spLocks noChangeArrowheads="1"/>
              </p:cNvSpPr>
              <p:nvPr/>
            </p:nvSpPr>
            <p:spPr bwMode="auto">
              <a:xfrm>
                <a:off x="4391" y="357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38" name="Oval 481"/>
              <p:cNvSpPr>
                <a:spLocks noChangeArrowheads="1"/>
              </p:cNvSpPr>
              <p:nvPr/>
            </p:nvSpPr>
            <p:spPr bwMode="auto">
              <a:xfrm>
                <a:off x="4391" y="386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639" name="Text Box 510"/>
            <p:cNvSpPr txBox="1">
              <a:spLocks noChangeArrowheads="1"/>
            </p:cNvSpPr>
            <p:nvPr/>
          </p:nvSpPr>
          <p:spPr bwMode="auto">
            <a:xfrm>
              <a:off x="4967" y="3929"/>
              <a:ext cx="260" cy="25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dirty="0">
                  <a:latin typeface="Times New Roman" panose="02020603050405020304" pitchFamily="18" charset="0"/>
                  <a:cs typeface="Times New Roman" panose="02020603050405020304" pitchFamily="18" charset="0"/>
                </a:rPr>
                <a:t>S</a:t>
              </a:r>
              <a:r>
                <a:rPr lang="en-US" altLang="zh-CN" sz="2000" i="1" baseline="30000" dirty="0">
                  <a:latin typeface="Times New Roman" panose="02020603050405020304" pitchFamily="18" charset="0"/>
                  <a:cs typeface="Times New Roman" panose="02020603050405020304" pitchFamily="18" charset="0"/>
                </a:rPr>
                <a:t>5</a:t>
              </a:r>
            </a:p>
          </p:txBody>
        </p:sp>
      </p:grpSp>
      <p:sp>
        <p:nvSpPr>
          <p:cNvPr id="1049640" name="Text Box 257"/>
          <p:cNvSpPr txBox="1">
            <a:spLocks noChangeArrowheads="1"/>
          </p:cNvSpPr>
          <p:nvPr/>
        </p:nvSpPr>
        <p:spPr bwMode="auto">
          <a:xfrm>
            <a:off x="4284663" y="6248400"/>
            <a:ext cx="3230880" cy="396240"/>
          </a:xfrm>
          <a:prstGeom prst="rect">
            <a:avLst/>
          </a:prstGeom>
          <a:noFill/>
          <a:ln>
            <a:noFill/>
          </a:ln>
          <a:effectLst/>
        </p:spPr>
        <p:txBody>
          <a:bodyPr wrap="none">
            <a:spAutoFit/>
          </a:bodyPr>
          <a:lstStyle/>
          <a:p>
            <a:pPr eaLnBrk="1" hangingPunct="1"/>
            <a:r>
              <a:rPr lang="zh-CN" altLang="en-US" sz="2000" dirty="0">
                <a:solidFill>
                  <a:schemeClr val="bg1">
                    <a:lumMod val="50000"/>
                  </a:schemeClr>
                </a:solidFill>
                <a:latin typeface="黑体" panose="02010609060101010101" pitchFamily="49" charset="-122"/>
                <a:ea typeface="黑体" panose="02010609060101010101" pitchFamily="49" charset="-122"/>
              </a:rPr>
              <a:t>利用一个结构对的顺序细化</a:t>
            </a:r>
          </a:p>
        </p:txBody>
      </p:sp>
      <mc:AlternateContent xmlns:mc="http://schemas.openxmlformats.org/markup-compatibility/2006" xmlns:p14="http://schemas.microsoft.com/office/powerpoint/2010/main">
        <mc:Choice Requires="p14">
          <p:contentPart p14:bwMode="auto" r:id="rId2">
            <p14:nvContentPartPr>
              <p14:cNvPr id="1053207" name="墨迹 1053206"/>
              <p14:cNvContentPartPr/>
              <p14:nvPr/>
            </p14:nvContentPartPr>
            <p14:xfrm>
              <a:off x="1478432" y="2055742"/>
              <a:ext cx="35223" cy="38764"/>
            </p14:xfrm>
          </p:contentPart>
        </mc:Choice>
        <mc:Fallback xmlns="">
          <p:sp>
            <p:nvSpPr>
              <p:cNvPr id="1053207" name=""/>
              <p:cNvSpPr/>
              <p:nvPr/>
            </p:nvSpPr>
            <p:spPr>
              <a:xfrm>
                <a:off x="1478432" y="2055742"/>
                <a:ext cx="35223" cy="38764"/>
              </a:xfrm>
            </p:spPr>
          </p:sp>
        </mc:Fallback>
      </mc:AlternateContent>
      <mc:AlternateContent xmlns:mc="http://schemas.openxmlformats.org/markup-compatibility/2006" xmlns:p14="http://schemas.microsoft.com/office/powerpoint/2010/main">
        <mc:Choice Requires="p14">
          <p:contentPart p14:bwMode="auto" r:id="rId3">
            <p14:nvContentPartPr>
              <p14:cNvPr id="1053208" name="墨迹 1053207"/>
              <p14:cNvContentPartPr/>
              <p14:nvPr/>
            </p14:nvContentPartPr>
            <p14:xfrm>
              <a:off x="1412876" y="2115616"/>
              <a:ext cx="156695" cy="25897"/>
            </p14:xfrm>
          </p:contentPart>
        </mc:Choice>
        <mc:Fallback xmlns="">
          <p:sp>
            <p:nvSpPr>
              <p:cNvPr id="1053208" name=""/>
              <p:cNvSpPr/>
              <p:nvPr/>
            </p:nvSpPr>
            <p:spPr>
              <a:xfrm>
                <a:off x="1412876" y="2115616"/>
                <a:ext cx="156695" cy="25897"/>
              </a:xfrm>
            </p:spPr>
          </p:sp>
        </mc:Fallback>
      </mc:AlternateContent>
      <mc:AlternateContent xmlns:mc="http://schemas.openxmlformats.org/markup-compatibility/2006" xmlns:p14="http://schemas.microsoft.com/office/powerpoint/2010/main">
        <mc:Choice Requires="p14">
          <p:contentPart p14:bwMode="auto" r:id="rId4">
            <p14:nvContentPartPr>
              <p14:cNvPr id="1053209" name="墨迹 1053208"/>
              <p14:cNvContentPartPr/>
              <p14:nvPr/>
            </p14:nvContentPartPr>
            <p14:xfrm>
              <a:off x="1379384" y="2175292"/>
              <a:ext cx="47008" cy="308862"/>
            </p14:xfrm>
          </p:contentPart>
        </mc:Choice>
        <mc:Fallback xmlns="">
          <p:sp>
            <p:nvSpPr>
              <p:cNvPr id="1053209" name=""/>
              <p:cNvSpPr/>
              <p:nvPr/>
            </p:nvSpPr>
            <p:spPr>
              <a:xfrm>
                <a:off x="1379384" y="2175292"/>
                <a:ext cx="47008" cy="308862"/>
              </a:xfrm>
            </p:spPr>
          </p:sp>
        </mc:Fallback>
      </mc:AlternateContent>
      <mc:AlternateContent xmlns:mc="http://schemas.openxmlformats.org/markup-compatibility/2006" xmlns:p14="http://schemas.microsoft.com/office/powerpoint/2010/main">
        <mc:Choice Requires="p14">
          <p:contentPart p14:bwMode="auto" r:id="rId5">
            <p14:nvContentPartPr>
              <p14:cNvPr id="1053210" name="墨迹 1053209"/>
              <p14:cNvContentPartPr/>
              <p14:nvPr/>
            </p14:nvContentPartPr>
            <p14:xfrm>
              <a:off x="1433856" y="2147805"/>
              <a:ext cx="77691" cy="99506"/>
            </p14:xfrm>
          </p:contentPart>
        </mc:Choice>
        <mc:Fallback xmlns="">
          <p:sp>
            <p:nvSpPr>
              <p:cNvPr id="1053210" name=""/>
              <p:cNvSpPr/>
              <p:nvPr/>
            </p:nvSpPr>
            <p:spPr>
              <a:xfrm>
                <a:off x="1433856" y="2147805"/>
                <a:ext cx="77691" cy="99506"/>
              </a:xfrm>
            </p:spPr>
          </p:sp>
        </mc:Fallback>
      </mc:AlternateContent>
      <mc:AlternateContent xmlns:mc="http://schemas.openxmlformats.org/markup-compatibility/2006" xmlns:p14="http://schemas.microsoft.com/office/powerpoint/2010/main">
        <mc:Choice Requires="p14">
          <p:contentPart p14:bwMode="auto" r:id="rId6">
            <p14:nvContentPartPr>
              <p14:cNvPr id="1053211" name="墨迹 1053210"/>
              <p14:cNvContentPartPr/>
              <p14:nvPr/>
            </p14:nvContentPartPr>
            <p14:xfrm>
              <a:off x="1485934" y="2203772"/>
              <a:ext cx="3550" cy="118598"/>
            </p14:xfrm>
          </p:contentPart>
        </mc:Choice>
        <mc:Fallback xmlns="">
          <p:sp>
            <p:nvSpPr>
              <p:cNvPr id="1053211" name=""/>
              <p:cNvSpPr/>
              <p:nvPr/>
            </p:nvSpPr>
            <p:spPr>
              <a:xfrm>
                <a:off x="1485934" y="2203772"/>
                <a:ext cx="3550" cy="118598"/>
              </a:xfrm>
            </p:spPr>
          </p:sp>
        </mc:Fallback>
      </mc:AlternateContent>
      <mc:AlternateContent xmlns:mc="http://schemas.openxmlformats.org/markup-compatibility/2006" xmlns:p14="http://schemas.microsoft.com/office/powerpoint/2010/main">
        <mc:Choice Requires="p14">
          <p:contentPart p14:bwMode="auto" r:id="rId7">
            <p14:nvContentPartPr>
              <p14:cNvPr id="1053212" name="墨迹 1053211"/>
              <p14:cNvContentPartPr/>
              <p14:nvPr/>
            </p14:nvContentPartPr>
            <p14:xfrm>
              <a:off x="1519560" y="2133883"/>
              <a:ext cx="63834" cy="126657"/>
            </p14:xfrm>
          </p:contentPart>
        </mc:Choice>
        <mc:Fallback xmlns="">
          <p:sp>
            <p:nvSpPr>
              <p:cNvPr id="1053212" name=""/>
              <p:cNvSpPr/>
              <p:nvPr/>
            </p:nvSpPr>
            <p:spPr>
              <a:xfrm>
                <a:off x="1519560" y="2133883"/>
                <a:ext cx="63834" cy="126657"/>
              </a:xfrm>
            </p:spPr>
          </p:sp>
        </mc:Fallback>
      </mc:AlternateContent>
      <mc:AlternateContent xmlns:mc="http://schemas.openxmlformats.org/markup-compatibility/2006" xmlns:p14="http://schemas.microsoft.com/office/powerpoint/2010/main">
        <mc:Choice Requires="p14">
          <p:contentPart p14:bwMode="auto" r:id="rId8">
            <p14:nvContentPartPr>
              <p14:cNvPr id="1053213" name="墨迹 1053212"/>
              <p14:cNvContentPartPr/>
              <p14:nvPr/>
            </p14:nvContentPartPr>
            <p14:xfrm>
              <a:off x="1482064" y="2299809"/>
              <a:ext cx="3464" cy="189943"/>
            </p14:xfrm>
          </p:contentPart>
        </mc:Choice>
        <mc:Fallback xmlns="">
          <p:sp>
            <p:nvSpPr>
              <p:cNvPr id="1053213" name=""/>
              <p:cNvSpPr/>
              <p:nvPr/>
            </p:nvSpPr>
            <p:spPr>
              <a:xfrm>
                <a:off x="1482064" y="2299809"/>
                <a:ext cx="3464" cy="189943"/>
              </a:xfrm>
            </p:spPr>
          </p:sp>
        </mc:Fallback>
      </mc:AlternateContent>
      <mc:AlternateContent xmlns:mc="http://schemas.openxmlformats.org/markup-compatibility/2006" xmlns:p14="http://schemas.microsoft.com/office/powerpoint/2010/main">
        <mc:Choice Requires="p14">
          <p:contentPart p14:bwMode="auto" r:id="rId9">
            <p14:nvContentPartPr>
              <p14:cNvPr id="1053214" name="墨迹 1053213"/>
              <p14:cNvContentPartPr/>
              <p14:nvPr/>
            </p14:nvContentPartPr>
            <p14:xfrm>
              <a:off x="1528105" y="2280115"/>
              <a:ext cx="127451" cy="178041"/>
            </p14:xfrm>
          </p:contentPart>
        </mc:Choice>
        <mc:Fallback xmlns="">
          <p:sp>
            <p:nvSpPr>
              <p:cNvPr id="1053214" name=""/>
              <p:cNvSpPr/>
              <p:nvPr/>
            </p:nvSpPr>
            <p:spPr>
              <a:xfrm>
                <a:off x="1528105" y="2280115"/>
                <a:ext cx="127451" cy="178041"/>
              </a:xfrm>
            </p:spPr>
          </p:sp>
        </mc:Fallback>
      </mc:AlternateContent>
      <mc:AlternateContent xmlns:mc="http://schemas.openxmlformats.org/markup-compatibility/2006" xmlns:p14="http://schemas.microsoft.com/office/powerpoint/2010/main">
        <mc:Choice Requires="p14">
          <p:contentPart p14:bwMode="auto" r:id="rId10">
            <p14:nvContentPartPr>
              <p14:cNvPr id="1053215" name="墨迹 1053214"/>
              <p14:cNvContentPartPr/>
              <p14:nvPr/>
            </p14:nvContentPartPr>
            <p14:xfrm>
              <a:off x="1531021" y="2243512"/>
              <a:ext cx="110589" cy="165698"/>
            </p14:xfrm>
          </p:contentPart>
        </mc:Choice>
        <mc:Fallback xmlns="">
          <p:sp>
            <p:nvSpPr>
              <p:cNvPr id="1053215" name=""/>
              <p:cNvSpPr/>
              <p:nvPr/>
            </p:nvSpPr>
            <p:spPr>
              <a:xfrm>
                <a:off x="1531021" y="2243512"/>
                <a:ext cx="110589" cy="165698"/>
              </a:xfrm>
            </p:spPr>
          </p:sp>
        </mc:Fallback>
      </mc:AlternateContent>
      <mc:AlternateContent xmlns:mc="http://schemas.openxmlformats.org/markup-compatibility/2006" xmlns:p14="http://schemas.microsoft.com/office/powerpoint/2010/main">
        <mc:Choice Requires="p14">
          <p:contentPart p14:bwMode="auto" r:id="rId11">
            <p14:nvContentPartPr>
              <p14:cNvPr id="1053216" name="墨迹 1053215"/>
              <p14:cNvContentPartPr/>
              <p14:nvPr/>
            </p14:nvContentPartPr>
            <p14:xfrm>
              <a:off x="1729772" y="2119325"/>
              <a:ext cx="86310" cy="272941"/>
            </p14:xfrm>
          </p:contentPart>
        </mc:Choice>
        <mc:Fallback xmlns="">
          <p:sp>
            <p:nvSpPr>
              <p:cNvPr id="1053216" name=""/>
              <p:cNvSpPr/>
              <p:nvPr/>
            </p:nvSpPr>
            <p:spPr>
              <a:xfrm>
                <a:off x="1729772" y="2119325"/>
                <a:ext cx="86310" cy="272941"/>
              </a:xfrm>
            </p:spPr>
          </p:sp>
        </mc:Fallback>
      </mc:AlternateContent>
      <mc:AlternateContent xmlns:mc="http://schemas.openxmlformats.org/markup-compatibility/2006" xmlns:p14="http://schemas.microsoft.com/office/powerpoint/2010/main">
        <mc:Choice Requires="p14">
          <p:contentPart p14:bwMode="auto" r:id="rId12">
            <p14:nvContentPartPr>
              <p14:cNvPr id="1053217" name="墨迹 1053216"/>
              <p14:cNvContentPartPr/>
              <p14:nvPr/>
            </p14:nvContentPartPr>
            <p14:xfrm>
              <a:off x="1827837" y="2203772"/>
              <a:ext cx="10119" cy="70886"/>
            </p14:xfrm>
          </p:contentPart>
        </mc:Choice>
        <mc:Fallback xmlns="">
          <p:sp>
            <p:nvSpPr>
              <p:cNvPr id="1053217" name=""/>
              <p:cNvSpPr/>
              <p:nvPr/>
            </p:nvSpPr>
            <p:spPr>
              <a:xfrm>
                <a:off x="1827837" y="2203772"/>
                <a:ext cx="10119" cy="70886"/>
              </a:xfrm>
            </p:spPr>
          </p:sp>
        </mc:Fallback>
      </mc:AlternateContent>
      <mc:AlternateContent xmlns:mc="http://schemas.openxmlformats.org/markup-compatibility/2006" xmlns:p14="http://schemas.microsoft.com/office/powerpoint/2010/main">
        <mc:Choice Requires="p14">
          <p:contentPart p14:bwMode="auto" r:id="rId13">
            <p14:nvContentPartPr>
              <p14:cNvPr id="1053218" name="墨迹 1053217"/>
              <p14:cNvContentPartPr/>
              <p14:nvPr/>
            </p14:nvContentPartPr>
            <p14:xfrm>
              <a:off x="1848450" y="2175135"/>
              <a:ext cx="126749" cy="115982"/>
            </p14:xfrm>
          </p:contentPart>
        </mc:Choice>
        <mc:Fallback xmlns="">
          <p:sp>
            <p:nvSpPr>
              <p:cNvPr id="1053218" name=""/>
              <p:cNvSpPr/>
              <p:nvPr/>
            </p:nvSpPr>
            <p:spPr>
              <a:xfrm>
                <a:off x="1848450" y="2175135"/>
                <a:ext cx="126749" cy="115982"/>
              </a:xfrm>
            </p:spPr>
          </p:sp>
        </mc:Fallback>
      </mc:AlternateContent>
      <mc:AlternateContent xmlns:mc="http://schemas.openxmlformats.org/markup-compatibility/2006" xmlns:p14="http://schemas.microsoft.com/office/powerpoint/2010/main">
        <mc:Choice Requires="p14">
          <p:contentPart p14:bwMode="auto" r:id="rId14">
            <p14:nvContentPartPr>
              <p14:cNvPr id="1053219" name="墨迹 1053218"/>
              <p14:cNvContentPartPr/>
              <p14:nvPr/>
            </p14:nvContentPartPr>
            <p14:xfrm>
              <a:off x="1853406" y="2135552"/>
              <a:ext cx="154209" cy="266427"/>
            </p14:xfrm>
          </p:contentPart>
        </mc:Choice>
        <mc:Fallback xmlns="">
          <p:sp>
            <p:nvSpPr>
              <p:cNvPr id="1053219" name=""/>
              <p:cNvSpPr/>
              <p:nvPr/>
            </p:nvSpPr>
            <p:spPr>
              <a:xfrm>
                <a:off x="1853406" y="2135552"/>
                <a:ext cx="154209" cy="266427"/>
              </a:xfrm>
            </p:spPr>
          </p:sp>
        </mc:Fallback>
      </mc:AlternateContent>
      <mc:AlternateContent xmlns:mc="http://schemas.openxmlformats.org/markup-compatibility/2006" xmlns:p14="http://schemas.microsoft.com/office/powerpoint/2010/main">
        <mc:Choice Requires="p14">
          <p:contentPart p14:bwMode="auto" r:id="rId15">
            <p14:nvContentPartPr>
              <p14:cNvPr id="1053220" name="墨迹 1053219"/>
              <p14:cNvContentPartPr/>
              <p14:nvPr/>
            </p14:nvContentPartPr>
            <p14:xfrm>
              <a:off x="2108307" y="2254109"/>
              <a:ext cx="0" cy="0"/>
            </p14:xfrm>
          </p:contentPart>
        </mc:Choice>
        <mc:Fallback xmlns="">
          <p:sp>
            <p:nvSpPr>
              <p:cNvPr id="1053220" name=""/>
              <p:cNvSpPr/>
              <p:nvPr/>
            </p:nvSpPr>
            <p:spPr>
              <a:xfrm>
                <a:off x="2108307" y="2254109"/>
                <a:ext cx="0" cy="0"/>
              </a:xfrm>
            </p:spPr>
          </p:sp>
        </mc:Fallback>
      </mc:AlternateContent>
      <mc:AlternateContent xmlns:mc="http://schemas.openxmlformats.org/markup-compatibility/2006" xmlns:p14="http://schemas.microsoft.com/office/powerpoint/2010/main">
        <mc:Choice Requires="p14">
          <p:contentPart p14:bwMode="auto" r:id="rId16">
            <p14:nvContentPartPr>
              <p14:cNvPr id="1053221" name="墨迹 1053220"/>
              <p14:cNvContentPartPr/>
              <p14:nvPr/>
            </p14:nvContentPartPr>
            <p14:xfrm>
              <a:off x="2140403" y="2297822"/>
              <a:ext cx="53715" cy="37836"/>
            </p14:xfrm>
          </p:contentPart>
        </mc:Choice>
        <mc:Fallback xmlns="">
          <p:sp>
            <p:nvSpPr>
              <p:cNvPr id="1053221" name=""/>
              <p:cNvSpPr/>
              <p:nvPr/>
            </p:nvSpPr>
            <p:spPr>
              <a:xfrm>
                <a:off x="2140403" y="2297822"/>
                <a:ext cx="53715" cy="37836"/>
              </a:xfrm>
            </p:spPr>
          </p:sp>
        </mc:Fallback>
      </mc:AlternateContent>
      <mc:AlternateContent xmlns:mc="http://schemas.openxmlformats.org/markup-compatibility/2006" xmlns:p14="http://schemas.microsoft.com/office/powerpoint/2010/main">
        <mc:Choice Requires="p14">
          <p:contentPart p14:bwMode="auto" r:id="rId17">
            <p14:nvContentPartPr>
              <p14:cNvPr id="1053222" name="墨迹 1053221"/>
              <p14:cNvContentPartPr/>
              <p14:nvPr/>
            </p14:nvContentPartPr>
            <p14:xfrm>
              <a:off x="2324573" y="2090183"/>
              <a:ext cx="12164" cy="314936"/>
            </p14:xfrm>
          </p:contentPart>
        </mc:Choice>
        <mc:Fallback xmlns="">
          <p:sp>
            <p:nvSpPr>
              <p:cNvPr id="1053222" name=""/>
              <p:cNvSpPr/>
              <p:nvPr/>
            </p:nvSpPr>
            <p:spPr>
              <a:xfrm>
                <a:off x="2324573" y="2090183"/>
                <a:ext cx="12164" cy="314936"/>
              </a:xfrm>
            </p:spPr>
          </p:sp>
        </mc:Fallback>
      </mc:AlternateContent>
      <mc:AlternateContent xmlns:mc="http://schemas.openxmlformats.org/markup-compatibility/2006" xmlns:p14="http://schemas.microsoft.com/office/powerpoint/2010/main">
        <mc:Choice Requires="p14">
          <p:contentPart p14:bwMode="auto" r:id="rId18">
            <p14:nvContentPartPr>
              <p14:cNvPr id="1053223" name="墨迹 1053222"/>
              <p14:cNvContentPartPr/>
              <p14:nvPr/>
            </p14:nvContentPartPr>
            <p14:xfrm>
              <a:off x="2529743" y="2020638"/>
              <a:ext cx="118552" cy="146813"/>
            </p14:xfrm>
          </p:contentPart>
        </mc:Choice>
        <mc:Fallback xmlns="">
          <p:sp>
            <p:nvSpPr>
              <p:cNvPr id="1053223" name=""/>
              <p:cNvSpPr/>
              <p:nvPr/>
            </p:nvSpPr>
            <p:spPr>
              <a:xfrm>
                <a:off x="2529743" y="2020638"/>
                <a:ext cx="118552" cy="146813"/>
              </a:xfrm>
            </p:spPr>
          </p:sp>
        </mc:Fallback>
      </mc:AlternateContent>
      <mc:AlternateContent xmlns:mc="http://schemas.openxmlformats.org/markup-compatibility/2006" xmlns:p14="http://schemas.microsoft.com/office/powerpoint/2010/main">
        <mc:Choice Requires="p14">
          <p:contentPart p14:bwMode="auto" r:id="rId19">
            <p14:nvContentPartPr>
              <p14:cNvPr id="1053224" name="墨迹 1053223"/>
              <p14:cNvContentPartPr/>
              <p14:nvPr/>
            </p14:nvContentPartPr>
            <p14:xfrm>
              <a:off x="2620249" y="2085215"/>
              <a:ext cx="80646" cy="22913"/>
            </p14:xfrm>
          </p:contentPart>
        </mc:Choice>
        <mc:Fallback xmlns="">
          <p:sp>
            <p:nvSpPr>
              <p:cNvPr id="1053224" name=""/>
              <p:cNvSpPr/>
              <p:nvPr/>
            </p:nvSpPr>
            <p:spPr>
              <a:xfrm>
                <a:off x="2620249" y="2085215"/>
                <a:ext cx="80646" cy="22913"/>
              </a:xfrm>
            </p:spPr>
          </p:sp>
        </mc:Fallback>
      </mc:AlternateContent>
      <mc:AlternateContent xmlns:mc="http://schemas.openxmlformats.org/markup-compatibility/2006" xmlns:p14="http://schemas.microsoft.com/office/powerpoint/2010/main">
        <mc:Choice Requires="p14">
          <p:contentPart p14:bwMode="auto" r:id="rId20">
            <p14:nvContentPartPr>
              <p14:cNvPr id="1053225" name="墨迹 1053224"/>
              <p14:cNvContentPartPr/>
              <p14:nvPr/>
            </p14:nvContentPartPr>
            <p14:xfrm>
              <a:off x="2569562" y="2151567"/>
              <a:ext cx="131271" cy="19419"/>
            </p14:xfrm>
          </p:contentPart>
        </mc:Choice>
        <mc:Fallback xmlns="">
          <p:sp>
            <p:nvSpPr>
              <p:cNvPr id="1053225" name=""/>
              <p:cNvSpPr/>
              <p:nvPr/>
            </p:nvSpPr>
            <p:spPr>
              <a:xfrm>
                <a:off x="2569562" y="2151567"/>
                <a:ext cx="131271" cy="19419"/>
              </a:xfrm>
            </p:spPr>
          </p:sp>
        </mc:Fallback>
      </mc:AlternateContent>
      <mc:AlternateContent xmlns:mc="http://schemas.openxmlformats.org/markup-compatibility/2006" xmlns:p14="http://schemas.microsoft.com/office/powerpoint/2010/main">
        <mc:Choice Requires="p14">
          <p:contentPart p14:bwMode="auto" r:id="rId21">
            <p14:nvContentPartPr>
              <p14:cNvPr id="1053226" name="墨迹 1053225"/>
              <p14:cNvContentPartPr/>
              <p14:nvPr/>
            </p14:nvContentPartPr>
            <p14:xfrm>
              <a:off x="2564493" y="2210810"/>
              <a:ext cx="95609" cy="31708"/>
            </p14:xfrm>
          </p:contentPart>
        </mc:Choice>
        <mc:Fallback xmlns="">
          <p:sp>
            <p:nvSpPr>
              <p:cNvPr id="1053226" name=""/>
              <p:cNvSpPr/>
              <p:nvPr/>
            </p:nvSpPr>
            <p:spPr>
              <a:xfrm>
                <a:off x="2564493" y="2210810"/>
                <a:ext cx="95609" cy="31708"/>
              </a:xfrm>
            </p:spPr>
          </p:sp>
        </mc:Fallback>
      </mc:AlternateContent>
      <mc:AlternateContent xmlns:mc="http://schemas.openxmlformats.org/markup-compatibility/2006" xmlns:p14="http://schemas.microsoft.com/office/powerpoint/2010/main">
        <mc:Choice Requires="p14">
          <p:contentPart p14:bwMode="auto" r:id="rId22">
            <p14:nvContentPartPr>
              <p14:cNvPr id="1053227" name="墨迹 1053226"/>
              <p14:cNvContentPartPr/>
              <p14:nvPr/>
            </p14:nvContentPartPr>
            <p14:xfrm>
              <a:off x="2556233" y="2220330"/>
              <a:ext cx="160167" cy="95027"/>
            </p14:xfrm>
          </p:contentPart>
        </mc:Choice>
        <mc:Fallback xmlns="">
          <p:sp>
            <p:nvSpPr>
              <p:cNvPr id="1053227" name=""/>
              <p:cNvSpPr/>
              <p:nvPr/>
            </p:nvSpPr>
            <p:spPr>
              <a:xfrm>
                <a:off x="2556233" y="2220330"/>
                <a:ext cx="160167" cy="95027"/>
              </a:xfrm>
            </p:spPr>
          </p:sp>
        </mc:Fallback>
      </mc:AlternateContent>
      <mc:AlternateContent xmlns:mc="http://schemas.openxmlformats.org/markup-compatibility/2006" xmlns:p14="http://schemas.microsoft.com/office/powerpoint/2010/main">
        <mc:Choice Requires="p14">
          <p:contentPart p14:bwMode="auto" r:id="rId23">
            <p14:nvContentPartPr>
              <p14:cNvPr id="1053228" name="墨迹 1053227"/>
              <p14:cNvContentPartPr/>
              <p14:nvPr/>
            </p14:nvContentPartPr>
            <p14:xfrm>
              <a:off x="2806441" y="2062445"/>
              <a:ext cx="162699" cy="36016"/>
            </p14:xfrm>
          </p:contentPart>
        </mc:Choice>
        <mc:Fallback xmlns="">
          <p:sp>
            <p:nvSpPr>
              <p:cNvPr id="1053228" name=""/>
              <p:cNvSpPr/>
              <p:nvPr/>
            </p:nvSpPr>
            <p:spPr>
              <a:xfrm>
                <a:off x="2806441" y="2062445"/>
                <a:ext cx="162699" cy="36016"/>
              </a:xfrm>
            </p:spPr>
          </p:sp>
        </mc:Fallback>
      </mc:AlternateContent>
      <mc:AlternateContent xmlns:mc="http://schemas.openxmlformats.org/markup-compatibility/2006" xmlns:p14="http://schemas.microsoft.com/office/powerpoint/2010/main">
        <mc:Choice Requires="p14">
          <p:contentPart p14:bwMode="auto" r:id="rId24">
            <p14:nvContentPartPr>
              <p14:cNvPr id="1053229" name="墨迹 1053228"/>
              <p14:cNvContentPartPr/>
              <p14:nvPr/>
            </p14:nvContentPartPr>
            <p14:xfrm>
              <a:off x="2818024" y="2103761"/>
              <a:ext cx="18829" cy="292603"/>
            </p14:xfrm>
          </p:contentPart>
        </mc:Choice>
        <mc:Fallback xmlns="">
          <p:sp>
            <p:nvSpPr>
              <p:cNvPr id="1053229" name=""/>
              <p:cNvSpPr/>
              <p:nvPr/>
            </p:nvSpPr>
            <p:spPr>
              <a:xfrm>
                <a:off x="2818024" y="2103761"/>
                <a:ext cx="18829" cy="292603"/>
              </a:xfrm>
            </p:spPr>
          </p:sp>
        </mc:Fallback>
      </mc:AlternateContent>
      <mc:AlternateContent xmlns:mc="http://schemas.openxmlformats.org/markup-compatibility/2006" xmlns:p14="http://schemas.microsoft.com/office/powerpoint/2010/main">
        <mc:Choice Requires="p14">
          <p:contentPart p14:bwMode="auto" r:id="rId25">
            <p14:nvContentPartPr>
              <p14:cNvPr id="1053230" name="墨迹 1053229"/>
              <p14:cNvContentPartPr/>
              <p14:nvPr/>
            </p14:nvContentPartPr>
            <p14:xfrm>
              <a:off x="2894071" y="2116676"/>
              <a:ext cx="21516" cy="106567"/>
            </p14:xfrm>
          </p:contentPart>
        </mc:Choice>
        <mc:Fallback xmlns="">
          <p:sp>
            <p:nvSpPr>
              <p:cNvPr id="1053230" name=""/>
              <p:cNvSpPr/>
              <p:nvPr/>
            </p:nvSpPr>
            <p:spPr>
              <a:xfrm>
                <a:off x="2894071" y="2116676"/>
                <a:ext cx="21516" cy="106567"/>
              </a:xfrm>
            </p:spPr>
          </p:sp>
        </mc:Fallback>
      </mc:AlternateContent>
      <mc:AlternateContent xmlns:mc="http://schemas.openxmlformats.org/markup-compatibility/2006" xmlns:p14="http://schemas.microsoft.com/office/powerpoint/2010/main">
        <mc:Choice Requires="p14">
          <p:contentPart p14:bwMode="auto" r:id="rId26">
            <p14:nvContentPartPr>
              <p14:cNvPr id="1053231" name="墨迹 1053230"/>
              <p14:cNvContentPartPr/>
              <p14:nvPr/>
            </p14:nvContentPartPr>
            <p14:xfrm>
              <a:off x="2953434" y="2131909"/>
              <a:ext cx="5894" cy="79965"/>
            </p14:xfrm>
          </p:contentPart>
        </mc:Choice>
        <mc:Fallback xmlns="">
          <p:sp>
            <p:nvSpPr>
              <p:cNvPr id="1053231" name=""/>
              <p:cNvSpPr/>
              <p:nvPr/>
            </p:nvSpPr>
            <p:spPr>
              <a:xfrm>
                <a:off x="2953434" y="2131909"/>
                <a:ext cx="5894" cy="79965"/>
              </a:xfrm>
            </p:spPr>
          </p:sp>
        </mc:Fallback>
      </mc:AlternateContent>
      <mc:AlternateContent xmlns:mc="http://schemas.openxmlformats.org/markup-compatibility/2006" xmlns:p14="http://schemas.microsoft.com/office/powerpoint/2010/main">
        <mc:Choice Requires="p14">
          <p:contentPart p14:bwMode="auto" r:id="rId27">
            <p14:nvContentPartPr>
              <p14:cNvPr id="1053232" name="墨迹 1053231"/>
              <p14:cNvContentPartPr/>
              <p14:nvPr/>
            </p14:nvContentPartPr>
            <p14:xfrm>
              <a:off x="2855340" y="2259076"/>
              <a:ext cx="175111" cy="46861"/>
            </p14:xfrm>
          </p:contentPart>
        </mc:Choice>
        <mc:Fallback xmlns="">
          <p:sp>
            <p:nvSpPr>
              <p:cNvPr id="1053232" name=""/>
              <p:cNvSpPr/>
              <p:nvPr/>
            </p:nvSpPr>
            <p:spPr>
              <a:xfrm>
                <a:off x="2855340" y="2259076"/>
                <a:ext cx="175111" cy="46861"/>
              </a:xfrm>
            </p:spPr>
          </p:sp>
        </mc:Fallback>
      </mc:AlternateContent>
      <mc:AlternateContent xmlns:mc="http://schemas.openxmlformats.org/markup-compatibility/2006" xmlns:p14="http://schemas.microsoft.com/office/powerpoint/2010/main">
        <mc:Choice Requires="p14">
          <p:contentPart p14:bwMode="auto" r:id="rId28">
            <p14:nvContentPartPr>
              <p14:cNvPr id="1053233" name="墨迹 1053232"/>
              <p14:cNvContentPartPr/>
              <p14:nvPr/>
            </p14:nvContentPartPr>
            <p14:xfrm>
              <a:off x="3054471" y="2039116"/>
              <a:ext cx="197234" cy="24242"/>
            </p14:xfrm>
          </p:contentPart>
        </mc:Choice>
        <mc:Fallback xmlns="">
          <p:sp>
            <p:nvSpPr>
              <p:cNvPr id="1053233" name=""/>
              <p:cNvSpPr/>
              <p:nvPr/>
            </p:nvSpPr>
            <p:spPr>
              <a:xfrm>
                <a:off x="3054471" y="2039116"/>
                <a:ext cx="197234" cy="24242"/>
              </a:xfrm>
            </p:spPr>
          </p:sp>
        </mc:Fallback>
      </mc:AlternateContent>
      <mc:AlternateContent xmlns:mc="http://schemas.openxmlformats.org/markup-compatibility/2006" xmlns:p14="http://schemas.microsoft.com/office/powerpoint/2010/main">
        <mc:Choice Requires="p14">
          <p:contentPart p14:bwMode="auto" r:id="rId29">
            <p14:nvContentPartPr>
              <p14:cNvPr id="1053234" name="墨迹 1053233"/>
              <p14:cNvContentPartPr/>
              <p14:nvPr/>
            </p14:nvContentPartPr>
            <p14:xfrm>
              <a:off x="3076997" y="2109721"/>
              <a:ext cx="20388" cy="211675"/>
            </p14:xfrm>
          </p:contentPart>
        </mc:Choice>
        <mc:Fallback xmlns="">
          <p:sp>
            <p:nvSpPr>
              <p:cNvPr id="1053234" name=""/>
              <p:cNvSpPr/>
              <p:nvPr/>
            </p:nvSpPr>
            <p:spPr>
              <a:xfrm>
                <a:off x="3076997" y="2109721"/>
                <a:ext cx="20388" cy="211675"/>
              </a:xfrm>
            </p:spPr>
          </p:sp>
        </mc:Fallback>
      </mc:AlternateContent>
      <mc:AlternateContent xmlns:mc="http://schemas.openxmlformats.org/markup-compatibility/2006" xmlns:p14="http://schemas.microsoft.com/office/powerpoint/2010/main">
        <mc:Choice Requires="p14">
          <p:contentPart p14:bwMode="auto" r:id="rId30">
            <p14:nvContentPartPr>
              <p14:cNvPr id="1053235" name="墨迹 1053234"/>
              <p14:cNvContentPartPr/>
              <p14:nvPr/>
            </p14:nvContentPartPr>
            <p14:xfrm>
              <a:off x="3085221" y="2102289"/>
              <a:ext cx="151813" cy="186649"/>
            </p14:xfrm>
          </p:contentPart>
        </mc:Choice>
        <mc:Fallback xmlns="">
          <p:sp>
            <p:nvSpPr>
              <p:cNvPr id="1053235" name=""/>
              <p:cNvSpPr/>
              <p:nvPr/>
            </p:nvSpPr>
            <p:spPr>
              <a:xfrm>
                <a:off x="3085221" y="2102289"/>
                <a:ext cx="151813" cy="186649"/>
              </a:xfrm>
            </p:spPr>
          </p:sp>
        </mc:Fallback>
      </mc:AlternateContent>
      <mc:AlternateContent xmlns:mc="http://schemas.openxmlformats.org/markup-compatibility/2006" xmlns:p14="http://schemas.microsoft.com/office/powerpoint/2010/main">
        <mc:Choice Requires="p14">
          <p:contentPart p14:bwMode="auto" r:id="rId31">
            <p14:nvContentPartPr>
              <p14:cNvPr id="1053236" name="墨迹 1053235"/>
              <p14:cNvContentPartPr/>
              <p14:nvPr/>
            </p14:nvContentPartPr>
            <p14:xfrm>
              <a:off x="3138558" y="2055742"/>
              <a:ext cx="10866" cy="134062"/>
            </p14:xfrm>
          </p:contentPart>
        </mc:Choice>
        <mc:Fallback xmlns="">
          <p:sp>
            <p:nvSpPr>
              <p:cNvPr id="1053236" name=""/>
              <p:cNvSpPr/>
              <p:nvPr/>
            </p:nvSpPr>
            <p:spPr>
              <a:xfrm>
                <a:off x="3138558" y="2055742"/>
                <a:ext cx="10866" cy="134062"/>
              </a:xfrm>
            </p:spPr>
          </p:sp>
        </mc:Fallback>
      </mc:AlternateContent>
      <mc:AlternateContent xmlns:mc="http://schemas.openxmlformats.org/markup-compatibility/2006" xmlns:p14="http://schemas.microsoft.com/office/powerpoint/2010/main">
        <mc:Choice Requires="p14">
          <p:contentPart p14:bwMode="auto" r:id="rId32">
            <p14:nvContentPartPr>
              <p14:cNvPr id="1053237" name="墨迹 1053236"/>
              <p14:cNvContentPartPr/>
              <p14:nvPr/>
            </p14:nvContentPartPr>
            <p14:xfrm>
              <a:off x="3141832" y="2100780"/>
              <a:ext cx="99986" cy="213990"/>
            </p14:xfrm>
          </p:contentPart>
        </mc:Choice>
        <mc:Fallback xmlns="">
          <p:sp>
            <p:nvSpPr>
              <p:cNvPr id="1053237" name=""/>
              <p:cNvSpPr/>
              <p:nvPr/>
            </p:nvSpPr>
            <p:spPr>
              <a:xfrm>
                <a:off x="3141832" y="2100780"/>
                <a:ext cx="99986" cy="213990"/>
              </a:xfrm>
            </p:spPr>
          </p:sp>
        </mc:Fallback>
      </mc:AlternateContent>
      <mc:AlternateContent xmlns:mc="http://schemas.openxmlformats.org/markup-compatibility/2006" xmlns:p14="http://schemas.microsoft.com/office/powerpoint/2010/main">
        <mc:Choice Requires="p14">
          <p:contentPart p14:bwMode="auto" r:id="rId33">
            <p14:nvContentPartPr>
              <p14:cNvPr id="1053238" name="墨迹 1053237"/>
              <p14:cNvContentPartPr/>
              <p14:nvPr/>
            </p14:nvContentPartPr>
            <p14:xfrm>
              <a:off x="3304866" y="2063565"/>
              <a:ext cx="69477" cy="104110"/>
            </p14:xfrm>
          </p:contentPart>
        </mc:Choice>
        <mc:Fallback xmlns="">
          <p:sp>
            <p:nvSpPr>
              <p:cNvPr id="1053238" name=""/>
              <p:cNvSpPr/>
              <p:nvPr/>
            </p:nvSpPr>
            <p:spPr>
              <a:xfrm>
                <a:off x="3304866" y="2063565"/>
                <a:ext cx="69477" cy="104110"/>
              </a:xfrm>
            </p:spPr>
          </p:sp>
        </mc:Fallback>
      </mc:AlternateContent>
      <mc:AlternateContent xmlns:mc="http://schemas.openxmlformats.org/markup-compatibility/2006" xmlns:p14="http://schemas.microsoft.com/office/powerpoint/2010/main">
        <mc:Choice Requires="p14">
          <p:contentPart p14:bwMode="auto" r:id="rId34">
            <p14:nvContentPartPr>
              <p14:cNvPr id="1053239" name="墨迹 1053238"/>
              <p14:cNvContentPartPr/>
              <p14:nvPr/>
            </p14:nvContentPartPr>
            <p14:xfrm>
              <a:off x="3322438" y="2171893"/>
              <a:ext cx="111306" cy="107105"/>
            </p14:xfrm>
          </p:contentPart>
        </mc:Choice>
        <mc:Fallback xmlns="">
          <p:sp>
            <p:nvSpPr>
              <p:cNvPr id="1053239" name=""/>
              <p:cNvSpPr/>
              <p:nvPr/>
            </p:nvSpPr>
            <p:spPr>
              <a:xfrm>
                <a:off x="3322438" y="2171893"/>
                <a:ext cx="111306" cy="107105"/>
              </a:xfrm>
            </p:spPr>
          </p:sp>
        </mc:Fallback>
      </mc:AlternateContent>
      <mc:AlternateContent xmlns:mc="http://schemas.openxmlformats.org/markup-compatibility/2006" xmlns:p14="http://schemas.microsoft.com/office/powerpoint/2010/main">
        <mc:Choice Requires="p14">
          <p:contentPart p14:bwMode="auto" r:id="rId35">
            <p14:nvContentPartPr>
              <p14:cNvPr id="1053240" name="墨迹 1053239"/>
              <p14:cNvContentPartPr/>
              <p14:nvPr/>
            </p14:nvContentPartPr>
            <p14:xfrm>
              <a:off x="3557289" y="2025275"/>
              <a:ext cx="18387" cy="183996"/>
            </p14:xfrm>
          </p:contentPart>
        </mc:Choice>
        <mc:Fallback xmlns="">
          <p:sp>
            <p:nvSpPr>
              <p:cNvPr id="1053240" name=""/>
              <p:cNvSpPr/>
              <p:nvPr/>
            </p:nvSpPr>
            <p:spPr>
              <a:xfrm>
                <a:off x="3557289" y="2025275"/>
                <a:ext cx="18387" cy="183996"/>
              </a:xfrm>
            </p:spPr>
          </p:sp>
        </mc:Fallback>
      </mc:AlternateContent>
      <mc:AlternateContent xmlns:mc="http://schemas.openxmlformats.org/markup-compatibility/2006" xmlns:p14="http://schemas.microsoft.com/office/powerpoint/2010/main">
        <mc:Choice Requires="p14">
          <p:contentPart p14:bwMode="auto" r:id="rId36">
            <p14:nvContentPartPr>
              <p14:cNvPr id="1053241" name="墨迹 1053240"/>
              <p14:cNvContentPartPr/>
              <p14:nvPr/>
            </p14:nvContentPartPr>
            <p14:xfrm>
              <a:off x="3597839" y="2130617"/>
              <a:ext cx="65077" cy="15532"/>
            </p14:xfrm>
          </p:contentPart>
        </mc:Choice>
        <mc:Fallback xmlns="">
          <p:sp>
            <p:nvSpPr>
              <p:cNvPr id="1053241" name=""/>
              <p:cNvSpPr/>
              <p:nvPr/>
            </p:nvSpPr>
            <p:spPr>
              <a:xfrm>
                <a:off x="3597839" y="2130617"/>
                <a:ext cx="65077" cy="15532"/>
              </a:xfrm>
            </p:spPr>
          </p:sp>
        </mc:Fallback>
      </mc:AlternateContent>
      <mc:AlternateContent xmlns:mc="http://schemas.openxmlformats.org/markup-compatibility/2006" xmlns:p14="http://schemas.microsoft.com/office/powerpoint/2010/main">
        <mc:Choice Requires="p14">
          <p:contentPart p14:bwMode="auto" r:id="rId37">
            <p14:nvContentPartPr>
              <p14:cNvPr id="1053242" name="墨迹 1053241"/>
              <p14:cNvContentPartPr/>
              <p14:nvPr/>
            </p14:nvContentPartPr>
            <p14:xfrm>
              <a:off x="3484299" y="2237735"/>
              <a:ext cx="243349" cy="26309"/>
            </p14:xfrm>
          </p:contentPart>
        </mc:Choice>
        <mc:Fallback xmlns="">
          <p:sp>
            <p:nvSpPr>
              <p:cNvPr id="1053242" name=""/>
              <p:cNvSpPr/>
              <p:nvPr/>
            </p:nvSpPr>
            <p:spPr>
              <a:xfrm>
                <a:off x="3484299" y="2237735"/>
                <a:ext cx="243349" cy="26309"/>
              </a:xfrm>
            </p:spPr>
          </p:sp>
        </mc:Fallback>
      </mc:AlternateContent>
      <mc:AlternateContent xmlns:mc="http://schemas.openxmlformats.org/markup-compatibility/2006" xmlns:p14="http://schemas.microsoft.com/office/powerpoint/2010/main">
        <mc:Choice Requires="p14">
          <p:contentPart p14:bwMode="auto" r:id="rId38">
            <p14:nvContentPartPr>
              <p14:cNvPr id="1053243" name="墨迹 1053242"/>
              <p14:cNvContentPartPr/>
              <p14:nvPr/>
            </p14:nvContentPartPr>
            <p14:xfrm>
              <a:off x="1195239" y="2742125"/>
              <a:ext cx="169930" cy="127565"/>
            </p14:xfrm>
          </p:contentPart>
        </mc:Choice>
        <mc:Fallback xmlns="">
          <p:sp>
            <p:nvSpPr>
              <p:cNvPr id="1053243" name=""/>
              <p:cNvSpPr/>
              <p:nvPr/>
            </p:nvSpPr>
            <p:spPr>
              <a:xfrm>
                <a:off x="1195239" y="2742125"/>
                <a:ext cx="169930" cy="127565"/>
              </a:xfrm>
            </p:spPr>
          </p:sp>
        </mc:Fallback>
      </mc:AlternateContent>
      <mc:AlternateContent xmlns:mc="http://schemas.openxmlformats.org/markup-compatibility/2006" xmlns:p14="http://schemas.microsoft.com/office/powerpoint/2010/main">
        <mc:Choice Requires="p14">
          <p:contentPart p14:bwMode="auto" r:id="rId39">
            <p14:nvContentPartPr>
              <p14:cNvPr id="1053244" name="墨迹 1053243"/>
              <p14:cNvContentPartPr/>
              <p14:nvPr/>
            </p14:nvContentPartPr>
            <p14:xfrm>
              <a:off x="1283434" y="2716413"/>
              <a:ext cx="4918" cy="189604"/>
            </p14:xfrm>
          </p:contentPart>
        </mc:Choice>
        <mc:Fallback xmlns="">
          <p:sp>
            <p:nvSpPr>
              <p:cNvPr id="1053244" name=""/>
              <p:cNvSpPr/>
              <p:nvPr/>
            </p:nvSpPr>
            <p:spPr>
              <a:xfrm>
                <a:off x="1283434" y="2716413"/>
                <a:ext cx="4918" cy="189604"/>
              </a:xfrm>
            </p:spPr>
          </p:sp>
        </mc:Fallback>
      </mc:AlternateContent>
      <mc:AlternateContent xmlns:mc="http://schemas.openxmlformats.org/markup-compatibility/2006" xmlns:p14="http://schemas.microsoft.com/office/powerpoint/2010/main">
        <mc:Choice Requires="p14">
          <p:contentPart p14:bwMode="auto" r:id="rId40">
            <p14:nvContentPartPr>
              <p14:cNvPr id="1053245" name="墨迹 1053244"/>
              <p14:cNvContentPartPr/>
              <p14:nvPr/>
            </p14:nvContentPartPr>
            <p14:xfrm>
              <a:off x="1209977" y="2877951"/>
              <a:ext cx="180884" cy="104011"/>
            </p14:xfrm>
          </p:contentPart>
        </mc:Choice>
        <mc:Fallback xmlns="">
          <p:sp>
            <p:nvSpPr>
              <p:cNvPr id="1053245" name=""/>
              <p:cNvSpPr/>
              <p:nvPr/>
            </p:nvSpPr>
            <p:spPr>
              <a:xfrm>
                <a:off x="1209977" y="2877951"/>
                <a:ext cx="180884" cy="104011"/>
              </a:xfrm>
            </p:spPr>
          </p:sp>
        </mc:Fallback>
      </mc:AlternateContent>
      <mc:AlternateContent xmlns:mc="http://schemas.openxmlformats.org/markup-compatibility/2006" xmlns:p14="http://schemas.microsoft.com/office/powerpoint/2010/main">
        <mc:Choice Requires="p14">
          <p:contentPart p14:bwMode="auto" r:id="rId41">
            <p14:nvContentPartPr>
              <p14:cNvPr id="1053246" name="墨迹 1053245"/>
              <p14:cNvContentPartPr/>
              <p14:nvPr/>
            </p14:nvContentPartPr>
            <p14:xfrm>
              <a:off x="1453426" y="2767413"/>
              <a:ext cx="14190" cy="79052"/>
            </p14:xfrm>
          </p:contentPart>
        </mc:Choice>
        <mc:Fallback xmlns="">
          <p:sp>
            <p:nvSpPr>
              <p:cNvPr id="1053246" name=""/>
              <p:cNvSpPr/>
              <p:nvPr/>
            </p:nvSpPr>
            <p:spPr>
              <a:xfrm>
                <a:off x="1453426" y="2767413"/>
                <a:ext cx="14190" cy="79052"/>
              </a:xfrm>
            </p:spPr>
          </p:sp>
        </mc:Fallback>
      </mc:AlternateContent>
      <mc:AlternateContent xmlns:mc="http://schemas.openxmlformats.org/markup-compatibility/2006" xmlns:p14="http://schemas.microsoft.com/office/powerpoint/2010/main">
        <mc:Choice Requires="p14">
          <p:contentPart p14:bwMode="auto" r:id="rId42">
            <p14:nvContentPartPr>
              <p14:cNvPr id="1053247" name="墨迹 1053246"/>
              <p14:cNvContentPartPr/>
              <p14:nvPr/>
            </p14:nvContentPartPr>
            <p14:xfrm>
              <a:off x="1457481" y="2758903"/>
              <a:ext cx="120966" cy="99978"/>
            </p14:xfrm>
          </p:contentPart>
        </mc:Choice>
        <mc:Fallback xmlns="">
          <p:sp>
            <p:nvSpPr>
              <p:cNvPr id="1053247" name=""/>
              <p:cNvSpPr/>
              <p:nvPr/>
            </p:nvSpPr>
            <p:spPr>
              <a:xfrm>
                <a:off x="1457481" y="2758903"/>
                <a:ext cx="120966" cy="99978"/>
              </a:xfrm>
            </p:spPr>
          </p:sp>
        </mc:Fallback>
      </mc:AlternateContent>
      <mc:AlternateContent xmlns:mc="http://schemas.openxmlformats.org/markup-compatibility/2006" xmlns:p14="http://schemas.microsoft.com/office/powerpoint/2010/main">
        <mc:Choice Requires="p14">
          <p:contentPart p14:bwMode="auto" r:id="rId43">
            <p14:nvContentPartPr>
              <p14:cNvPr id="1053248" name="墨迹 1053247"/>
              <p14:cNvContentPartPr/>
              <p14:nvPr/>
            </p14:nvContentPartPr>
            <p14:xfrm>
              <a:off x="1521009" y="2658791"/>
              <a:ext cx="18272" cy="364659"/>
            </p14:xfrm>
          </p:contentPart>
        </mc:Choice>
        <mc:Fallback xmlns="">
          <p:sp>
            <p:nvSpPr>
              <p:cNvPr id="1053248" name=""/>
              <p:cNvSpPr/>
              <p:nvPr/>
            </p:nvSpPr>
            <p:spPr>
              <a:xfrm>
                <a:off x="1521009" y="2658791"/>
                <a:ext cx="18272" cy="364659"/>
              </a:xfrm>
            </p:spPr>
          </p:sp>
        </mc:Fallback>
      </mc:AlternateContent>
      <mc:AlternateContent xmlns:mc="http://schemas.openxmlformats.org/markup-compatibility/2006" xmlns:p14="http://schemas.microsoft.com/office/powerpoint/2010/main">
        <mc:Choice Requires="p14">
          <p:contentPart p14:bwMode="auto" r:id="rId44">
            <p14:nvContentPartPr>
              <p14:cNvPr id="1053249" name="墨迹 1053248"/>
              <p14:cNvContentPartPr/>
              <p14:nvPr/>
            </p14:nvContentPartPr>
            <p14:xfrm>
              <a:off x="1674423" y="2728178"/>
              <a:ext cx="149567" cy="81181"/>
            </p14:xfrm>
          </p:contentPart>
        </mc:Choice>
        <mc:Fallback xmlns="">
          <p:sp>
            <p:nvSpPr>
              <p:cNvPr id="1053249" name=""/>
              <p:cNvSpPr/>
              <p:nvPr/>
            </p:nvSpPr>
            <p:spPr>
              <a:xfrm>
                <a:off x="1674423" y="2728178"/>
                <a:ext cx="149567" cy="81181"/>
              </a:xfrm>
            </p:spPr>
          </p:sp>
        </mc:Fallback>
      </mc:AlternateContent>
      <mc:AlternateContent xmlns:mc="http://schemas.openxmlformats.org/markup-compatibility/2006" xmlns:p14="http://schemas.microsoft.com/office/powerpoint/2010/main">
        <mc:Choice Requires="p14">
          <p:contentPart p14:bwMode="auto" r:id="rId45">
            <p14:nvContentPartPr>
              <p14:cNvPr id="1053250" name="墨迹 1053249"/>
              <p14:cNvContentPartPr/>
              <p14:nvPr/>
            </p14:nvContentPartPr>
            <p14:xfrm>
              <a:off x="1740316" y="2654155"/>
              <a:ext cx="5880" cy="216491"/>
            </p14:xfrm>
          </p:contentPart>
        </mc:Choice>
        <mc:Fallback xmlns="">
          <p:sp>
            <p:nvSpPr>
              <p:cNvPr id="1053250" name=""/>
              <p:cNvSpPr/>
              <p:nvPr/>
            </p:nvSpPr>
            <p:spPr>
              <a:xfrm>
                <a:off x="1740316" y="2654155"/>
                <a:ext cx="5880" cy="216491"/>
              </a:xfrm>
            </p:spPr>
          </p:sp>
        </mc:Fallback>
      </mc:AlternateContent>
      <mc:AlternateContent xmlns:mc="http://schemas.openxmlformats.org/markup-compatibility/2006" xmlns:p14="http://schemas.microsoft.com/office/powerpoint/2010/main">
        <mc:Choice Requires="p14">
          <p:contentPart p14:bwMode="auto" r:id="rId46">
            <p14:nvContentPartPr>
              <p14:cNvPr id="1053251" name="墨迹 1053250"/>
              <p14:cNvContentPartPr/>
              <p14:nvPr/>
            </p14:nvContentPartPr>
            <p14:xfrm>
              <a:off x="1677613" y="2830225"/>
              <a:ext cx="188776" cy="89753"/>
            </p14:xfrm>
          </p:contentPart>
        </mc:Choice>
        <mc:Fallback xmlns="">
          <p:sp>
            <p:nvSpPr>
              <p:cNvPr id="1053251" name=""/>
              <p:cNvSpPr/>
              <p:nvPr/>
            </p:nvSpPr>
            <p:spPr>
              <a:xfrm>
                <a:off x="1677613" y="2830225"/>
                <a:ext cx="188776" cy="89753"/>
              </a:xfrm>
            </p:spPr>
          </p:sp>
        </mc:Fallback>
      </mc:AlternateContent>
      <mc:AlternateContent xmlns:mc="http://schemas.openxmlformats.org/markup-compatibility/2006" xmlns:p14="http://schemas.microsoft.com/office/powerpoint/2010/main">
        <mc:Choice Requires="p14">
          <p:contentPart p14:bwMode="auto" r:id="rId47">
            <p14:nvContentPartPr>
              <p14:cNvPr id="1053252" name="墨迹 1053251"/>
              <p14:cNvContentPartPr/>
              <p14:nvPr/>
            </p14:nvContentPartPr>
            <p14:xfrm>
              <a:off x="1920088" y="2662154"/>
              <a:ext cx="174112" cy="40682"/>
            </p14:xfrm>
          </p:contentPart>
        </mc:Choice>
        <mc:Fallback xmlns="">
          <p:sp>
            <p:nvSpPr>
              <p:cNvPr id="1053252" name=""/>
              <p:cNvSpPr/>
              <p:nvPr/>
            </p:nvSpPr>
            <p:spPr>
              <a:xfrm>
                <a:off x="1920088" y="2662154"/>
                <a:ext cx="174112" cy="40682"/>
              </a:xfrm>
            </p:spPr>
          </p:sp>
        </mc:Fallback>
      </mc:AlternateContent>
      <mc:AlternateContent xmlns:mc="http://schemas.openxmlformats.org/markup-compatibility/2006" xmlns:p14="http://schemas.microsoft.com/office/powerpoint/2010/main">
        <mc:Choice Requires="p14">
          <p:contentPart p14:bwMode="auto" r:id="rId48">
            <p14:nvContentPartPr>
              <p14:cNvPr id="1053253" name="墨迹 1053252"/>
              <p14:cNvContentPartPr/>
              <p14:nvPr/>
            </p14:nvContentPartPr>
            <p14:xfrm>
              <a:off x="1943299" y="2673362"/>
              <a:ext cx="87963" cy="155645"/>
            </p14:xfrm>
          </p:contentPart>
        </mc:Choice>
        <mc:Fallback xmlns="">
          <p:sp>
            <p:nvSpPr>
              <p:cNvPr id="1053253" name=""/>
              <p:cNvSpPr/>
              <p:nvPr/>
            </p:nvSpPr>
            <p:spPr>
              <a:xfrm>
                <a:off x="1943299" y="2673362"/>
                <a:ext cx="87963" cy="155645"/>
              </a:xfrm>
            </p:spPr>
          </p:sp>
        </mc:Fallback>
      </mc:AlternateContent>
      <mc:AlternateContent xmlns:mc="http://schemas.openxmlformats.org/markup-compatibility/2006" xmlns:p14="http://schemas.microsoft.com/office/powerpoint/2010/main">
        <mc:Choice Requires="p14">
          <p:contentPart p14:bwMode="auto" r:id="rId49">
            <p14:nvContentPartPr>
              <p14:cNvPr id="1053254" name="墨迹 1053253"/>
              <p14:cNvContentPartPr/>
              <p14:nvPr/>
            </p14:nvContentPartPr>
            <p14:xfrm>
              <a:off x="2024321" y="2745556"/>
              <a:ext cx="3250" cy="98015"/>
            </p14:xfrm>
          </p:contentPart>
        </mc:Choice>
        <mc:Fallback xmlns="">
          <p:sp>
            <p:nvSpPr>
              <p:cNvPr id="1053254" name=""/>
              <p:cNvSpPr/>
              <p:nvPr/>
            </p:nvSpPr>
            <p:spPr>
              <a:xfrm>
                <a:off x="2024321" y="2745556"/>
                <a:ext cx="3250" cy="98015"/>
              </a:xfrm>
            </p:spPr>
          </p:sp>
        </mc:Fallback>
      </mc:AlternateContent>
      <mc:AlternateContent xmlns:mc="http://schemas.openxmlformats.org/markup-compatibility/2006" xmlns:p14="http://schemas.microsoft.com/office/powerpoint/2010/main">
        <mc:Choice Requires="p14">
          <p:contentPart p14:bwMode="auto" r:id="rId50">
            <p14:nvContentPartPr>
              <p14:cNvPr id="1053255" name="墨迹 1053254"/>
              <p14:cNvContentPartPr/>
              <p14:nvPr/>
            </p14:nvContentPartPr>
            <p14:xfrm>
              <a:off x="2061336" y="2744231"/>
              <a:ext cx="79453" cy="49877"/>
            </p14:xfrm>
          </p:contentPart>
        </mc:Choice>
        <mc:Fallback xmlns="">
          <p:sp>
            <p:nvSpPr>
              <p:cNvPr id="1053255" name=""/>
              <p:cNvSpPr/>
              <p:nvPr/>
            </p:nvSpPr>
            <p:spPr>
              <a:xfrm>
                <a:off x="2061336" y="2744231"/>
                <a:ext cx="79453" cy="49877"/>
              </a:xfrm>
            </p:spPr>
          </p:sp>
        </mc:Fallback>
      </mc:AlternateContent>
      <mc:AlternateContent xmlns:mc="http://schemas.openxmlformats.org/markup-compatibility/2006" xmlns:p14="http://schemas.microsoft.com/office/powerpoint/2010/main">
        <mc:Choice Requires="p14">
          <p:contentPart p14:bwMode="auto" r:id="rId51">
            <p14:nvContentPartPr>
              <p14:cNvPr id="1053256" name="墨迹 1053255"/>
              <p14:cNvContentPartPr/>
              <p14:nvPr/>
            </p14:nvContentPartPr>
            <p14:xfrm>
              <a:off x="2199544" y="2684953"/>
              <a:ext cx="22115" cy="71715"/>
            </p14:xfrm>
          </p:contentPart>
        </mc:Choice>
        <mc:Fallback xmlns="">
          <p:sp>
            <p:nvSpPr>
              <p:cNvPr id="1053256" name=""/>
              <p:cNvSpPr/>
              <p:nvPr/>
            </p:nvSpPr>
            <p:spPr>
              <a:xfrm>
                <a:off x="2199544" y="2684953"/>
                <a:ext cx="22115" cy="71715"/>
              </a:xfrm>
            </p:spPr>
          </p:sp>
        </mc:Fallback>
      </mc:AlternateContent>
      <mc:AlternateContent xmlns:mc="http://schemas.openxmlformats.org/markup-compatibility/2006" xmlns:p14="http://schemas.microsoft.com/office/powerpoint/2010/main">
        <mc:Choice Requires="p14">
          <p:contentPart p14:bwMode="auto" r:id="rId52">
            <p14:nvContentPartPr>
              <p14:cNvPr id="1053257" name="墨迹 1053256"/>
              <p14:cNvContentPartPr/>
              <p14:nvPr/>
            </p14:nvContentPartPr>
            <p14:xfrm>
              <a:off x="2207654" y="2630660"/>
              <a:ext cx="157538" cy="140403"/>
            </p14:xfrm>
          </p:contentPart>
        </mc:Choice>
        <mc:Fallback xmlns="">
          <p:sp>
            <p:nvSpPr>
              <p:cNvPr id="1053257" name=""/>
              <p:cNvSpPr/>
              <p:nvPr/>
            </p:nvSpPr>
            <p:spPr>
              <a:xfrm>
                <a:off x="2207654" y="2630660"/>
                <a:ext cx="157538" cy="140403"/>
              </a:xfrm>
            </p:spPr>
          </p:sp>
        </mc:Fallback>
      </mc:AlternateContent>
      <mc:AlternateContent xmlns:mc="http://schemas.openxmlformats.org/markup-compatibility/2006" xmlns:p14="http://schemas.microsoft.com/office/powerpoint/2010/main">
        <mc:Choice Requires="p14">
          <p:contentPart p14:bwMode="auto" r:id="rId53">
            <p14:nvContentPartPr>
              <p14:cNvPr id="1053258" name="墨迹 1053257"/>
              <p14:cNvContentPartPr/>
              <p14:nvPr/>
            </p14:nvContentPartPr>
            <p14:xfrm>
              <a:off x="2274899" y="2569377"/>
              <a:ext cx="20154" cy="328982"/>
            </p14:xfrm>
          </p:contentPart>
        </mc:Choice>
        <mc:Fallback xmlns="">
          <p:sp>
            <p:nvSpPr>
              <p:cNvPr id="1053258" name=""/>
              <p:cNvSpPr/>
              <p:nvPr/>
            </p:nvSpPr>
            <p:spPr>
              <a:xfrm>
                <a:off x="2274899" y="2569377"/>
                <a:ext cx="20154" cy="328982"/>
              </a:xfrm>
            </p:spPr>
          </p:sp>
        </mc:Fallback>
      </mc:AlternateContent>
      <mc:AlternateContent xmlns:mc="http://schemas.openxmlformats.org/markup-compatibility/2006" xmlns:p14="http://schemas.microsoft.com/office/powerpoint/2010/main">
        <mc:Choice Requires="p14">
          <p:contentPart p14:bwMode="auto" r:id="rId54">
            <p14:nvContentPartPr>
              <p14:cNvPr id="1053259" name="墨迹 1053258"/>
              <p14:cNvContentPartPr/>
              <p14:nvPr/>
            </p14:nvContentPartPr>
            <p14:xfrm>
              <a:off x="2477212" y="2579312"/>
              <a:ext cx="53489" cy="232126"/>
            </p14:xfrm>
          </p:contentPart>
        </mc:Choice>
        <mc:Fallback xmlns="">
          <p:sp>
            <p:nvSpPr>
              <p:cNvPr id="1053259" name=""/>
              <p:cNvSpPr/>
              <p:nvPr/>
            </p:nvSpPr>
            <p:spPr>
              <a:xfrm>
                <a:off x="2477212" y="2579312"/>
                <a:ext cx="53489" cy="232126"/>
              </a:xfrm>
            </p:spPr>
          </p:sp>
        </mc:Fallback>
      </mc:AlternateContent>
      <mc:AlternateContent xmlns:mc="http://schemas.openxmlformats.org/markup-compatibility/2006" xmlns:p14="http://schemas.microsoft.com/office/powerpoint/2010/main">
        <mc:Choice Requires="p14">
          <p:contentPart p14:bwMode="auto" r:id="rId55">
            <p14:nvContentPartPr>
              <p14:cNvPr id="1053260" name="墨迹 1053259"/>
              <p14:cNvContentPartPr/>
              <p14:nvPr/>
            </p14:nvContentPartPr>
            <p14:xfrm>
              <a:off x="2614531" y="2576662"/>
              <a:ext cx="11125" cy="208736"/>
            </p14:xfrm>
          </p:contentPart>
        </mc:Choice>
        <mc:Fallback xmlns="">
          <p:sp>
            <p:nvSpPr>
              <p:cNvPr id="1053260" name=""/>
              <p:cNvSpPr/>
              <p:nvPr/>
            </p:nvSpPr>
            <p:spPr>
              <a:xfrm>
                <a:off x="2614531" y="2576662"/>
                <a:ext cx="11125" cy="208736"/>
              </a:xfrm>
            </p:spPr>
          </p:sp>
        </mc:Fallback>
      </mc:AlternateContent>
      <mc:AlternateContent xmlns:mc="http://schemas.openxmlformats.org/markup-compatibility/2006" xmlns:p14="http://schemas.microsoft.com/office/powerpoint/2010/main">
        <mc:Choice Requires="p14">
          <p:contentPart p14:bwMode="auto" r:id="rId56">
            <p14:nvContentPartPr>
              <p14:cNvPr id="1053261" name="墨迹 1053260"/>
              <p14:cNvContentPartPr/>
              <p14:nvPr/>
            </p14:nvContentPartPr>
            <p14:xfrm>
              <a:off x="2640862" y="2526218"/>
              <a:ext cx="155773" cy="266344"/>
            </p14:xfrm>
          </p:contentPart>
        </mc:Choice>
        <mc:Fallback xmlns="">
          <p:sp>
            <p:nvSpPr>
              <p:cNvPr id="1053261" name=""/>
              <p:cNvSpPr/>
              <p:nvPr/>
            </p:nvSpPr>
            <p:spPr>
              <a:xfrm>
                <a:off x="2640862" y="2526218"/>
                <a:ext cx="155773" cy="266344"/>
              </a:xfrm>
            </p:spPr>
          </p:sp>
        </mc:Fallback>
      </mc:AlternateContent>
      <mc:AlternateContent xmlns:mc="http://schemas.openxmlformats.org/markup-compatibility/2006" xmlns:p14="http://schemas.microsoft.com/office/powerpoint/2010/main">
        <mc:Choice Requires="p14">
          <p:contentPart p14:bwMode="auto" r:id="rId57">
            <p14:nvContentPartPr>
              <p14:cNvPr id="1053262" name="墨迹 1053261"/>
              <p14:cNvContentPartPr/>
              <p14:nvPr/>
            </p14:nvContentPartPr>
            <p14:xfrm>
              <a:off x="2625596" y="2618482"/>
              <a:ext cx="124216" cy="115276"/>
            </p14:xfrm>
          </p:contentPart>
        </mc:Choice>
        <mc:Fallback xmlns="">
          <p:sp>
            <p:nvSpPr>
              <p:cNvPr id="1053262" name=""/>
              <p:cNvSpPr/>
              <p:nvPr/>
            </p:nvSpPr>
            <p:spPr>
              <a:xfrm>
                <a:off x="2625596" y="2618482"/>
                <a:ext cx="124216" cy="115276"/>
              </a:xfrm>
            </p:spPr>
          </p:sp>
        </mc:Fallback>
      </mc:AlternateContent>
      <mc:AlternateContent xmlns:mc="http://schemas.openxmlformats.org/markup-compatibility/2006" xmlns:p14="http://schemas.microsoft.com/office/powerpoint/2010/main">
        <mc:Choice Requires="p14">
          <p:contentPart p14:bwMode="auto" r:id="rId58">
            <p14:nvContentPartPr>
              <p14:cNvPr id="1053263" name="墨迹 1053262"/>
              <p14:cNvContentPartPr/>
              <p14:nvPr/>
            </p14:nvContentPartPr>
            <p14:xfrm>
              <a:off x="2697608" y="2582623"/>
              <a:ext cx="2525" cy="282513"/>
            </p14:xfrm>
          </p:contentPart>
        </mc:Choice>
        <mc:Fallback xmlns="">
          <p:sp>
            <p:nvSpPr>
              <p:cNvPr id="1053263" name=""/>
              <p:cNvSpPr/>
              <p:nvPr/>
            </p:nvSpPr>
            <p:spPr>
              <a:xfrm>
                <a:off x="2697608" y="2582623"/>
                <a:ext cx="2525" cy="282513"/>
              </a:xfrm>
            </p:spPr>
          </p:sp>
        </mc:Fallback>
      </mc:AlternateContent>
      <mc:AlternateContent xmlns:mc="http://schemas.openxmlformats.org/markup-compatibility/2006" xmlns:p14="http://schemas.microsoft.com/office/powerpoint/2010/main">
        <mc:Choice Requires="p14">
          <p:contentPart p14:bwMode="auto" r:id="rId59">
            <p14:nvContentPartPr>
              <p14:cNvPr id="1053264" name="墨迹 1053263"/>
              <p14:cNvContentPartPr/>
              <p14:nvPr/>
            </p14:nvContentPartPr>
            <p14:xfrm>
              <a:off x="2933835" y="2447840"/>
              <a:ext cx="1282" cy="34955"/>
            </p14:xfrm>
          </p:contentPart>
        </mc:Choice>
        <mc:Fallback xmlns="">
          <p:sp>
            <p:nvSpPr>
              <p:cNvPr id="1053264" name=""/>
              <p:cNvSpPr/>
              <p:nvPr/>
            </p:nvSpPr>
            <p:spPr>
              <a:xfrm>
                <a:off x="2933835" y="2447840"/>
                <a:ext cx="1282" cy="34955"/>
              </a:xfrm>
            </p:spPr>
          </p:sp>
        </mc:Fallback>
      </mc:AlternateContent>
      <mc:AlternateContent xmlns:mc="http://schemas.openxmlformats.org/markup-compatibility/2006" xmlns:p14="http://schemas.microsoft.com/office/powerpoint/2010/main">
        <mc:Choice Requires="p14">
          <p:contentPart p14:bwMode="auto" r:id="rId60">
            <p14:nvContentPartPr>
              <p14:cNvPr id="1053265" name="墨迹 1053264"/>
              <p14:cNvContentPartPr/>
              <p14:nvPr/>
            </p14:nvContentPartPr>
            <p14:xfrm>
              <a:off x="2851721" y="2512503"/>
              <a:ext cx="191514" cy="58860"/>
            </p14:xfrm>
          </p:contentPart>
        </mc:Choice>
        <mc:Fallback xmlns="">
          <p:sp>
            <p:nvSpPr>
              <p:cNvPr id="1053265" name=""/>
              <p:cNvSpPr/>
              <p:nvPr/>
            </p:nvSpPr>
            <p:spPr>
              <a:xfrm>
                <a:off x="2851721" y="2512503"/>
                <a:ext cx="191514" cy="58860"/>
              </a:xfrm>
            </p:spPr>
          </p:sp>
        </mc:Fallback>
      </mc:AlternateContent>
      <mc:AlternateContent xmlns:mc="http://schemas.openxmlformats.org/markup-compatibility/2006" xmlns:p14="http://schemas.microsoft.com/office/powerpoint/2010/main">
        <mc:Choice Requires="p14">
          <p:contentPart p14:bwMode="auto" r:id="rId61">
            <p14:nvContentPartPr>
              <p14:cNvPr id="1053266" name="墨迹 1053265"/>
              <p14:cNvContentPartPr/>
              <p14:nvPr/>
            </p14:nvContentPartPr>
            <p14:xfrm>
              <a:off x="2812122" y="2538910"/>
              <a:ext cx="84879" cy="354076"/>
            </p14:xfrm>
          </p:contentPart>
        </mc:Choice>
        <mc:Fallback xmlns="">
          <p:sp>
            <p:nvSpPr>
              <p:cNvPr id="1053266" name=""/>
              <p:cNvSpPr/>
              <p:nvPr/>
            </p:nvSpPr>
            <p:spPr>
              <a:xfrm>
                <a:off x="2812122" y="2538910"/>
                <a:ext cx="84879" cy="354076"/>
              </a:xfrm>
            </p:spPr>
          </p:sp>
        </mc:Fallback>
      </mc:AlternateContent>
      <mc:AlternateContent xmlns:mc="http://schemas.openxmlformats.org/markup-compatibility/2006" xmlns:p14="http://schemas.microsoft.com/office/powerpoint/2010/main">
        <mc:Choice Requires="p14">
          <p:contentPart p14:bwMode="auto" r:id="rId62">
            <p14:nvContentPartPr>
              <p14:cNvPr id="1053267" name="墨迹 1053266"/>
              <p14:cNvContentPartPr/>
              <p14:nvPr/>
            </p14:nvContentPartPr>
            <p14:xfrm>
              <a:off x="2900023" y="2565072"/>
              <a:ext cx="60168" cy="87742"/>
            </p14:xfrm>
          </p:contentPart>
        </mc:Choice>
        <mc:Fallback xmlns="">
          <p:sp>
            <p:nvSpPr>
              <p:cNvPr id="1053267" name=""/>
              <p:cNvSpPr/>
              <p:nvPr/>
            </p:nvSpPr>
            <p:spPr>
              <a:xfrm>
                <a:off x="2900023" y="2565072"/>
                <a:ext cx="60168" cy="87742"/>
              </a:xfrm>
            </p:spPr>
          </p:sp>
        </mc:Fallback>
      </mc:AlternateContent>
      <mc:AlternateContent xmlns:mc="http://schemas.openxmlformats.org/markup-compatibility/2006" xmlns:p14="http://schemas.microsoft.com/office/powerpoint/2010/main">
        <mc:Choice Requires="p14">
          <p:contentPart p14:bwMode="auto" r:id="rId63">
            <p14:nvContentPartPr>
              <p14:cNvPr id="1053268" name="墨迹 1053267"/>
              <p14:cNvContentPartPr/>
              <p14:nvPr/>
            </p14:nvContentPartPr>
            <p14:xfrm>
              <a:off x="2943165" y="2594214"/>
              <a:ext cx="2834" cy="106127"/>
            </p14:xfrm>
          </p:contentPart>
        </mc:Choice>
        <mc:Fallback xmlns="">
          <p:sp>
            <p:nvSpPr>
              <p:cNvPr id="1053268" name=""/>
              <p:cNvSpPr/>
              <p:nvPr/>
            </p:nvSpPr>
            <p:spPr>
              <a:xfrm>
                <a:off x="2943165" y="2594214"/>
                <a:ext cx="2834" cy="106127"/>
              </a:xfrm>
            </p:spPr>
          </p:sp>
        </mc:Fallback>
      </mc:AlternateContent>
      <mc:AlternateContent xmlns:mc="http://schemas.openxmlformats.org/markup-compatibility/2006" xmlns:p14="http://schemas.microsoft.com/office/powerpoint/2010/main">
        <mc:Choice Requires="p14">
          <p:contentPart p14:bwMode="auto" r:id="rId64">
            <p14:nvContentPartPr>
              <p14:cNvPr id="1053269" name="墨迹 1053268"/>
              <p14:cNvContentPartPr/>
              <p14:nvPr/>
            </p14:nvContentPartPr>
            <p14:xfrm>
              <a:off x="2968640" y="2592889"/>
              <a:ext cx="56770" cy="35103"/>
            </p14:xfrm>
          </p:contentPart>
        </mc:Choice>
        <mc:Fallback xmlns="">
          <p:sp>
            <p:nvSpPr>
              <p:cNvPr id="1053269" name=""/>
              <p:cNvSpPr/>
              <p:nvPr/>
            </p:nvSpPr>
            <p:spPr>
              <a:xfrm>
                <a:off x="2968640" y="2592889"/>
                <a:ext cx="56770" cy="35103"/>
              </a:xfrm>
            </p:spPr>
          </p:sp>
        </mc:Fallback>
      </mc:AlternateContent>
      <mc:AlternateContent xmlns:mc="http://schemas.openxmlformats.org/markup-compatibility/2006" xmlns:p14="http://schemas.microsoft.com/office/powerpoint/2010/main">
        <mc:Choice Requires="p14">
          <p:contentPart p14:bwMode="auto" r:id="rId65">
            <p14:nvContentPartPr>
              <p14:cNvPr id="1053270" name="墨迹 1053269"/>
              <p14:cNvContentPartPr/>
              <p14:nvPr/>
            </p14:nvContentPartPr>
            <p14:xfrm>
              <a:off x="2987998" y="2549175"/>
              <a:ext cx="44507" cy="150111"/>
            </p14:xfrm>
          </p:contentPart>
        </mc:Choice>
        <mc:Fallback xmlns="">
          <p:sp>
            <p:nvSpPr>
              <p:cNvPr id="1053270" name=""/>
              <p:cNvSpPr/>
              <p:nvPr/>
            </p:nvSpPr>
            <p:spPr>
              <a:xfrm>
                <a:off x="2987998" y="2549175"/>
                <a:ext cx="44507" cy="150111"/>
              </a:xfrm>
            </p:spPr>
          </p:sp>
        </mc:Fallback>
      </mc:AlternateContent>
      <mc:AlternateContent xmlns:mc="http://schemas.openxmlformats.org/markup-compatibility/2006" xmlns:p14="http://schemas.microsoft.com/office/powerpoint/2010/main">
        <mc:Choice Requires="p14">
          <p:contentPart p14:bwMode="auto" r:id="rId66">
            <p14:nvContentPartPr>
              <p14:cNvPr id="1053271" name="墨迹 1053270"/>
              <p14:cNvContentPartPr/>
              <p14:nvPr/>
            </p14:nvContentPartPr>
            <p14:xfrm>
              <a:off x="2909305" y="2693563"/>
              <a:ext cx="10675" cy="131980"/>
            </p14:xfrm>
          </p:contentPart>
        </mc:Choice>
        <mc:Fallback xmlns="">
          <p:sp>
            <p:nvSpPr>
              <p:cNvPr id="1053271" name=""/>
              <p:cNvSpPr/>
              <p:nvPr/>
            </p:nvSpPr>
            <p:spPr>
              <a:xfrm>
                <a:off x="2909305" y="2693563"/>
                <a:ext cx="10675" cy="131980"/>
              </a:xfrm>
            </p:spPr>
          </p:sp>
        </mc:Fallback>
      </mc:AlternateContent>
      <mc:AlternateContent xmlns:mc="http://schemas.openxmlformats.org/markup-compatibility/2006" xmlns:p14="http://schemas.microsoft.com/office/powerpoint/2010/main">
        <mc:Choice Requires="p14">
          <p:contentPart p14:bwMode="auto" r:id="rId67">
            <p14:nvContentPartPr>
              <p14:cNvPr id="1053272" name="墨迹 1053271"/>
              <p14:cNvContentPartPr/>
              <p14:nvPr/>
            </p14:nvContentPartPr>
            <p14:xfrm>
              <a:off x="2950055" y="2697772"/>
              <a:ext cx="115388" cy="152490"/>
            </p14:xfrm>
          </p:contentPart>
        </mc:Choice>
        <mc:Fallback xmlns="">
          <p:sp>
            <p:nvSpPr>
              <p:cNvPr id="1053272" name=""/>
              <p:cNvSpPr/>
              <p:nvPr/>
            </p:nvSpPr>
            <p:spPr>
              <a:xfrm>
                <a:off x="2950055" y="2697772"/>
                <a:ext cx="115388" cy="152490"/>
              </a:xfrm>
            </p:spPr>
          </p:sp>
        </mc:Fallback>
      </mc:AlternateContent>
      <mc:AlternateContent xmlns:mc="http://schemas.openxmlformats.org/markup-compatibility/2006" xmlns:p14="http://schemas.microsoft.com/office/powerpoint/2010/main">
        <mc:Choice Requires="p14">
          <p:contentPart p14:bwMode="auto" r:id="rId68">
            <p14:nvContentPartPr>
              <p14:cNvPr id="1053273" name="墨迹 1053272"/>
              <p14:cNvContentPartPr/>
              <p14:nvPr/>
            </p14:nvContentPartPr>
            <p14:xfrm>
              <a:off x="2966041" y="2650512"/>
              <a:ext cx="101411" cy="145575"/>
            </p14:xfrm>
          </p:contentPart>
        </mc:Choice>
        <mc:Fallback xmlns="">
          <p:sp>
            <p:nvSpPr>
              <p:cNvPr id="1053273" name=""/>
              <p:cNvSpPr/>
              <p:nvPr/>
            </p:nvSpPr>
            <p:spPr>
              <a:xfrm>
                <a:off x="2966041" y="2650512"/>
                <a:ext cx="101411" cy="145575"/>
              </a:xfrm>
            </p:spPr>
          </p:sp>
        </mc:Fallback>
      </mc:AlternateContent>
      <mc:AlternateContent xmlns:mc="http://schemas.openxmlformats.org/markup-compatibility/2006" xmlns:p14="http://schemas.microsoft.com/office/powerpoint/2010/main">
        <mc:Choice Requires="p14">
          <p:contentPart p14:bwMode="auto" r:id="rId69">
            <p14:nvContentPartPr>
              <p14:cNvPr id="1053274" name="墨迹 1053273"/>
              <p14:cNvContentPartPr/>
              <p14:nvPr/>
            </p14:nvContentPartPr>
            <p14:xfrm>
              <a:off x="3143632" y="2488573"/>
              <a:ext cx="86138" cy="296835"/>
            </p14:xfrm>
          </p:contentPart>
        </mc:Choice>
        <mc:Fallback xmlns="">
          <p:sp>
            <p:nvSpPr>
              <p:cNvPr id="1053274" name=""/>
              <p:cNvSpPr/>
              <p:nvPr/>
            </p:nvSpPr>
            <p:spPr>
              <a:xfrm>
                <a:off x="3143632" y="2488573"/>
                <a:ext cx="86138" cy="296835"/>
              </a:xfrm>
            </p:spPr>
          </p:sp>
        </mc:Fallback>
      </mc:AlternateContent>
      <mc:AlternateContent xmlns:mc="http://schemas.openxmlformats.org/markup-compatibility/2006" xmlns:p14="http://schemas.microsoft.com/office/powerpoint/2010/main">
        <mc:Choice Requires="p14">
          <p:contentPart p14:bwMode="auto" r:id="rId70">
            <p14:nvContentPartPr>
              <p14:cNvPr id="1053275" name="墨迹 1053274"/>
              <p14:cNvContentPartPr/>
              <p14:nvPr/>
            </p14:nvContentPartPr>
            <p14:xfrm>
              <a:off x="3204843" y="2605474"/>
              <a:ext cx="8944" cy="103203"/>
            </p14:xfrm>
          </p:contentPart>
        </mc:Choice>
        <mc:Fallback xmlns="">
          <p:sp>
            <p:nvSpPr>
              <p:cNvPr id="1053275" name=""/>
              <p:cNvSpPr/>
              <p:nvPr/>
            </p:nvSpPr>
            <p:spPr>
              <a:xfrm>
                <a:off x="3204843" y="2605474"/>
                <a:ext cx="8944" cy="103203"/>
              </a:xfrm>
            </p:spPr>
          </p:sp>
        </mc:Fallback>
      </mc:AlternateContent>
      <mc:AlternateContent xmlns:mc="http://schemas.openxmlformats.org/markup-compatibility/2006" xmlns:p14="http://schemas.microsoft.com/office/powerpoint/2010/main">
        <mc:Choice Requires="p14">
          <p:contentPart p14:bwMode="auto" r:id="rId71">
            <p14:nvContentPartPr>
              <p14:cNvPr id="1053276" name="墨迹 1053275"/>
              <p14:cNvContentPartPr/>
              <p14:nvPr/>
            </p14:nvContentPartPr>
            <p14:xfrm>
              <a:off x="3219711" y="2588697"/>
              <a:ext cx="132450" cy="99041"/>
            </p14:xfrm>
          </p:contentPart>
        </mc:Choice>
        <mc:Fallback xmlns="">
          <p:sp>
            <p:nvSpPr>
              <p:cNvPr id="1053276" name=""/>
              <p:cNvSpPr/>
              <p:nvPr/>
            </p:nvSpPr>
            <p:spPr>
              <a:xfrm>
                <a:off x="3219711" y="2588697"/>
                <a:ext cx="132450" cy="99041"/>
              </a:xfrm>
            </p:spPr>
          </p:sp>
        </mc:Fallback>
      </mc:AlternateContent>
      <mc:AlternateContent xmlns:mc="http://schemas.openxmlformats.org/markup-compatibility/2006" xmlns:p14="http://schemas.microsoft.com/office/powerpoint/2010/main">
        <mc:Choice Requires="p14">
          <p:contentPart p14:bwMode="auto" r:id="rId72">
            <p14:nvContentPartPr>
              <p14:cNvPr id="1053277" name="墨迹 1053276"/>
              <p14:cNvContentPartPr/>
              <p14:nvPr/>
            </p14:nvContentPartPr>
            <p14:xfrm>
              <a:off x="3212437" y="2524007"/>
              <a:ext cx="134625" cy="241459"/>
            </p14:xfrm>
          </p:contentPart>
        </mc:Choice>
        <mc:Fallback xmlns="">
          <p:sp>
            <p:nvSpPr>
              <p:cNvPr id="1053277" name=""/>
              <p:cNvSpPr/>
              <p:nvPr/>
            </p:nvSpPr>
            <p:spPr>
              <a:xfrm>
                <a:off x="3212437" y="2524007"/>
                <a:ext cx="134625" cy="241459"/>
              </a:xfrm>
            </p:spPr>
          </p:sp>
        </mc:Fallback>
      </mc:AlternateContent>
      <mc:AlternateContent xmlns:mc="http://schemas.openxmlformats.org/markup-compatibility/2006" xmlns:p14="http://schemas.microsoft.com/office/powerpoint/2010/main">
        <mc:Choice Requires="p14">
          <p:contentPart p14:bwMode="auto" r:id="rId73">
            <p14:nvContentPartPr>
              <p14:cNvPr id="1053278" name="墨迹 1053277"/>
              <p14:cNvContentPartPr/>
              <p14:nvPr/>
            </p14:nvContentPartPr>
            <p14:xfrm>
              <a:off x="3333589" y="2505793"/>
              <a:ext cx="93202" cy="295811"/>
            </p14:xfrm>
          </p:contentPart>
        </mc:Choice>
        <mc:Fallback xmlns="">
          <p:sp>
            <p:nvSpPr>
              <p:cNvPr id="1053278" name=""/>
              <p:cNvSpPr/>
              <p:nvPr/>
            </p:nvSpPr>
            <p:spPr>
              <a:xfrm>
                <a:off x="3333589" y="2505793"/>
                <a:ext cx="93202" cy="295811"/>
              </a:xfrm>
            </p:spPr>
          </p:sp>
        </mc:Fallback>
      </mc:AlternateContent>
      <mc:AlternateContent xmlns:mc="http://schemas.openxmlformats.org/markup-compatibility/2006" xmlns:p14="http://schemas.microsoft.com/office/powerpoint/2010/main">
        <mc:Choice Requires="p14">
          <p:contentPart p14:bwMode="auto" r:id="rId74">
            <p14:nvContentPartPr>
              <p14:cNvPr id="1053289" name="墨迹 1053288"/>
              <p14:cNvContentPartPr/>
              <p14:nvPr/>
            </p14:nvContentPartPr>
            <p14:xfrm>
              <a:off x="1363328" y="3323436"/>
              <a:ext cx="11025" cy="17220"/>
            </p14:xfrm>
          </p:contentPart>
        </mc:Choice>
        <mc:Fallback xmlns="">
          <p:sp>
            <p:nvSpPr>
              <p:cNvPr id="1053289" name=""/>
              <p:cNvSpPr/>
              <p:nvPr/>
            </p:nvSpPr>
            <p:spPr>
              <a:xfrm>
                <a:off x="1363328" y="3323436"/>
                <a:ext cx="11025" cy="17220"/>
              </a:xfrm>
            </p:spPr>
          </p:sp>
        </mc:Fallback>
      </mc:AlternateContent>
      <mc:AlternateContent xmlns:mc="http://schemas.openxmlformats.org/markup-compatibility/2006" xmlns:p14="http://schemas.microsoft.com/office/powerpoint/2010/main">
        <mc:Choice Requires="p14">
          <p:contentPart p14:bwMode="auto" r:id="rId75">
            <p14:nvContentPartPr>
              <p14:cNvPr id="1053290" name="墨迹 1053289"/>
              <p14:cNvContentPartPr/>
              <p14:nvPr/>
            </p14:nvContentPartPr>
            <p14:xfrm>
              <a:off x="1320828" y="3261089"/>
              <a:ext cx="71501" cy="129934"/>
            </p14:xfrm>
          </p:contentPart>
        </mc:Choice>
        <mc:Fallback xmlns="">
          <p:sp>
            <p:nvSpPr>
              <p:cNvPr id="1053290" name=""/>
              <p:cNvSpPr/>
              <p:nvPr/>
            </p:nvSpPr>
            <p:spPr>
              <a:xfrm>
                <a:off x="1320828" y="3261089"/>
                <a:ext cx="71501" cy="129934"/>
              </a:xfrm>
            </p:spPr>
          </p:sp>
        </mc:Fallback>
      </mc:AlternateContent>
      <mc:AlternateContent xmlns:mc="http://schemas.openxmlformats.org/markup-compatibility/2006" xmlns:p14="http://schemas.microsoft.com/office/powerpoint/2010/main">
        <mc:Choice Requires="p14">
          <p:contentPart p14:bwMode="auto" r:id="rId76">
            <p14:nvContentPartPr>
              <p14:cNvPr id="1053291" name="墨迹 1053290"/>
              <p14:cNvContentPartPr/>
              <p14:nvPr/>
            </p14:nvContentPartPr>
            <p14:xfrm>
              <a:off x="1457819" y="3304229"/>
              <a:ext cx="13385" cy="34246"/>
            </p14:xfrm>
          </p:contentPart>
        </mc:Choice>
        <mc:Fallback xmlns="">
          <p:sp>
            <p:nvSpPr>
              <p:cNvPr id="1053291" name=""/>
              <p:cNvSpPr/>
              <p:nvPr/>
            </p:nvSpPr>
            <p:spPr>
              <a:xfrm>
                <a:off x="1457819" y="3304229"/>
                <a:ext cx="13385" cy="34246"/>
              </a:xfrm>
            </p:spPr>
          </p:sp>
        </mc:Fallback>
      </mc:AlternateContent>
      <mc:AlternateContent xmlns:mc="http://schemas.openxmlformats.org/markup-compatibility/2006" xmlns:p14="http://schemas.microsoft.com/office/powerpoint/2010/main">
        <mc:Choice Requires="p14">
          <p:contentPart p14:bwMode="auto" r:id="rId77">
            <p14:nvContentPartPr>
              <p14:cNvPr id="1053292" name="墨迹 1053291"/>
              <p14:cNvContentPartPr/>
              <p14:nvPr/>
            </p14:nvContentPartPr>
            <p14:xfrm>
              <a:off x="1582254" y="3167790"/>
              <a:ext cx="26131" cy="259111"/>
            </p14:xfrm>
          </p:contentPart>
        </mc:Choice>
        <mc:Fallback xmlns="">
          <p:sp>
            <p:nvSpPr>
              <p:cNvPr id="1053292" name=""/>
              <p:cNvSpPr/>
              <p:nvPr/>
            </p:nvSpPr>
            <p:spPr>
              <a:xfrm>
                <a:off x="1582254" y="3167790"/>
                <a:ext cx="26131" cy="259111"/>
              </a:xfrm>
            </p:spPr>
          </p:sp>
        </mc:Fallback>
      </mc:AlternateContent>
      <mc:AlternateContent xmlns:mc="http://schemas.openxmlformats.org/markup-compatibility/2006" xmlns:p14="http://schemas.microsoft.com/office/powerpoint/2010/main">
        <mc:Choice Requires="p14">
          <p:contentPart p14:bwMode="auto" r:id="rId78">
            <p14:nvContentPartPr>
              <p14:cNvPr id="1053293" name="墨迹 1053292"/>
              <p14:cNvContentPartPr/>
              <p14:nvPr/>
            </p14:nvContentPartPr>
            <p14:xfrm>
              <a:off x="1137211" y="3265814"/>
              <a:ext cx="3642" cy="22624"/>
            </p14:xfrm>
          </p:contentPart>
        </mc:Choice>
        <mc:Fallback xmlns="">
          <p:sp>
            <p:nvSpPr>
              <p:cNvPr id="1053293" name=""/>
              <p:cNvSpPr/>
              <p:nvPr/>
            </p:nvSpPr>
            <p:spPr>
              <a:xfrm>
                <a:off x="1137211" y="3265814"/>
                <a:ext cx="3642" cy="22624"/>
              </a:xfrm>
            </p:spPr>
          </p:sp>
        </mc:Fallback>
      </mc:AlternateContent>
      <mc:AlternateContent xmlns:mc="http://schemas.openxmlformats.org/markup-compatibility/2006" xmlns:p14="http://schemas.microsoft.com/office/powerpoint/2010/main">
        <mc:Choice Requires="p14">
          <p:contentPart p14:bwMode="auto" r:id="rId79">
            <p14:nvContentPartPr>
              <p14:cNvPr id="1053294" name="墨迹 1053293"/>
              <p14:cNvContentPartPr/>
              <p14:nvPr/>
            </p14:nvContentPartPr>
            <p14:xfrm>
              <a:off x="1107738" y="3380728"/>
              <a:ext cx="0" cy="0"/>
            </p14:xfrm>
          </p:contentPart>
        </mc:Choice>
        <mc:Fallback xmlns="">
          <p:sp>
            <p:nvSpPr>
              <p:cNvPr id="1053294" name=""/>
              <p:cNvSpPr/>
              <p:nvPr/>
            </p:nvSpPr>
            <p:spPr>
              <a:xfrm>
                <a:off x="1107738" y="3380728"/>
                <a:ext cx="0" cy="0"/>
              </a:xfrm>
            </p:spPr>
          </p:sp>
        </mc:Fallback>
      </mc:AlternateContent>
      <mc:AlternateContent xmlns:mc="http://schemas.openxmlformats.org/markup-compatibility/2006" xmlns:p14="http://schemas.microsoft.com/office/powerpoint/2010/main">
        <mc:Choice Requires="p14">
          <p:contentPart p14:bwMode="auto" r:id="rId80">
            <p14:nvContentPartPr>
              <p14:cNvPr id="1053295" name="墨迹 1053294"/>
              <p14:cNvContentPartPr/>
              <p14:nvPr/>
            </p14:nvContentPartPr>
            <p14:xfrm>
              <a:off x="1186810" y="3339001"/>
              <a:ext cx="21704" cy="61243"/>
            </p14:xfrm>
          </p:contentPart>
        </mc:Choice>
        <mc:Fallback xmlns="">
          <p:sp>
            <p:nvSpPr>
              <p:cNvPr id="1053295" name=""/>
              <p:cNvSpPr/>
              <p:nvPr/>
            </p:nvSpPr>
            <p:spPr>
              <a:xfrm>
                <a:off x="1186810" y="3339001"/>
                <a:ext cx="21704" cy="61243"/>
              </a:xfrm>
            </p:spPr>
          </p:sp>
        </mc:Fallback>
      </mc:AlternateContent>
      <mc:AlternateContent xmlns:mc="http://schemas.openxmlformats.org/markup-compatibility/2006" xmlns:p14="http://schemas.microsoft.com/office/powerpoint/2010/main">
        <mc:Choice Requires="p14">
          <p:contentPart p14:bwMode="auto" r:id="rId81">
            <p14:nvContentPartPr>
              <p14:cNvPr id="1053296" name="墨迹 1053295"/>
              <p14:cNvContentPartPr/>
              <p14:nvPr/>
            </p14:nvContentPartPr>
            <p14:xfrm>
              <a:off x="1119903" y="3372449"/>
              <a:ext cx="0" cy="0"/>
            </p14:xfrm>
          </p:contentPart>
        </mc:Choice>
        <mc:Fallback xmlns="">
          <p:sp>
            <p:nvSpPr>
              <p:cNvPr id="1053296" name=""/>
              <p:cNvSpPr/>
              <p:nvPr/>
            </p:nvSpPr>
            <p:spPr>
              <a:xfrm>
                <a:off x="1119903" y="3372449"/>
                <a:ext cx="0" cy="0"/>
              </a:xfrm>
            </p:spPr>
          </p:sp>
        </mc:Fallback>
      </mc:AlternateContent>
      <mc:AlternateContent xmlns:mc="http://schemas.openxmlformats.org/markup-compatibility/2006" xmlns:p14="http://schemas.microsoft.com/office/powerpoint/2010/main">
        <mc:Choice Requires="p14">
          <p:contentPart p14:bwMode="auto" r:id="rId82">
            <p14:nvContentPartPr>
              <p14:cNvPr id="1053297" name="墨迹 1053296"/>
              <p14:cNvContentPartPr/>
              <p14:nvPr/>
            </p14:nvContentPartPr>
            <p14:xfrm>
              <a:off x="4200005" y="3952978"/>
              <a:ext cx="0" cy="0"/>
            </p14:xfrm>
          </p:contentPart>
        </mc:Choice>
        <mc:Fallback xmlns="">
          <p:sp>
            <p:nvSpPr>
              <p:cNvPr id="1053297" name=""/>
              <p:cNvSpPr/>
              <p:nvPr/>
            </p:nvSpPr>
            <p:spPr>
              <a:xfrm>
                <a:off x="4200005" y="3952978"/>
                <a:ext cx="0" cy="0"/>
              </a:xfrm>
            </p:spPr>
          </p:sp>
        </mc:Fallback>
      </mc:AlternateContent>
      <mc:AlternateContent xmlns:mc="http://schemas.openxmlformats.org/markup-compatibility/2006" xmlns:p14="http://schemas.microsoft.com/office/powerpoint/2010/main">
        <mc:Choice Requires="p14">
          <p:contentPart p14:bwMode="auto" r:id="rId83">
            <p14:nvContentPartPr>
              <p14:cNvPr id="1053298" name="墨迹 1053297"/>
              <p14:cNvContentPartPr/>
              <p14:nvPr/>
            </p14:nvContentPartPr>
            <p14:xfrm>
              <a:off x="2431692" y="4200027"/>
              <a:ext cx="0" cy="0"/>
            </p14:xfrm>
          </p:contentPart>
        </mc:Choice>
        <mc:Fallback xmlns="">
          <p:sp>
            <p:nvSpPr>
              <p:cNvPr id="1053298" name=""/>
              <p:cNvSpPr/>
              <p:nvPr/>
            </p:nvSpPr>
            <p:spPr>
              <a:xfrm>
                <a:off x="2431692" y="4200027"/>
                <a:ext cx="0" cy="0"/>
              </a:xfrm>
            </p:spPr>
          </p:sp>
        </mc:Fallback>
      </mc:AlternateContent>
      <mc:AlternateContent xmlns:mc="http://schemas.openxmlformats.org/markup-compatibility/2006" xmlns:p14="http://schemas.microsoft.com/office/powerpoint/2010/main">
        <mc:Choice Requires="p14">
          <p:contentPart p14:bwMode="auto" r:id="rId84">
            <p14:nvContentPartPr>
              <p14:cNvPr id="1053299" name="墨迹 1053298"/>
              <p14:cNvContentPartPr/>
              <p14:nvPr/>
            </p14:nvContentPartPr>
            <p14:xfrm>
              <a:off x="1105858" y="3357980"/>
              <a:ext cx="41167" cy="49294"/>
            </p14:xfrm>
          </p:contentPart>
        </mc:Choice>
        <mc:Fallback xmlns="">
          <p:sp>
            <p:nvSpPr>
              <p:cNvPr id="1053299" name=""/>
              <p:cNvSpPr/>
              <p:nvPr/>
            </p:nvSpPr>
            <p:spPr>
              <a:xfrm>
                <a:off x="1105858" y="3357980"/>
                <a:ext cx="41167" cy="49294"/>
              </a:xfrm>
            </p:spPr>
          </p:sp>
        </mc:Fallback>
      </mc:AlternateContent>
      <mc:AlternateContent xmlns:mc="http://schemas.openxmlformats.org/markup-compatibility/2006" xmlns:p14="http://schemas.microsoft.com/office/powerpoint/2010/main">
        <mc:Choice Requires="p14">
          <p:contentPart p14:bwMode="auto" r:id="rId85">
            <p14:nvContentPartPr>
              <p14:cNvPr id="1053300" name="墨迹 1053299"/>
              <p14:cNvContentPartPr/>
              <p14:nvPr/>
            </p14:nvContentPartPr>
            <p14:xfrm>
              <a:off x="1722845" y="3039731"/>
              <a:ext cx="126090" cy="175867"/>
            </p14:xfrm>
          </p:contentPart>
        </mc:Choice>
        <mc:Fallback xmlns="">
          <p:sp>
            <p:nvSpPr>
              <p:cNvPr id="1053300" name=""/>
              <p:cNvSpPr/>
              <p:nvPr/>
            </p:nvSpPr>
            <p:spPr>
              <a:xfrm>
                <a:off x="1722845" y="3039731"/>
                <a:ext cx="126090" cy="175867"/>
              </a:xfrm>
            </p:spPr>
          </p:sp>
        </mc:Fallback>
      </mc:AlternateContent>
      <mc:AlternateContent xmlns:mc="http://schemas.openxmlformats.org/markup-compatibility/2006" xmlns:p14="http://schemas.microsoft.com/office/powerpoint/2010/main">
        <mc:Choice Requires="p14">
          <p:contentPart p14:bwMode="auto" r:id="rId86">
            <p14:nvContentPartPr>
              <p14:cNvPr id="1053301" name="墨迹 1053300"/>
              <p14:cNvContentPartPr/>
              <p14:nvPr/>
            </p14:nvContentPartPr>
            <p14:xfrm>
              <a:off x="1817509" y="3107288"/>
              <a:ext cx="57725" cy="23435"/>
            </p14:xfrm>
          </p:contentPart>
        </mc:Choice>
        <mc:Fallback xmlns="">
          <p:sp>
            <p:nvSpPr>
              <p:cNvPr id="1053301" name=""/>
              <p:cNvSpPr/>
              <p:nvPr/>
            </p:nvSpPr>
            <p:spPr>
              <a:xfrm>
                <a:off x="1817509" y="3107288"/>
                <a:ext cx="57725" cy="23435"/>
              </a:xfrm>
            </p:spPr>
          </p:sp>
        </mc:Fallback>
      </mc:AlternateContent>
      <mc:AlternateContent xmlns:mc="http://schemas.openxmlformats.org/markup-compatibility/2006" xmlns:p14="http://schemas.microsoft.com/office/powerpoint/2010/main">
        <mc:Choice Requires="p14">
          <p:contentPart p14:bwMode="auto" r:id="rId87">
            <p14:nvContentPartPr>
              <p14:cNvPr id="1053302" name="墨迹 1053301"/>
              <p14:cNvContentPartPr/>
              <p14:nvPr/>
            </p14:nvContentPartPr>
            <p14:xfrm>
              <a:off x="1759388" y="3171542"/>
              <a:ext cx="143449" cy="31453"/>
            </p14:xfrm>
          </p:contentPart>
        </mc:Choice>
        <mc:Fallback xmlns="">
          <p:sp>
            <p:nvSpPr>
              <p:cNvPr id="1053302" name=""/>
              <p:cNvSpPr/>
              <p:nvPr/>
            </p:nvSpPr>
            <p:spPr>
              <a:xfrm>
                <a:off x="1759388" y="3171542"/>
                <a:ext cx="143449" cy="31453"/>
              </a:xfrm>
            </p:spPr>
          </p:sp>
        </mc:Fallback>
      </mc:AlternateContent>
      <mc:AlternateContent xmlns:mc="http://schemas.openxmlformats.org/markup-compatibility/2006" xmlns:p14="http://schemas.microsoft.com/office/powerpoint/2010/main">
        <mc:Choice Requires="p14">
          <p:contentPart p14:bwMode="auto" r:id="rId88">
            <p14:nvContentPartPr>
              <p14:cNvPr id="1053303" name="墨迹 1053302"/>
              <p14:cNvContentPartPr/>
              <p14:nvPr/>
            </p14:nvContentPartPr>
            <p14:xfrm>
              <a:off x="1764456" y="3227196"/>
              <a:ext cx="119183" cy="47661"/>
            </p14:xfrm>
          </p:contentPart>
        </mc:Choice>
        <mc:Fallback xmlns="">
          <p:sp>
            <p:nvSpPr>
              <p:cNvPr id="1053303" name=""/>
              <p:cNvSpPr/>
              <p:nvPr/>
            </p:nvSpPr>
            <p:spPr>
              <a:xfrm>
                <a:off x="1764456" y="3227196"/>
                <a:ext cx="119183" cy="47661"/>
              </a:xfrm>
            </p:spPr>
          </p:sp>
        </mc:Fallback>
      </mc:AlternateContent>
      <mc:AlternateContent xmlns:mc="http://schemas.openxmlformats.org/markup-compatibility/2006" xmlns:p14="http://schemas.microsoft.com/office/powerpoint/2010/main">
        <mc:Choice Requires="p14">
          <p:contentPart p14:bwMode="auto" r:id="rId89">
            <p14:nvContentPartPr>
              <p14:cNvPr id="1053304" name="墨迹 1053303"/>
              <p14:cNvContentPartPr/>
              <p14:nvPr/>
            </p14:nvContentPartPr>
            <p14:xfrm>
              <a:off x="1753709" y="3223858"/>
              <a:ext cx="196647" cy="117231"/>
            </p14:xfrm>
          </p:contentPart>
        </mc:Choice>
        <mc:Fallback xmlns="">
          <p:sp>
            <p:nvSpPr>
              <p:cNvPr id="1053304" name=""/>
              <p:cNvSpPr/>
              <p:nvPr/>
            </p:nvSpPr>
            <p:spPr>
              <a:xfrm>
                <a:off x="1753709" y="3223858"/>
                <a:ext cx="196647" cy="117231"/>
              </a:xfrm>
            </p:spPr>
          </p:sp>
        </mc:Fallback>
      </mc:AlternateContent>
      <mc:AlternateContent xmlns:mc="http://schemas.openxmlformats.org/markup-compatibility/2006" xmlns:p14="http://schemas.microsoft.com/office/powerpoint/2010/main">
        <mc:Choice Requires="p14">
          <p:contentPart p14:bwMode="auto" r:id="rId90">
            <p14:nvContentPartPr>
              <p14:cNvPr id="1053305" name="墨迹 1053304"/>
              <p14:cNvContentPartPr/>
              <p14:nvPr/>
            </p14:nvContentPartPr>
            <p14:xfrm>
              <a:off x="1133905" y="3587523"/>
              <a:ext cx="167366" cy="40355"/>
            </p14:xfrm>
          </p:contentPart>
        </mc:Choice>
        <mc:Fallback xmlns="">
          <p:sp>
            <p:nvSpPr>
              <p:cNvPr id="1053305" name=""/>
              <p:cNvSpPr/>
              <p:nvPr/>
            </p:nvSpPr>
            <p:spPr>
              <a:xfrm>
                <a:off x="1133905" y="3587523"/>
                <a:ext cx="167366" cy="40355"/>
              </a:xfrm>
            </p:spPr>
          </p:sp>
        </mc:Fallback>
      </mc:AlternateContent>
      <mc:AlternateContent xmlns:mc="http://schemas.openxmlformats.org/markup-compatibility/2006" xmlns:p14="http://schemas.microsoft.com/office/powerpoint/2010/main">
        <mc:Choice Requires="p14">
          <p:contentPart p14:bwMode="auto" r:id="rId91">
            <p14:nvContentPartPr>
              <p14:cNvPr id="1053306" name="墨迹 1053305"/>
              <p14:cNvContentPartPr/>
              <p14:nvPr/>
            </p14:nvContentPartPr>
            <p14:xfrm>
              <a:off x="1142011" y="3640131"/>
              <a:ext cx="22982" cy="282718"/>
            </p14:xfrm>
          </p:contentPart>
        </mc:Choice>
        <mc:Fallback xmlns="">
          <p:sp>
            <p:nvSpPr>
              <p:cNvPr id="1053306" name=""/>
              <p:cNvSpPr/>
              <p:nvPr/>
            </p:nvSpPr>
            <p:spPr>
              <a:xfrm>
                <a:off x="1142011" y="3640131"/>
                <a:ext cx="22982" cy="282718"/>
              </a:xfrm>
            </p:spPr>
          </p:sp>
        </mc:Fallback>
      </mc:AlternateContent>
      <mc:AlternateContent xmlns:mc="http://schemas.openxmlformats.org/markup-compatibility/2006" xmlns:p14="http://schemas.microsoft.com/office/powerpoint/2010/main">
        <mc:Choice Requires="p14">
          <p:contentPart p14:bwMode="auto" r:id="rId92">
            <p14:nvContentPartPr>
              <p14:cNvPr id="1053307" name="墨迹 1053306"/>
              <p14:cNvContentPartPr/>
              <p14:nvPr/>
            </p14:nvContentPartPr>
            <p14:xfrm>
              <a:off x="1212899" y="3655364"/>
              <a:ext cx="4472" cy="84124"/>
            </p14:xfrm>
          </p:contentPart>
        </mc:Choice>
        <mc:Fallback xmlns="">
          <p:sp>
            <p:nvSpPr>
              <p:cNvPr id="1053307" name=""/>
              <p:cNvSpPr/>
              <p:nvPr/>
            </p:nvSpPr>
            <p:spPr>
              <a:xfrm>
                <a:off x="1212899" y="3655364"/>
                <a:ext cx="4472" cy="84124"/>
              </a:xfrm>
            </p:spPr>
          </p:sp>
        </mc:Fallback>
      </mc:AlternateContent>
      <mc:AlternateContent xmlns:mc="http://schemas.openxmlformats.org/markup-compatibility/2006" xmlns:p14="http://schemas.microsoft.com/office/powerpoint/2010/main">
        <mc:Choice Requires="p14">
          <p:contentPart p14:bwMode="auto" r:id="rId93">
            <p14:nvContentPartPr>
              <p14:cNvPr id="1053308" name="墨迹 1053307"/>
              <p14:cNvContentPartPr/>
              <p14:nvPr/>
            </p14:nvContentPartPr>
            <p14:xfrm>
              <a:off x="1245418" y="3659338"/>
              <a:ext cx="10717" cy="94225"/>
            </p14:xfrm>
          </p:contentPart>
        </mc:Choice>
        <mc:Fallback xmlns="">
          <p:sp>
            <p:nvSpPr>
              <p:cNvPr id="1053308" name=""/>
              <p:cNvSpPr/>
              <p:nvPr/>
            </p:nvSpPr>
            <p:spPr>
              <a:xfrm>
                <a:off x="1245418" y="3659338"/>
                <a:ext cx="10717" cy="94225"/>
              </a:xfrm>
            </p:spPr>
          </p:sp>
        </mc:Fallback>
      </mc:AlternateContent>
      <mc:AlternateContent xmlns:mc="http://schemas.openxmlformats.org/markup-compatibility/2006" xmlns:p14="http://schemas.microsoft.com/office/powerpoint/2010/main">
        <mc:Choice Requires="p14">
          <p:contentPart p14:bwMode="auto" r:id="rId94">
            <p14:nvContentPartPr>
              <p14:cNvPr id="1053309" name="墨迹 1053308"/>
              <p14:cNvContentPartPr/>
              <p14:nvPr/>
            </p14:nvContentPartPr>
            <p14:xfrm>
              <a:off x="1194048" y="3772848"/>
              <a:ext cx="112237" cy="37995"/>
            </p14:xfrm>
          </p:contentPart>
        </mc:Choice>
        <mc:Fallback xmlns="">
          <p:sp>
            <p:nvSpPr>
              <p:cNvPr id="1053309" name=""/>
              <p:cNvSpPr/>
              <p:nvPr/>
            </p:nvSpPr>
            <p:spPr>
              <a:xfrm>
                <a:off x="1194048" y="3772848"/>
                <a:ext cx="112237" cy="37995"/>
              </a:xfrm>
            </p:spPr>
          </p:sp>
        </mc:Fallback>
      </mc:AlternateContent>
      <mc:AlternateContent xmlns:mc="http://schemas.openxmlformats.org/markup-compatibility/2006" xmlns:p14="http://schemas.microsoft.com/office/powerpoint/2010/main">
        <mc:Choice Requires="p14">
          <p:contentPart p14:bwMode="auto" r:id="rId95">
            <p14:nvContentPartPr>
              <p14:cNvPr id="1053310" name="墨迹 1053309"/>
              <p14:cNvContentPartPr/>
              <p14:nvPr/>
            </p14:nvContentPartPr>
            <p14:xfrm>
              <a:off x="1384639" y="3573058"/>
              <a:ext cx="163714" cy="42897"/>
            </p14:xfrm>
          </p:contentPart>
        </mc:Choice>
        <mc:Fallback xmlns="">
          <p:sp>
            <p:nvSpPr>
              <p:cNvPr id="1053310" name=""/>
              <p:cNvSpPr/>
              <p:nvPr/>
            </p:nvSpPr>
            <p:spPr>
              <a:xfrm>
                <a:off x="1384639" y="3573058"/>
                <a:ext cx="163714" cy="42897"/>
              </a:xfrm>
            </p:spPr>
          </p:sp>
        </mc:Fallback>
      </mc:AlternateContent>
      <mc:AlternateContent xmlns:mc="http://schemas.openxmlformats.org/markup-compatibility/2006" xmlns:p14="http://schemas.microsoft.com/office/powerpoint/2010/main">
        <mc:Choice Requires="p14">
          <p:contentPart p14:bwMode="auto" r:id="rId96">
            <p14:nvContentPartPr>
              <p14:cNvPr id="1053311" name="墨迹 1053310"/>
              <p14:cNvContentPartPr/>
              <p14:nvPr/>
            </p14:nvContentPartPr>
            <p14:xfrm>
              <a:off x="1396511" y="3637481"/>
              <a:ext cx="5699" cy="193270"/>
            </p14:xfrm>
          </p:contentPart>
        </mc:Choice>
        <mc:Fallback xmlns="">
          <p:sp>
            <p:nvSpPr>
              <p:cNvPr id="1053311" name=""/>
              <p:cNvSpPr/>
              <p:nvPr/>
            </p:nvSpPr>
            <p:spPr>
              <a:xfrm>
                <a:off x="1396511" y="3637481"/>
                <a:ext cx="5699" cy="193270"/>
              </a:xfrm>
            </p:spPr>
          </p:sp>
        </mc:Fallback>
      </mc:AlternateContent>
      <mc:AlternateContent xmlns:mc="http://schemas.openxmlformats.org/markup-compatibility/2006" xmlns:p14="http://schemas.microsoft.com/office/powerpoint/2010/main">
        <mc:Choice Requires="p14">
          <p:contentPart p14:bwMode="auto" r:id="rId97">
            <p14:nvContentPartPr>
              <p14:cNvPr id="1053312" name="墨迹 1053311"/>
              <p14:cNvContentPartPr/>
              <p14:nvPr/>
            </p14:nvContentPartPr>
            <p14:xfrm>
              <a:off x="1400859" y="3615044"/>
              <a:ext cx="155974" cy="206260"/>
            </p14:xfrm>
          </p:contentPart>
        </mc:Choice>
        <mc:Fallback xmlns="">
          <p:sp>
            <p:nvSpPr>
              <p:cNvPr id="1053312" name=""/>
              <p:cNvSpPr/>
              <p:nvPr/>
            </p:nvSpPr>
            <p:spPr>
              <a:xfrm>
                <a:off x="1400859" y="3615044"/>
                <a:ext cx="155974" cy="206260"/>
              </a:xfrm>
            </p:spPr>
          </p:sp>
        </mc:Fallback>
      </mc:AlternateContent>
      <mc:AlternateContent xmlns:mc="http://schemas.openxmlformats.org/markup-compatibility/2006" xmlns:p14="http://schemas.microsoft.com/office/powerpoint/2010/main">
        <mc:Choice Requires="p14">
          <p:contentPart p14:bwMode="auto" r:id="rId98">
            <p14:nvContentPartPr>
              <p14:cNvPr id="1053313" name="墨迹 1053312"/>
              <p14:cNvContentPartPr/>
              <p14:nvPr/>
            </p14:nvContentPartPr>
            <p14:xfrm>
              <a:off x="1456061" y="3595093"/>
              <a:ext cx="7312" cy="125282"/>
            </p14:xfrm>
          </p:contentPart>
        </mc:Choice>
        <mc:Fallback xmlns="">
          <p:sp>
            <p:nvSpPr>
              <p:cNvPr id="1053313" name=""/>
              <p:cNvSpPr/>
              <p:nvPr/>
            </p:nvSpPr>
            <p:spPr>
              <a:xfrm>
                <a:off x="1456061" y="3595093"/>
                <a:ext cx="7312" cy="125282"/>
              </a:xfrm>
            </p:spPr>
          </p:sp>
        </mc:Fallback>
      </mc:AlternateContent>
      <mc:AlternateContent xmlns:mc="http://schemas.openxmlformats.org/markup-compatibility/2006" xmlns:p14="http://schemas.microsoft.com/office/powerpoint/2010/main">
        <mc:Choice Requires="p14">
          <p:contentPart p14:bwMode="auto" r:id="rId99">
            <p14:nvContentPartPr>
              <p14:cNvPr id="1053314" name="墨迹 1053313"/>
              <p14:cNvContentPartPr/>
              <p14:nvPr/>
            </p14:nvContentPartPr>
            <p14:xfrm>
              <a:off x="1453256" y="3623242"/>
              <a:ext cx="72945" cy="180980"/>
            </p14:xfrm>
          </p:contentPart>
        </mc:Choice>
        <mc:Fallback xmlns="">
          <p:sp>
            <p:nvSpPr>
              <p:cNvPr id="1053314" name=""/>
              <p:cNvSpPr/>
              <p:nvPr/>
            </p:nvSpPr>
            <p:spPr>
              <a:xfrm>
                <a:off x="1453256" y="3623242"/>
                <a:ext cx="72945" cy="180980"/>
              </a:xfrm>
            </p:spPr>
          </p:sp>
        </mc:Fallback>
      </mc:AlternateContent>
      <mc:AlternateContent xmlns:mc="http://schemas.openxmlformats.org/markup-compatibility/2006" xmlns:p14="http://schemas.microsoft.com/office/powerpoint/2010/main">
        <mc:Choice Requires="p14">
          <p:contentPart p14:bwMode="auto" r:id="rId100">
            <p14:nvContentPartPr>
              <p14:cNvPr id="1053315" name="墨迹 1053314"/>
              <p14:cNvContentPartPr/>
              <p14:nvPr/>
            </p14:nvContentPartPr>
            <p14:xfrm>
              <a:off x="1580968" y="3565449"/>
              <a:ext cx="75619" cy="125711"/>
            </p14:xfrm>
          </p:contentPart>
        </mc:Choice>
        <mc:Fallback xmlns="">
          <p:sp>
            <p:nvSpPr>
              <p:cNvPr id="1053315" name=""/>
              <p:cNvSpPr/>
              <p:nvPr/>
            </p:nvSpPr>
            <p:spPr>
              <a:xfrm>
                <a:off x="1580968" y="3565449"/>
                <a:ext cx="75619" cy="125711"/>
              </a:xfrm>
            </p:spPr>
          </p:sp>
        </mc:Fallback>
      </mc:AlternateContent>
      <mc:AlternateContent xmlns:mc="http://schemas.openxmlformats.org/markup-compatibility/2006" xmlns:p14="http://schemas.microsoft.com/office/powerpoint/2010/main">
        <mc:Choice Requires="p14">
          <p:contentPart p14:bwMode="auto" r:id="rId101">
            <p14:nvContentPartPr>
              <p14:cNvPr id="1053316" name="墨迹 1053315"/>
              <p14:cNvContentPartPr/>
              <p14:nvPr/>
            </p14:nvContentPartPr>
            <p14:xfrm>
              <a:off x="1596859" y="3684612"/>
              <a:ext cx="141671" cy="90639"/>
            </p14:xfrm>
          </p:contentPart>
        </mc:Choice>
        <mc:Fallback xmlns="">
          <p:sp>
            <p:nvSpPr>
              <p:cNvPr id="1053316" name=""/>
              <p:cNvSpPr/>
              <p:nvPr/>
            </p:nvSpPr>
            <p:spPr>
              <a:xfrm>
                <a:off x="1596859" y="3684612"/>
                <a:ext cx="141671" cy="90639"/>
              </a:xfrm>
            </p:spPr>
          </p:sp>
        </mc:Fallback>
      </mc:AlternateContent>
      <mc:AlternateContent xmlns:mc="http://schemas.openxmlformats.org/markup-compatibility/2006" xmlns:p14="http://schemas.microsoft.com/office/powerpoint/2010/main">
        <mc:Choice Requires="p14">
          <p:contentPart p14:bwMode="auto" r:id="rId102">
            <p14:nvContentPartPr>
              <p14:cNvPr id="1053317" name="墨迹 1053316"/>
              <p14:cNvContentPartPr/>
              <p14:nvPr/>
            </p14:nvContentPartPr>
            <p14:xfrm>
              <a:off x="1854004" y="3512302"/>
              <a:ext cx="36533" cy="212116"/>
            </p14:xfrm>
          </p:contentPart>
        </mc:Choice>
        <mc:Fallback xmlns="">
          <p:sp>
            <p:nvSpPr>
              <p:cNvPr id="1053317" name=""/>
              <p:cNvSpPr/>
              <p:nvPr/>
            </p:nvSpPr>
            <p:spPr>
              <a:xfrm>
                <a:off x="1854004" y="3512302"/>
                <a:ext cx="36533" cy="212116"/>
              </a:xfrm>
            </p:spPr>
          </p:sp>
        </mc:Fallback>
      </mc:AlternateContent>
      <mc:AlternateContent xmlns:mc="http://schemas.openxmlformats.org/markup-compatibility/2006" xmlns:p14="http://schemas.microsoft.com/office/powerpoint/2010/main">
        <mc:Choice Requires="p14">
          <p:contentPart p14:bwMode="auto" r:id="rId103">
            <p14:nvContentPartPr>
              <p14:cNvPr id="1053318" name="墨迹 1053317"/>
              <p14:cNvContentPartPr/>
              <p14:nvPr/>
            </p14:nvContentPartPr>
            <p14:xfrm>
              <a:off x="1899961" y="3631617"/>
              <a:ext cx="63332" cy="13150"/>
            </p14:xfrm>
          </p:contentPart>
        </mc:Choice>
        <mc:Fallback xmlns="">
          <p:sp>
            <p:nvSpPr>
              <p:cNvPr id="1053318" name=""/>
              <p:cNvSpPr/>
              <p:nvPr/>
            </p:nvSpPr>
            <p:spPr>
              <a:xfrm>
                <a:off x="1899961" y="3631617"/>
                <a:ext cx="63332" cy="13150"/>
              </a:xfrm>
            </p:spPr>
          </p:sp>
        </mc:Fallback>
      </mc:AlternateContent>
      <mc:AlternateContent xmlns:mc="http://schemas.openxmlformats.org/markup-compatibility/2006" xmlns:p14="http://schemas.microsoft.com/office/powerpoint/2010/main">
        <mc:Choice Requires="p14">
          <p:contentPart p14:bwMode="auto" r:id="rId104">
            <p14:nvContentPartPr>
              <p14:cNvPr id="1053319" name="墨迹 1053318"/>
              <p14:cNvContentPartPr/>
              <p14:nvPr/>
            </p14:nvContentPartPr>
            <p14:xfrm>
              <a:off x="1800275" y="3705058"/>
              <a:ext cx="232133" cy="41376"/>
            </p14:xfrm>
          </p:contentPart>
        </mc:Choice>
        <mc:Fallback xmlns="">
          <p:sp>
            <p:nvSpPr>
              <p:cNvPr id="1053319" name=""/>
              <p:cNvSpPr/>
              <p:nvPr/>
            </p:nvSpPr>
            <p:spPr>
              <a:xfrm>
                <a:off x="1800275" y="3705058"/>
                <a:ext cx="232133" cy="41376"/>
              </a:xfrm>
            </p:spPr>
          </p:sp>
        </mc:Fallback>
      </mc:AlternateContent>
      <mc:AlternateContent xmlns:mc="http://schemas.openxmlformats.org/markup-compatibility/2006" xmlns:p14="http://schemas.microsoft.com/office/powerpoint/2010/main">
        <mc:Choice Requires="p14">
          <p:contentPart p14:bwMode="auto" r:id="rId105">
            <p14:nvContentPartPr>
              <p14:cNvPr id="1053320" name="墨迹 1053319"/>
              <p14:cNvContentPartPr/>
              <p14:nvPr/>
            </p14:nvContentPartPr>
            <p14:xfrm>
              <a:off x="1138909" y="3997125"/>
              <a:ext cx="117660" cy="183174"/>
            </p14:xfrm>
          </p:contentPart>
        </mc:Choice>
        <mc:Fallback xmlns="">
          <p:sp>
            <p:nvSpPr>
              <p:cNvPr id="1053320" name=""/>
              <p:cNvSpPr/>
              <p:nvPr/>
            </p:nvSpPr>
            <p:spPr>
              <a:xfrm>
                <a:off x="1138909" y="3997125"/>
                <a:ext cx="117660" cy="183174"/>
              </a:xfrm>
            </p:spPr>
          </p:sp>
        </mc:Fallback>
      </mc:AlternateContent>
      <mc:AlternateContent xmlns:mc="http://schemas.openxmlformats.org/markup-compatibility/2006" xmlns:p14="http://schemas.microsoft.com/office/powerpoint/2010/main">
        <mc:Choice Requires="p14">
          <p:contentPart p14:bwMode="auto" r:id="rId106">
            <p14:nvContentPartPr>
              <p14:cNvPr id="1053321" name="墨迹 1053320"/>
              <p14:cNvContentPartPr/>
              <p14:nvPr/>
            </p14:nvContentPartPr>
            <p14:xfrm>
              <a:off x="1228522" y="4073293"/>
              <a:ext cx="9735" cy="233343"/>
            </p14:xfrm>
          </p:contentPart>
        </mc:Choice>
        <mc:Fallback xmlns="">
          <p:sp>
            <p:nvSpPr>
              <p:cNvPr id="1053321" name=""/>
              <p:cNvSpPr/>
              <p:nvPr/>
            </p:nvSpPr>
            <p:spPr>
              <a:xfrm>
                <a:off x="1228522" y="4073293"/>
                <a:ext cx="9735" cy="233343"/>
              </a:xfrm>
            </p:spPr>
          </p:sp>
        </mc:Fallback>
      </mc:AlternateContent>
      <mc:AlternateContent xmlns:mc="http://schemas.openxmlformats.org/markup-compatibility/2006" xmlns:p14="http://schemas.microsoft.com/office/powerpoint/2010/main">
        <mc:Choice Requires="p14">
          <p:contentPart p14:bwMode="auto" r:id="rId107">
            <p14:nvContentPartPr>
              <p14:cNvPr id="1053322" name="墨迹 1053321"/>
              <p14:cNvContentPartPr/>
              <p14:nvPr/>
            </p14:nvContentPartPr>
            <p14:xfrm>
              <a:off x="1282250" y="4005074"/>
              <a:ext cx="26765" cy="84224"/>
            </p14:xfrm>
          </p:contentPart>
        </mc:Choice>
        <mc:Fallback xmlns="">
          <p:sp>
            <p:nvSpPr>
              <p:cNvPr id="1053322" name=""/>
              <p:cNvSpPr/>
              <p:nvPr/>
            </p:nvSpPr>
            <p:spPr>
              <a:xfrm>
                <a:off x="1282250" y="4005074"/>
                <a:ext cx="26765" cy="84224"/>
              </a:xfrm>
            </p:spPr>
          </p:sp>
        </mc:Fallback>
      </mc:AlternateContent>
      <mc:AlternateContent xmlns:mc="http://schemas.openxmlformats.org/markup-compatibility/2006" xmlns:p14="http://schemas.microsoft.com/office/powerpoint/2010/main">
        <mc:Choice Requires="p14">
          <p:contentPart p14:bwMode="auto" r:id="rId108">
            <p14:nvContentPartPr>
              <p14:cNvPr id="1053323" name="墨迹 1053322"/>
              <p14:cNvContentPartPr/>
              <p14:nvPr/>
            </p14:nvContentPartPr>
            <p14:xfrm>
              <a:off x="1293740" y="3970439"/>
              <a:ext cx="110505" cy="100445"/>
            </p14:xfrm>
          </p:contentPart>
        </mc:Choice>
        <mc:Fallback xmlns="">
          <p:sp>
            <p:nvSpPr>
              <p:cNvPr id="1053323" name=""/>
              <p:cNvSpPr/>
              <p:nvPr/>
            </p:nvSpPr>
            <p:spPr>
              <a:xfrm>
                <a:off x="1293740" y="3970439"/>
                <a:ext cx="110505" cy="100445"/>
              </a:xfrm>
            </p:spPr>
          </p:sp>
        </mc:Fallback>
      </mc:AlternateContent>
      <mc:AlternateContent xmlns:mc="http://schemas.openxmlformats.org/markup-compatibility/2006" xmlns:p14="http://schemas.microsoft.com/office/powerpoint/2010/main">
        <mc:Choice Requires="p14">
          <p:contentPart p14:bwMode="auto" r:id="rId109">
            <p14:nvContentPartPr>
              <p14:cNvPr id="1053324" name="墨迹 1053323"/>
              <p14:cNvContentPartPr/>
              <p14:nvPr/>
            </p14:nvContentPartPr>
            <p14:xfrm>
              <a:off x="1265264" y="4075994"/>
              <a:ext cx="127654" cy="197639"/>
            </p14:xfrm>
          </p:contentPart>
        </mc:Choice>
        <mc:Fallback xmlns="">
          <p:sp>
            <p:nvSpPr>
              <p:cNvPr id="1053324" name=""/>
              <p:cNvSpPr/>
              <p:nvPr/>
            </p:nvSpPr>
            <p:spPr>
              <a:xfrm>
                <a:off x="1265264" y="4075994"/>
                <a:ext cx="127654" cy="197639"/>
              </a:xfrm>
            </p:spPr>
          </p:sp>
        </mc:Fallback>
      </mc:AlternateContent>
      <mc:AlternateContent xmlns:mc="http://schemas.openxmlformats.org/markup-compatibility/2006" xmlns:p14="http://schemas.microsoft.com/office/powerpoint/2010/main">
        <mc:Choice Requires="p14">
          <p:contentPart p14:bwMode="auto" r:id="rId110">
            <p14:nvContentPartPr>
              <p14:cNvPr id="1053325" name="墨迹 1053324"/>
              <p14:cNvContentPartPr/>
              <p14:nvPr/>
            </p14:nvContentPartPr>
            <p14:xfrm>
              <a:off x="1399169" y="4173967"/>
              <a:ext cx="60667" cy="38369"/>
            </p14:xfrm>
          </p:contentPart>
        </mc:Choice>
        <mc:Fallback xmlns="">
          <p:sp>
            <p:nvSpPr>
              <p:cNvPr id="1053325" name=""/>
              <p:cNvSpPr/>
              <p:nvPr/>
            </p:nvSpPr>
            <p:spPr>
              <a:xfrm>
                <a:off x="1399169" y="4173967"/>
                <a:ext cx="60667" cy="38369"/>
              </a:xfrm>
            </p:spPr>
          </p:sp>
        </mc:Fallback>
      </mc:AlternateContent>
      <mc:AlternateContent xmlns:mc="http://schemas.openxmlformats.org/markup-compatibility/2006" xmlns:p14="http://schemas.microsoft.com/office/powerpoint/2010/main">
        <mc:Choice Requires="p14">
          <p:contentPart p14:bwMode="auto" r:id="rId111">
            <p14:nvContentPartPr>
              <p14:cNvPr id="1053326" name="墨迹 1053325"/>
              <p14:cNvContentPartPr/>
              <p14:nvPr/>
            </p14:nvContentPartPr>
            <p14:xfrm>
              <a:off x="1511981" y="3957465"/>
              <a:ext cx="100751" cy="125796"/>
            </p14:xfrm>
          </p:contentPart>
        </mc:Choice>
        <mc:Fallback xmlns="">
          <p:sp>
            <p:nvSpPr>
              <p:cNvPr id="1053326" name=""/>
              <p:cNvSpPr/>
              <p:nvPr/>
            </p:nvSpPr>
            <p:spPr>
              <a:xfrm>
                <a:off x="1511981" y="3957465"/>
                <a:ext cx="100751" cy="125796"/>
              </a:xfrm>
            </p:spPr>
          </p:sp>
        </mc:Fallback>
      </mc:AlternateContent>
      <mc:AlternateContent xmlns:mc="http://schemas.openxmlformats.org/markup-compatibility/2006" xmlns:p14="http://schemas.microsoft.com/office/powerpoint/2010/main">
        <mc:Choice Requires="p14">
          <p:contentPart p14:bwMode="auto" r:id="rId112">
            <p14:nvContentPartPr>
              <p14:cNvPr id="1053327" name="墨迹 1053326"/>
              <p14:cNvContentPartPr/>
              <p14:nvPr/>
            </p14:nvContentPartPr>
            <p14:xfrm>
              <a:off x="1540949" y="3992985"/>
              <a:ext cx="105394" cy="241970"/>
            </p14:xfrm>
          </p:contentPart>
        </mc:Choice>
        <mc:Fallback xmlns="">
          <p:sp>
            <p:nvSpPr>
              <p:cNvPr id="1053327" name=""/>
              <p:cNvSpPr/>
              <p:nvPr/>
            </p:nvSpPr>
            <p:spPr>
              <a:xfrm>
                <a:off x="1540949" y="3992985"/>
                <a:ext cx="105394" cy="241970"/>
              </a:xfrm>
            </p:spPr>
          </p:sp>
        </mc:Fallback>
      </mc:AlternateContent>
      <mc:AlternateContent xmlns:mc="http://schemas.openxmlformats.org/markup-compatibility/2006" xmlns:p14="http://schemas.microsoft.com/office/powerpoint/2010/main">
        <mc:Choice Requires="p14">
          <p:contentPart p14:bwMode="auto" r:id="rId113">
            <p14:nvContentPartPr>
              <p14:cNvPr id="1053328" name="墨迹 1053327"/>
              <p14:cNvContentPartPr/>
              <p14:nvPr/>
            </p14:nvContentPartPr>
            <p14:xfrm>
              <a:off x="1545825" y="4030879"/>
              <a:ext cx="158378" cy="202157"/>
            </p14:xfrm>
          </p:contentPart>
        </mc:Choice>
        <mc:Fallback xmlns="">
          <p:sp>
            <p:nvSpPr>
              <p:cNvPr id="1053328" name=""/>
              <p:cNvSpPr/>
              <p:nvPr/>
            </p:nvSpPr>
            <p:spPr>
              <a:xfrm>
                <a:off x="1545825" y="4030879"/>
                <a:ext cx="158378" cy="202157"/>
              </a:xfrm>
            </p:spPr>
          </p:sp>
        </mc:Fallback>
      </mc:AlternateContent>
      <mc:AlternateContent xmlns:mc="http://schemas.openxmlformats.org/markup-compatibility/2006" xmlns:p14="http://schemas.microsoft.com/office/powerpoint/2010/main">
        <mc:Choice Requires="p14">
          <p:contentPart p14:bwMode="auto" r:id="rId114">
            <p14:nvContentPartPr>
              <p14:cNvPr id="1053329" name="墨迹 1053328"/>
              <p14:cNvContentPartPr/>
              <p14:nvPr/>
            </p14:nvContentPartPr>
            <p14:xfrm>
              <a:off x="1564748" y="4141800"/>
              <a:ext cx="80815" cy="46075"/>
            </p14:xfrm>
          </p:contentPart>
        </mc:Choice>
        <mc:Fallback xmlns="">
          <p:sp>
            <p:nvSpPr>
              <p:cNvPr id="1053329" name=""/>
              <p:cNvSpPr/>
              <p:nvPr/>
            </p:nvSpPr>
            <p:spPr>
              <a:xfrm>
                <a:off x="1564748" y="4141800"/>
                <a:ext cx="80815" cy="46075"/>
              </a:xfrm>
            </p:spPr>
          </p:sp>
        </mc:Fallback>
      </mc:AlternateContent>
      <mc:AlternateContent xmlns:mc="http://schemas.openxmlformats.org/markup-compatibility/2006" xmlns:p14="http://schemas.microsoft.com/office/powerpoint/2010/main">
        <mc:Choice Requires="p14">
          <p:contentPart p14:bwMode="auto" r:id="rId115">
            <p14:nvContentPartPr>
              <p14:cNvPr id="1053330" name="墨迹 1053329"/>
              <p14:cNvContentPartPr/>
              <p14:nvPr/>
            </p14:nvContentPartPr>
            <p14:xfrm>
              <a:off x="1564394" y="4118331"/>
              <a:ext cx="134104" cy="143374"/>
            </p14:xfrm>
          </p:contentPart>
        </mc:Choice>
        <mc:Fallback xmlns="">
          <p:sp>
            <p:nvSpPr>
              <p:cNvPr id="1053330" name=""/>
              <p:cNvSpPr/>
              <p:nvPr/>
            </p:nvSpPr>
            <p:spPr>
              <a:xfrm>
                <a:off x="1564394" y="4118331"/>
                <a:ext cx="134104" cy="143374"/>
              </a:xfrm>
            </p:spPr>
          </p:sp>
        </mc:Fallback>
      </mc:AlternateContent>
      <mc:AlternateContent xmlns:mc="http://schemas.openxmlformats.org/markup-compatibility/2006" xmlns:p14="http://schemas.microsoft.com/office/powerpoint/2010/main">
        <mc:Choice Requires="p14">
          <p:contentPart p14:bwMode="auto" r:id="rId116">
            <p14:nvContentPartPr>
              <p14:cNvPr id="1053331" name="墨迹 1053330"/>
              <p14:cNvContentPartPr/>
              <p14:nvPr/>
            </p14:nvContentPartPr>
            <p14:xfrm>
              <a:off x="1845556" y="3853755"/>
              <a:ext cx="215812" cy="37066"/>
            </p14:xfrm>
          </p:contentPart>
        </mc:Choice>
        <mc:Fallback xmlns="">
          <p:sp>
            <p:nvSpPr>
              <p:cNvPr id="1053331" name=""/>
              <p:cNvSpPr/>
              <p:nvPr/>
            </p:nvSpPr>
            <p:spPr>
              <a:xfrm>
                <a:off x="1845556" y="3853755"/>
                <a:ext cx="215812" cy="37066"/>
              </a:xfrm>
            </p:spPr>
          </p:sp>
        </mc:Fallback>
      </mc:AlternateContent>
      <mc:AlternateContent xmlns:mc="http://schemas.openxmlformats.org/markup-compatibility/2006" xmlns:p14="http://schemas.microsoft.com/office/powerpoint/2010/main">
        <mc:Choice Requires="p14">
          <p:contentPart p14:bwMode="auto" r:id="rId117">
            <p14:nvContentPartPr>
              <p14:cNvPr id="1053332" name="墨迹 1053331"/>
              <p14:cNvContentPartPr/>
              <p14:nvPr/>
            </p14:nvContentPartPr>
            <p14:xfrm>
              <a:off x="1821516" y="3875588"/>
              <a:ext cx="63238" cy="400099"/>
            </p14:xfrm>
          </p:contentPart>
        </mc:Choice>
        <mc:Fallback xmlns="">
          <p:sp>
            <p:nvSpPr>
              <p:cNvPr id="1053332" name=""/>
              <p:cNvSpPr/>
              <p:nvPr/>
            </p:nvSpPr>
            <p:spPr>
              <a:xfrm>
                <a:off x="1821516" y="3875588"/>
                <a:ext cx="63238" cy="400099"/>
              </a:xfrm>
            </p:spPr>
          </p:sp>
        </mc:Fallback>
      </mc:AlternateContent>
      <mc:AlternateContent xmlns:mc="http://schemas.openxmlformats.org/markup-compatibility/2006" xmlns:p14="http://schemas.microsoft.com/office/powerpoint/2010/main">
        <mc:Choice Requires="p14">
          <p:contentPart p14:bwMode="auto" r:id="rId118">
            <p14:nvContentPartPr>
              <p14:cNvPr id="1053333" name="墨迹 1053332"/>
              <p14:cNvContentPartPr/>
              <p14:nvPr/>
            </p14:nvContentPartPr>
            <p14:xfrm>
              <a:off x="1895216" y="3905724"/>
              <a:ext cx="93616" cy="160946"/>
            </p14:xfrm>
          </p:contentPart>
        </mc:Choice>
        <mc:Fallback xmlns="">
          <p:sp>
            <p:nvSpPr>
              <p:cNvPr id="1053333" name=""/>
              <p:cNvSpPr/>
              <p:nvPr/>
            </p:nvSpPr>
            <p:spPr>
              <a:xfrm>
                <a:off x="1895216" y="3905724"/>
                <a:ext cx="93616" cy="160946"/>
              </a:xfrm>
            </p:spPr>
          </p:sp>
        </mc:Fallback>
      </mc:AlternateContent>
      <mc:AlternateContent xmlns:mc="http://schemas.openxmlformats.org/markup-compatibility/2006" xmlns:p14="http://schemas.microsoft.com/office/powerpoint/2010/main">
        <mc:Choice Requires="p14">
          <p:contentPart p14:bwMode="auto" r:id="rId119">
            <p14:nvContentPartPr>
              <p14:cNvPr id="1053334" name="墨迹 1053333"/>
              <p14:cNvContentPartPr/>
              <p14:nvPr/>
            </p14:nvContentPartPr>
            <p14:xfrm>
              <a:off x="1936117" y="3923841"/>
              <a:ext cx="122381" cy="134209"/>
            </p14:xfrm>
          </p:contentPart>
        </mc:Choice>
        <mc:Fallback xmlns="">
          <p:sp>
            <p:nvSpPr>
              <p:cNvPr id="1053334" name=""/>
              <p:cNvSpPr/>
              <p:nvPr/>
            </p:nvSpPr>
            <p:spPr>
              <a:xfrm>
                <a:off x="1936117" y="3923841"/>
                <a:ext cx="122381" cy="134209"/>
              </a:xfrm>
            </p:spPr>
          </p:sp>
        </mc:Fallback>
      </mc:AlternateContent>
      <mc:AlternateContent xmlns:mc="http://schemas.openxmlformats.org/markup-compatibility/2006" xmlns:p14="http://schemas.microsoft.com/office/powerpoint/2010/main">
        <mc:Choice Requires="p14">
          <p:contentPart p14:bwMode="auto" r:id="rId120">
            <p14:nvContentPartPr>
              <p14:cNvPr id="1053335" name="墨迹 1053334"/>
              <p14:cNvContentPartPr/>
              <p14:nvPr/>
            </p14:nvContentPartPr>
            <p14:xfrm>
              <a:off x="1915167" y="3986231"/>
              <a:ext cx="86845" cy="199428"/>
            </p14:xfrm>
          </p:contentPart>
        </mc:Choice>
        <mc:Fallback xmlns="">
          <p:sp>
            <p:nvSpPr>
              <p:cNvPr id="1053335" name=""/>
              <p:cNvSpPr/>
              <p:nvPr/>
            </p:nvSpPr>
            <p:spPr>
              <a:xfrm>
                <a:off x="1915167" y="3986231"/>
                <a:ext cx="86845" cy="199428"/>
              </a:xfrm>
            </p:spPr>
          </p:sp>
        </mc:Fallback>
      </mc:AlternateContent>
      <mc:AlternateContent xmlns:mc="http://schemas.openxmlformats.org/markup-compatibility/2006" xmlns:p14="http://schemas.microsoft.com/office/powerpoint/2010/main">
        <mc:Choice Requires="p14">
          <p:contentPart p14:bwMode="auto" r:id="rId121">
            <p14:nvContentPartPr>
              <p14:cNvPr id="1053336" name="墨迹 1053335"/>
              <p14:cNvContentPartPr/>
              <p14:nvPr/>
            </p14:nvContentPartPr>
            <p14:xfrm>
              <a:off x="1894124" y="4073293"/>
              <a:ext cx="56185" cy="87591"/>
            </p14:xfrm>
          </p:contentPart>
        </mc:Choice>
        <mc:Fallback xmlns="">
          <p:sp>
            <p:nvSpPr>
              <p:cNvPr id="1053336" name=""/>
              <p:cNvSpPr/>
              <p:nvPr/>
            </p:nvSpPr>
            <p:spPr>
              <a:xfrm>
                <a:off x="1894124" y="4073293"/>
                <a:ext cx="56185" cy="87591"/>
              </a:xfrm>
            </p:spPr>
          </p:sp>
        </mc:Fallback>
      </mc:AlternateContent>
      <mc:AlternateContent xmlns:mc="http://schemas.openxmlformats.org/markup-compatibility/2006" xmlns:p14="http://schemas.microsoft.com/office/powerpoint/2010/main">
        <mc:Choice Requires="p14">
          <p:contentPart p14:bwMode="auto" r:id="rId122">
            <p14:nvContentPartPr>
              <p14:cNvPr id="1053337" name="墨迹 1053336"/>
              <p14:cNvContentPartPr/>
              <p14:nvPr/>
            </p14:nvContentPartPr>
            <p14:xfrm>
              <a:off x="2023975" y="4063027"/>
              <a:ext cx="61463" cy="97850"/>
            </p14:xfrm>
          </p:contentPart>
        </mc:Choice>
        <mc:Fallback xmlns="">
          <p:sp>
            <p:nvSpPr>
              <p:cNvPr id="1053337" name=""/>
              <p:cNvSpPr/>
              <p:nvPr/>
            </p:nvSpPr>
            <p:spPr>
              <a:xfrm>
                <a:off x="2023975" y="4063027"/>
                <a:ext cx="61463" cy="97850"/>
              </a:xfrm>
            </p:spPr>
          </p:sp>
        </mc:Fallback>
      </mc:AlternateContent>
      <mc:AlternateContent xmlns:mc="http://schemas.openxmlformats.org/markup-compatibility/2006" xmlns:p14="http://schemas.microsoft.com/office/powerpoint/2010/main">
        <mc:Choice Requires="p14">
          <p:contentPart p14:bwMode="auto" r:id="rId123">
            <p14:nvContentPartPr>
              <p14:cNvPr id="1053338" name="墨迹 1053337"/>
              <p14:cNvContentPartPr/>
              <p14:nvPr/>
            </p14:nvContentPartPr>
            <p14:xfrm>
              <a:off x="2252744" y="3812336"/>
              <a:ext cx="3717" cy="100406"/>
            </p14:xfrm>
          </p:contentPart>
        </mc:Choice>
        <mc:Fallback xmlns="">
          <p:sp>
            <p:nvSpPr>
              <p:cNvPr id="1053338" name=""/>
              <p:cNvSpPr/>
              <p:nvPr/>
            </p:nvSpPr>
            <p:spPr>
              <a:xfrm>
                <a:off x="2252744" y="3812336"/>
                <a:ext cx="3717" cy="100406"/>
              </a:xfrm>
            </p:spPr>
          </p:sp>
        </mc:Fallback>
      </mc:AlternateContent>
      <mc:AlternateContent xmlns:mc="http://schemas.openxmlformats.org/markup-compatibility/2006" xmlns:p14="http://schemas.microsoft.com/office/powerpoint/2010/main">
        <mc:Choice Requires="p14">
          <p:contentPart p14:bwMode="auto" r:id="rId124">
            <p14:nvContentPartPr>
              <p14:cNvPr id="1053339" name="墨迹 1053338"/>
              <p14:cNvContentPartPr/>
              <p14:nvPr/>
            </p14:nvContentPartPr>
            <p14:xfrm>
              <a:off x="2280792" y="3853349"/>
              <a:ext cx="67967" cy="15285"/>
            </p14:xfrm>
          </p:contentPart>
        </mc:Choice>
        <mc:Fallback xmlns="">
          <p:sp>
            <p:nvSpPr>
              <p:cNvPr id="1053339" name=""/>
              <p:cNvSpPr/>
              <p:nvPr/>
            </p:nvSpPr>
            <p:spPr>
              <a:xfrm>
                <a:off x="2280792" y="3853349"/>
                <a:ext cx="67967" cy="15285"/>
              </a:xfrm>
            </p:spPr>
          </p:sp>
        </mc:Fallback>
      </mc:AlternateContent>
      <mc:AlternateContent xmlns:mc="http://schemas.openxmlformats.org/markup-compatibility/2006" xmlns:p14="http://schemas.microsoft.com/office/powerpoint/2010/main">
        <mc:Choice Requires="p14">
          <p:contentPart p14:bwMode="auto" r:id="rId125">
            <p14:nvContentPartPr>
              <p14:cNvPr id="1053340" name="墨迹 1053339"/>
              <p14:cNvContentPartPr/>
              <p14:nvPr/>
            </p14:nvContentPartPr>
            <p14:xfrm>
              <a:off x="2196313" y="3905062"/>
              <a:ext cx="10230" cy="101497"/>
            </p14:xfrm>
          </p:contentPart>
        </mc:Choice>
        <mc:Fallback xmlns="">
          <p:sp>
            <p:nvSpPr>
              <p:cNvPr id="1053340" name=""/>
              <p:cNvSpPr/>
              <p:nvPr/>
            </p:nvSpPr>
            <p:spPr>
              <a:xfrm>
                <a:off x="2196313" y="3905062"/>
                <a:ext cx="10230" cy="101497"/>
              </a:xfrm>
            </p:spPr>
          </p:sp>
        </mc:Fallback>
      </mc:AlternateContent>
      <mc:AlternateContent xmlns:mc="http://schemas.openxmlformats.org/markup-compatibility/2006" xmlns:p14="http://schemas.microsoft.com/office/powerpoint/2010/main">
        <mc:Choice Requires="p14">
          <p:contentPart p14:bwMode="auto" r:id="rId126">
            <p14:nvContentPartPr>
              <p14:cNvPr id="1053341" name="墨迹 1053340"/>
              <p14:cNvContentPartPr/>
              <p14:nvPr/>
            </p14:nvContentPartPr>
            <p14:xfrm>
              <a:off x="2217774" y="3942310"/>
              <a:ext cx="114330" cy="105664"/>
            </p14:xfrm>
          </p:contentPart>
        </mc:Choice>
        <mc:Fallback xmlns="">
          <p:sp>
            <p:nvSpPr>
              <p:cNvPr id="1053341" name=""/>
              <p:cNvSpPr/>
              <p:nvPr/>
            </p:nvSpPr>
            <p:spPr>
              <a:xfrm>
                <a:off x="2217774" y="3942310"/>
                <a:ext cx="114330" cy="105664"/>
              </a:xfrm>
            </p:spPr>
          </p:sp>
        </mc:Fallback>
      </mc:AlternateContent>
      <mc:AlternateContent xmlns:mc="http://schemas.openxmlformats.org/markup-compatibility/2006" xmlns:p14="http://schemas.microsoft.com/office/powerpoint/2010/main">
        <mc:Choice Requires="p14">
          <p:contentPart p14:bwMode="auto" r:id="rId127">
            <p14:nvContentPartPr>
              <p14:cNvPr id="1053342" name="墨迹 1053341"/>
              <p14:cNvContentPartPr/>
              <p14:nvPr/>
            </p14:nvContentPartPr>
            <p14:xfrm>
              <a:off x="2169670" y="4034547"/>
              <a:ext cx="329752" cy="113098"/>
            </p14:xfrm>
          </p:contentPart>
        </mc:Choice>
        <mc:Fallback xmlns="">
          <p:sp>
            <p:nvSpPr>
              <p:cNvPr id="1053342" name=""/>
              <p:cNvSpPr/>
              <p:nvPr/>
            </p:nvSpPr>
            <p:spPr>
              <a:xfrm>
                <a:off x="2169670" y="4034547"/>
                <a:ext cx="329752" cy="113098"/>
              </a:xfrm>
            </p:spPr>
          </p:sp>
        </mc:Fallback>
      </mc:AlternateContent>
      <mc:AlternateContent xmlns:mc="http://schemas.openxmlformats.org/markup-compatibility/2006" xmlns:p14="http://schemas.microsoft.com/office/powerpoint/2010/main">
        <mc:Choice Requires="p14">
          <p:contentPart p14:bwMode="auto" r:id="rId128">
            <p14:nvContentPartPr>
              <p14:cNvPr id="1053344" name="墨迹 1053343"/>
              <p14:cNvContentPartPr/>
              <p14:nvPr/>
            </p14:nvContentPartPr>
            <p14:xfrm>
              <a:off x="4230502" y="1959097"/>
              <a:ext cx="538080" cy="28052"/>
            </p14:xfrm>
          </p:contentPart>
        </mc:Choice>
        <mc:Fallback xmlns="">
          <p:sp>
            <p:nvSpPr>
              <p:cNvPr id="1053344" name=""/>
              <p:cNvSpPr/>
              <p:nvPr/>
            </p:nvSpPr>
            <p:spPr>
              <a:xfrm>
                <a:off x="4230502" y="1959097"/>
                <a:ext cx="538080" cy="28052"/>
              </a:xfrm>
            </p:spPr>
          </p:sp>
        </mc:Fallback>
      </mc:AlternateContent>
      <mc:AlternateContent xmlns:mc="http://schemas.openxmlformats.org/markup-compatibility/2006" xmlns:p14="http://schemas.microsoft.com/office/powerpoint/2010/main">
        <mc:Choice Requires="p14">
          <p:contentPart p14:bwMode="auto" r:id="rId129">
            <p14:nvContentPartPr>
              <p14:cNvPr id="1053345" name="墨迹 1053344"/>
              <p14:cNvContentPartPr/>
              <p14:nvPr/>
            </p14:nvContentPartPr>
            <p14:xfrm>
              <a:off x="4768126" y="1526036"/>
              <a:ext cx="380043" cy="149892"/>
            </p14:xfrm>
          </p:contentPart>
        </mc:Choice>
        <mc:Fallback xmlns="">
          <p:sp>
            <p:nvSpPr>
              <p:cNvPr id="1053345" name=""/>
              <p:cNvSpPr/>
              <p:nvPr/>
            </p:nvSpPr>
            <p:spPr>
              <a:xfrm>
                <a:off x="4768126" y="1526036"/>
                <a:ext cx="380043" cy="149892"/>
              </a:xfrm>
            </p:spPr>
          </p:sp>
        </mc:Fallback>
      </mc:AlternateContent>
      <mc:AlternateContent xmlns:mc="http://schemas.openxmlformats.org/markup-compatibility/2006" xmlns:p14="http://schemas.microsoft.com/office/powerpoint/2010/main">
        <mc:Choice Requires="p14">
          <p:contentPart p14:bwMode="auto" r:id="rId130">
            <p14:nvContentPartPr>
              <p14:cNvPr id="1053346" name="墨迹 1053345"/>
              <p14:cNvContentPartPr/>
              <p14:nvPr/>
            </p14:nvContentPartPr>
            <p14:xfrm>
              <a:off x="5086105" y="1451817"/>
              <a:ext cx="106692" cy="103510"/>
            </p14:xfrm>
          </p:contentPart>
        </mc:Choice>
        <mc:Fallback xmlns="">
          <p:sp>
            <p:nvSpPr>
              <p:cNvPr id="1053346" name=""/>
              <p:cNvSpPr/>
              <p:nvPr/>
            </p:nvSpPr>
            <p:spPr>
              <a:xfrm>
                <a:off x="5086105" y="1451817"/>
                <a:ext cx="106692" cy="103510"/>
              </a:xfrm>
            </p:spPr>
          </p:sp>
        </mc:Fallback>
      </mc:AlternateContent>
      <mc:AlternateContent xmlns:mc="http://schemas.openxmlformats.org/markup-compatibility/2006" xmlns:p14="http://schemas.microsoft.com/office/powerpoint/2010/main">
        <mc:Choice Requires="p14">
          <p:contentPart p14:bwMode="auto" r:id="rId131">
            <p14:nvContentPartPr>
              <p14:cNvPr id="1053347" name="墨迹 1053346"/>
              <p14:cNvContentPartPr/>
              <p14:nvPr/>
            </p14:nvContentPartPr>
            <p14:xfrm>
              <a:off x="5411180" y="1271908"/>
              <a:ext cx="18215" cy="48492"/>
            </p14:xfrm>
          </p:contentPart>
        </mc:Choice>
        <mc:Fallback xmlns="">
          <p:sp>
            <p:nvSpPr>
              <p:cNvPr id="1053347" name=""/>
              <p:cNvSpPr/>
              <p:nvPr/>
            </p:nvSpPr>
            <p:spPr>
              <a:xfrm>
                <a:off x="5411180" y="1271908"/>
                <a:ext cx="18215" cy="48492"/>
              </a:xfrm>
            </p:spPr>
          </p:sp>
        </mc:Fallback>
      </mc:AlternateContent>
      <mc:AlternateContent xmlns:mc="http://schemas.openxmlformats.org/markup-compatibility/2006" xmlns:p14="http://schemas.microsoft.com/office/powerpoint/2010/main">
        <mc:Choice Requires="p14">
          <p:contentPart p14:bwMode="auto" r:id="rId132">
            <p14:nvContentPartPr>
              <p14:cNvPr id="1053348" name="墨迹 1053347"/>
              <p14:cNvContentPartPr/>
              <p14:nvPr/>
            </p14:nvContentPartPr>
            <p14:xfrm>
              <a:off x="5349809" y="1380861"/>
              <a:ext cx="136726" cy="205983"/>
            </p14:xfrm>
          </p:contentPart>
        </mc:Choice>
        <mc:Fallback xmlns="">
          <p:sp>
            <p:nvSpPr>
              <p:cNvPr id="1053348" name=""/>
              <p:cNvSpPr/>
              <p:nvPr/>
            </p:nvSpPr>
            <p:spPr>
              <a:xfrm>
                <a:off x="5349809" y="1380861"/>
                <a:ext cx="136726" cy="205983"/>
              </a:xfrm>
            </p:spPr>
          </p:sp>
        </mc:Fallback>
      </mc:AlternateContent>
      <mc:AlternateContent xmlns:mc="http://schemas.openxmlformats.org/markup-compatibility/2006" xmlns:p14="http://schemas.microsoft.com/office/powerpoint/2010/main">
        <mc:Choice Requires="p14">
          <p:contentPart p14:bwMode="auto" r:id="rId133">
            <p14:nvContentPartPr>
              <p14:cNvPr id="1053349" name="墨迹 1053348"/>
              <p14:cNvContentPartPr/>
              <p14:nvPr/>
            </p14:nvContentPartPr>
            <p14:xfrm>
              <a:off x="5442606" y="1352711"/>
              <a:ext cx="168335" cy="148952"/>
            </p14:xfrm>
          </p:contentPart>
        </mc:Choice>
        <mc:Fallback xmlns="">
          <p:sp>
            <p:nvSpPr>
              <p:cNvPr id="1053349" name=""/>
              <p:cNvSpPr/>
              <p:nvPr/>
            </p:nvSpPr>
            <p:spPr>
              <a:xfrm>
                <a:off x="5442606" y="1352711"/>
                <a:ext cx="168335" cy="148952"/>
              </a:xfrm>
            </p:spPr>
          </p:sp>
        </mc:Fallback>
      </mc:AlternateContent>
      <mc:AlternateContent xmlns:mc="http://schemas.openxmlformats.org/markup-compatibility/2006" xmlns:p14="http://schemas.microsoft.com/office/powerpoint/2010/main">
        <mc:Choice Requires="p14">
          <p:contentPart p14:bwMode="auto" r:id="rId134">
            <p14:nvContentPartPr>
              <p14:cNvPr id="1053350" name="墨迹 1053349"/>
              <p14:cNvContentPartPr/>
              <p14:nvPr/>
            </p14:nvContentPartPr>
            <p14:xfrm>
              <a:off x="5465253" y="1266278"/>
              <a:ext cx="78582" cy="219873"/>
            </p14:xfrm>
          </p:contentPart>
        </mc:Choice>
        <mc:Fallback xmlns="">
          <p:sp>
            <p:nvSpPr>
              <p:cNvPr id="1053350" name=""/>
              <p:cNvSpPr/>
              <p:nvPr/>
            </p:nvSpPr>
            <p:spPr>
              <a:xfrm>
                <a:off x="5465253" y="1266278"/>
                <a:ext cx="78582" cy="219873"/>
              </a:xfrm>
            </p:spPr>
          </p:sp>
        </mc:Fallback>
      </mc:AlternateContent>
      <mc:AlternateContent xmlns:mc="http://schemas.openxmlformats.org/markup-compatibility/2006" xmlns:p14="http://schemas.microsoft.com/office/powerpoint/2010/main">
        <mc:Choice Requires="p14">
          <p:contentPart p14:bwMode="auto" r:id="rId135">
            <p14:nvContentPartPr>
              <p14:cNvPr id="1053351" name="墨迹 1053350"/>
              <p14:cNvContentPartPr/>
              <p14:nvPr/>
            </p14:nvContentPartPr>
            <p14:xfrm>
              <a:off x="5737822" y="1228857"/>
              <a:ext cx="116703" cy="318128"/>
            </p14:xfrm>
          </p:contentPart>
        </mc:Choice>
        <mc:Fallback xmlns="">
          <p:sp>
            <p:nvSpPr>
              <p:cNvPr id="1053351" name=""/>
              <p:cNvSpPr/>
              <p:nvPr/>
            </p:nvSpPr>
            <p:spPr>
              <a:xfrm>
                <a:off x="5737822" y="1228857"/>
                <a:ext cx="116703" cy="318128"/>
              </a:xfrm>
            </p:spPr>
          </p:sp>
        </mc:Fallback>
      </mc:AlternateContent>
      <mc:AlternateContent xmlns:mc="http://schemas.openxmlformats.org/markup-compatibility/2006" xmlns:p14="http://schemas.microsoft.com/office/powerpoint/2010/main">
        <mc:Choice Requires="p14">
          <p:contentPart p14:bwMode="auto" r:id="rId136">
            <p14:nvContentPartPr>
              <p14:cNvPr id="1053352" name="墨迹 1053351"/>
              <p14:cNvContentPartPr/>
              <p14:nvPr/>
            </p14:nvContentPartPr>
            <p14:xfrm>
              <a:off x="5783315" y="1228596"/>
              <a:ext cx="171757" cy="210981"/>
            </p14:xfrm>
          </p:contentPart>
        </mc:Choice>
        <mc:Fallback xmlns="">
          <p:sp>
            <p:nvSpPr>
              <p:cNvPr id="1053352" name=""/>
              <p:cNvSpPr/>
              <p:nvPr/>
            </p:nvSpPr>
            <p:spPr>
              <a:xfrm>
                <a:off x="5783315" y="1228596"/>
                <a:ext cx="171757" cy="210981"/>
              </a:xfrm>
            </p:spPr>
          </p:sp>
        </mc:Fallback>
      </mc:AlternateContent>
      <mc:AlternateContent xmlns:mc="http://schemas.openxmlformats.org/markup-compatibility/2006" xmlns:p14="http://schemas.microsoft.com/office/powerpoint/2010/main">
        <mc:Choice Requires="p14">
          <p:contentPart p14:bwMode="auto" r:id="rId137">
            <p14:nvContentPartPr>
              <p14:cNvPr id="1053353" name="墨迹 1053352"/>
              <p14:cNvContentPartPr/>
              <p14:nvPr/>
            </p14:nvContentPartPr>
            <p14:xfrm>
              <a:off x="5806293" y="1450945"/>
              <a:ext cx="143448" cy="102593"/>
            </p14:xfrm>
          </p:contentPart>
        </mc:Choice>
        <mc:Fallback xmlns="">
          <p:sp>
            <p:nvSpPr>
              <p:cNvPr id="1053353" name=""/>
              <p:cNvSpPr/>
              <p:nvPr/>
            </p:nvSpPr>
            <p:spPr>
              <a:xfrm>
                <a:off x="5806293" y="1450945"/>
                <a:ext cx="143448" cy="102593"/>
              </a:xfrm>
            </p:spPr>
          </p:sp>
        </mc:Fallback>
      </mc:AlternateContent>
      <mc:AlternateContent xmlns:mc="http://schemas.openxmlformats.org/markup-compatibility/2006" xmlns:p14="http://schemas.microsoft.com/office/powerpoint/2010/main">
        <mc:Choice Requires="p14">
          <p:contentPart p14:bwMode="auto" r:id="rId138">
            <p14:nvContentPartPr>
              <p14:cNvPr id="1053354" name="墨迹 1053353"/>
              <p14:cNvContentPartPr/>
              <p14:nvPr/>
            </p14:nvContentPartPr>
            <p14:xfrm>
              <a:off x="5836821" y="1453934"/>
              <a:ext cx="247207" cy="81552"/>
            </p14:xfrm>
          </p:contentPart>
        </mc:Choice>
        <mc:Fallback xmlns="">
          <p:sp>
            <p:nvSpPr>
              <p:cNvPr id="1053354" name=""/>
              <p:cNvSpPr/>
              <p:nvPr/>
            </p:nvSpPr>
            <p:spPr>
              <a:xfrm>
                <a:off x="5836821" y="1453934"/>
                <a:ext cx="247207" cy="81552"/>
              </a:xfrm>
            </p:spPr>
          </p:sp>
        </mc:Fallback>
      </mc:AlternateContent>
      <mc:AlternateContent xmlns:mc="http://schemas.openxmlformats.org/markup-compatibility/2006" xmlns:p14="http://schemas.microsoft.com/office/powerpoint/2010/main">
        <mc:Choice Requires="p14">
          <p:contentPart p14:bwMode="auto" r:id="rId139">
            <p14:nvContentPartPr>
              <p14:cNvPr id="1053355" name="墨迹 1053354"/>
              <p14:cNvContentPartPr/>
              <p14:nvPr/>
            </p14:nvContentPartPr>
            <p14:xfrm>
              <a:off x="6154158" y="1223889"/>
              <a:ext cx="134616" cy="326291"/>
            </p14:xfrm>
          </p:contentPart>
        </mc:Choice>
        <mc:Fallback xmlns="">
          <p:sp>
            <p:nvSpPr>
              <p:cNvPr id="1053355" name=""/>
              <p:cNvSpPr/>
              <p:nvPr/>
            </p:nvSpPr>
            <p:spPr>
              <a:xfrm>
                <a:off x="6154158" y="1223889"/>
                <a:ext cx="134616" cy="326291"/>
              </a:xfrm>
            </p:spPr>
          </p:sp>
        </mc:Fallback>
      </mc:AlternateContent>
      <mc:AlternateContent xmlns:mc="http://schemas.openxmlformats.org/markup-compatibility/2006" xmlns:p14="http://schemas.microsoft.com/office/powerpoint/2010/main">
        <mc:Choice Requires="p14">
          <p:contentPart p14:bwMode="auto" r:id="rId140">
            <p14:nvContentPartPr>
              <p14:cNvPr id="1053356" name="墨迹 1053355"/>
              <p14:cNvContentPartPr/>
              <p14:nvPr/>
            </p14:nvContentPartPr>
            <p14:xfrm>
              <a:off x="6212040" y="1283189"/>
              <a:ext cx="202193" cy="249186"/>
            </p14:xfrm>
          </p:contentPart>
        </mc:Choice>
        <mc:Fallback xmlns="">
          <p:sp>
            <p:nvSpPr>
              <p:cNvPr id="1053356" name=""/>
              <p:cNvSpPr/>
              <p:nvPr/>
            </p:nvSpPr>
            <p:spPr>
              <a:xfrm>
                <a:off x="6212040" y="1283189"/>
                <a:ext cx="202193" cy="249186"/>
              </a:xfrm>
            </p:spPr>
          </p:sp>
        </mc:Fallback>
      </mc:AlternateContent>
      <mc:AlternateContent xmlns:mc="http://schemas.openxmlformats.org/markup-compatibility/2006" xmlns:p14="http://schemas.microsoft.com/office/powerpoint/2010/main">
        <mc:Choice Requires="p14">
          <p:contentPart p14:bwMode="auto" r:id="rId141">
            <p14:nvContentPartPr>
              <p14:cNvPr id="1053357" name="墨迹 1053356"/>
              <p14:cNvContentPartPr/>
              <p14:nvPr/>
            </p14:nvContentPartPr>
            <p14:xfrm>
              <a:off x="6259686" y="1382443"/>
              <a:ext cx="115929" cy="29215"/>
            </p14:xfrm>
          </p:contentPart>
        </mc:Choice>
        <mc:Fallback xmlns="">
          <p:sp>
            <p:nvSpPr>
              <p:cNvPr id="1053357" name=""/>
              <p:cNvSpPr/>
              <p:nvPr/>
            </p:nvSpPr>
            <p:spPr>
              <a:xfrm>
                <a:off x="6259686" y="1382443"/>
                <a:ext cx="115929" cy="29215"/>
              </a:xfrm>
            </p:spPr>
          </p:sp>
        </mc:Fallback>
      </mc:AlternateContent>
      <mc:AlternateContent xmlns:mc="http://schemas.openxmlformats.org/markup-compatibility/2006" xmlns:p14="http://schemas.microsoft.com/office/powerpoint/2010/main">
        <mc:Choice Requires="p14">
          <p:contentPart p14:bwMode="auto" r:id="rId142">
            <p14:nvContentPartPr>
              <p14:cNvPr id="1053358" name="墨迹 1053357"/>
              <p14:cNvContentPartPr/>
              <p14:nvPr/>
            </p14:nvContentPartPr>
            <p14:xfrm>
              <a:off x="6268107" y="1335823"/>
              <a:ext cx="120791" cy="180352"/>
            </p14:xfrm>
          </p:contentPart>
        </mc:Choice>
        <mc:Fallback xmlns="">
          <p:sp>
            <p:nvSpPr>
              <p:cNvPr id="1053358" name=""/>
              <p:cNvSpPr/>
              <p:nvPr/>
            </p:nvSpPr>
            <p:spPr>
              <a:xfrm>
                <a:off x="6268107" y="1335823"/>
                <a:ext cx="120791" cy="180352"/>
              </a:xfrm>
            </p:spPr>
          </p:sp>
        </mc:Fallback>
      </mc:AlternateContent>
      <mc:AlternateContent xmlns:mc="http://schemas.openxmlformats.org/markup-compatibility/2006" xmlns:p14="http://schemas.microsoft.com/office/powerpoint/2010/main">
        <mc:Choice Requires="p14">
          <p:contentPart p14:bwMode="auto" r:id="rId143">
            <p14:nvContentPartPr>
              <p14:cNvPr id="1053359" name="墨迹 1053358"/>
              <p14:cNvContentPartPr/>
              <p14:nvPr/>
            </p14:nvContentPartPr>
            <p14:xfrm>
              <a:off x="6467857" y="1269590"/>
              <a:ext cx="108794" cy="139524"/>
            </p14:xfrm>
          </p:contentPart>
        </mc:Choice>
        <mc:Fallback xmlns="">
          <p:sp>
            <p:nvSpPr>
              <p:cNvPr id="1053359" name=""/>
              <p:cNvSpPr/>
              <p:nvPr/>
            </p:nvSpPr>
            <p:spPr>
              <a:xfrm>
                <a:off x="6467857" y="1269590"/>
                <a:ext cx="108794" cy="139524"/>
              </a:xfrm>
            </p:spPr>
          </p:sp>
        </mc:Fallback>
      </mc:AlternateContent>
      <mc:AlternateContent xmlns:mc="http://schemas.openxmlformats.org/markup-compatibility/2006" xmlns:p14="http://schemas.microsoft.com/office/powerpoint/2010/main">
        <mc:Choice Requires="p14">
          <p:contentPart p14:bwMode="auto" r:id="rId144">
            <p14:nvContentPartPr>
              <p14:cNvPr id="1053360" name="墨迹 1053359"/>
              <p14:cNvContentPartPr/>
              <p14:nvPr/>
            </p14:nvContentPartPr>
            <p14:xfrm>
              <a:off x="6518910" y="1335243"/>
              <a:ext cx="33464" cy="166208"/>
            </p14:xfrm>
          </p:contentPart>
        </mc:Choice>
        <mc:Fallback xmlns="">
          <p:sp>
            <p:nvSpPr>
              <p:cNvPr id="1053360" name=""/>
              <p:cNvSpPr/>
              <p:nvPr/>
            </p:nvSpPr>
            <p:spPr>
              <a:xfrm>
                <a:off x="6518910" y="1335243"/>
                <a:ext cx="33464" cy="166208"/>
              </a:xfrm>
            </p:spPr>
          </p:sp>
        </mc:Fallback>
      </mc:AlternateContent>
      <mc:AlternateContent xmlns:mc="http://schemas.openxmlformats.org/markup-compatibility/2006" xmlns:p14="http://schemas.microsoft.com/office/powerpoint/2010/main">
        <mc:Choice Requires="p14">
          <p:contentPart p14:bwMode="auto" r:id="rId145">
            <p14:nvContentPartPr>
              <p14:cNvPr id="1053361" name="墨迹 1053360"/>
              <p14:cNvContentPartPr/>
              <p14:nvPr/>
            </p14:nvContentPartPr>
            <p14:xfrm>
              <a:off x="6550270" y="1318271"/>
              <a:ext cx="137554" cy="114680"/>
            </p14:xfrm>
          </p:contentPart>
        </mc:Choice>
        <mc:Fallback xmlns="">
          <p:sp>
            <p:nvSpPr>
              <p:cNvPr id="1053361" name=""/>
              <p:cNvSpPr/>
              <p:nvPr/>
            </p:nvSpPr>
            <p:spPr>
              <a:xfrm>
                <a:off x="6550270" y="1318271"/>
                <a:ext cx="137554" cy="114680"/>
              </a:xfrm>
            </p:spPr>
          </p:sp>
        </mc:Fallback>
      </mc:AlternateContent>
      <mc:AlternateContent xmlns:mc="http://schemas.openxmlformats.org/markup-compatibility/2006" xmlns:p14="http://schemas.microsoft.com/office/powerpoint/2010/main">
        <mc:Choice Requires="p14">
          <p:contentPart p14:bwMode="auto" r:id="rId146">
            <p14:nvContentPartPr>
              <p14:cNvPr id="1053362" name="墨迹 1053361"/>
              <p14:cNvContentPartPr/>
              <p14:nvPr/>
            </p14:nvContentPartPr>
            <p14:xfrm>
              <a:off x="6604022" y="1301999"/>
              <a:ext cx="228266" cy="185364"/>
            </p14:xfrm>
          </p:contentPart>
        </mc:Choice>
        <mc:Fallback xmlns="">
          <p:sp>
            <p:nvSpPr>
              <p:cNvPr id="1053362" name=""/>
              <p:cNvSpPr/>
              <p:nvPr/>
            </p:nvSpPr>
            <p:spPr>
              <a:xfrm>
                <a:off x="6604022" y="1301999"/>
                <a:ext cx="228266" cy="185364"/>
              </a:xfrm>
            </p:spPr>
          </p:sp>
        </mc:Fallback>
      </mc:AlternateContent>
      <mc:AlternateContent xmlns:mc="http://schemas.openxmlformats.org/markup-compatibility/2006" xmlns:p14="http://schemas.microsoft.com/office/powerpoint/2010/main">
        <mc:Choice Requires="p14">
          <p:contentPart p14:bwMode="auto" r:id="rId147">
            <p14:nvContentPartPr>
              <p14:cNvPr id="1053363" name="墨迹 1053362"/>
              <p14:cNvContentPartPr/>
              <p14:nvPr/>
            </p14:nvContentPartPr>
            <p14:xfrm>
              <a:off x="1099812" y="4048526"/>
              <a:ext cx="618420" cy="150079"/>
            </p14:xfrm>
          </p:contentPart>
        </mc:Choice>
        <mc:Fallback xmlns="">
          <p:sp>
            <p:nvSpPr>
              <p:cNvPr id="1053363" name=""/>
              <p:cNvSpPr/>
              <p:nvPr/>
            </p:nvSpPr>
            <p:spPr>
              <a:xfrm>
                <a:off x="1099812" y="4048526"/>
                <a:ext cx="618420" cy="150079"/>
              </a:xfrm>
            </p:spPr>
          </p:sp>
        </mc:Fallback>
      </mc:AlternateContent>
      <mc:AlternateContent xmlns:mc="http://schemas.openxmlformats.org/markup-compatibility/2006" xmlns:p14="http://schemas.microsoft.com/office/powerpoint/2010/main">
        <mc:Choice Requires="p14">
          <p:contentPart p14:bwMode="auto" r:id="rId148">
            <p14:nvContentPartPr>
              <p14:cNvPr id="1053364" name="墨迹 1053363"/>
              <p14:cNvContentPartPr/>
              <p14:nvPr/>
            </p14:nvContentPartPr>
            <p14:xfrm>
              <a:off x="1209498" y="4151120"/>
              <a:ext cx="516708" cy="58773"/>
            </p14:xfrm>
          </p:contentPart>
        </mc:Choice>
        <mc:Fallback xmlns="">
          <p:sp>
            <p:nvSpPr>
              <p:cNvPr id="1053364" name=""/>
              <p:cNvSpPr/>
              <p:nvPr/>
            </p:nvSpPr>
            <p:spPr>
              <a:xfrm>
                <a:off x="1209498" y="4151120"/>
                <a:ext cx="516708" cy="58773"/>
              </a:xfrm>
            </p:spPr>
          </p:sp>
        </mc:Fallback>
      </mc:AlternateContent>
      <mc:AlternateContent xmlns:mc="http://schemas.openxmlformats.org/markup-compatibility/2006" xmlns:p14="http://schemas.microsoft.com/office/powerpoint/2010/main">
        <mc:Choice Requires="p14">
          <p:contentPart p14:bwMode="auto" r:id="rId149">
            <p14:nvContentPartPr>
              <p14:cNvPr id="1053365" name="墨迹 1053364"/>
              <p14:cNvContentPartPr/>
              <p14:nvPr/>
            </p14:nvContentPartPr>
            <p14:xfrm>
              <a:off x="1216627" y="4439138"/>
              <a:ext cx="159431" cy="58300"/>
            </p14:xfrm>
          </p:contentPart>
        </mc:Choice>
        <mc:Fallback xmlns="">
          <p:sp>
            <p:nvSpPr>
              <p:cNvPr id="1053365" name=""/>
              <p:cNvSpPr/>
              <p:nvPr/>
            </p:nvSpPr>
            <p:spPr>
              <a:xfrm>
                <a:off x="1216627" y="4439138"/>
                <a:ext cx="159431" cy="58300"/>
              </a:xfrm>
            </p:spPr>
          </p:sp>
        </mc:Fallback>
      </mc:AlternateContent>
      <mc:AlternateContent xmlns:mc="http://schemas.openxmlformats.org/markup-compatibility/2006" xmlns:p14="http://schemas.microsoft.com/office/powerpoint/2010/main">
        <mc:Choice Requires="p14">
          <p:contentPart p14:bwMode="auto" r:id="rId150">
            <p14:nvContentPartPr>
              <p14:cNvPr id="1053366" name="墨迹 1053365"/>
              <p14:cNvContentPartPr/>
              <p14:nvPr/>
            </p14:nvContentPartPr>
            <p14:xfrm>
              <a:off x="1291762" y="4360383"/>
              <a:ext cx="11637" cy="140407"/>
            </p14:xfrm>
          </p:contentPart>
        </mc:Choice>
        <mc:Fallback xmlns="">
          <p:sp>
            <p:nvSpPr>
              <p:cNvPr id="1053366" name=""/>
              <p:cNvSpPr/>
              <p:nvPr/>
            </p:nvSpPr>
            <p:spPr>
              <a:xfrm>
                <a:off x="1291762" y="4360383"/>
                <a:ext cx="11637" cy="140407"/>
              </a:xfrm>
            </p:spPr>
          </p:sp>
        </mc:Fallback>
      </mc:AlternateContent>
      <mc:AlternateContent xmlns:mc="http://schemas.openxmlformats.org/markup-compatibility/2006" xmlns:p14="http://schemas.microsoft.com/office/powerpoint/2010/main">
        <mc:Choice Requires="p14">
          <p:contentPart p14:bwMode="auto" r:id="rId151">
            <p14:nvContentPartPr>
              <p14:cNvPr id="1053367" name="墨迹 1053366"/>
              <p14:cNvContentPartPr/>
              <p14:nvPr/>
            </p14:nvContentPartPr>
            <p14:xfrm>
              <a:off x="1189206" y="4530352"/>
              <a:ext cx="241490" cy="82105"/>
            </p14:xfrm>
          </p:contentPart>
        </mc:Choice>
        <mc:Fallback xmlns="">
          <p:sp>
            <p:nvSpPr>
              <p:cNvPr id="1053367" name=""/>
              <p:cNvSpPr/>
              <p:nvPr/>
            </p:nvSpPr>
            <p:spPr>
              <a:xfrm>
                <a:off x="1189206" y="4530352"/>
                <a:ext cx="241490" cy="82105"/>
              </a:xfrm>
            </p:spPr>
          </p:sp>
        </mc:Fallback>
      </mc:AlternateContent>
      <mc:AlternateContent xmlns:mc="http://schemas.openxmlformats.org/markup-compatibility/2006" xmlns:p14="http://schemas.microsoft.com/office/powerpoint/2010/main">
        <mc:Choice Requires="p14">
          <p:contentPart p14:bwMode="auto" r:id="rId152">
            <p14:nvContentPartPr>
              <p14:cNvPr id="1053368" name="墨迹 1053367"/>
              <p14:cNvContentPartPr/>
              <p14:nvPr/>
            </p14:nvContentPartPr>
            <p14:xfrm>
              <a:off x="1250435" y="4583434"/>
              <a:ext cx="141832" cy="115027"/>
            </p14:xfrm>
          </p:contentPart>
        </mc:Choice>
        <mc:Fallback xmlns="">
          <p:sp>
            <p:nvSpPr>
              <p:cNvPr id="1053368" name=""/>
              <p:cNvSpPr/>
              <p:nvPr/>
            </p:nvSpPr>
            <p:spPr>
              <a:xfrm>
                <a:off x="1250435" y="4583434"/>
                <a:ext cx="141832" cy="115027"/>
              </a:xfrm>
            </p:spPr>
          </p:sp>
        </mc:Fallback>
      </mc:AlternateContent>
      <mc:AlternateContent xmlns:mc="http://schemas.openxmlformats.org/markup-compatibility/2006" xmlns:p14="http://schemas.microsoft.com/office/powerpoint/2010/main">
        <mc:Choice Requires="p14">
          <p:contentPart p14:bwMode="auto" r:id="rId153">
            <p14:nvContentPartPr>
              <p14:cNvPr id="1053369" name="墨迹 1053368"/>
              <p14:cNvContentPartPr/>
              <p14:nvPr/>
            </p14:nvContentPartPr>
            <p14:xfrm>
              <a:off x="1471647" y="4463723"/>
              <a:ext cx="133079" cy="25116"/>
            </p14:xfrm>
          </p:contentPart>
        </mc:Choice>
        <mc:Fallback xmlns="">
          <p:sp>
            <p:nvSpPr>
              <p:cNvPr id="1053369" name=""/>
              <p:cNvSpPr/>
              <p:nvPr/>
            </p:nvSpPr>
            <p:spPr>
              <a:xfrm>
                <a:off x="1471647" y="4463723"/>
                <a:ext cx="133079" cy="25116"/>
              </a:xfrm>
            </p:spPr>
          </p:sp>
        </mc:Fallback>
      </mc:AlternateContent>
      <mc:AlternateContent xmlns:mc="http://schemas.openxmlformats.org/markup-compatibility/2006" xmlns:p14="http://schemas.microsoft.com/office/powerpoint/2010/main">
        <mc:Choice Requires="p14">
          <p:contentPart p14:bwMode="auto" r:id="rId154">
            <p14:nvContentPartPr>
              <p14:cNvPr id="1053370" name="墨迹 1053369"/>
              <p14:cNvContentPartPr/>
              <p14:nvPr/>
            </p14:nvContentPartPr>
            <p14:xfrm>
              <a:off x="1463032" y="4370059"/>
              <a:ext cx="121534" cy="282743"/>
            </p14:xfrm>
          </p:contentPart>
        </mc:Choice>
        <mc:Fallback xmlns="">
          <p:sp>
            <p:nvSpPr>
              <p:cNvPr id="1053370" name=""/>
              <p:cNvSpPr/>
              <p:nvPr/>
            </p:nvSpPr>
            <p:spPr>
              <a:xfrm>
                <a:off x="1463032" y="4370059"/>
                <a:ext cx="121534" cy="282743"/>
              </a:xfrm>
            </p:spPr>
          </p:sp>
        </mc:Fallback>
      </mc:AlternateContent>
      <mc:AlternateContent xmlns:mc="http://schemas.openxmlformats.org/markup-compatibility/2006" xmlns:p14="http://schemas.microsoft.com/office/powerpoint/2010/main">
        <mc:Choice Requires="p14">
          <p:contentPart p14:bwMode="auto" r:id="rId155">
            <p14:nvContentPartPr>
              <p14:cNvPr id="1053371" name="墨迹 1053370"/>
              <p14:cNvContentPartPr/>
              <p14:nvPr/>
            </p14:nvContentPartPr>
            <p14:xfrm>
              <a:off x="1643305" y="4307712"/>
              <a:ext cx="17776" cy="90157"/>
            </p14:xfrm>
          </p:contentPart>
        </mc:Choice>
        <mc:Fallback xmlns="">
          <p:sp>
            <p:nvSpPr>
              <p:cNvPr id="1053371" name=""/>
              <p:cNvSpPr/>
              <p:nvPr/>
            </p:nvSpPr>
            <p:spPr>
              <a:xfrm>
                <a:off x="1643305" y="4307712"/>
                <a:ext cx="17776" cy="90157"/>
              </a:xfrm>
            </p:spPr>
          </p:sp>
        </mc:Fallback>
      </mc:AlternateContent>
      <mc:AlternateContent xmlns:mc="http://schemas.openxmlformats.org/markup-compatibility/2006" xmlns:p14="http://schemas.microsoft.com/office/powerpoint/2010/main">
        <mc:Choice Requires="p14">
          <p:contentPart p14:bwMode="auto" r:id="rId156">
            <p14:nvContentPartPr>
              <p14:cNvPr id="1053372" name="墨迹 1053371"/>
              <p14:cNvContentPartPr/>
              <p14:nvPr/>
            </p14:nvContentPartPr>
            <p14:xfrm>
              <a:off x="1682243" y="4350674"/>
              <a:ext cx="52644" cy="23147"/>
            </p14:xfrm>
          </p:contentPart>
        </mc:Choice>
        <mc:Fallback xmlns="">
          <p:sp>
            <p:nvSpPr>
              <p:cNvPr id="1053372" name=""/>
              <p:cNvSpPr/>
              <p:nvPr/>
            </p:nvSpPr>
            <p:spPr>
              <a:xfrm>
                <a:off x="1682243" y="4350674"/>
                <a:ext cx="52644" cy="23147"/>
              </a:xfrm>
            </p:spPr>
          </p:sp>
        </mc:Fallback>
      </mc:AlternateContent>
      <mc:AlternateContent xmlns:mc="http://schemas.openxmlformats.org/markup-compatibility/2006" xmlns:p14="http://schemas.microsoft.com/office/powerpoint/2010/main">
        <mc:Choice Requires="p14">
          <p:contentPart p14:bwMode="auto" r:id="rId157">
            <p14:nvContentPartPr>
              <p14:cNvPr id="1053373" name="墨迹 1053372"/>
              <p14:cNvContentPartPr/>
              <p14:nvPr/>
            </p14:nvContentPartPr>
            <p14:xfrm>
              <a:off x="1604366" y="4404994"/>
              <a:ext cx="27861" cy="101916"/>
            </p14:xfrm>
          </p:contentPart>
        </mc:Choice>
        <mc:Fallback xmlns="">
          <p:sp>
            <p:nvSpPr>
              <p:cNvPr id="1053373" name=""/>
              <p:cNvSpPr/>
              <p:nvPr/>
            </p:nvSpPr>
            <p:spPr>
              <a:xfrm>
                <a:off x="1604366" y="4404994"/>
                <a:ext cx="27861" cy="101916"/>
              </a:xfrm>
            </p:spPr>
          </p:sp>
        </mc:Fallback>
      </mc:AlternateContent>
      <mc:AlternateContent xmlns:mc="http://schemas.openxmlformats.org/markup-compatibility/2006" xmlns:p14="http://schemas.microsoft.com/office/powerpoint/2010/main">
        <mc:Choice Requires="p14">
          <p:contentPart p14:bwMode="auto" r:id="rId158">
            <p14:nvContentPartPr>
              <p14:cNvPr id="1053374" name="墨迹 1053373"/>
              <p14:cNvContentPartPr/>
              <p14:nvPr/>
            </p14:nvContentPartPr>
            <p14:xfrm>
              <a:off x="1644950" y="4414056"/>
              <a:ext cx="117782" cy="100501"/>
            </p14:xfrm>
          </p:contentPart>
        </mc:Choice>
        <mc:Fallback xmlns="">
          <p:sp>
            <p:nvSpPr>
              <p:cNvPr id="1053374" name=""/>
              <p:cNvSpPr/>
              <p:nvPr/>
            </p:nvSpPr>
            <p:spPr>
              <a:xfrm>
                <a:off x="1644950" y="4414056"/>
                <a:ext cx="117782" cy="100501"/>
              </a:xfrm>
            </p:spPr>
          </p:sp>
        </mc:Fallback>
      </mc:AlternateContent>
      <mc:AlternateContent xmlns:mc="http://schemas.openxmlformats.org/markup-compatibility/2006" xmlns:p14="http://schemas.microsoft.com/office/powerpoint/2010/main">
        <mc:Choice Requires="p14">
          <p:contentPart p14:bwMode="auto" r:id="rId159">
            <p14:nvContentPartPr>
              <p14:cNvPr id="1053375" name="墨迹 1053374"/>
              <p14:cNvContentPartPr/>
              <p14:nvPr/>
            </p14:nvContentPartPr>
            <p14:xfrm>
              <a:off x="1597453" y="4455173"/>
              <a:ext cx="172279" cy="179490"/>
            </p14:xfrm>
          </p:contentPart>
        </mc:Choice>
        <mc:Fallback xmlns="">
          <p:sp>
            <p:nvSpPr>
              <p:cNvPr id="1053375" name=""/>
              <p:cNvSpPr/>
              <p:nvPr/>
            </p:nvSpPr>
            <p:spPr>
              <a:xfrm>
                <a:off x="1597453" y="4455173"/>
                <a:ext cx="172279" cy="179490"/>
              </a:xfrm>
            </p:spPr>
          </p:sp>
        </mc:Fallback>
      </mc:AlternateContent>
      <mc:AlternateContent xmlns:mc="http://schemas.openxmlformats.org/markup-compatibility/2006" xmlns:p14="http://schemas.microsoft.com/office/powerpoint/2010/main">
        <mc:Choice Requires="p14">
          <p:contentPart p14:bwMode="auto" r:id="rId160">
            <p14:nvContentPartPr>
              <p14:cNvPr id="1053376" name="墨迹 1053375"/>
              <p14:cNvContentPartPr/>
              <p14:nvPr/>
            </p14:nvContentPartPr>
            <p14:xfrm>
              <a:off x="1706562" y="4545274"/>
              <a:ext cx="33969" cy="313042"/>
            </p14:xfrm>
          </p:contentPart>
        </mc:Choice>
        <mc:Fallback xmlns="">
          <p:sp>
            <p:nvSpPr>
              <p:cNvPr id="1053376" name=""/>
              <p:cNvSpPr/>
              <p:nvPr/>
            </p:nvSpPr>
            <p:spPr>
              <a:xfrm>
                <a:off x="1706562" y="4545274"/>
                <a:ext cx="33969" cy="313042"/>
              </a:xfrm>
            </p:spPr>
          </p:sp>
        </mc:Fallback>
      </mc:AlternateContent>
      <mc:AlternateContent xmlns:mc="http://schemas.openxmlformats.org/markup-compatibility/2006" xmlns:p14="http://schemas.microsoft.com/office/powerpoint/2010/main">
        <mc:Choice Requires="p14">
          <p:contentPart p14:bwMode="auto" r:id="rId161">
            <p14:nvContentPartPr>
              <p14:cNvPr id="1053377" name="墨迹 1053376"/>
              <p14:cNvContentPartPr/>
              <p14:nvPr/>
            </p14:nvContentPartPr>
            <p14:xfrm>
              <a:off x="3641558" y="2858454"/>
              <a:ext cx="236482" cy="9905"/>
            </p14:xfrm>
          </p:contentPart>
        </mc:Choice>
        <mc:Fallback xmlns="">
          <p:sp>
            <p:nvSpPr>
              <p:cNvPr id="1053377" name=""/>
              <p:cNvSpPr/>
              <p:nvPr/>
            </p:nvSpPr>
            <p:spPr>
              <a:xfrm>
                <a:off x="3641558" y="2858454"/>
                <a:ext cx="236482" cy="9905"/>
              </a:xfrm>
            </p:spPr>
          </p:sp>
        </mc:Fallback>
      </mc:AlternateContent>
      <mc:AlternateContent xmlns:mc="http://schemas.openxmlformats.org/markup-compatibility/2006" xmlns:p14="http://schemas.microsoft.com/office/powerpoint/2010/main">
        <mc:Choice Requires="p14">
          <p:contentPart p14:bwMode="auto" r:id="rId162">
            <p14:nvContentPartPr>
              <p14:cNvPr id="1053378" name="墨迹 1053377"/>
              <p14:cNvContentPartPr/>
              <p14:nvPr/>
            </p14:nvContentPartPr>
            <p14:xfrm>
              <a:off x="4389559" y="3536821"/>
              <a:ext cx="207196" cy="25290"/>
            </p14:xfrm>
          </p:contentPart>
        </mc:Choice>
        <mc:Fallback xmlns="">
          <p:sp>
            <p:nvSpPr>
              <p:cNvPr id="1053378" name=""/>
              <p:cNvSpPr/>
              <p:nvPr/>
            </p:nvSpPr>
            <p:spPr>
              <a:xfrm>
                <a:off x="4389559" y="3536821"/>
                <a:ext cx="207196" cy="25290"/>
              </a:xfrm>
            </p:spPr>
          </p:sp>
        </mc:Fallback>
      </mc:AlternateContent>
      <mc:AlternateContent xmlns:mc="http://schemas.openxmlformats.org/markup-compatibility/2006" xmlns:p14="http://schemas.microsoft.com/office/powerpoint/2010/main">
        <mc:Choice Requires="p14">
          <p:contentPart p14:bwMode="auto" r:id="rId163">
            <p14:nvContentPartPr>
              <p14:cNvPr id="1053379" name="墨迹 1053378"/>
              <p14:cNvContentPartPr/>
              <p14:nvPr/>
            </p14:nvContentPartPr>
            <p14:xfrm>
              <a:off x="7648567" y="4246318"/>
              <a:ext cx="37628" cy="13347"/>
            </p14:xfrm>
          </p:contentPart>
        </mc:Choice>
        <mc:Fallback xmlns="">
          <p:sp>
            <p:nvSpPr>
              <p:cNvPr id="1053379" name=""/>
              <p:cNvSpPr/>
              <p:nvPr/>
            </p:nvSpPr>
            <p:spPr>
              <a:xfrm>
                <a:off x="7648567" y="4246318"/>
                <a:ext cx="37628" cy="13347"/>
              </a:xfrm>
            </p:spPr>
          </p:sp>
        </mc:Fallback>
      </mc:AlternateContent>
      <mc:AlternateContent xmlns:mc="http://schemas.openxmlformats.org/markup-compatibility/2006" xmlns:p14="http://schemas.microsoft.com/office/powerpoint/2010/main">
        <mc:Choice Requires="p14">
          <p:contentPart p14:bwMode="auto" r:id="rId164">
            <p14:nvContentPartPr>
              <p14:cNvPr id="1053380" name="墨迹 1053379"/>
              <p14:cNvContentPartPr/>
              <p14:nvPr/>
            </p14:nvContentPartPr>
            <p14:xfrm>
              <a:off x="5731215" y="2638239"/>
              <a:ext cx="190286" cy="8110"/>
            </p14:xfrm>
          </p:contentPart>
        </mc:Choice>
        <mc:Fallback xmlns="">
          <p:sp>
            <p:nvSpPr>
              <p:cNvPr id="1053380" name=""/>
              <p:cNvSpPr/>
              <p:nvPr/>
            </p:nvSpPr>
            <p:spPr>
              <a:xfrm>
                <a:off x="5731215" y="2638239"/>
                <a:ext cx="190286" cy="8110"/>
              </a:xfrm>
            </p:spPr>
          </p:sp>
        </mc:Fallback>
      </mc:AlternateContent>
      <mc:AlternateContent xmlns:mc="http://schemas.openxmlformats.org/markup-compatibility/2006" xmlns:p14="http://schemas.microsoft.com/office/powerpoint/2010/main">
        <mc:Choice Requires="p14">
          <p:contentPart p14:bwMode="auto" r:id="rId165">
            <p14:nvContentPartPr>
              <p14:cNvPr id="1053381" name="墨迹 1053380"/>
              <p14:cNvContentPartPr/>
              <p14:nvPr/>
            </p14:nvContentPartPr>
            <p14:xfrm>
              <a:off x="5940503" y="2870746"/>
              <a:ext cx="222844" cy="10142"/>
            </p14:xfrm>
          </p:contentPart>
        </mc:Choice>
        <mc:Fallback xmlns="">
          <p:sp>
            <p:nvSpPr>
              <p:cNvPr id="1053381" name=""/>
              <p:cNvSpPr/>
              <p:nvPr/>
            </p:nvSpPr>
            <p:spPr>
              <a:xfrm>
                <a:off x="5940503" y="2870746"/>
                <a:ext cx="222844" cy="10142"/>
              </a:xfrm>
            </p:spPr>
          </p:sp>
        </mc:Fallback>
      </mc:AlternateContent>
      <mc:AlternateContent xmlns:mc="http://schemas.openxmlformats.org/markup-compatibility/2006" xmlns:p14="http://schemas.microsoft.com/office/powerpoint/2010/main">
        <mc:Choice Requires="p14">
          <p:contentPart p14:bwMode="auto" r:id="rId166">
            <p14:nvContentPartPr>
              <p14:cNvPr id="1053382" name="墨迹 1053381"/>
              <p14:cNvContentPartPr/>
              <p14:nvPr/>
            </p14:nvContentPartPr>
            <p14:xfrm>
              <a:off x="6393880" y="3306329"/>
              <a:ext cx="186780" cy="17823"/>
            </p14:xfrm>
          </p:contentPart>
        </mc:Choice>
        <mc:Fallback xmlns="">
          <p:sp>
            <p:nvSpPr>
              <p:cNvPr id="1053382" name=""/>
              <p:cNvSpPr/>
              <p:nvPr/>
            </p:nvSpPr>
            <p:spPr>
              <a:xfrm>
                <a:off x="6393880" y="3306329"/>
                <a:ext cx="186780" cy="17823"/>
              </a:xfrm>
            </p:spPr>
          </p:sp>
        </mc:Fallback>
      </mc:AlternateContent>
      <mc:AlternateContent xmlns:mc="http://schemas.openxmlformats.org/markup-compatibility/2006" xmlns:p14="http://schemas.microsoft.com/office/powerpoint/2010/main">
        <mc:Choice Requires="p14">
          <p:contentPart p14:bwMode="auto" r:id="rId167">
            <p14:nvContentPartPr>
              <p14:cNvPr id="1053383" name="墨迹 1053382"/>
              <p14:cNvContentPartPr/>
              <p14:nvPr/>
            </p14:nvContentPartPr>
            <p14:xfrm>
              <a:off x="6670864" y="3567978"/>
              <a:ext cx="180530" cy="6252"/>
            </p14:xfrm>
          </p:contentPart>
        </mc:Choice>
        <mc:Fallback xmlns="">
          <p:sp>
            <p:nvSpPr>
              <p:cNvPr id="1053383" name=""/>
              <p:cNvSpPr/>
              <p:nvPr/>
            </p:nvSpPr>
            <p:spPr>
              <a:xfrm>
                <a:off x="6670864" y="3567978"/>
                <a:ext cx="180530" cy="6252"/>
              </a:xfrm>
            </p:spPr>
          </p:sp>
        </mc:Fallback>
      </mc:AlternateContent>
      <mc:AlternateContent xmlns:mc="http://schemas.openxmlformats.org/markup-compatibility/2006" xmlns:p14="http://schemas.microsoft.com/office/powerpoint/2010/main">
        <mc:Choice Requires="p14">
          <p:contentPart p14:bwMode="auto" r:id="rId168">
            <p14:nvContentPartPr>
              <p14:cNvPr id="1053384" name="墨迹 1053383"/>
              <p14:cNvContentPartPr/>
              <p14:nvPr/>
            </p14:nvContentPartPr>
            <p14:xfrm>
              <a:off x="8525371" y="3778869"/>
              <a:ext cx="0" cy="0"/>
            </p14:xfrm>
          </p:contentPart>
        </mc:Choice>
        <mc:Fallback xmlns="">
          <p:sp>
            <p:nvSpPr>
              <p:cNvPr id="1053384" name=""/>
              <p:cNvSpPr/>
              <p:nvPr/>
            </p:nvSpPr>
            <p:spPr>
              <a:xfrm>
                <a:off x="8525371" y="3778869"/>
                <a:ext cx="0" cy="0"/>
              </a:xfrm>
            </p:spPr>
          </p:sp>
        </mc:Fallback>
      </mc:AlternateContent>
      <mc:AlternateContent xmlns:mc="http://schemas.openxmlformats.org/markup-compatibility/2006" xmlns:p14="http://schemas.microsoft.com/office/powerpoint/2010/main">
        <mc:Choice Requires="p14">
          <p:contentPart p14:bwMode="auto" r:id="rId169">
            <p14:nvContentPartPr>
              <p14:cNvPr id="1053385" name="墨迹 1053384"/>
              <p14:cNvContentPartPr/>
              <p14:nvPr/>
            </p14:nvContentPartPr>
            <p14:xfrm>
              <a:off x="8250919" y="2704313"/>
              <a:ext cx="165830" cy="10651"/>
            </p14:xfrm>
          </p:contentPart>
        </mc:Choice>
        <mc:Fallback xmlns="">
          <p:sp>
            <p:nvSpPr>
              <p:cNvPr id="1053385" name=""/>
              <p:cNvSpPr/>
              <p:nvPr/>
            </p:nvSpPr>
            <p:spPr>
              <a:xfrm>
                <a:off x="8250919" y="2704313"/>
                <a:ext cx="165830" cy="10651"/>
              </a:xfrm>
            </p:spPr>
          </p:sp>
        </mc:Fallback>
      </mc:AlternateContent>
      <mc:AlternateContent xmlns:mc="http://schemas.openxmlformats.org/markup-compatibility/2006" xmlns:p14="http://schemas.microsoft.com/office/powerpoint/2010/main">
        <mc:Choice Requires="p14">
          <p:contentPart p14:bwMode="auto" r:id="rId170">
            <p14:nvContentPartPr>
              <p14:cNvPr id="1053386" name="墨迹 1053385"/>
              <p14:cNvContentPartPr/>
              <p14:nvPr/>
            </p14:nvContentPartPr>
            <p14:xfrm>
              <a:off x="8487858" y="2970997"/>
              <a:ext cx="128263" cy="7181"/>
            </p14:xfrm>
          </p:contentPart>
        </mc:Choice>
        <mc:Fallback xmlns="">
          <p:sp>
            <p:nvSpPr>
              <p:cNvPr id="1053386" name=""/>
              <p:cNvSpPr/>
              <p:nvPr/>
            </p:nvSpPr>
            <p:spPr>
              <a:xfrm>
                <a:off x="8487858" y="2970997"/>
                <a:ext cx="128263" cy="7181"/>
              </a:xfrm>
            </p:spPr>
          </p:sp>
        </mc:Fallback>
      </mc:AlternateContent>
      <mc:AlternateContent xmlns:mc="http://schemas.openxmlformats.org/markup-compatibility/2006" xmlns:p14="http://schemas.microsoft.com/office/powerpoint/2010/main">
        <mc:Choice Requires="p14">
          <p:contentPart p14:bwMode="auto" r:id="rId171">
            <p14:nvContentPartPr>
              <p14:cNvPr id="1053387" name="墨迹 1053386"/>
              <p14:cNvContentPartPr/>
              <p14:nvPr/>
            </p14:nvContentPartPr>
            <p14:xfrm>
              <a:off x="8703820" y="3191896"/>
              <a:ext cx="139996" cy="5291"/>
            </p14:xfrm>
          </p:contentPart>
        </mc:Choice>
        <mc:Fallback xmlns="">
          <p:sp>
            <p:nvSpPr>
              <p:cNvPr id="1053387" name=""/>
              <p:cNvSpPr/>
              <p:nvPr/>
            </p:nvSpPr>
            <p:spPr>
              <a:xfrm>
                <a:off x="8703820" y="3191896"/>
                <a:ext cx="139996" cy="5291"/>
              </a:xfrm>
            </p:spPr>
          </p:sp>
        </mc:Fallback>
      </mc:AlternateContent>
      <mc:AlternateContent xmlns:mc="http://schemas.openxmlformats.org/markup-compatibility/2006" xmlns:p14="http://schemas.microsoft.com/office/powerpoint/2010/main">
        <mc:Choice Requires="p14">
          <p:contentPart p14:bwMode="auto" r:id="rId172">
            <p14:nvContentPartPr>
              <p14:cNvPr id="1053388" name="墨迹 1053387"/>
              <p14:cNvContentPartPr/>
              <p14:nvPr/>
            </p14:nvContentPartPr>
            <p14:xfrm>
              <a:off x="8945525" y="3405036"/>
              <a:ext cx="140711" cy="12251"/>
            </p14:xfrm>
          </p:contentPart>
        </mc:Choice>
        <mc:Fallback xmlns="">
          <p:sp>
            <p:nvSpPr>
              <p:cNvPr id="1053388" name=""/>
              <p:cNvSpPr/>
              <p:nvPr/>
            </p:nvSpPr>
            <p:spPr>
              <a:xfrm>
                <a:off x="8945525" y="3405036"/>
                <a:ext cx="140711" cy="12251"/>
              </a:xfrm>
            </p:spPr>
          </p:sp>
        </mc:Fallback>
      </mc:AlternateContent>
      <mc:AlternateContent xmlns:mc="http://schemas.openxmlformats.org/markup-compatibility/2006" xmlns:p14="http://schemas.microsoft.com/office/powerpoint/2010/main">
        <mc:Choice Requires="p14">
          <p:contentPart p14:bwMode="auto" r:id="rId173">
            <p14:nvContentPartPr>
              <p14:cNvPr id="1053390" name="墨迹 1053389"/>
              <p14:cNvContentPartPr/>
              <p14:nvPr/>
            </p14:nvContentPartPr>
            <p14:xfrm>
              <a:off x="4144783" y="4914428"/>
              <a:ext cx="135592" cy="4017"/>
            </p14:xfrm>
          </p:contentPart>
        </mc:Choice>
        <mc:Fallback xmlns="">
          <p:sp>
            <p:nvSpPr>
              <p:cNvPr id="1053390" name=""/>
              <p:cNvSpPr/>
              <p:nvPr/>
            </p:nvSpPr>
            <p:spPr>
              <a:xfrm>
                <a:off x="4144783" y="4914428"/>
                <a:ext cx="135592" cy="4017"/>
              </a:xfrm>
            </p:spPr>
          </p:sp>
        </mc:Fallback>
      </mc:AlternateContent>
      <mc:AlternateContent xmlns:mc="http://schemas.openxmlformats.org/markup-compatibility/2006" xmlns:p14="http://schemas.microsoft.com/office/powerpoint/2010/main">
        <mc:Choice Requires="p14">
          <p:contentPart p14:bwMode="auto" r:id="rId174">
            <p14:nvContentPartPr>
              <p14:cNvPr id="1053391" name="墨迹 1053390"/>
              <p14:cNvContentPartPr/>
              <p14:nvPr/>
            </p14:nvContentPartPr>
            <p14:xfrm>
              <a:off x="4378862" y="5144100"/>
              <a:ext cx="166538" cy="15829"/>
            </p14:xfrm>
          </p:contentPart>
        </mc:Choice>
        <mc:Fallback xmlns="">
          <p:sp>
            <p:nvSpPr>
              <p:cNvPr id="1053391" name=""/>
              <p:cNvSpPr/>
              <p:nvPr/>
            </p:nvSpPr>
            <p:spPr>
              <a:xfrm>
                <a:off x="4378862" y="5144100"/>
                <a:ext cx="166538" cy="15829"/>
              </a:xfrm>
            </p:spPr>
          </p:sp>
        </mc:Fallback>
      </mc:AlternateContent>
      <mc:AlternateContent xmlns:mc="http://schemas.openxmlformats.org/markup-compatibility/2006" xmlns:p14="http://schemas.microsoft.com/office/powerpoint/2010/main">
        <mc:Choice Requires="p14">
          <p:contentPart p14:bwMode="auto" r:id="rId175">
            <p14:nvContentPartPr>
              <p14:cNvPr id="1053392" name="墨迹 1053391"/>
              <p14:cNvContentPartPr/>
              <p14:nvPr/>
            </p14:nvContentPartPr>
            <p14:xfrm>
              <a:off x="4612939" y="5387619"/>
              <a:ext cx="145477" cy="4354"/>
            </p14:xfrm>
          </p:contentPart>
        </mc:Choice>
        <mc:Fallback xmlns="">
          <p:sp>
            <p:nvSpPr>
              <p:cNvPr id="1053392" name=""/>
              <p:cNvSpPr/>
              <p:nvPr/>
            </p:nvSpPr>
            <p:spPr>
              <a:xfrm>
                <a:off x="4612939" y="5387619"/>
                <a:ext cx="145477" cy="4354"/>
              </a:xfrm>
            </p:spPr>
          </p:sp>
        </mc:Fallback>
      </mc:AlternateContent>
      <mc:AlternateContent xmlns:mc="http://schemas.openxmlformats.org/markup-compatibility/2006" xmlns:p14="http://schemas.microsoft.com/office/powerpoint/2010/main">
        <mc:Choice Requires="p14">
          <p:contentPart p14:bwMode="auto" r:id="rId176">
            <p14:nvContentPartPr>
              <p14:cNvPr id="1053393" name="墨迹 1053392"/>
              <p14:cNvContentPartPr/>
              <p14:nvPr/>
            </p14:nvContentPartPr>
            <p14:xfrm>
              <a:off x="6396889" y="4932350"/>
              <a:ext cx="168450" cy="0"/>
            </p14:xfrm>
          </p:contentPart>
        </mc:Choice>
        <mc:Fallback xmlns="">
          <p:sp>
            <p:nvSpPr>
              <p:cNvPr id="1053393" name=""/>
              <p:cNvSpPr/>
              <p:nvPr/>
            </p:nvSpPr>
            <p:spPr>
              <a:xfrm>
                <a:off x="6396889" y="4932350"/>
                <a:ext cx="168450" cy="0"/>
              </a:xfrm>
            </p:spPr>
          </p:sp>
        </mc:Fallback>
      </mc:AlternateContent>
      <mc:AlternateContent xmlns:mc="http://schemas.openxmlformats.org/markup-compatibility/2006" xmlns:p14="http://schemas.microsoft.com/office/powerpoint/2010/main">
        <mc:Choice Requires="p14">
          <p:contentPart p14:bwMode="auto" r:id="rId177">
            <p14:nvContentPartPr>
              <p14:cNvPr id="1053394" name="墨迹 1053393"/>
              <p14:cNvContentPartPr/>
              <p14:nvPr/>
            </p14:nvContentPartPr>
            <p14:xfrm>
              <a:off x="6650036" y="5142273"/>
              <a:ext cx="155210" cy="6862"/>
            </p14:xfrm>
          </p:contentPart>
        </mc:Choice>
        <mc:Fallback xmlns="">
          <p:sp>
            <p:nvSpPr>
              <p:cNvPr id="1053394" name=""/>
              <p:cNvSpPr/>
              <p:nvPr/>
            </p:nvSpPr>
            <p:spPr>
              <a:xfrm>
                <a:off x="6650036" y="5142273"/>
                <a:ext cx="155210" cy="6862"/>
              </a:xfrm>
            </p:spPr>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41" name="Rectangle 136"/>
          <p:cNvSpPr>
            <a:spLocks noChangeArrowheads="1"/>
          </p:cNvSpPr>
          <p:nvPr/>
        </p:nvSpPr>
        <p:spPr bwMode="auto">
          <a:xfrm>
            <a:off x="1517650" y="3898900"/>
            <a:ext cx="9144000" cy="2895600"/>
          </a:xfrm>
          <a:prstGeom prst="rect">
            <a:avLst/>
          </a:prstGeom>
          <a:no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239" name="Group 3"/>
          <p:cNvGrpSpPr/>
          <p:nvPr/>
        </p:nvGrpSpPr>
        <p:grpSpPr bwMode="auto">
          <a:xfrm>
            <a:off x="2133600" y="4114800"/>
            <a:ext cx="5791200" cy="2362200"/>
            <a:chOff x="1584" y="2448"/>
            <a:chExt cx="3648" cy="1488"/>
          </a:xfrm>
        </p:grpSpPr>
        <p:grpSp>
          <p:nvGrpSpPr>
            <p:cNvPr id="240" name="Group 4"/>
            <p:cNvGrpSpPr/>
            <p:nvPr/>
          </p:nvGrpSpPr>
          <p:grpSpPr bwMode="auto">
            <a:xfrm>
              <a:off x="1584" y="2448"/>
              <a:ext cx="720" cy="672"/>
              <a:chOff x="576" y="2880"/>
              <a:chExt cx="720" cy="672"/>
            </a:xfrm>
          </p:grpSpPr>
          <p:grpSp>
            <p:nvGrpSpPr>
              <p:cNvPr id="241" name="Group 5"/>
              <p:cNvGrpSpPr/>
              <p:nvPr/>
            </p:nvGrpSpPr>
            <p:grpSpPr bwMode="auto">
              <a:xfrm>
                <a:off x="576" y="2880"/>
                <a:ext cx="720" cy="672"/>
                <a:chOff x="576" y="2880"/>
                <a:chExt cx="720" cy="672"/>
              </a:xfrm>
            </p:grpSpPr>
            <p:sp>
              <p:nvSpPr>
                <p:cNvPr id="1049642" name="Line 6"/>
                <p:cNvSpPr>
                  <a:spLocks noChangeShapeType="1"/>
                </p:cNvSpPr>
                <p:nvPr/>
              </p:nvSpPr>
              <p:spPr bwMode="auto">
                <a:xfrm>
                  <a:off x="672" y="3072"/>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49643" name="Line 7"/>
                <p:cNvSpPr>
                  <a:spLocks noChangeShapeType="1"/>
                </p:cNvSpPr>
                <p:nvPr/>
              </p:nvSpPr>
              <p:spPr bwMode="auto">
                <a:xfrm>
                  <a:off x="672" y="3360"/>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49644" name="Line 8"/>
                <p:cNvSpPr>
                  <a:spLocks noChangeShapeType="1"/>
                </p:cNvSpPr>
                <p:nvPr/>
              </p:nvSpPr>
              <p:spPr bwMode="auto">
                <a:xfrm>
                  <a:off x="576" y="3216"/>
                  <a:ext cx="720"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645" name="Line 9"/>
                <p:cNvSpPr>
                  <a:spLocks noChangeShapeType="1"/>
                </p:cNvSpPr>
                <p:nvPr/>
              </p:nvSpPr>
              <p:spPr bwMode="auto">
                <a:xfrm flipV="1">
                  <a:off x="912" y="2880"/>
                  <a:ext cx="0" cy="672"/>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646" name="Line 10"/>
                <p:cNvSpPr>
                  <a:spLocks noChangeShapeType="1"/>
                </p:cNvSpPr>
                <p:nvPr/>
              </p:nvSpPr>
              <p:spPr bwMode="auto">
                <a:xfrm>
                  <a:off x="768" y="2976"/>
                  <a:ext cx="0" cy="480"/>
                </a:xfrm>
                <a:prstGeom prst="line">
                  <a:avLst/>
                </a:prstGeom>
                <a:noFill/>
                <a:ln w="9525">
                  <a:solidFill>
                    <a:schemeClr val="tx1"/>
                  </a:solidFill>
                  <a:miter lim="800000"/>
                  <a:headEnd/>
                  <a:tailEnd/>
                </a:ln>
                <a:effectLst/>
              </p:spPr>
              <p:txBody>
                <a:bodyPr wrap="none"/>
                <a:lstStyle/>
                <a:p>
                  <a:endParaRPr lang="zh-CN" altLang="en-US"/>
                </a:p>
              </p:txBody>
            </p:sp>
            <p:sp>
              <p:nvSpPr>
                <p:cNvPr id="1049647" name="Line 11"/>
                <p:cNvSpPr>
                  <a:spLocks noChangeShapeType="1"/>
                </p:cNvSpPr>
                <p:nvPr/>
              </p:nvSpPr>
              <p:spPr bwMode="auto">
                <a:xfrm>
                  <a:off x="1056" y="2976"/>
                  <a:ext cx="0" cy="480"/>
                </a:xfrm>
                <a:prstGeom prst="line">
                  <a:avLst/>
                </a:prstGeom>
                <a:noFill/>
                <a:ln w="9525">
                  <a:solidFill>
                    <a:schemeClr val="tx1"/>
                  </a:solidFill>
                  <a:miter lim="800000"/>
                  <a:headEnd/>
                  <a:tailEnd/>
                </a:ln>
                <a:effectLst/>
              </p:spPr>
              <p:txBody>
                <a:bodyPr wrap="none"/>
                <a:lstStyle/>
                <a:p>
                  <a:endParaRPr lang="zh-CN" altLang="en-US"/>
                </a:p>
              </p:txBody>
            </p:sp>
          </p:grpSp>
          <p:grpSp>
            <p:nvGrpSpPr>
              <p:cNvPr id="242" name="Group 12"/>
              <p:cNvGrpSpPr/>
              <p:nvPr/>
            </p:nvGrpSpPr>
            <p:grpSpPr bwMode="auto">
              <a:xfrm>
                <a:off x="743" y="3049"/>
                <a:ext cx="336" cy="336"/>
                <a:chOff x="720" y="3072"/>
                <a:chExt cx="336" cy="336"/>
              </a:xfrm>
            </p:grpSpPr>
            <p:sp>
              <p:nvSpPr>
                <p:cNvPr id="1049648" name="Oval 13"/>
                <p:cNvSpPr>
                  <a:spLocks noChangeArrowheads="1"/>
                </p:cNvSpPr>
                <p:nvPr/>
              </p:nvSpPr>
              <p:spPr bwMode="auto">
                <a:xfrm>
                  <a:off x="720" y="336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49" name="Oval 14"/>
                <p:cNvSpPr>
                  <a:spLocks noChangeArrowheads="1"/>
                </p:cNvSpPr>
                <p:nvPr/>
              </p:nvSpPr>
              <p:spPr bwMode="auto">
                <a:xfrm>
                  <a:off x="864" y="336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50" name="Oval 15"/>
                <p:cNvSpPr>
                  <a:spLocks noChangeArrowheads="1"/>
                </p:cNvSpPr>
                <p:nvPr/>
              </p:nvSpPr>
              <p:spPr bwMode="auto">
                <a:xfrm>
                  <a:off x="1008" y="336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51" name="Oval 16"/>
                <p:cNvSpPr>
                  <a:spLocks noChangeArrowheads="1"/>
                </p:cNvSpPr>
                <p:nvPr/>
              </p:nvSpPr>
              <p:spPr bwMode="auto">
                <a:xfrm>
                  <a:off x="864" y="321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52" name="Oval 17"/>
                <p:cNvSpPr>
                  <a:spLocks noChangeArrowheads="1"/>
                </p:cNvSpPr>
                <p:nvPr/>
              </p:nvSpPr>
              <p:spPr bwMode="auto">
                <a:xfrm>
                  <a:off x="720" y="307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53" name="Oval 18"/>
                <p:cNvSpPr>
                  <a:spLocks noChangeArrowheads="1"/>
                </p:cNvSpPr>
                <p:nvPr/>
              </p:nvSpPr>
              <p:spPr bwMode="auto">
                <a:xfrm>
                  <a:off x="864" y="307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54" name="Oval 19"/>
                <p:cNvSpPr>
                  <a:spLocks noChangeArrowheads="1"/>
                </p:cNvSpPr>
                <p:nvPr/>
              </p:nvSpPr>
              <p:spPr bwMode="auto">
                <a:xfrm>
                  <a:off x="1008" y="307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243" name="Group 20"/>
            <p:cNvGrpSpPr/>
            <p:nvPr/>
          </p:nvGrpSpPr>
          <p:grpSpPr bwMode="auto">
            <a:xfrm>
              <a:off x="2544" y="2448"/>
              <a:ext cx="720" cy="672"/>
              <a:chOff x="1728" y="2832"/>
              <a:chExt cx="720" cy="672"/>
            </a:xfrm>
          </p:grpSpPr>
          <p:grpSp>
            <p:nvGrpSpPr>
              <p:cNvPr id="244" name="Group 21"/>
              <p:cNvGrpSpPr/>
              <p:nvPr/>
            </p:nvGrpSpPr>
            <p:grpSpPr bwMode="auto">
              <a:xfrm>
                <a:off x="1728" y="2832"/>
                <a:ext cx="720" cy="672"/>
                <a:chOff x="576" y="2880"/>
                <a:chExt cx="720" cy="672"/>
              </a:xfrm>
            </p:grpSpPr>
            <p:sp>
              <p:nvSpPr>
                <p:cNvPr id="1049655" name="Line 22"/>
                <p:cNvSpPr>
                  <a:spLocks noChangeShapeType="1"/>
                </p:cNvSpPr>
                <p:nvPr/>
              </p:nvSpPr>
              <p:spPr bwMode="auto">
                <a:xfrm>
                  <a:off x="672" y="3072"/>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49656" name="Line 23"/>
                <p:cNvSpPr>
                  <a:spLocks noChangeShapeType="1"/>
                </p:cNvSpPr>
                <p:nvPr/>
              </p:nvSpPr>
              <p:spPr bwMode="auto">
                <a:xfrm>
                  <a:off x="672" y="3360"/>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49657" name="Line 24"/>
                <p:cNvSpPr>
                  <a:spLocks noChangeShapeType="1"/>
                </p:cNvSpPr>
                <p:nvPr/>
              </p:nvSpPr>
              <p:spPr bwMode="auto">
                <a:xfrm>
                  <a:off x="576" y="3216"/>
                  <a:ext cx="720"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658" name="Line 25"/>
                <p:cNvSpPr>
                  <a:spLocks noChangeShapeType="1"/>
                </p:cNvSpPr>
                <p:nvPr/>
              </p:nvSpPr>
              <p:spPr bwMode="auto">
                <a:xfrm flipV="1">
                  <a:off x="912" y="2880"/>
                  <a:ext cx="0" cy="672"/>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659" name="Line 26"/>
                <p:cNvSpPr>
                  <a:spLocks noChangeShapeType="1"/>
                </p:cNvSpPr>
                <p:nvPr/>
              </p:nvSpPr>
              <p:spPr bwMode="auto">
                <a:xfrm>
                  <a:off x="768" y="2976"/>
                  <a:ext cx="0" cy="480"/>
                </a:xfrm>
                <a:prstGeom prst="line">
                  <a:avLst/>
                </a:prstGeom>
                <a:noFill/>
                <a:ln w="9525">
                  <a:solidFill>
                    <a:schemeClr val="tx1"/>
                  </a:solidFill>
                  <a:miter lim="800000"/>
                  <a:headEnd/>
                  <a:tailEnd/>
                </a:ln>
                <a:effectLst/>
              </p:spPr>
              <p:txBody>
                <a:bodyPr wrap="none"/>
                <a:lstStyle/>
                <a:p>
                  <a:endParaRPr lang="zh-CN" altLang="en-US"/>
                </a:p>
              </p:txBody>
            </p:sp>
            <p:sp>
              <p:nvSpPr>
                <p:cNvPr id="1049660" name="Line 27"/>
                <p:cNvSpPr>
                  <a:spLocks noChangeShapeType="1"/>
                </p:cNvSpPr>
                <p:nvPr/>
              </p:nvSpPr>
              <p:spPr bwMode="auto">
                <a:xfrm>
                  <a:off x="1056" y="2976"/>
                  <a:ext cx="0" cy="480"/>
                </a:xfrm>
                <a:prstGeom prst="line">
                  <a:avLst/>
                </a:prstGeom>
                <a:noFill/>
                <a:ln w="9525">
                  <a:solidFill>
                    <a:schemeClr val="tx1"/>
                  </a:solidFill>
                  <a:miter lim="800000"/>
                  <a:headEnd/>
                  <a:tailEnd/>
                </a:ln>
                <a:effectLst/>
              </p:spPr>
              <p:txBody>
                <a:bodyPr wrap="none"/>
                <a:lstStyle/>
                <a:p>
                  <a:endParaRPr lang="zh-CN" altLang="en-US"/>
                </a:p>
              </p:txBody>
            </p:sp>
          </p:grpSp>
          <p:grpSp>
            <p:nvGrpSpPr>
              <p:cNvPr id="245" name="Group 28"/>
              <p:cNvGrpSpPr/>
              <p:nvPr/>
            </p:nvGrpSpPr>
            <p:grpSpPr bwMode="auto">
              <a:xfrm>
                <a:off x="1895" y="2999"/>
                <a:ext cx="336" cy="336"/>
                <a:chOff x="1872" y="2976"/>
                <a:chExt cx="336" cy="336"/>
              </a:xfrm>
            </p:grpSpPr>
            <p:sp>
              <p:nvSpPr>
                <p:cNvPr id="1049661" name="Oval 29"/>
                <p:cNvSpPr>
                  <a:spLocks noChangeArrowheads="1"/>
                </p:cNvSpPr>
                <p:nvPr/>
              </p:nvSpPr>
              <p:spPr bwMode="auto">
                <a:xfrm>
                  <a:off x="1872" y="326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62" name="Oval 30"/>
                <p:cNvSpPr>
                  <a:spLocks noChangeArrowheads="1"/>
                </p:cNvSpPr>
                <p:nvPr/>
              </p:nvSpPr>
              <p:spPr bwMode="auto">
                <a:xfrm>
                  <a:off x="2016" y="326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63" name="Oval 31"/>
                <p:cNvSpPr>
                  <a:spLocks noChangeArrowheads="1"/>
                </p:cNvSpPr>
                <p:nvPr/>
              </p:nvSpPr>
              <p:spPr bwMode="auto">
                <a:xfrm>
                  <a:off x="1872" y="312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64" name="Oval 32"/>
                <p:cNvSpPr>
                  <a:spLocks noChangeArrowheads="1"/>
                </p:cNvSpPr>
                <p:nvPr/>
              </p:nvSpPr>
              <p:spPr bwMode="auto">
                <a:xfrm>
                  <a:off x="2016" y="312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65" name="Oval 33"/>
                <p:cNvSpPr>
                  <a:spLocks noChangeArrowheads="1"/>
                </p:cNvSpPr>
                <p:nvPr/>
              </p:nvSpPr>
              <p:spPr bwMode="auto">
                <a:xfrm>
                  <a:off x="2160" y="312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66" name="Oval 34"/>
                <p:cNvSpPr>
                  <a:spLocks noChangeArrowheads="1"/>
                </p:cNvSpPr>
                <p:nvPr/>
              </p:nvSpPr>
              <p:spPr bwMode="auto">
                <a:xfrm>
                  <a:off x="2016" y="297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67" name="Oval 35"/>
                <p:cNvSpPr>
                  <a:spLocks noChangeArrowheads="1"/>
                </p:cNvSpPr>
                <p:nvPr/>
              </p:nvSpPr>
              <p:spPr bwMode="auto">
                <a:xfrm>
                  <a:off x="2160" y="297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246" name="Group 36"/>
            <p:cNvGrpSpPr/>
            <p:nvPr/>
          </p:nvGrpSpPr>
          <p:grpSpPr bwMode="auto">
            <a:xfrm>
              <a:off x="3504" y="2448"/>
              <a:ext cx="720" cy="672"/>
              <a:chOff x="2832" y="2784"/>
              <a:chExt cx="720" cy="672"/>
            </a:xfrm>
          </p:grpSpPr>
          <p:grpSp>
            <p:nvGrpSpPr>
              <p:cNvPr id="247" name="Group 37"/>
              <p:cNvGrpSpPr/>
              <p:nvPr/>
            </p:nvGrpSpPr>
            <p:grpSpPr bwMode="auto">
              <a:xfrm>
                <a:off x="2832" y="2784"/>
                <a:ext cx="720" cy="672"/>
                <a:chOff x="576" y="2880"/>
                <a:chExt cx="720" cy="672"/>
              </a:xfrm>
            </p:grpSpPr>
            <p:sp>
              <p:nvSpPr>
                <p:cNvPr id="1049668" name="Line 38"/>
                <p:cNvSpPr>
                  <a:spLocks noChangeShapeType="1"/>
                </p:cNvSpPr>
                <p:nvPr/>
              </p:nvSpPr>
              <p:spPr bwMode="auto">
                <a:xfrm>
                  <a:off x="672" y="3072"/>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49669" name="Line 39"/>
                <p:cNvSpPr>
                  <a:spLocks noChangeShapeType="1"/>
                </p:cNvSpPr>
                <p:nvPr/>
              </p:nvSpPr>
              <p:spPr bwMode="auto">
                <a:xfrm>
                  <a:off x="672" y="3360"/>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49670" name="Line 40"/>
                <p:cNvSpPr>
                  <a:spLocks noChangeShapeType="1"/>
                </p:cNvSpPr>
                <p:nvPr/>
              </p:nvSpPr>
              <p:spPr bwMode="auto">
                <a:xfrm>
                  <a:off x="576" y="3216"/>
                  <a:ext cx="720"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671" name="Line 41"/>
                <p:cNvSpPr>
                  <a:spLocks noChangeShapeType="1"/>
                </p:cNvSpPr>
                <p:nvPr/>
              </p:nvSpPr>
              <p:spPr bwMode="auto">
                <a:xfrm flipV="1">
                  <a:off x="912" y="2880"/>
                  <a:ext cx="0" cy="672"/>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672" name="Line 42"/>
                <p:cNvSpPr>
                  <a:spLocks noChangeShapeType="1"/>
                </p:cNvSpPr>
                <p:nvPr/>
              </p:nvSpPr>
              <p:spPr bwMode="auto">
                <a:xfrm>
                  <a:off x="768" y="2976"/>
                  <a:ext cx="0" cy="480"/>
                </a:xfrm>
                <a:prstGeom prst="line">
                  <a:avLst/>
                </a:prstGeom>
                <a:noFill/>
                <a:ln w="9525">
                  <a:solidFill>
                    <a:schemeClr val="tx1"/>
                  </a:solidFill>
                  <a:miter lim="800000"/>
                  <a:headEnd/>
                  <a:tailEnd/>
                </a:ln>
                <a:effectLst/>
              </p:spPr>
              <p:txBody>
                <a:bodyPr wrap="none"/>
                <a:lstStyle/>
                <a:p>
                  <a:endParaRPr lang="zh-CN" altLang="en-US"/>
                </a:p>
              </p:txBody>
            </p:sp>
            <p:sp>
              <p:nvSpPr>
                <p:cNvPr id="1049673" name="Line 43"/>
                <p:cNvSpPr>
                  <a:spLocks noChangeShapeType="1"/>
                </p:cNvSpPr>
                <p:nvPr/>
              </p:nvSpPr>
              <p:spPr bwMode="auto">
                <a:xfrm>
                  <a:off x="1056" y="2976"/>
                  <a:ext cx="0" cy="480"/>
                </a:xfrm>
                <a:prstGeom prst="line">
                  <a:avLst/>
                </a:prstGeom>
                <a:noFill/>
                <a:ln w="9525">
                  <a:solidFill>
                    <a:schemeClr val="tx1"/>
                  </a:solidFill>
                  <a:miter lim="800000"/>
                  <a:headEnd/>
                  <a:tailEnd/>
                </a:ln>
                <a:effectLst/>
              </p:spPr>
              <p:txBody>
                <a:bodyPr wrap="none"/>
                <a:lstStyle/>
                <a:p>
                  <a:endParaRPr lang="zh-CN" altLang="en-US"/>
                </a:p>
              </p:txBody>
            </p:sp>
          </p:grpSp>
          <p:grpSp>
            <p:nvGrpSpPr>
              <p:cNvPr id="248" name="Group 44"/>
              <p:cNvGrpSpPr/>
              <p:nvPr/>
            </p:nvGrpSpPr>
            <p:grpSpPr bwMode="auto">
              <a:xfrm>
                <a:off x="3001" y="2951"/>
                <a:ext cx="336" cy="336"/>
                <a:chOff x="3024" y="2928"/>
                <a:chExt cx="336" cy="336"/>
              </a:xfrm>
            </p:grpSpPr>
            <p:sp>
              <p:nvSpPr>
                <p:cNvPr id="1049674" name="Oval 45"/>
                <p:cNvSpPr>
                  <a:spLocks noChangeArrowheads="1"/>
                </p:cNvSpPr>
                <p:nvPr/>
              </p:nvSpPr>
              <p:spPr bwMode="auto">
                <a:xfrm>
                  <a:off x="3024" y="321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75" name="Oval 46"/>
                <p:cNvSpPr>
                  <a:spLocks noChangeArrowheads="1"/>
                </p:cNvSpPr>
                <p:nvPr/>
              </p:nvSpPr>
              <p:spPr bwMode="auto">
                <a:xfrm>
                  <a:off x="3024" y="292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76" name="Oval 47"/>
                <p:cNvSpPr>
                  <a:spLocks noChangeArrowheads="1"/>
                </p:cNvSpPr>
                <p:nvPr/>
              </p:nvSpPr>
              <p:spPr bwMode="auto">
                <a:xfrm>
                  <a:off x="3024" y="307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77" name="Oval 48"/>
                <p:cNvSpPr>
                  <a:spLocks noChangeArrowheads="1"/>
                </p:cNvSpPr>
                <p:nvPr/>
              </p:nvSpPr>
              <p:spPr bwMode="auto">
                <a:xfrm>
                  <a:off x="3168" y="307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78" name="Oval 49"/>
                <p:cNvSpPr>
                  <a:spLocks noChangeArrowheads="1"/>
                </p:cNvSpPr>
                <p:nvPr/>
              </p:nvSpPr>
              <p:spPr bwMode="auto">
                <a:xfrm>
                  <a:off x="3312" y="307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79" name="Oval 50"/>
                <p:cNvSpPr>
                  <a:spLocks noChangeArrowheads="1"/>
                </p:cNvSpPr>
                <p:nvPr/>
              </p:nvSpPr>
              <p:spPr bwMode="auto">
                <a:xfrm>
                  <a:off x="3312" y="321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80" name="Oval 51"/>
                <p:cNvSpPr>
                  <a:spLocks noChangeArrowheads="1"/>
                </p:cNvSpPr>
                <p:nvPr/>
              </p:nvSpPr>
              <p:spPr bwMode="auto">
                <a:xfrm>
                  <a:off x="3312" y="29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249" name="Group 52"/>
            <p:cNvGrpSpPr/>
            <p:nvPr/>
          </p:nvGrpSpPr>
          <p:grpSpPr bwMode="auto">
            <a:xfrm>
              <a:off x="4512" y="2448"/>
              <a:ext cx="720" cy="672"/>
              <a:chOff x="528" y="3408"/>
              <a:chExt cx="720" cy="672"/>
            </a:xfrm>
          </p:grpSpPr>
          <p:grpSp>
            <p:nvGrpSpPr>
              <p:cNvPr id="250" name="Group 53"/>
              <p:cNvGrpSpPr/>
              <p:nvPr/>
            </p:nvGrpSpPr>
            <p:grpSpPr bwMode="auto">
              <a:xfrm>
                <a:off x="528" y="3408"/>
                <a:ext cx="720" cy="672"/>
                <a:chOff x="576" y="2880"/>
                <a:chExt cx="720" cy="672"/>
              </a:xfrm>
            </p:grpSpPr>
            <p:sp>
              <p:nvSpPr>
                <p:cNvPr id="1049681" name="Line 54"/>
                <p:cNvSpPr>
                  <a:spLocks noChangeShapeType="1"/>
                </p:cNvSpPr>
                <p:nvPr/>
              </p:nvSpPr>
              <p:spPr bwMode="auto">
                <a:xfrm>
                  <a:off x="672" y="3072"/>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49682" name="Line 55"/>
                <p:cNvSpPr>
                  <a:spLocks noChangeShapeType="1"/>
                </p:cNvSpPr>
                <p:nvPr/>
              </p:nvSpPr>
              <p:spPr bwMode="auto">
                <a:xfrm>
                  <a:off x="672" y="3360"/>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49683" name="Line 56"/>
                <p:cNvSpPr>
                  <a:spLocks noChangeShapeType="1"/>
                </p:cNvSpPr>
                <p:nvPr/>
              </p:nvSpPr>
              <p:spPr bwMode="auto">
                <a:xfrm>
                  <a:off x="576" y="3216"/>
                  <a:ext cx="720"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684" name="Line 57"/>
                <p:cNvSpPr>
                  <a:spLocks noChangeShapeType="1"/>
                </p:cNvSpPr>
                <p:nvPr/>
              </p:nvSpPr>
              <p:spPr bwMode="auto">
                <a:xfrm flipV="1">
                  <a:off x="912" y="2880"/>
                  <a:ext cx="0" cy="672"/>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685" name="Line 58"/>
                <p:cNvSpPr>
                  <a:spLocks noChangeShapeType="1"/>
                </p:cNvSpPr>
                <p:nvPr/>
              </p:nvSpPr>
              <p:spPr bwMode="auto">
                <a:xfrm>
                  <a:off x="768" y="2976"/>
                  <a:ext cx="0" cy="480"/>
                </a:xfrm>
                <a:prstGeom prst="line">
                  <a:avLst/>
                </a:prstGeom>
                <a:noFill/>
                <a:ln w="9525">
                  <a:solidFill>
                    <a:schemeClr val="tx1"/>
                  </a:solidFill>
                  <a:miter lim="800000"/>
                  <a:headEnd/>
                  <a:tailEnd/>
                </a:ln>
                <a:effectLst/>
              </p:spPr>
              <p:txBody>
                <a:bodyPr wrap="none"/>
                <a:lstStyle/>
                <a:p>
                  <a:endParaRPr lang="zh-CN" altLang="en-US"/>
                </a:p>
              </p:txBody>
            </p:sp>
            <p:sp>
              <p:nvSpPr>
                <p:cNvPr id="1049686" name="Line 59"/>
                <p:cNvSpPr>
                  <a:spLocks noChangeShapeType="1"/>
                </p:cNvSpPr>
                <p:nvPr/>
              </p:nvSpPr>
              <p:spPr bwMode="auto">
                <a:xfrm>
                  <a:off x="1056" y="2976"/>
                  <a:ext cx="0" cy="480"/>
                </a:xfrm>
                <a:prstGeom prst="line">
                  <a:avLst/>
                </a:prstGeom>
                <a:noFill/>
                <a:ln w="9525">
                  <a:solidFill>
                    <a:schemeClr val="tx1"/>
                  </a:solidFill>
                  <a:miter lim="800000"/>
                  <a:headEnd/>
                  <a:tailEnd/>
                </a:ln>
                <a:effectLst/>
              </p:spPr>
              <p:txBody>
                <a:bodyPr wrap="none"/>
                <a:lstStyle/>
                <a:p>
                  <a:endParaRPr lang="zh-CN" altLang="en-US"/>
                </a:p>
              </p:txBody>
            </p:sp>
          </p:grpSp>
          <p:grpSp>
            <p:nvGrpSpPr>
              <p:cNvPr id="251" name="Group 60"/>
              <p:cNvGrpSpPr/>
              <p:nvPr/>
            </p:nvGrpSpPr>
            <p:grpSpPr bwMode="auto">
              <a:xfrm>
                <a:off x="698" y="3575"/>
                <a:ext cx="336" cy="336"/>
                <a:chOff x="720" y="3552"/>
                <a:chExt cx="336" cy="336"/>
              </a:xfrm>
            </p:grpSpPr>
            <p:sp>
              <p:nvSpPr>
                <p:cNvPr id="1049687" name="Oval 61"/>
                <p:cNvSpPr>
                  <a:spLocks noChangeArrowheads="1"/>
                </p:cNvSpPr>
                <p:nvPr/>
              </p:nvSpPr>
              <p:spPr bwMode="auto">
                <a:xfrm>
                  <a:off x="864" y="355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88" name="Oval 62"/>
                <p:cNvSpPr>
                  <a:spLocks noChangeArrowheads="1"/>
                </p:cNvSpPr>
                <p:nvPr/>
              </p:nvSpPr>
              <p:spPr bwMode="auto">
                <a:xfrm>
                  <a:off x="720" y="355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89" name="Oval 63"/>
                <p:cNvSpPr>
                  <a:spLocks noChangeArrowheads="1"/>
                </p:cNvSpPr>
                <p:nvPr/>
              </p:nvSpPr>
              <p:spPr bwMode="auto">
                <a:xfrm>
                  <a:off x="720" y="369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90" name="Oval 64"/>
                <p:cNvSpPr>
                  <a:spLocks noChangeArrowheads="1"/>
                </p:cNvSpPr>
                <p:nvPr/>
              </p:nvSpPr>
              <p:spPr bwMode="auto">
                <a:xfrm>
                  <a:off x="864" y="369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91" name="Oval 65"/>
                <p:cNvSpPr>
                  <a:spLocks noChangeArrowheads="1"/>
                </p:cNvSpPr>
                <p:nvPr/>
              </p:nvSpPr>
              <p:spPr bwMode="auto">
                <a:xfrm>
                  <a:off x="1008" y="369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92" name="Oval 66"/>
                <p:cNvSpPr>
                  <a:spLocks noChangeArrowheads="1"/>
                </p:cNvSpPr>
                <p:nvPr/>
              </p:nvSpPr>
              <p:spPr bwMode="auto">
                <a:xfrm>
                  <a:off x="1008" y="384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693" name="Oval 67"/>
                <p:cNvSpPr>
                  <a:spLocks noChangeArrowheads="1"/>
                </p:cNvSpPr>
                <p:nvPr/>
              </p:nvSpPr>
              <p:spPr bwMode="auto">
                <a:xfrm>
                  <a:off x="864" y="384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252" name="Group 68"/>
            <p:cNvGrpSpPr/>
            <p:nvPr/>
          </p:nvGrpSpPr>
          <p:grpSpPr bwMode="auto">
            <a:xfrm>
              <a:off x="1584" y="3264"/>
              <a:ext cx="720" cy="672"/>
              <a:chOff x="1776" y="3408"/>
              <a:chExt cx="720" cy="672"/>
            </a:xfrm>
          </p:grpSpPr>
          <p:grpSp>
            <p:nvGrpSpPr>
              <p:cNvPr id="253" name="Group 69"/>
              <p:cNvGrpSpPr/>
              <p:nvPr/>
            </p:nvGrpSpPr>
            <p:grpSpPr bwMode="auto">
              <a:xfrm>
                <a:off x="1776" y="3408"/>
                <a:ext cx="720" cy="672"/>
                <a:chOff x="576" y="2880"/>
                <a:chExt cx="720" cy="672"/>
              </a:xfrm>
            </p:grpSpPr>
            <p:sp>
              <p:nvSpPr>
                <p:cNvPr id="1049694" name="Line 70"/>
                <p:cNvSpPr>
                  <a:spLocks noChangeShapeType="1"/>
                </p:cNvSpPr>
                <p:nvPr/>
              </p:nvSpPr>
              <p:spPr bwMode="auto">
                <a:xfrm>
                  <a:off x="672" y="3072"/>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49695" name="Line 71"/>
                <p:cNvSpPr>
                  <a:spLocks noChangeShapeType="1"/>
                </p:cNvSpPr>
                <p:nvPr/>
              </p:nvSpPr>
              <p:spPr bwMode="auto">
                <a:xfrm>
                  <a:off x="672" y="3360"/>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49696" name="Line 72"/>
                <p:cNvSpPr>
                  <a:spLocks noChangeShapeType="1"/>
                </p:cNvSpPr>
                <p:nvPr/>
              </p:nvSpPr>
              <p:spPr bwMode="auto">
                <a:xfrm>
                  <a:off x="576" y="3216"/>
                  <a:ext cx="720"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697" name="Line 73"/>
                <p:cNvSpPr>
                  <a:spLocks noChangeShapeType="1"/>
                </p:cNvSpPr>
                <p:nvPr/>
              </p:nvSpPr>
              <p:spPr bwMode="auto">
                <a:xfrm flipV="1">
                  <a:off x="912" y="2880"/>
                  <a:ext cx="0" cy="672"/>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698" name="Line 74"/>
                <p:cNvSpPr>
                  <a:spLocks noChangeShapeType="1"/>
                </p:cNvSpPr>
                <p:nvPr/>
              </p:nvSpPr>
              <p:spPr bwMode="auto">
                <a:xfrm>
                  <a:off x="768" y="2976"/>
                  <a:ext cx="0" cy="480"/>
                </a:xfrm>
                <a:prstGeom prst="line">
                  <a:avLst/>
                </a:prstGeom>
                <a:noFill/>
                <a:ln w="9525">
                  <a:solidFill>
                    <a:schemeClr val="tx1"/>
                  </a:solidFill>
                  <a:miter lim="800000"/>
                  <a:headEnd/>
                  <a:tailEnd/>
                </a:ln>
                <a:effectLst/>
              </p:spPr>
              <p:txBody>
                <a:bodyPr wrap="none"/>
                <a:lstStyle/>
                <a:p>
                  <a:endParaRPr lang="zh-CN" altLang="en-US"/>
                </a:p>
              </p:txBody>
            </p:sp>
            <p:sp>
              <p:nvSpPr>
                <p:cNvPr id="1049699" name="Line 75"/>
                <p:cNvSpPr>
                  <a:spLocks noChangeShapeType="1"/>
                </p:cNvSpPr>
                <p:nvPr/>
              </p:nvSpPr>
              <p:spPr bwMode="auto">
                <a:xfrm>
                  <a:off x="1056" y="2976"/>
                  <a:ext cx="0" cy="480"/>
                </a:xfrm>
                <a:prstGeom prst="line">
                  <a:avLst/>
                </a:prstGeom>
                <a:noFill/>
                <a:ln w="9525">
                  <a:solidFill>
                    <a:schemeClr val="tx1"/>
                  </a:solidFill>
                  <a:miter lim="800000"/>
                  <a:headEnd/>
                  <a:tailEnd/>
                </a:ln>
                <a:effectLst/>
              </p:spPr>
              <p:txBody>
                <a:bodyPr wrap="none"/>
                <a:lstStyle/>
                <a:p>
                  <a:endParaRPr lang="zh-CN" altLang="en-US"/>
                </a:p>
              </p:txBody>
            </p:sp>
          </p:grpSp>
          <p:grpSp>
            <p:nvGrpSpPr>
              <p:cNvPr id="254" name="Group 76"/>
              <p:cNvGrpSpPr/>
              <p:nvPr/>
            </p:nvGrpSpPr>
            <p:grpSpPr bwMode="auto">
              <a:xfrm>
                <a:off x="1942" y="3577"/>
                <a:ext cx="336" cy="336"/>
                <a:chOff x="1920" y="3600"/>
                <a:chExt cx="336" cy="336"/>
              </a:xfrm>
            </p:grpSpPr>
            <p:sp>
              <p:nvSpPr>
                <p:cNvPr id="1049700" name="Oval 77"/>
                <p:cNvSpPr>
                  <a:spLocks noChangeArrowheads="1"/>
                </p:cNvSpPr>
                <p:nvPr/>
              </p:nvSpPr>
              <p:spPr bwMode="auto">
                <a:xfrm>
                  <a:off x="2064" y="360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01" name="Oval 78"/>
                <p:cNvSpPr>
                  <a:spLocks noChangeArrowheads="1"/>
                </p:cNvSpPr>
                <p:nvPr/>
              </p:nvSpPr>
              <p:spPr bwMode="auto">
                <a:xfrm>
                  <a:off x="1920" y="360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02" name="Oval 79"/>
                <p:cNvSpPr>
                  <a:spLocks noChangeArrowheads="1"/>
                </p:cNvSpPr>
                <p:nvPr/>
              </p:nvSpPr>
              <p:spPr bwMode="auto">
                <a:xfrm>
                  <a:off x="2208" y="360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03" name="Oval 80"/>
                <p:cNvSpPr>
                  <a:spLocks noChangeArrowheads="1"/>
                </p:cNvSpPr>
                <p:nvPr/>
              </p:nvSpPr>
              <p:spPr bwMode="auto">
                <a:xfrm>
                  <a:off x="2064" y="374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04" name="Oval 81"/>
                <p:cNvSpPr>
                  <a:spLocks noChangeArrowheads="1"/>
                </p:cNvSpPr>
                <p:nvPr/>
              </p:nvSpPr>
              <p:spPr bwMode="auto">
                <a:xfrm>
                  <a:off x="1920" y="388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05" name="Oval 82"/>
                <p:cNvSpPr>
                  <a:spLocks noChangeArrowheads="1"/>
                </p:cNvSpPr>
                <p:nvPr/>
              </p:nvSpPr>
              <p:spPr bwMode="auto">
                <a:xfrm>
                  <a:off x="2208" y="388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06" name="Oval 83"/>
                <p:cNvSpPr>
                  <a:spLocks noChangeArrowheads="1"/>
                </p:cNvSpPr>
                <p:nvPr/>
              </p:nvSpPr>
              <p:spPr bwMode="auto">
                <a:xfrm>
                  <a:off x="2064" y="388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255" name="Group 84"/>
            <p:cNvGrpSpPr/>
            <p:nvPr/>
          </p:nvGrpSpPr>
          <p:grpSpPr bwMode="auto">
            <a:xfrm>
              <a:off x="2544" y="3264"/>
              <a:ext cx="720" cy="672"/>
              <a:chOff x="2928" y="3408"/>
              <a:chExt cx="720" cy="672"/>
            </a:xfrm>
          </p:grpSpPr>
          <p:grpSp>
            <p:nvGrpSpPr>
              <p:cNvPr id="256" name="Group 85"/>
              <p:cNvGrpSpPr/>
              <p:nvPr/>
            </p:nvGrpSpPr>
            <p:grpSpPr bwMode="auto">
              <a:xfrm>
                <a:off x="2928" y="3408"/>
                <a:ext cx="720" cy="672"/>
                <a:chOff x="576" y="2880"/>
                <a:chExt cx="720" cy="672"/>
              </a:xfrm>
            </p:grpSpPr>
            <p:sp>
              <p:nvSpPr>
                <p:cNvPr id="1049707" name="Line 86"/>
                <p:cNvSpPr>
                  <a:spLocks noChangeShapeType="1"/>
                </p:cNvSpPr>
                <p:nvPr/>
              </p:nvSpPr>
              <p:spPr bwMode="auto">
                <a:xfrm>
                  <a:off x="672" y="3072"/>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49708" name="Line 87"/>
                <p:cNvSpPr>
                  <a:spLocks noChangeShapeType="1"/>
                </p:cNvSpPr>
                <p:nvPr/>
              </p:nvSpPr>
              <p:spPr bwMode="auto">
                <a:xfrm>
                  <a:off x="672" y="3360"/>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49709" name="Line 88"/>
                <p:cNvSpPr>
                  <a:spLocks noChangeShapeType="1"/>
                </p:cNvSpPr>
                <p:nvPr/>
              </p:nvSpPr>
              <p:spPr bwMode="auto">
                <a:xfrm>
                  <a:off x="576" y="3216"/>
                  <a:ext cx="720"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710" name="Line 89"/>
                <p:cNvSpPr>
                  <a:spLocks noChangeShapeType="1"/>
                </p:cNvSpPr>
                <p:nvPr/>
              </p:nvSpPr>
              <p:spPr bwMode="auto">
                <a:xfrm flipV="1">
                  <a:off x="912" y="2880"/>
                  <a:ext cx="0" cy="672"/>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711" name="Line 90"/>
                <p:cNvSpPr>
                  <a:spLocks noChangeShapeType="1"/>
                </p:cNvSpPr>
                <p:nvPr/>
              </p:nvSpPr>
              <p:spPr bwMode="auto">
                <a:xfrm>
                  <a:off x="768" y="2976"/>
                  <a:ext cx="0" cy="480"/>
                </a:xfrm>
                <a:prstGeom prst="line">
                  <a:avLst/>
                </a:prstGeom>
                <a:noFill/>
                <a:ln w="9525">
                  <a:solidFill>
                    <a:schemeClr val="tx1"/>
                  </a:solidFill>
                  <a:miter lim="800000"/>
                  <a:headEnd/>
                  <a:tailEnd/>
                </a:ln>
                <a:effectLst/>
              </p:spPr>
              <p:txBody>
                <a:bodyPr wrap="none"/>
                <a:lstStyle/>
                <a:p>
                  <a:endParaRPr lang="zh-CN" altLang="en-US"/>
                </a:p>
              </p:txBody>
            </p:sp>
            <p:sp>
              <p:nvSpPr>
                <p:cNvPr id="1049712" name="Line 91"/>
                <p:cNvSpPr>
                  <a:spLocks noChangeShapeType="1"/>
                </p:cNvSpPr>
                <p:nvPr/>
              </p:nvSpPr>
              <p:spPr bwMode="auto">
                <a:xfrm>
                  <a:off x="1056" y="2976"/>
                  <a:ext cx="0" cy="480"/>
                </a:xfrm>
                <a:prstGeom prst="line">
                  <a:avLst/>
                </a:prstGeom>
                <a:noFill/>
                <a:ln w="9525">
                  <a:solidFill>
                    <a:schemeClr val="tx1"/>
                  </a:solidFill>
                  <a:miter lim="800000"/>
                  <a:headEnd/>
                  <a:tailEnd/>
                </a:ln>
                <a:effectLst/>
              </p:spPr>
              <p:txBody>
                <a:bodyPr wrap="none"/>
                <a:lstStyle/>
                <a:p>
                  <a:endParaRPr lang="zh-CN" altLang="en-US"/>
                </a:p>
              </p:txBody>
            </p:sp>
          </p:grpSp>
          <p:grpSp>
            <p:nvGrpSpPr>
              <p:cNvPr id="257" name="Group 92"/>
              <p:cNvGrpSpPr/>
              <p:nvPr/>
            </p:nvGrpSpPr>
            <p:grpSpPr bwMode="auto">
              <a:xfrm>
                <a:off x="3094" y="3577"/>
                <a:ext cx="336" cy="336"/>
                <a:chOff x="3072" y="3600"/>
                <a:chExt cx="336" cy="336"/>
              </a:xfrm>
            </p:grpSpPr>
            <p:sp>
              <p:nvSpPr>
                <p:cNvPr id="1049713" name="Oval 93"/>
                <p:cNvSpPr>
                  <a:spLocks noChangeArrowheads="1"/>
                </p:cNvSpPr>
                <p:nvPr/>
              </p:nvSpPr>
              <p:spPr bwMode="auto">
                <a:xfrm>
                  <a:off x="3216" y="360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14" name="Oval 94"/>
                <p:cNvSpPr>
                  <a:spLocks noChangeArrowheads="1"/>
                </p:cNvSpPr>
                <p:nvPr/>
              </p:nvSpPr>
              <p:spPr bwMode="auto">
                <a:xfrm>
                  <a:off x="3360" y="374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15" name="Oval 95"/>
                <p:cNvSpPr>
                  <a:spLocks noChangeArrowheads="1"/>
                </p:cNvSpPr>
                <p:nvPr/>
              </p:nvSpPr>
              <p:spPr bwMode="auto">
                <a:xfrm>
                  <a:off x="3360" y="360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16" name="Oval 96"/>
                <p:cNvSpPr>
                  <a:spLocks noChangeArrowheads="1"/>
                </p:cNvSpPr>
                <p:nvPr/>
              </p:nvSpPr>
              <p:spPr bwMode="auto">
                <a:xfrm>
                  <a:off x="3216" y="374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17" name="Oval 97"/>
                <p:cNvSpPr>
                  <a:spLocks noChangeArrowheads="1"/>
                </p:cNvSpPr>
                <p:nvPr/>
              </p:nvSpPr>
              <p:spPr bwMode="auto">
                <a:xfrm>
                  <a:off x="3072" y="388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18" name="Oval 98"/>
                <p:cNvSpPr>
                  <a:spLocks noChangeArrowheads="1"/>
                </p:cNvSpPr>
                <p:nvPr/>
              </p:nvSpPr>
              <p:spPr bwMode="auto">
                <a:xfrm>
                  <a:off x="3072" y="37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19" name="Oval 99"/>
                <p:cNvSpPr>
                  <a:spLocks noChangeArrowheads="1"/>
                </p:cNvSpPr>
                <p:nvPr/>
              </p:nvSpPr>
              <p:spPr bwMode="auto">
                <a:xfrm>
                  <a:off x="3216" y="388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258" name="Group 100"/>
            <p:cNvGrpSpPr/>
            <p:nvPr/>
          </p:nvGrpSpPr>
          <p:grpSpPr bwMode="auto">
            <a:xfrm>
              <a:off x="3504" y="3264"/>
              <a:ext cx="720" cy="672"/>
              <a:chOff x="3792" y="3504"/>
              <a:chExt cx="720" cy="672"/>
            </a:xfrm>
          </p:grpSpPr>
          <p:grpSp>
            <p:nvGrpSpPr>
              <p:cNvPr id="259" name="Group 101"/>
              <p:cNvGrpSpPr/>
              <p:nvPr/>
            </p:nvGrpSpPr>
            <p:grpSpPr bwMode="auto">
              <a:xfrm>
                <a:off x="3792" y="3504"/>
                <a:ext cx="720" cy="672"/>
                <a:chOff x="576" y="2880"/>
                <a:chExt cx="720" cy="672"/>
              </a:xfrm>
            </p:grpSpPr>
            <p:sp>
              <p:nvSpPr>
                <p:cNvPr id="1049720" name="Line 102"/>
                <p:cNvSpPr>
                  <a:spLocks noChangeShapeType="1"/>
                </p:cNvSpPr>
                <p:nvPr/>
              </p:nvSpPr>
              <p:spPr bwMode="auto">
                <a:xfrm>
                  <a:off x="672" y="3072"/>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49721" name="Line 103"/>
                <p:cNvSpPr>
                  <a:spLocks noChangeShapeType="1"/>
                </p:cNvSpPr>
                <p:nvPr/>
              </p:nvSpPr>
              <p:spPr bwMode="auto">
                <a:xfrm>
                  <a:off x="672" y="3360"/>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49722" name="Line 104"/>
                <p:cNvSpPr>
                  <a:spLocks noChangeShapeType="1"/>
                </p:cNvSpPr>
                <p:nvPr/>
              </p:nvSpPr>
              <p:spPr bwMode="auto">
                <a:xfrm>
                  <a:off x="576" y="3216"/>
                  <a:ext cx="720"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723" name="Line 105"/>
                <p:cNvSpPr>
                  <a:spLocks noChangeShapeType="1"/>
                </p:cNvSpPr>
                <p:nvPr/>
              </p:nvSpPr>
              <p:spPr bwMode="auto">
                <a:xfrm flipV="1">
                  <a:off x="912" y="2880"/>
                  <a:ext cx="0" cy="672"/>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724" name="Line 106"/>
                <p:cNvSpPr>
                  <a:spLocks noChangeShapeType="1"/>
                </p:cNvSpPr>
                <p:nvPr/>
              </p:nvSpPr>
              <p:spPr bwMode="auto">
                <a:xfrm>
                  <a:off x="768" y="2976"/>
                  <a:ext cx="0" cy="480"/>
                </a:xfrm>
                <a:prstGeom prst="line">
                  <a:avLst/>
                </a:prstGeom>
                <a:noFill/>
                <a:ln w="9525">
                  <a:solidFill>
                    <a:schemeClr val="tx1"/>
                  </a:solidFill>
                  <a:miter lim="800000"/>
                  <a:headEnd/>
                  <a:tailEnd/>
                </a:ln>
                <a:effectLst/>
              </p:spPr>
              <p:txBody>
                <a:bodyPr wrap="none"/>
                <a:lstStyle/>
                <a:p>
                  <a:endParaRPr lang="zh-CN" altLang="en-US"/>
                </a:p>
              </p:txBody>
            </p:sp>
            <p:sp>
              <p:nvSpPr>
                <p:cNvPr id="1049725" name="Line 107"/>
                <p:cNvSpPr>
                  <a:spLocks noChangeShapeType="1"/>
                </p:cNvSpPr>
                <p:nvPr/>
              </p:nvSpPr>
              <p:spPr bwMode="auto">
                <a:xfrm>
                  <a:off x="1056" y="2976"/>
                  <a:ext cx="0" cy="480"/>
                </a:xfrm>
                <a:prstGeom prst="line">
                  <a:avLst/>
                </a:prstGeom>
                <a:noFill/>
                <a:ln w="9525">
                  <a:solidFill>
                    <a:schemeClr val="tx1"/>
                  </a:solidFill>
                  <a:miter lim="800000"/>
                  <a:headEnd/>
                  <a:tailEnd/>
                </a:ln>
                <a:effectLst/>
              </p:spPr>
              <p:txBody>
                <a:bodyPr wrap="none"/>
                <a:lstStyle/>
                <a:p>
                  <a:endParaRPr lang="zh-CN" altLang="en-US"/>
                </a:p>
              </p:txBody>
            </p:sp>
          </p:grpSp>
          <p:grpSp>
            <p:nvGrpSpPr>
              <p:cNvPr id="260" name="Group 108"/>
              <p:cNvGrpSpPr/>
              <p:nvPr/>
            </p:nvGrpSpPr>
            <p:grpSpPr bwMode="auto">
              <a:xfrm>
                <a:off x="3960" y="3670"/>
                <a:ext cx="336" cy="336"/>
                <a:chOff x="3984" y="3648"/>
                <a:chExt cx="336" cy="336"/>
              </a:xfrm>
            </p:grpSpPr>
            <p:sp>
              <p:nvSpPr>
                <p:cNvPr id="1049726" name="Oval 109"/>
                <p:cNvSpPr>
                  <a:spLocks noChangeArrowheads="1"/>
                </p:cNvSpPr>
                <p:nvPr/>
              </p:nvSpPr>
              <p:spPr bwMode="auto">
                <a:xfrm>
                  <a:off x="4272" y="393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27" name="Oval 110"/>
                <p:cNvSpPr>
                  <a:spLocks noChangeArrowheads="1"/>
                </p:cNvSpPr>
                <p:nvPr/>
              </p:nvSpPr>
              <p:spPr bwMode="auto">
                <a:xfrm>
                  <a:off x="4272" y="379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28" name="Oval 111"/>
                <p:cNvSpPr>
                  <a:spLocks noChangeArrowheads="1"/>
                </p:cNvSpPr>
                <p:nvPr/>
              </p:nvSpPr>
              <p:spPr bwMode="auto">
                <a:xfrm>
                  <a:off x="4272" y="364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29" name="Oval 112"/>
                <p:cNvSpPr>
                  <a:spLocks noChangeArrowheads="1"/>
                </p:cNvSpPr>
                <p:nvPr/>
              </p:nvSpPr>
              <p:spPr bwMode="auto">
                <a:xfrm>
                  <a:off x="4128" y="379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30" name="Oval 113"/>
                <p:cNvSpPr>
                  <a:spLocks noChangeArrowheads="1"/>
                </p:cNvSpPr>
                <p:nvPr/>
              </p:nvSpPr>
              <p:spPr bwMode="auto">
                <a:xfrm>
                  <a:off x="3984" y="39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31" name="Oval 114"/>
                <p:cNvSpPr>
                  <a:spLocks noChangeArrowheads="1"/>
                </p:cNvSpPr>
                <p:nvPr/>
              </p:nvSpPr>
              <p:spPr bwMode="auto">
                <a:xfrm>
                  <a:off x="3984" y="37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32" name="Oval 115"/>
                <p:cNvSpPr>
                  <a:spLocks noChangeArrowheads="1"/>
                </p:cNvSpPr>
                <p:nvPr/>
              </p:nvSpPr>
              <p:spPr bwMode="auto">
                <a:xfrm>
                  <a:off x="3984" y="364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261" name="Group 116"/>
            <p:cNvGrpSpPr/>
            <p:nvPr/>
          </p:nvGrpSpPr>
          <p:grpSpPr bwMode="auto">
            <a:xfrm>
              <a:off x="4512" y="3264"/>
              <a:ext cx="720" cy="672"/>
              <a:chOff x="3504" y="3408"/>
              <a:chExt cx="720" cy="672"/>
            </a:xfrm>
          </p:grpSpPr>
          <p:grpSp>
            <p:nvGrpSpPr>
              <p:cNvPr id="262" name="Group 117"/>
              <p:cNvGrpSpPr/>
              <p:nvPr/>
            </p:nvGrpSpPr>
            <p:grpSpPr bwMode="auto">
              <a:xfrm>
                <a:off x="3504" y="3408"/>
                <a:ext cx="720" cy="672"/>
                <a:chOff x="576" y="2880"/>
                <a:chExt cx="720" cy="672"/>
              </a:xfrm>
            </p:grpSpPr>
            <p:sp>
              <p:nvSpPr>
                <p:cNvPr id="1049733" name="Line 118"/>
                <p:cNvSpPr>
                  <a:spLocks noChangeShapeType="1"/>
                </p:cNvSpPr>
                <p:nvPr/>
              </p:nvSpPr>
              <p:spPr bwMode="auto">
                <a:xfrm>
                  <a:off x="672" y="3072"/>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49734" name="Line 119"/>
                <p:cNvSpPr>
                  <a:spLocks noChangeShapeType="1"/>
                </p:cNvSpPr>
                <p:nvPr/>
              </p:nvSpPr>
              <p:spPr bwMode="auto">
                <a:xfrm>
                  <a:off x="672" y="3360"/>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49735" name="Line 120"/>
                <p:cNvSpPr>
                  <a:spLocks noChangeShapeType="1"/>
                </p:cNvSpPr>
                <p:nvPr/>
              </p:nvSpPr>
              <p:spPr bwMode="auto">
                <a:xfrm>
                  <a:off x="576" y="3216"/>
                  <a:ext cx="720"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736" name="Line 121"/>
                <p:cNvSpPr>
                  <a:spLocks noChangeShapeType="1"/>
                </p:cNvSpPr>
                <p:nvPr/>
              </p:nvSpPr>
              <p:spPr bwMode="auto">
                <a:xfrm flipV="1">
                  <a:off x="912" y="2880"/>
                  <a:ext cx="0" cy="672"/>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737" name="Line 122"/>
                <p:cNvSpPr>
                  <a:spLocks noChangeShapeType="1"/>
                </p:cNvSpPr>
                <p:nvPr/>
              </p:nvSpPr>
              <p:spPr bwMode="auto">
                <a:xfrm>
                  <a:off x="768" y="2976"/>
                  <a:ext cx="0" cy="480"/>
                </a:xfrm>
                <a:prstGeom prst="line">
                  <a:avLst/>
                </a:prstGeom>
                <a:noFill/>
                <a:ln w="9525">
                  <a:solidFill>
                    <a:schemeClr val="tx1"/>
                  </a:solidFill>
                  <a:miter lim="800000"/>
                  <a:headEnd/>
                  <a:tailEnd/>
                </a:ln>
                <a:effectLst/>
              </p:spPr>
              <p:txBody>
                <a:bodyPr wrap="none"/>
                <a:lstStyle/>
                <a:p>
                  <a:endParaRPr lang="zh-CN" altLang="en-US"/>
                </a:p>
              </p:txBody>
            </p:sp>
            <p:sp>
              <p:nvSpPr>
                <p:cNvPr id="1049738" name="Line 123"/>
                <p:cNvSpPr>
                  <a:spLocks noChangeShapeType="1"/>
                </p:cNvSpPr>
                <p:nvPr/>
              </p:nvSpPr>
              <p:spPr bwMode="auto">
                <a:xfrm>
                  <a:off x="1056" y="2976"/>
                  <a:ext cx="0" cy="480"/>
                </a:xfrm>
                <a:prstGeom prst="line">
                  <a:avLst/>
                </a:prstGeom>
                <a:noFill/>
                <a:ln w="9525">
                  <a:solidFill>
                    <a:schemeClr val="tx1"/>
                  </a:solidFill>
                  <a:miter lim="800000"/>
                  <a:headEnd/>
                  <a:tailEnd/>
                </a:ln>
                <a:effectLst/>
              </p:spPr>
              <p:txBody>
                <a:bodyPr wrap="none"/>
                <a:lstStyle/>
                <a:p>
                  <a:endParaRPr lang="zh-CN" altLang="en-US"/>
                </a:p>
              </p:txBody>
            </p:sp>
          </p:grpSp>
          <p:grpSp>
            <p:nvGrpSpPr>
              <p:cNvPr id="263" name="Group 124"/>
              <p:cNvGrpSpPr/>
              <p:nvPr/>
            </p:nvGrpSpPr>
            <p:grpSpPr bwMode="auto">
              <a:xfrm>
                <a:off x="3672" y="3574"/>
                <a:ext cx="336" cy="339"/>
                <a:chOff x="3672" y="3574"/>
                <a:chExt cx="336" cy="339"/>
              </a:xfrm>
            </p:grpSpPr>
            <p:sp>
              <p:nvSpPr>
                <p:cNvPr id="1049739" name="Oval 125"/>
                <p:cNvSpPr>
                  <a:spLocks noChangeArrowheads="1"/>
                </p:cNvSpPr>
                <p:nvPr/>
              </p:nvSpPr>
              <p:spPr bwMode="auto">
                <a:xfrm>
                  <a:off x="3960" y="386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40" name="Oval 126"/>
                <p:cNvSpPr>
                  <a:spLocks noChangeArrowheads="1"/>
                </p:cNvSpPr>
                <p:nvPr/>
              </p:nvSpPr>
              <p:spPr bwMode="auto">
                <a:xfrm>
                  <a:off x="3960" y="371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41" name="Oval 127"/>
                <p:cNvSpPr>
                  <a:spLocks noChangeArrowheads="1"/>
                </p:cNvSpPr>
                <p:nvPr/>
              </p:nvSpPr>
              <p:spPr bwMode="auto">
                <a:xfrm>
                  <a:off x="3815" y="3865"/>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42" name="Oval 128"/>
                <p:cNvSpPr>
                  <a:spLocks noChangeArrowheads="1"/>
                </p:cNvSpPr>
                <p:nvPr/>
              </p:nvSpPr>
              <p:spPr bwMode="auto">
                <a:xfrm>
                  <a:off x="3816" y="371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43" name="Oval 129"/>
                <p:cNvSpPr>
                  <a:spLocks noChangeArrowheads="1"/>
                </p:cNvSpPr>
                <p:nvPr/>
              </p:nvSpPr>
              <p:spPr bwMode="auto">
                <a:xfrm>
                  <a:off x="3815" y="3577"/>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44" name="Oval 130"/>
                <p:cNvSpPr>
                  <a:spLocks noChangeArrowheads="1"/>
                </p:cNvSpPr>
                <p:nvPr/>
              </p:nvSpPr>
              <p:spPr bwMode="auto">
                <a:xfrm>
                  <a:off x="3672" y="371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45" name="Oval 131"/>
                <p:cNvSpPr>
                  <a:spLocks noChangeArrowheads="1"/>
                </p:cNvSpPr>
                <p:nvPr/>
              </p:nvSpPr>
              <p:spPr bwMode="auto">
                <a:xfrm>
                  <a:off x="3672" y="357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grpSp>
        <p:nvGrpSpPr>
          <p:cNvPr id="264" name="Group 132"/>
          <p:cNvGrpSpPr/>
          <p:nvPr/>
        </p:nvGrpSpPr>
        <p:grpSpPr bwMode="auto">
          <a:xfrm>
            <a:off x="8153400" y="4800600"/>
            <a:ext cx="2406650" cy="1016000"/>
            <a:chOff x="240" y="2880"/>
            <a:chExt cx="1296" cy="640"/>
          </a:xfrm>
        </p:grpSpPr>
        <p:sp>
          <p:nvSpPr>
            <p:cNvPr id="1049746" name="Text Box 133"/>
            <p:cNvSpPr txBox="1">
              <a:spLocks noChangeArrowheads="1"/>
            </p:cNvSpPr>
            <p:nvPr/>
          </p:nvSpPr>
          <p:spPr bwMode="auto">
            <a:xfrm>
              <a:off x="240" y="2880"/>
              <a:ext cx="1296" cy="640"/>
            </a:xfrm>
            <a:prstGeom prst="rect">
              <a:avLst/>
            </a:prstGeom>
            <a:noFill/>
            <a:ln>
              <a:noFill/>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图中   表示击中结构元素</a:t>
              </a:r>
              <a:r>
                <a:rPr lang="en-US" altLang="zh-CN" sz="2000" i="1" dirty="0">
                  <a:latin typeface="Times New Roman" panose="02020603050405020304" pitchFamily="18" charset="0"/>
                  <a:ea typeface="黑体" panose="02010609060101010101" pitchFamily="49" charset="-122"/>
                  <a:cs typeface="Times New Roman" panose="02020603050405020304" pitchFamily="18" charset="0"/>
                </a:rPr>
                <a:t>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表示击不中结构元素</a:t>
              </a:r>
              <a:r>
                <a:rPr lang="en-US" altLang="zh-CN" sz="2000" i="1" dirty="0">
                  <a:latin typeface="Times New Roman" panose="02020603050405020304" pitchFamily="18" charset="0"/>
                  <a:ea typeface="黑体" panose="02010609060101010101" pitchFamily="49" charset="-122"/>
                  <a:cs typeface="Times New Roman" panose="02020603050405020304" pitchFamily="18" charset="0"/>
                </a:rPr>
                <a:t>F</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1049747" name="Oval 134"/>
            <p:cNvSpPr>
              <a:spLocks noChangeArrowheads="1"/>
            </p:cNvSpPr>
            <p:nvPr/>
          </p:nvSpPr>
          <p:spPr bwMode="auto">
            <a:xfrm>
              <a:off x="596" y="2976"/>
              <a:ext cx="48" cy="48"/>
            </a:xfrm>
            <a:prstGeom prst="ellipse">
              <a:avLst/>
            </a:prstGeom>
            <a:solidFill>
              <a:srgbClr val="FF0000"/>
            </a:solidFill>
            <a:ln w="9525">
              <a:solidFill>
                <a:srgbClr val="FF0000"/>
              </a:solidFill>
              <a:round/>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48" name="Oval 135"/>
            <p:cNvSpPr>
              <a:spLocks noChangeArrowheads="1"/>
            </p:cNvSpPr>
            <p:nvPr/>
          </p:nvSpPr>
          <p:spPr bwMode="auto">
            <a:xfrm>
              <a:off x="761" y="3168"/>
              <a:ext cx="48" cy="48"/>
            </a:xfrm>
            <a:prstGeom prst="ellipse">
              <a:avLst/>
            </a:prstGeom>
            <a:solidFill>
              <a:srgbClr val="0000FF"/>
            </a:solidFill>
            <a:ln w="9525">
              <a:solidFill>
                <a:srgbClr val="0000FF"/>
              </a:solidFill>
              <a:round/>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749" name="Text Box 137"/>
          <p:cNvSpPr txBox="1">
            <a:spLocks noChangeArrowheads="1"/>
          </p:cNvSpPr>
          <p:nvPr/>
        </p:nvSpPr>
        <p:spPr bwMode="auto">
          <a:xfrm>
            <a:off x="1804988" y="2005013"/>
            <a:ext cx="8415337" cy="1920240"/>
          </a:xfrm>
          <a:prstGeom prst="rect">
            <a:avLst/>
          </a:prstGeom>
          <a:noFill/>
          <a:ln>
            <a:noFill/>
          </a:ln>
          <a:effectLst/>
        </p:spPr>
        <p:txBody>
          <a:bodyPr>
            <a:spAutoFit/>
          </a:bodyPr>
          <a:lstStyle/>
          <a:p>
            <a:pPr eaLnBrk="1" hangingPunct="1">
              <a:lnSpc>
                <a:spcPct val="150000"/>
              </a:lnSpc>
            </a:pPr>
            <a:r>
              <a:rPr lang="zh-CN" altLang="en-US" sz="2000" dirty="0">
                <a:solidFill>
                  <a:schemeClr val="bg1">
                    <a:lumMod val="50000"/>
                  </a:schemeClr>
                </a:solidFill>
                <a:latin typeface="黑体" panose="02010609060101010101" pitchFamily="49" charset="-122"/>
                <a:ea typeface="黑体" panose="02010609060101010101" pitchFamily="49" charset="-122"/>
              </a:rPr>
              <a:t>细化中结构元素对的选取：</a:t>
            </a:r>
            <a:endParaRPr lang="en-US" altLang="zh-CN" sz="2000" dirty="0">
              <a:solidFill>
                <a:schemeClr val="bg1">
                  <a:lumMod val="50000"/>
                </a:schemeClr>
              </a:solidFill>
              <a:latin typeface="黑体" panose="02010609060101010101" pitchFamily="49" charset="-122"/>
              <a:ea typeface="黑体" panose="02010609060101010101" pitchFamily="49" charset="-122"/>
            </a:endParaRPr>
          </a:p>
          <a:p>
            <a:pPr eaLnBrk="1" hangingPunct="1">
              <a:lnSpc>
                <a:spcPct val="150000"/>
              </a:lnSpc>
            </a:pPr>
            <a:r>
              <a:rPr lang="zh-CN" altLang="en-US" sz="2000" dirty="0">
                <a:solidFill>
                  <a:schemeClr val="bg1">
                    <a:lumMod val="50000"/>
                  </a:schemeClr>
                </a:solidFill>
                <a:latin typeface="黑体" panose="02010609060101010101" pitchFamily="49" charset="-122"/>
                <a:ea typeface="黑体" panose="02010609060101010101" pitchFamily="49" charset="-122"/>
              </a:rPr>
              <a:t>    在实际应用中，通常选择一组结构元素对，迭待过程不断在这些结构对中循环，当一个完整的循环结束时，如果所得结果不再变化，则终止迭待过程。例如，下面是用于细化的</a:t>
            </a: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8</a:t>
            </a:r>
            <a:r>
              <a:rPr lang="zh-CN" altLang="en-US" sz="2000" dirty="0">
                <a:solidFill>
                  <a:schemeClr val="bg1">
                    <a:lumMod val="50000"/>
                  </a:schemeClr>
                </a:solidFill>
                <a:latin typeface="黑体" panose="02010609060101010101" pitchFamily="49" charset="-122"/>
                <a:ea typeface="黑体" panose="02010609060101010101" pitchFamily="49" charset="-122"/>
              </a:rPr>
              <a:t>个方向结构对</a:t>
            </a:r>
          </a:p>
        </p:txBody>
      </p:sp>
      <p:sp>
        <p:nvSpPr>
          <p:cNvPr id="1049750" name="Text Box 3"/>
          <p:cNvSpPr txBox="1">
            <a:spLocks noChangeArrowheads="1"/>
          </p:cNvSpPr>
          <p:nvPr/>
        </p:nvSpPr>
        <p:spPr bwMode="auto">
          <a:xfrm>
            <a:off x="1517650" y="1614488"/>
            <a:ext cx="7391400" cy="400050"/>
          </a:xfrm>
          <a:prstGeom prst="rect">
            <a:avLst/>
          </a:prstGeom>
          <a:noFill/>
          <a:ln>
            <a:noFill/>
          </a:ln>
          <a:effectLst/>
        </p:spPr>
        <p:txBody>
          <a:bodyPr>
            <a:spAutoFit/>
          </a:bodyPr>
          <a:lstStyle/>
          <a:p>
            <a:pPr>
              <a:spcAft>
                <a:spcPct val="50000"/>
              </a:spcAft>
            </a:pPr>
            <a:r>
              <a:rPr lang="zh-CN" altLang="en-US" sz="2000" dirty="0">
                <a:solidFill>
                  <a:schemeClr val="bg1">
                    <a:lumMod val="50000"/>
                  </a:schemeClr>
                </a:solidFill>
                <a:latin typeface="黑体" panose="02010609060101010101" pitchFamily="49" charset="-122"/>
                <a:ea typeface="黑体" panose="02010609060101010101" pitchFamily="49" charset="-122"/>
                <a:sym typeface="Wingdings 2" panose="05020102010507070707" pitchFamily="18" charset="2"/>
              </a:rPr>
              <a:t> </a:t>
            </a:r>
            <a:r>
              <a:rPr lang="zh-CN" altLang="en-US" sz="2000" dirty="0">
                <a:solidFill>
                  <a:schemeClr val="bg1">
                    <a:lumMod val="50000"/>
                  </a:schemeClr>
                </a:solidFill>
                <a:latin typeface="黑体" panose="02010609060101010101" pitchFamily="49" charset="-122"/>
                <a:ea typeface="黑体" panose="02010609060101010101" pitchFamily="49" charset="-122"/>
              </a:rPr>
              <a:t>利用击中击不中变换细化</a:t>
            </a:r>
          </a:p>
        </p:txBody>
      </p:sp>
      <p:sp>
        <p:nvSpPr>
          <p:cNvPr id="1049751"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zh-CN" altLang="en-US" sz="2000" b="1" dirty="0">
                <a:solidFill>
                  <a:schemeClr val="bg1">
                    <a:lumMod val="50000"/>
                  </a:schemeClr>
                </a:solidFill>
                <a:latin typeface="黑体" panose="02010609060101010101" pitchFamily="49" charset="-122"/>
                <a:ea typeface="黑体" panose="02010609060101010101" pitchFamily="49" charset="-122"/>
              </a:rPr>
              <a:t>击中击不中变换</a:t>
            </a:r>
            <a:endParaRPr lang="zh-CN" altLang="en-US" sz="2000" b="1" dirty="0">
              <a:solidFill>
                <a:schemeClr val="bg1">
                  <a:lumMod val="50000"/>
                </a:schemeClr>
              </a:solidFill>
              <a:latin typeface="宋体" panose="02010600030101010101" pitchFamily="2" charset="-122"/>
            </a:endParaRPr>
          </a:p>
        </p:txBody>
      </p:sp>
      <p:sp>
        <p:nvSpPr>
          <p:cNvPr id="1049752" name="TextBox 27"/>
          <p:cNvSpPr txBox="1"/>
          <p:nvPr/>
        </p:nvSpPr>
        <p:spPr>
          <a:xfrm>
            <a:off x="1012825" y="177800"/>
            <a:ext cx="46151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二、 数学形态学基本算法</a:t>
            </a:r>
          </a:p>
        </p:txBody>
      </p:sp>
      <p:sp>
        <p:nvSpPr>
          <p:cNvPr id="1049753"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mc:AlternateContent xmlns:mc="http://schemas.openxmlformats.org/markup-compatibility/2006" xmlns:p14="http://schemas.microsoft.com/office/powerpoint/2010/main">
        <mc:Choice Requires="p14">
          <p:contentPart p14:bwMode="auto" r:id="rId2">
            <p14:nvContentPartPr>
              <p14:cNvPr id="1053395" name="墨迹 1053394"/>
              <p14:cNvContentPartPr/>
              <p14:nvPr/>
            </p14:nvContentPartPr>
            <p14:xfrm>
              <a:off x="5782785" y="3417153"/>
              <a:ext cx="677420" cy="520046"/>
            </p14:xfrm>
          </p:contentPart>
        </mc:Choice>
        <mc:Fallback xmlns="">
          <p:sp>
            <p:nvSpPr>
              <p:cNvPr id="1053395" name=""/>
              <p:cNvSpPr/>
              <p:nvPr/>
            </p:nvSpPr>
            <p:spPr>
              <a:xfrm>
                <a:off x="5782785" y="3417153"/>
                <a:ext cx="677420" cy="520046"/>
              </a:xfrm>
            </p:spPr>
          </p:sp>
        </mc:Fallback>
      </mc:AlternateContent>
      <mc:AlternateContent xmlns:mc="http://schemas.openxmlformats.org/markup-compatibility/2006" xmlns:p14="http://schemas.microsoft.com/office/powerpoint/2010/main">
        <mc:Choice Requires="p14">
          <p:contentPart p14:bwMode="auto" r:id="rId3">
            <p14:nvContentPartPr>
              <p14:cNvPr id="1053396" name="墨迹 1053395"/>
              <p14:cNvContentPartPr/>
              <p14:nvPr/>
            </p14:nvContentPartPr>
            <p14:xfrm>
              <a:off x="6509790" y="3916855"/>
              <a:ext cx="792321" cy="46678"/>
            </p14:xfrm>
          </p:contentPart>
        </mc:Choice>
        <mc:Fallback xmlns="">
          <p:sp>
            <p:nvSpPr>
              <p:cNvPr id="1053396" name=""/>
              <p:cNvSpPr/>
              <p:nvPr/>
            </p:nvSpPr>
            <p:spPr>
              <a:xfrm>
                <a:off x="6509790" y="3916855"/>
                <a:ext cx="792321" cy="46678"/>
              </a:xfrm>
            </p:spPr>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54" name="TextBox 27"/>
          <p:cNvSpPr txBox="1"/>
          <p:nvPr/>
        </p:nvSpPr>
        <p:spPr>
          <a:xfrm>
            <a:off x="1012825" y="2062163"/>
            <a:ext cx="4907281" cy="3615691"/>
          </a:xfrm>
          <a:prstGeom prst="rect">
            <a:avLst/>
          </a:prstGeom>
          <a:noFill/>
          <a:ln w="9525">
            <a:noFill/>
          </a:ln>
        </p:spPr>
        <p:txBody>
          <a:bodyPr wrap="none">
            <a:spAutoFit/>
          </a:bodyPr>
          <a:lstStyle/>
          <a:p>
            <a:pPr eaLnBrk="1" hangingPunct="1">
              <a:lnSpc>
                <a:spcPct val="150000"/>
              </a:lnSpc>
            </a:pPr>
            <a:r>
              <a:rPr lang="zh-CN" altLang="en-US" sz="3199" dirty="0">
                <a:solidFill>
                  <a:srgbClr val="B3B3B3"/>
                </a:solidFill>
                <a:latin typeface="黑体" panose="02010609060101010101" pitchFamily="49" charset="-122"/>
                <a:ea typeface="黑体" panose="02010609060101010101" pitchFamily="49" charset="-122"/>
              </a:rPr>
              <a:t>一、数学形态学概述</a:t>
            </a:r>
          </a:p>
          <a:p>
            <a:pPr eaLnBrk="1" hangingPunct="1">
              <a:lnSpc>
                <a:spcPct val="150000"/>
              </a:lnSpc>
            </a:pPr>
            <a:r>
              <a:rPr lang="zh-CN" altLang="en-US" sz="3199" dirty="0">
                <a:solidFill>
                  <a:srgbClr val="B3B3B3"/>
                </a:solidFill>
                <a:latin typeface="黑体" panose="02010609060101010101" pitchFamily="49" charset="-122"/>
                <a:ea typeface="黑体" panose="02010609060101010101" pitchFamily="49" charset="-122"/>
              </a:rPr>
              <a:t>二、数学形态学基本算法</a:t>
            </a:r>
          </a:p>
          <a:p>
            <a:pPr eaLnBrk="1" hangingPunct="1">
              <a:lnSpc>
                <a:spcPct val="150000"/>
              </a:lnSpc>
            </a:pPr>
            <a:r>
              <a:rPr lang="zh-CN" altLang="en-US" sz="3199" dirty="0">
                <a:latin typeface="黑体" panose="02010609060101010101" pitchFamily="49" charset="-122"/>
                <a:ea typeface="黑体" panose="02010609060101010101" pitchFamily="49" charset="-122"/>
              </a:rPr>
              <a:t>三、二值图像的形态学处理</a:t>
            </a:r>
          </a:p>
          <a:p>
            <a:pPr eaLnBrk="1" hangingPunct="1">
              <a:lnSpc>
                <a:spcPct val="150000"/>
              </a:lnSpc>
            </a:pPr>
            <a:r>
              <a:rPr lang="zh-CN" altLang="en-US" sz="3199" dirty="0">
                <a:solidFill>
                  <a:srgbClr val="B3B3B3"/>
                </a:solidFill>
                <a:latin typeface="黑体" panose="02010609060101010101" pitchFamily="49" charset="-122"/>
                <a:ea typeface="黑体" panose="02010609060101010101" pitchFamily="49" charset="-122"/>
              </a:rPr>
              <a:t>四、灰值形态学</a:t>
            </a:r>
            <a:endParaRPr lang="en-US" altLang="zh-CN" sz="3199" dirty="0">
              <a:solidFill>
                <a:srgbClr val="B3B3B3"/>
              </a:solidFill>
              <a:latin typeface="黑体" panose="02010609060101010101" pitchFamily="49" charset="-122"/>
              <a:ea typeface="黑体" panose="02010609060101010101" pitchFamily="49" charset="-122"/>
            </a:endParaRPr>
          </a:p>
          <a:p>
            <a:pPr eaLnBrk="1" hangingPunct="1">
              <a:lnSpc>
                <a:spcPct val="150000"/>
              </a:lnSpc>
            </a:pPr>
            <a:r>
              <a:rPr lang="zh-CN" altLang="en-US" sz="3199" dirty="0">
                <a:solidFill>
                  <a:srgbClr val="B3B3B3"/>
                </a:solidFill>
                <a:latin typeface="黑体" panose="02010609060101010101" pitchFamily="49" charset="-122"/>
                <a:ea typeface="黑体" panose="02010609060101010101" pitchFamily="49" charset="-122"/>
              </a:rPr>
              <a:t>五、分水岭算法</a:t>
            </a:r>
          </a:p>
        </p:txBody>
      </p:sp>
      <p:sp>
        <p:nvSpPr>
          <p:cNvPr id="1049755" name="TextBox 27"/>
          <p:cNvSpPr txBox="1"/>
          <p:nvPr/>
        </p:nvSpPr>
        <p:spPr>
          <a:xfrm>
            <a:off x="1012825" y="177800"/>
            <a:ext cx="9702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目录</a:t>
            </a:r>
          </a:p>
        </p:txBody>
      </p:sp>
      <p:sp>
        <p:nvSpPr>
          <p:cNvPr id="1049756"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57" name="Text Box 4"/>
          <p:cNvSpPr txBox="1">
            <a:spLocks noChangeArrowheads="1"/>
          </p:cNvSpPr>
          <p:nvPr/>
        </p:nvSpPr>
        <p:spPr bwMode="auto">
          <a:xfrm>
            <a:off x="4343400" y="5715000"/>
            <a:ext cx="3486150" cy="396875"/>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latin typeface="黑体" panose="02010609060101010101" pitchFamily="49" charset="-122"/>
                <a:ea typeface="黑体" panose="02010609060101010101" pitchFamily="49" charset="-122"/>
              </a:rPr>
              <a:t>相对原点的各种邻接像素模板</a:t>
            </a:r>
          </a:p>
        </p:txBody>
      </p:sp>
      <p:sp>
        <p:nvSpPr>
          <p:cNvPr id="1049758" name="Text Box 5"/>
          <p:cNvSpPr txBox="1">
            <a:spLocks noChangeArrowheads="1"/>
          </p:cNvSpPr>
          <p:nvPr/>
        </p:nvSpPr>
        <p:spPr bwMode="auto">
          <a:xfrm>
            <a:off x="2590800" y="5181600"/>
            <a:ext cx="7489150" cy="39624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强邻接像素模板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弱邻接像素模板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(c)</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邻接像素模板 </a:t>
            </a:r>
          </a:p>
        </p:txBody>
      </p:sp>
      <p:grpSp>
        <p:nvGrpSpPr>
          <p:cNvPr id="267" name="Group 6"/>
          <p:cNvGrpSpPr/>
          <p:nvPr/>
        </p:nvGrpSpPr>
        <p:grpSpPr bwMode="auto">
          <a:xfrm>
            <a:off x="3276600" y="4038600"/>
            <a:ext cx="6096000" cy="1066800"/>
            <a:chOff x="1008" y="2640"/>
            <a:chExt cx="3840" cy="672"/>
          </a:xfrm>
        </p:grpSpPr>
        <p:grpSp>
          <p:nvGrpSpPr>
            <p:cNvPr id="268" name="Group 7"/>
            <p:cNvGrpSpPr/>
            <p:nvPr/>
          </p:nvGrpSpPr>
          <p:grpSpPr bwMode="auto">
            <a:xfrm>
              <a:off x="1008" y="2640"/>
              <a:ext cx="720" cy="672"/>
              <a:chOff x="528" y="2592"/>
              <a:chExt cx="720" cy="672"/>
            </a:xfrm>
          </p:grpSpPr>
          <p:grpSp>
            <p:nvGrpSpPr>
              <p:cNvPr id="269" name="Group 8"/>
              <p:cNvGrpSpPr/>
              <p:nvPr/>
            </p:nvGrpSpPr>
            <p:grpSpPr bwMode="auto">
              <a:xfrm>
                <a:off x="528" y="2592"/>
                <a:ext cx="720" cy="672"/>
                <a:chOff x="576" y="2880"/>
                <a:chExt cx="720" cy="672"/>
              </a:xfrm>
            </p:grpSpPr>
            <p:sp>
              <p:nvSpPr>
                <p:cNvPr id="1049759" name="Line 9"/>
                <p:cNvSpPr>
                  <a:spLocks noChangeShapeType="1"/>
                </p:cNvSpPr>
                <p:nvPr/>
              </p:nvSpPr>
              <p:spPr bwMode="auto">
                <a:xfrm>
                  <a:off x="672" y="3072"/>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49760" name="Line 10"/>
                <p:cNvSpPr>
                  <a:spLocks noChangeShapeType="1"/>
                </p:cNvSpPr>
                <p:nvPr/>
              </p:nvSpPr>
              <p:spPr bwMode="auto">
                <a:xfrm>
                  <a:off x="672" y="3360"/>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49761" name="Line 11"/>
                <p:cNvSpPr>
                  <a:spLocks noChangeShapeType="1"/>
                </p:cNvSpPr>
                <p:nvPr/>
              </p:nvSpPr>
              <p:spPr bwMode="auto">
                <a:xfrm>
                  <a:off x="576" y="3216"/>
                  <a:ext cx="720"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762" name="Line 12"/>
                <p:cNvSpPr>
                  <a:spLocks noChangeShapeType="1"/>
                </p:cNvSpPr>
                <p:nvPr/>
              </p:nvSpPr>
              <p:spPr bwMode="auto">
                <a:xfrm flipV="1">
                  <a:off x="912" y="2880"/>
                  <a:ext cx="0" cy="672"/>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763" name="Line 13"/>
                <p:cNvSpPr>
                  <a:spLocks noChangeShapeType="1"/>
                </p:cNvSpPr>
                <p:nvPr/>
              </p:nvSpPr>
              <p:spPr bwMode="auto">
                <a:xfrm>
                  <a:off x="768" y="2976"/>
                  <a:ext cx="0" cy="480"/>
                </a:xfrm>
                <a:prstGeom prst="line">
                  <a:avLst/>
                </a:prstGeom>
                <a:noFill/>
                <a:ln w="9525">
                  <a:solidFill>
                    <a:schemeClr val="tx1"/>
                  </a:solidFill>
                  <a:miter lim="800000"/>
                  <a:headEnd/>
                  <a:tailEnd/>
                </a:ln>
                <a:effectLst/>
              </p:spPr>
              <p:txBody>
                <a:bodyPr wrap="none"/>
                <a:lstStyle/>
                <a:p>
                  <a:endParaRPr lang="zh-CN" altLang="en-US"/>
                </a:p>
              </p:txBody>
            </p:sp>
            <p:sp>
              <p:nvSpPr>
                <p:cNvPr id="1049764" name="Line 14"/>
                <p:cNvSpPr>
                  <a:spLocks noChangeShapeType="1"/>
                </p:cNvSpPr>
                <p:nvPr/>
              </p:nvSpPr>
              <p:spPr bwMode="auto">
                <a:xfrm>
                  <a:off x="1056" y="2976"/>
                  <a:ext cx="0" cy="480"/>
                </a:xfrm>
                <a:prstGeom prst="line">
                  <a:avLst/>
                </a:prstGeom>
                <a:noFill/>
                <a:ln w="9525">
                  <a:solidFill>
                    <a:schemeClr val="tx1"/>
                  </a:solidFill>
                  <a:miter lim="800000"/>
                  <a:headEnd/>
                  <a:tailEnd/>
                </a:ln>
                <a:effectLst/>
              </p:spPr>
              <p:txBody>
                <a:bodyPr wrap="none"/>
                <a:lstStyle/>
                <a:p>
                  <a:endParaRPr lang="zh-CN" altLang="en-US"/>
                </a:p>
              </p:txBody>
            </p:sp>
          </p:grpSp>
          <p:sp>
            <p:nvSpPr>
              <p:cNvPr id="1049765" name="Oval 15"/>
              <p:cNvSpPr>
                <a:spLocks noChangeArrowheads="1"/>
              </p:cNvSpPr>
              <p:nvPr/>
            </p:nvSpPr>
            <p:spPr bwMode="auto">
              <a:xfrm>
                <a:off x="839" y="3047"/>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66" name="Oval 16"/>
              <p:cNvSpPr>
                <a:spLocks noChangeArrowheads="1"/>
              </p:cNvSpPr>
              <p:nvPr/>
            </p:nvSpPr>
            <p:spPr bwMode="auto">
              <a:xfrm>
                <a:off x="695" y="2903"/>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67" name="Oval 17"/>
              <p:cNvSpPr>
                <a:spLocks noChangeArrowheads="1"/>
              </p:cNvSpPr>
              <p:nvPr/>
            </p:nvSpPr>
            <p:spPr bwMode="auto">
              <a:xfrm>
                <a:off x="839" y="2903"/>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68" name="Oval 18"/>
              <p:cNvSpPr>
                <a:spLocks noChangeArrowheads="1"/>
              </p:cNvSpPr>
              <p:nvPr/>
            </p:nvSpPr>
            <p:spPr bwMode="auto">
              <a:xfrm>
                <a:off x="983" y="2903"/>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69" name="Oval 19"/>
              <p:cNvSpPr>
                <a:spLocks noChangeArrowheads="1"/>
              </p:cNvSpPr>
              <p:nvPr/>
            </p:nvSpPr>
            <p:spPr bwMode="auto">
              <a:xfrm>
                <a:off x="839" y="2759"/>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270" name="Group 20"/>
            <p:cNvGrpSpPr/>
            <p:nvPr/>
          </p:nvGrpSpPr>
          <p:grpSpPr bwMode="auto">
            <a:xfrm>
              <a:off x="2592" y="2640"/>
              <a:ext cx="720" cy="672"/>
              <a:chOff x="720" y="2640"/>
              <a:chExt cx="720" cy="672"/>
            </a:xfrm>
          </p:grpSpPr>
          <p:grpSp>
            <p:nvGrpSpPr>
              <p:cNvPr id="271" name="Group 21"/>
              <p:cNvGrpSpPr/>
              <p:nvPr/>
            </p:nvGrpSpPr>
            <p:grpSpPr bwMode="auto">
              <a:xfrm>
                <a:off x="720" y="2640"/>
                <a:ext cx="720" cy="672"/>
                <a:chOff x="576" y="2880"/>
                <a:chExt cx="720" cy="672"/>
              </a:xfrm>
            </p:grpSpPr>
            <p:sp>
              <p:nvSpPr>
                <p:cNvPr id="1049770" name="Line 22"/>
                <p:cNvSpPr>
                  <a:spLocks noChangeShapeType="1"/>
                </p:cNvSpPr>
                <p:nvPr/>
              </p:nvSpPr>
              <p:spPr bwMode="auto">
                <a:xfrm>
                  <a:off x="672" y="3072"/>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49771" name="Line 23"/>
                <p:cNvSpPr>
                  <a:spLocks noChangeShapeType="1"/>
                </p:cNvSpPr>
                <p:nvPr/>
              </p:nvSpPr>
              <p:spPr bwMode="auto">
                <a:xfrm>
                  <a:off x="672" y="3360"/>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49772" name="Line 24"/>
                <p:cNvSpPr>
                  <a:spLocks noChangeShapeType="1"/>
                </p:cNvSpPr>
                <p:nvPr/>
              </p:nvSpPr>
              <p:spPr bwMode="auto">
                <a:xfrm>
                  <a:off x="576" y="3216"/>
                  <a:ext cx="720"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773" name="Line 25"/>
                <p:cNvSpPr>
                  <a:spLocks noChangeShapeType="1"/>
                </p:cNvSpPr>
                <p:nvPr/>
              </p:nvSpPr>
              <p:spPr bwMode="auto">
                <a:xfrm flipV="1">
                  <a:off x="912" y="2880"/>
                  <a:ext cx="0" cy="672"/>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774" name="Line 26"/>
                <p:cNvSpPr>
                  <a:spLocks noChangeShapeType="1"/>
                </p:cNvSpPr>
                <p:nvPr/>
              </p:nvSpPr>
              <p:spPr bwMode="auto">
                <a:xfrm>
                  <a:off x="768" y="2976"/>
                  <a:ext cx="0" cy="480"/>
                </a:xfrm>
                <a:prstGeom prst="line">
                  <a:avLst/>
                </a:prstGeom>
                <a:noFill/>
                <a:ln w="9525">
                  <a:solidFill>
                    <a:schemeClr val="tx1"/>
                  </a:solidFill>
                  <a:miter lim="800000"/>
                  <a:headEnd/>
                  <a:tailEnd/>
                </a:ln>
                <a:effectLst/>
              </p:spPr>
              <p:txBody>
                <a:bodyPr wrap="none"/>
                <a:lstStyle/>
                <a:p>
                  <a:endParaRPr lang="zh-CN" altLang="en-US"/>
                </a:p>
              </p:txBody>
            </p:sp>
            <p:sp>
              <p:nvSpPr>
                <p:cNvPr id="1049775" name="Line 27"/>
                <p:cNvSpPr>
                  <a:spLocks noChangeShapeType="1"/>
                </p:cNvSpPr>
                <p:nvPr/>
              </p:nvSpPr>
              <p:spPr bwMode="auto">
                <a:xfrm>
                  <a:off x="1056" y="2976"/>
                  <a:ext cx="0" cy="480"/>
                </a:xfrm>
                <a:prstGeom prst="line">
                  <a:avLst/>
                </a:prstGeom>
                <a:noFill/>
                <a:ln w="9525">
                  <a:solidFill>
                    <a:schemeClr val="tx1"/>
                  </a:solidFill>
                  <a:miter lim="800000"/>
                  <a:headEnd/>
                  <a:tailEnd/>
                </a:ln>
                <a:effectLst/>
              </p:spPr>
              <p:txBody>
                <a:bodyPr wrap="none"/>
                <a:lstStyle/>
                <a:p>
                  <a:endParaRPr lang="zh-CN" altLang="en-US"/>
                </a:p>
              </p:txBody>
            </p:sp>
          </p:grpSp>
          <p:grpSp>
            <p:nvGrpSpPr>
              <p:cNvPr id="272" name="Group 28"/>
              <p:cNvGrpSpPr/>
              <p:nvPr/>
            </p:nvGrpSpPr>
            <p:grpSpPr bwMode="auto">
              <a:xfrm>
                <a:off x="887" y="2953"/>
                <a:ext cx="336" cy="192"/>
                <a:chOff x="887" y="2953"/>
                <a:chExt cx="336" cy="192"/>
              </a:xfrm>
            </p:grpSpPr>
            <p:sp>
              <p:nvSpPr>
                <p:cNvPr id="1049776" name="Oval 29"/>
                <p:cNvSpPr>
                  <a:spLocks noChangeArrowheads="1"/>
                </p:cNvSpPr>
                <p:nvPr/>
              </p:nvSpPr>
              <p:spPr bwMode="auto">
                <a:xfrm>
                  <a:off x="887" y="3097"/>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77" name="Oval 30"/>
                <p:cNvSpPr>
                  <a:spLocks noChangeArrowheads="1"/>
                </p:cNvSpPr>
                <p:nvPr/>
              </p:nvSpPr>
              <p:spPr bwMode="auto">
                <a:xfrm>
                  <a:off x="1175" y="3097"/>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78" name="Oval 31"/>
                <p:cNvSpPr>
                  <a:spLocks noChangeArrowheads="1"/>
                </p:cNvSpPr>
                <p:nvPr/>
              </p:nvSpPr>
              <p:spPr bwMode="auto">
                <a:xfrm>
                  <a:off x="1031" y="2953"/>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779" name="Oval 32"/>
              <p:cNvSpPr>
                <a:spLocks noChangeArrowheads="1"/>
              </p:cNvSpPr>
              <p:nvPr/>
            </p:nvSpPr>
            <p:spPr bwMode="auto">
              <a:xfrm>
                <a:off x="887" y="2809"/>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80" name="Oval 33"/>
              <p:cNvSpPr>
                <a:spLocks noChangeArrowheads="1"/>
              </p:cNvSpPr>
              <p:nvPr/>
            </p:nvSpPr>
            <p:spPr bwMode="auto">
              <a:xfrm>
                <a:off x="1175" y="2809"/>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273" name="Group 34"/>
            <p:cNvGrpSpPr/>
            <p:nvPr/>
          </p:nvGrpSpPr>
          <p:grpSpPr bwMode="auto">
            <a:xfrm>
              <a:off x="4128" y="2640"/>
              <a:ext cx="720" cy="672"/>
              <a:chOff x="3792" y="2592"/>
              <a:chExt cx="720" cy="672"/>
            </a:xfrm>
          </p:grpSpPr>
          <p:grpSp>
            <p:nvGrpSpPr>
              <p:cNvPr id="274" name="Group 35"/>
              <p:cNvGrpSpPr/>
              <p:nvPr/>
            </p:nvGrpSpPr>
            <p:grpSpPr bwMode="auto">
              <a:xfrm>
                <a:off x="3792" y="2592"/>
                <a:ext cx="720" cy="672"/>
                <a:chOff x="720" y="2640"/>
                <a:chExt cx="720" cy="672"/>
              </a:xfrm>
            </p:grpSpPr>
            <p:grpSp>
              <p:nvGrpSpPr>
                <p:cNvPr id="275" name="Group 36"/>
                <p:cNvGrpSpPr/>
                <p:nvPr/>
              </p:nvGrpSpPr>
              <p:grpSpPr bwMode="auto">
                <a:xfrm>
                  <a:off x="720" y="2640"/>
                  <a:ext cx="720" cy="672"/>
                  <a:chOff x="576" y="2880"/>
                  <a:chExt cx="720" cy="672"/>
                </a:xfrm>
              </p:grpSpPr>
              <p:sp>
                <p:nvSpPr>
                  <p:cNvPr id="1049781" name="Line 37"/>
                  <p:cNvSpPr>
                    <a:spLocks noChangeShapeType="1"/>
                  </p:cNvSpPr>
                  <p:nvPr/>
                </p:nvSpPr>
                <p:spPr bwMode="auto">
                  <a:xfrm>
                    <a:off x="672" y="3072"/>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49782" name="Line 38"/>
                  <p:cNvSpPr>
                    <a:spLocks noChangeShapeType="1"/>
                  </p:cNvSpPr>
                  <p:nvPr/>
                </p:nvSpPr>
                <p:spPr bwMode="auto">
                  <a:xfrm>
                    <a:off x="672" y="3360"/>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49783" name="Line 39"/>
                  <p:cNvSpPr>
                    <a:spLocks noChangeShapeType="1"/>
                  </p:cNvSpPr>
                  <p:nvPr/>
                </p:nvSpPr>
                <p:spPr bwMode="auto">
                  <a:xfrm>
                    <a:off x="576" y="3216"/>
                    <a:ext cx="720"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784" name="Line 40"/>
                  <p:cNvSpPr>
                    <a:spLocks noChangeShapeType="1"/>
                  </p:cNvSpPr>
                  <p:nvPr/>
                </p:nvSpPr>
                <p:spPr bwMode="auto">
                  <a:xfrm flipV="1">
                    <a:off x="912" y="2880"/>
                    <a:ext cx="0" cy="672"/>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785" name="Line 41"/>
                  <p:cNvSpPr>
                    <a:spLocks noChangeShapeType="1"/>
                  </p:cNvSpPr>
                  <p:nvPr/>
                </p:nvSpPr>
                <p:spPr bwMode="auto">
                  <a:xfrm>
                    <a:off x="768" y="2976"/>
                    <a:ext cx="0" cy="480"/>
                  </a:xfrm>
                  <a:prstGeom prst="line">
                    <a:avLst/>
                  </a:prstGeom>
                  <a:noFill/>
                  <a:ln w="9525">
                    <a:solidFill>
                      <a:schemeClr val="tx1"/>
                    </a:solidFill>
                    <a:miter lim="800000"/>
                    <a:headEnd/>
                    <a:tailEnd/>
                  </a:ln>
                  <a:effectLst/>
                </p:spPr>
                <p:txBody>
                  <a:bodyPr wrap="none"/>
                  <a:lstStyle/>
                  <a:p>
                    <a:endParaRPr lang="zh-CN" altLang="en-US"/>
                  </a:p>
                </p:txBody>
              </p:sp>
              <p:sp>
                <p:nvSpPr>
                  <p:cNvPr id="1049786" name="Line 42"/>
                  <p:cNvSpPr>
                    <a:spLocks noChangeShapeType="1"/>
                  </p:cNvSpPr>
                  <p:nvPr/>
                </p:nvSpPr>
                <p:spPr bwMode="auto">
                  <a:xfrm>
                    <a:off x="1056" y="2976"/>
                    <a:ext cx="0" cy="480"/>
                  </a:xfrm>
                  <a:prstGeom prst="line">
                    <a:avLst/>
                  </a:prstGeom>
                  <a:noFill/>
                  <a:ln w="9525">
                    <a:solidFill>
                      <a:schemeClr val="tx1"/>
                    </a:solidFill>
                    <a:miter lim="800000"/>
                    <a:headEnd/>
                    <a:tailEnd/>
                  </a:ln>
                  <a:effectLst/>
                </p:spPr>
                <p:txBody>
                  <a:bodyPr wrap="none"/>
                  <a:lstStyle/>
                  <a:p>
                    <a:endParaRPr lang="zh-CN" altLang="en-US"/>
                  </a:p>
                </p:txBody>
              </p:sp>
            </p:grpSp>
            <p:grpSp>
              <p:nvGrpSpPr>
                <p:cNvPr id="276" name="Group 43"/>
                <p:cNvGrpSpPr/>
                <p:nvPr/>
              </p:nvGrpSpPr>
              <p:grpSpPr bwMode="auto">
                <a:xfrm>
                  <a:off x="887" y="2953"/>
                  <a:ext cx="336" cy="192"/>
                  <a:chOff x="887" y="2953"/>
                  <a:chExt cx="336" cy="192"/>
                </a:xfrm>
              </p:grpSpPr>
              <p:sp>
                <p:nvSpPr>
                  <p:cNvPr id="1049787" name="Oval 44"/>
                  <p:cNvSpPr>
                    <a:spLocks noChangeArrowheads="1"/>
                  </p:cNvSpPr>
                  <p:nvPr/>
                </p:nvSpPr>
                <p:spPr bwMode="auto">
                  <a:xfrm>
                    <a:off x="887" y="3097"/>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88" name="Oval 45"/>
                  <p:cNvSpPr>
                    <a:spLocks noChangeArrowheads="1"/>
                  </p:cNvSpPr>
                  <p:nvPr/>
                </p:nvSpPr>
                <p:spPr bwMode="auto">
                  <a:xfrm>
                    <a:off x="1175" y="3097"/>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89" name="Oval 46"/>
                  <p:cNvSpPr>
                    <a:spLocks noChangeArrowheads="1"/>
                  </p:cNvSpPr>
                  <p:nvPr/>
                </p:nvSpPr>
                <p:spPr bwMode="auto">
                  <a:xfrm>
                    <a:off x="1031" y="2953"/>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790" name="Oval 47"/>
                <p:cNvSpPr>
                  <a:spLocks noChangeArrowheads="1"/>
                </p:cNvSpPr>
                <p:nvPr/>
              </p:nvSpPr>
              <p:spPr bwMode="auto">
                <a:xfrm>
                  <a:off x="887" y="2809"/>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91" name="Oval 48"/>
                <p:cNvSpPr>
                  <a:spLocks noChangeArrowheads="1"/>
                </p:cNvSpPr>
                <p:nvPr/>
              </p:nvSpPr>
              <p:spPr bwMode="auto">
                <a:xfrm>
                  <a:off x="1175" y="2809"/>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277" name="Group 49"/>
              <p:cNvGrpSpPr/>
              <p:nvPr/>
            </p:nvGrpSpPr>
            <p:grpSpPr bwMode="auto">
              <a:xfrm>
                <a:off x="3958" y="2761"/>
                <a:ext cx="336" cy="336"/>
                <a:chOff x="3936" y="2784"/>
                <a:chExt cx="336" cy="336"/>
              </a:xfrm>
            </p:grpSpPr>
            <p:sp>
              <p:nvSpPr>
                <p:cNvPr id="1049792" name="Oval 50"/>
                <p:cNvSpPr>
                  <a:spLocks noChangeArrowheads="1"/>
                </p:cNvSpPr>
                <p:nvPr/>
              </p:nvSpPr>
              <p:spPr bwMode="auto">
                <a:xfrm>
                  <a:off x="4080" y="307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93" name="Oval 51"/>
                <p:cNvSpPr>
                  <a:spLocks noChangeArrowheads="1"/>
                </p:cNvSpPr>
                <p:nvPr/>
              </p:nvSpPr>
              <p:spPr bwMode="auto">
                <a:xfrm>
                  <a:off x="3936" y="29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94" name="Oval 52"/>
                <p:cNvSpPr>
                  <a:spLocks noChangeArrowheads="1"/>
                </p:cNvSpPr>
                <p:nvPr/>
              </p:nvSpPr>
              <p:spPr bwMode="auto">
                <a:xfrm>
                  <a:off x="4224" y="29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795" name="Oval 53"/>
                <p:cNvSpPr>
                  <a:spLocks noChangeArrowheads="1"/>
                </p:cNvSpPr>
                <p:nvPr/>
              </p:nvSpPr>
              <p:spPr bwMode="auto">
                <a:xfrm>
                  <a:off x="4080" y="278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sp>
        <p:nvSpPr>
          <p:cNvPr id="1049796" name="Text Box 3"/>
          <p:cNvSpPr txBox="1">
            <a:spLocks noChangeArrowheads="1"/>
          </p:cNvSpPr>
          <p:nvPr/>
        </p:nvSpPr>
        <p:spPr bwMode="auto">
          <a:xfrm>
            <a:off x="1460500" y="2078038"/>
            <a:ext cx="7391400" cy="862012"/>
          </a:xfrm>
          <a:prstGeom prst="rect">
            <a:avLst/>
          </a:prstGeom>
          <a:noFill/>
          <a:ln>
            <a:noFill/>
          </a:ln>
          <a:effectLst/>
        </p:spPr>
        <p:txBody>
          <a:bodyPr>
            <a:spAutoFit/>
          </a:bodyPr>
          <a:lstStyle/>
          <a:p>
            <a:pPr>
              <a:spcAft>
                <a:spcPct val="50000"/>
              </a:spcAft>
            </a:pPr>
            <a:r>
              <a:rPr lang="zh-CN" altLang="en-US" sz="2000" dirty="0">
                <a:solidFill>
                  <a:schemeClr val="bg1">
                    <a:lumMod val="50000"/>
                  </a:schemeClr>
                </a:solidFill>
                <a:latin typeface="黑体" panose="02010609060101010101" pitchFamily="49" charset="-122"/>
                <a:ea typeface="黑体" panose="02010609060101010101" pitchFamily="49" charset="-122"/>
                <a:sym typeface="Wingdings 2" panose="05020102010507070707" pitchFamily="18" charset="2"/>
              </a:rPr>
              <a:t> 强邻接像素：两个像素在竖直方向或水平方向上相邻。</a:t>
            </a:r>
          </a:p>
          <a:p>
            <a:pPr>
              <a:spcAft>
                <a:spcPct val="50000"/>
              </a:spcAft>
            </a:pPr>
            <a:r>
              <a:rPr lang="zh-CN" altLang="en-US" sz="2000" dirty="0">
                <a:solidFill>
                  <a:schemeClr val="bg1">
                    <a:lumMod val="50000"/>
                  </a:schemeClr>
                </a:solidFill>
                <a:latin typeface="黑体" panose="02010609060101010101" pitchFamily="49" charset="-122"/>
                <a:ea typeface="黑体" panose="02010609060101010101" pitchFamily="49" charset="-122"/>
                <a:sym typeface="Wingdings 2" panose="05020102010507070707" pitchFamily="18" charset="2"/>
              </a:rPr>
              <a:t> 弱邻接像素：两个像素在对角方向上相邻</a:t>
            </a:r>
          </a:p>
        </p:txBody>
      </p:sp>
      <p:sp>
        <p:nvSpPr>
          <p:cNvPr id="1049797" name="TextBox 27"/>
          <p:cNvSpPr txBox="1"/>
          <p:nvPr/>
        </p:nvSpPr>
        <p:spPr>
          <a:xfrm>
            <a:off x="1012825" y="177800"/>
            <a:ext cx="49072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三、二值图像的形态学处理</a:t>
            </a:r>
          </a:p>
        </p:txBody>
      </p:sp>
      <p:sp>
        <p:nvSpPr>
          <p:cNvPr id="1049798"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49799"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1.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基本概念</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800" name="Text Box 4"/>
          <p:cNvSpPr txBox="1">
            <a:spLocks noChangeArrowheads="1"/>
          </p:cNvSpPr>
          <p:nvPr/>
        </p:nvSpPr>
        <p:spPr bwMode="auto">
          <a:xfrm>
            <a:off x="1339850" y="1844675"/>
            <a:ext cx="9290050" cy="2049857"/>
          </a:xfrm>
          <a:prstGeom prst="rect">
            <a:avLst/>
          </a:prstGeom>
          <a:noFill/>
          <a:ln>
            <a:noFill/>
          </a:ln>
          <a:effectLst/>
        </p:spPr>
        <p:txBody>
          <a:bodyPr>
            <a:spAutoFit/>
          </a:bodyPr>
          <a:lstStyle>
            <a:defPPr>
              <a:defRPr lang="zh-CN"/>
            </a:defPPr>
            <a:lvl1pPr marL="342900" indent="-342900" eaLnBrk="1" hangingPunct="1">
              <a:lnSpc>
                <a:spcPct val="130000"/>
              </a:lnSpc>
              <a:buFont typeface="Arial" panose="020B0604020202020204" pitchFamily="34" charset="0"/>
              <a:buChar char="•"/>
              <a:defRPr sz="2000">
                <a:solidFill>
                  <a:schemeClr val="bg1">
                    <a:lumMod val="50000"/>
                  </a:schemeClr>
                </a:solidFill>
                <a:latin typeface="黑体" panose="02010609060101010101" pitchFamily="49" charset="-122"/>
                <a:ea typeface="黑体" panose="02010609060101010101" pitchFamily="49" charset="-122"/>
              </a:defRPr>
            </a:lvl1pPr>
          </a:lstStyle>
          <a:p>
            <a:r>
              <a:rPr lang="zh-CN" altLang="en-US" dirty="0">
                <a:latin typeface="Times New Roman" panose="02020603050405020304" pitchFamily="18" charset="0"/>
                <a:cs typeface="Times New Roman" panose="02020603050405020304" pitchFamily="18" charset="0"/>
              </a:rPr>
              <a:t>强连通：假设 </a:t>
            </a:r>
            <a:r>
              <a:rPr lang="en-US" altLang="zh-CN" i="1" dirty="0">
                <a:latin typeface="Times New Roman" panose="02020603050405020304" pitchFamily="18" charset="0"/>
                <a:cs typeface="Times New Roman" panose="02020603050405020304" pitchFamily="18" charset="0"/>
              </a:rPr>
              <a:t>x </a:t>
            </a:r>
            <a:r>
              <a:rPr lang="zh-CN" altLang="en-US" dirty="0">
                <a:latin typeface="Times New Roman" panose="02020603050405020304" pitchFamily="18" charset="0"/>
                <a:cs typeface="Times New Roman" panose="02020603050405020304" pitchFamily="18" charset="0"/>
              </a:rPr>
              <a:t>和 </a:t>
            </a:r>
            <a:r>
              <a:rPr lang="en-US" altLang="zh-CN" i="1" dirty="0">
                <a:latin typeface="Times New Roman" panose="02020603050405020304" pitchFamily="18" charset="0"/>
                <a:cs typeface="Times New Roman" panose="02020603050405020304" pitchFamily="18" charset="0"/>
              </a:rPr>
              <a:t>y </a:t>
            </a:r>
            <a:r>
              <a:rPr lang="zh-CN" altLang="en-US" dirty="0">
                <a:latin typeface="Times New Roman" panose="02020603050405020304" pitchFamily="18" charset="0"/>
                <a:cs typeface="Times New Roman" panose="02020603050405020304" pitchFamily="18" charset="0"/>
              </a:rPr>
              <a:t>为区域中的任意两个像素，在 </a:t>
            </a:r>
            <a:r>
              <a:rPr lang="en-US" altLang="zh-CN" i="1" dirty="0">
                <a:latin typeface="Times New Roman" panose="02020603050405020304" pitchFamily="18" charset="0"/>
                <a:cs typeface="Times New Roman" panose="02020603050405020304" pitchFamily="18" charset="0"/>
              </a:rPr>
              <a:t>x </a:t>
            </a:r>
            <a:r>
              <a:rPr lang="zh-CN" altLang="en-US" dirty="0">
                <a:latin typeface="Times New Roman" panose="02020603050405020304" pitchFamily="18" charset="0"/>
                <a:cs typeface="Times New Roman" panose="02020603050405020304" pitchFamily="18" charset="0"/>
              </a:rPr>
              <a:t>和 </a:t>
            </a:r>
            <a:r>
              <a:rPr lang="en-US" altLang="zh-CN" i="1" dirty="0">
                <a:latin typeface="Times New Roman" panose="02020603050405020304" pitchFamily="18" charset="0"/>
                <a:cs typeface="Times New Roman" panose="02020603050405020304" pitchFamily="18" charset="0"/>
              </a:rPr>
              <a:t>y </a:t>
            </a:r>
            <a:r>
              <a:rPr lang="zh-CN" altLang="en-US" dirty="0">
                <a:latin typeface="Times New Roman" panose="02020603050405020304" pitchFamily="18" charset="0"/>
                <a:cs typeface="Times New Roman" panose="02020603050405020304" pitchFamily="18" charset="0"/>
              </a:rPr>
              <a:t>之间存在一个像素序列，若这个像素也在这个区域中，并且序列中的像素之间为强邻接的，则这个区域是强连通的。</a:t>
            </a: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连通：序列中所有的像素之间都具有邻接关系。</a:t>
            </a:r>
            <a:r>
              <a:rPr lang="zh-CN" altLang="en-US" dirty="0">
                <a:latin typeface="Times New Roman" panose="02020603050405020304" pitchFamily="18" charset="0"/>
                <a:cs typeface="Times New Roman" panose="02020603050405020304" pitchFamily="18" charset="0"/>
                <a:sym typeface="Wingdings 2" panose="05020102010507070707" pitchFamily="18" charset="2"/>
              </a:rPr>
              <a:t> </a:t>
            </a:r>
            <a:endParaRPr lang="en-US" altLang="zh-CN" dirty="0">
              <a:latin typeface="Times New Roman" panose="02020603050405020304" pitchFamily="18" charset="0"/>
              <a:cs typeface="Times New Roman" panose="02020603050405020304" pitchFamily="18" charset="0"/>
              <a:sym typeface="Wingdings 2" panose="05020102010507070707" pitchFamily="18" charset="2"/>
            </a:endParaRPr>
          </a:p>
          <a:p>
            <a:r>
              <a:rPr lang="zh-CN" altLang="en-US" dirty="0">
                <a:latin typeface="Times New Roman" panose="02020603050405020304" pitchFamily="18" charset="0"/>
                <a:cs typeface="Times New Roman" panose="02020603050405020304" pitchFamily="18" charset="0"/>
              </a:rPr>
              <a:t>非连通：任意两个像素之间不存在邻接的像素序列。</a:t>
            </a:r>
          </a:p>
        </p:txBody>
      </p:sp>
      <p:grpSp>
        <p:nvGrpSpPr>
          <p:cNvPr id="279" name="Group 163"/>
          <p:cNvGrpSpPr/>
          <p:nvPr/>
        </p:nvGrpSpPr>
        <p:grpSpPr bwMode="auto">
          <a:xfrm>
            <a:off x="2633663" y="4264025"/>
            <a:ext cx="6705600" cy="2163762"/>
            <a:chOff x="816" y="2976"/>
            <a:chExt cx="4224" cy="1363"/>
          </a:xfrm>
        </p:grpSpPr>
        <p:grpSp>
          <p:nvGrpSpPr>
            <p:cNvPr id="280" name="Group 160"/>
            <p:cNvGrpSpPr/>
            <p:nvPr/>
          </p:nvGrpSpPr>
          <p:grpSpPr bwMode="auto">
            <a:xfrm>
              <a:off x="816" y="2976"/>
              <a:ext cx="901" cy="864"/>
              <a:chOff x="816" y="2976"/>
              <a:chExt cx="901" cy="864"/>
            </a:xfrm>
          </p:grpSpPr>
          <p:grpSp>
            <p:nvGrpSpPr>
              <p:cNvPr id="281" name="Group 57"/>
              <p:cNvGrpSpPr/>
              <p:nvPr/>
            </p:nvGrpSpPr>
            <p:grpSpPr bwMode="auto">
              <a:xfrm>
                <a:off x="816" y="2976"/>
                <a:ext cx="901" cy="864"/>
                <a:chOff x="528" y="3264"/>
                <a:chExt cx="912" cy="912"/>
              </a:xfrm>
            </p:grpSpPr>
            <p:grpSp>
              <p:nvGrpSpPr>
                <p:cNvPr id="282" name="Group 58"/>
                <p:cNvGrpSpPr/>
                <p:nvPr/>
              </p:nvGrpSpPr>
              <p:grpSpPr bwMode="auto">
                <a:xfrm>
                  <a:off x="528" y="3360"/>
                  <a:ext cx="912" cy="720"/>
                  <a:chOff x="528" y="3360"/>
                  <a:chExt cx="1296" cy="720"/>
                </a:xfrm>
              </p:grpSpPr>
              <p:sp>
                <p:nvSpPr>
                  <p:cNvPr id="1049801" name="Line 59"/>
                  <p:cNvSpPr>
                    <a:spLocks noChangeShapeType="1"/>
                  </p:cNvSpPr>
                  <p:nvPr/>
                </p:nvSpPr>
                <p:spPr bwMode="auto">
                  <a:xfrm>
                    <a:off x="528" y="3360"/>
                    <a:ext cx="1296" cy="0"/>
                  </a:xfrm>
                  <a:prstGeom prst="line">
                    <a:avLst/>
                  </a:prstGeom>
                  <a:noFill/>
                  <a:ln w="9525">
                    <a:solidFill>
                      <a:schemeClr val="tx1"/>
                    </a:solidFill>
                    <a:miter lim="800000"/>
                    <a:headEnd/>
                    <a:tailEnd/>
                  </a:ln>
                  <a:effectLst/>
                </p:spPr>
                <p:txBody>
                  <a:bodyPr wrap="none"/>
                  <a:lstStyle/>
                  <a:p>
                    <a:endParaRPr lang="zh-CN" altLang="en-US"/>
                  </a:p>
                </p:txBody>
              </p:sp>
              <p:sp>
                <p:nvSpPr>
                  <p:cNvPr id="1049802" name="Line 60"/>
                  <p:cNvSpPr>
                    <a:spLocks noChangeShapeType="1"/>
                  </p:cNvSpPr>
                  <p:nvPr/>
                </p:nvSpPr>
                <p:spPr bwMode="auto">
                  <a:xfrm>
                    <a:off x="528" y="3504"/>
                    <a:ext cx="1296" cy="0"/>
                  </a:xfrm>
                  <a:prstGeom prst="line">
                    <a:avLst/>
                  </a:prstGeom>
                  <a:noFill/>
                  <a:ln w="9525">
                    <a:solidFill>
                      <a:schemeClr val="tx1"/>
                    </a:solidFill>
                    <a:miter lim="800000"/>
                    <a:headEnd/>
                    <a:tailEnd/>
                  </a:ln>
                  <a:effectLst/>
                </p:spPr>
                <p:txBody>
                  <a:bodyPr wrap="none"/>
                  <a:lstStyle/>
                  <a:p>
                    <a:endParaRPr lang="zh-CN" altLang="en-US"/>
                  </a:p>
                </p:txBody>
              </p:sp>
              <p:sp>
                <p:nvSpPr>
                  <p:cNvPr id="1049803" name="Line 61"/>
                  <p:cNvSpPr>
                    <a:spLocks noChangeShapeType="1"/>
                  </p:cNvSpPr>
                  <p:nvPr/>
                </p:nvSpPr>
                <p:spPr bwMode="auto">
                  <a:xfrm>
                    <a:off x="528" y="3648"/>
                    <a:ext cx="1296" cy="0"/>
                  </a:xfrm>
                  <a:prstGeom prst="line">
                    <a:avLst/>
                  </a:prstGeom>
                  <a:noFill/>
                  <a:ln w="9525">
                    <a:solidFill>
                      <a:schemeClr val="tx1"/>
                    </a:solidFill>
                    <a:miter lim="800000"/>
                    <a:headEnd/>
                    <a:tailEnd/>
                  </a:ln>
                  <a:effectLst/>
                </p:spPr>
                <p:txBody>
                  <a:bodyPr wrap="none"/>
                  <a:lstStyle/>
                  <a:p>
                    <a:endParaRPr lang="zh-CN" altLang="en-US"/>
                  </a:p>
                </p:txBody>
              </p:sp>
              <p:sp>
                <p:nvSpPr>
                  <p:cNvPr id="1049804" name="Line 62"/>
                  <p:cNvSpPr>
                    <a:spLocks noChangeShapeType="1"/>
                  </p:cNvSpPr>
                  <p:nvPr/>
                </p:nvSpPr>
                <p:spPr bwMode="auto">
                  <a:xfrm>
                    <a:off x="528" y="3792"/>
                    <a:ext cx="1296" cy="0"/>
                  </a:xfrm>
                  <a:prstGeom prst="line">
                    <a:avLst/>
                  </a:prstGeom>
                  <a:noFill/>
                  <a:ln w="9525">
                    <a:solidFill>
                      <a:schemeClr val="tx1"/>
                    </a:solidFill>
                    <a:miter lim="800000"/>
                    <a:headEnd/>
                    <a:tailEnd/>
                  </a:ln>
                  <a:effectLst/>
                </p:spPr>
                <p:txBody>
                  <a:bodyPr wrap="none"/>
                  <a:lstStyle/>
                  <a:p>
                    <a:endParaRPr lang="zh-CN" altLang="en-US"/>
                  </a:p>
                </p:txBody>
              </p:sp>
              <p:sp>
                <p:nvSpPr>
                  <p:cNvPr id="1049805" name="Line 63"/>
                  <p:cNvSpPr>
                    <a:spLocks noChangeShapeType="1"/>
                  </p:cNvSpPr>
                  <p:nvPr/>
                </p:nvSpPr>
                <p:spPr bwMode="auto">
                  <a:xfrm>
                    <a:off x="528" y="3936"/>
                    <a:ext cx="1296" cy="0"/>
                  </a:xfrm>
                  <a:prstGeom prst="line">
                    <a:avLst/>
                  </a:prstGeom>
                  <a:noFill/>
                  <a:ln w="9525">
                    <a:solidFill>
                      <a:schemeClr val="tx1"/>
                    </a:solidFill>
                    <a:miter lim="800000"/>
                    <a:headEnd/>
                    <a:tailEnd/>
                  </a:ln>
                  <a:effectLst/>
                </p:spPr>
                <p:txBody>
                  <a:bodyPr wrap="none"/>
                  <a:lstStyle/>
                  <a:p>
                    <a:endParaRPr lang="zh-CN" altLang="en-US"/>
                  </a:p>
                </p:txBody>
              </p:sp>
              <p:sp>
                <p:nvSpPr>
                  <p:cNvPr id="1049806" name="Line 64"/>
                  <p:cNvSpPr>
                    <a:spLocks noChangeShapeType="1"/>
                  </p:cNvSpPr>
                  <p:nvPr/>
                </p:nvSpPr>
                <p:spPr bwMode="auto">
                  <a:xfrm>
                    <a:off x="528" y="4080"/>
                    <a:ext cx="1296"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283" name="Group 65"/>
                <p:cNvGrpSpPr/>
                <p:nvPr/>
              </p:nvGrpSpPr>
              <p:grpSpPr bwMode="auto">
                <a:xfrm>
                  <a:off x="624" y="3264"/>
                  <a:ext cx="720" cy="912"/>
                  <a:chOff x="624" y="3264"/>
                  <a:chExt cx="720" cy="864"/>
                </a:xfrm>
              </p:grpSpPr>
              <p:sp>
                <p:nvSpPr>
                  <p:cNvPr id="1049807" name="Line 66"/>
                  <p:cNvSpPr>
                    <a:spLocks noChangeShapeType="1"/>
                  </p:cNvSpPr>
                  <p:nvPr/>
                </p:nvSpPr>
                <p:spPr bwMode="auto">
                  <a:xfrm>
                    <a:off x="624" y="3264"/>
                    <a:ext cx="0" cy="864"/>
                  </a:xfrm>
                  <a:prstGeom prst="line">
                    <a:avLst/>
                  </a:prstGeom>
                  <a:noFill/>
                  <a:ln w="9525">
                    <a:solidFill>
                      <a:schemeClr val="tx1"/>
                    </a:solidFill>
                    <a:miter lim="800000"/>
                    <a:headEnd/>
                    <a:tailEnd/>
                  </a:ln>
                  <a:effectLst/>
                </p:spPr>
                <p:txBody>
                  <a:bodyPr wrap="none"/>
                  <a:lstStyle/>
                  <a:p>
                    <a:endParaRPr lang="zh-CN" altLang="en-US"/>
                  </a:p>
                </p:txBody>
              </p:sp>
              <p:sp>
                <p:nvSpPr>
                  <p:cNvPr id="1049808" name="Line 67"/>
                  <p:cNvSpPr>
                    <a:spLocks noChangeShapeType="1"/>
                  </p:cNvSpPr>
                  <p:nvPr/>
                </p:nvSpPr>
                <p:spPr bwMode="auto">
                  <a:xfrm>
                    <a:off x="768" y="3264"/>
                    <a:ext cx="0" cy="864"/>
                  </a:xfrm>
                  <a:prstGeom prst="line">
                    <a:avLst/>
                  </a:prstGeom>
                  <a:noFill/>
                  <a:ln w="9525">
                    <a:solidFill>
                      <a:schemeClr val="tx1"/>
                    </a:solidFill>
                    <a:miter lim="800000"/>
                    <a:headEnd/>
                    <a:tailEnd/>
                  </a:ln>
                  <a:effectLst/>
                </p:spPr>
                <p:txBody>
                  <a:bodyPr wrap="none"/>
                  <a:lstStyle/>
                  <a:p>
                    <a:endParaRPr lang="zh-CN" altLang="en-US"/>
                  </a:p>
                </p:txBody>
              </p:sp>
              <p:sp>
                <p:nvSpPr>
                  <p:cNvPr id="1049809" name="Line 68"/>
                  <p:cNvSpPr>
                    <a:spLocks noChangeShapeType="1"/>
                  </p:cNvSpPr>
                  <p:nvPr/>
                </p:nvSpPr>
                <p:spPr bwMode="auto">
                  <a:xfrm>
                    <a:off x="912" y="3264"/>
                    <a:ext cx="0" cy="864"/>
                  </a:xfrm>
                  <a:prstGeom prst="line">
                    <a:avLst/>
                  </a:prstGeom>
                  <a:noFill/>
                  <a:ln w="9525">
                    <a:solidFill>
                      <a:schemeClr val="tx1"/>
                    </a:solidFill>
                    <a:miter lim="800000"/>
                    <a:headEnd/>
                    <a:tailEnd/>
                  </a:ln>
                  <a:effectLst/>
                </p:spPr>
                <p:txBody>
                  <a:bodyPr wrap="none"/>
                  <a:lstStyle/>
                  <a:p>
                    <a:endParaRPr lang="zh-CN" altLang="en-US"/>
                  </a:p>
                </p:txBody>
              </p:sp>
              <p:sp>
                <p:nvSpPr>
                  <p:cNvPr id="1049810" name="Line 69"/>
                  <p:cNvSpPr>
                    <a:spLocks noChangeShapeType="1"/>
                  </p:cNvSpPr>
                  <p:nvPr/>
                </p:nvSpPr>
                <p:spPr bwMode="auto">
                  <a:xfrm>
                    <a:off x="1056" y="3264"/>
                    <a:ext cx="0" cy="864"/>
                  </a:xfrm>
                  <a:prstGeom prst="line">
                    <a:avLst/>
                  </a:prstGeom>
                  <a:noFill/>
                  <a:ln w="9525">
                    <a:solidFill>
                      <a:schemeClr val="tx1"/>
                    </a:solidFill>
                    <a:miter lim="800000"/>
                    <a:headEnd/>
                    <a:tailEnd/>
                  </a:ln>
                  <a:effectLst/>
                </p:spPr>
                <p:txBody>
                  <a:bodyPr wrap="none"/>
                  <a:lstStyle/>
                  <a:p>
                    <a:endParaRPr lang="zh-CN" altLang="en-US"/>
                  </a:p>
                </p:txBody>
              </p:sp>
              <p:sp>
                <p:nvSpPr>
                  <p:cNvPr id="1049811" name="Line 70"/>
                  <p:cNvSpPr>
                    <a:spLocks noChangeShapeType="1"/>
                  </p:cNvSpPr>
                  <p:nvPr/>
                </p:nvSpPr>
                <p:spPr bwMode="auto">
                  <a:xfrm>
                    <a:off x="1200" y="3264"/>
                    <a:ext cx="0" cy="864"/>
                  </a:xfrm>
                  <a:prstGeom prst="line">
                    <a:avLst/>
                  </a:prstGeom>
                  <a:noFill/>
                  <a:ln w="9525">
                    <a:solidFill>
                      <a:schemeClr val="tx1"/>
                    </a:solidFill>
                    <a:miter lim="800000"/>
                    <a:headEnd/>
                    <a:tailEnd/>
                  </a:ln>
                  <a:effectLst/>
                </p:spPr>
                <p:txBody>
                  <a:bodyPr wrap="none"/>
                  <a:lstStyle/>
                  <a:p>
                    <a:endParaRPr lang="zh-CN" altLang="en-US"/>
                  </a:p>
                </p:txBody>
              </p:sp>
              <p:sp>
                <p:nvSpPr>
                  <p:cNvPr id="1049812" name="Line 71"/>
                  <p:cNvSpPr>
                    <a:spLocks noChangeShapeType="1"/>
                  </p:cNvSpPr>
                  <p:nvPr/>
                </p:nvSpPr>
                <p:spPr bwMode="auto">
                  <a:xfrm>
                    <a:off x="1344" y="3264"/>
                    <a:ext cx="0" cy="864"/>
                  </a:xfrm>
                  <a:prstGeom prst="line">
                    <a:avLst/>
                  </a:prstGeom>
                  <a:noFill/>
                  <a:ln w="9525">
                    <a:solidFill>
                      <a:schemeClr val="tx1"/>
                    </a:solidFill>
                    <a:miter lim="800000"/>
                    <a:headEnd/>
                    <a:tailEnd/>
                  </a:ln>
                  <a:effectLst/>
                </p:spPr>
                <p:txBody>
                  <a:bodyPr wrap="none"/>
                  <a:lstStyle/>
                  <a:p>
                    <a:endParaRPr lang="zh-CN" altLang="en-US"/>
                  </a:p>
                </p:txBody>
              </p:sp>
            </p:grpSp>
          </p:grpSp>
          <p:grpSp>
            <p:nvGrpSpPr>
              <p:cNvPr id="284" name="Group 72"/>
              <p:cNvGrpSpPr/>
              <p:nvPr/>
            </p:nvGrpSpPr>
            <p:grpSpPr bwMode="auto">
              <a:xfrm>
                <a:off x="885" y="3045"/>
                <a:ext cx="759" cy="728"/>
                <a:chOff x="576" y="3360"/>
                <a:chExt cx="768" cy="768"/>
              </a:xfrm>
            </p:grpSpPr>
            <p:sp>
              <p:nvSpPr>
                <p:cNvPr id="1049813" name="Oval 73"/>
                <p:cNvSpPr>
                  <a:spLocks noChangeArrowheads="1"/>
                </p:cNvSpPr>
                <p:nvPr/>
              </p:nvSpPr>
              <p:spPr bwMode="auto">
                <a:xfrm>
                  <a:off x="576" y="336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14" name="Oval 74"/>
                <p:cNvSpPr>
                  <a:spLocks noChangeArrowheads="1"/>
                </p:cNvSpPr>
                <p:nvPr/>
              </p:nvSpPr>
              <p:spPr bwMode="auto">
                <a:xfrm>
                  <a:off x="720" y="336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15" name="Oval 75"/>
                <p:cNvSpPr>
                  <a:spLocks noChangeArrowheads="1"/>
                </p:cNvSpPr>
                <p:nvPr/>
              </p:nvSpPr>
              <p:spPr bwMode="auto">
                <a:xfrm>
                  <a:off x="576" y="350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16" name="Oval 76"/>
                <p:cNvSpPr>
                  <a:spLocks noChangeArrowheads="1"/>
                </p:cNvSpPr>
                <p:nvPr/>
              </p:nvSpPr>
              <p:spPr bwMode="auto">
                <a:xfrm>
                  <a:off x="720" y="350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17" name="Oval 77"/>
                <p:cNvSpPr>
                  <a:spLocks noChangeArrowheads="1"/>
                </p:cNvSpPr>
                <p:nvPr/>
              </p:nvSpPr>
              <p:spPr bwMode="auto">
                <a:xfrm>
                  <a:off x="720" y="364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18" name="Oval 78"/>
                <p:cNvSpPr>
                  <a:spLocks noChangeArrowheads="1"/>
                </p:cNvSpPr>
                <p:nvPr/>
              </p:nvSpPr>
              <p:spPr bwMode="auto">
                <a:xfrm>
                  <a:off x="864" y="364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19" name="Oval 79"/>
                <p:cNvSpPr>
                  <a:spLocks noChangeArrowheads="1"/>
                </p:cNvSpPr>
                <p:nvPr/>
              </p:nvSpPr>
              <p:spPr bwMode="auto">
                <a:xfrm>
                  <a:off x="1008" y="364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20" name="Oval 80"/>
                <p:cNvSpPr>
                  <a:spLocks noChangeArrowheads="1"/>
                </p:cNvSpPr>
                <p:nvPr/>
              </p:nvSpPr>
              <p:spPr bwMode="auto">
                <a:xfrm>
                  <a:off x="864" y="37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21" name="Oval 81"/>
                <p:cNvSpPr>
                  <a:spLocks noChangeArrowheads="1"/>
                </p:cNvSpPr>
                <p:nvPr/>
              </p:nvSpPr>
              <p:spPr bwMode="auto">
                <a:xfrm>
                  <a:off x="1008" y="37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22" name="Oval 82"/>
                <p:cNvSpPr>
                  <a:spLocks noChangeArrowheads="1"/>
                </p:cNvSpPr>
                <p:nvPr/>
              </p:nvSpPr>
              <p:spPr bwMode="auto">
                <a:xfrm>
                  <a:off x="1152" y="37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23" name="Oval 83"/>
                <p:cNvSpPr>
                  <a:spLocks noChangeArrowheads="1"/>
                </p:cNvSpPr>
                <p:nvPr/>
              </p:nvSpPr>
              <p:spPr bwMode="auto">
                <a:xfrm>
                  <a:off x="1296" y="39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24" name="Oval 84"/>
                <p:cNvSpPr>
                  <a:spLocks noChangeArrowheads="1"/>
                </p:cNvSpPr>
                <p:nvPr/>
              </p:nvSpPr>
              <p:spPr bwMode="auto">
                <a:xfrm>
                  <a:off x="864" y="39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25" name="Oval 85"/>
                <p:cNvSpPr>
                  <a:spLocks noChangeArrowheads="1"/>
                </p:cNvSpPr>
                <p:nvPr/>
              </p:nvSpPr>
              <p:spPr bwMode="auto">
                <a:xfrm>
                  <a:off x="1008" y="39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26" name="Oval 86"/>
                <p:cNvSpPr>
                  <a:spLocks noChangeArrowheads="1"/>
                </p:cNvSpPr>
                <p:nvPr/>
              </p:nvSpPr>
              <p:spPr bwMode="auto">
                <a:xfrm>
                  <a:off x="1152" y="39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27" name="Oval 87"/>
                <p:cNvSpPr>
                  <a:spLocks noChangeArrowheads="1"/>
                </p:cNvSpPr>
                <p:nvPr/>
              </p:nvSpPr>
              <p:spPr bwMode="auto">
                <a:xfrm>
                  <a:off x="1152" y="408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28" name="Oval 88"/>
                <p:cNvSpPr>
                  <a:spLocks noChangeArrowheads="1"/>
                </p:cNvSpPr>
                <p:nvPr/>
              </p:nvSpPr>
              <p:spPr bwMode="auto">
                <a:xfrm>
                  <a:off x="1296" y="408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285" name="Group 161"/>
            <p:cNvGrpSpPr/>
            <p:nvPr/>
          </p:nvGrpSpPr>
          <p:grpSpPr bwMode="auto">
            <a:xfrm>
              <a:off x="2381" y="2976"/>
              <a:ext cx="902" cy="864"/>
              <a:chOff x="2381" y="2976"/>
              <a:chExt cx="902" cy="864"/>
            </a:xfrm>
          </p:grpSpPr>
          <p:grpSp>
            <p:nvGrpSpPr>
              <p:cNvPr id="286" name="Group 90"/>
              <p:cNvGrpSpPr/>
              <p:nvPr/>
            </p:nvGrpSpPr>
            <p:grpSpPr bwMode="auto">
              <a:xfrm>
                <a:off x="2381" y="2976"/>
                <a:ext cx="902" cy="864"/>
                <a:chOff x="528" y="3264"/>
                <a:chExt cx="912" cy="912"/>
              </a:xfrm>
            </p:grpSpPr>
            <p:grpSp>
              <p:nvGrpSpPr>
                <p:cNvPr id="287" name="Group 91"/>
                <p:cNvGrpSpPr/>
                <p:nvPr/>
              </p:nvGrpSpPr>
              <p:grpSpPr bwMode="auto">
                <a:xfrm>
                  <a:off x="528" y="3360"/>
                  <a:ext cx="912" cy="720"/>
                  <a:chOff x="528" y="3360"/>
                  <a:chExt cx="1296" cy="720"/>
                </a:xfrm>
              </p:grpSpPr>
              <p:sp>
                <p:nvSpPr>
                  <p:cNvPr id="1049829" name="Line 92"/>
                  <p:cNvSpPr>
                    <a:spLocks noChangeShapeType="1"/>
                  </p:cNvSpPr>
                  <p:nvPr/>
                </p:nvSpPr>
                <p:spPr bwMode="auto">
                  <a:xfrm>
                    <a:off x="528" y="3360"/>
                    <a:ext cx="1296" cy="0"/>
                  </a:xfrm>
                  <a:prstGeom prst="line">
                    <a:avLst/>
                  </a:prstGeom>
                  <a:noFill/>
                  <a:ln w="9525">
                    <a:solidFill>
                      <a:schemeClr val="tx1"/>
                    </a:solidFill>
                    <a:miter lim="800000"/>
                    <a:headEnd/>
                    <a:tailEnd/>
                  </a:ln>
                  <a:effectLst/>
                </p:spPr>
                <p:txBody>
                  <a:bodyPr wrap="none"/>
                  <a:lstStyle/>
                  <a:p>
                    <a:endParaRPr lang="zh-CN" altLang="en-US"/>
                  </a:p>
                </p:txBody>
              </p:sp>
              <p:sp>
                <p:nvSpPr>
                  <p:cNvPr id="1049830" name="Line 93"/>
                  <p:cNvSpPr>
                    <a:spLocks noChangeShapeType="1"/>
                  </p:cNvSpPr>
                  <p:nvPr/>
                </p:nvSpPr>
                <p:spPr bwMode="auto">
                  <a:xfrm>
                    <a:off x="528" y="3504"/>
                    <a:ext cx="1296" cy="0"/>
                  </a:xfrm>
                  <a:prstGeom prst="line">
                    <a:avLst/>
                  </a:prstGeom>
                  <a:noFill/>
                  <a:ln w="9525">
                    <a:solidFill>
                      <a:schemeClr val="tx1"/>
                    </a:solidFill>
                    <a:miter lim="800000"/>
                    <a:headEnd/>
                    <a:tailEnd/>
                  </a:ln>
                  <a:effectLst/>
                </p:spPr>
                <p:txBody>
                  <a:bodyPr wrap="none"/>
                  <a:lstStyle/>
                  <a:p>
                    <a:endParaRPr lang="zh-CN" altLang="en-US"/>
                  </a:p>
                </p:txBody>
              </p:sp>
              <p:sp>
                <p:nvSpPr>
                  <p:cNvPr id="1049831" name="Line 94"/>
                  <p:cNvSpPr>
                    <a:spLocks noChangeShapeType="1"/>
                  </p:cNvSpPr>
                  <p:nvPr/>
                </p:nvSpPr>
                <p:spPr bwMode="auto">
                  <a:xfrm>
                    <a:off x="528" y="3648"/>
                    <a:ext cx="1296" cy="0"/>
                  </a:xfrm>
                  <a:prstGeom prst="line">
                    <a:avLst/>
                  </a:prstGeom>
                  <a:noFill/>
                  <a:ln w="9525">
                    <a:solidFill>
                      <a:schemeClr val="tx1"/>
                    </a:solidFill>
                    <a:miter lim="800000"/>
                    <a:headEnd/>
                    <a:tailEnd/>
                  </a:ln>
                  <a:effectLst/>
                </p:spPr>
                <p:txBody>
                  <a:bodyPr wrap="none"/>
                  <a:lstStyle/>
                  <a:p>
                    <a:endParaRPr lang="zh-CN" altLang="en-US"/>
                  </a:p>
                </p:txBody>
              </p:sp>
              <p:sp>
                <p:nvSpPr>
                  <p:cNvPr id="1049832" name="Line 95"/>
                  <p:cNvSpPr>
                    <a:spLocks noChangeShapeType="1"/>
                  </p:cNvSpPr>
                  <p:nvPr/>
                </p:nvSpPr>
                <p:spPr bwMode="auto">
                  <a:xfrm>
                    <a:off x="528" y="3792"/>
                    <a:ext cx="1296" cy="0"/>
                  </a:xfrm>
                  <a:prstGeom prst="line">
                    <a:avLst/>
                  </a:prstGeom>
                  <a:noFill/>
                  <a:ln w="9525">
                    <a:solidFill>
                      <a:schemeClr val="tx1"/>
                    </a:solidFill>
                    <a:miter lim="800000"/>
                    <a:headEnd/>
                    <a:tailEnd/>
                  </a:ln>
                  <a:effectLst/>
                </p:spPr>
                <p:txBody>
                  <a:bodyPr wrap="none"/>
                  <a:lstStyle/>
                  <a:p>
                    <a:endParaRPr lang="zh-CN" altLang="en-US"/>
                  </a:p>
                </p:txBody>
              </p:sp>
              <p:sp>
                <p:nvSpPr>
                  <p:cNvPr id="1049833" name="Line 96"/>
                  <p:cNvSpPr>
                    <a:spLocks noChangeShapeType="1"/>
                  </p:cNvSpPr>
                  <p:nvPr/>
                </p:nvSpPr>
                <p:spPr bwMode="auto">
                  <a:xfrm>
                    <a:off x="528" y="3936"/>
                    <a:ext cx="1296" cy="0"/>
                  </a:xfrm>
                  <a:prstGeom prst="line">
                    <a:avLst/>
                  </a:prstGeom>
                  <a:noFill/>
                  <a:ln w="9525">
                    <a:solidFill>
                      <a:schemeClr val="tx1"/>
                    </a:solidFill>
                    <a:miter lim="800000"/>
                    <a:headEnd/>
                    <a:tailEnd/>
                  </a:ln>
                  <a:effectLst/>
                </p:spPr>
                <p:txBody>
                  <a:bodyPr wrap="none"/>
                  <a:lstStyle/>
                  <a:p>
                    <a:endParaRPr lang="zh-CN" altLang="en-US"/>
                  </a:p>
                </p:txBody>
              </p:sp>
              <p:sp>
                <p:nvSpPr>
                  <p:cNvPr id="1049834" name="Line 97"/>
                  <p:cNvSpPr>
                    <a:spLocks noChangeShapeType="1"/>
                  </p:cNvSpPr>
                  <p:nvPr/>
                </p:nvSpPr>
                <p:spPr bwMode="auto">
                  <a:xfrm>
                    <a:off x="528" y="4080"/>
                    <a:ext cx="1296"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288" name="Group 98"/>
                <p:cNvGrpSpPr/>
                <p:nvPr/>
              </p:nvGrpSpPr>
              <p:grpSpPr bwMode="auto">
                <a:xfrm>
                  <a:off x="624" y="3264"/>
                  <a:ext cx="720" cy="912"/>
                  <a:chOff x="624" y="3264"/>
                  <a:chExt cx="720" cy="864"/>
                </a:xfrm>
              </p:grpSpPr>
              <p:sp>
                <p:nvSpPr>
                  <p:cNvPr id="1049835" name="Line 99"/>
                  <p:cNvSpPr>
                    <a:spLocks noChangeShapeType="1"/>
                  </p:cNvSpPr>
                  <p:nvPr/>
                </p:nvSpPr>
                <p:spPr bwMode="auto">
                  <a:xfrm>
                    <a:off x="624" y="3264"/>
                    <a:ext cx="0" cy="864"/>
                  </a:xfrm>
                  <a:prstGeom prst="line">
                    <a:avLst/>
                  </a:prstGeom>
                  <a:noFill/>
                  <a:ln w="9525">
                    <a:solidFill>
                      <a:schemeClr val="tx1"/>
                    </a:solidFill>
                    <a:miter lim="800000"/>
                    <a:headEnd/>
                    <a:tailEnd/>
                  </a:ln>
                  <a:effectLst/>
                </p:spPr>
                <p:txBody>
                  <a:bodyPr wrap="none"/>
                  <a:lstStyle/>
                  <a:p>
                    <a:endParaRPr lang="zh-CN" altLang="en-US"/>
                  </a:p>
                </p:txBody>
              </p:sp>
              <p:sp>
                <p:nvSpPr>
                  <p:cNvPr id="1049836" name="Line 100"/>
                  <p:cNvSpPr>
                    <a:spLocks noChangeShapeType="1"/>
                  </p:cNvSpPr>
                  <p:nvPr/>
                </p:nvSpPr>
                <p:spPr bwMode="auto">
                  <a:xfrm>
                    <a:off x="768" y="3264"/>
                    <a:ext cx="0" cy="864"/>
                  </a:xfrm>
                  <a:prstGeom prst="line">
                    <a:avLst/>
                  </a:prstGeom>
                  <a:noFill/>
                  <a:ln w="9525">
                    <a:solidFill>
                      <a:schemeClr val="tx1"/>
                    </a:solidFill>
                    <a:miter lim="800000"/>
                    <a:headEnd/>
                    <a:tailEnd/>
                  </a:ln>
                  <a:effectLst/>
                </p:spPr>
                <p:txBody>
                  <a:bodyPr wrap="none"/>
                  <a:lstStyle/>
                  <a:p>
                    <a:endParaRPr lang="zh-CN" altLang="en-US"/>
                  </a:p>
                </p:txBody>
              </p:sp>
              <p:sp>
                <p:nvSpPr>
                  <p:cNvPr id="1049837" name="Line 101"/>
                  <p:cNvSpPr>
                    <a:spLocks noChangeShapeType="1"/>
                  </p:cNvSpPr>
                  <p:nvPr/>
                </p:nvSpPr>
                <p:spPr bwMode="auto">
                  <a:xfrm>
                    <a:off x="912" y="3264"/>
                    <a:ext cx="0" cy="864"/>
                  </a:xfrm>
                  <a:prstGeom prst="line">
                    <a:avLst/>
                  </a:prstGeom>
                  <a:noFill/>
                  <a:ln w="9525">
                    <a:solidFill>
                      <a:schemeClr val="tx1"/>
                    </a:solidFill>
                    <a:miter lim="800000"/>
                    <a:headEnd/>
                    <a:tailEnd/>
                  </a:ln>
                  <a:effectLst/>
                </p:spPr>
                <p:txBody>
                  <a:bodyPr wrap="none"/>
                  <a:lstStyle/>
                  <a:p>
                    <a:endParaRPr lang="zh-CN" altLang="en-US"/>
                  </a:p>
                </p:txBody>
              </p:sp>
              <p:sp>
                <p:nvSpPr>
                  <p:cNvPr id="1049838" name="Line 102"/>
                  <p:cNvSpPr>
                    <a:spLocks noChangeShapeType="1"/>
                  </p:cNvSpPr>
                  <p:nvPr/>
                </p:nvSpPr>
                <p:spPr bwMode="auto">
                  <a:xfrm>
                    <a:off x="1056" y="3264"/>
                    <a:ext cx="0" cy="864"/>
                  </a:xfrm>
                  <a:prstGeom prst="line">
                    <a:avLst/>
                  </a:prstGeom>
                  <a:noFill/>
                  <a:ln w="9525">
                    <a:solidFill>
                      <a:schemeClr val="tx1"/>
                    </a:solidFill>
                    <a:miter lim="800000"/>
                    <a:headEnd/>
                    <a:tailEnd/>
                  </a:ln>
                  <a:effectLst/>
                </p:spPr>
                <p:txBody>
                  <a:bodyPr wrap="none"/>
                  <a:lstStyle/>
                  <a:p>
                    <a:endParaRPr lang="zh-CN" altLang="en-US"/>
                  </a:p>
                </p:txBody>
              </p:sp>
              <p:sp>
                <p:nvSpPr>
                  <p:cNvPr id="1049839" name="Line 103"/>
                  <p:cNvSpPr>
                    <a:spLocks noChangeShapeType="1"/>
                  </p:cNvSpPr>
                  <p:nvPr/>
                </p:nvSpPr>
                <p:spPr bwMode="auto">
                  <a:xfrm>
                    <a:off x="1200" y="3264"/>
                    <a:ext cx="0" cy="864"/>
                  </a:xfrm>
                  <a:prstGeom prst="line">
                    <a:avLst/>
                  </a:prstGeom>
                  <a:noFill/>
                  <a:ln w="9525">
                    <a:solidFill>
                      <a:schemeClr val="tx1"/>
                    </a:solidFill>
                    <a:miter lim="800000"/>
                    <a:headEnd/>
                    <a:tailEnd/>
                  </a:ln>
                  <a:effectLst/>
                </p:spPr>
                <p:txBody>
                  <a:bodyPr wrap="none"/>
                  <a:lstStyle/>
                  <a:p>
                    <a:endParaRPr lang="zh-CN" altLang="en-US"/>
                  </a:p>
                </p:txBody>
              </p:sp>
              <p:sp>
                <p:nvSpPr>
                  <p:cNvPr id="1049840" name="Line 104"/>
                  <p:cNvSpPr>
                    <a:spLocks noChangeShapeType="1"/>
                  </p:cNvSpPr>
                  <p:nvPr/>
                </p:nvSpPr>
                <p:spPr bwMode="auto">
                  <a:xfrm>
                    <a:off x="1344" y="3264"/>
                    <a:ext cx="0" cy="864"/>
                  </a:xfrm>
                  <a:prstGeom prst="line">
                    <a:avLst/>
                  </a:prstGeom>
                  <a:noFill/>
                  <a:ln w="9525">
                    <a:solidFill>
                      <a:schemeClr val="tx1"/>
                    </a:solidFill>
                    <a:miter lim="800000"/>
                    <a:headEnd/>
                    <a:tailEnd/>
                  </a:ln>
                  <a:effectLst/>
                </p:spPr>
                <p:txBody>
                  <a:bodyPr wrap="none"/>
                  <a:lstStyle/>
                  <a:p>
                    <a:endParaRPr lang="zh-CN" altLang="en-US"/>
                  </a:p>
                </p:txBody>
              </p:sp>
            </p:grpSp>
          </p:grpSp>
          <p:grpSp>
            <p:nvGrpSpPr>
              <p:cNvPr id="289" name="Group 105"/>
              <p:cNvGrpSpPr/>
              <p:nvPr/>
            </p:nvGrpSpPr>
            <p:grpSpPr bwMode="auto">
              <a:xfrm>
                <a:off x="2452" y="3043"/>
                <a:ext cx="617" cy="728"/>
                <a:chOff x="2304" y="3264"/>
                <a:chExt cx="624" cy="768"/>
              </a:xfrm>
            </p:grpSpPr>
            <p:sp>
              <p:nvSpPr>
                <p:cNvPr id="1049841" name="Oval 106"/>
                <p:cNvSpPr>
                  <a:spLocks noChangeArrowheads="1"/>
                </p:cNvSpPr>
                <p:nvPr/>
              </p:nvSpPr>
              <p:spPr bwMode="auto">
                <a:xfrm>
                  <a:off x="2304" y="326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42" name="Oval 107"/>
                <p:cNvSpPr>
                  <a:spLocks noChangeArrowheads="1"/>
                </p:cNvSpPr>
                <p:nvPr/>
              </p:nvSpPr>
              <p:spPr bwMode="auto">
                <a:xfrm>
                  <a:off x="2448" y="326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43" name="Oval 108"/>
                <p:cNvSpPr>
                  <a:spLocks noChangeArrowheads="1"/>
                </p:cNvSpPr>
                <p:nvPr/>
              </p:nvSpPr>
              <p:spPr bwMode="auto">
                <a:xfrm>
                  <a:off x="2304" y="340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44" name="Oval 109"/>
                <p:cNvSpPr>
                  <a:spLocks noChangeArrowheads="1"/>
                </p:cNvSpPr>
                <p:nvPr/>
              </p:nvSpPr>
              <p:spPr bwMode="auto">
                <a:xfrm>
                  <a:off x="2448" y="340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45" name="Oval 110"/>
                <p:cNvSpPr>
                  <a:spLocks noChangeArrowheads="1"/>
                </p:cNvSpPr>
                <p:nvPr/>
              </p:nvSpPr>
              <p:spPr bwMode="auto">
                <a:xfrm>
                  <a:off x="2592" y="355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46" name="Oval 111"/>
                <p:cNvSpPr>
                  <a:spLocks noChangeArrowheads="1"/>
                </p:cNvSpPr>
                <p:nvPr/>
              </p:nvSpPr>
              <p:spPr bwMode="auto">
                <a:xfrm>
                  <a:off x="2736" y="355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47" name="Oval 112"/>
                <p:cNvSpPr>
                  <a:spLocks noChangeArrowheads="1"/>
                </p:cNvSpPr>
                <p:nvPr/>
              </p:nvSpPr>
              <p:spPr bwMode="auto">
                <a:xfrm>
                  <a:off x="2592" y="369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48" name="Oval 113"/>
                <p:cNvSpPr>
                  <a:spLocks noChangeArrowheads="1"/>
                </p:cNvSpPr>
                <p:nvPr/>
              </p:nvSpPr>
              <p:spPr bwMode="auto">
                <a:xfrm>
                  <a:off x="2736" y="369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49" name="Oval 114"/>
                <p:cNvSpPr>
                  <a:spLocks noChangeArrowheads="1"/>
                </p:cNvSpPr>
                <p:nvPr/>
              </p:nvSpPr>
              <p:spPr bwMode="auto">
                <a:xfrm>
                  <a:off x="2880" y="369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50" name="Oval 115"/>
                <p:cNvSpPr>
                  <a:spLocks noChangeArrowheads="1"/>
                </p:cNvSpPr>
                <p:nvPr/>
              </p:nvSpPr>
              <p:spPr bwMode="auto">
                <a:xfrm>
                  <a:off x="2880" y="355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51" name="Oval 116"/>
                <p:cNvSpPr>
                  <a:spLocks noChangeArrowheads="1"/>
                </p:cNvSpPr>
                <p:nvPr/>
              </p:nvSpPr>
              <p:spPr bwMode="auto">
                <a:xfrm>
                  <a:off x="2304" y="384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52" name="Oval 117"/>
                <p:cNvSpPr>
                  <a:spLocks noChangeArrowheads="1"/>
                </p:cNvSpPr>
                <p:nvPr/>
              </p:nvSpPr>
              <p:spPr bwMode="auto">
                <a:xfrm>
                  <a:off x="2448" y="384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53" name="Oval 118"/>
                <p:cNvSpPr>
                  <a:spLocks noChangeArrowheads="1"/>
                </p:cNvSpPr>
                <p:nvPr/>
              </p:nvSpPr>
              <p:spPr bwMode="auto">
                <a:xfrm>
                  <a:off x="2304" y="398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54" name="Oval 119"/>
                <p:cNvSpPr>
                  <a:spLocks noChangeArrowheads="1"/>
                </p:cNvSpPr>
                <p:nvPr/>
              </p:nvSpPr>
              <p:spPr bwMode="auto">
                <a:xfrm>
                  <a:off x="2448" y="398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55" name="Oval 120"/>
                <p:cNvSpPr>
                  <a:spLocks noChangeArrowheads="1"/>
                </p:cNvSpPr>
                <p:nvPr/>
              </p:nvSpPr>
              <p:spPr bwMode="auto">
                <a:xfrm>
                  <a:off x="2592" y="398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290" name="Group 162"/>
            <p:cNvGrpSpPr/>
            <p:nvPr/>
          </p:nvGrpSpPr>
          <p:grpSpPr bwMode="auto">
            <a:xfrm>
              <a:off x="3947" y="2976"/>
              <a:ext cx="901" cy="864"/>
              <a:chOff x="3947" y="2976"/>
              <a:chExt cx="901" cy="864"/>
            </a:xfrm>
          </p:grpSpPr>
          <p:grpSp>
            <p:nvGrpSpPr>
              <p:cNvPr id="291" name="Group 122"/>
              <p:cNvGrpSpPr/>
              <p:nvPr/>
            </p:nvGrpSpPr>
            <p:grpSpPr bwMode="auto">
              <a:xfrm>
                <a:off x="3947" y="2976"/>
                <a:ext cx="901" cy="864"/>
                <a:chOff x="528" y="3264"/>
                <a:chExt cx="912" cy="912"/>
              </a:xfrm>
            </p:grpSpPr>
            <p:grpSp>
              <p:nvGrpSpPr>
                <p:cNvPr id="292" name="Group 123"/>
                <p:cNvGrpSpPr/>
                <p:nvPr/>
              </p:nvGrpSpPr>
              <p:grpSpPr bwMode="auto">
                <a:xfrm>
                  <a:off x="528" y="3360"/>
                  <a:ext cx="912" cy="720"/>
                  <a:chOff x="528" y="3360"/>
                  <a:chExt cx="1296" cy="720"/>
                </a:xfrm>
              </p:grpSpPr>
              <p:sp>
                <p:nvSpPr>
                  <p:cNvPr id="1049856" name="Line 124"/>
                  <p:cNvSpPr>
                    <a:spLocks noChangeShapeType="1"/>
                  </p:cNvSpPr>
                  <p:nvPr/>
                </p:nvSpPr>
                <p:spPr bwMode="auto">
                  <a:xfrm>
                    <a:off x="528" y="3360"/>
                    <a:ext cx="1296" cy="0"/>
                  </a:xfrm>
                  <a:prstGeom prst="line">
                    <a:avLst/>
                  </a:prstGeom>
                  <a:noFill/>
                  <a:ln w="9525">
                    <a:solidFill>
                      <a:schemeClr val="tx1"/>
                    </a:solidFill>
                    <a:miter lim="800000"/>
                    <a:headEnd/>
                    <a:tailEnd/>
                  </a:ln>
                  <a:effectLst/>
                </p:spPr>
                <p:txBody>
                  <a:bodyPr wrap="none"/>
                  <a:lstStyle/>
                  <a:p>
                    <a:endParaRPr lang="zh-CN" altLang="en-US"/>
                  </a:p>
                </p:txBody>
              </p:sp>
              <p:sp>
                <p:nvSpPr>
                  <p:cNvPr id="1049857" name="Line 125"/>
                  <p:cNvSpPr>
                    <a:spLocks noChangeShapeType="1"/>
                  </p:cNvSpPr>
                  <p:nvPr/>
                </p:nvSpPr>
                <p:spPr bwMode="auto">
                  <a:xfrm>
                    <a:off x="528" y="3504"/>
                    <a:ext cx="1296" cy="0"/>
                  </a:xfrm>
                  <a:prstGeom prst="line">
                    <a:avLst/>
                  </a:prstGeom>
                  <a:noFill/>
                  <a:ln w="9525">
                    <a:solidFill>
                      <a:schemeClr val="tx1"/>
                    </a:solidFill>
                    <a:miter lim="800000"/>
                    <a:headEnd/>
                    <a:tailEnd/>
                  </a:ln>
                  <a:effectLst/>
                </p:spPr>
                <p:txBody>
                  <a:bodyPr wrap="none"/>
                  <a:lstStyle/>
                  <a:p>
                    <a:endParaRPr lang="zh-CN" altLang="en-US"/>
                  </a:p>
                </p:txBody>
              </p:sp>
              <p:sp>
                <p:nvSpPr>
                  <p:cNvPr id="1049858" name="Line 126"/>
                  <p:cNvSpPr>
                    <a:spLocks noChangeShapeType="1"/>
                  </p:cNvSpPr>
                  <p:nvPr/>
                </p:nvSpPr>
                <p:spPr bwMode="auto">
                  <a:xfrm>
                    <a:off x="528" y="3648"/>
                    <a:ext cx="1296" cy="0"/>
                  </a:xfrm>
                  <a:prstGeom prst="line">
                    <a:avLst/>
                  </a:prstGeom>
                  <a:noFill/>
                  <a:ln w="9525">
                    <a:solidFill>
                      <a:schemeClr val="tx1"/>
                    </a:solidFill>
                    <a:miter lim="800000"/>
                    <a:headEnd/>
                    <a:tailEnd/>
                  </a:ln>
                  <a:effectLst/>
                </p:spPr>
                <p:txBody>
                  <a:bodyPr wrap="none"/>
                  <a:lstStyle/>
                  <a:p>
                    <a:endParaRPr lang="zh-CN" altLang="en-US"/>
                  </a:p>
                </p:txBody>
              </p:sp>
              <p:sp>
                <p:nvSpPr>
                  <p:cNvPr id="1049859" name="Line 127"/>
                  <p:cNvSpPr>
                    <a:spLocks noChangeShapeType="1"/>
                  </p:cNvSpPr>
                  <p:nvPr/>
                </p:nvSpPr>
                <p:spPr bwMode="auto">
                  <a:xfrm>
                    <a:off x="528" y="3792"/>
                    <a:ext cx="1296" cy="0"/>
                  </a:xfrm>
                  <a:prstGeom prst="line">
                    <a:avLst/>
                  </a:prstGeom>
                  <a:noFill/>
                  <a:ln w="9525">
                    <a:solidFill>
                      <a:schemeClr val="tx1"/>
                    </a:solidFill>
                    <a:miter lim="800000"/>
                    <a:headEnd/>
                    <a:tailEnd/>
                  </a:ln>
                  <a:effectLst/>
                </p:spPr>
                <p:txBody>
                  <a:bodyPr wrap="none"/>
                  <a:lstStyle/>
                  <a:p>
                    <a:endParaRPr lang="zh-CN" altLang="en-US"/>
                  </a:p>
                </p:txBody>
              </p:sp>
              <p:sp>
                <p:nvSpPr>
                  <p:cNvPr id="1049860" name="Line 128"/>
                  <p:cNvSpPr>
                    <a:spLocks noChangeShapeType="1"/>
                  </p:cNvSpPr>
                  <p:nvPr/>
                </p:nvSpPr>
                <p:spPr bwMode="auto">
                  <a:xfrm>
                    <a:off x="528" y="3936"/>
                    <a:ext cx="1296" cy="0"/>
                  </a:xfrm>
                  <a:prstGeom prst="line">
                    <a:avLst/>
                  </a:prstGeom>
                  <a:noFill/>
                  <a:ln w="9525">
                    <a:solidFill>
                      <a:schemeClr val="tx1"/>
                    </a:solidFill>
                    <a:miter lim="800000"/>
                    <a:headEnd/>
                    <a:tailEnd/>
                  </a:ln>
                  <a:effectLst/>
                </p:spPr>
                <p:txBody>
                  <a:bodyPr wrap="none"/>
                  <a:lstStyle/>
                  <a:p>
                    <a:endParaRPr lang="zh-CN" altLang="en-US"/>
                  </a:p>
                </p:txBody>
              </p:sp>
              <p:sp>
                <p:nvSpPr>
                  <p:cNvPr id="1049861" name="Line 129"/>
                  <p:cNvSpPr>
                    <a:spLocks noChangeShapeType="1"/>
                  </p:cNvSpPr>
                  <p:nvPr/>
                </p:nvSpPr>
                <p:spPr bwMode="auto">
                  <a:xfrm>
                    <a:off x="528" y="4080"/>
                    <a:ext cx="1296"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293" name="Group 130"/>
                <p:cNvGrpSpPr/>
                <p:nvPr/>
              </p:nvGrpSpPr>
              <p:grpSpPr bwMode="auto">
                <a:xfrm>
                  <a:off x="624" y="3264"/>
                  <a:ext cx="720" cy="912"/>
                  <a:chOff x="624" y="3264"/>
                  <a:chExt cx="720" cy="864"/>
                </a:xfrm>
              </p:grpSpPr>
              <p:sp>
                <p:nvSpPr>
                  <p:cNvPr id="1049862" name="Line 131"/>
                  <p:cNvSpPr>
                    <a:spLocks noChangeShapeType="1"/>
                  </p:cNvSpPr>
                  <p:nvPr/>
                </p:nvSpPr>
                <p:spPr bwMode="auto">
                  <a:xfrm>
                    <a:off x="624" y="3264"/>
                    <a:ext cx="0" cy="864"/>
                  </a:xfrm>
                  <a:prstGeom prst="line">
                    <a:avLst/>
                  </a:prstGeom>
                  <a:noFill/>
                  <a:ln w="9525">
                    <a:solidFill>
                      <a:schemeClr val="tx1"/>
                    </a:solidFill>
                    <a:miter lim="800000"/>
                    <a:headEnd/>
                    <a:tailEnd/>
                  </a:ln>
                  <a:effectLst/>
                </p:spPr>
                <p:txBody>
                  <a:bodyPr wrap="none"/>
                  <a:lstStyle/>
                  <a:p>
                    <a:endParaRPr lang="zh-CN" altLang="en-US"/>
                  </a:p>
                </p:txBody>
              </p:sp>
              <p:sp>
                <p:nvSpPr>
                  <p:cNvPr id="1049863" name="Line 132"/>
                  <p:cNvSpPr>
                    <a:spLocks noChangeShapeType="1"/>
                  </p:cNvSpPr>
                  <p:nvPr/>
                </p:nvSpPr>
                <p:spPr bwMode="auto">
                  <a:xfrm>
                    <a:off x="768" y="3264"/>
                    <a:ext cx="0" cy="864"/>
                  </a:xfrm>
                  <a:prstGeom prst="line">
                    <a:avLst/>
                  </a:prstGeom>
                  <a:noFill/>
                  <a:ln w="9525">
                    <a:solidFill>
                      <a:schemeClr val="tx1"/>
                    </a:solidFill>
                    <a:miter lim="800000"/>
                    <a:headEnd/>
                    <a:tailEnd/>
                  </a:ln>
                  <a:effectLst/>
                </p:spPr>
                <p:txBody>
                  <a:bodyPr wrap="none"/>
                  <a:lstStyle/>
                  <a:p>
                    <a:endParaRPr lang="zh-CN" altLang="en-US"/>
                  </a:p>
                </p:txBody>
              </p:sp>
              <p:sp>
                <p:nvSpPr>
                  <p:cNvPr id="1049864" name="Line 133"/>
                  <p:cNvSpPr>
                    <a:spLocks noChangeShapeType="1"/>
                  </p:cNvSpPr>
                  <p:nvPr/>
                </p:nvSpPr>
                <p:spPr bwMode="auto">
                  <a:xfrm>
                    <a:off x="912" y="3264"/>
                    <a:ext cx="0" cy="864"/>
                  </a:xfrm>
                  <a:prstGeom prst="line">
                    <a:avLst/>
                  </a:prstGeom>
                  <a:noFill/>
                  <a:ln w="9525">
                    <a:solidFill>
                      <a:schemeClr val="tx1"/>
                    </a:solidFill>
                    <a:miter lim="800000"/>
                    <a:headEnd/>
                    <a:tailEnd/>
                  </a:ln>
                  <a:effectLst/>
                </p:spPr>
                <p:txBody>
                  <a:bodyPr wrap="none"/>
                  <a:lstStyle/>
                  <a:p>
                    <a:endParaRPr lang="zh-CN" altLang="en-US"/>
                  </a:p>
                </p:txBody>
              </p:sp>
              <p:sp>
                <p:nvSpPr>
                  <p:cNvPr id="1049865" name="Line 134"/>
                  <p:cNvSpPr>
                    <a:spLocks noChangeShapeType="1"/>
                  </p:cNvSpPr>
                  <p:nvPr/>
                </p:nvSpPr>
                <p:spPr bwMode="auto">
                  <a:xfrm>
                    <a:off x="1056" y="3264"/>
                    <a:ext cx="0" cy="864"/>
                  </a:xfrm>
                  <a:prstGeom prst="line">
                    <a:avLst/>
                  </a:prstGeom>
                  <a:noFill/>
                  <a:ln w="9525">
                    <a:solidFill>
                      <a:schemeClr val="tx1"/>
                    </a:solidFill>
                    <a:miter lim="800000"/>
                    <a:headEnd/>
                    <a:tailEnd/>
                  </a:ln>
                  <a:effectLst/>
                </p:spPr>
                <p:txBody>
                  <a:bodyPr wrap="none"/>
                  <a:lstStyle/>
                  <a:p>
                    <a:endParaRPr lang="zh-CN" altLang="en-US"/>
                  </a:p>
                </p:txBody>
              </p:sp>
              <p:sp>
                <p:nvSpPr>
                  <p:cNvPr id="1049866" name="Line 135"/>
                  <p:cNvSpPr>
                    <a:spLocks noChangeShapeType="1"/>
                  </p:cNvSpPr>
                  <p:nvPr/>
                </p:nvSpPr>
                <p:spPr bwMode="auto">
                  <a:xfrm>
                    <a:off x="1200" y="3264"/>
                    <a:ext cx="0" cy="864"/>
                  </a:xfrm>
                  <a:prstGeom prst="line">
                    <a:avLst/>
                  </a:prstGeom>
                  <a:noFill/>
                  <a:ln w="9525">
                    <a:solidFill>
                      <a:schemeClr val="tx1"/>
                    </a:solidFill>
                    <a:miter lim="800000"/>
                    <a:headEnd/>
                    <a:tailEnd/>
                  </a:ln>
                  <a:effectLst/>
                </p:spPr>
                <p:txBody>
                  <a:bodyPr wrap="none"/>
                  <a:lstStyle/>
                  <a:p>
                    <a:endParaRPr lang="zh-CN" altLang="en-US"/>
                  </a:p>
                </p:txBody>
              </p:sp>
              <p:sp>
                <p:nvSpPr>
                  <p:cNvPr id="1049867" name="Line 136"/>
                  <p:cNvSpPr>
                    <a:spLocks noChangeShapeType="1"/>
                  </p:cNvSpPr>
                  <p:nvPr/>
                </p:nvSpPr>
                <p:spPr bwMode="auto">
                  <a:xfrm>
                    <a:off x="1344" y="3264"/>
                    <a:ext cx="0" cy="864"/>
                  </a:xfrm>
                  <a:prstGeom prst="line">
                    <a:avLst/>
                  </a:prstGeom>
                  <a:noFill/>
                  <a:ln w="9525">
                    <a:solidFill>
                      <a:schemeClr val="tx1"/>
                    </a:solidFill>
                    <a:miter lim="800000"/>
                    <a:headEnd/>
                    <a:tailEnd/>
                  </a:ln>
                  <a:effectLst/>
                </p:spPr>
                <p:txBody>
                  <a:bodyPr wrap="none"/>
                  <a:lstStyle/>
                  <a:p>
                    <a:endParaRPr lang="zh-CN" altLang="en-US"/>
                  </a:p>
                </p:txBody>
              </p:sp>
            </p:grpSp>
          </p:grpSp>
          <p:grpSp>
            <p:nvGrpSpPr>
              <p:cNvPr id="294" name="Group 137"/>
              <p:cNvGrpSpPr/>
              <p:nvPr/>
            </p:nvGrpSpPr>
            <p:grpSpPr bwMode="auto">
              <a:xfrm>
                <a:off x="4018" y="3042"/>
                <a:ext cx="759" cy="728"/>
                <a:chOff x="3696" y="3360"/>
                <a:chExt cx="768" cy="768"/>
              </a:xfrm>
            </p:grpSpPr>
            <p:sp>
              <p:nvSpPr>
                <p:cNvPr id="1049868" name="Oval 138"/>
                <p:cNvSpPr>
                  <a:spLocks noChangeArrowheads="1"/>
                </p:cNvSpPr>
                <p:nvPr/>
              </p:nvSpPr>
              <p:spPr bwMode="auto">
                <a:xfrm>
                  <a:off x="3696" y="336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69" name="Oval 139"/>
                <p:cNvSpPr>
                  <a:spLocks noChangeArrowheads="1"/>
                </p:cNvSpPr>
                <p:nvPr/>
              </p:nvSpPr>
              <p:spPr bwMode="auto">
                <a:xfrm>
                  <a:off x="3840" y="336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70" name="Oval 140"/>
                <p:cNvSpPr>
                  <a:spLocks noChangeArrowheads="1"/>
                </p:cNvSpPr>
                <p:nvPr/>
              </p:nvSpPr>
              <p:spPr bwMode="auto">
                <a:xfrm>
                  <a:off x="3696" y="350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71" name="Oval 141"/>
                <p:cNvSpPr>
                  <a:spLocks noChangeArrowheads="1"/>
                </p:cNvSpPr>
                <p:nvPr/>
              </p:nvSpPr>
              <p:spPr bwMode="auto">
                <a:xfrm>
                  <a:off x="3840" y="350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72" name="Oval 142"/>
                <p:cNvSpPr>
                  <a:spLocks noChangeArrowheads="1"/>
                </p:cNvSpPr>
                <p:nvPr/>
              </p:nvSpPr>
              <p:spPr bwMode="auto">
                <a:xfrm>
                  <a:off x="3840" y="364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73" name="Oval 143"/>
                <p:cNvSpPr>
                  <a:spLocks noChangeArrowheads="1"/>
                </p:cNvSpPr>
                <p:nvPr/>
              </p:nvSpPr>
              <p:spPr bwMode="auto">
                <a:xfrm>
                  <a:off x="3984" y="408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74" name="Oval 144"/>
                <p:cNvSpPr>
                  <a:spLocks noChangeArrowheads="1"/>
                </p:cNvSpPr>
                <p:nvPr/>
              </p:nvSpPr>
              <p:spPr bwMode="auto">
                <a:xfrm>
                  <a:off x="4128" y="408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75" name="Oval 145"/>
                <p:cNvSpPr>
                  <a:spLocks noChangeArrowheads="1"/>
                </p:cNvSpPr>
                <p:nvPr/>
              </p:nvSpPr>
              <p:spPr bwMode="auto">
                <a:xfrm>
                  <a:off x="4272" y="37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76" name="Oval 146"/>
                <p:cNvSpPr>
                  <a:spLocks noChangeArrowheads="1"/>
                </p:cNvSpPr>
                <p:nvPr/>
              </p:nvSpPr>
              <p:spPr bwMode="auto">
                <a:xfrm>
                  <a:off x="4128" y="37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77" name="Oval 147"/>
                <p:cNvSpPr>
                  <a:spLocks noChangeArrowheads="1"/>
                </p:cNvSpPr>
                <p:nvPr/>
              </p:nvSpPr>
              <p:spPr bwMode="auto">
                <a:xfrm>
                  <a:off x="4416" y="37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78" name="Oval 148"/>
                <p:cNvSpPr>
                  <a:spLocks noChangeArrowheads="1"/>
                </p:cNvSpPr>
                <p:nvPr/>
              </p:nvSpPr>
              <p:spPr bwMode="auto">
                <a:xfrm>
                  <a:off x="4416" y="39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79" name="Oval 149"/>
                <p:cNvSpPr>
                  <a:spLocks noChangeArrowheads="1"/>
                </p:cNvSpPr>
                <p:nvPr/>
              </p:nvSpPr>
              <p:spPr bwMode="auto">
                <a:xfrm>
                  <a:off x="3984" y="39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80" name="Oval 150"/>
                <p:cNvSpPr>
                  <a:spLocks noChangeArrowheads="1"/>
                </p:cNvSpPr>
                <p:nvPr/>
              </p:nvSpPr>
              <p:spPr bwMode="auto">
                <a:xfrm>
                  <a:off x="4128" y="39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81" name="Oval 151"/>
                <p:cNvSpPr>
                  <a:spLocks noChangeArrowheads="1"/>
                </p:cNvSpPr>
                <p:nvPr/>
              </p:nvSpPr>
              <p:spPr bwMode="auto">
                <a:xfrm>
                  <a:off x="4272" y="39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82" name="Oval 152"/>
                <p:cNvSpPr>
                  <a:spLocks noChangeArrowheads="1"/>
                </p:cNvSpPr>
                <p:nvPr/>
              </p:nvSpPr>
              <p:spPr bwMode="auto">
                <a:xfrm>
                  <a:off x="4272" y="408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83" name="Oval 153"/>
                <p:cNvSpPr>
                  <a:spLocks noChangeArrowheads="1"/>
                </p:cNvSpPr>
                <p:nvPr/>
              </p:nvSpPr>
              <p:spPr bwMode="auto">
                <a:xfrm>
                  <a:off x="4416" y="408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84" name="Oval 154"/>
                <p:cNvSpPr>
                  <a:spLocks noChangeArrowheads="1"/>
                </p:cNvSpPr>
                <p:nvPr/>
              </p:nvSpPr>
              <p:spPr bwMode="auto">
                <a:xfrm>
                  <a:off x="3696" y="364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85" name="Oval 155"/>
                <p:cNvSpPr>
                  <a:spLocks noChangeArrowheads="1"/>
                </p:cNvSpPr>
                <p:nvPr/>
              </p:nvSpPr>
              <p:spPr bwMode="auto">
                <a:xfrm>
                  <a:off x="3984" y="350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86" name="Oval 156"/>
                <p:cNvSpPr>
                  <a:spLocks noChangeArrowheads="1"/>
                </p:cNvSpPr>
                <p:nvPr/>
              </p:nvSpPr>
              <p:spPr bwMode="auto">
                <a:xfrm>
                  <a:off x="3984" y="336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87" name="Oval 157"/>
                <p:cNvSpPr>
                  <a:spLocks noChangeArrowheads="1"/>
                </p:cNvSpPr>
                <p:nvPr/>
              </p:nvSpPr>
              <p:spPr bwMode="auto">
                <a:xfrm>
                  <a:off x="4128" y="350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sp>
          <p:nvSpPr>
            <p:cNvPr id="1049888" name="Text Box 158"/>
            <p:cNvSpPr txBox="1">
              <a:spLocks noChangeArrowheads="1"/>
            </p:cNvSpPr>
            <p:nvPr/>
          </p:nvSpPr>
          <p:spPr bwMode="auto">
            <a:xfrm>
              <a:off x="816" y="3945"/>
              <a:ext cx="4224" cy="394"/>
            </a:xfrm>
            <a:prstGeom prst="rect">
              <a:avLst/>
            </a:prstGeom>
            <a:noFill/>
            <a:ln>
              <a:noFill/>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latin typeface="Times New Roman" panose="02020603050405020304" pitchFamily="18" charset="0"/>
                  <a:ea typeface="黑体" panose="02010609060101010101" pitchFamily="49" charset="-122"/>
                  <a:cs typeface="Times New Roman" panose="02020603050405020304" pitchFamily="18" charset="0"/>
                </a:rPr>
                <a:t>(a)</a:t>
              </a:r>
              <a:r>
                <a:rPr lang="zh-CN" altLang="en-US">
                  <a:latin typeface="Times New Roman" panose="02020603050405020304" pitchFamily="18" charset="0"/>
                  <a:ea typeface="黑体" panose="02010609060101010101" pitchFamily="49" charset="-122"/>
                  <a:cs typeface="Times New Roman" panose="02020603050405020304" pitchFamily="18" charset="0"/>
                </a:rPr>
                <a:t>强连通区域                 </a:t>
              </a:r>
              <a:r>
                <a:rPr lang="en-US" altLang="zh-CN">
                  <a:latin typeface="Times New Roman" panose="02020603050405020304" pitchFamily="18" charset="0"/>
                  <a:ea typeface="黑体" panose="02010609060101010101" pitchFamily="49" charset="-122"/>
                  <a:cs typeface="Times New Roman" panose="02020603050405020304" pitchFamily="18" charset="0"/>
                </a:rPr>
                <a:t>(b)  </a:t>
              </a:r>
              <a:r>
                <a:rPr lang="zh-CN" altLang="en-US">
                  <a:latin typeface="Times New Roman" panose="02020603050405020304" pitchFamily="18" charset="0"/>
                  <a:ea typeface="黑体" panose="02010609060101010101" pitchFamily="49" charset="-122"/>
                  <a:cs typeface="Times New Roman" panose="02020603050405020304" pitchFamily="18" charset="0"/>
                </a:rPr>
                <a:t>连通区域                     </a:t>
              </a:r>
              <a:r>
                <a:rPr lang="en-US" altLang="zh-CN">
                  <a:latin typeface="Times New Roman" panose="02020603050405020304" pitchFamily="18" charset="0"/>
                  <a:ea typeface="黑体" panose="02010609060101010101" pitchFamily="49" charset="-122"/>
                  <a:cs typeface="Times New Roman" panose="02020603050405020304" pitchFamily="18" charset="0"/>
                </a:rPr>
                <a:t>(c)</a:t>
              </a:r>
              <a:r>
                <a:rPr lang="zh-CN" altLang="en-US">
                  <a:latin typeface="Times New Roman" panose="02020603050405020304" pitchFamily="18" charset="0"/>
                  <a:ea typeface="黑体" panose="02010609060101010101" pitchFamily="49" charset="-122"/>
                  <a:cs typeface="Times New Roman" panose="02020603050405020304" pitchFamily="18" charset="0"/>
                </a:rPr>
                <a:t>非连通区域</a:t>
              </a:r>
            </a:p>
          </p:txBody>
        </p:sp>
      </p:grpSp>
      <p:sp>
        <p:nvSpPr>
          <p:cNvPr id="1049889"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1.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基本概念</a:t>
            </a:r>
          </a:p>
        </p:txBody>
      </p:sp>
      <p:sp>
        <p:nvSpPr>
          <p:cNvPr id="1049890" name="TextBox 27"/>
          <p:cNvSpPr txBox="1"/>
          <p:nvPr/>
        </p:nvSpPr>
        <p:spPr>
          <a:xfrm>
            <a:off x="1012825" y="177800"/>
            <a:ext cx="49072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三、二值图像的形态学处理</a:t>
            </a:r>
          </a:p>
        </p:txBody>
      </p:sp>
      <p:sp>
        <p:nvSpPr>
          <p:cNvPr id="1049891"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mc:AlternateContent xmlns:mc="http://schemas.openxmlformats.org/markup-compatibility/2006" xmlns:p14="http://schemas.microsoft.com/office/powerpoint/2010/main">
        <mc:Choice Requires="p14">
          <p:contentPart p14:bwMode="auto" r:id="rId2">
            <p14:nvContentPartPr>
              <p14:cNvPr id="1053397" name="墨迹 1053396"/>
              <p14:cNvContentPartPr/>
              <p14:nvPr/>
            </p14:nvContentPartPr>
            <p14:xfrm>
              <a:off x="5376867" y="6182966"/>
              <a:ext cx="48454" cy="391520"/>
            </p14:xfrm>
          </p:contentPart>
        </mc:Choice>
        <mc:Fallback xmlns="">
          <p:sp>
            <p:nvSpPr>
              <p:cNvPr id="1053397" name=""/>
              <p:cNvSpPr/>
              <p:nvPr/>
            </p:nvSpPr>
            <p:spPr>
              <a:xfrm>
                <a:off x="5376867" y="6182966"/>
                <a:ext cx="48454" cy="391520"/>
              </a:xfrm>
            </p:spPr>
          </p:sp>
        </mc:Fallback>
      </mc:AlternateContent>
      <mc:AlternateContent xmlns:mc="http://schemas.openxmlformats.org/markup-compatibility/2006" xmlns:p14="http://schemas.microsoft.com/office/powerpoint/2010/main">
        <mc:Choice Requires="p14">
          <p:contentPart p14:bwMode="auto" r:id="rId3">
            <p14:nvContentPartPr>
              <p14:cNvPr id="1053398" name="墨迹 1053397"/>
              <p14:cNvContentPartPr/>
              <p14:nvPr/>
            </p14:nvContentPartPr>
            <p14:xfrm>
              <a:off x="5524726" y="6187974"/>
              <a:ext cx="133206" cy="376508"/>
            </p14:xfrm>
          </p:contentPart>
        </mc:Choice>
        <mc:Fallback xmlns="">
          <p:sp>
            <p:nvSpPr>
              <p:cNvPr id="1053398" name=""/>
              <p:cNvSpPr/>
              <p:nvPr/>
            </p:nvSpPr>
            <p:spPr>
              <a:xfrm>
                <a:off x="5524726" y="6187974"/>
                <a:ext cx="133206" cy="376508"/>
              </a:xfrm>
            </p:spPr>
          </p:sp>
        </mc:Fallback>
      </mc:AlternateContent>
      <mc:AlternateContent xmlns:mc="http://schemas.openxmlformats.org/markup-compatibility/2006" xmlns:p14="http://schemas.microsoft.com/office/powerpoint/2010/main">
        <mc:Choice Requires="p14">
          <p:contentPart p14:bwMode="auto" r:id="rId4">
            <p14:nvContentPartPr>
              <p14:cNvPr id="1053399" name="墨迹 1053398"/>
              <p14:cNvContentPartPr/>
              <p14:nvPr/>
            </p14:nvContentPartPr>
            <p14:xfrm>
              <a:off x="5522880" y="6365830"/>
              <a:ext cx="39908" cy="115194"/>
            </p14:xfrm>
          </p:contentPart>
        </mc:Choice>
        <mc:Fallback xmlns="">
          <p:sp>
            <p:nvSpPr>
              <p:cNvPr id="1053399" name=""/>
              <p:cNvSpPr/>
              <p:nvPr/>
            </p:nvSpPr>
            <p:spPr>
              <a:xfrm>
                <a:off x="5522880" y="6365830"/>
                <a:ext cx="39908" cy="115194"/>
              </a:xfrm>
            </p:spPr>
          </p:sp>
        </mc:Fallback>
      </mc:AlternateContent>
      <mc:AlternateContent xmlns:mc="http://schemas.openxmlformats.org/markup-compatibility/2006" xmlns:p14="http://schemas.microsoft.com/office/powerpoint/2010/main">
        <mc:Choice Requires="p14">
          <p:contentPart p14:bwMode="auto" r:id="rId5">
            <p14:nvContentPartPr>
              <p14:cNvPr id="1053400" name="墨迹 1053399"/>
              <p14:cNvContentPartPr/>
              <p14:nvPr/>
            </p14:nvContentPartPr>
            <p14:xfrm>
              <a:off x="5720072" y="6161122"/>
              <a:ext cx="89572" cy="132744"/>
            </p14:xfrm>
          </p:contentPart>
        </mc:Choice>
        <mc:Fallback xmlns="">
          <p:sp>
            <p:nvSpPr>
              <p:cNvPr id="1053400" name=""/>
              <p:cNvSpPr/>
              <p:nvPr/>
            </p:nvSpPr>
            <p:spPr>
              <a:xfrm>
                <a:off x="5720072" y="6161122"/>
                <a:ext cx="89572" cy="132744"/>
              </a:xfrm>
            </p:spPr>
          </p:sp>
        </mc:Fallback>
      </mc:AlternateContent>
      <mc:AlternateContent xmlns:mc="http://schemas.openxmlformats.org/markup-compatibility/2006" xmlns:p14="http://schemas.microsoft.com/office/powerpoint/2010/main">
        <mc:Choice Requires="p14">
          <p:contentPart p14:bwMode="auto" r:id="rId6">
            <p14:nvContentPartPr>
              <p14:cNvPr id="1053401" name="墨迹 1053400"/>
              <p14:cNvContentPartPr/>
              <p14:nvPr/>
            </p14:nvContentPartPr>
            <p14:xfrm>
              <a:off x="5706878" y="6265248"/>
              <a:ext cx="148139" cy="256709"/>
            </p14:xfrm>
          </p:contentPart>
        </mc:Choice>
        <mc:Fallback xmlns="">
          <p:sp>
            <p:nvSpPr>
              <p:cNvPr id="1053401" name=""/>
              <p:cNvSpPr/>
              <p:nvPr/>
            </p:nvSpPr>
            <p:spPr>
              <a:xfrm>
                <a:off x="5706878" y="6265248"/>
                <a:ext cx="148139" cy="256709"/>
              </a:xfrm>
            </p:spPr>
          </p:sp>
        </mc:Fallback>
      </mc:AlternateContent>
      <mc:AlternateContent xmlns:mc="http://schemas.openxmlformats.org/markup-compatibility/2006" xmlns:p14="http://schemas.microsoft.com/office/powerpoint/2010/main">
        <mc:Choice Requires="p14">
          <p:contentPart p14:bwMode="auto" r:id="rId7">
            <p14:nvContentPartPr>
              <p14:cNvPr id="1053402" name="墨迹 1053401"/>
              <p14:cNvContentPartPr/>
              <p14:nvPr/>
            </p14:nvContentPartPr>
            <p14:xfrm>
              <a:off x="5701018" y="6422809"/>
              <a:ext cx="77558" cy="70791"/>
            </p14:xfrm>
          </p:contentPart>
        </mc:Choice>
        <mc:Fallback xmlns="">
          <p:sp>
            <p:nvSpPr>
              <p:cNvPr id="1053402" name=""/>
              <p:cNvSpPr/>
              <p:nvPr/>
            </p:nvSpPr>
            <p:spPr>
              <a:xfrm>
                <a:off x="5701018" y="6422809"/>
                <a:ext cx="77558" cy="70791"/>
              </a:xfrm>
            </p:spPr>
          </p:sp>
        </mc:Fallback>
      </mc:AlternateContent>
      <mc:AlternateContent xmlns:mc="http://schemas.openxmlformats.org/markup-compatibility/2006" xmlns:p14="http://schemas.microsoft.com/office/powerpoint/2010/main">
        <mc:Choice Requires="p14">
          <p:contentPart p14:bwMode="auto" r:id="rId8">
            <p14:nvContentPartPr>
              <p14:cNvPr id="1053403" name="墨迹 1053402"/>
              <p14:cNvContentPartPr/>
              <p14:nvPr/>
            </p14:nvContentPartPr>
            <p14:xfrm>
              <a:off x="5895732" y="6128112"/>
              <a:ext cx="144145" cy="503437"/>
            </p14:xfrm>
          </p:contentPart>
        </mc:Choice>
        <mc:Fallback xmlns="">
          <p:sp>
            <p:nvSpPr>
              <p:cNvPr id="1053403" name=""/>
              <p:cNvSpPr/>
              <p:nvPr/>
            </p:nvSpPr>
            <p:spPr>
              <a:xfrm>
                <a:off x="5895732" y="6128112"/>
                <a:ext cx="144145" cy="503437"/>
              </a:xfrm>
            </p:spPr>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892" name="Text Box 5"/>
          <p:cNvSpPr txBox="1">
            <a:spLocks noChangeArrowheads="1"/>
          </p:cNvSpPr>
          <p:nvPr/>
        </p:nvSpPr>
        <p:spPr bwMode="auto">
          <a:xfrm>
            <a:off x="1784350" y="1677988"/>
            <a:ext cx="8350250" cy="1920240"/>
          </a:xfrm>
          <a:prstGeom prst="rect">
            <a:avLst/>
          </a:prstGeom>
          <a:noFill/>
          <a:ln>
            <a:noFill/>
          </a:ln>
          <a:effectLst/>
        </p:spPr>
        <p:txBody>
          <a:bodyPr>
            <a:spAutoFit/>
          </a:bodyPr>
          <a:lstStyle/>
          <a:p>
            <a:pPr eaLnBrk="1" hangingPunct="1">
              <a:lnSpc>
                <a:spcPct val="150000"/>
              </a:lnSpc>
            </a:pPr>
            <a:r>
              <a:rPr lang="zh-CN" altLang="en-US" sz="2000" dirty="0">
                <a:solidFill>
                  <a:schemeClr val="bg1">
                    <a:lumMod val="50000"/>
                  </a:schemeClr>
                </a:solidFill>
                <a:latin typeface="黑体" panose="02010609060101010101" pitchFamily="49" charset="-122"/>
                <a:ea typeface="黑体" panose="02010609060101010101" pitchFamily="49" charset="-122"/>
              </a:rPr>
              <a:t>对于图像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 </a:t>
            </a:r>
            <a:r>
              <a:rPr lang="zh-CN" altLang="en-US" sz="2000" dirty="0">
                <a:solidFill>
                  <a:schemeClr val="bg1">
                    <a:lumMod val="50000"/>
                  </a:schemeClr>
                </a:solidFill>
                <a:latin typeface="黑体" panose="02010609060101010101" pitchFamily="49" charset="-122"/>
                <a:ea typeface="黑体" panose="02010609060101010101" pitchFamily="49" charset="-122"/>
              </a:rPr>
              <a:t>和圆盘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B </a:t>
            </a:r>
            <a:r>
              <a:rPr lang="zh-CN" altLang="en-US" sz="2000" dirty="0">
                <a:solidFill>
                  <a:schemeClr val="bg1">
                    <a:lumMod val="50000"/>
                  </a:schemeClr>
                </a:solidFill>
                <a:latin typeface="黑体" panose="02010609060101010101" pitchFamily="49" charset="-122"/>
                <a:ea typeface="黑体" panose="02010609060101010101" pitchFamily="49" charset="-122"/>
              </a:rPr>
              <a:t>，</a:t>
            </a:r>
          </a:p>
          <a:p>
            <a:pPr marL="342900" indent="-342900" eaLnBrk="1" hangingPunct="1">
              <a:lnSpc>
                <a:spcPct val="150000"/>
              </a:lnSpc>
              <a:buFont typeface="Arial" panose="020B0604020202020204" pitchFamily="34" charset="0"/>
              <a:buChar char="•"/>
            </a:pPr>
            <a:r>
              <a:rPr lang="zh-CN" altLang="en-US" sz="2000" dirty="0">
                <a:solidFill>
                  <a:schemeClr val="bg1">
                    <a:lumMod val="50000"/>
                  </a:schemeClr>
                </a:solidFill>
                <a:latin typeface="黑体" panose="02010609060101010101" pitchFamily="49" charset="-122"/>
                <a:ea typeface="黑体" panose="02010609060101010101" pitchFamily="49" charset="-122"/>
              </a:rPr>
              <a:t>          给出外边界</a:t>
            </a:r>
            <a:endParaRPr lang="en-US" altLang="zh-CN" sz="2000" dirty="0">
              <a:solidFill>
                <a:schemeClr val="bg1">
                  <a:lumMod val="50000"/>
                </a:schemeClr>
              </a:solidFill>
              <a:latin typeface="黑体" panose="02010609060101010101" pitchFamily="49" charset="-122"/>
              <a:ea typeface="黑体" panose="02010609060101010101" pitchFamily="49" charset="-122"/>
            </a:endParaRPr>
          </a:p>
          <a:p>
            <a:pPr marL="342900" indent="-342900" eaLnBrk="1" hangingPunct="1">
              <a:lnSpc>
                <a:spcPct val="150000"/>
              </a:lnSpc>
              <a:buFont typeface="Arial" panose="020B0604020202020204" pitchFamily="34" charset="0"/>
              <a:buChar char="•"/>
            </a:pPr>
            <a:r>
              <a:rPr lang="zh-CN" altLang="en-US" sz="2000" dirty="0">
                <a:solidFill>
                  <a:schemeClr val="bg1">
                    <a:lumMod val="50000"/>
                  </a:schemeClr>
                </a:solidFill>
                <a:latin typeface="黑体" panose="02010609060101010101" pitchFamily="49" charset="-122"/>
                <a:ea typeface="黑体" panose="02010609060101010101" pitchFamily="49" charset="-122"/>
              </a:rPr>
              <a:t>           给出内边界</a:t>
            </a:r>
            <a:endParaRPr lang="en-US" altLang="zh-CN" sz="2000" dirty="0">
              <a:solidFill>
                <a:schemeClr val="bg1">
                  <a:lumMod val="50000"/>
                </a:schemeClr>
              </a:solidFill>
              <a:latin typeface="黑体" panose="02010609060101010101" pitchFamily="49" charset="-122"/>
              <a:ea typeface="黑体" panose="02010609060101010101" pitchFamily="49" charset="-122"/>
            </a:endParaRPr>
          </a:p>
          <a:p>
            <a:pPr marL="342900" indent="-342900" eaLnBrk="1" hangingPunct="1">
              <a:lnSpc>
                <a:spcPct val="150000"/>
              </a:lnSpc>
              <a:buFont typeface="Arial" panose="020B0604020202020204" pitchFamily="34" charset="0"/>
              <a:buChar char="•"/>
            </a:pPr>
            <a:r>
              <a:rPr lang="zh-CN" altLang="en-US" sz="2000" dirty="0">
                <a:solidFill>
                  <a:schemeClr val="bg1">
                    <a:lumMod val="50000"/>
                  </a:schemeClr>
                </a:solidFill>
                <a:latin typeface="黑体" panose="02010609060101010101" pitchFamily="49" charset="-122"/>
                <a:ea typeface="黑体" panose="02010609060101010101" pitchFamily="49" charset="-122"/>
              </a:rPr>
              <a:t>               给出跨骑在实际欧氏边界上的边界，又称形态学梯度。</a:t>
            </a:r>
          </a:p>
        </p:txBody>
      </p:sp>
      <p:graphicFrame>
        <p:nvGraphicFramePr>
          <p:cNvPr id="4194336" name="Object 6"/>
          <p:cNvGraphicFramePr>
            <a:graphicFrameLocks noChangeAspect="1"/>
          </p:cNvGraphicFramePr>
          <p:nvPr/>
        </p:nvGraphicFramePr>
        <p:xfrm>
          <a:off x="2165350" y="2276475"/>
          <a:ext cx="1219200" cy="342900"/>
        </p:xfrm>
        <a:graphic>
          <a:graphicData uri="http://schemas.openxmlformats.org/presentationml/2006/ole">
            <mc:AlternateContent xmlns:mc="http://schemas.openxmlformats.org/markup-compatibility/2006">
              <mc:Choice xmlns:v="urn:schemas-microsoft-com:vml" Requires="v">
                <p:oleObj name="Equation" r:id="rId2" imgW="723586" imgH="203112" progId="Equation.3">
                  <p:embed/>
                </p:oleObj>
              </mc:Choice>
              <mc:Fallback>
                <p:oleObj name="Equation" r:id="rId2" imgW="723586" imgH="203112" progId="Equation.3">
                  <p:embed/>
                  <p:pic>
                    <p:nvPicPr>
                      <p:cNvPr id="2097220" name="Object 6"/>
                      <p:cNvPicPr>
                        <a:picLocks noChangeAspect="1" noChangeArrowheads="1"/>
                      </p:cNvPicPr>
                      <p:nvPr/>
                    </p:nvPicPr>
                    <p:blipFill>
                      <a:blip r:embed="rId3"/>
                      <a:srcRect/>
                      <a:stretch>
                        <a:fillRect/>
                      </a:stretch>
                    </p:blipFill>
                    <p:spPr bwMode="auto">
                      <a:xfrm>
                        <a:off x="2165350" y="2276475"/>
                        <a:ext cx="1219200" cy="342900"/>
                      </a:xfrm>
                      <a:prstGeom prst="rect">
                        <a:avLst/>
                      </a:prstGeom>
                      <a:solidFill>
                        <a:srgbClr val="C0C0C0"/>
                      </a:solidFill>
                      <a:ln>
                        <a:noFill/>
                      </a:ln>
                    </p:spPr>
                  </p:pic>
                </p:oleObj>
              </mc:Fallback>
            </mc:AlternateContent>
          </a:graphicData>
        </a:graphic>
      </p:graphicFrame>
      <p:graphicFrame>
        <p:nvGraphicFramePr>
          <p:cNvPr id="4194337" name="Object 8"/>
          <p:cNvGraphicFramePr>
            <a:graphicFrameLocks noChangeAspect="1"/>
          </p:cNvGraphicFramePr>
          <p:nvPr/>
        </p:nvGraphicFramePr>
        <p:xfrm>
          <a:off x="2166938" y="2682875"/>
          <a:ext cx="1400175" cy="342900"/>
        </p:xfrm>
        <a:graphic>
          <a:graphicData uri="http://schemas.openxmlformats.org/presentationml/2006/ole">
            <mc:AlternateContent xmlns:mc="http://schemas.openxmlformats.org/markup-compatibility/2006">
              <mc:Choice xmlns:v="urn:schemas-microsoft-com:vml" Requires="v">
                <p:oleObj name="Equation" r:id="rId4" imgW="634725" imgH="203112" progId="Equation.DSMT4">
                  <p:embed/>
                </p:oleObj>
              </mc:Choice>
              <mc:Fallback>
                <p:oleObj name="Equation" r:id="rId4" imgW="634725" imgH="203112" progId="Equation.DSMT4">
                  <p:embed/>
                  <p:pic>
                    <p:nvPicPr>
                      <p:cNvPr id="2097221" name="Object 8"/>
                      <p:cNvPicPr>
                        <a:picLocks noChangeAspect="1" noChangeArrowheads="1"/>
                      </p:cNvPicPr>
                      <p:nvPr/>
                    </p:nvPicPr>
                    <p:blipFill>
                      <a:blip r:embed="rId5"/>
                      <a:srcRect/>
                      <a:stretch>
                        <a:fillRect/>
                      </a:stretch>
                    </p:blipFill>
                    <p:spPr bwMode="auto">
                      <a:xfrm>
                        <a:off x="2166938" y="2682875"/>
                        <a:ext cx="1400175" cy="342900"/>
                      </a:xfrm>
                      <a:prstGeom prst="rect">
                        <a:avLst/>
                      </a:prstGeom>
                      <a:solidFill>
                        <a:srgbClr val="C0C0C0"/>
                      </a:solidFill>
                      <a:ln>
                        <a:noFill/>
                      </a:ln>
                    </p:spPr>
                  </p:pic>
                </p:oleObj>
              </mc:Fallback>
            </mc:AlternateContent>
          </a:graphicData>
        </a:graphic>
      </p:graphicFrame>
      <p:graphicFrame>
        <p:nvGraphicFramePr>
          <p:cNvPr id="4194338" name="Object 13"/>
          <p:cNvGraphicFramePr>
            <a:graphicFrameLocks noChangeAspect="1"/>
          </p:cNvGraphicFramePr>
          <p:nvPr/>
        </p:nvGraphicFramePr>
        <p:xfrm>
          <a:off x="2165350" y="3122613"/>
          <a:ext cx="1728788" cy="377825"/>
        </p:xfrm>
        <a:graphic>
          <a:graphicData uri="http://schemas.openxmlformats.org/presentationml/2006/ole">
            <mc:AlternateContent xmlns:mc="http://schemas.openxmlformats.org/markup-compatibility/2006">
              <mc:Choice xmlns:v="urn:schemas-microsoft-com:vml" Requires="v">
                <p:oleObj name="Equation" r:id="rId6" imgW="1040948" imgH="203112" progId="Equation.DSMT4">
                  <p:embed/>
                </p:oleObj>
              </mc:Choice>
              <mc:Fallback>
                <p:oleObj name="Equation" r:id="rId6" imgW="1040948" imgH="203112" progId="Equation.DSMT4">
                  <p:embed/>
                  <p:pic>
                    <p:nvPicPr>
                      <p:cNvPr id="2097222" name="Object 13"/>
                      <p:cNvPicPr>
                        <a:picLocks noChangeAspect="1" noChangeArrowheads="1"/>
                      </p:cNvPicPr>
                      <p:nvPr/>
                    </p:nvPicPr>
                    <p:blipFill>
                      <a:blip r:embed="rId7"/>
                      <a:srcRect/>
                      <a:stretch>
                        <a:fillRect/>
                      </a:stretch>
                    </p:blipFill>
                    <p:spPr bwMode="auto">
                      <a:xfrm>
                        <a:off x="2165350" y="3122613"/>
                        <a:ext cx="1728788" cy="377825"/>
                      </a:xfrm>
                      <a:prstGeom prst="rect">
                        <a:avLst/>
                      </a:prstGeom>
                      <a:solidFill>
                        <a:srgbClr val="C0C0C0"/>
                      </a:solidFill>
                      <a:ln>
                        <a:noFill/>
                      </a:ln>
                      <a:effectLst/>
                    </p:spPr>
                  </p:pic>
                </p:oleObj>
              </mc:Fallback>
            </mc:AlternateContent>
          </a:graphicData>
        </a:graphic>
      </p:graphicFrame>
      <p:grpSp>
        <p:nvGrpSpPr>
          <p:cNvPr id="296" name="Group 61"/>
          <p:cNvGrpSpPr/>
          <p:nvPr/>
        </p:nvGrpSpPr>
        <p:grpSpPr bwMode="auto">
          <a:xfrm>
            <a:off x="4433888" y="3865563"/>
            <a:ext cx="1600200" cy="1600200"/>
            <a:chOff x="1872" y="1968"/>
            <a:chExt cx="1008" cy="1008"/>
          </a:xfrm>
        </p:grpSpPr>
        <p:grpSp>
          <p:nvGrpSpPr>
            <p:cNvPr id="297" name="Group 62"/>
            <p:cNvGrpSpPr/>
            <p:nvPr/>
          </p:nvGrpSpPr>
          <p:grpSpPr bwMode="auto">
            <a:xfrm>
              <a:off x="1872" y="1968"/>
              <a:ext cx="1008" cy="1008"/>
              <a:chOff x="3312" y="1344"/>
              <a:chExt cx="1008" cy="1008"/>
            </a:xfrm>
          </p:grpSpPr>
          <p:grpSp>
            <p:nvGrpSpPr>
              <p:cNvPr id="298" name="Group 63"/>
              <p:cNvGrpSpPr/>
              <p:nvPr/>
            </p:nvGrpSpPr>
            <p:grpSpPr bwMode="auto">
              <a:xfrm>
                <a:off x="3312" y="1344"/>
                <a:ext cx="1008" cy="1008"/>
                <a:chOff x="3312" y="1344"/>
                <a:chExt cx="1008" cy="1008"/>
              </a:xfrm>
            </p:grpSpPr>
            <p:sp>
              <p:nvSpPr>
                <p:cNvPr id="1049893" name="AutoShape 64"/>
                <p:cNvSpPr>
                  <a:spLocks noChangeArrowheads="1"/>
                </p:cNvSpPr>
                <p:nvPr/>
              </p:nvSpPr>
              <p:spPr bwMode="auto">
                <a:xfrm>
                  <a:off x="3600" y="1344"/>
                  <a:ext cx="432" cy="1008"/>
                </a:xfrm>
                <a:prstGeom prst="roundRect">
                  <a:avLst>
                    <a:gd name="adj" fmla="val 16667"/>
                  </a:avLst>
                </a:prstGeom>
                <a:solidFill>
                  <a:schemeClr val="accent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94" name="AutoShape 65"/>
                <p:cNvSpPr>
                  <a:spLocks noChangeArrowheads="1"/>
                </p:cNvSpPr>
                <p:nvPr/>
              </p:nvSpPr>
              <p:spPr bwMode="auto">
                <a:xfrm>
                  <a:off x="3312" y="1632"/>
                  <a:ext cx="1008" cy="432"/>
                </a:xfrm>
                <a:prstGeom prst="roundRect">
                  <a:avLst>
                    <a:gd name="adj" fmla="val 16667"/>
                  </a:avLst>
                </a:prstGeom>
                <a:solidFill>
                  <a:schemeClr val="accent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895" name="Rectangle 66"/>
              <p:cNvSpPr>
                <a:spLocks noChangeArrowheads="1"/>
              </p:cNvSpPr>
              <p:nvPr/>
            </p:nvSpPr>
            <p:spPr bwMode="auto">
              <a:xfrm>
                <a:off x="3600" y="1632"/>
                <a:ext cx="432" cy="432"/>
              </a:xfrm>
              <a:prstGeom prst="rect">
                <a:avLst/>
              </a:prstGeom>
              <a:solidFill>
                <a:schemeClr val="accent1"/>
              </a:solidFill>
              <a:ln w="9525">
                <a:solidFill>
                  <a:schemeClr val="accent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896" name="AutoShape 67"/>
            <p:cNvSpPr>
              <a:spLocks noChangeArrowheads="1"/>
            </p:cNvSpPr>
            <p:nvPr/>
          </p:nvSpPr>
          <p:spPr bwMode="auto">
            <a:xfrm>
              <a:off x="1968" y="2064"/>
              <a:ext cx="816" cy="816"/>
            </a:xfrm>
            <a:prstGeom prst="plus">
              <a:avLst>
                <a:gd name="adj" fmla="val 32032"/>
              </a:avLst>
            </a:prstGeom>
            <a:solidFill>
              <a:srgbClr val="F9F9F9"/>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897" name="AutoShape 68"/>
          <p:cNvSpPr>
            <a:spLocks noChangeArrowheads="1"/>
          </p:cNvSpPr>
          <p:nvPr/>
        </p:nvSpPr>
        <p:spPr bwMode="auto">
          <a:xfrm>
            <a:off x="1862138" y="4017963"/>
            <a:ext cx="1295400" cy="1295400"/>
          </a:xfrm>
          <a:prstGeom prst="plus">
            <a:avLst>
              <a:gd name="adj" fmla="val 32032"/>
            </a:avLst>
          </a:prstGeom>
          <a:solidFill>
            <a:schemeClr val="accent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299" name="Group 69"/>
          <p:cNvGrpSpPr/>
          <p:nvPr/>
        </p:nvGrpSpPr>
        <p:grpSpPr bwMode="auto">
          <a:xfrm>
            <a:off x="3462338" y="4398963"/>
            <a:ext cx="533400" cy="609600"/>
            <a:chOff x="2448" y="2928"/>
            <a:chExt cx="480" cy="576"/>
          </a:xfrm>
        </p:grpSpPr>
        <p:sp>
          <p:nvSpPr>
            <p:cNvPr id="1049898" name="Oval 70"/>
            <p:cNvSpPr>
              <a:spLocks noChangeArrowheads="1"/>
            </p:cNvSpPr>
            <p:nvPr/>
          </p:nvSpPr>
          <p:spPr bwMode="auto">
            <a:xfrm>
              <a:off x="2592" y="3120"/>
              <a:ext cx="192" cy="192"/>
            </a:xfrm>
            <a:prstGeom prst="ellipse">
              <a:avLst/>
            </a:prstGeom>
            <a:solidFill>
              <a:schemeClr val="accent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899" name="Line 71"/>
            <p:cNvSpPr>
              <a:spLocks noChangeShapeType="1"/>
            </p:cNvSpPr>
            <p:nvPr/>
          </p:nvSpPr>
          <p:spPr bwMode="auto">
            <a:xfrm>
              <a:off x="2448" y="3216"/>
              <a:ext cx="480"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900" name="Line 72"/>
            <p:cNvSpPr>
              <a:spLocks noChangeShapeType="1"/>
            </p:cNvSpPr>
            <p:nvPr/>
          </p:nvSpPr>
          <p:spPr bwMode="auto">
            <a:xfrm flipV="1">
              <a:off x="2688" y="2928"/>
              <a:ext cx="0" cy="576"/>
            </a:xfrm>
            <a:prstGeom prst="line">
              <a:avLst/>
            </a:prstGeom>
            <a:noFill/>
            <a:ln w="9525">
              <a:solidFill>
                <a:schemeClr val="tx1"/>
              </a:solidFill>
              <a:miter lim="800000"/>
              <a:headEnd/>
              <a:tailEnd type="triangle" w="med" len="med"/>
            </a:ln>
            <a:effectLst/>
          </p:spPr>
          <p:txBody>
            <a:bodyPr wrap="none"/>
            <a:lstStyle/>
            <a:p>
              <a:endParaRPr lang="zh-CN" altLang="en-US"/>
            </a:p>
          </p:txBody>
        </p:sp>
      </p:grpSp>
      <p:grpSp>
        <p:nvGrpSpPr>
          <p:cNvPr id="300" name="Group 73"/>
          <p:cNvGrpSpPr/>
          <p:nvPr/>
        </p:nvGrpSpPr>
        <p:grpSpPr bwMode="auto">
          <a:xfrm>
            <a:off x="6567488" y="4017963"/>
            <a:ext cx="1295400" cy="1295400"/>
            <a:chOff x="3216" y="2064"/>
            <a:chExt cx="816" cy="816"/>
          </a:xfrm>
        </p:grpSpPr>
        <p:sp>
          <p:nvSpPr>
            <p:cNvPr id="1049901" name="AutoShape 74"/>
            <p:cNvSpPr>
              <a:spLocks noChangeArrowheads="1"/>
            </p:cNvSpPr>
            <p:nvPr/>
          </p:nvSpPr>
          <p:spPr bwMode="auto">
            <a:xfrm>
              <a:off x="3216" y="2064"/>
              <a:ext cx="816" cy="816"/>
            </a:xfrm>
            <a:prstGeom prst="plus">
              <a:avLst>
                <a:gd name="adj" fmla="val 32032"/>
              </a:avLst>
            </a:prstGeom>
            <a:solidFill>
              <a:schemeClr val="accent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02" name="Rectangle 75"/>
            <p:cNvSpPr>
              <a:spLocks noChangeArrowheads="1"/>
            </p:cNvSpPr>
            <p:nvPr/>
          </p:nvSpPr>
          <p:spPr bwMode="auto">
            <a:xfrm>
              <a:off x="3552" y="2149"/>
              <a:ext cx="144" cy="646"/>
            </a:xfrm>
            <a:prstGeom prst="rect">
              <a:avLst/>
            </a:prstGeom>
            <a:solidFill>
              <a:srgbClr val="FAFAFA"/>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03" name="Rectangle 76"/>
            <p:cNvSpPr>
              <a:spLocks noChangeArrowheads="1"/>
            </p:cNvSpPr>
            <p:nvPr/>
          </p:nvSpPr>
          <p:spPr bwMode="auto">
            <a:xfrm>
              <a:off x="3300" y="2400"/>
              <a:ext cx="646" cy="144"/>
            </a:xfrm>
            <a:prstGeom prst="rect">
              <a:avLst/>
            </a:prstGeom>
            <a:solidFill>
              <a:srgbClr val="FAFAFA"/>
            </a:solid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04" name="Rectangle 77"/>
            <p:cNvSpPr>
              <a:spLocks noChangeArrowheads="1"/>
            </p:cNvSpPr>
            <p:nvPr/>
          </p:nvSpPr>
          <p:spPr bwMode="auto">
            <a:xfrm>
              <a:off x="3552" y="2400"/>
              <a:ext cx="144" cy="144"/>
            </a:xfrm>
            <a:prstGeom prst="rect">
              <a:avLst/>
            </a:prstGeom>
            <a:solidFill>
              <a:srgbClr val="FAFAFA"/>
            </a:solid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301" name="Group 102"/>
          <p:cNvGrpSpPr/>
          <p:nvPr/>
        </p:nvGrpSpPr>
        <p:grpSpPr bwMode="auto">
          <a:xfrm>
            <a:off x="8472488" y="3789363"/>
            <a:ext cx="1600200" cy="1600200"/>
            <a:chOff x="4416" y="2736"/>
            <a:chExt cx="1008" cy="1008"/>
          </a:xfrm>
        </p:grpSpPr>
        <p:sp>
          <p:nvSpPr>
            <p:cNvPr id="1049905" name="AutoShape 82"/>
            <p:cNvSpPr>
              <a:spLocks noChangeArrowheads="1"/>
            </p:cNvSpPr>
            <p:nvPr/>
          </p:nvSpPr>
          <p:spPr bwMode="auto">
            <a:xfrm>
              <a:off x="4416" y="3024"/>
              <a:ext cx="1008" cy="432"/>
            </a:xfrm>
            <a:prstGeom prst="roundRect">
              <a:avLst>
                <a:gd name="adj" fmla="val 16667"/>
              </a:avLst>
            </a:prstGeom>
            <a:solidFill>
              <a:schemeClr val="accent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06" name="AutoShape 81"/>
            <p:cNvSpPr>
              <a:spLocks noChangeArrowheads="1"/>
            </p:cNvSpPr>
            <p:nvPr/>
          </p:nvSpPr>
          <p:spPr bwMode="auto">
            <a:xfrm>
              <a:off x="4704" y="2736"/>
              <a:ext cx="432" cy="1008"/>
            </a:xfrm>
            <a:prstGeom prst="roundRect">
              <a:avLst>
                <a:gd name="adj" fmla="val 16667"/>
              </a:avLst>
            </a:prstGeom>
            <a:solidFill>
              <a:schemeClr val="accent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07" name="Rectangle 83"/>
            <p:cNvSpPr>
              <a:spLocks noChangeArrowheads="1"/>
            </p:cNvSpPr>
            <p:nvPr/>
          </p:nvSpPr>
          <p:spPr bwMode="auto">
            <a:xfrm>
              <a:off x="4704" y="3024"/>
              <a:ext cx="432" cy="432"/>
            </a:xfrm>
            <a:prstGeom prst="rect">
              <a:avLst/>
            </a:prstGeom>
            <a:solidFill>
              <a:schemeClr val="accent1"/>
            </a:solidFill>
            <a:ln w="9525">
              <a:solidFill>
                <a:schemeClr val="accent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08" name="Rectangle 84"/>
            <p:cNvSpPr>
              <a:spLocks noChangeArrowheads="1"/>
            </p:cNvSpPr>
            <p:nvPr/>
          </p:nvSpPr>
          <p:spPr bwMode="auto">
            <a:xfrm>
              <a:off x="4860" y="2928"/>
              <a:ext cx="144" cy="646"/>
            </a:xfrm>
            <a:prstGeom prst="rect">
              <a:avLst/>
            </a:prstGeom>
            <a:solidFill>
              <a:srgbClr val="FAFAFA"/>
            </a:solid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09" name="Rectangle 85"/>
            <p:cNvSpPr>
              <a:spLocks noChangeArrowheads="1"/>
            </p:cNvSpPr>
            <p:nvPr/>
          </p:nvSpPr>
          <p:spPr bwMode="auto">
            <a:xfrm>
              <a:off x="4608" y="3179"/>
              <a:ext cx="646" cy="144"/>
            </a:xfrm>
            <a:prstGeom prst="rect">
              <a:avLst/>
            </a:prstGeom>
            <a:solidFill>
              <a:srgbClr val="FAFAFA"/>
            </a:solid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10" name="Rectangle 86"/>
            <p:cNvSpPr>
              <a:spLocks noChangeArrowheads="1"/>
            </p:cNvSpPr>
            <p:nvPr/>
          </p:nvSpPr>
          <p:spPr bwMode="auto">
            <a:xfrm>
              <a:off x="4860" y="3179"/>
              <a:ext cx="144" cy="144"/>
            </a:xfrm>
            <a:prstGeom prst="rect">
              <a:avLst/>
            </a:prstGeom>
            <a:solidFill>
              <a:srgbClr val="FAFAFA"/>
            </a:solid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11" name="AutoShape 87"/>
            <p:cNvSpPr>
              <a:spLocks noChangeArrowheads="1"/>
            </p:cNvSpPr>
            <p:nvPr/>
          </p:nvSpPr>
          <p:spPr bwMode="auto">
            <a:xfrm>
              <a:off x="4513" y="2832"/>
              <a:ext cx="816" cy="816"/>
            </a:xfrm>
            <a:prstGeom prst="plus">
              <a:avLst>
                <a:gd name="adj" fmla="val 32032"/>
              </a:avLst>
            </a:prstGeom>
            <a:noFill/>
            <a:ln w="9525">
              <a:solidFill>
                <a:schemeClr val="tx1"/>
              </a:solidFill>
              <a:prstDash val="dash"/>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49912" name="Text Box 88"/>
          <p:cNvSpPr txBox="1">
            <a:spLocks noChangeArrowheads="1"/>
          </p:cNvSpPr>
          <p:nvPr/>
        </p:nvSpPr>
        <p:spPr bwMode="auto">
          <a:xfrm>
            <a:off x="2300288" y="5618163"/>
            <a:ext cx="1588897" cy="40011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dirty="0">
                <a:latin typeface="Times New Roman" panose="02020603050405020304" pitchFamily="18" charset="0"/>
                <a:cs typeface="Times New Roman" panose="02020603050405020304" pitchFamily="18" charset="0"/>
              </a:rPr>
              <a:t>A</a:t>
            </a:r>
            <a:r>
              <a:rPr lang="en-US" altLang="zh-CN" sz="2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B</a:t>
            </a:r>
          </a:p>
        </p:txBody>
      </p:sp>
      <p:graphicFrame>
        <p:nvGraphicFramePr>
          <p:cNvPr id="4194339" name="Object 89"/>
          <p:cNvGraphicFramePr>
            <a:graphicFrameLocks noChangeAspect="1"/>
          </p:cNvGraphicFramePr>
          <p:nvPr/>
        </p:nvGraphicFramePr>
        <p:xfrm>
          <a:off x="4357688" y="5618163"/>
          <a:ext cx="1524000" cy="428625"/>
        </p:xfrm>
        <a:graphic>
          <a:graphicData uri="http://schemas.openxmlformats.org/presentationml/2006/ole">
            <mc:AlternateContent xmlns:mc="http://schemas.openxmlformats.org/markup-compatibility/2006">
              <mc:Choice xmlns:v="urn:schemas-microsoft-com:vml" Requires="v">
                <p:oleObj name="Equation" r:id="rId2" imgW="723586" imgH="203112" progId="Equation.3">
                  <p:embed/>
                </p:oleObj>
              </mc:Choice>
              <mc:Fallback>
                <p:oleObj name="Equation" r:id="rId2" imgW="723586" imgH="203112" progId="Equation.3">
                  <p:embed/>
                  <p:pic>
                    <p:nvPicPr>
                      <p:cNvPr id="2097223" name="Object 89"/>
                      <p:cNvPicPr>
                        <a:picLocks noChangeAspect="1" noChangeArrowheads="1"/>
                      </p:cNvPicPr>
                      <p:nvPr/>
                    </p:nvPicPr>
                    <p:blipFill>
                      <a:blip r:embed="rId3"/>
                      <a:srcRect/>
                      <a:stretch>
                        <a:fillRect/>
                      </a:stretch>
                    </p:blipFill>
                    <p:spPr bwMode="auto">
                      <a:xfrm>
                        <a:off x="4357688" y="5618163"/>
                        <a:ext cx="1524000" cy="428625"/>
                      </a:xfrm>
                      <a:prstGeom prst="rect">
                        <a:avLst/>
                      </a:prstGeom>
                      <a:noFill/>
                      <a:ln>
                        <a:noFill/>
                      </a:ln>
                      <a:effectLst/>
                    </p:spPr>
                  </p:pic>
                </p:oleObj>
              </mc:Fallback>
            </mc:AlternateContent>
          </a:graphicData>
        </a:graphic>
      </p:graphicFrame>
      <p:graphicFrame>
        <p:nvGraphicFramePr>
          <p:cNvPr id="4194340" name="Object 91"/>
          <p:cNvGraphicFramePr>
            <a:graphicFrameLocks noChangeAspect="1"/>
          </p:cNvGraphicFramePr>
          <p:nvPr/>
        </p:nvGraphicFramePr>
        <p:xfrm>
          <a:off x="6326188" y="5648325"/>
          <a:ext cx="1474787" cy="444500"/>
        </p:xfrm>
        <a:graphic>
          <a:graphicData uri="http://schemas.openxmlformats.org/presentationml/2006/ole">
            <mc:AlternateContent xmlns:mc="http://schemas.openxmlformats.org/markup-compatibility/2006">
              <mc:Choice xmlns:v="urn:schemas-microsoft-com:vml" Requires="v">
                <p:oleObj name="Equation" r:id="rId8" imgW="672808" imgH="203112" progId="Equation.DSMT4">
                  <p:embed/>
                </p:oleObj>
              </mc:Choice>
              <mc:Fallback>
                <p:oleObj name="Equation" r:id="rId8" imgW="672808" imgH="203112" progId="Equation.DSMT4">
                  <p:embed/>
                  <p:pic>
                    <p:nvPicPr>
                      <p:cNvPr id="2097224" name="Object 91"/>
                      <p:cNvPicPr>
                        <a:picLocks noChangeAspect="1" noChangeArrowheads="1"/>
                      </p:cNvPicPr>
                      <p:nvPr/>
                    </p:nvPicPr>
                    <p:blipFill>
                      <a:blip r:embed="rId9"/>
                      <a:srcRect/>
                      <a:stretch>
                        <a:fillRect/>
                      </a:stretch>
                    </p:blipFill>
                    <p:spPr bwMode="auto">
                      <a:xfrm>
                        <a:off x="6326188" y="5648325"/>
                        <a:ext cx="1474787" cy="444500"/>
                      </a:xfrm>
                      <a:prstGeom prst="rect">
                        <a:avLst/>
                      </a:prstGeom>
                      <a:noFill/>
                      <a:ln>
                        <a:noFill/>
                      </a:ln>
                      <a:effectLst/>
                    </p:spPr>
                  </p:pic>
                </p:oleObj>
              </mc:Fallback>
            </mc:AlternateContent>
          </a:graphicData>
        </a:graphic>
      </p:graphicFrame>
      <p:graphicFrame>
        <p:nvGraphicFramePr>
          <p:cNvPr id="4194341" name="Object 96"/>
          <p:cNvGraphicFramePr>
            <a:graphicFrameLocks noChangeAspect="1"/>
          </p:cNvGraphicFramePr>
          <p:nvPr/>
        </p:nvGraphicFramePr>
        <p:xfrm>
          <a:off x="8091488" y="5618163"/>
          <a:ext cx="2209800" cy="431800"/>
        </p:xfrm>
        <a:graphic>
          <a:graphicData uri="http://schemas.openxmlformats.org/presentationml/2006/ole">
            <mc:AlternateContent xmlns:mc="http://schemas.openxmlformats.org/markup-compatibility/2006">
              <mc:Choice xmlns:v="urn:schemas-microsoft-com:vml" Requires="v">
                <p:oleObj name="Equation" r:id="rId10" imgW="1040948" imgH="203112" progId="Equation.DSMT4">
                  <p:embed/>
                </p:oleObj>
              </mc:Choice>
              <mc:Fallback>
                <p:oleObj name="Equation" r:id="rId10" imgW="1040948" imgH="203112" progId="Equation.DSMT4">
                  <p:embed/>
                  <p:pic>
                    <p:nvPicPr>
                      <p:cNvPr id="2097225" name="Object 96"/>
                      <p:cNvPicPr>
                        <a:picLocks noChangeAspect="1" noChangeArrowheads="1"/>
                      </p:cNvPicPr>
                      <p:nvPr/>
                    </p:nvPicPr>
                    <p:blipFill>
                      <a:blip r:embed="rId11"/>
                      <a:srcRect/>
                      <a:stretch>
                        <a:fillRect/>
                      </a:stretch>
                    </p:blipFill>
                    <p:spPr bwMode="auto">
                      <a:xfrm>
                        <a:off x="8091488" y="5618163"/>
                        <a:ext cx="2209800" cy="431800"/>
                      </a:xfrm>
                      <a:prstGeom prst="rect">
                        <a:avLst/>
                      </a:prstGeom>
                      <a:noFill/>
                      <a:ln>
                        <a:noFill/>
                      </a:ln>
                      <a:effectLst/>
                    </p:spPr>
                  </p:pic>
                </p:oleObj>
              </mc:Fallback>
            </mc:AlternateContent>
          </a:graphicData>
        </a:graphic>
      </p:graphicFrame>
      <p:sp>
        <p:nvSpPr>
          <p:cNvPr id="1049913" name="TextBox 27"/>
          <p:cNvSpPr txBox="1"/>
          <p:nvPr/>
        </p:nvSpPr>
        <p:spPr>
          <a:xfrm>
            <a:off x="1012825" y="177800"/>
            <a:ext cx="49072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三、二值图像的形态学处理</a:t>
            </a:r>
          </a:p>
        </p:txBody>
      </p:sp>
      <p:sp>
        <p:nvSpPr>
          <p:cNvPr id="1049914"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49915"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2.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边界检测</a:t>
            </a:r>
          </a:p>
        </p:txBody>
      </p:sp>
      <p:sp>
        <p:nvSpPr>
          <p:cNvPr id="1049916" name="TextBox 53"/>
          <p:cNvSpPr txBox="1">
            <a:spLocks noRot="1" noChangeAspect="1" noMove="1" noResize="1" noEditPoints="1" noAdjustHandles="1" noChangeArrowheads="1" noChangeShapeType="1" noTextEdit="1"/>
          </p:cNvSpPr>
          <p:nvPr/>
        </p:nvSpPr>
        <p:spPr>
          <a:xfrm>
            <a:off x="7063581" y="5607436"/>
            <a:ext cx="478015" cy="369332"/>
          </a:xfrm>
          <a:prstGeom prst="rect">
            <a:avLst/>
          </a:prstGeom>
          <a:blipFill>
            <a:blip r:embed="rId12"/>
            <a:stretch>
              <a:fillRect b="-8333"/>
            </a:stretch>
          </a:blipFill>
        </p:spPr>
        <p:txBody>
          <a:bodyPr/>
          <a:lstStyle/>
          <a:p>
            <a:r>
              <a:rPr lang="en-US">
                <a:noFill/>
              </a:rPr>
              <a:t> </a:t>
            </a:r>
          </a:p>
        </p:txBody>
      </p:sp>
      <p:sp>
        <p:nvSpPr>
          <p:cNvPr id="1049917" name="TextBox 54"/>
          <p:cNvSpPr txBox="1">
            <a:spLocks noRot="1" noChangeAspect="1" noMove="1" noResize="1" noEditPoints="1" noAdjustHandles="1" noChangeArrowheads="1" noChangeShapeType="1" noTextEdit="1"/>
          </p:cNvSpPr>
          <p:nvPr/>
        </p:nvSpPr>
        <p:spPr>
          <a:xfrm>
            <a:off x="9552384" y="5629815"/>
            <a:ext cx="478015" cy="369332"/>
          </a:xfrm>
          <a:prstGeom prst="rect">
            <a:avLst/>
          </a:prstGeom>
          <a:blipFill>
            <a:blip r:embed="rId13"/>
            <a:stretch>
              <a:fillRect b="-8333"/>
            </a:stretch>
          </a:blipFill>
        </p:spPr>
        <p:txBody>
          <a:bodyPr/>
          <a:lstStyle/>
          <a:p>
            <a:r>
              <a:rPr lang="en-US">
                <a:noFill/>
              </a:rPr>
              <a:t> </a:t>
            </a:r>
          </a:p>
        </p:txBody>
      </p:sp>
      <p:sp>
        <p:nvSpPr>
          <p:cNvPr id="1049918" name="TextBox 55"/>
          <p:cNvSpPr txBox="1">
            <a:spLocks noRot="1" noChangeAspect="1" noMove="1" noResize="1" noEditPoints="1" noAdjustHandles="1" noChangeArrowheads="1" noChangeShapeType="1" noTextEdit="1"/>
          </p:cNvSpPr>
          <p:nvPr/>
        </p:nvSpPr>
        <p:spPr>
          <a:xfrm>
            <a:off x="3287688" y="3090096"/>
            <a:ext cx="478015" cy="369332"/>
          </a:xfrm>
          <a:prstGeom prst="rect">
            <a:avLst/>
          </a:prstGeom>
          <a:blipFill>
            <a:blip r:embed="rId14"/>
            <a:stretch>
              <a:fillRect b="-8333"/>
            </a:stretch>
          </a:blipFill>
        </p:spPr>
        <p:txBody>
          <a:bodyPr/>
          <a:lstStyle/>
          <a:p>
            <a:r>
              <a:rPr lang="en-US">
                <a:noFill/>
              </a:rPr>
              <a:t> </a:t>
            </a:r>
          </a:p>
        </p:txBody>
      </p:sp>
      <p:sp>
        <p:nvSpPr>
          <p:cNvPr id="1049919" name="TextBox 59"/>
          <p:cNvSpPr txBox="1">
            <a:spLocks noRot="1" noChangeAspect="1" noMove="1" noResize="1" noEditPoints="1" noAdjustHandles="1" noChangeArrowheads="1" noChangeShapeType="1" noTextEdit="1"/>
          </p:cNvSpPr>
          <p:nvPr/>
        </p:nvSpPr>
        <p:spPr>
          <a:xfrm>
            <a:off x="2831916" y="2640668"/>
            <a:ext cx="478015" cy="369332"/>
          </a:xfrm>
          <a:prstGeom prst="rect">
            <a:avLst/>
          </a:prstGeom>
          <a:blipFill>
            <a:blip r:embed="rId15"/>
            <a:stretch>
              <a:fillRect b="-6557"/>
            </a:stretch>
          </a:blipFill>
        </p:spPr>
        <p:txBody>
          <a:bodyPr/>
          <a:lstStyle/>
          <a:p>
            <a:r>
              <a:rPr lang="en-US">
                <a:noFill/>
              </a:rPr>
              <a:t> </a:t>
            </a:r>
          </a:p>
        </p:txBody>
      </p:sp>
      <mc:AlternateContent xmlns:mc="http://schemas.openxmlformats.org/markup-compatibility/2006" xmlns:p14="http://schemas.microsoft.com/office/powerpoint/2010/main">
        <mc:Choice Requires="p14">
          <p:contentPart p14:bwMode="auto" r:id="rId16">
            <p14:nvContentPartPr>
              <p14:cNvPr id="1053426" name="墨迹 1053425"/>
              <p14:cNvContentPartPr/>
              <p14:nvPr/>
            </p14:nvContentPartPr>
            <p14:xfrm>
              <a:off x="4889725" y="6083241"/>
              <a:ext cx="238270" cy="435353"/>
            </p14:xfrm>
          </p:contentPart>
        </mc:Choice>
        <mc:Fallback xmlns="">
          <p:sp>
            <p:nvSpPr>
              <p:cNvPr id="1053426" name=""/>
              <p:cNvSpPr/>
              <p:nvPr/>
            </p:nvSpPr>
            <p:spPr>
              <a:xfrm>
                <a:off x="4889725" y="6083241"/>
                <a:ext cx="238270" cy="435353"/>
              </a:xfrm>
            </p:spPr>
          </p:sp>
        </mc:Fallback>
      </mc:AlternateContent>
      <mc:AlternateContent xmlns:mc="http://schemas.openxmlformats.org/markup-compatibility/2006" xmlns:p14="http://schemas.microsoft.com/office/powerpoint/2010/main">
        <mc:Choice Requires="p14">
          <p:contentPart p14:bwMode="auto" r:id="rId17">
            <p14:nvContentPartPr>
              <p14:cNvPr id="1053427" name="墨迹 1053426"/>
              <p14:cNvContentPartPr/>
              <p14:nvPr/>
            </p14:nvContentPartPr>
            <p14:xfrm>
              <a:off x="5007913" y="6239926"/>
              <a:ext cx="157355" cy="236633"/>
            </p14:xfrm>
          </p:contentPart>
        </mc:Choice>
        <mc:Fallback xmlns="">
          <p:sp>
            <p:nvSpPr>
              <p:cNvPr id="1053427" name=""/>
              <p:cNvSpPr/>
              <p:nvPr/>
            </p:nvSpPr>
            <p:spPr>
              <a:xfrm>
                <a:off x="5007913" y="6239926"/>
                <a:ext cx="157355" cy="236633"/>
              </a:xfrm>
            </p:spPr>
          </p:sp>
        </mc:Fallback>
      </mc:AlternateContent>
      <mc:AlternateContent xmlns:mc="http://schemas.openxmlformats.org/markup-compatibility/2006" xmlns:p14="http://schemas.microsoft.com/office/powerpoint/2010/main">
        <mc:Choice Requires="p14">
          <p:contentPart p14:bwMode="auto" r:id="rId18">
            <p14:nvContentPartPr>
              <p14:cNvPr id="1053428" name="墨迹 1053427"/>
              <p14:cNvContentPartPr/>
              <p14:nvPr/>
            </p14:nvContentPartPr>
            <p14:xfrm>
              <a:off x="5262013" y="6037441"/>
              <a:ext cx="157894" cy="370105"/>
            </p14:xfrm>
          </p:contentPart>
        </mc:Choice>
        <mc:Fallback xmlns="">
          <p:sp>
            <p:nvSpPr>
              <p:cNvPr id="1053428" name=""/>
              <p:cNvSpPr/>
              <p:nvPr/>
            </p:nvSpPr>
            <p:spPr>
              <a:xfrm>
                <a:off x="5262013" y="6037441"/>
                <a:ext cx="157894" cy="370105"/>
              </a:xfrm>
            </p:spPr>
          </p:sp>
        </mc:Fallback>
      </mc:AlternateContent>
      <mc:AlternateContent xmlns:mc="http://schemas.openxmlformats.org/markup-compatibility/2006" xmlns:p14="http://schemas.microsoft.com/office/powerpoint/2010/main">
        <mc:Choice Requires="p14">
          <p:contentPart p14:bwMode="auto" r:id="rId19">
            <p14:nvContentPartPr>
              <p14:cNvPr id="1053429" name="墨迹 1053428"/>
              <p14:cNvContentPartPr/>
              <p14:nvPr/>
            </p14:nvContentPartPr>
            <p14:xfrm>
              <a:off x="7010065" y="6217948"/>
              <a:ext cx="38179" cy="405966"/>
            </p14:xfrm>
          </p:contentPart>
        </mc:Choice>
        <mc:Fallback xmlns="">
          <p:sp>
            <p:nvSpPr>
              <p:cNvPr id="1053429" name=""/>
              <p:cNvSpPr/>
              <p:nvPr/>
            </p:nvSpPr>
            <p:spPr>
              <a:xfrm>
                <a:off x="7010065" y="6217948"/>
                <a:ext cx="38179" cy="405966"/>
              </a:xfrm>
            </p:spPr>
          </p:sp>
        </mc:Fallback>
      </mc:AlternateContent>
      <mc:AlternateContent xmlns:mc="http://schemas.openxmlformats.org/markup-compatibility/2006" xmlns:p14="http://schemas.microsoft.com/office/powerpoint/2010/main">
        <mc:Choice Requires="p14">
          <p:contentPart p14:bwMode="auto" r:id="rId20">
            <p14:nvContentPartPr>
              <p14:cNvPr id="1053430" name="墨迹 1053429"/>
              <p14:cNvContentPartPr/>
              <p14:nvPr/>
            </p14:nvContentPartPr>
            <p14:xfrm>
              <a:off x="7004921" y="6130983"/>
              <a:ext cx="372155" cy="472471"/>
            </p14:xfrm>
          </p:contentPart>
        </mc:Choice>
        <mc:Fallback xmlns="">
          <p:sp>
            <p:nvSpPr>
              <p:cNvPr id="1053430" name=""/>
              <p:cNvSpPr/>
              <p:nvPr/>
            </p:nvSpPr>
            <p:spPr>
              <a:xfrm>
                <a:off x="7004921" y="6130983"/>
                <a:ext cx="372155" cy="472471"/>
              </a:xfrm>
            </p:spPr>
          </p:sp>
        </mc:Fallback>
      </mc:AlternateContent>
      <mc:AlternateContent xmlns:mc="http://schemas.openxmlformats.org/markup-compatibility/2006" xmlns:p14="http://schemas.microsoft.com/office/powerpoint/2010/main">
        <mc:Choice Requires="p14">
          <p:contentPart p14:bwMode="auto" r:id="rId21">
            <p14:nvContentPartPr>
              <p14:cNvPr id="1053431" name="墨迹 1053430"/>
              <p14:cNvContentPartPr/>
              <p14:nvPr/>
            </p14:nvContentPartPr>
            <p14:xfrm>
              <a:off x="7095436" y="5945167"/>
              <a:ext cx="125287" cy="464014"/>
            </p14:xfrm>
          </p:contentPart>
        </mc:Choice>
        <mc:Fallback xmlns="">
          <p:sp>
            <p:nvSpPr>
              <p:cNvPr id="1053431" name=""/>
              <p:cNvSpPr/>
              <p:nvPr/>
            </p:nvSpPr>
            <p:spPr>
              <a:xfrm>
                <a:off x="7095436" y="5945167"/>
                <a:ext cx="125287" cy="464014"/>
              </a:xfrm>
            </p:spPr>
          </p:sp>
        </mc:Fallback>
      </mc:AlternateContent>
      <mc:AlternateContent xmlns:mc="http://schemas.openxmlformats.org/markup-compatibility/2006" xmlns:p14="http://schemas.microsoft.com/office/powerpoint/2010/main">
        <mc:Choice Requires="p14">
          <p:contentPart p14:bwMode="auto" r:id="rId22">
            <p14:nvContentPartPr>
              <p14:cNvPr id="1053432" name="墨迹 1053431"/>
              <p14:cNvContentPartPr/>
              <p14:nvPr/>
            </p14:nvContentPartPr>
            <p14:xfrm>
              <a:off x="7193232" y="6254993"/>
              <a:ext cx="127468" cy="132650"/>
            </p14:xfrm>
          </p:contentPart>
        </mc:Choice>
        <mc:Fallback xmlns="">
          <p:sp>
            <p:nvSpPr>
              <p:cNvPr id="1053432" name=""/>
              <p:cNvSpPr/>
              <p:nvPr/>
            </p:nvSpPr>
            <p:spPr>
              <a:xfrm>
                <a:off x="7193232" y="6254993"/>
                <a:ext cx="127468" cy="132650"/>
              </a:xfrm>
            </p:spPr>
          </p:sp>
        </mc:Fallback>
      </mc:AlternateContent>
      <mc:AlternateContent xmlns:mc="http://schemas.openxmlformats.org/markup-compatibility/2006" xmlns:p14="http://schemas.microsoft.com/office/powerpoint/2010/main">
        <mc:Choice Requires="p14">
          <p:contentPart p14:bwMode="auto" r:id="rId23">
            <p14:nvContentPartPr>
              <p14:cNvPr id="1053433" name="墨迹 1053432"/>
              <p14:cNvContentPartPr/>
              <p14:nvPr/>
            </p14:nvContentPartPr>
            <p14:xfrm>
              <a:off x="9305823" y="3254952"/>
              <a:ext cx="0" cy="0"/>
            </p14:xfrm>
          </p:contentPart>
        </mc:Choice>
        <mc:Fallback xmlns="">
          <p:sp>
            <p:nvSpPr>
              <p:cNvPr id="1053433" name=""/>
              <p:cNvSpPr/>
              <p:nvPr/>
            </p:nvSpPr>
            <p:spPr>
              <a:xfrm>
                <a:off x="9305823" y="3254952"/>
                <a:ext cx="0" cy="0"/>
              </a:xfrm>
            </p:spPr>
          </p:sp>
        </mc:Fallback>
      </mc:AlternateContent>
      <mc:AlternateContent xmlns:mc="http://schemas.openxmlformats.org/markup-compatibility/2006" xmlns:p14="http://schemas.microsoft.com/office/powerpoint/2010/main">
        <mc:Choice Requires="p14">
          <p:contentPart p14:bwMode="auto" r:id="rId24">
            <p14:nvContentPartPr>
              <p14:cNvPr id="1053434" name="墨迹 1053433"/>
              <p14:cNvContentPartPr/>
              <p14:nvPr/>
            </p14:nvContentPartPr>
            <p14:xfrm>
              <a:off x="8278645" y="3604637"/>
              <a:ext cx="10960" cy="171659"/>
            </p14:xfrm>
          </p:contentPart>
        </mc:Choice>
        <mc:Fallback xmlns="">
          <p:sp>
            <p:nvSpPr>
              <p:cNvPr id="1053434" name=""/>
              <p:cNvSpPr/>
              <p:nvPr/>
            </p:nvSpPr>
            <p:spPr>
              <a:xfrm>
                <a:off x="8278645" y="3604637"/>
                <a:ext cx="10960" cy="171659"/>
              </a:xfrm>
            </p:spPr>
          </p:sp>
        </mc:Fallback>
      </mc:AlternateContent>
      <mc:AlternateContent xmlns:mc="http://schemas.openxmlformats.org/markup-compatibility/2006" xmlns:p14="http://schemas.microsoft.com/office/powerpoint/2010/main">
        <mc:Choice Requires="p14">
          <p:contentPart p14:bwMode="auto" r:id="rId25">
            <p14:nvContentPartPr>
              <p14:cNvPr id="1053435" name="墨迹 1053434"/>
              <p14:cNvContentPartPr/>
              <p14:nvPr/>
            </p14:nvContentPartPr>
            <p14:xfrm>
              <a:off x="8287907" y="3638748"/>
              <a:ext cx="132829" cy="108037"/>
            </p14:xfrm>
          </p:contentPart>
        </mc:Choice>
        <mc:Fallback xmlns="">
          <p:sp>
            <p:nvSpPr>
              <p:cNvPr id="1053435" name=""/>
              <p:cNvSpPr/>
              <p:nvPr/>
            </p:nvSpPr>
            <p:spPr>
              <a:xfrm>
                <a:off x="8287907" y="3638748"/>
                <a:ext cx="132829" cy="108037"/>
              </a:xfrm>
            </p:spPr>
          </p:sp>
        </mc:Fallback>
      </mc:AlternateContent>
      <mc:AlternateContent xmlns:mc="http://schemas.openxmlformats.org/markup-compatibility/2006" xmlns:p14="http://schemas.microsoft.com/office/powerpoint/2010/main">
        <mc:Choice Requires="p14">
          <p:contentPart p14:bwMode="auto" r:id="rId26">
            <p14:nvContentPartPr>
              <p14:cNvPr id="1053436" name="墨迹 1053435"/>
              <p14:cNvContentPartPr/>
              <p14:nvPr/>
            </p14:nvContentPartPr>
            <p14:xfrm>
              <a:off x="8353143" y="3513019"/>
              <a:ext cx="10219" cy="407456"/>
            </p14:xfrm>
          </p:contentPart>
        </mc:Choice>
        <mc:Fallback xmlns="">
          <p:sp>
            <p:nvSpPr>
              <p:cNvPr id="1053436" name=""/>
              <p:cNvSpPr/>
              <p:nvPr/>
            </p:nvSpPr>
            <p:spPr>
              <a:xfrm>
                <a:off x="8353143" y="3513019"/>
                <a:ext cx="10219" cy="407456"/>
              </a:xfrm>
            </p:spPr>
          </p:sp>
        </mc:Fallback>
      </mc:AlternateContent>
      <mc:AlternateContent xmlns:mc="http://schemas.openxmlformats.org/markup-compatibility/2006" xmlns:p14="http://schemas.microsoft.com/office/powerpoint/2010/main">
        <mc:Choice Requires="p14">
          <p:contentPart p14:bwMode="auto" r:id="rId27">
            <p14:nvContentPartPr>
              <p14:cNvPr id="1053437" name="墨迹 1053436"/>
              <p14:cNvContentPartPr/>
              <p14:nvPr/>
            </p14:nvContentPartPr>
            <p14:xfrm>
              <a:off x="8436286" y="3648680"/>
              <a:ext cx="54407" cy="133485"/>
            </p14:xfrm>
          </p:contentPart>
        </mc:Choice>
        <mc:Fallback xmlns="">
          <p:sp>
            <p:nvSpPr>
              <p:cNvPr id="1053437" name=""/>
              <p:cNvSpPr/>
              <p:nvPr/>
            </p:nvSpPr>
            <p:spPr>
              <a:xfrm>
                <a:off x="8436286" y="3648680"/>
                <a:ext cx="54407" cy="133485"/>
              </a:xfrm>
            </p:spPr>
          </p:sp>
        </mc:Fallback>
      </mc:AlternateContent>
      <mc:AlternateContent xmlns:mc="http://schemas.openxmlformats.org/markup-compatibility/2006" xmlns:p14="http://schemas.microsoft.com/office/powerpoint/2010/main">
        <mc:Choice Requires="p14">
          <p:contentPart p14:bwMode="auto" r:id="rId28">
            <p14:nvContentPartPr>
              <p14:cNvPr id="1053438" name="墨迹 1053437"/>
              <p14:cNvContentPartPr/>
              <p14:nvPr/>
            </p14:nvContentPartPr>
            <p14:xfrm>
              <a:off x="8521764" y="3646374"/>
              <a:ext cx="135040" cy="92119"/>
            </p14:xfrm>
          </p:contentPart>
        </mc:Choice>
        <mc:Fallback xmlns="">
          <p:sp>
            <p:nvSpPr>
              <p:cNvPr id="1053438" name=""/>
              <p:cNvSpPr/>
              <p:nvPr/>
            </p:nvSpPr>
            <p:spPr>
              <a:xfrm>
                <a:off x="8521764" y="3646374"/>
                <a:ext cx="135040" cy="92119"/>
              </a:xfrm>
            </p:spPr>
          </p:sp>
        </mc:Fallback>
      </mc:AlternateContent>
      <mc:AlternateContent xmlns:mc="http://schemas.openxmlformats.org/markup-compatibility/2006" xmlns:p14="http://schemas.microsoft.com/office/powerpoint/2010/main">
        <mc:Choice Requires="p14">
          <p:contentPart p14:bwMode="auto" r:id="rId29">
            <p14:nvContentPartPr>
              <p14:cNvPr id="1053439" name="墨迹 1053438"/>
              <p14:cNvContentPartPr/>
              <p14:nvPr/>
            </p14:nvContentPartPr>
            <p14:xfrm>
              <a:off x="8750133" y="3528244"/>
              <a:ext cx="94533" cy="210795"/>
            </p14:xfrm>
          </p:contentPart>
        </mc:Choice>
        <mc:Fallback xmlns="">
          <p:sp>
            <p:nvSpPr>
              <p:cNvPr id="1053439" name=""/>
              <p:cNvSpPr/>
              <p:nvPr/>
            </p:nvSpPr>
            <p:spPr>
              <a:xfrm>
                <a:off x="8750133" y="3528244"/>
                <a:ext cx="94533" cy="210795"/>
              </a:xfrm>
            </p:spPr>
          </p:sp>
        </mc:Fallback>
      </mc:AlternateContent>
      <mc:AlternateContent xmlns:mc="http://schemas.openxmlformats.org/markup-compatibility/2006" xmlns:p14="http://schemas.microsoft.com/office/powerpoint/2010/main">
        <mc:Choice Requires="p14">
          <p:contentPart p14:bwMode="auto" r:id="rId30">
            <p14:nvContentPartPr>
              <p14:cNvPr id="1053440" name="墨迹 1053439"/>
              <p14:cNvContentPartPr/>
              <p14:nvPr/>
            </p14:nvContentPartPr>
            <p14:xfrm>
              <a:off x="8827359" y="3584682"/>
              <a:ext cx="97259" cy="122946"/>
            </p14:xfrm>
          </p:contentPart>
        </mc:Choice>
        <mc:Fallback xmlns="">
          <p:sp>
            <p:nvSpPr>
              <p:cNvPr id="1053440" name=""/>
              <p:cNvSpPr/>
              <p:nvPr/>
            </p:nvSpPr>
            <p:spPr>
              <a:xfrm>
                <a:off x="8827359" y="3584682"/>
                <a:ext cx="97259" cy="122946"/>
              </a:xfrm>
            </p:spPr>
          </p:sp>
        </mc:Fallback>
      </mc:AlternateContent>
      <mc:AlternateContent xmlns:mc="http://schemas.openxmlformats.org/markup-compatibility/2006" xmlns:p14="http://schemas.microsoft.com/office/powerpoint/2010/main">
        <mc:Choice Requires="p14">
          <p:contentPart p14:bwMode="auto" r:id="rId31">
            <p14:nvContentPartPr>
              <p14:cNvPr id="1053441" name="墨迹 1053440"/>
              <p14:cNvContentPartPr/>
              <p14:nvPr/>
            </p14:nvContentPartPr>
            <p14:xfrm>
              <a:off x="8812328" y="3548633"/>
              <a:ext cx="162889" cy="219563"/>
            </p14:xfrm>
          </p:contentPart>
        </mc:Choice>
        <mc:Fallback xmlns="">
          <p:sp>
            <p:nvSpPr>
              <p:cNvPr id="1053441" name=""/>
              <p:cNvSpPr/>
              <p:nvPr/>
            </p:nvSpPr>
            <p:spPr>
              <a:xfrm>
                <a:off x="8812328" y="3548633"/>
                <a:ext cx="162889" cy="219563"/>
              </a:xfrm>
            </p:spPr>
          </p:sp>
        </mc:Fallback>
      </mc:AlternateContent>
      <mc:AlternateContent xmlns:mc="http://schemas.openxmlformats.org/markup-compatibility/2006" xmlns:p14="http://schemas.microsoft.com/office/powerpoint/2010/main">
        <mc:Choice Requires="p14">
          <p:contentPart p14:bwMode="auto" r:id="rId32">
            <p14:nvContentPartPr>
              <p14:cNvPr id="1053442" name="墨迹 1053441"/>
              <p14:cNvContentPartPr/>
              <p14:nvPr/>
            </p14:nvContentPartPr>
            <p14:xfrm>
              <a:off x="8916238" y="3517641"/>
              <a:ext cx="59588" cy="102599"/>
            </p14:xfrm>
          </p:contentPart>
        </mc:Choice>
        <mc:Fallback xmlns="">
          <p:sp>
            <p:nvSpPr>
              <p:cNvPr id="1053442" name=""/>
              <p:cNvSpPr/>
              <p:nvPr/>
            </p:nvSpPr>
            <p:spPr>
              <a:xfrm>
                <a:off x="8916238" y="3517641"/>
                <a:ext cx="59588" cy="102599"/>
              </a:xfrm>
            </p:spPr>
          </p:sp>
        </mc:Fallback>
      </mc:AlternateContent>
      <mc:AlternateContent xmlns:mc="http://schemas.openxmlformats.org/markup-compatibility/2006" xmlns:p14="http://schemas.microsoft.com/office/powerpoint/2010/main">
        <mc:Choice Requires="p14">
          <p:contentPart p14:bwMode="auto" r:id="rId33">
            <p14:nvContentPartPr>
              <p14:cNvPr id="1053443" name="墨迹 1053442"/>
              <p14:cNvContentPartPr/>
              <p14:nvPr/>
            </p14:nvContentPartPr>
            <p14:xfrm>
              <a:off x="9057161" y="3623396"/>
              <a:ext cx="4518" cy="19669"/>
            </p14:xfrm>
          </p:contentPart>
        </mc:Choice>
        <mc:Fallback xmlns="">
          <p:sp>
            <p:nvSpPr>
              <p:cNvPr id="1053443" name=""/>
              <p:cNvSpPr/>
              <p:nvPr/>
            </p:nvSpPr>
            <p:spPr>
              <a:xfrm>
                <a:off x="9057161" y="3623396"/>
                <a:ext cx="4518" cy="19669"/>
              </a:xfrm>
            </p:spPr>
          </p:sp>
        </mc:Fallback>
      </mc:AlternateContent>
      <mc:AlternateContent xmlns:mc="http://schemas.openxmlformats.org/markup-compatibility/2006" xmlns:p14="http://schemas.microsoft.com/office/powerpoint/2010/main">
        <mc:Choice Requires="p14">
          <p:contentPart p14:bwMode="auto" r:id="rId34">
            <p14:nvContentPartPr>
              <p14:cNvPr id="1053444" name="墨迹 1053443"/>
              <p14:cNvContentPartPr/>
              <p14:nvPr/>
            </p14:nvContentPartPr>
            <p14:xfrm>
              <a:off x="9063594" y="3687285"/>
              <a:ext cx="4386" cy="39258"/>
            </p14:xfrm>
          </p:contentPart>
        </mc:Choice>
        <mc:Fallback xmlns="">
          <p:sp>
            <p:nvSpPr>
              <p:cNvPr id="1053444" name=""/>
              <p:cNvSpPr/>
              <p:nvPr/>
            </p:nvSpPr>
            <p:spPr>
              <a:xfrm>
                <a:off x="9063594" y="3687285"/>
                <a:ext cx="4386" cy="39258"/>
              </a:xfrm>
            </p:spPr>
          </p:sp>
        </mc:Fallback>
      </mc:AlternateContent>
      <mc:AlternateContent xmlns:mc="http://schemas.openxmlformats.org/markup-compatibility/2006" xmlns:p14="http://schemas.microsoft.com/office/powerpoint/2010/main">
        <mc:Choice Requires="p14">
          <p:contentPart p14:bwMode="auto" r:id="rId35">
            <p14:nvContentPartPr>
              <p14:cNvPr id="1053445" name="墨迹 1053444"/>
              <p14:cNvContentPartPr/>
              <p14:nvPr/>
            </p14:nvContentPartPr>
            <p14:xfrm>
              <a:off x="9249682" y="3445543"/>
              <a:ext cx="126479" cy="23705"/>
            </p14:xfrm>
          </p:contentPart>
        </mc:Choice>
        <mc:Fallback xmlns="">
          <p:sp>
            <p:nvSpPr>
              <p:cNvPr id="1053445" name=""/>
              <p:cNvSpPr/>
              <p:nvPr/>
            </p:nvSpPr>
            <p:spPr>
              <a:xfrm>
                <a:off x="9249682" y="3445543"/>
                <a:ext cx="126479" cy="23705"/>
              </a:xfrm>
            </p:spPr>
          </p:sp>
        </mc:Fallback>
      </mc:AlternateContent>
      <mc:AlternateContent xmlns:mc="http://schemas.openxmlformats.org/markup-compatibility/2006" xmlns:p14="http://schemas.microsoft.com/office/powerpoint/2010/main">
        <mc:Choice Requires="p14">
          <p:contentPart p14:bwMode="auto" r:id="rId36">
            <p14:nvContentPartPr>
              <p14:cNvPr id="1053446" name="墨迹 1053445"/>
              <p14:cNvContentPartPr/>
              <p14:nvPr/>
            </p14:nvContentPartPr>
            <p14:xfrm>
              <a:off x="9238083" y="3387145"/>
              <a:ext cx="79563" cy="337071"/>
            </p14:xfrm>
          </p:contentPart>
        </mc:Choice>
        <mc:Fallback xmlns="">
          <p:sp>
            <p:nvSpPr>
              <p:cNvPr id="1053446" name=""/>
              <p:cNvSpPr/>
              <p:nvPr/>
            </p:nvSpPr>
            <p:spPr>
              <a:xfrm>
                <a:off x="9238083" y="3387145"/>
                <a:ext cx="79563" cy="337071"/>
              </a:xfrm>
            </p:spPr>
          </p:sp>
        </mc:Fallback>
      </mc:AlternateContent>
      <mc:AlternateContent xmlns:mc="http://schemas.openxmlformats.org/markup-compatibility/2006" xmlns:p14="http://schemas.microsoft.com/office/powerpoint/2010/main">
        <mc:Choice Requires="p14">
          <p:contentPart p14:bwMode="auto" r:id="rId37">
            <p14:nvContentPartPr>
              <p14:cNvPr id="1053447" name="墨迹 1053446"/>
              <p14:cNvContentPartPr/>
              <p14:nvPr/>
            </p14:nvContentPartPr>
            <p14:xfrm>
              <a:off x="9249682" y="3493147"/>
              <a:ext cx="114272" cy="215998"/>
            </p14:xfrm>
          </p:contentPart>
        </mc:Choice>
        <mc:Fallback xmlns="">
          <p:sp>
            <p:nvSpPr>
              <p:cNvPr id="1053447" name=""/>
              <p:cNvSpPr/>
              <p:nvPr/>
            </p:nvSpPr>
            <p:spPr>
              <a:xfrm>
                <a:off x="9249682" y="3493147"/>
                <a:ext cx="114272" cy="215998"/>
              </a:xfrm>
            </p:spPr>
          </p:sp>
        </mc:Fallback>
      </mc:AlternateContent>
      <mc:AlternateContent xmlns:mc="http://schemas.openxmlformats.org/markup-compatibility/2006" xmlns:p14="http://schemas.microsoft.com/office/powerpoint/2010/main">
        <mc:Choice Requires="p14">
          <p:contentPart p14:bwMode="auto" r:id="rId38">
            <p14:nvContentPartPr>
              <p14:cNvPr id="1053448" name="墨迹 1053447"/>
              <p14:cNvContentPartPr/>
              <p14:nvPr/>
            </p14:nvContentPartPr>
            <p14:xfrm>
              <a:off x="9205079" y="3542250"/>
              <a:ext cx="182308" cy="170232"/>
            </p14:xfrm>
          </p:contentPart>
        </mc:Choice>
        <mc:Fallback xmlns="">
          <p:sp>
            <p:nvSpPr>
              <p:cNvPr id="1053448" name=""/>
              <p:cNvSpPr/>
              <p:nvPr/>
            </p:nvSpPr>
            <p:spPr>
              <a:xfrm>
                <a:off x="9205079" y="3542250"/>
                <a:ext cx="182308" cy="170232"/>
              </a:xfrm>
            </p:spPr>
          </p:sp>
        </mc:Fallback>
      </mc:AlternateContent>
      <mc:AlternateContent xmlns:mc="http://schemas.openxmlformats.org/markup-compatibility/2006" xmlns:p14="http://schemas.microsoft.com/office/powerpoint/2010/main">
        <mc:Choice Requires="p14">
          <p:contentPart p14:bwMode="auto" r:id="rId39">
            <p14:nvContentPartPr>
              <p14:cNvPr id="1053449" name="墨迹 1053448"/>
              <p14:cNvContentPartPr/>
              <p14:nvPr/>
            </p14:nvContentPartPr>
            <p14:xfrm>
              <a:off x="9259383" y="3708976"/>
              <a:ext cx="104530" cy="49170"/>
            </p14:xfrm>
          </p:contentPart>
        </mc:Choice>
        <mc:Fallback xmlns="">
          <p:sp>
            <p:nvSpPr>
              <p:cNvPr id="1053449" name=""/>
              <p:cNvSpPr/>
              <p:nvPr/>
            </p:nvSpPr>
            <p:spPr>
              <a:xfrm>
                <a:off x="9259383" y="3708976"/>
                <a:ext cx="104530" cy="49170"/>
              </a:xfrm>
            </p:spPr>
          </p:sp>
        </mc:Fallback>
      </mc:AlternateContent>
      <mc:AlternateContent xmlns:mc="http://schemas.openxmlformats.org/markup-compatibility/2006" xmlns:p14="http://schemas.microsoft.com/office/powerpoint/2010/main">
        <mc:Choice Requires="p14">
          <p:contentPart p14:bwMode="auto" r:id="rId40">
            <p14:nvContentPartPr>
              <p14:cNvPr id="1053450" name="墨迹 1053449"/>
              <p14:cNvContentPartPr/>
              <p14:nvPr/>
            </p14:nvContentPartPr>
            <p14:xfrm>
              <a:off x="9578254" y="3357784"/>
              <a:ext cx="7647" cy="48231"/>
            </p14:xfrm>
          </p:contentPart>
        </mc:Choice>
        <mc:Fallback xmlns="">
          <p:sp>
            <p:nvSpPr>
              <p:cNvPr id="1053450" name=""/>
              <p:cNvSpPr/>
              <p:nvPr/>
            </p:nvSpPr>
            <p:spPr>
              <a:xfrm>
                <a:off x="9578254" y="3357784"/>
                <a:ext cx="7647" cy="48231"/>
              </a:xfrm>
            </p:spPr>
          </p:sp>
        </mc:Fallback>
      </mc:AlternateContent>
      <mc:AlternateContent xmlns:mc="http://schemas.openxmlformats.org/markup-compatibility/2006" xmlns:p14="http://schemas.microsoft.com/office/powerpoint/2010/main">
        <mc:Choice Requires="p14">
          <p:contentPart p14:bwMode="auto" r:id="rId41">
            <p14:nvContentPartPr>
              <p14:cNvPr id="1053451" name="墨迹 1053450"/>
              <p14:cNvContentPartPr/>
              <p14:nvPr/>
            </p14:nvContentPartPr>
            <p14:xfrm>
              <a:off x="9467073" y="3417050"/>
              <a:ext cx="20903" cy="108615"/>
            </p14:xfrm>
          </p:contentPart>
        </mc:Choice>
        <mc:Fallback xmlns="">
          <p:sp>
            <p:nvSpPr>
              <p:cNvPr id="1053451" name=""/>
              <p:cNvSpPr/>
              <p:nvPr/>
            </p:nvSpPr>
            <p:spPr>
              <a:xfrm>
                <a:off x="9467073" y="3417050"/>
                <a:ext cx="20903" cy="108615"/>
              </a:xfrm>
            </p:spPr>
          </p:sp>
        </mc:Fallback>
      </mc:AlternateContent>
      <mc:AlternateContent xmlns:mc="http://schemas.openxmlformats.org/markup-compatibility/2006" xmlns:p14="http://schemas.microsoft.com/office/powerpoint/2010/main">
        <mc:Choice Requires="p14">
          <p:contentPart p14:bwMode="auto" r:id="rId42">
            <p14:nvContentPartPr>
              <p14:cNvPr id="1053452" name="墨迹 1053451"/>
              <p14:cNvContentPartPr/>
              <p14:nvPr/>
            </p14:nvContentPartPr>
            <p14:xfrm>
              <a:off x="9494357" y="3428398"/>
              <a:ext cx="159228" cy="111761"/>
            </p14:xfrm>
          </p:contentPart>
        </mc:Choice>
        <mc:Fallback xmlns="">
          <p:sp>
            <p:nvSpPr>
              <p:cNvPr id="1053452" name=""/>
              <p:cNvSpPr/>
              <p:nvPr/>
            </p:nvSpPr>
            <p:spPr>
              <a:xfrm>
                <a:off x="9494357" y="3428398"/>
                <a:ext cx="159228" cy="111761"/>
              </a:xfrm>
            </p:spPr>
          </p:sp>
        </mc:Fallback>
      </mc:AlternateContent>
      <mc:AlternateContent xmlns:mc="http://schemas.openxmlformats.org/markup-compatibility/2006" xmlns:p14="http://schemas.microsoft.com/office/powerpoint/2010/main">
        <mc:Choice Requires="p14">
          <p:contentPart p14:bwMode="auto" r:id="rId43">
            <p14:nvContentPartPr>
              <p14:cNvPr id="1053453" name="墨迹 1053452"/>
              <p14:cNvContentPartPr/>
              <p14:nvPr/>
            </p14:nvContentPartPr>
            <p14:xfrm>
              <a:off x="9445301" y="3483657"/>
              <a:ext cx="171752" cy="179328"/>
            </p14:xfrm>
          </p:contentPart>
        </mc:Choice>
        <mc:Fallback xmlns="">
          <p:sp>
            <p:nvSpPr>
              <p:cNvPr id="1053453" name=""/>
              <p:cNvSpPr/>
              <p:nvPr/>
            </p:nvSpPr>
            <p:spPr>
              <a:xfrm>
                <a:off x="9445301" y="3483657"/>
                <a:ext cx="171752" cy="179328"/>
              </a:xfrm>
            </p:spPr>
          </p:sp>
        </mc:Fallback>
      </mc:AlternateContent>
      <mc:AlternateContent xmlns:mc="http://schemas.openxmlformats.org/markup-compatibility/2006" xmlns:p14="http://schemas.microsoft.com/office/powerpoint/2010/main">
        <mc:Choice Requires="p14">
          <p:contentPart p14:bwMode="auto" r:id="rId44">
            <p14:nvContentPartPr>
              <p14:cNvPr id="1053454" name="墨迹 1053453"/>
              <p14:cNvContentPartPr/>
              <p14:nvPr/>
            </p14:nvContentPartPr>
            <p14:xfrm>
              <a:off x="9499690" y="3498610"/>
              <a:ext cx="96712" cy="210935"/>
            </p14:xfrm>
          </p:contentPart>
        </mc:Choice>
        <mc:Fallback xmlns="">
          <p:sp>
            <p:nvSpPr>
              <p:cNvPr id="1053454" name=""/>
              <p:cNvSpPr/>
              <p:nvPr/>
            </p:nvSpPr>
            <p:spPr>
              <a:xfrm>
                <a:off x="9499690" y="3498610"/>
                <a:ext cx="96712" cy="210935"/>
              </a:xfrm>
            </p:spPr>
          </p:sp>
        </mc:Fallback>
      </mc:AlternateContent>
      <mc:AlternateContent xmlns:mc="http://schemas.openxmlformats.org/markup-compatibility/2006" xmlns:p14="http://schemas.microsoft.com/office/powerpoint/2010/main">
        <mc:Choice Requires="p14">
          <p:contentPart p14:bwMode="auto" r:id="rId45">
            <p14:nvContentPartPr>
              <p14:cNvPr id="1053455" name="墨迹 1053454"/>
              <p14:cNvContentPartPr/>
              <p14:nvPr/>
            </p14:nvContentPartPr>
            <p14:xfrm>
              <a:off x="9581463" y="3643514"/>
              <a:ext cx="161173" cy="81316"/>
            </p14:xfrm>
          </p:contentPart>
        </mc:Choice>
        <mc:Fallback xmlns="">
          <p:sp>
            <p:nvSpPr>
              <p:cNvPr id="1053455" name=""/>
              <p:cNvSpPr/>
              <p:nvPr/>
            </p:nvSpPr>
            <p:spPr>
              <a:xfrm>
                <a:off x="9581463" y="3643514"/>
                <a:ext cx="161173" cy="81316"/>
              </a:xfrm>
            </p:spPr>
          </p:sp>
        </mc:Fallback>
      </mc:AlternateContent>
      <mc:AlternateContent xmlns:mc="http://schemas.openxmlformats.org/markup-compatibility/2006" xmlns:p14="http://schemas.microsoft.com/office/powerpoint/2010/main">
        <mc:Choice Requires="p14">
          <p:contentPart p14:bwMode="auto" r:id="rId46">
            <p14:nvContentPartPr>
              <p14:cNvPr id="1053456" name="墨迹 1053455"/>
              <p14:cNvContentPartPr/>
              <p14:nvPr/>
            </p14:nvContentPartPr>
            <p14:xfrm>
              <a:off x="9827503" y="3418410"/>
              <a:ext cx="9730" cy="58460"/>
            </p14:xfrm>
          </p:contentPart>
        </mc:Choice>
        <mc:Fallback xmlns="">
          <p:sp>
            <p:nvSpPr>
              <p:cNvPr id="1053456" name=""/>
              <p:cNvSpPr/>
              <p:nvPr/>
            </p:nvSpPr>
            <p:spPr>
              <a:xfrm>
                <a:off x="9827503" y="3418410"/>
                <a:ext cx="9730" cy="58460"/>
              </a:xfrm>
            </p:spPr>
          </p:sp>
        </mc:Fallback>
      </mc:AlternateContent>
      <mc:AlternateContent xmlns:mc="http://schemas.openxmlformats.org/markup-compatibility/2006" xmlns:p14="http://schemas.microsoft.com/office/powerpoint/2010/main">
        <mc:Choice Requires="p14">
          <p:contentPart p14:bwMode="auto" r:id="rId47">
            <p14:nvContentPartPr>
              <p14:cNvPr id="1053457" name="墨迹 1053456"/>
              <p14:cNvContentPartPr/>
              <p14:nvPr/>
            </p14:nvContentPartPr>
            <p14:xfrm>
              <a:off x="9768539" y="3524437"/>
              <a:ext cx="163845" cy="205976"/>
            </p14:xfrm>
          </p:contentPart>
        </mc:Choice>
        <mc:Fallback xmlns="">
          <p:sp>
            <p:nvSpPr>
              <p:cNvPr id="1053457" name=""/>
              <p:cNvSpPr/>
              <p:nvPr/>
            </p:nvSpPr>
            <p:spPr>
              <a:xfrm>
                <a:off x="9768539" y="3524437"/>
                <a:ext cx="163845" cy="205976"/>
              </a:xfrm>
            </p:spPr>
          </p:sp>
        </mc:Fallback>
      </mc:AlternateContent>
      <mc:AlternateContent xmlns:mc="http://schemas.openxmlformats.org/markup-compatibility/2006" xmlns:p14="http://schemas.microsoft.com/office/powerpoint/2010/main">
        <mc:Choice Requires="p14">
          <p:contentPart p14:bwMode="auto" r:id="rId48">
            <p14:nvContentPartPr>
              <p14:cNvPr id="1053458" name="墨迹 1053457"/>
              <p14:cNvContentPartPr/>
              <p14:nvPr/>
            </p14:nvContentPartPr>
            <p14:xfrm>
              <a:off x="9865529" y="3512705"/>
              <a:ext cx="166731" cy="165121"/>
            </p14:xfrm>
          </p:contentPart>
        </mc:Choice>
        <mc:Fallback xmlns="">
          <p:sp>
            <p:nvSpPr>
              <p:cNvPr id="1053458" name=""/>
              <p:cNvSpPr/>
              <p:nvPr/>
            </p:nvSpPr>
            <p:spPr>
              <a:xfrm>
                <a:off x="9865529" y="3512705"/>
                <a:ext cx="166731" cy="165121"/>
              </a:xfrm>
            </p:spPr>
          </p:sp>
        </mc:Fallback>
      </mc:AlternateContent>
      <mc:AlternateContent xmlns:mc="http://schemas.openxmlformats.org/markup-compatibility/2006" xmlns:p14="http://schemas.microsoft.com/office/powerpoint/2010/main">
        <mc:Choice Requires="p14">
          <p:contentPart p14:bwMode="auto" r:id="rId49">
            <p14:nvContentPartPr>
              <p14:cNvPr id="1053459" name="墨迹 1053458"/>
              <p14:cNvContentPartPr/>
              <p14:nvPr/>
            </p14:nvContentPartPr>
            <p14:xfrm>
              <a:off x="9871942" y="3409438"/>
              <a:ext cx="101655" cy="250160"/>
            </p14:xfrm>
          </p:contentPart>
        </mc:Choice>
        <mc:Fallback xmlns="">
          <p:sp>
            <p:nvSpPr>
              <p:cNvPr id="1053459" name=""/>
              <p:cNvSpPr/>
              <p:nvPr/>
            </p:nvSpPr>
            <p:spPr>
              <a:xfrm>
                <a:off x="9871942" y="3409438"/>
                <a:ext cx="101655" cy="250160"/>
              </a:xfrm>
            </p:spPr>
          </p:sp>
        </mc:Fallback>
      </mc:AlternateContent>
      <mc:AlternateContent xmlns:mc="http://schemas.openxmlformats.org/markup-compatibility/2006" xmlns:p14="http://schemas.microsoft.com/office/powerpoint/2010/main">
        <mc:Choice Requires="p14">
          <p:contentPart p14:bwMode="auto" r:id="rId50">
            <p14:nvContentPartPr>
              <p14:cNvPr id="1053460" name="墨迹 1053459"/>
              <p14:cNvContentPartPr/>
              <p14:nvPr/>
            </p14:nvContentPartPr>
            <p14:xfrm>
              <a:off x="10164317" y="3333044"/>
              <a:ext cx="121208" cy="348706"/>
            </p14:xfrm>
          </p:contentPart>
        </mc:Choice>
        <mc:Fallback xmlns="">
          <p:sp>
            <p:nvSpPr>
              <p:cNvPr id="1053460" name=""/>
              <p:cNvSpPr/>
              <p:nvPr/>
            </p:nvSpPr>
            <p:spPr>
              <a:xfrm>
                <a:off x="10164317" y="3333044"/>
                <a:ext cx="121208" cy="348706"/>
              </a:xfrm>
            </p:spPr>
          </p:sp>
        </mc:Fallback>
      </mc:AlternateContent>
      <mc:AlternateContent xmlns:mc="http://schemas.openxmlformats.org/markup-compatibility/2006" xmlns:p14="http://schemas.microsoft.com/office/powerpoint/2010/main">
        <mc:Choice Requires="p14">
          <p:contentPart p14:bwMode="auto" r:id="rId51">
            <p14:nvContentPartPr>
              <p14:cNvPr id="1053461" name="墨迹 1053460"/>
              <p14:cNvContentPartPr/>
              <p14:nvPr/>
            </p14:nvContentPartPr>
            <p14:xfrm>
              <a:off x="10326794" y="3328305"/>
              <a:ext cx="69886" cy="101812"/>
            </p14:xfrm>
          </p:contentPart>
        </mc:Choice>
        <mc:Fallback xmlns="">
          <p:sp>
            <p:nvSpPr>
              <p:cNvPr id="1053461" name=""/>
              <p:cNvSpPr/>
              <p:nvPr/>
            </p:nvSpPr>
            <p:spPr>
              <a:xfrm>
                <a:off x="10326794" y="3328305"/>
                <a:ext cx="69886" cy="101812"/>
              </a:xfrm>
            </p:spPr>
          </p:sp>
        </mc:Fallback>
      </mc:AlternateContent>
      <mc:AlternateContent xmlns:mc="http://schemas.openxmlformats.org/markup-compatibility/2006" xmlns:p14="http://schemas.microsoft.com/office/powerpoint/2010/main">
        <mc:Choice Requires="p14">
          <p:contentPart p14:bwMode="auto" r:id="rId52">
            <p14:nvContentPartPr>
              <p14:cNvPr id="1053462" name="墨迹 1053461"/>
              <p14:cNvContentPartPr/>
              <p14:nvPr/>
            </p14:nvContentPartPr>
            <p14:xfrm>
              <a:off x="10297722" y="3340384"/>
              <a:ext cx="120391" cy="139734"/>
            </p14:xfrm>
          </p:contentPart>
        </mc:Choice>
        <mc:Fallback xmlns="">
          <p:sp>
            <p:nvSpPr>
              <p:cNvPr id="1053462" name=""/>
              <p:cNvSpPr/>
              <p:nvPr/>
            </p:nvSpPr>
            <p:spPr>
              <a:xfrm>
                <a:off x="10297722" y="3340384"/>
                <a:ext cx="120391" cy="139734"/>
              </a:xfrm>
            </p:spPr>
          </p:sp>
        </mc:Fallback>
      </mc:AlternateContent>
      <mc:AlternateContent xmlns:mc="http://schemas.openxmlformats.org/markup-compatibility/2006" xmlns:p14="http://schemas.microsoft.com/office/powerpoint/2010/main">
        <mc:Choice Requires="p14">
          <p:contentPart p14:bwMode="auto" r:id="rId53">
            <p14:nvContentPartPr>
              <p14:cNvPr id="1053463" name="墨迹 1053462"/>
              <p14:cNvContentPartPr/>
              <p14:nvPr/>
            </p14:nvContentPartPr>
            <p14:xfrm>
              <a:off x="10260957" y="3450847"/>
              <a:ext cx="159382" cy="48034"/>
            </p14:xfrm>
          </p:contentPart>
        </mc:Choice>
        <mc:Fallback xmlns="">
          <p:sp>
            <p:nvSpPr>
              <p:cNvPr id="1053463" name=""/>
              <p:cNvSpPr/>
              <p:nvPr/>
            </p:nvSpPr>
            <p:spPr>
              <a:xfrm>
                <a:off x="10260957" y="3450847"/>
                <a:ext cx="159382" cy="48034"/>
              </a:xfrm>
            </p:spPr>
          </p:sp>
        </mc:Fallback>
      </mc:AlternateContent>
      <mc:AlternateContent xmlns:mc="http://schemas.openxmlformats.org/markup-compatibility/2006" xmlns:p14="http://schemas.microsoft.com/office/powerpoint/2010/main">
        <mc:Choice Requires="p14">
          <p:contentPart p14:bwMode="auto" r:id="rId54">
            <p14:nvContentPartPr>
              <p14:cNvPr id="1053464" name="墨迹 1053463"/>
              <p14:cNvContentPartPr/>
              <p14:nvPr/>
            </p14:nvContentPartPr>
            <p14:xfrm>
              <a:off x="10270054" y="3475230"/>
              <a:ext cx="155181" cy="195635"/>
            </p14:xfrm>
          </p:contentPart>
        </mc:Choice>
        <mc:Fallback xmlns="">
          <p:sp>
            <p:nvSpPr>
              <p:cNvPr id="1053464" name=""/>
              <p:cNvSpPr/>
              <p:nvPr/>
            </p:nvSpPr>
            <p:spPr>
              <a:xfrm>
                <a:off x="10270054" y="3475230"/>
                <a:ext cx="155181" cy="195635"/>
              </a:xfrm>
            </p:spPr>
          </p:sp>
        </mc:Fallback>
      </mc:AlternateContent>
      <mc:AlternateContent xmlns:mc="http://schemas.openxmlformats.org/markup-compatibility/2006" xmlns:p14="http://schemas.microsoft.com/office/powerpoint/2010/main">
        <mc:Choice Requires="p14">
          <p:contentPart p14:bwMode="auto" r:id="rId55">
            <p14:nvContentPartPr>
              <p14:cNvPr id="1053465" name="墨迹 1053464"/>
              <p14:cNvContentPartPr/>
              <p14:nvPr/>
            </p14:nvContentPartPr>
            <p14:xfrm>
              <a:off x="10281721" y="3519544"/>
              <a:ext cx="97291" cy="138175"/>
            </p14:xfrm>
          </p:contentPart>
        </mc:Choice>
        <mc:Fallback xmlns="">
          <p:sp>
            <p:nvSpPr>
              <p:cNvPr id="1053465" name=""/>
              <p:cNvSpPr/>
              <p:nvPr/>
            </p:nvSpPr>
            <p:spPr>
              <a:xfrm>
                <a:off x="10281721" y="3519544"/>
                <a:ext cx="97291" cy="138175"/>
              </a:xfrm>
            </p:spPr>
          </p:sp>
        </mc:Fallback>
      </mc:AlternateContent>
      <mc:AlternateContent xmlns:mc="http://schemas.openxmlformats.org/markup-compatibility/2006" xmlns:p14="http://schemas.microsoft.com/office/powerpoint/2010/main">
        <mc:Choice Requires="p14">
          <p:contentPart p14:bwMode="auto" r:id="rId56">
            <p14:nvContentPartPr>
              <p14:cNvPr id="1053466" name="墨迹 1053465"/>
              <p14:cNvContentPartPr/>
              <p14:nvPr/>
            </p14:nvContentPartPr>
            <p14:xfrm>
              <a:off x="10431228" y="3505950"/>
              <a:ext cx="130494" cy="183817"/>
            </p14:xfrm>
          </p:contentPart>
        </mc:Choice>
        <mc:Fallback xmlns="">
          <p:sp>
            <p:nvSpPr>
              <p:cNvPr id="1053466" name=""/>
              <p:cNvSpPr/>
              <p:nvPr/>
            </p:nvSpPr>
            <p:spPr>
              <a:xfrm>
                <a:off x="10431228" y="3505950"/>
                <a:ext cx="130494" cy="183817"/>
              </a:xfrm>
            </p:spPr>
          </p:sp>
        </mc:Fallback>
      </mc:AlternateContent>
      <mc:AlternateContent xmlns:mc="http://schemas.openxmlformats.org/markup-compatibility/2006" xmlns:p14="http://schemas.microsoft.com/office/powerpoint/2010/main">
        <mc:Choice Requires="p14">
          <p:contentPart p14:bwMode="auto" r:id="rId57">
            <p14:nvContentPartPr>
              <p14:cNvPr id="1053467" name="墨迹 1053466"/>
              <p14:cNvContentPartPr/>
              <p14:nvPr/>
            </p14:nvContentPartPr>
            <p14:xfrm>
              <a:off x="11732487" y="5663474"/>
              <a:ext cx="0" cy="0"/>
            </p14:xfrm>
          </p:contentPart>
        </mc:Choice>
        <mc:Fallback xmlns="">
          <p:sp>
            <p:nvSpPr>
              <p:cNvPr id="1053467" name=""/>
              <p:cNvSpPr/>
              <p:nvPr/>
            </p:nvSpPr>
            <p:spPr>
              <a:xfrm>
                <a:off x="11732487" y="5663474"/>
                <a:ext cx="0" cy="0"/>
              </a:xfrm>
            </p:spPr>
          </p:sp>
        </mc:Fallback>
      </mc:AlternateContent>
      <mc:AlternateContent xmlns:mc="http://schemas.openxmlformats.org/markup-compatibility/2006" xmlns:p14="http://schemas.microsoft.com/office/powerpoint/2010/main">
        <mc:Choice Requires="p14">
          <p:contentPart p14:bwMode="auto" r:id="rId58">
            <p14:nvContentPartPr>
              <p14:cNvPr id="1053468" name="墨迹 1053467"/>
              <p14:cNvContentPartPr/>
              <p14:nvPr/>
            </p14:nvContentPartPr>
            <p14:xfrm>
              <a:off x="11182317" y="5276929"/>
              <a:ext cx="0" cy="0"/>
            </p14:xfrm>
          </p:contentPart>
        </mc:Choice>
        <mc:Fallback xmlns="">
          <p:sp>
            <p:nvSpPr>
              <p:cNvPr id="1053468" name=""/>
              <p:cNvSpPr/>
              <p:nvPr/>
            </p:nvSpPr>
            <p:spPr>
              <a:xfrm>
                <a:off x="11182317" y="5276929"/>
                <a:ext cx="0" cy="0"/>
              </a:xfrm>
            </p:spPr>
          </p:sp>
        </mc:Fallback>
      </mc:AlternateContent>
      <mc:AlternateContent xmlns:mc="http://schemas.openxmlformats.org/markup-compatibility/2006" xmlns:p14="http://schemas.microsoft.com/office/powerpoint/2010/main">
        <mc:Choice Requires="p14">
          <p:contentPart p14:bwMode="auto" r:id="rId59">
            <p14:nvContentPartPr>
              <p14:cNvPr id="1053469" name="墨迹 1053468"/>
              <p14:cNvContentPartPr/>
              <p14:nvPr/>
            </p14:nvContentPartPr>
            <p14:xfrm>
              <a:off x="10928932" y="2526885"/>
              <a:ext cx="0" cy="0"/>
            </p14:xfrm>
          </p:contentPart>
        </mc:Choice>
        <mc:Fallback xmlns="">
          <p:sp>
            <p:nvSpPr>
              <p:cNvPr id="1053469" name=""/>
              <p:cNvSpPr/>
              <p:nvPr/>
            </p:nvSpPr>
            <p:spPr>
              <a:xfrm>
                <a:off x="10928932" y="2526885"/>
                <a:ext cx="0" cy="0"/>
              </a:xfrm>
            </p:spPr>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3" name="Group 50"/>
          <p:cNvGrpSpPr/>
          <p:nvPr/>
        </p:nvGrpSpPr>
        <p:grpSpPr bwMode="auto">
          <a:xfrm>
            <a:off x="2039938" y="4189413"/>
            <a:ext cx="1371600" cy="1219200"/>
            <a:chOff x="4103" y="2758"/>
            <a:chExt cx="864" cy="768"/>
          </a:xfrm>
        </p:grpSpPr>
        <p:grpSp>
          <p:nvGrpSpPr>
            <p:cNvPr id="304" name="Group 51"/>
            <p:cNvGrpSpPr/>
            <p:nvPr/>
          </p:nvGrpSpPr>
          <p:grpSpPr bwMode="auto">
            <a:xfrm>
              <a:off x="4103" y="2758"/>
              <a:ext cx="864" cy="768"/>
              <a:chOff x="4103" y="2758"/>
              <a:chExt cx="864" cy="768"/>
            </a:xfrm>
          </p:grpSpPr>
          <p:grpSp>
            <p:nvGrpSpPr>
              <p:cNvPr id="305" name="Group 52"/>
              <p:cNvGrpSpPr/>
              <p:nvPr/>
            </p:nvGrpSpPr>
            <p:grpSpPr bwMode="auto">
              <a:xfrm>
                <a:off x="4103" y="2758"/>
                <a:ext cx="864" cy="768"/>
                <a:chOff x="4080" y="2736"/>
                <a:chExt cx="864" cy="768"/>
              </a:xfrm>
            </p:grpSpPr>
            <p:sp>
              <p:nvSpPr>
                <p:cNvPr id="1049920" name="Line 53"/>
                <p:cNvSpPr>
                  <a:spLocks noChangeShapeType="1"/>
                </p:cNvSpPr>
                <p:nvPr/>
              </p:nvSpPr>
              <p:spPr bwMode="auto">
                <a:xfrm>
                  <a:off x="4080" y="3120"/>
                  <a:ext cx="864"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49921" name="Line 54"/>
                <p:cNvSpPr>
                  <a:spLocks noChangeShapeType="1"/>
                </p:cNvSpPr>
                <p:nvPr/>
              </p:nvSpPr>
              <p:spPr bwMode="auto">
                <a:xfrm flipV="1">
                  <a:off x="4464" y="2736"/>
                  <a:ext cx="0" cy="768"/>
                </a:xfrm>
                <a:prstGeom prst="line">
                  <a:avLst/>
                </a:prstGeom>
                <a:noFill/>
                <a:ln w="9525">
                  <a:solidFill>
                    <a:schemeClr val="tx1"/>
                  </a:solidFill>
                  <a:miter lim="800000"/>
                  <a:headEnd/>
                  <a:tailEnd type="triangle" w="med" len="med"/>
                </a:ln>
                <a:effectLst/>
              </p:spPr>
              <p:txBody>
                <a:bodyPr wrap="none"/>
                <a:lstStyle/>
                <a:p>
                  <a:endParaRPr lang="zh-CN" altLang="en-US"/>
                </a:p>
              </p:txBody>
            </p:sp>
          </p:grpSp>
          <p:sp>
            <p:nvSpPr>
              <p:cNvPr id="1049922" name="Line 55"/>
              <p:cNvSpPr>
                <a:spLocks noChangeShapeType="1"/>
              </p:cNvSpPr>
              <p:nvPr/>
            </p:nvSpPr>
            <p:spPr bwMode="auto">
              <a:xfrm>
                <a:off x="4176" y="2979"/>
                <a:ext cx="624" cy="0"/>
              </a:xfrm>
              <a:prstGeom prst="line">
                <a:avLst/>
              </a:prstGeom>
              <a:noFill/>
              <a:ln w="9525">
                <a:solidFill>
                  <a:schemeClr val="tx1"/>
                </a:solidFill>
                <a:miter lim="800000"/>
                <a:headEnd/>
                <a:tailEnd/>
              </a:ln>
              <a:effectLst/>
            </p:spPr>
            <p:txBody>
              <a:bodyPr wrap="none"/>
              <a:lstStyle/>
              <a:p>
                <a:endParaRPr lang="zh-CN" altLang="en-US"/>
              </a:p>
            </p:txBody>
          </p:sp>
          <p:sp>
            <p:nvSpPr>
              <p:cNvPr id="1049923" name="Line 56"/>
              <p:cNvSpPr>
                <a:spLocks noChangeShapeType="1"/>
              </p:cNvSpPr>
              <p:nvPr/>
            </p:nvSpPr>
            <p:spPr bwMode="auto">
              <a:xfrm>
                <a:off x="4176" y="3309"/>
                <a:ext cx="624" cy="0"/>
              </a:xfrm>
              <a:prstGeom prst="line">
                <a:avLst/>
              </a:prstGeom>
              <a:noFill/>
              <a:ln w="9525">
                <a:solidFill>
                  <a:schemeClr val="tx1"/>
                </a:solidFill>
                <a:miter lim="800000"/>
                <a:headEnd/>
                <a:tailEnd/>
              </a:ln>
              <a:effectLst/>
            </p:spPr>
            <p:txBody>
              <a:bodyPr wrap="none"/>
              <a:lstStyle/>
              <a:p>
                <a:endParaRPr lang="zh-CN" altLang="en-US"/>
              </a:p>
            </p:txBody>
          </p:sp>
          <p:sp>
            <p:nvSpPr>
              <p:cNvPr id="1049924" name="Line 57"/>
              <p:cNvSpPr>
                <a:spLocks noChangeShapeType="1"/>
              </p:cNvSpPr>
              <p:nvPr/>
            </p:nvSpPr>
            <p:spPr bwMode="auto">
              <a:xfrm>
                <a:off x="4320" y="2832"/>
                <a:ext cx="0" cy="624"/>
              </a:xfrm>
              <a:prstGeom prst="line">
                <a:avLst/>
              </a:prstGeom>
              <a:noFill/>
              <a:ln w="9525">
                <a:solidFill>
                  <a:schemeClr val="tx1"/>
                </a:solidFill>
                <a:miter lim="800000"/>
                <a:headEnd/>
                <a:tailEnd/>
              </a:ln>
              <a:effectLst/>
            </p:spPr>
            <p:txBody>
              <a:bodyPr wrap="none"/>
              <a:lstStyle/>
              <a:p>
                <a:endParaRPr lang="zh-CN" altLang="en-US"/>
              </a:p>
            </p:txBody>
          </p:sp>
          <p:sp>
            <p:nvSpPr>
              <p:cNvPr id="1049925" name="Line 58"/>
              <p:cNvSpPr>
                <a:spLocks noChangeShapeType="1"/>
              </p:cNvSpPr>
              <p:nvPr/>
            </p:nvSpPr>
            <p:spPr bwMode="auto">
              <a:xfrm>
                <a:off x="4666" y="2832"/>
                <a:ext cx="0" cy="624"/>
              </a:xfrm>
              <a:prstGeom prst="line">
                <a:avLst/>
              </a:prstGeom>
              <a:noFill/>
              <a:ln w="9525">
                <a:solidFill>
                  <a:schemeClr val="tx1"/>
                </a:solidFill>
                <a:miter lim="800000"/>
                <a:headEnd/>
                <a:tailEnd/>
              </a:ln>
              <a:effectLst/>
            </p:spPr>
            <p:txBody>
              <a:bodyPr wrap="none"/>
              <a:lstStyle/>
              <a:p>
                <a:endParaRPr lang="zh-CN" altLang="en-US"/>
              </a:p>
            </p:txBody>
          </p:sp>
        </p:grpSp>
        <p:grpSp>
          <p:nvGrpSpPr>
            <p:cNvPr id="306" name="Group 59"/>
            <p:cNvGrpSpPr/>
            <p:nvPr/>
          </p:nvGrpSpPr>
          <p:grpSpPr bwMode="auto">
            <a:xfrm>
              <a:off x="4298" y="2959"/>
              <a:ext cx="389" cy="372"/>
              <a:chOff x="4298" y="2959"/>
              <a:chExt cx="389" cy="372"/>
            </a:xfrm>
          </p:grpSpPr>
          <p:sp>
            <p:nvSpPr>
              <p:cNvPr id="1049926" name="Oval 60"/>
              <p:cNvSpPr>
                <a:spLocks noChangeArrowheads="1"/>
              </p:cNvSpPr>
              <p:nvPr/>
            </p:nvSpPr>
            <p:spPr bwMode="auto">
              <a:xfrm>
                <a:off x="4298" y="2959"/>
                <a:ext cx="43" cy="41"/>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27" name="Oval 61"/>
              <p:cNvSpPr>
                <a:spLocks noChangeArrowheads="1"/>
              </p:cNvSpPr>
              <p:nvPr/>
            </p:nvSpPr>
            <p:spPr bwMode="auto">
              <a:xfrm>
                <a:off x="4471" y="2959"/>
                <a:ext cx="43" cy="41"/>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28" name="Oval 62"/>
              <p:cNvSpPr>
                <a:spLocks noChangeArrowheads="1"/>
              </p:cNvSpPr>
              <p:nvPr/>
            </p:nvSpPr>
            <p:spPr bwMode="auto">
              <a:xfrm>
                <a:off x="4643" y="2959"/>
                <a:ext cx="44" cy="41"/>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29" name="Oval 63"/>
              <p:cNvSpPr>
                <a:spLocks noChangeArrowheads="1"/>
              </p:cNvSpPr>
              <p:nvPr/>
            </p:nvSpPr>
            <p:spPr bwMode="auto">
              <a:xfrm>
                <a:off x="4298" y="3124"/>
                <a:ext cx="43" cy="42"/>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30" name="Oval 64"/>
              <p:cNvSpPr>
                <a:spLocks noChangeArrowheads="1"/>
              </p:cNvSpPr>
              <p:nvPr/>
            </p:nvSpPr>
            <p:spPr bwMode="auto">
              <a:xfrm>
                <a:off x="4471" y="3124"/>
                <a:ext cx="43" cy="42"/>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31" name="Oval 65"/>
              <p:cNvSpPr>
                <a:spLocks noChangeArrowheads="1"/>
              </p:cNvSpPr>
              <p:nvPr/>
            </p:nvSpPr>
            <p:spPr bwMode="auto">
              <a:xfrm>
                <a:off x="4643" y="3124"/>
                <a:ext cx="44" cy="42"/>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32" name="Oval 66"/>
              <p:cNvSpPr>
                <a:spLocks noChangeArrowheads="1"/>
              </p:cNvSpPr>
              <p:nvPr/>
            </p:nvSpPr>
            <p:spPr bwMode="auto">
              <a:xfrm>
                <a:off x="4298" y="3290"/>
                <a:ext cx="43" cy="41"/>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33" name="Oval 67"/>
              <p:cNvSpPr>
                <a:spLocks noChangeArrowheads="1"/>
              </p:cNvSpPr>
              <p:nvPr/>
            </p:nvSpPr>
            <p:spPr bwMode="auto">
              <a:xfrm>
                <a:off x="4471" y="3290"/>
                <a:ext cx="43" cy="41"/>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34" name="Oval 68"/>
              <p:cNvSpPr>
                <a:spLocks noChangeArrowheads="1"/>
              </p:cNvSpPr>
              <p:nvPr/>
            </p:nvSpPr>
            <p:spPr bwMode="auto">
              <a:xfrm>
                <a:off x="4643" y="3290"/>
                <a:ext cx="44" cy="41"/>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307" name="Group 69"/>
          <p:cNvGrpSpPr/>
          <p:nvPr/>
        </p:nvGrpSpPr>
        <p:grpSpPr bwMode="auto">
          <a:xfrm>
            <a:off x="3792538" y="836613"/>
            <a:ext cx="6324600" cy="5886450"/>
            <a:chOff x="1344" y="432"/>
            <a:chExt cx="3984" cy="3708"/>
          </a:xfrm>
        </p:grpSpPr>
        <p:grpSp>
          <p:nvGrpSpPr>
            <p:cNvPr id="308" name="Group 70"/>
            <p:cNvGrpSpPr/>
            <p:nvPr/>
          </p:nvGrpSpPr>
          <p:grpSpPr bwMode="auto">
            <a:xfrm>
              <a:off x="1344" y="432"/>
              <a:ext cx="1728" cy="1488"/>
              <a:chOff x="480" y="1680"/>
              <a:chExt cx="1920" cy="1728"/>
            </a:xfrm>
          </p:grpSpPr>
          <p:grpSp>
            <p:nvGrpSpPr>
              <p:cNvPr id="309" name="Group 71"/>
              <p:cNvGrpSpPr/>
              <p:nvPr/>
            </p:nvGrpSpPr>
            <p:grpSpPr bwMode="auto">
              <a:xfrm>
                <a:off x="480" y="1680"/>
                <a:ext cx="1920" cy="1728"/>
                <a:chOff x="480" y="1680"/>
                <a:chExt cx="1920" cy="1728"/>
              </a:xfrm>
            </p:grpSpPr>
            <p:grpSp>
              <p:nvGrpSpPr>
                <p:cNvPr id="310" name="Group 72"/>
                <p:cNvGrpSpPr/>
                <p:nvPr/>
              </p:nvGrpSpPr>
              <p:grpSpPr bwMode="auto">
                <a:xfrm>
                  <a:off x="480" y="1776"/>
                  <a:ext cx="1920" cy="1536"/>
                  <a:chOff x="480" y="1776"/>
                  <a:chExt cx="1920" cy="1536"/>
                </a:xfrm>
              </p:grpSpPr>
              <p:sp>
                <p:nvSpPr>
                  <p:cNvPr id="1049935" name="Line 73"/>
                  <p:cNvSpPr>
                    <a:spLocks noChangeShapeType="1"/>
                  </p:cNvSpPr>
                  <p:nvPr/>
                </p:nvSpPr>
                <p:spPr bwMode="auto">
                  <a:xfrm>
                    <a:off x="480" y="177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49936" name="Line 74"/>
                  <p:cNvSpPr>
                    <a:spLocks noChangeShapeType="1"/>
                  </p:cNvSpPr>
                  <p:nvPr/>
                </p:nvSpPr>
                <p:spPr bwMode="auto">
                  <a:xfrm>
                    <a:off x="480" y="196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49937" name="Line 75"/>
                  <p:cNvSpPr>
                    <a:spLocks noChangeShapeType="1"/>
                  </p:cNvSpPr>
                  <p:nvPr/>
                </p:nvSpPr>
                <p:spPr bwMode="auto">
                  <a:xfrm>
                    <a:off x="480" y="235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49938" name="Line 76"/>
                  <p:cNvSpPr>
                    <a:spLocks noChangeShapeType="1"/>
                  </p:cNvSpPr>
                  <p:nvPr/>
                </p:nvSpPr>
                <p:spPr bwMode="auto">
                  <a:xfrm>
                    <a:off x="480" y="2160"/>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49939" name="Line 77"/>
                  <p:cNvSpPr>
                    <a:spLocks noChangeShapeType="1"/>
                  </p:cNvSpPr>
                  <p:nvPr/>
                </p:nvSpPr>
                <p:spPr bwMode="auto">
                  <a:xfrm>
                    <a:off x="480" y="331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49940" name="Line 78"/>
                  <p:cNvSpPr>
                    <a:spLocks noChangeShapeType="1"/>
                  </p:cNvSpPr>
                  <p:nvPr/>
                </p:nvSpPr>
                <p:spPr bwMode="auto">
                  <a:xfrm>
                    <a:off x="480" y="2544"/>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49941" name="Line 79"/>
                  <p:cNvSpPr>
                    <a:spLocks noChangeShapeType="1"/>
                  </p:cNvSpPr>
                  <p:nvPr/>
                </p:nvSpPr>
                <p:spPr bwMode="auto">
                  <a:xfrm>
                    <a:off x="480" y="273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49942" name="Line 80"/>
                  <p:cNvSpPr>
                    <a:spLocks noChangeShapeType="1"/>
                  </p:cNvSpPr>
                  <p:nvPr/>
                </p:nvSpPr>
                <p:spPr bwMode="auto">
                  <a:xfrm>
                    <a:off x="480" y="292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49943" name="Line 81"/>
                  <p:cNvSpPr>
                    <a:spLocks noChangeShapeType="1"/>
                  </p:cNvSpPr>
                  <p:nvPr/>
                </p:nvSpPr>
                <p:spPr bwMode="auto">
                  <a:xfrm>
                    <a:off x="480" y="3120"/>
                    <a:ext cx="192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311" name="Group 82"/>
                <p:cNvGrpSpPr/>
                <p:nvPr/>
              </p:nvGrpSpPr>
              <p:grpSpPr bwMode="auto">
                <a:xfrm>
                  <a:off x="576" y="1680"/>
                  <a:ext cx="1728" cy="1728"/>
                  <a:chOff x="576" y="1680"/>
                  <a:chExt cx="1728" cy="1920"/>
                </a:xfrm>
              </p:grpSpPr>
              <p:sp>
                <p:nvSpPr>
                  <p:cNvPr id="1049944" name="Line 83"/>
                  <p:cNvSpPr>
                    <a:spLocks noChangeShapeType="1"/>
                  </p:cNvSpPr>
                  <p:nvPr/>
                </p:nvSpPr>
                <p:spPr bwMode="auto">
                  <a:xfrm>
                    <a:off x="57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49945" name="Line 84"/>
                  <p:cNvSpPr>
                    <a:spLocks noChangeShapeType="1"/>
                  </p:cNvSpPr>
                  <p:nvPr/>
                </p:nvSpPr>
                <p:spPr bwMode="auto">
                  <a:xfrm>
                    <a:off x="76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49946" name="Line 85"/>
                  <p:cNvSpPr>
                    <a:spLocks noChangeShapeType="1"/>
                  </p:cNvSpPr>
                  <p:nvPr/>
                </p:nvSpPr>
                <p:spPr bwMode="auto">
                  <a:xfrm>
                    <a:off x="96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49947" name="Line 86"/>
                  <p:cNvSpPr>
                    <a:spLocks noChangeShapeType="1"/>
                  </p:cNvSpPr>
                  <p:nvPr/>
                </p:nvSpPr>
                <p:spPr bwMode="auto">
                  <a:xfrm>
                    <a:off x="115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49948" name="Line 87"/>
                  <p:cNvSpPr>
                    <a:spLocks noChangeShapeType="1"/>
                  </p:cNvSpPr>
                  <p:nvPr/>
                </p:nvSpPr>
                <p:spPr bwMode="auto">
                  <a:xfrm>
                    <a:off x="1344"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49949" name="Line 88"/>
                  <p:cNvSpPr>
                    <a:spLocks noChangeShapeType="1"/>
                  </p:cNvSpPr>
                  <p:nvPr/>
                </p:nvSpPr>
                <p:spPr bwMode="auto">
                  <a:xfrm>
                    <a:off x="153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49950" name="Line 89"/>
                  <p:cNvSpPr>
                    <a:spLocks noChangeShapeType="1"/>
                  </p:cNvSpPr>
                  <p:nvPr/>
                </p:nvSpPr>
                <p:spPr bwMode="auto">
                  <a:xfrm>
                    <a:off x="172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49951" name="Line 90"/>
                  <p:cNvSpPr>
                    <a:spLocks noChangeShapeType="1"/>
                  </p:cNvSpPr>
                  <p:nvPr/>
                </p:nvSpPr>
                <p:spPr bwMode="auto">
                  <a:xfrm>
                    <a:off x="192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49952" name="Line 91"/>
                  <p:cNvSpPr>
                    <a:spLocks noChangeShapeType="1"/>
                  </p:cNvSpPr>
                  <p:nvPr/>
                </p:nvSpPr>
                <p:spPr bwMode="auto">
                  <a:xfrm>
                    <a:off x="211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49953" name="Line 92"/>
                  <p:cNvSpPr>
                    <a:spLocks noChangeShapeType="1"/>
                  </p:cNvSpPr>
                  <p:nvPr/>
                </p:nvSpPr>
                <p:spPr bwMode="auto">
                  <a:xfrm>
                    <a:off x="2304" y="1680"/>
                    <a:ext cx="0" cy="1920"/>
                  </a:xfrm>
                  <a:prstGeom prst="line">
                    <a:avLst/>
                  </a:prstGeom>
                  <a:noFill/>
                  <a:ln w="9525">
                    <a:solidFill>
                      <a:schemeClr val="tx1"/>
                    </a:solidFill>
                    <a:miter lim="800000"/>
                    <a:headEnd/>
                    <a:tailEnd/>
                  </a:ln>
                  <a:effectLst/>
                </p:spPr>
                <p:txBody>
                  <a:bodyPr wrap="none"/>
                  <a:lstStyle/>
                  <a:p>
                    <a:endParaRPr lang="zh-CN" altLang="en-US"/>
                  </a:p>
                </p:txBody>
              </p:sp>
            </p:grpSp>
          </p:grpSp>
          <p:grpSp>
            <p:nvGrpSpPr>
              <p:cNvPr id="312" name="Group 93"/>
              <p:cNvGrpSpPr/>
              <p:nvPr/>
            </p:nvGrpSpPr>
            <p:grpSpPr bwMode="auto">
              <a:xfrm>
                <a:off x="743" y="1945"/>
                <a:ext cx="1392" cy="1200"/>
                <a:chOff x="720" y="1968"/>
                <a:chExt cx="1392" cy="1200"/>
              </a:xfrm>
            </p:grpSpPr>
            <p:sp>
              <p:nvSpPr>
                <p:cNvPr id="1049954" name="Oval 94"/>
                <p:cNvSpPr>
                  <a:spLocks noChangeArrowheads="1"/>
                </p:cNvSpPr>
                <p:nvPr/>
              </p:nvSpPr>
              <p:spPr bwMode="auto">
                <a:xfrm>
                  <a:off x="1296" y="196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55" name="Oval 95"/>
                <p:cNvSpPr>
                  <a:spLocks noChangeArrowheads="1"/>
                </p:cNvSpPr>
                <p:nvPr/>
              </p:nvSpPr>
              <p:spPr bwMode="auto">
                <a:xfrm>
                  <a:off x="1488" y="196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56" name="Oval 96"/>
                <p:cNvSpPr>
                  <a:spLocks noChangeArrowheads="1"/>
                </p:cNvSpPr>
                <p:nvPr/>
              </p:nvSpPr>
              <p:spPr bwMode="auto">
                <a:xfrm>
                  <a:off x="1680" y="196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57" name="Oval 97"/>
                <p:cNvSpPr>
                  <a:spLocks noChangeArrowheads="1"/>
                </p:cNvSpPr>
                <p:nvPr/>
              </p:nvSpPr>
              <p:spPr bwMode="auto">
                <a:xfrm>
                  <a:off x="1296" y="216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58" name="Oval 98"/>
                <p:cNvSpPr>
                  <a:spLocks noChangeArrowheads="1"/>
                </p:cNvSpPr>
                <p:nvPr/>
              </p:nvSpPr>
              <p:spPr bwMode="auto">
                <a:xfrm>
                  <a:off x="1488" y="216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59" name="Oval 99"/>
                <p:cNvSpPr>
                  <a:spLocks noChangeArrowheads="1"/>
                </p:cNvSpPr>
                <p:nvPr/>
              </p:nvSpPr>
              <p:spPr bwMode="auto">
                <a:xfrm>
                  <a:off x="1680" y="216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60" name="Oval 100"/>
                <p:cNvSpPr>
                  <a:spLocks noChangeArrowheads="1"/>
                </p:cNvSpPr>
                <p:nvPr/>
              </p:nvSpPr>
              <p:spPr bwMode="auto">
                <a:xfrm>
                  <a:off x="912" y="235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61" name="Oval 101"/>
                <p:cNvSpPr>
                  <a:spLocks noChangeArrowheads="1"/>
                </p:cNvSpPr>
                <p:nvPr/>
              </p:nvSpPr>
              <p:spPr bwMode="auto">
                <a:xfrm>
                  <a:off x="1104" y="235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62" name="Oval 102"/>
                <p:cNvSpPr>
                  <a:spLocks noChangeArrowheads="1"/>
                </p:cNvSpPr>
                <p:nvPr/>
              </p:nvSpPr>
              <p:spPr bwMode="auto">
                <a:xfrm>
                  <a:off x="1296" y="235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63" name="Oval 103"/>
                <p:cNvSpPr>
                  <a:spLocks noChangeArrowheads="1"/>
                </p:cNvSpPr>
                <p:nvPr/>
              </p:nvSpPr>
              <p:spPr bwMode="auto">
                <a:xfrm>
                  <a:off x="1488" y="235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64" name="Oval 104"/>
                <p:cNvSpPr>
                  <a:spLocks noChangeArrowheads="1"/>
                </p:cNvSpPr>
                <p:nvPr/>
              </p:nvSpPr>
              <p:spPr bwMode="auto">
                <a:xfrm>
                  <a:off x="1680" y="235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65" name="Oval 105"/>
                <p:cNvSpPr>
                  <a:spLocks noChangeArrowheads="1"/>
                </p:cNvSpPr>
                <p:nvPr/>
              </p:nvSpPr>
              <p:spPr bwMode="auto">
                <a:xfrm>
                  <a:off x="1872" y="235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66" name="Oval 106"/>
                <p:cNvSpPr>
                  <a:spLocks noChangeArrowheads="1"/>
                </p:cNvSpPr>
                <p:nvPr/>
              </p:nvSpPr>
              <p:spPr bwMode="auto">
                <a:xfrm>
                  <a:off x="2064" y="235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67" name="Oval 107"/>
                <p:cNvSpPr>
                  <a:spLocks noChangeArrowheads="1"/>
                </p:cNvSpPr>
                <p:nvPr/>
              </p:nvSpPr>
              <p:spPr bwMode="auto">
                <a:xfrm>
                  <a:off x="912"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68" name="Oval 108"/>
                <p:cNvSpPr>
                  <a:spLocks noChangeArrowheads="1"/>
                </p:cNvSpPr>
                <p:nvPr/>
              </p:nvSpPr>
              <p:spPr bwMode="auto">
                <a:xfrm>
                  <a:off x="1104"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69" name="Oval 109"/>
                <p:cNvSpPr>
                  <a:spLocks noChangeArrowheads="1"/>
                </p:cNvSpPr>
                <p:nvPr/>
              </p:nvSpPr>
              <p:spPr bwMode="auto">
                <a:xfrm>
                  <a:off x="1296"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70" name="Oval 110"/>
                <p:cNvSpPr>
                  <a:spLocks noChangeArrowheads="1"/>
                </p:cNvSpPr>
                <p:nvPr/>
              </p:nvSpPr>
              <p:spPr bwMode="auto">
                <a:xfrm>
                  <a:off x="1488"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71" name="Oval 111"/>
                <p:cNvSpPr>
                  <a:spLocks noChangeArrowheads="1"/>
                </p:cNvSpPr>
                <p:nvPr/>
              </p:nvSpPr>
              <p:spPr bwMode="auto">
                <a:xfrm>
                  <a:off x="1680"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72" name="Oval 112"/>
                <p:cNvSpPr>
                  <a:spLocks noChangeArrowheads="1"/>
                </p:cNvSpPr>
                <p:nvPr/>
              </p:nvSpPr>
              <p:spPr bwMode="auto">
                <a:xfrm>
                  <a:off x="1872"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73" name="Oval 113"/>
                <p:cNvSpPr>
                  <a:spLocks noChangeArrowheads="1"/>
                </p:cNvSpPr>
                <p:nvPr/>
              </p:nvSpPr>
              <p:spPr bwMode="auto">
                <a:xfrm>
                  <a:off x="2064"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74" name="Oval 114"/>
                <p:cNvSpPr>
                  <a:spLocks noChangeArrowheads="1"/>
                </p:cNvSpPr>
                <p:nvPr/>
              </p:nvSpPr>
              <p:spPr bwMode="auto">
                <a:xfrm>
                  <a:off x="912"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75" name="Oval 115"/>
                <p:cNvSpPr>
                  <a:spLocks noChangeArrowheads="1"/>
                </p:cNvSpPr>
                <p:nvPr/>
              </p:nvSpPr>
              <p:spPr bwMode="auto">
                <a:xfrm>
                  <a:off x="1104"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76" name="Oval 116"/>
                <p:cNvSpPr>
                  <a:spLocks noChangeArrowheads="1"/>
                </p:cNvSpPr>
                <p:nvPr/>
              </p:nvSpPr>
              <p:spPr bwMode="auto">
                <a:xfrm>
                  <a:off x="1296"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77" name="Oval 117"/>
                <p:cNvSpPr>
                  <a:spLocks noChangeArrowheads="1"/>
                </p:cNvSpPr>
                <p:nvPr/>
              </p:nvSpPr>
              <p:spPr bwMode="auto">
                <a:xfrm>
                  <a:off x="1488"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78" name="Oval 118"/>
                <p:cNvSpPr>
                  <a:spLocks noChangeArrowheads="1"/>
                </p:cNvSpPr>
                <p:nvPr/>
              </p:nvSpPr>
              <p:spPr bwMode="auto">
                <a:xfrm>
                  <a:off x="1680"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79" name="Oval 119"/>
                <p:cNvSpPr>
                  <a:spLocks noChangeArrowheads="1"/>
                </p:cNvSpPr>
                <p:nvPr/>
              </p:nvSpPr>
              <p:spPr bwMode="auto">
                <a:xfrm>
                  <a:off x="1872"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80" name="Oval 120"/>
                <p:cNvSpPr>
                  <a:spLocks noChangeArrowheads="1"/>
                </p:cNvSpPr>
                <p:nvPr/>
              </p:nvSpPr>
              <p:spPr bwMode="auto">
                <a:xfrm>
                  <a:off x="2064"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81" name="Oval 121"/>
                <p:cNvSpPr>
                  <a:spLocks noChangeArrowheads="1"/>
                </p:cNvSpPr>
                <p:nvPr/>
              </p:nvSpPr>
              <p:spPr bwMode="auto">
                <a:xfrm>
                  <a:off x="912" y="29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82" name="Oval 122"/>
                <p:cNvSpPr>
                  <a:spLocks noChangeArrowheads="1"/>
                </p:cNvSpPr>
                <p:nvPr/>
              </p:nvSpPr>
              <p:spPr bwMode="auto">
                <a:xfrm>
                  <a:off x="1104" y="29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83" name="Oval 123"/>
                <p:cNvSpPr>
                  <a:spLocks noChangeArrowheads="1"/>
                </p:cNvSpPr>
                <p:nvPr/>
              </p:nvSpPr>
              <p:spPr bwMode="auto">
                <a:xfrm>
                  <a:off x="1296" y="29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84" name="Oval 124"/>
                <p:cNvSpPr>
                  <a:spLocks noChangeArrowheads="1"/>
                </p:cNvSpPr>
                <p:nvPr/>
              </p:nvSpPr>
              <p:spPr bwMode="auto">
                <a:xfrm>
                  <a:off x="1488" y="29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85" name="Oval 125"/>
                <p:cNvSpPr>
                  <a:spLocks noChangeArrowheads="1"/>
                </p:cNvSpPr>
                <p:nvPr/>
              </p:nvSpPr>
              <p:spPr bwMode="auto">
                <a:xfrm>
                  <a:off x="1680" y="29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86" name="Oval 126"/>
                <p:cNvSpPr>
                  <a:spLocks noChangeArrowheads="1"/>
                </p:cNvSpPr>
                <p:nvPr/>
              </p:nvSpPr>
              <p:spPr bwMode="auto">
                <a:xfrm>
                  <a:off x="720"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87" name="Oval 127"/>
                <p:cNvSpPr>
                  <a:spLocks noChangeArrowheads="1"/>
                </p:cNvSpPr>
                <p:nvPr/>
              </p:nvSpPr>
              <p:spPr bwMode="auto">
                <a:xfrm>
                  <a:off x="912" y="312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88" name="Oval 128"/>
                <p:cNvSpPr>
                  <a:spLocks noChangeArrowheads="1"/>
                </p:cNvSpPr>
                <p:nvPr/>
              </p:nvSpPr>
              <p:spPr bwMode="auto">
                <a:xfrm>
                  <a:off x="1104" y="312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89" name="Oval 129"/>
                <p:cNvSpPr>
                  <a:spLocks noChangeArrowheads="1"/>
                </p:cNvSpPr>
                <p:nvPr/>
              </p:nvSpPr>
              <p:spPr bwMode="auto">
                <a:xfrm>
                  <a:off x="1296" y="312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90" name="Oval 130"/>
                <p:cNvSpPr>
                  <a:spLocks noChangeArrowheads="1"/>
                </p:cNvSpPr>
                <p:nvPr/>
              </p:nvSpPr>
              <p:spPr bwMode="auto">
                <a:xfrm>
                  <a:off x="1488" y="312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49991" name="Oval 131"/>
                <p:cNvSpPr>
                  <a:spLocks noChangeArrowheads="1"/>
                </p:cNvSpPr>
                <p:nvPr/>
              </p:nvSpPr>
              <p:spPr bwMode="auto">
                <a:xfrm>
                  <a:off x="1680" y="312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313" name="Group 132"/>
            <p:cNvGrpSpPr/>
            <p:nvPr/>
          </p:nvGrpSpPr>
          <p:grpSpPr bwMode="auto">
            <a:xfrm>
              <a:off x="1440" y="2400"/>
              <a:ext cx="1728" cy="1488"/>
              <a:chOff x="528" y="2208"/>
              <a:chExt cx="1920" cy="1728"/>
            </a:xfrm>
          </p:grpSpPr>
          <p:grpSp>
            <p:nvGrpSpPr>
              <p:cNvPr id="314" name="Group 133"/>
              <p:cNvGrpSpPr/>
              <p:nvPr/>
            </p:nvGrpSpPr>
            <p:grpSpPr bwMode="auto">
              <a:xfrm>
                <a:off x="528" y="2208"/>
                <a:ext cx="1920" cy="1728"/>
                <a:chOff x="528" y="2208"/>
                <a:chExt cx="1920" cy="1728"/>
              </a:xfrm>
            </p:grpSpPr>
            <p:grpSp>
              <p:nvGrpSpPr>
                <p:cNvPr id="315" name="Group 134"/>
                <p:cNvGrpSpPr/>
                <p:nvPr/>
              </p:nvGrpSpPr>
              <p:grpSpPr bwMode="auto">
                <a:xfrm>
                  <a:off x="528" y="2304"/>
                  <a:ext cx="1920" cy="1536"/>
                  <a:chOff x="480" y="1776"/>
                  <a:chExt cx="1920" cy="1536"/>
                </a:xfrm>
              </p:grpSpPr>
              <p:sp>
                <p:nvSpPr>
                  <p:cNvPr id="1049992" name="Line 135"/>
                  <p:cNvSpPr>
                    <a:spLocks noChangeShapeType="1"/>
                  </p:cNvSpPr>
                  <p:nvPr/>
                </p:nvSpPr>
                <p:spPr bwMode="auto">
                  <a:xfrm>
                    <a:off x="480" y="177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49993" name="Line 136"/>
                  <p:cNvSpPr>
                    <a:spLocks noChangeShapeType="1"/>
                  </p:cNvSpPr>
                  <p:nvPr/>
                </p:nvSpPr>
                <p:spPr bwMode="auto">
                  <a:xfrm>
                    <a:off x="480" y="196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49994" name="Line 137"/>
                  <p:cNvSpPr>
                    <a:spLocks noChangeShapeType="1"/>
                  </p:cNvSpPr>
                  <p:nvPr/>
                </p:nvSpPr>
                <p:spPr bwMode="auto">
                  <a:xfrm>
                    <a:off x="480" y="235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49995" name="Line 138"/>
                  <p:cNvSpPr>
                    <a:spLocks noChangeShapeType="1"/>
                  </p:cNvSpPr>
                  <p:nvPr/>
                </p:nvSpPr>
                <p:spPr bwMode="auto">
                  <a:xfrm>
                    <a:off x="480" y="2160"/>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49996" name="Line 139"/>
                  <p:cNvSpPr>
                    <a:spLocks noChangeShapeType="1"/>
                  </p:cNvSpPr>
                  <p:nvPr/>
                </p:nvSpPr>
                <p:spPr bwMode="auto">
                  <a:xfrm>
                    <a:off x="480" y="331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49997" name="Line 140"/>
                  <p:cNvSpPr>
                    <a:spLocks noChangeShapeType="1"/>
                  </p:cNvSpPr>
                  <p:nvPr/>
                </p:nvSpPr>
                <p:spPr bwMode="auto">
                  <a:xfrm>
                    <a:off x="480" y="2544"/>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49998" name="Line 141"/>
                  <p:cNvSpPr>
                    <a:spLocks noChangeShapeType="1"/>
                  </p:cNvSpPr>
                  <p:nvPr/>
                </p:nvSpPr>
                <p:spPr bwMode="auto">
                  <a:xfrm>
                    <a:off x="480" y="273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49999" name="Line 142"/>
                  <p:cNvSpPr>
                    <a:spLocks noChangeShapeType="1"/>
                  </p:cNvSpPr>
                  <p:nvPr/>
                </p:nvSpPr>
                <p:spPr bwMode="auto">
                  <a:xfrm>
                    <a:off x="480" y="292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000" name="Line 143"/>
                  <p:cNvSpPr>
                    <a:spLocks noChangeShapeType="1"/>
                  </p:cNvSpPr>
                  <p:nvPr/>
                </p:nvSpPr>
                <p:spPr bwMode="auto">
                  <a:xfrm>
                    <a:off x="480" y="3120"/>
                    <a:ext cx="192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316" name="Group 144"/>
                <p:cNvGrpSpPr/>
                <p:nvPr/>
              </p:nvGrpSpPr>
              <p:grpSpPr bwMode="auto">
                <a:xfrm>
                  <a:off x="624" y="2208"/>
                  <a:ext cx="1728" cy="1728"/>
                  <a:chOff x="576" y="1680"/>
                  <a:chExt cx="1728" cy="1920"/>
                </a:xfrm>
              </p:grpSpPr>
              <p:sp>
                <p:nvSpPr>
                  <p:cNvPr id="1050001" name="Line 145"/>
                  <p:cNvSpPr>
                    <a:spLocks noChangeShapeType="1"/>
                  </p:cNvSpPr>
                  <p:nvPr/>
                </p:nvSpPr>
                <p:spPr bwMode="auto">
                  <a:xfrm>
                    <a:off x="57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002" name="Line 146"/>
                  <p:cNvSpPr>
                    <a:spLocks noChangeShapeType="1"/>
                  </p:cNvSpPr>
                  <p:nvPr/>
                </p:nvSpPr>
                <p:spPr bwMode="auto">
                  <a:xfrm>
                    <a:off x="76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003" name="Line 147"/>
                  <p:cNvSpPr>
                    <a:spLocks noChangeShapeType="1"/>
                  </p:cNvSpPr>
                  <p:nvPr/>
                </p:nvSpPr>
                <p:spPr bwMode="auto">
                  <a:xfrm>
                    <a:off x="96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004" name="Line 148"/>
                  <p:cNvSpPr>
                    <a:spLocks noChangeShapeType="1"/>
                  </p:cNvSpPr>
                  <p:nvPr/>
                </p:nvSpPr>
                <p:spPr bwMode="auto">
                  <a:xfrm>
                    <a:off x="115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005" name="Line 149"/>
                  <p:cNvSpPr>
                    <a:spLocks noChangeShapeType="1"/>
                  </p:cNvSpPr>
                  <p:nvPr/>
                </p:nvSpPr>
                <p:spPr bwMode="auto">
                  <a:xfrm>
                    <a:off x="1344"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006" name="Line 150"/>
                  <p:cNvSpPr>
                    <a:spLocks noChangeShapeType="1"/>
                  </p:cNvSpPr>
                  <p:nvPr/>
                </p:nvSpPr>
                <p:spPr bwMode="auto">
                  <a:xfrm>
                    <a:off x="153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007" name="Line 151"/>
                  <p:cNvSpPr>
                    <a:spLocks noChangeShapeType="1"/>
                  </p:cNvSpPr>
                  <p:nvPr/>
                </p:nvSpPr>
                <p:spPr bwMode="auto">
                  <a:xfrm>
                    <a:off x="172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008" name="Line 152"/>
                  <p:cNvSpPr>
                    <a:spLocks noChangeShapeType="1"/>
                  </p:cNvSpPr>
                  <p:nvPr/>
                </p:nvSpPr>
                <p:spPr bwMode="auto">
                  <a:xfrm>
                    <a:off x="192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009" name="Line 153"/>
                  <p:cNvSpPr>
                    <a:spLocks noChangeShapeType="1"/>
                  </p:cNvSpPr>
                  <p:nvPr/>
                </p:nvSpPr>
                <p:spPr bwMode="auto">
                  <a:xfrm>
                    <a:off x="211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010" name="Line 154"/>
                  <p:cNvSpPr>
                    <a:spLocks noChangeShapeType="1"/>
                  </p:cNvSpPr>
                  <p:nvPr/>
                </p:nvSpPr>
                <p:spPr bwMode="auto">
                  <a:xfrm>
                    <a:off x="2304" y="1680"/>
                    <a:ext cx="0" cy="1920"/>
                  </a:xfrm>
                  <a:prstGeom prst="line">
                    <a:avLst/>
                  </a:prstGeom>
                  <a:noFill/>
                  <a:ln w="9525">
                    <a:solidFill>
                      <a:schemeClr val="tx1"/>
                    </a:solidFill>
                    <a:miter lim="800000"/>
                    <a:headEnd/>
                    <a:tailEnd/>
                  </a:ln>
                  <a:effectLst/>
                </p:spPr>
                <p:txBody>
                  <a:bodyPr wrap="none"/>
                  <a:lstStyle/>
                  <a:p>
                    <a:endParaRPr lang="zh-CN" altLang="en-US"/>
                  </a:p>
                </p:txBody>
              </p:sp>
            </p:grpSp>
          </p:grpSp>
          <p:grpSp>
            <p:nvGrpSpPr>
              <p:cNvPr id="317" name="Group 155"/>
              <p:cNvGrpSpPr/>
              <p:nvPr/>
            </p:nvGrpSpPr>
            <p:grpSpPr bwMode="auto">
              <a:xfrm>
                <a:off x="791" y="2473"/>
                <a:ext cx="1392" cy="1200"/>
                <a:chOff x="791" y="2473"/>
                <a:chExt cx="1392" cy="1200"/>
              </a:xfrm>
            </p:grpSpPr>
            <p:grpSp>
              <p:nvGrpSpPr>
                <p:cNvPr id="318" name="Group 156"/>
                <p:cNvGrpSpPr/>
                <p:nvPr/>
              </p:nvGrpSpPr>
              <p:grpSpPr bwMode="auto">
                <a:xfrm>
                  <a:off x="1175" y="2665"/>
                  <a:ext cx="816" cy="816"/>
                  <a:chOff x="1175" y="2665"/>
                  <a:chExt cx="816" cy="816"/>
                </a:xfrm>
              </p:grpSpPr>
              <p:sp>
                <p:nvSpPr>
                  <p:cNvPr id="1050011" name="Oval 157"/>
                  <p:cNvSpPr>
                    <a:spLocks noChangeArrowheads="1"/>
                  </p:cNvSpPr>
                  <p:nvPr/>
                </p:nvSpPr>
                <p:spPr bwMode="auto">
                  <a:xfrm>
                    <a:off x="1559" y="2665"/>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12" name="Oval 158"/>
                  <p:cNvSpPr>
                    <a:spLocks noChangeArrowheads="1"/>
                  </p:cNvSpPr>
                  <p:nvPr/>
                </p:nvSpPr>
                <p:spPr bwMode="auto">
                  <a:xfrm>
                    <a:off x="1559" y="2857"/>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13" name="Oval 159"/>
                  <p:cNvSpPr>
                    <a:spLocks noChangeArrowheads="1"/>
                  </p:cNvSpPr>
                  <p:nvPr/>
                </p:nvSpPr>
                <p:spPr bwMode="auto">
                  <a:xfrm>
                    <a:off x="1175" y="3049"/>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14" name="Oval 160"/>
                  <p:cNvSpPr>
                    <a:spLocks noChangeArrowheads="1"/>
                  </p:cNvSpPr>
                  <p:nvPr/>
                </p:nvSpPr>
                <p:spPr bwMode="auto">
                  <a:xfrm>
                    <a:off x="1367" y="3049"/>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15" name="Oval 161"/>
                  <p:cNvSpPr>
                    <a:spLocks noChangeArrowheads="1"/>
                  </p:cNvSpPr>
                  <p:nvPr/>
                </p:nvSpPr>
                <p:spPr bwMode="auto">
                  <a:xfrm>
                    <a:off x="1559" y="3049"/>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16" name="Oval 162"/>
                  <p:cNvSpPr>
                    <a:spLocks noChangeArrowheads="1"/>
                  </p:cNvSpPr>
                  <p:nvPr/>
                </p:nvSpPr>
                <p:spPr bwMode="auto">
                  <a:xfrm>
                    <a:off x="1751" y="3049"/>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17" name="Oval 163"/>
                  <p:cNvSpPr>
                    <a:spLocks noChangeArrowheads="1"/>
                  </p:cNvSpPr>
                  <p:nvPr/>
                </p:nvSpPr>
                <p:spPr bwMode="auto">
                  <a:xfrm>
                    <a:off x="1943" y="3049"/>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18" name="Oval 164"/>
                  <p:cNvSpPr>
                    <a:spLocks noChangeArrowheads="1"/>
                  </p:cNvSpPr>
                  <p:nvPr/>
                </p:nvSpPr>
                <p:spPr bwMode="auto">
                  <a:xfrm>
                    <a:off x="1175" y="3241"/>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19" name="Oval 165"/>
                  <p:cNvSpPr>
                    <a:spLocks noChangeArrowheads="1"/>
                  </p:cNvSpPr>
                  <p:nvPr/>
                </p:nvSpPr>
                <p:spPr bwMode="auto">
                  <a:xfrm>
                    <a:off x="1367" y="3241"/>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20" name="Oval 166"/>
                  <p:cNvSpPr>
                    <a:spLocks noChangeArrowheads="1"/>
                  </p:cNvSpPr>
                  <p:nvPr/>
                </p:nvSpPr>
                <p:spPr bwMode="auto">
                  <a:xfrm>
                    <a:off x="1559" y="3241"/>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21" name="Oval 167"/>
                  <p:cNvSpPr>
                    <a:spLocks noChangeArrowheads="1"/>
                  </p:cNvSpPr>
                  <p:nvPr/>
                </p:nvSpPr>
                <p:spPr bwMode="auto">
                  <a:xfrm>
                    <a:off x="1175" y="3433"/>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22" name="Oval 168"/>
                  <p:cNvSpPr>
                    <a:spLocks noChangeArrowheads="1"/>
                  </p:cNvSpPr>
                  <p:nvPr/>
                </p:nvSpPr>
                <p:spPr bwMode="auto">
                  <a:xfrm>
                    <a:off x="1367" y="3433"/>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23" name="Oval 169"/>
                  <p:cNvSpPr>
                    <a:spLocks noChangeArrowheads="1"/>
                  </p:cNvSpPr>
                  <p:nvPr/>
                </p:nvSpPr>
                <p:spPr bwMode="auto">
                  <a:xfrm>
                    <a:off x="1559" y="3433"/>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319" name="Group 170"/>
                <p:cNvGrpSpPr/>
                <p:nvPr/>
              </p:nvGrpSpPr>
              <p:grpSpPr bwMode="auto">
                <a:xfrm>
                  <a:off x="791" y="2473"/>
                  <a:ext cx="1392" cy="1200"/>
                  <a:chOff x="791" y="2473"/>
                  <a:chExt cx="1392" cy="1200"/>
                </a:xfrm>
              </p:grpSpPr>
              <p:sp>
                <p:nvSpPr>
                  <p:cNvPr id="1050024" name="Oval 171"/>
                  <p:cNvSpPr>
                    <a:spLocks noChangeArrowheads="1"/>
                  </p:cNvSpPr>
                  <p:nvPr/>
                </p:nvSpPr>
                <p:spPr bwMode="auto">
                  <a:xfrm>
                    <a:off x="1367" y="2473"/>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25" name="Oval 172"/>
                  <p:cNvSpPr>
                    <a:spLocks noChangeArrowheads="1"/>
                  </p:cNvSpPr>
                  <p:nvPr/>
                </p:nvSpPr>
                <p:spPr bwMode="auto">
                  <a:xfrm>
                    <a:off x="1559" y="2473"/>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26" name="Oval 173"/>
                  <p:cNvSpPr>
                    <a:spLocks noChangeArrowheads="1"/>
                  </p:cNvSpPr>
                  <p:nvPr/>
                </p:nvSpPr>
                <p:spPr bwMode="auto">
                  <a:xfrm>
                    <a:off x="1751" y="2473"/>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27" name="Oval 174"/>
                  <p:cNvSpPr>
                    <a:spLocks noChangeArrowheads="1"/>
                  </p:cNvSpPr>
                  <p:nvPr/>
                </p:nvSpPr>
                <p:spPr bwMode="auto">
                  <a:xfrm>
                    <a:off x="1367" y="2665"/>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28" name="Oval 175"/>
                  <p:cNvSpPr>
                    <a:spLocks noChangeArrowheads="1"/>
                  </p:cNvSpPr>
                  <p:nvPr/>
                </p:nvSpPr>
                <p:spPr bwMode="auto">
                  <a:xfrm>
                    <a:off x="1751" y="2665"/>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29" name="Oval 176"/>
                  <p:cNvSpPr>
                    <a:spLocks noChangeArrowheads="1"/>
                  </p:cNvSpPr>
                  <p:nvPr/>
                </p:nvSpPr>
                <p:spPr bwMode="auto">
                  <a:xfrm>
                    <a:off x="983" y="285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30" name="Oval 177"/>
                  <p:cNvSpPr>
                    <a:spLocks noChangeArrowheads="1"/>
                  </p:cNvSpPr>
                  <p:nvPr/>
                </p:nvSpPr>
                <p:spPr bwMode="auto">
                  <a:xfrm>
                    <a:off x="1175" y="285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31" name="Oval 178"/>
                  <p:cNvSpPr>
                    <a:spLocks noChangeArrowheads="1"/>
                  </p:cNvSpPr>
                  <p:nvPr/>
                </p:nvSpPr>
                <p:spPr bwMode="auto">
                  <a:xfrm>
                    <a:off x="1367" y="285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32" name="Oval 179"/>
                  <p:cNvSpPr>
                    <a:spLocks noChangeArrowheads="1"/>
                  </p:cNvSpPr>
                  <p:nvPr/>
                </p:nvSpPr>
                <p:spPr bwMode="auto">
                  <a:xfrm>
                    <a:off x="1751" y="285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33" name="Oval 180"/>
                  <p:cNvSpPr>
                    <a:spLocks noChangeArrowheads="1"/>
                  </p:cNvSpPr>
                  <p:nvPr/>
                </p:nvSpPr>
                <p:spPr bwMode="auto">
                  <a:xfrm>
                    <a:off x="1943" y="285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34" name="Oval 181"/>
                  <p:cNvSpPr>
                    <a:spLocks noChangeArrowheads="1"/>
                  </p:cNvSpPr>
                  <p:nvPr/>
                </p:nvSpPr>
                <p:spPr bwMode="auto">
                  <a:xfrm>
                    <a:off x="2135" y="285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35" name="Oval 182"/>
                  <p:cNvSpPr>
                    <a:spLocks noChangeArrowheads="1"/>
                  </p:cNvSpPr>
                  <p:nvPr/>
                </p:nvSpPr>
                <p:spPr bwMode="auto">
                  <a:xfrm>
                    <a:off x="983" y="3049"/>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36" name="Oval 183"/>
                  <p:cNvSpPr>
                    <a:spLocks noChangeArrowheads="1"/>
                  </p:cNvSpPr>
                  <p:nvPr/>
                </p:nvSpPr>
                <p:spPr bwMode="auto">
                  <a:xfrm>
                    <a:off x="2135" y="3049"/>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37" name="Oval 184"/>
                  <p:cNvSpPr>
                    <a:spLocks noChangeArrowheads="1"/>
                  </p:cNvSpPr>
                  <p:nvPr/>
                </p:nvSpPr>
                <p:spPr bwMode="auto">
                  <a:xfrm>
                    <a:off x="983" y="3241"/>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38" name="Oval 185"/>
                  <p:cNvSpPr>
                    <a:spLocks noChangeArrowheads="1"/>
                  </p:cNvSpPr>
                  <p:nvPr/>
                </p:nvSpPr>
                <p:spPr bwMode="auto">
                  <a:xfrm>
                    <a:off x="1751" y="3241"/>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39" name="Oval 186"/>
                  <p:cNvSpPr>
                    <a:spLocks noChangeArrowheads="1"/>
                  </p:cNvSpPr>
                  <p:nvPr/>
                </p:nvSpPr>
                <p:spPr bwMode="auto">
                  <a:xfrm>
                    <a:off x="1943" y="3241"/>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40" name="Oval 187"/>
                  <p:cNvSpPr>
                    <a:spLocks noChangeArrowheads="1"/>
                  </p:cNvSpPr>
                  <p:nvPr/>
                </p:nvSpPr>
                <p:spPr bwMode="auto">
                  <a:xfrm>
                    <a:off x="2135" y="3241"/>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41" name="Oval 188"/>
                  <p:cNvSpPr>
                    <a:spLocks noChangeArrowheads="1"/>
                  </p:cNvSpPr>
                  <p:nvPr/>
                </p:nvSpPr>
                <p:spPr bwMode="auto">
                  <a:xfrm>
                    <a:off x="983" y="3433"/>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42" name="Oval 189"/>
                  <p:cNvSpPr>
                    <a:spLocks noChangeArrowheads="1"/>
                  </p:cNvSpPr>
                  <p:nvPr/>
                </p:nvSpPr>
                <p:spPr bwMode="auto">
                  <a:xfrm>
                    <a:off x="1751" y="3433"/>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43" name="Oval 190"/>
                  <p:cNvSpPr>
                    <a:spLocks noChangeArrowheads="1"/>
                  </p:cNvSpPr>
                  <p:nvPr/>
                </p:nvSpPr>
                <p:spPr bwMode="auto">
                  <a:xfrm>
                    <a:off x="791" y="3241"/>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44" name="Oval 191"/>
                  <p:cNvSpPr>
                    <a:spLocks noChangeArrowheads="1"/>
                  </p:cNvSpPr>
                  <p:nvPr/>
                </p:nvSpPr>
                <p:spPr bwMode="auto">
                  <a:xfrm>
                    <a:off x="983" y="3625"/>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45" name="Oval 192"/>
                  <p:cNvSpPr>
                    <a:spLocks noChangeArrowheads="1"/>
                  </p:cNvSpPr>
                  <p:nvPr/>
                </p:nvSpPr>
                <p:spPr bwMode="auto">
                  <a:xfrm>
                    <a:off x="1175" y="3625"/>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46" name="Oval 193"/>
                  <p:cNvSpPr>
                    <a:spLocks noChangeArrowheads="1"/>
                  </p:cNvSpPr>
                  <p:nvPr/>
                </p:nvSpPr>
                <p:spPr bwMode="auto">
                  <a:xfrm>
                    <a:off x="1367" y="3625"/>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47" name="Oval 194"/>
                  <p:cNvSpPr>
                    <a:spLocks noChangeArrowheads="1"/>
                  </p:cNvSpPr>
                  <p:nvPr/>
                </p:nvSpPr>
                <p:spPr bwMode="auto">
                  <a:xfrm>
                    <a:off x="1559" y="3625"/>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48" name="Oval 195"/>
                  <p:cNvSpPr>
                    <a:spLocks noChangeArrowheads="1"/>
                  </p:cNvSpPr>
                  <p:nvPr/>
                </p:nvSpPr>
                <p:spPr bwMode="auto">
                  <a:xfrm>
                    <a:off x="1751" y="3625"/>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grpSp>
          <p:nvGrpSpPr>
            <p:cNvPr id="320" name="Group 196"/>
            <p:cNvGrpSpPr/>
            <p:nvPr/>
          </p:nvGrpSpPr>
          <p:grpSpPr bwMode="auto">
            <a:xfrm>
              <a:off x="3552" y="480"/>
              <a:ext cx="1728" cy="1488"/>
              <a:chOff x="2784" y="480"/>
              <a:chExt cx="1920" cy="1728"/>
            </a:xfrm>
          </p:grpSpPr>
          <p:grpSp>
            <p:nvGrpSpPr>
              <p:cNvPr id="321" name="Group 197"/>
              <p:cNvGrpSpPr/>
              <p:nvPr/>
            </p:nvGrpSpPr>
            <p:grpSpPr bwMode="auto">
              <a:xfrm>
                <a:off x="2784" y="480"/>
                <a:ext cx="1920" cy="1728"/>
                <a:chOff x="480" y="1680"/>
                <a:chExt cx="1920" cy="1728"/>
              </a:xfrm>
            </p:grpSpPr>
            <p:grpSp>
              <p:nvGrpSpPr>
                <p:cNvPr id="322" name="Group 198"/>
                <p:cNvGrpSpPr/>
                <p:nvPr/>
              </p:nvGrpSpPr>
              <p:grpSpPr bwMode="auto">
                <a:xfrm>
                  <a:off x="480" y="1776"/>
                  <a:ext cx="1920" cy="1536"/>
                  <a:chOff x="480" y="1776"/>
                  <a:chExt cx="1920" cy="1536"/>
                </a:xfrm>
              </p:grpSpPr>
              <p:sp>
                <p:nvSpPr>
                  <p:cNvPr id="1050049" name="Line 199"/>
                  <p:cNvSpPr>
                    <a:spLocks noChangeShapeType="1"/>
                  </p:cNvSpPr>
                  <p:nvPr/>
                </p:nvSpPr>
                <p:spPr bwMode="auto">
                  <a:xfrm>
                    <a:off x="480" y="177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050" name="Line 200"/>
                  <p:cNvSpPr>
                    <a:spLocks noChangeShapeType="1"/>
                  </p:cNvSpPr>
                  <p:nvPr/>
                </p:nvSpPr>
                <p:spPr bwMode="auto">
                  <a:xfrm>
                    <a:off x="480" y="196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051" name="Line 201"/>
                  <p:cNvSpPr>
                    <a:spLocks noChangeShapeType="1"/>
                  </p:cNvSpPr>
                  <p:nvPr/>
                </p:nvSpPr>
                <p:spPr bwMode="auto">
                  <a:xfrm>
                    <a:off x="480" y="235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052" name="Line 202"/>
                  <p:cNvSpPr>
                    <a:spLocks noChangeShapeType="1"/>
                  </p:cNvSpPr>
                  <p:nvPr/>
                </p:nvSpPr>
                <p:spPr bwMode="auto">
                  <a:xfrm>
                    <a:off x="480" y="2160"/>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053" name="Line 203"/>
                  <p:cNvSpPr>
                    <a:spLocks noChangeShapeType="1"/>
                  </p:cNvSpPr>
                  <p:nvPr/>
                </p:nvSpPr>
                <p:spPr bwMode="auto">
                  <a:xfrm>
                    <a:off x="480" y="331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054" name="Line 204"/>
                  <p:cNvSpPr>
                    <a:spLocks noChangeShapeType="1"/>
                  </p:cNvSpPr>
                  <p:nvPr/>
                </p:nvSpPr>
                <p:spPr bwMode="auto">
                  <a:xfrm>
                    <a:off x="480" y="2544"/>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055" name="Line 205"/>
                  <p:cNvSpPr>
                    <a:spLocks noChangeShapeType="1"/>
                  </p:cNvSpPr>
                  <p:nvPr/>
                </p:nvSpPr>
                <p:spPr bwMode="auto">
                  <a:xfrm>
                    <a:off x="480" y="273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056" name="Line 206"/>
                  <p:cNvSpPr>
                    <a:spLocks noChangeShapeType="1"/>
                  </p:cNvSpPr>
                  <p:nvPr/>
                </p:nvSpPr>
                <p:spPr bwMode="auto">
                  <a:xfrm>
                    <a:off x="480" y="292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057" name="Line 207"/>
                  <p:cNvSpPr>
                    <a:spLocks noChangeShapeType="1"/>
                  </p:cNvSpPr>
                  <p:nvPr/>
                </p:nvSpPr>
                <p:spPr bwMode="auto">
                  <a:xfrm>
                    <a:off x="480" y="3120"/>
                    <a:ext cx="192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323" name="Group 208"/>
                <p:cNvGrpSpPr/>
                <p:nvPr/>
              </p:nvGrpSpPr>
              <p:grpSpPr bwMode="auto">
                <a:xfrm>
                  <a:off x="576" y="1680"/>
                  <a:ext cx="1728" cy="1728"/>
                  <a:chOff x="576" y="1680"/>
                  <a:chExt cx="1728" cy="1920"/>
                </a:xfrm>
              </p:grpSpPr>
              <p:sp>
                <p:nvSpPr>
                  <p:cNvPr id="1050058" name="Line 209"/>
                  <p:cNvSpPr>
                    <a:spLocks noChangeShapeType="1"/>
                  </p:cNvSpPr>
                  <p:nvPr/>
                </p:nvSpPr>
                <p:spPr bwMode="auto">
                  <a:xfrm>
                    <a:off x="57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059" name="Line 210"/>
                  <p:cNvSpPr>
                    <a:spLocks noChangeShapeType="1"/>
                  </p:cNvSpPr>
                  <p:nvPr/>
                </p:nvSpPr>
                <p:spPr bwMode="auto">
                  <a:xfrm>
                    <a:off x="76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060" name="Line 211"/>
                  <p:cNvSpPr>
                    <a:spLocks noChangeShapeType="1"/>
                  </p:cNvSpPr>
                  <p:nvPr/>
                </p:nvSpPr>
                <p:spPr bwMode="auto">
                  <a:xfrm>
                    <a:off x="96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061" name="Line 212"/>
                  <p:cNvSpPr>
                    <a:spLocks noChangeShapeType="1"/>
                  </p:cNvSpPr>
                  <p:nvPr/>
                </p:nvSpPr>
                <p:spPr bwMode="auto">
                  <a:xfrm>
                    <a:off x="115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062" name="Line 213"/>
                  <p:cNvSpPr>
                    <a:spLocks noChangeShapeType="1"/>
                  </p:cNvSpPr>
                  <p:nvPr/>
                </p:nvSpPr>
                <p:spPr bwMode="auto">
                  <a:xfrm>
                    <a:off x="1344"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063" name="Line 214"/>
                  <p:cNvSpPr>
                    <a:spLocks noChangeShapeType="1"/>
                  </p:cNvSpPr>
                  <p:nvPr/>
                </p:nvSpPr>
                <p:spPr bwMode="auto">
                  <a:xfrm>
                    <a:off x="153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064" name="Line 215"/>
                  <p:cNvSpPr>
                    <a:spLocks noChangeShapeType="1"/>
                  </p:cNvSpPr>
                  <p:nvPr/>
                </p:nvSpPr>
                <p:spPr bwMode="auto">
                  <a:xfrm>
                    <a:off x="172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065" name="Line 216"/>
                  <p:cNvSpPr>
                    <a:spLocks noChangeShapeType="1"/>
                  </p:cNvSpPr>
                  <p:nvPr/>
                </p:nvSpPr>
                <p:spPr bwMode="auto">
                  <a:xfrm>
                    <a:off x="192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066" name="Line 217"/>
                  <p:cNvSpPr>
                    <a:spLocks noChangeShapeType="1"/>
                  </p:cNvSpPr>
                  <p:nvPr/>
                </p:nvSpPr>
                <p:spPr bwMode="auto">
                  <a:xfrm>
                    <a:off x="211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067" name="Line 218"/>
                  <p:cNvSpPr>
                    <a:spLocks noChangeShapeType="1"/>
                  </p:cNvSpPr>
                  <p:nvPr/>
                </p:nvSpPr>
                <p:spPr bwMode="auto">
                  <a:xfrm>
                    <a:off x="2304" y="1680"/>
                    <a:ext cx="0" cy="1920"/>
                  </a:xfrm>
                  <a:prstGeom prst="line">
                    <a:avLst/>
                  </a:prstGeom>
                  <a:noFill/>
                  <a:ln w="9525">
                    <a:solidFill>
                      <a:schemeClr val="tx1"/>
                    </a:solidFill>
                    <a:miter lim="800000"/>
                    <a:headEnd/>
                    <a:tailEnd/>
                  </a:ln>
                  <a:effectLst/>
                </p:spPr>
                <p:txBody>
                  <a:bodyPr wrap="none"/>
                  <a:lstStyle/>
                  <a:p>
                    <a:endParaRPr lang="zh-CN" altLang="en-US"/>
                  </a:p>
                </p:txBody>
              </p:sp>
            </p:grpSp>
          </p:grpSp>
          <p:grpSp>
            <p:nvGrpSpPr>
              <p:cNvPr id="324" name="Group 219"/>
              <p:cNvGrpSpPr/>
              <p:nvPr/>
            </p:nvGrpSpPr>
            <p:grpSpPr bwMode="auto">
              <a:xfrm>
                <a:off x="2856" y="553"/>
                <a:ext cx="1776" cy="1584"/>
                <a:chOff x="2856" y="553"/>
                <a:chExt cx="1776" cy="1584"/>
              </a:xfrm>
            </p:grpSpPr>
            <p:grpSp>
              <p:nvGrpSpPr>
                <p:cNvPr id="325" name="Group 220"/>
                <p:cNvGrpSpPr/>
                <p:nvPr/>
              </p:nvGrpSpPr>
              <p:grpSpPr bwMode="auto">
                <a:xfrm>
                  <a:off x="3046" y="746"/>
                  <a:ext cx="1392" cy="1200"/>
                  <a:chOff x="3526" y="1994"/>
                  <a:chExt cx="1392" cy="1200"/>
                </a:xfrm>
              </p:grpSpPr>
              <p:sp>
                <p:nvSpPr>
                  <p:cNvPr id="1050068" name="Oval 221"/>
                  <p:cNvSpPr>
                    <a:spLocks noChangeArrowheads="1"/>
                  </p:cNvSpPr>
                  <p:nvPr/>
                </p:nvSpPr>
                <p:spPr bwMode="auto">
                  <a:xfrm>
                    <a:off x="4102" y="199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69" name="Oval 222"/>
                  <p:cNvSpPr>
                    <a:spLocks noChangeArrowheads="1"/>
                  </p:cNvSpPr>
                  <p:nvPr/>
                </p:nvSpPr>
                <p:spPr bwMode="auto">
                  <a:xfrm>
                    <a:off x="4294" y="199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70" name="Oval 223"/>
                  <p:cNvSpPr>
                    <a:spLocks noChangeArrowheads="1"/>
                  </p:cNvSpPr>
                  <p:nvPr/>
                </p:nvSpPr>
                <p:spPr bwMode="auto">
                  <a:xfrm>
                    <a:off x="4486" y="199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71" name="Oval 224"/>
                  <p:cNvSpPr>
                    <a:spLocks noChangeArrowheads="1"/>
                  </p:cNvSpPr>
                  <p:nvPr/>
                </p:nvSpPr>
                <p:spPr bwMode="auto">
                  <a:xfrm>
                    <a:off x="4102" y="218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72" name="Oval 225"/>
                  <p:cNvSpPr>
                    <a:spLocks noChangeArrowheads="1"/>
                  </p:cNvSpPr>
                  <p:nvPr/>
                </p:nvSpPr>
                <p:spPr bwMode="auto">
                  <a:xfrm>
                    <a:off x="4294" y="218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73" name="Oval 226"/>
                  <p:cNvSpPr>
                    <a:spLocks noChangeArrowheads="1"/>
                  </p:cNvSpPr>
                  <p:nvPr/>
                </p:nvSpPr>
                <p:spPr bwMode="auto">
                  <a:xfrm>
                    <a:off x="4486" y="218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74" name="Oval 227"/>
                  <p:cNvSpPr>
                    <a:spLocks noChangeArrowheads="1"/>
                  </p:cNvSpPr>
                  <p:nvPr/>
                </p:nvSpPr>
                <p:spPr bwMode="auto">
                  <a:xfrm>
                    <a:off x="3718" y="23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75" name="Oval 228"/>
                  <p:cNvSpPr>
                    <a:spLocks noChangeArrowheads="1"/>
                  </p:cNvSpPr>
                  <p:nvPr/>
                </p:nvSpPr>
                <p:spPr bwMode="auto">
                  <a:xfrm>
                    <a:off x="3910" y="23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76" name="Oval 229"/>
                  <p:cNvSpPr>
                    <a:spLocks noChangeArrowheads="1"/>
                  </p:cNvSpPr>
                  <p:nvPr/>
                </p:nvSpPr>
                <p:spPr bwMode="auto">
                  <a:xfrm>
                    <a:off x="4102" y="23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77" name="Oval 230"/>
                  <p:cNvSpPr>
                    <a:spLocks noChangeArrowheads="1"/>
                  </p:cNvSpPr>
                  <p:nvPr/>
                </p:nvSpPr>
                <p:spPr bwMode="auto">
                  <a:xfrm>
                    <a:off x="4294" y="23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78" name="Oval 231"/>
                  <p:cNvSpPr>
                    <a:spLocks noChangeArrowheads="1"/>
                  </p:cNvSpPr>
                  <p:nvPr/>
                </p:nvSpPr>
                <p:spPr bwMode="auto">
                  <a:xfrm>
                    <a:off x="4486" y="23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79" name="Oval 232"/>
                  <p:cNvSpPr>
                    <a:spLocks noChangeArrowheads="1"/>
                  </p:cNvSpPr>
                  <p:nvPr/>
                </p:nvSpPr>
                <p:spPr bwMode="auto">
                  <a:xfrm>
                    <a:off x="4678" y="23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80" name="Oval 233"/>
                  <p:cNvSpPr>
                    <a:spLocks noChangeArrowheads="1"/>
                  </p:cNvSpPr>
                  <p:nvPr/>
                </p:nvSpPr>
                <p:spPr bwMode="auto">
                  <a:xfrm>
                    <a:off x="4870" y="23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81" name="Oval 234"/>
                  <p:cNvSpPr>
                    <a:spLocks noChangeArrowheads="1"/>
                  </p:cNvSpPr>
                  <p:nvPr/>
                </p:nvSpPr>
                <p:spPr bwMode="auto">
                  <a:xfrm>
                    <a:off x="3718" y="25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82" name="Oval 235"/>
                  <p:cNvSpPr>
                    <a:spLocks noChangeArrowheads="1"/>
                  </p:cNvSpPr>
                  <p:nvPr/>
                </p:nvSpPr>
                <p:spPr bwMode="auto">
                  <a:xfrm>
                    <a:off x="3910" y="25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83" name="Oval 236"/>
                  <p:cNvSpPr>
                    <a:spLocks noChangeArrowheads="1"/>
                  </p:cNvSpPr>
                  <p:nvPr/>
                </p:nvSpPr>
                <p:spPr bwMode="auto">
                  <a:xfrm>
                    <a:off x="4102" y="25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84" name="Oval 237"/>
                  <p:cNvSpPr>
                    <a:spLocks noChangeArrowheads="1"/>
                  </p:cNvSpPr>
                  <p:nvPr/>
                </p:nvSpPr>
                <p:spPr bwMode="auto">
                  <a:xfrm>
                    <a:off x="4294" y="25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85" name="Oval 238"/>
                  <p:cNvSpPr>
                    <a:spLocks noChangeArrowheads="1"/>
                  </p:cNvSpPr>
                  <p:nvPr/>
                </p:nvSpPr>
                <p:spPr bwMode="auto">
                  <a:xfrm>
                    <a:off x="4486" y="25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86" name="Oval 239"/>
                  <p:cNvSpPr>
                    <a:spLocks noChangeArrowheads="1"/>
                  </p:cNvSpPr>
                  <p:nvPr/>
                </p:nvSpPr>
                <p:spPr bwMode="auto">
                  <a:xfrm>
                    <a:off x="4678" y="25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87" name="Oval 240"/>
                  <p:cNvSpPr>
                    <a:spLocks noChangeArrowheads="1"/>
                  </p:cNvSpPr>
                  <p:nvPr/>
                </p:nvSpPr>
                <p:spPr bwMode="auto">
                  <a:xfrm>
                    <a:off x="4870" y="25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88" name="Oval 241"/>
                  <p:cNvSpPr>
                    <a:spLocks noChangeArrowheads="1"/>
                  </p:cNvSpPr>
                  <p:nvPr/>
                </p:nvSpPr>
                <p:spPr bwMode="auto">
                  <a:xfrm>
                    <a:off x="3718" y="276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89" name="Oval 242"/>
                  <p:cNvSpPr>
                    <a:spLocks noChangeArrowheads="1"/>
                  </p:cNvSpPr>
                  <p:nvPr/>
                </p:nvSpPr>
                <p:spPr bwMode="auto">
                  <a:xfrm>
                    <a:off x="3910" y="276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90" name="Oval 243"/>
                  <p:cNvSpPr>
                    <a:spLocks noChangeArrowheads="1"/>
                  </p:cNvSpPr>
                  <p:nvPr/>
                </p:nvSpPr>
                <p:spPr bwMode="auto">
                  <a:xfrm>
                    <a:off x="4102" y="276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91" name="Oval 244"/>
                  <p:cNvSpPr>
                    <a:spLocks noChangeArrowheads="1"/>
                  </p:cNvSpPr>
                  <p:nvPr/>
                </p:nvSpPr>
                <p:spPr bwMode="auto">
                  <a:xfrm>
                    <a:off x="4294" y="276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92" name="Oval 245"/>
                  <p:cNvSpPr>
                    <a:spLocks noChangeArrowheads="1"/>
                  </p:cNvSpPr>
                  <p:nvPr/>
                </p:nvSpPr>
                <p:spPr bwMode="auto">
                  <a:xfrm>
                    <a:off x="4486" y="276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93" name="Oval 246"/>
                  <p:cNvSpPr>
                    <a:spLocks noChangeArrowheads="1"/>
                  </p:cNvSpPr>
                  <p:nvPr/>
                </p:nvSpPr>
                <p:spPr bwMode="auto">
                  <a:xfrm>
                    <a:off x="4678" y="276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94" name="Oval 247"/>
                  <p:cNvSpPr>
                    <a:spLocks noChangeArrowheads="1"/>
                  </p:cNvSpPr>
                  <p:nvPr/>
                </p:nvSpPr>
                <p:spPr bwMode="auto">
                  <a:xfrm>
                    <a:off x="4870" y="276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95" name="Oval 248"/>
                  <p:cNvSpPr>
                    <a:spLocks noChangeArrowheads="1"/>
                  </p:cNvSpPr>
                  <p:nvPr/>
                </p:nvSpPr>
                <p:spPr bwMode="auto">
                  <a:xfrm>
                    <a:off x="3718" y="29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96" name="Oval 249"/>
                  <p:cNvSpPr>
                    <a:spLocks noChangeArrowheads="1"/>
                  </p:cNvSpPr>
                  <p:nvPr/>
                </p:nvSpPr>
                <p:spPr bwMode="auto">
                  <a:xfrm>
                    <a:off x="3910" y="29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97" name="Oval 250"/>
                  <p:cNvSpPr>
                    <a:spLocks noChangeArrowheads="1"/>
                  </p:cNvSpPr>
                  <p:nvPr/>
                </p:nvSpPr>
                <p:spPr bwMode="auto">
                  <a:xfrm>
                    <a:off x="4102" y="29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98" name="Oval 251"/>
                  <p:cNvSpPr>
                    <a:spLocks noChangeArrowheads="1"/>
                  </p:cNvSpPr>
                  <p:nvPr/>
                </p:nvSpPr>
                <p:spPr bwMode="auto">
                  <a:xfrm>
                    <a:off x="4294" y="29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099" name="Oval 252"/>
                  <p:cNvSpPr>
                    <a:spLocks noChangeArrowheads="1"/>
                  </p:cNvSpPr>
                  <p:nvPr/>
                </p:nvSpPr>
                <p:spPr bwMode="auto">
                  <a:xfrm>
                    <a:off x="4486" y="29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00" name="Oval 253"/>
                  <p:cNvSpPr>
                    <a:spLocks noChangeArrowheads="1"/>
                  </p:cNvSpPr>
                  <p:nvPr/>
                </p:nvSpPr>
                <p:spPr bwMode="auto">
                  <a:xfrm>
                    <a:off x="3526" y="276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01" name="Oval 254"/>
                  <p:cNvSpPr>
                    <a:spLocks noChangeArrowheads="1"/>
                  </p:cNvSpPr>
                  <p:nvPr/>
                </p:nvSpPr>
                <p:spPr bwMode="auto">
                  <a:xfrm>
                    <a:off x="3718" y="31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02" name="Oval 255"/>
                  <p:cNvSpPr>
                    <a:spLocks noChangeArrowheads="1"/>
                  </p:cNvSpPr>
                  <p:nvPr/>
                </p:nvSpPr>
                <p:spPr bwMode="auto">
                  <a:xfrm>
                    <a:off x="3910" y="31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03" name="Oval 256"/>
                  <p:cNvSpPr>
                    <a:spLocks noChangeArrowheads="1"/>
                  </p:cNvSpPr>
                  <p:nvPr/>
                </p:nvSpPr>
                <p:spPr bwMode="auto">
                  <a:xfrm>
                    <a:off x="4102" y="31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04" name="Oval 257"/>
                  <p:cNvSpPr>
                    <a:spLocks noChangeArrowheads="1"/>
                  </p:cNvSpPr>
                  <p:nvPr/>
                </p:nvSpPr>
                <p:spPr bwMode="auto">
                  <a:xfrm>
                    <a:off x="4294" y="31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05" name="Oval 258"/>
                  <p:cNvSpPr>
                    <a:spLocks noChangeArrowheads="1"/>
                  </p:cNvSpPr>
                  <p:nvPr/>
                </p:nvSpPr>
                <p:spPr bwMode="auto">
                  <a:xfrm>
                    <a:off x="4486" y="31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326" name="Group 259"/>
                <p:cNvGrpSpPr/>
                <p:nvPr/>
              </p:nvGrpSpPr>
              <p:grpSpPr bwMode="auto">
                <a:xfrm>
                  <a:off x="2856" y="553"/>
                  <a:ext cx="1776" cy="1584"/>
                  <a:chOff x="3334" y="1802"/>
                  <a:chExt cx="1776" cy="1584"/>
                </a:xfrm>
              </p:grpSpPr>
              <p:sp>
                <p:nvSpPr>
                  <p:cNvPr id="1050106" name="Oval 260"/>
                  <p:cNvSpPr>
                    <a:spLocks noChangeArrowheads="1"/>
                  </p:cNvSpPr>
                  <p:nvPr/>
                </p:nvSpPr>
                <p:spPr bwMode="auto">
                  <a:xfrm>
                    <a:off x="3910" y="218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07" name="Oval 261"/>
                  <p:cNvSpPr>
                    <a:spLocks noChangeArrowheads="1"/>
                  </p:cNvSpPr>
                  <p:nvPr/>
                </p:nvSpPr>
                <p:spPr bwMode="auto">
                  <a:xfrm>
                    <a:off x="4678" y="218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08" name="Oval 262"/>
                  <p:cNvSpPr>
                    <a:spLocks noChangeArrowheads="1"/>
                  </p:cNvSpPr>
                  <p:nvPr/>
                </p:nvSpPr>
                <p:spPr bwMode="auto">
                  <a:xfrm>
                    <a:off x="4678" y="199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09" name="Oval 263"/>
                  <p:cNvSpPr>
                    <a:spLocks noChangeArrowheads="1"/>
                  </p:cNvSpPr>
                  <p:nvPr/>
                </p:nvSpPr>
                <p:spPr bwMode="auto">
                  <a:xfrm>
                    <a:off x="3910" y="199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10" name="Oval 264"/>
                  <p:cNvSpPr>
                    <a:spLocks noChangeArrowheads="1"/>
                  </p:cNvSpPr>
                  <p:nvPr/>
                </p:nvSpPr>
                <p:spPr bwMode="auto">
                  <a:xfrm>
                    <a:off x="4102" y="180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11" name="Oval 265"/>
                  <p:cNvSpPr>
                    <a:spLocks noChangeArrowheads="1"/>
                  </p:cNvSpPr>
                  <p:nvPr/>
                </p:nvSpPr>
                <p:spPr bwMode="auto">
                  <a:xfrm>
                    <a:off x="4294" y="180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12" name="Oval 266"/>
                  <p:cNvSpPr>
                    <a:spLocks noChangeArrowheads="1"/>
                  </p:cNvSpPr>
                  <p:nvPr/>
                </p:nvSpPr>
                <p:spPr bwMode="auto">
                  <a:xfrm>
                    <a:off x="4486" y="180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13" name="Oval 267"/>
                  <p:cNvSpPr>
                    <a:spLocks noChangeArrowheads="1"/>
                  </p:cNvSpPr>
                  <p:nvPr/>
                </p:nvSpPr>
                <p:spPr bwMode="auto">
                  <a:xfrm>
                    <a:off x="4678" y="180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14" name="Oval 268"/>
                  <p:cNvSpPr>
                    <a:spLocks noChangeArrowheads="1"/>
                  </p:cNvSpPr>
                  <p:nvPr/>
                </p:nvSpPr>
                <p:spPr bwMode="auto">
                  <a:xfrm>
                    <a:off x="3910" y="180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15" name="Oval 269"/>
                  <p:cNvSpPr>
                    <a:spLocks noChangeArrowheads="1"/>
                  </p:cNvSpPr>
                  <p:nvPr/>
                </p:nvSpPr>
                <p:spPr bwMode="auto">
                  <a:xfrm>
                    <a:off x="4870" y="218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16" name="Oval 270"/>
                  <p:cNvSpPr>
                    <a:spLocks noChangeArrowheads="1"/>
                  </p:cNvSpPr>
                  <p:nvPr/>
                </p:nvSpPr>
                <p:spPr bwMode="auto">
                  <a:xfrm>
                    <a:off x="5062" y="218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17" name="Oval 271"/>
                  <p:cNvSpPr>
                    <a:spLocks noChangeArrowheads="1"/>
                  </p:cNvSpPr>
                  <p:nvPr/>
                </p:nvSpPr>
                <p:spPr bwMode="auto">
                  <a:xfrm>
                    <a:off x="3718" y="218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18" name="Oval 272"/>
                  <p:cNvSpPr>
                    <a:spLocks noChangeArrowheads="1"/>
                  </p:cNvSpPr>
                  <p:nvPr/>
                </p:nvSpPr>
                <p:spPr bwMode="auto">
                  <a:xfrm>
                    <a:off x="3526" y="218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19" name="Oval 273"/>
                  <p:cNvSpPr>
                    <a:spLocks noChangeArrowheads="1"/>
                  </p:cNvSpPr>
                  <p:nvPr/>
                </p:nvSpPr>
                <p:spPr bwMode="auto">
                  <a:xfrm>
                    <a:off x="5062" y="237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20" name="Oval 274"/>
                  <p:cNvSpPr>
                    <a:spLocks noChangeArrowheads="1"/>
                  </p:cNvSpPr>
                  <p:nvPr/>
                </p:nvSpPr>
                <p:spPr bwMode="auto">
                  <a:xfrm>
                    <a:off x="3526" y="237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21" name="Oval 275"/>
                  <p:cNvSpPr>
                    <a:spLocks noChangeArrowheads="1"/>
                  </p:cNvSpPr>
                  <p:nvPr/>
                </p:nvSpPr>
                <p:spPr bwMode="auto">
                  <a:xfrm>
                    <a:off x="5062" y="257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22" name="Oval 276"/>
                  <p:cNvSpPr>
                    <a:spLocks noChangeArrowheads="1"/>
                  </p:cNvSpPr>
                  <p:nvPr/>
                </p:nvSpPr>
                <p:spPr bwMode="auto">
                  <a:xfrm>
                    <a:off x="3526" y="257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23" name="Oval 277"/>
                  <p:cNvSpPr>
                    <a:spLocks noChangeArrowheads="1"/>
                  </p:cNvSpPr>
                  <p:nvPr/>
                </p:nvSpPr>
                <p:spPr bwMode="auto">
                  <a:xfrm>
                    <a:off x="3334" y="257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24" name="Oval 278"/>
                  <p:cNvSpPr>
                    <a:spLocks noChangeArrowheads="1"/>
                  </p:cNvSpPr>
                  <p:nvPr/>
                </p:nvSpPr>
                <p:spPr bwMode="auto">
                  <a:xfrm>
                    <a:off x="3334" y="276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25" name="Oval 279"/>
                  <p:cNvSpPr>
                    <a:spLocks noChangeArrowheads="1"/>
                  </p:cNvSpPr>
                  <p:nvPr/>
                </p:nvSpPr>
                <p:spPr bwMode="auto">
                  <a:xfrm>
                    <a:off x="5062" y="276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26" name="Oval 280"/>
                  <p:cNvSpPr>
                    <a:spLocks noChangeArrowheads="1"/>
                  </p:cNvSpPr>
                  <p:nvPr/>
                </p:nvSpPr>
                <p:spPr bwMode="auto">
                  <a:xfrm>
                    <a:off x="4678" y="295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27" name="Oval 281"/>
                  <p:cNvSpPr>
                    <a:spLocks noChangeArrowheads="1"/>
                  </p:cNvSpPr>
                  <p:nvPr/>
                </p:nvSpPr>
                <p:spPr bwMode="auto">
                  <a:xfrm>
                    <a:off x="4870" y="295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28" name="Oval 282"/>
                  <p:cNvSpPr>
                    <a:spLocks noChangeArrowheads="1"/>
                  </p:cNvSpPr>
                  <p:nvPr/>
                </p:nvSpPr>
                <p:spPr bwMode="auto">
                  <a:xfrm>
                    <a:off x="5062" y="295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29" name="Oval 283"/>
                  <p:cNvSpPr>
                    <a:spLocks noChangeArrowheads="1"/>
                  </p:cNvSpPr>
                  <p:nvPr/>
                </p:nvSpPr>
                <p:spPr bwMode="auto">
                  <a:xfrm>
                    <a:off x="3526" y="314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30" name="Oval 284"/>
                  <p:cNvSpPr>
                    <a:spLocks noChangeArrowheads="1"/>
                  </p:cNvSpPr>
                  <p:nvPr/>
                </p:nvSpPr>
                <p:spPr bwMode="auto">
                  <a:xfrm>
                    <a:off x="3334" y="295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31" name="Oval 285"/>
                  <p:cNvSpPr>
                    <a:spLocks noChangeArrowheads="1"/>
                  </p:cNvSpPr>
                  <p:nvPr/>
                </p:nvSpPr>
                <p:spPr bwMode="auto">
                  <a:xfrm>
                    <a:off x="3526" y="295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32" name="Oval 286"/>
                  <p:cNvSpPr>
                    <a:spLocks noChangeArrowheads="1"/>
                  </p:cNvSpPr>
                  <p:nvPr/>
                </p:nvSpPr>
                <p:spPr bwMode="auto">
                  <a:xfrm>
                    <a:off x="4678" y="314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33" name="Oval 287"/>
                  <p:cNvSpPr>
                    <a:spLocks noChangeArrowheads="1"/>
                  </p:cNvSpPr>
                  <p:nvPr/>
                </p:nvSpPr>
                <p:spPr bwMode="auto">
                  <a:xfrm>
                    <a:off x="3718" y="333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34" name="Oval 288"/>
                  <p:cNvSpPr>
                    <a:spLocks noChangeArrowheads="1"/>
                  </p:cNvSpPr>
                  <p:nvPr/>
                </p:nvSpPr>
                <p:spPr bwMode="auto">
                  <a:xfrm>
                    <a:off x="3910" y="333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35" name="Oval 289"/>
                  <p:cNvSpPr>
                    <a:spLocks noChangeArrowheads="1"/>
                  </p:cNvSpPr>
                  <p:nvPr/>
                </p:nvSpPr>
                <p:spPr bwMode="auto">
                  <a:xfrm>
                    <a:off x="4102" y="333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36" name="Oval 290"/>
                  <p:cNvSpPr>
                    <a:spLocks noChangeArrowheads="1"/>
                  </p:cNvSpPr>
                  <p:nvPr/>
                </p:nvSpPr>
                <p:spPr bwMode="auto">
                  <a:xfrm>
                    <a:off x="4294" y="333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37" name="Oval 291"/>
                  <p:cNvSpPr>
                    <a:spLocks noChangeArrowheads="1"/>
                  </p:cNvSpPr>
                  <p:nvPr/>
                </p:nvSpPr>
                <p:spPr bwMode="auto">
                  <a:xfrm>
                    <a:off x="4486" y="333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38" name="Oval 292"/>
                  <p:cNvSpPr>
                    <a:spLocks noChangeArrowheads="1"/>
                  </p:cNvSpPr>
                  <p:nvPr/>
                </p:nvSpPr>
                <p:spPr bwMode="auto">
                  <a:xfrm>
                    <a:off x="3526" y="333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39" name="Oval 293"/>
                  <p:cNvSpPr>
                    <a:spLocks noChangeArrowheads="1"/>
                  </p:cNvSpPr>
                  <p:nvPr/>
                </p:nvSpPr>
                <p:spPr bwMode="auto">
                  <a:xfrm>
                    <a:off x="4678" y="333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grpSp>
          <p:nvGrpSpPr>
            <p:cNvPr id="327" name="Group 294"/>
            <p:cNvGrpSpPr/>
            <p:nvPr/>
          </p:nvGrpSpPr>
          <p:grpSpPr bwMode="auto">
            <a:xfrm>
              <a:off x="3600" y="2352"/>
              <a:ext cx="1728" cy="1488"/>
              <a:chOff x="3216" y="2400"/>
              <a:chExt cx="1920" cy="1728"/>
            </a:xfrm>
          </p:grpSpPr>
          <p:grpSp>
            <p:nvGrpSpPr>
              <p:cNvPr id="328" name="Group 295"/>
              <p:cNvGrpSpPr/>
              <p:nvPr/>
            </p:nvGrpSpPr>
            <p:grpSpPr bwMode="auto">
              <a:xfrm>
                <a:off x="3216" y="2400"/>
                <a:ext cx="1920" cy="1728"/>
                <a:chOff x="480" y="1680"/>
                <a:chExt cx="1920" cy="1728"/>
              </a:xfrm>
            </p:grpSpPr>
            <p:grpSp>
              <p:nvGrpSpPr>
                <p:cNvPr id="329" name="Group 296"/>
                <p:cNvGrpSpPr/>
                <p:nvPr/>
              </p:nvGrpSpPr>
              <p:grpSpPr bwMode="auto">
                <a:xfrm>
                  <a:off x="480" y="1776"/>
                  <a:ext cx="1920" cy="1536"/>
                  <a:chOff x="480" y="1776"/>
                  <a:chExt cx="1920" cy="1536"/>
                </a:xfrm>
              </p:grpSpPr>
              <p:sp>
                <p:nvSpPr>
                  <p:cNvPr id="1050140" name="Line 297"/>
                  <p:cNvSpPr>
                    <a:spLocks noChangeShapeType="1"/>
                  </p:cNvSpPr>
                  <p:nvPr/>
                </p:nvSpPr>
                <p:spPr bwMode="auto">
                  <a:xfrm>
                    <a:off x="480" y="177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141" name="Line 298"/>
                  <p:cNvSpPr>
                    <a:spLocks noChangeShapeType="1"/>
                  </p:cNvSpPr>
                  <p:nvPr/>
                </p:nvSpPr>
                <p:spPr bwMode="auto">
                  <a:xfrm>
                    <a:off x="480" y="196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142" name="Line 299"/>
                  <p:cNvSpPr>
                    <a:spLocks noChangeShapeType="1"/>
                  </p:cNvSpPr>
                  <p:nvPr/>
                </p:nvSpPr>
                <p:spPr bwMode="auto">
                  <a:xfrm>
                    <a:off x="480" y="235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143" name="Line 300"/>
                  <p:cNvSpPr>
                    <a:spLocks noChangeShapeType="1"/>
                  </p:cNvSpPr>
                  <p:nvPr/>
                </p:nvSpPr>
                <p:spPr bwMode="auto">
                  <a:xfrm>
                    <a:off x="480" y="2160"/>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144" name="Line 301"/>
                  <p:cNvSpPr>
                    <a:spLocks noChangeShapeType="1"/>
                  </p:cNvSpPr>
                  <p:nvPr/>
                </p:nvSpPr>
                <p:spPr bwMode="auto">
                  <a:xfrm>
                    <a:off x="480" y="331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145" name="Line 302"/>
                  <p:cNvSpPr>
                    <a:spLocks noChangeShapeType="1"/>
                  </p:cNvSpPr>
                  <p:nvPr/>
                </p:nvSpPr>
                <p:spPr bwMode="auto">
                  <a:xfrm>
                    <a:off x="480" y="2544"/>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146" name="Line 303"/>
                  <p:cNvSpPr>
                    <a:spLocks noChangeShapeType="1"/>
                  </p:cNvSpPr>
                  <p:nvPr/>
                </p:nvSpPr>
                <p:spPr bwMode="auto">
                  <a:xfrm>
                    <a:off x="480" y="273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147" name="Line 304"/>
                  <p:cNvSpPr>
                    <a:spLocks noChangeShapeType="1"/>
                  </p:cNvSpPr>
                  <p:nvPr/>
                </p:nvSpPr>
                <p:spPr bwMode="auto">
                  <a:xfrm>
                    <a:off x="480" y="292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148" name="Line 305"/>
                  <p:cNvSpPr>
                    <a:spLocks noChangeShapeType="1"/>
                  </p:cNvSpPr>
                  <p:nvPr/>
                </p:nvSpPr>
                <p:spPr bwMode="auto">
                  <a:xfrm>
                    <a:off x="480" y="3120"/>
                    <a:ext cx="192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330" name="Group 306"/>
                <p:cNvGrpSpPr/>
                <p:nvPr/>
              </p:nvGrpSpPr>
              <p:grpSpPr bwMode="auto">
                <a:xfrm>
                  <a:off x="576" y="1680"/>
                  <a:ext cx="1728" cy="1728"/>
                  <a:chOff x="576" y="1680"/>
                  <a:chExt cx="1728" cy="1920"/>
                </a:xfrm>
              </p:grpSpPr>
              <p:sp>
                <p:nvSpPr>
                  <p:cNvPr id="1050149" name="Line 307"/>
                  <p:cNvSpPr>
                    <a:spLocks noChangeShapeType="1"/>
                  </p:cNvSpPr>
                  <p:nvPr/>
                </p:nvSpPr>
                <p:spPr bwMode="auto">
                  <a:xfrm>
                    <a:off x="57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150" name="Line 308"/>
                  <p:cNvSpPr>
                    <a:spLocks noChangeShapeType="1"/>
                  </p:cNvSpPr>
                  <p:nvPr/>
                </p:nvSpPr>
                <p:spPr bwMode="auto">
                  <a:xfrm>
                    <a:off x="76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151" name="Line 309"/>
                  <p:cNvSpPr>
                    <a:spLocks noChangeShapeType="1"/>
                  </p:cNvSpPr>
                  <p:nvPr/>
                </p:nvSpPr>
                <p:spPr bwMode="auto">
                  <a:xfrm>
                    <a:off x="96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152" name="Line 310"/>
                  <p:cNvSpPr>
                    <a:spLocks noChangeShapeType="1"/>
                  </p:cNvSpPr>
                  <p:nvPr/>
                </p:nvSpPr>
                <p:spPr bwMode="auto">
                  <a:xfrm>
                    <a:off x="115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153" name="Line 311"/>
                  <p:cNvSpPr>
                    <a:spLocks noChangeShapeType="1"/>
                  </p:cNvSpPr>
                  <p:nvPr/>
                </p:nvSpPr>
                <p:spPr bwMode="auto">
                  <a:xfrm>
                    <a:off x="1344"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154" name="Line 312"/>
                  <p:cNvSpPr>
                    <a:spLocks noChangeShapeType="1"/>
                  </p:cNvSpPr>
                  <p:nvPr/>
                </p:nvSpPr>
                <p:spPr bwMode="auto">
                  <a:xfrm>
                    <a:off x="153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155" name="Line 313"/>
                  <p:cNvSpPr>
                    <a:spLocks noChangeShapeType="1"/>
                  </p:cNvSpPr>
                  <p:nvPr/>
                </p:nvSpPr>
                <p:spPr bwMode="auto">
                  <a:xfrm>
                    <a:off x="172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156" name="Line 314"/>
                  <p:cNvSpPr>
                    <a:spLocks noChangeShapeType="1"/>
                  </p:cNvSpPr>
                  <p:nvPr/>
                </p:nvSpPr>
                <p:spPr bwMode="auto">
                  <a:xfrm>
                    <a:off x="192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157" name="Line 315"/>
                  <p:cNvSpPr>
                    <a:spLocks noChangeShapeType="1"/>
                  </p:cNvSpPr>
                  <p:nvPr/>
                </p:nvSpPr>
                <p:spPr bwMode="auto">
                  <a:xfrm>
                    <a:off x="211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158" name="Line 316"/>
                  <p:cNvSpPr>
                    <a:spLocks noChangeShapeType="1"/>
                  </p:cNvSpPr>
                  <p:nvPr/>
                </p:nvSpPr>
                <p:spPr bwMode="auto">
                  <a:xfrm>
                    <a:off x="2304" y="1680"/>
                    <a:ext cx="0" cy="1920"/>
                  </a:xfrm>
                  <a:prstGeom prst="line">
                    <a:avLst/>
                  </a:prstGeom>
                  <a:noFill/>
                  <a:ln w="9525">
                    <a:solidFill>
                      <a:schemeClr val="tx1"/>
                    </a:solidFill>
                    <a:miter lim="800000"/>
                    <a:headEnd/>
                    <a:tailEnd/>
                  </a:ln>
                  <a:effectLst/>
                </p:spPr>
                <p:txBody>
                  <a:bodyPr wrap="none"/>
                  <a:lstStyle/>
                  <a:p>
                    <a:endParaRPr lang="zh-CN" altLang="en-US"/>
                  </a:p>
                </p:txBody>
              </p:sp>
            </p:grpSp>
          </p:grpSp>
          <p:grpSp>
            <p:nvGrpSpPr>
              <p:cNvPr id="331" name="Group 317"/>
              <p:cNvGrpSpPr/>
              <p:nvPr/>
            </p:nvGrpSpPr>
            <p:grpSpPr bwMode="auto">
              <a:xfrm>
                <a:off x="3287" y="2473"/>
                <a:ext cx="1776" cy="1584"/>
                <a:chOff x="3264" y="2496"/>
                <a:chExt cx="1776" cy="1584"/>
              </a:xfrm>
            </p:grpSpPr>
            <p:grpSp>
              <p:nvGrpSpPr>
                <p:cNvPr id="332" name="Group 318"/>
                <p:cNvGrpSpPr/>
                <p:nvPr/>
              </p:nvGrpSpPr>
              <p:grpSpPr bwMode="auto">
                <a:xfrm>
                  <a:off x="3264" y="2496"/>
                  <a:ext cx="1776" cy="1584"/>
                  <a:chOff x="3334" y="1802"/>
                  <a:chExt cx="1776" cy="1584"/>
                </a:xfrm>
              </p:grpSpPr>
              <p:sp>
                <p:nvSpPr>
                  <p:cNvPr id="1050159" name="Oval 319"/>
                  <p:cNvSpPr>
                    <a:spLocks noChangeArrowheads="1"/>
                  </p:cNvSpPr>
                  <p:nvPr/>
                </p:nvSpPr>
                <p:spPr bwMode="auto">
                  <a:xfrm>
                    <a:off x="3910" y="218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60" name="Oval 320"/>
                  <p:cNvSpPr>
                    <a:spLocks noChangeArrowheads="1"/>
                  </p:cNvSpPr>
                  <p:nvPr/>
                </p:nvSpPr>
                <p:spPr bwMode="auto">
                  <a:xfrm>
                    <a:off x="4678" y="218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61" name="Oval 321"/>
                  <p:cNvSpPr>
                    <a:spLocks noChangeArrowheads="1"/>
                  </p:cNvSpPr>
                  <p:nvPr/>
                </p:nvSpPr>
                <p:spPr bwMode="auto">
                  <a:xfrm>
                    <a:off x="4678" y="199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62" name="Oval 322"/>
                  <p:cNvSpPr>
                    <a:spLocks noChangeArrowheads="1"/>
                  </p:cNvSpPr>
                  <p:nvPr/>
                </p:nvSpPr>
                <p:spPr bwMode="auto">
                  <a:xfrm>
                    <a:off x="3910" y="199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63" name="Oval 323"/>
                  <p:cNvSpPr>
                    <a:spLocks noChangeArrowheads="1"/>
                  </p:cNvSpPr>
                  <p:nvPr/>
                </p:nvSpPr>
                <p:spPr bwMode="auto">
                  <a:xfrm>
                    <a:off x="4102" y="180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64" name="Oval 324"/>
                  <p:cNvSpPr>
                    <a:spLocks noChangeArrowheads="1"/>
                  </p:cNvSpPr>
                  <p:nvPr/>
                </p:nvSpPr>
                <p:spPr bwMode="auto">
                  <a:xfrm>
                    <a:off x="4294" y="180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65" name="Oval 325"/>
                  <p:cNvSpPr>
                    <a:spLocks noChangeArrowheads="1"/>
                  </p:cNvSpPr>
                  <p:nvPr/>
                </p:nvSpPr>
                <p:spPr bwMode="auto">
                  <a:xfrm>
                    <a:off x="4486" y="180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66" name="Oval 326"/>
                  <p:cNvSpPr>
                    <a:spLocks noChangeArrowheads="1"/>
                  </p:cNvSpPr>
                  <p:nvPr/>
                </p:nvSpPr>
                <p:spPr bwMode="auto">
                  <a:xfrm>
                    <a:off x="4678" y="180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67" name="Oval 327"/>
                  <p:cNvSpPr>
                    <a:spLocks noChangeArrowheads="1"/>
                  </p:cNvSpPr>
                  <p:nvPr/>
                </p:nvSpPr>
                <p:spPr bwMode="auto">
                  <a:xfrm>
                    <a:off x="3910" y="180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68" name="Oval 328"/>
                  <p:cNvSpPr>
                    <a:spLocks noChangeArrowheads="1"/>
                  </p:cNvSpPr>
                  <p:nvPr/>
                </p:nvSpPr>
                <p:spPr bwMode="auto">
                  <a:xfrm>
                    <a:off x="4870" y="218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69" name="Oval 329"/>
                  <p:cNvSpPr>
                    <a:spLocks noChangeArrowheads="1"/>
                  </p:cNvSpPr>
                  <p:nvPr/>
                </p:nvSpPr>
                <p:spPr bwMode="auto">
                  <a:xfrm>
                    <a:off x="5062" y="218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70" name="Oval 330"/>
                  <p:cNvSpPr>
                    <a:spLocks noChangeArrowheads="1"/>
                  </p:cNvSpPr>
                  <p:nvPr/>
                </p:nvSpPr>
                <p:spPr bwMode="auto">
                  <a:xfrm>
                    <a:off x="3718" y="218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71" name="Oval 331"/>
                  <p:cNvSpPr>
                    <a:spLocks noChangeArrowheads="1"/>
                  </p:cNvSpPr>
                  <p:nvPr/>
                </p:nvSpPr>
                <p:spPr bwMode="auto">
                  <a:xfrm>
                    <a:off x="3526" y="218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72" name="Oval 332"/>
                  <p:cNvSpPr>
                    <a:spLocks noChangeArrowheads="1"/>
                  </p:cNvSpPr>
                  <p:nvPr/>
                </p:nvSpPr>
                <p:spPr bwMode="auto">
                  <a:xfrm>
                    <a:off x="5062" y="237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73" name="Oval 333"/>
                  <p:cNvSpPr>
                    <a:spLocks noChangeArrowheads="1"/>
                  </p:cNvSpPr>
                  <p:nvPr/>
                </p:nvSpPr>
                <p:spPr bwMode="auto">
                  <a:xfrm>
                    <a:off x="3526" y="237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74" name="Oval 334"/>
                  <p:cNvSpPr>
                    <a:spLocks noChangeArrowheads="1"/>
                  </p:cNvSpPr>
                  <p:nvPr/>
                </p:nvSpPr>
                <p:spPr bwMode="auto">
                  <a:xfrm>
                    <a:off x="5062" y="257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75" name="Oval 335"/>
                  <p:cNvSpPr>
                    <a:spLocks noChangeArrowheads="1"/>
                  </p:cNvSpPr>
                  <p:nvPr/>
                </p:nvSpPr>
                <p:spPr bwMode="auto">
                  <a:xfrm>
                    <a:off x="3526" y="257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76" name="Oval 336"/>
                  <p:cNvSpPr>
                    <a:spLocks noChangeArrowheads="1"/>
                  </p:cNvSpPr>
                  <p:nvPr/>
                </p:nvSpPr>
                <p:spPr bwMode="auto">
                  <a:xfrm>
                    <a:off x="3334" y="257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77" name="Oval 337"/>
                  <p:cNvSpPr>
                    <a:spLocks noChangeArrowheads="1"/>
                  </p:cNvSpPr>
                  <p:nvPr/>
                </p:nvSpPr>
                <p:spPr bwMode="auto">
                  <a:xfrm>
                    <a:off x="3334" y="276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78" name="Oval 338"/>
                  <p:cNvSpPr>
                    <a:spLocks noChangeArrowheads="1"/>
                  </p:cNvSpPr>
                  <p:nvPr/>
                </p:nvSpPr>
                <p:spPr bwMode="auto">
                  <a:xfrm>
                    <a:off x="5062" y="276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79" name="Oval 339"/>
                  <p:cNvSpPr>
                    <a:spLocks noChangeArrowheads="1"/>
                  </p:cNvSpPr>
                  <p:nvPr/>
                </p:nvSpPr>
                <p:spPr bwMode="auto">
                  <a:xfrm>
                    <a:off x="4678" y="295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80" name="Oval 340"/>
                  <p:cNvSpPr>
                    <a:spLocks noChangeArrowheads="1"/>
                  </p:cNvSpPr>
                  <p:nvPr/>
                </p:nvSpPr>
                <p:spPr bwMode="auto">
                  <a:xfrm>
                    <a:off x="4870" y="295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81" name="Oval 341"/>
                  <p:cNvSpPr>
                    <a:spLocks noChangeArrowheads="1"/>
                  </p:cNvSpPr>
                  <p:nvPr/>
                </p:nvSpPr>
                <p:spPr bwMode="auto">
                  <a:xfrm>
                    <a:off x="5062" y="295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82" name="Oval 342"/>
                  <p:cNvSpPr>
                    <a:spLocks noChangeArrowheads="1"/>
                  </p:cNvSpPr>
                  <p:nvPr/>
                </p:nvSpPr>
                <p:spPr bwMode="auto">
                  <a:xfrm>
                    <a:off x="3526" y="314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83" name="Oval 343"/>
                  <p:cNvSpPr>
                    <a:spLocks noChangeArrowheads="1"/>
                  </p:cNvSpPr>
                  <p:nvPr/>
                </p:nvSpPr>
                <p:spPr bwMode="auto">
                  <a:xfrm>
                    <a:off x="3334" y="295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84" name="Oval 344"/>
                  <p:cNvSpPr>
                    <a:spLocks noChangeArrowheads="1"/>
                  </p:cNvSpPr>
                  <p:nvPr/>
                </p:nvSpPr>
                <p:spPr bwMode="auto">
                  <a:xfrm>
                    <a:off x="3526" y="295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85" name="Oval 345"/>
                  <p:cNvSpPr>
                    <a:spLocks noChangeArrowheads="1"/>
                  </p:cNvSpPr>
                  <p:nvPr/>
                </p:nvSpPr>
                <p:spPr bwMode="auto">
                  <a:xfrm>
                    <a:off x="4678" y="314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86" name="Oval 346"/>
                  <p:cNvSpPr>
                    <a:spLocks noChangeArrowheads="1"/>
                  </p:cNvSpPr>
                  <p:nvPr/>
                </p:nvSpPr>
                <p:spPr bwMode="auto">
                  <a:xfrm>
                    <a:off x="3718" y="333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87" name="Oval 347"/>
                  <p:cNvSpPr>
                    <a:spLocks noChangeArrowheads="1"/>
                  </p:cNvSpPr>
                  <p:nvPr/>
                </p:nvSpPr>
                <p:spPr bwMode="auto">
                  <a:xfrm>
                    <a:off x="3910" y="333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88" name="Oval 348"/>
                  <p:cNvSpPr>
                    <a:spLocks noChangeArrowheads="1"/>
                  </p:cNvSpPr>
                  <p:nvPr/>
                </p:nvSpPr>
                <p:spPr bwMode="auto">
                  <a:xfrm>
                    <a:off x="4102" y="333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89" name="Oval 349"/>
                  <p:cNvSpPr>
                    <a:spLocks noChangeArrowheads="1"/>
                  </p:cNvSpPr>
                  <p:nvPr/>
                </p:nvSpPr>
                <p:spPr bwMode="auto">
                  <a:xfrm>
                    <a:off x="4294" y="333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90" name="Oval 350"/>
                  <p:cNvSpPr>
                    <a:spLocks noChangeArrowheads="1"/>
                  </p:cNvSpPr>
                  <p:nvPr/>
                </p:nvSpPr>
                <p:spPr bwMode="auto">
                  <a:xfrm>
                    <a:off x="4486" y="333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91" name="Oval 351"/>
                  <p:cNvSpPr>
                    <a:spLocks noChangeArrowheads="1"/>
                  </p:cNvSpPr>
                  <p:nvPr/>
                </p:nvSpPr>
                <p:spPr bwMode="auto">
                  <a:xfrm>
                    <a:off x="3526" y="333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92" name="Oval 352"/>
                  <p:cNvSpPr>
                    <a:spLocks noChangeArrowheads="1"/>
                  </p:cNvSpPr>
                  <p:nvPr/>
                </p:nvSpPr>
                <p:spPr bwMode="auto">
                  <a:xfrm>
                    <a:off x="4678" y="333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333" name="Group 353"/>
                <p:cNvGrpSpPr/>
                <p:nvPr/>
              </p:nvGrpSpPr>
              <p:grpSpPr bwMode="auto">
                <a:xfrm>
                  <a:off x="3456" y="2688"/>
                  <a:ext cx="1392" cy="1200"/>
                  <a:chOff x="791" y="2473"/>
                  <a:chExt cx="1392" cy="1200"/>
                </a:xfrm>
              </p:grpSpPr>
              <p:sp>
                <p:nvSpPr>
                  <p:cNvPr id="1050193" name="Oval 354"/>
                  <p:cNvSpPr>
                    <a:spLocks noChangeArrowheads="1"/>
                  </p:cNvSpPr>
                  <p:nvPr/>
                </p:nvSpPr>
                <p:spPr bwMode="auto">
                  <a:xfrm>
                    <a:off x="1367" y="2473"/>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94" name="Oval 355"/>
                  <p:cNvSpPr>
                    <a:spLocks noChangeArrowheads="1"/>
                  </p:cNvSpPr>
                  <p:nvPr/>
                </p:nvSpPr>
                <p:spPr bwMode="auto">
                  <a:xfrm>
                    <a:off x="1559" y="2473"/>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95" name="Oval 356"/>
                  <p:cNvSpPr>
                    <a:spLocks noChangeArrowheads="1"/>
                  </p:cNvSpPr>
                  <p:nvPr/>
                </p:nvSpPr>
                <p:spPr bwMode="auto">
                  <a:xfrm>
                    <a:off x="1751" y="2473"/>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96" name="Oval 357"/>
                  <p:cNvSpPr>
                    <a:spLocks noChangeArrowheads="1"/>
                  </p:cNvSpPr>
                  <p:nvPr/>
                </p:nvSpPr>
                <p:spPr bwMode="auto">
                  <a:xfrm>
                    <a:off x="1367" y="2665"/>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97" name="Oval 358"/>
                  <p:cNvSpPr>
                    <a:spLocks noChangeArrowheads="1"/>
                  </p:cNvSpPr>
                  <p:nvPr/>
                </p:nvSpPr>
                <p:spPr bwMode="auto">
                  <a:xfrm>
                    <a:off x="1751" y="2665"/>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98" name="Oval 359"/>
                  <p:cNvSpPr>
                    <a:spLocks noChangeArrowheads="1"/>
                  </p:cNvSpPr>
                  <p:nvPr/>
                </p:nvSpPr>
                <p:spPr bwMode="auto">
                  <a:xfrm>
                    <a:off x="983" y="285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199" name="Oval 360"/>
                  <p:cNvSpPr>
                    <a:spLocks noChangeArrowheads="1"/>
                  </p:cNvSpPr>
                  <p:nvPr/>
                </p:nvSpPr>
                <p:spPr bwMode="auto">
                  <a:xfrm>
                    <a:off x="1175" y="285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00" name="Oval 361"/>
                  <p:cNvSpPr>
                    <a:spLocks noChangeArrowheads="1"/>
                  </p:cNvSpPr>
                  <p:nvPr/>
                </p:nvSpPr>
                <p:spPr bwMode="auto">
                  <a:xfrm>
                    <a:off x="1367" y="285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01" name="Oval 362"/>
                  <p:cNvSpPr>
                    <a:spLocks noChangeArrowheads="1"/>
                  </p:cNvSpPr>
                  <p:nvPr/>
                </p:nvSpPr>
                <p:spPr bwMode="auto">
                  <a:xfrm>
                    <a:off x="1751" y="285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02" name="Oval 363"/>
                  <p:cNvSpPr>
                    <a:spLocks noChangeArrowheads="1"/>
                  </p:cNvSpPr>
                  <p:nvPr/>
                </p:nvSpPr>
                <p:spPr bwMode="auto">
                  <a:xfrm>
                    <a:off x="1943" y="285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03" name="Oval 364"/>
                  <p:cNvSpPr>
                    <a:spLocks noChangeArrowheads="1"/>
                  </p:cNvSpPr>
                  <p:nvPr/>
                </p:nvSpPr>
                <p:spPr bwMode="auto">
                  <a:xfrm>
                    <a:off x="2135" y="285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04" name="Oval 365"/>
                  <p:cNvSpPr>
                    <a:spLocks noChangeArrowheads="1"/>
                  </p:cNvSpPr>
                  <p:nvPr/>
                </p:nvSpPr>
                <p:spPr bwMode="auto">
                  <a:xfrm>
                    <a:off x="983" y="3049"/>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05" name="Oval 366"/>
                  <p:cNvSpPr>
                    <a:spLocks noChangeArrowheads="1"/>
                  </p:cNvSpPr>
                  <p:nvPr/>
                </p:nvSpPr>
                <p:spPr bwMode="auto">
                  <a:xfrm>
                    <a:off x="2135" y="3049"/>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06" name="Oval 367"/>
                  <p:cNvSpPr>
                    <a:spLocks noChangeArrowheads="1"/>
                  </p:cNvSpPr>
                  <p:nvPr/>
                </p:nvSpPr>
                <p:spPr bwMode="auto">
                  <a:xfrm>
                    <a:off x="983" y="3241"/>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07" name="Oval 368"/>
                  <p:cNvSpPr>
                    <a:spLocks noChangeArrowheads="1"/>
                  </p:cNvSpPr>
                  <p:nvPr/>
                </p:nvSpPr>
                <p:spPr bwMode="auto">
                  <a:xfrm>
                    <a:off x="1751" y="3241"/>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08" name="Oval 369"/>
                  <p:cNvSpPr>
                    <a:spLocks noChangeArrowheads="1"/>
                  </p:cNvSpPr>
                  <p:nvPr/>
                </p:nvSpPr>
                <p:spPr bwMode="auto">
                  <a:xfrm>
                    <a:off x="1943" y="3241"/>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09" name="Oval 370"/>
                  <p:cNvSpPr>
                    <a:spLocks noChangeArrowheads="1"/>
                  </p:cNvSpPr>
                  <p:nvPr/>
                </p:nvSpPr>
                <p:spPr bwMode="auto">
                  <a:xfrm>
                    <a:off x="2135" y="3241"/>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10" name="Oval 371"/>
                  <p:cNvSpPr>
                    <a:spLocks noChangeArrowheads="1"/>
                  </p:cNvSpPr>
                  <p:nvPr/>
                </p:nvSpPr>
                <p:spPr bwMode="auto">
                  <a:xfrm>
                    <a:off x="983" y="3433"/>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11" name="Oval 372"/>
                  <p:cNvSpPr>
                    <a:spLocks noChangeArrowheads="1"/>
                  </p:cNvSpPr>
                  <p:nvPr/>
                </p:nvSpPr>
                <p:spPr bwMode="auto">
                  <a:xfrm>
                    <a:off x="1751" y="3433"/>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12" name="Oval 373"/>
                  <p:cNvSpPr>
                    <a:spLocks noChangeArrowheads="1"/>
                  </p:cNvSpPr>
                  <p:nvPr/>
                </p:nvSpPr>
                <p:spPr bwMode="auto">
                  <a:xfrm>
                    <a:off x="791" y="3241"/>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13" name="Oval 374"/>
                  <p:cNvSpPr>
                    <a:spLocks noChangeArrowheads="1"/>
                  </p:cNvSpPr>
                  <p:nvPr/>
                </p:nvSpPr>
                <p:spPr bwMode="auto">
                  <a:xfrm>
                    <a:off x="983" y="3625"/>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14" name="Oval 375"/>
                  <p:cNvSpPr>
                    <a:spLocks noChangeArrowheads="1"/>
                  </p:cNvSpPr>
                  <p:nvPr/>
                </p:nvSpPr>
                <p:spPr bwMode="auto">
                  <a:xfrm>
                    <a:off x="1175" y="3625"/>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15" name="Oval 376"/>
                  <p:cNvSpPr>
                    <a:spLocks noChangeArrowheads="1"/>
                  </p:cNvSpPr>
                  <p:nvPr/>
                </p:nvSpPr>
                <p:spPr bwMode="auto">
                  <a:xfrm>
                    <a:off x="1367" y="3625"/>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16" name="Oval 377"/>
                  <p:cNvSpPr>
                    <a:spLocks noChangeArrowheads="1"/>
                  </p:cNvSpPr>
                  <p:nvPr/>
                </p:nvSpPr>
                <p:spPr bwMode="auto">
                  <a:xfrm>
                    <a:off x="1559" y="3625"/>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17" name="Oval 378"/>
                  <p:cNvSpPr>
                    <a:spLocks noChangeArrowheads="1"/>
                  </p:cNvSpPr>
                  <p:nvPr/>
                </p:nvSpPr>
                <p:spPr bwMode="auto">
                  <a:xfrm>
                    <a:off x="1751" y="3625"/>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sp>
          <p:nvSpPr>
            <p:cNvPr id="1050218" name="Text Box 379"/>
            <p:cNvSpPr txBox="1">
              <a:spLocks noChangeArrowheads="1"/>
            </p:cNvSpPr>
            <p:nvPr/>
          </p:nvSpPr>
          <p:spPr bwMode="auto">
            <a:xfrm>
              <a:off x="1728" y="1920"/>
              <a:ext cx="982" cy="25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输入图像</a:t>
              </a:r>
            </a:p>
          </p:txBody>
        </p:sp>
        <p:sp>
          <p:nvSpPr>
            <p:cNvPr id="1050219" name="Text Box 380"/>
            <p:cNvSpPr txBox="1">
              <a:spLocks noChangeArrowheads="1"/>
            </p:cNvSpPr>
            <p:nvPr/>
          </p:nvSpPr>
          <p:spPr bwMode="auto">
            <a:xfrm>
              <a:off x="3600" y="1968"/>
              <a:ext cx="1717" cy="25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latin typeface="Times New Roman" panose="02020603050405020304" pitchFamily="18" charset="0"/>
                  <a:ea typeface="黑体" panose="02010609060101010101" pitchFamily="49" charset="-122"/>
                  <a:cs typeface="Times New Roman" panose="02020603050405020304" pitchFamily="18" charset="0"/>
                </a:rPr>
                <a:t>(b) </a:t>
              </a:r>
              <a:r>
                <a:rPr lang="zh-CN" altLang="en-US" sz="2000">
                  <a:latin typeface="Times New Roman" panose="02020603050405020304" pitchFamily="18" charset="0"/>
                  <a:ea typeface="黑体" panose="02010609060101010101" pitchFamily="49" charset="-122"/>
                  <a:cs typeface="Times New Roman" panose="02020603050405020304" pitchFamily="18" charset="0"/>
                </a:rPr>
                <a:t>膨胀</a:t>
              </a:r>
              <a:r>
                <a:rPr lang="en-US" altLang="zh-CN" sz="2000">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a:latin typeface="Times New Roman" panose="02020603050405020304" pitchFamily="18" charset="0"/>
                  <a:ea typeface="黑体" panose="02010609060101010101" pitchFamily="49" charset="-122"/>
                  <a:cs typeface="Times New Roman" panose="02020603050405020304" pitchFamily="18" charset="0"/>
                </a:rPr>
                <a:t>强连通外边界</a:t>
              </a:r>
            </a:p>
          </p:txBody>
        </p:sp>
        <p:sp>
          <p:nvSpPr>
            <p:cNvPr id="1050220" name="Text Box 381"/>
            <p:cNvSpPr txBox="1">
              <a:spLocks noChangeArrowheads="1"/>
            </p:cNvSpPr>
            <p:nvPr/>
          </p:nvSpPr>
          <p:spPr bwMode="auto">
            <a:xfrm>
              <a:off x="1344" y="3888"/>
              <a:ext cx="1681" cy="25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latin typeface="Times New Roman" panose="02020603050405020304" pitchFamily="18" charset="0"/>
                  <a:ea typeface="黑体" panose="02010609060101010101" pitchFamily="49" charset="-122"/>
                  <a:cs typeface="Times New Roman" panose="02020603050405020304" pitchFamily="18" charset="0"/>
                </a:rPr>
                <a:t>(c) </a:t>
              </a:r>
              <a:r>
                <a:rPr lang="zh-CN" altLang="en-US" sz="2000">
                  <a:latin typeface="Times New Roman" panose="02020603050405020304" pitchFamily="18" charset="0"/>
                  <a:ea typeface="黑体" panose="02010609060101010101" pitchFamily="49" charset="-122"/>
                  <a:cs typeface="Times New Roman" panose="02020603050405020304" pitchFamily="18" charset="0"/>
                </a:rPr>
                <a:t>腐蚀</a:t>
              </a:r>
              <a:r>
                <a:rPr lang="en-US" altLang="zh-CN" sz="2000">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a:latin typeface="Times New Roman" panose="02020603050405020304" pitchFamily="18" charset="0"/>
                  <a:ea typeface="黑体" panose="02010609060101010101" pitchFamily="49" charset="-122"/>
                  <a:cs typeface="Times New Roman" panose="02020603050405020304" pitchFamily="18" charset="0"/>
                </a:rPr>
                <a:t>强连通内边界</a:t>
              </a:r>
            </a:p>
          </p:txBody>
        </p:sp>
        <p:sp>
          <p:nvSpPr>
            <p:cNvPr id="1050221" name="Text Box 382"/>
            <p:cNvSpPr txBox="1">
              <a:spLocks noChangeArrowheads="1"/>
            </p:cNvSpPr>
            <p:nvPr/>
          </p:nvSpPr>
          <p:spPr bwMode="auto">
            <a:xfrm>
              <a:off x="3888" y="3888"/>
              <a:ext cx="1176" cy="25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latin typeface="Times New Roman" panose="02020603050405020304" pitchFamily="18" charset="0"/>
                  <a:ea typeface="黑体" panose="02010609060101010101" pitchFamily="49" charset="-122"/>
                  <a:cs typeface="Times New Roman" panose="02020603050405020304" pitchFamily="18" charset="0"/>
                </a:rPr>
                <a:t>(d) </a:t>
              </a:r>
              <a:r>
                <a:rPr lang="zh-CN" altLang="en-US" sz="2000">
                  <a:latin typeface="Times New Roman" panose="02020603050405020304" pitchFamily="18" charset="0"/>
                  <a:ea typeface="黑体" panose="02010609060101010101" pitchFamily="49" charset="-122"/>
                  <a:cs typeface="Times New Roman" panose="02020603050405020304" pitchFamily="18" charset="0"/>
                </a:rPr>
                <a:t>形态学梯度</a:t>
              </a:r>
            </a:p>
          </p:txBody>
        </p:sp>
      </p:grpSp>
      <p:sp>
        <p:nvSpPr>
          <p:cNvPr id="1050222" name="Text Box 383"/>
          <p:cNvSpPr txBox="1">
            <a:spLocks noChangeArrowheads="1"/>
          </p:cNvSpPr>
          <p:nvPr/>
        </p:nvSpPr>
        <p:spPr bwMode="auto">
          <a:xfrm>
            <a:off x="1212850" y="1801813"/>
            <a:ext cx="2411413" cy="773112"/>
          </a:xfrm>
          <a:prstGeom prst="rect">
            <a:avLst/>
          </a:prstGeom>
          <a:noFill/>
          <a:ln>
            <a:noFill/>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dirty="0">
                <a:ea typeface="黑体" panose="02010609060101010101" pitchFamily="49" charset="-122"/>
              </a:rPr>
              <a:t>例：用原点邻接像素模板得到强连通边界。</a:t>
            </a:r>
          </a:p>
        </p:txBody>
      </p:sp>
      <p:sp>
        <p:nvSpPr>
          <p:cNvPr id="1050223" name="TextBox 27"/>
          <p:cNvSpPr txBox="1"/>
          <p:nvPr/>
        </p:nvSpPr>
        <p:spPr>
          <a:xfrm>
            <a:off x="1012825" y="177800"/>
            <a:ext cx="49072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三、二值图像的形态学处理</a:t>
            </a:r>
          </a:p>
        </p:txBody>
      </p:sp>
      <p:sp>
        <p:nvSpPr>
          <p:cNvPr id="1050224"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0225"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2.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边界检测</a:t>
            </a:r>
          </a:p>
        </p:txBody>
      </p:sp>
      <mc:AlternateContent xmlns:mc="http://schemas.openxmlformats.org/markup-compatibility/2006" xmlns:p14="http://schemas.microsoft.com/office/powerpoint/2010/main">
        <mc:Choice Requires="p14">
          <p:contentPart p14:bwMode="auto" r:id="rId2">
            <p14:nvContentPartPr>
              <p14:cNvPr id="1053472" name="墨迹 1053471"/>
              <p14:cNvContentPartPr/>
              <p14:nvPr/>
            </p14:nvContentPartPr>
            <p14:xfrm>
              <a:off x="6571708" y="5899490"/>
              <a:ext cx="0" cy="0"/>
            </p14:xfrm>
          </p:contentPart>
        </mc:Choice>
        <mc:Fallback xmlns="">
          <p:sp>
            <p:nvSpPr>
              <p:cNvPr id="1053472" name=""/>
              <p:cNvSpPr/>
              <p:nvPr/>
            </p:nvSpPr>
            <p:spPr>
              <a:xfrm>
                <a:off x="6571708" y="5899490"/>
                <a:ext cx="0" cy="0"/>
              </a:xfrm>
            </p:spPr>
          </p:sp>
        </mc:Fallback>
      </mc:AlternateContent>
      <mc:AlternateContent xmlns:mc="http://schemas.openxmlformats.org/markup-compatibility/2006" xmlns:p14="http://schemas.microsoft.com/office/powerpoint/2010/main">
        <mc:Choice Requires="p14">
          <p:contentPart p14:bwMode="auto" r:id="rId3">
            <p14:nvContentPartPr>
              <p14:cNvPr id="1053473" name="墨迹 1053472"/>
              <p14:cNvContentPartPr/>
              <p14:nvPr/>
            </p14:nvContentPartPr>
            <p14:xfrm>
              <a:off x="1292859" y="3016812"/>
              <a:ext cx="97104" cy="309117"/>
            </p14:xfrm>
          </p:contentPart>
        </mc:Choice>
        <mc:Fallback xmlns="">
          <p:sp>
            <p:nvSpPr>
              <p:cNvPr id="1053473" name=""/>
              <p:cNvSpPr/>
              <p:nvPr/>
            </p:nvSpPr>
            <p:spPr>
              <a:xfrm>
                <a:off x="1292859" y="3016812"/>
                <a:ext cx="97104" cy="309117"/>
              </a:xfrm>
            </p:spPr>
          </p:sp>
        </mc:Fallback>
      </mc:AlternateContent>
      <mc:AlternateContent xmlns:mc="http://schemas.openxmlformats.org/markup-compatibility/2006" xmlns:p14="http://schemas.microsoft.com/office/powerpoint/2010/main">
        <mc:Choice Requires="p14">
          <p:contentPart p14:bwMode="auto" r:id="rId4">
            <p14:nvContentPartPr>
              <p14:cNvPr id="1053474" name="墨迹 1053473"/>
              <p14:cNvContentPartPr/>
              <p14:nvPr/>
            </p14:nvContentPartPr>
            <p14:xfrm>
              <a:off x="1320189" y="3139249"/>
              <a:ext cx="245817" cy="286196"/>
            </p14:xfrm>
          </p:contentPart>
        </mc:Choice>
        <mc:Fallback xmlns="">
          <p:sp>
            <p:nvSpPr>
              <p:cNvPr id="1053474" name=""/>
              <p:cNvSpPr/>
              <p:nvPr/>
            </p:nvSpPr>
            <p:spPr>
              <a:xfrm>
                <a:off x="1320189" y="3139249"/>
                <a:ext cx="245817" cy="286196"/>
              </a:xfrm>
            </p:spPr>
          </p:sp>
        </mc:Fallback>
      </mc:AlternateContent>
      <mc:AlternateContent xmlns:mc="http://schemas.openxmlformats.org/markup-compatibility/2006" xmlns:p14="http://schemas.microsoft.com/office/powerpoint/2010/main">
        <mc:Choice Requires="p14">
          <p:contentPart p14:bwMode="auto" r:id="rId5">
            <p14:nvContentPartPr>
              <p14:cNvPr id="1053475" name="墨迹 1053474"/>
              <p14:cNvContentPartPr/>
              <p14:nvPr/>
            </p14:nvContentPartPr>
            <p14:xfrm>
              <a:off x="1366705" y="3259159"/>
              <a:ext cx="216162" cy="281433"/>
            </p14:xfrm>
          </p:contentPart>
        </mc:Choice>
        <mc:Fallback xmlns="">
          <p:sp>
            <p:nvSpPr>
              <p:cNvPr id="1053475" name=""/>
              <p:cNvSpPr/>
              <p:nvPr/>
            </p:nvSpPr>
            <p:spPr>
              <a:xfrm>
                <a:off x="1366705" y="3259159"/>
                <a:ext cx="216162" cy="281433"/>
              </a:xfrm>
            </p:spPr>
          </p:sp>
        </mc:Fallback>
      </mc:AlternateContent>
      <mc:AlternateContent xmlns:mc="http://schemas.openxmlformats.org/markup-compatibility/2006" xmlns:p14="http://schemas.microsoft.com/office/powerpoint/2010/main">
        <mc:Choice Requires="p14">
          <p:contentPart p14:bwMode="auto" r:id="rId6">
            <p14:nvContentPartPr>
              <p14:cNvPr id="1053476" name="墨迹 1053475"/>
              <p14:cNvContentPartPr/>
              <p14:nvPr/>
            </p14:nvContentPartPr>
            <p14:xfrm>
              <a:off x="1639957" y="3040275"/>
              <a:ext cx="192592" cy="249871"/>
            </p14:xfrm>
          </p:contentPart>
        </mc:Choice>
        <mc:Fallback xmlns="">
          <p:sp>
            <p:nvSpPr>
              <p:cNvPr id="1053476" name=""/>
              <p:cNvSpPr/>
              <p:nvPr/>
            </p:nvSpPr>
            <p:spPr>
              <a:xfrm>
                <a:off x="1639957" y="3040275"/>
                <a:ext cx="192592" cy="249871"/>
              </a:xfrm>
            </p:spPr>
          </p:sp>
        </mc:Fallback>
      </mc:AlternateContent>
      <mc:AlternateContent xmlns:mc="http://schemas.openxmlformats.org/markup-compatibility/2006" xmlns:p14="http://schemas.microsoft.com/office/powerpoint/2010/main">
        <mc:Choice Requires="p14">
          <p:contentPart p14:bwMode="auto" r:id="rId7">
            <p14:nvContentPartPr>
              <p14:cNvPr id="1053477" name="墨迹 1053476"/>
              <p14:cNvContentPartPr/>
              <p14:nvPr/>
            </p14:nvContentPartPr>
            <p14:xfrm>
              <a:off x="1811344" y="3130778"/>
              <a:ext cx="77298" cy="43562"/>
            </p14:xfrm>
          </p:contentPart>
        </mc:Choice>
        <mc:Fallback xmlns="">
          <p:sp>
            <p:nvSpPr>
              <p:cNvPr id="1053477" name=""/>
              <p:cNvSpPr/>
              <p:nvPr/>
            </p:nvSpPr>
            <p:spPr>
              <a:xfrm>
                <a:off x="1811344" y="3130778"/>
                <a:ext cx="77298" cy="43562"/>
              </a:xfrm>
            </p:spPr>
          </p:sp>
        </mc:Fallback>
      </mc:AlternateContent>
      <mc:AlternateContent xmlns:mc="http://schemas.openxmlformats.org/markup-compatibility/2006" xmlns:p14="http://schemas.microsoft.com/office/powerpoint/2010/main">
        <mc:Choice Requires="p14">
          <p:contentPart p14:bwMode="auto" r:id="rId8">
            <p14:nvContentPartPr>
              <p14:cNvPr id="1053478" name="墨迹 1053477"/>
              <p14:cNvContentPartPr/>
              <p14:nvPr/>
            </p14:nvContentPartPr>
            <p14:xfrm>
              <a:off x="1776457" y="3211225"/>
              <a:ext cx="45610" cy="18443"/>
            </p14:xfrm>
          </p:contentPart>
        </mc:Choice>
        <mc:Fallback xmlns="">
          <p:sp>
            <p:nvSpPr>
              <p:cNvPr id="1053478" name=""/>
              <p:cNvSpPr/>
              <p:nvPr/>
            </p:nvSpPr>
            <p:spPr>
              <a:xfrm>
                <a:off x="1776457" y="3211225"/>
                <a:ext cx="45610" cy="18443"/>
              </a:xfrm>
            </p:spPr>
          </p:sp>
        </mc:Fallback>
      </mc:AlternateContent>
      <mc:AlternateContent xmlns:mc="http://schemas.openxmlformats.org/markup-compatibility/2006" xmlns:p14="http://schemas.microsoft.com/office/powerpoint/2010/main">
        <mc:Choice Requires="p14">
          <p:contentPart p14:bwMode="auto" r:id="rId9">
            <p14:nvContentPartPr>
              <p14:cNvPr id="1053479" name="墨迹 1053478"/>
              <p14:cNvContentPartPr/>
              <p14:nvPr/>
            </p14:nvContentPartPr>
            <p14:xfrm>
              <a:off x="1713110" y="3251090"/>
              <a:ext cx="132136" cy="257314"/>
            </p14:xfrm>
          </p:contentPart>
        </mc:Choice>
        <mc:Fallback xmlns="">
          <p:sp>
            <p:nvSpPr>
              <p:cNvPr id="1053479" name=""/>
              <p:cNvSpPr/>
              <p:nvPr/>
            </p:nvSpPr>
            <p:spPr>
              <a:xfrm>
                <a:off x="1713110" y="3251090"/>
                <a:ext cx="132136" cy="257314"/>
              </a:xfrm>
            </p:spPr>
          </p:sp>
        </mc:Fallback>
      </mc:AlternateContent>
      <mc:AlternateContent xmlns:mc="http://schemas.openxmlformats.org/markup-compatibility/2006" xmlns:p14="http://schemas.microsoft.com/office/powerpoint/2010/main">
        <mc:Choice Requires="p14">
          <p:contentPart p14:bwMode="auto" r:id="rId10">
            <p14:nvContentPartPr>
              <p14:cNvPr id="1053480" name="墨迹 1053479"/>
              <p14:cNvContentPartPr/>
              <p14:nvPr/>
            </p14:nvContentPartPr>
            <p14:xfrm>
              <a:off x="1777141" y="3367426"/>
              <a:ext cx="0" cy="0"/>
            </p14:xfrm>
          </p:contentPart>
        </mc:Choice>
        <mc:Fallback xmlns="">
          <p:sp>
            <p:nvSpPr>
              <p:cNvPr id="1053480" name=""/>
              <p:cNvSpPr/>
              <p:nvPr/>
            </p:nvSpPr>
            <p:spPr>
              <a:xfrm>
                <a:off x="1777141" y="3367426"/>
                <a:ext cx="0" cy="0"/>
              </a:xfrm>
            </p:spPr>
          </p:sp>
        </mc:Fallback>
      </mc:AlternateContent>
      <mc:AlternateContent xmlns:mc="http://schemas.openxmlformats.org/markup-compatibility/2006" xmlns:p14="http://schemas.microsoft.com/office/powerpoint/2010/main">
        <mc:Choice Requires="p14">
          <p:contentPart p14:bwMode="auto" r:id="rId11">
            <p14:nvContentPartPr>
              <p14:cNvPr id="1053481" name="墨迹 1053480"/>
              <p14:cNvContentPartPr/>
              <p14:nvPr/>
            </p14:nvContentPartPr>
            <p14:xfrm>
              <a:off x="1765037" y="3339269"/>
              <a:ext cx="261114" cy="182083"/>
            </p14:xfrm>
          </p:contentPart>
        </mc:Choice>
        <mc:Fallback xmlns="">
          <p:sp>
            <p:nvSpPr>
              <p:cNvPr id="1053481" name=""/>
              <p:cNvSpPr/>
              <p:nvPr/>
            </p:nvSpPr>
            <p:spPr>
              <a:xfrm>
                <a:off x="1765037" y="3339269"/>
                <a:ext cx="261114" cy="182083"/>
              </a:xfrm>
            </p:spPr>
          </p:sp>
        </mc:Fallback>
      </mc:AlternateContent>
      <mc:AlternateContent xmlns:mc="http://schemas.openxmlformats.org/markup-compatibility/2006" xmlns:p14="http://schemas.microsoft.com/office/powerpoint/2010/main">
        <mc:Choice Requires="p14">
          <p:contentPart p14:bwMode="auto" r:id="rId12">
            <p14:nvContentPartPr>
              <p14:cNvPr id="1053482" name="墨迹 1053481"/>
              <p14:cNvContentPartPr/>
              <p14:nvPr/>
            </p14:nvContentPartPr>
            <p14:xfrm>
              <a:off x="2099262" y="3097084"/>
              <a:ext cx="195802" cy="385633"/>
            </p14:xfrm>
          </p:contentPart>
        </mc:Choice>
        <mc:Fallback xmlns="">
          <p:sp>
            <p:nvSpPr>
              <p:cNvPr id="1053482" name=""/>
              <p:cNvSpPr/>
              <p:nvPr/>
            </p:nvSpPr>
            <p:spPr>
              <a:xfrm>
                <a:off x="2099262" y="3097084"/>
                <a:ext cx="195802" cy="385633"/>
              </a:xfrm>
            </p:spPr>
          </p:sp>
        </mc:Fallback>
      </mc:AlternateContent>
      <mc:AlternateContent xmlns:mc="http://schemas.openxmlformats.org/markup-compatibility/2006" xmlns:p14="http://schemas.microsoft.com/office/powerpoint/2010/main">
        <mc:Choice Requires="p14">
          <p:contentPart p14:bwMode="auto" r:id="rId13">
            <p14:nvContentPartPr>
              <p14:cNvPr id="1053483" name="墨迹 1053482"/>
              <p14:cNvContentPartPr/>
              <p14:nvPr/>
            </p14:nvContentPartPr>
            <p14:xfrm>
              <a:off x="2109317" y="3265998"/>
              <a:ext cx="84029" cy="142646"/>
            </p14:xfrm>
          </p:contentPart>
        </mc:Choice>
        <mc:Fallback xmlns="">
          <p:sp>
            <p:nvSpPr>
              <p:cNvPr id="1053483" name=""/>
              <p:cNvSpPr/>
              <p:nvPr/>
            </p:nvSpPr>
            <p:spPr>
              <a:xfrm>
                <a:off x="2109317" y="3265998"/>
                <a:ext cx="84029" cy="142646"/>
              </a:xfrm>
            </p:spPr>
          </p:sp>
        </mc:Fallback>
      </mc:AlternateContent>
      <mc:AlternateContent xmlns:mc="http://schemas.openxmlformats.org/markup-compatibility/2006" xmlns:p14="http://schemas.microsoft.com/office/powerpoint/2010/main">
        <mc:Choice Requires="p14">
          <p:contentPart p14:bwMode="auto" r:id="rId14">
            <p14:nvContentPartPr>
              <p14:cNvPr id="1053484" name="墨迹 1053483"/>
              <p14:cNvContentPartPr/>
              <p14:nvPr/>
            </p14:nvContentPartPr>
            <p14:xfrm>
              <a:off x="2357223" y="3089723"/>
              <a:ext cx="83457" cy="134239"/>
            </p14:xfrm>
          </p:contentPart>
        </mc:Choice>
        <mc:Fallback xmlns="">
          <p:sp>
            <p:nvSpPr>
              <p:cNvPr id="1053484" name=""/>
              <p:cNvSpPr/>
              <p:nvPr/>
            </p:nvSpPr>
            <p:spPr>
              <a:xfrm>
                <a:off x="2357223" y="3089723"/>
                <a:ext cx="83457" cy="134239"/>
              </a:xfrm>
            </p:spPr>
          </p:sp>
        </mc:Fallback>
      </mc:AlternateContent>
      <mc:AlternateContent xmlns:mc="http://schemas.openxmlformats.org/markup-compatibility/2006" xmlns:p14="http://schemas.microsoft.com/office/powerpoint/2010/main">
        <mc:Choice Requires="p14">
          <p:contentPart p14:bwMode="auto" r:id="rId15">
            <p14:nvContentPartPr>
              <p14:cNvPr id="1053485" name="墨迹 1053484"/>
              <p14:cNvContentPartPr/>
              <p14:nvPr/>
            </p14:nvContentPartPr>
            <p14:xfrm>
              <a:off x="2288571" y="3219940"/>
              <a:ext cx="156760" cy="295724"/>
            </p14:xfrm>
          </p:contentPart>
        </mc:Choice>
        <mc:Fallback xmlns="">
          <p:sp>
            <p:nvSpPr>
              <p:cNvPr id="1053485" name=""/>
              <p:cNvSpPr/>
              <p:nvPr/>
            </p:nvSpPr>
            <p:spPr>
              <a:xfrm>
                <a:off x="2288571" y="3219940"/>
                <a:ext cx="156760" cy="295724"/>
              </a:xfrm>
            </p:spPr>
          </p:sp>
        </mc:Fallback>
      </mc:AlternateContent>
      <mc:AlternateContent xmlns:mc="http://schemas.openxmlformats.org/markup-compatibility/2006" xmlns:p14="http://schemas.microsoft.com/office/powerpoint/2010/main">
        <mc:Choice Requires="p14">
          <p:contentPart p14:bwMode="auto" r:id="rId16">
            <p14:nvContentPartPr>
              <p14:cNvPr id="1053486" name="墨迹 1053485"/>
              <p14:cNvContentPartPr/>
              <p14:nvPr/>
            </p14:nvContentPartPr>
            <p14:xfrm>
              <a:off x="2641791" y="3095918"/>
              <a:ext cx="5050" cy="80961"/>
            </p14:xfrm>
          </p:contentPart>
        </mc:Choice>
        <mc:Fallback xmlns="">
          <p:sp>
            <p:nvSpPr>
              <p:cNvPr id="1053486" name=""/>
              <p:cNvSpPr/>
              <p:nvPr/>
            </p:nvSpPr>
            <p:spPr>
              <a:xfrm>
                <a:off x="2641791" y="3095918"/>
                <a:ext cx="5050" cy="80961"/>
              </a:xfrm>
            </p:spPr>
          </p:sp>
        </mc:Fallback>
      </mc:AlternateContent>
      <mc:AlternateContent xmlns:mc="http://schemas.openxmlformats.org/markup-compatibility/2006" xmlns:p14="http://schemas.microsoft.com/office/powerpoint/2010/main">
        <mc:Choice Requires="p14">
          <p:contentPart p14:bwMode="auto" r:id="rId17">
            <p14:nvContentPartPr>
              <p14:cNvPr id="1053487" name="墨迹 1053486"/>
              <p14:cNvContentPartPr/>
              <p14:nvPr/>
            </p14:nvContentPartPr>
            <p14:xfrm>
              <a:off x="2545448" y="3241393"/>
              <a:ext cx="289322" cy="270530"/>
            </p14:xfrm>
          </p:contentPart>
        </mc:Choice>
        <mc:Fallback xmlns="">
          <p:sp>
            <p:nvSpPr>
              <p:cNvPr id="1053487" name=""/>
              <p:cNvSpPr/>
              <p:nvPr/>
            </p:nvSpPr>
            <p:spPr>
              <a:xfrm>
                <a:off x="2545448" y="3241393"/>
                <a:ext cx="289322" cy="270530"/>
              </a:xfrm>
            </p:spPr>
          </p:sp>
        </mc:Fallback>
      </mc:AlternateContent>
      <mc:AlternateContent xmlns:mc="http://schemas.openxmlformats.org/markup-compatibility/2006" xmlns:p14="http://schemas.microsoft.com/office/powerpoint/2010/main">
        <mc:Choice Requires="p14">
          <p:contentPart p14:bwMode="auto" r:id="rId18">
            <p14:nvContentPartPr>
              <p14:cNvPr id="1053488" name="墨迹 1053487"/>
              <p14:cNvContentPartPr/>
              <p14:nvPr/>
            </p14:nvContentPartPr>
            <p14:xfrm>
              <a:off x="2729351" y="3132770"/>
              <a:ext cx="146922" cy="11416"/>
            </p14:xfrm>
          </p:contentPart>
        </mc:Choice>
        <mc:Fallback xmlns="">
          <p:sp>
            <p:nvSpPr>
              <p:cNvPr id="1053488" name=""/>
              <p:cNvSpPr/>
              <p:nvPr/>
            </p:nvSpPr>
            <p:spPr>
              <a:xfrm>
                <a:off x="2729351" y="3132770"/>
                <a:ext cx="146922" cy="11416"/>
              </a:xfrm>
            </p:spPr>
          </p:sp>
        </mc:Fallback>
      </mc:AlternateContent>
      <mc:AlternateContent xmlns:mc="http://schemas.openxmlformats.org/markup-compatibility/2006" xmlns:p14="http://schemas.microsoft.com/office/powerpoint/2010/main">
        <mc:Choice Requires="p14">
          <p:contentPart p14:bwMode="auto" r:id="rId19">
            <p14:nvContentPartPr>
              <p14:cNvPr id="1053489" name="墨迹 1053488"/>
              <p14:cNvContentPartPr/>
              <p14:nvPr/>
            </p14:nvContentPartPr>
            <p14:xfrm>
              <a:off x="2668779" y="3041616"/>
              <a:ext cx="191704" cy="527356"/>
            </p14:xfrm>
          </p:contentPart>
        </mc:Choice>
        <mc:Fallback xmlns="">
          <p:sp>
            <p:nvSpPr>
              <p:cNvPr id="1053489" name=""/>
              <p:cNvSpPr/>
              <p:nvPr/>
            </p:nvSpPr>
            <p:spPr>
              <a:xfrm>
                <a:off x="2668779" y="3041616"/>
                <a:ext cx="191704" cy="527356"/>
              </a:xfrm>
            </p:spPr>
          </p:sp>
        </mc:Fallback>
      </mc:AlternateContent>
      <mc:AlternateContent xmlns:mc="http://schemas.openxmlformats.org/markup-compatibility/2006" xmlns:p14="http://schemas.microsoft.com/office/powerpoint/2010/main">
        <mc:Choice Requires="p14">
          <p:contentPart p14:bwMode="auto" r:id="rId20">
            <p14:nvContentPartPr>
              <p14:cNvPr id="1053490" name="墨迹 1053489"/>
              <p14:cNvContentPartPr/>
              <p14:nvPr/>
            </p14:nvContentPartPr>
            <p14:xfrm>
              <a:off x="3005710" y="3174332"/>
              <a:ext cx="159719" cy="35552"/>
            </p14:xfrm>
          </p:contentPart>
        </mc:Choice>
        <mc:Fallback xmlns="">
          <p:sp>
            <p:nvSpPr>
              <p:cNvPr id="1053490" name=""/>
              <p:cNvSpPr/>
              <p:nvPr/>
            </p:nvSpPr>
            <p:spPr>
              <a:xfrm>
                <a:off x="3005710" y="3174332"/>
                <a:ext cx="159719" cy="35552"/>
              </a:xfrm>
            </p:spPr>
          </p:sp>
        </mc:Fallback>
      </mc:AlternateContent>
      <mc:AlternateContent xmlns:mc="http://schemas.openxmlformats.org/markup-compatibility/2006" xmlns:p14="http://schemas.microsoft.com/office/powerpoint/2010/main">
        <mc:Choice Requires="p14">
          <p:contentPart p14:bwMode="auto" r:id="rId21">
            <p14:nvContentPartPr>
              <p14:cNvPr id="1053491" name="墨迹 1053490"/>
              <p14:cNvContentPartPr/>
              <p14:nvPr/>
            </p14:nvContentPartPr>
            <p14:xfrm>
              <a:off x="2968785" y="3083180"/>
              <a:ext cx="147455" cy="447218"/>
            </p14:xfrm>
          </p:contentPart>
        </mc:Choice>
        <mc:Fallback xmlns="">
          <p:sp>
            <p:nvSpPr>
              <p:cNvPr id="1053491" name=""/>
              <p:cNvSpPr/>
              <p:nvPr/>
            </p:nvSpPr>
            <p:spPr>
              <a:xfrm>
                <a:off x="2968785" y="3083180"/>
                <a:ext cx="147455" cy="447218"/>
              </a:xfrm>
            </p:spPr>
          </p:sp>
        </mc:Fallback>
      </mc:AlternateContent>
      <mc:AlternateContent xmlns:mc="http://schemas.openxmlformats.org/markup-compatibility/2006" xmlns:p14="http://schemas.microsoft.com/office/powerpoint/2010/main">
        <mc:Choice Requires="p14">
          <p:contentPart p14:bwMode="auto" r:id="rId22">
            <p14:nvContentPartPr>
              <p14:cNvPr id="1053492" name="墨迹 1053491"/>
              <p14:cNvContentPartPr/>
              <p14:nvPr/>
            </p14:nvContentPartPr>
            <p14:xfrm>
              <a:off x="3233502" y="3058376"/>
              <a:ext cx="25322" cy="52573"/>
            </p14:xfrm>
          </p:contentPart>
        </mc:Choice>
        <mc:Fallback xmlns="">
          <p:sp>
            <p:nvSpPr>
              <p:cNvPr id="1053492" name=""/>
              <p:cNvSpPr/>
              <p:nvPr/>
            </p:nvSpPr>
            <p:spPr>
              <a:xfrm>
                <a:off x="3233502" y="3058376"/>
                <a:ext cx="25322" cy="52573"/>
              </a:xfrm>
            </p:spPr>
          </p:sp>
        </mc:Fallback>
      </mc:AlternateContent>
      <mc:AlternateContent xmlns:mc="http://schemas.openxmlformats.org/markup-compatibility/2006" xmlns:p14="http://schemas.microsoft.com/office/powerpoint/2010/main">
        <mc:Choice Requires="p14">
          <p:contentPart p14:bwMode="auto" r:id="rId23">
            <p14:nvContentPartPr>
              <p14:cNvPr id="1053493" name="墨迹 1053492"/>
              <p14:cNvContentPartPr/>
              <p14:nvPr/>
            </p14:nvContentPartPr>
            <p14:xfrm>
              <a:off x="3154835" y="3115047"/>
              <a:ext cx="202518" cy="34502"/>
            </p14:xfrm>
          </p:contentPart>
        </mc:Choice>
        <mc:Fallback xmlns="">
          <p:sp>
            <p:nvSpPr>
              <p:cNvPr id="1053493" name=""/>
              <p:cNvSpPr/>
              <p:nvPr/>
            </p:nvSpPr>
            <p:spPr>
              <a:xfrm>
                <a:off x="3154835" y="3115047"/>
                <a:ext cx="202518" cy="34502"/>
              </a:xfrm>
            </p:spPr>
          </p:sp>
        </mc:Fallback>
      </mc:AlternateContent>
      <mc:AlternateContent xmlns:mc="http://schemas.openxmlformats.org/markup-compatibility/2006" xmlns:p14="http://schemas.microsoft.com/office/powerpoint/2010/main">
        <mc:Choice Requires="p14">
          <p:contentPart p14:bwMode="auto" r:id="rId24">
            <p14:nvContentPartPr>
              <p14:cNvPr id="1053494" name="墨迹 1053493"/>
              <p14:cNvContentPartPr/>
              <p14:nvPr/>
            </p14:nvContentPartPr>
            <p14:xfrm>
              <a:off x="3127195" y="3152230"/>
              <a:ext cx="215619" cy="483196"/>
            </p14:xfrm>
          </p:contentPart>
        </mc:Choice>
        <mc:Fallback xmlns="">
          <p:sp>
            <p:nvSpPr>
              <p:cNvPr id="1053494" name=""/>
              <p:cNvSpPr/>
              <p:nvPr/>
            </p:nvSpPr>
            <p:spPr>
              <a:xfrm>
                <a:off x="3127195" y="3152230"/>
                <a:ext cx="215619" cy="483196"/>
              </a:xfrm>
            </p:spPr>
          </p:sp>
        </mc:Fallback>
      </mc:AlternateContent>
      <mc:AlternateContent xmlns:mc="http://schemas.openxmlformats.org/markup-compatibility/2006" xmlns:p14="http://schemas.microsoft.com/office/powerpoint/2010/main">
        <mc:Choice Requires="p14">
          <p:contentPart p14:bwMode="auto" r:id="rId25">
            <p14:nvContentPartPr>
              <p14:cNvPr id="1053495" name="墨迹 1053494"/>
              <p14:cNvContentPartPr/>
              <p14:nvPr/>
            </p14:nvContentPartPr>
            <p14:xfrm>
              <a:off x="3500285" y="3155502"/>
              <a:ext cx="207110" cy="72483"/>
            </p14:xfrm>
          </p:contentPart>
        </mc:Choice>
        <mc:Fallback xmlns="">
          <p:sp>
            <p:nvSpPr>
              <p:cNvPr id="1053495" name=""/>
              <p:cNvSpPr/>
              <p:nvPr/>
            </p:nvSpPr>
            <p:spPr>
              <a:xfrm>
                <a:off x="3500285" y="3155502"/>
                <a:ext cx="207110" cy="72483"/>
              </a:xfrm>
            </p:spPr>
          </p:sp>
        </mc:Fallback>
      </mc:AlternateContent>
      <mc:AlternateContent xmlns:mc="http://schemas.openxmlformats.org/markup-compatibility/2006" xmlns:p14="http://schemas.microsoft.com/office/powerpoint/2010/main">
        <mc:Choice Requires="p14">
          <p:contentPart p14:bwMode="auto" r:id="rId26">
            <p14:nvContentPartPr>
              <p14:cNvPr id="1053496" name="墨迹 1053495"/>
              <p14:cNvContentPartPr/>
              <p14:nvPr/>
            </p14:nvContentPartPr>
            <p14:xfrm>
              <a:off x="3511297" y="3042287"/>
              <a:ext cx="102541" cy="460727"/>
            </p14:xfrm>
          </p:contentPart>
        </mc:Choice>
        <mc:Fallback xmlns="">
          <p:sp>
            <p:nvSpPr>
              <p:cNvPr id="1053496" name=""/>
              <p:cNvSpPr/>
              <p:nvPr/>
            </p:nvSpPr>
            <p:spPr>
              <a:xfrm>
                <a:off x="3511297" y="3042287"/>
                <a:ext cx="102541" cy="460727"/>
              </a:xfrm>
            </p:spPr>
          </p:sp>
        </mc:Fallback>
      </mc:AlternateContent>
      <mc:AlternateContent xmlns:mc="http://schemas.openxmlformats.org/markup-compatibility/2006" xmlns:p14="http://schemas.microsoft.com/office/powerpoint/2010/main">
        <mc:Choice Requires="p14">
          <p:contentPart p14:bwMode="auto" r:id="rId27">
            <p14:nvContentPartPr>
              <p14:cNvPr id="1053497" name="墨迹 1053496"/>
              <p14:cNvContentPartPr/>
              <p14:nvPr/>
            </p14:nvContentPartPr>
            <p14:xfrm>
              <a:off x="3402381" y="3211225"/>
              <a:ext cx="176570" cy="275183"/>
            </p14:xfrm>
          </p:contentPart>
        </mc:Choice>
        <mc:Fallback xmlns="">
          <p:sp>
            <p:nvSpPr>
              <p:cNvPr id="1053497" name=""/>
              <p:cNvSpPr/>
              <p:nvPr/>
            </p:nvSpPr>
            <p:spPr>
              <a:xfrm>
                <a:off x="3402381" y="3211225"/>
                <a:ext cx="176570" cy="275183"/>
              </a:xfrm>
            </p:spPr>
          </p:sp>
        </mc:Fallback>
      </mc:AlternateContent>
      <mc:AlternateContent xmlns:mc="http://schemas.openxmlformats.org/markup-compatibility/2006" xmlns:p14="http://schemas.microsoft.com/office/powerpoint/2010/main">
        <mc:Choice Requires="p14">
          <p:contentPart p14:bwMode="auto" r:id="rId28">
            <p14:nvContentPartPr>
              <p14:cNvPr id="1053498" name="墨迹 1053497"/>
              <p14:cNvContentPartPr/>
              <p14:nvPr/>
            </p14:nvContentPartPr>
            <p14:xfrm>
              <a:off x="3600157" y="3254801"/>
              <a:ext cx="45901" cy="52997"/>
            </p14:xfrm>
          </p:contentPart>
        </mc:Choice>
        <mc:Fallback xmlns="">
          <p:sp>
            <p:nvSpPr>
              <p:cNvPr id="1053498" name=""/>
              <p:cNvSpPr/>
              <p:nvPr/>
            </p:nvSpPr>
            <p:spPr>
              <a:xfrm>
                <a:off x="3600157" y="3254801"/>
                <a:ext cx="45901" cy="52997"/>
              </a:xfrm>
            </p:spPr>
          </p:sp>
        </mc:Fallback>
      </mc:AlternateContent>
      <mc:AlternateContent xmlns:mc="http://schemas.openxmlformats.org/markup-compatibility/2006" xmlns:p14="http://schemas.microsoft.com/office/powerpoint/2010/main">
        <mc:Choice Requires="p14">
          <p:contentPart p14:bwMode="auto" r:id="rId29">
            <p14:nvContentPartPr>
              <p14:cNvPr id="1053499" name="墨迹 1053498"/>
              <p14:cNvContentPartPr/>
              <p14:nvPr/>
            </p14:nvContentPartPr>
            <p14:xfrm>
              <a:off x="3691137" y="3084748"/>
              <a:ext cx="205971" cy="21225"/>
            </p14:xfrm>
          </p:contentPart>
        </mc:Choice>
        <mc:Fallback xmlns="">
          <p:sp>
            <p:nvSpPr>
              <p:cNvPr id="1053499" name=""/>
              <p:cNvSpPr/>
              <p:nvPr/>
            </p:nvSpPr>
            <p:spPr>
              <a:xfrm>
                <a:off x="3691137" y="3084748"/>
                <a:ext cx="205971" cy="21225"/>
              </a:xfrm>
            </p:spPr>
          </p:sp>
        </mc:Fallback>
      </mc:AlternateContent>
      <mc:AlternateContent xmlns:mc="http://schemas.openxmlformats.org/markup-compatibility/2006" xmlns:p14="http://schemas.microsoft.com/office/powerpoint/2010/main">
        <mc:Choice Requires="p14">
          <p:contentPart p14:bwMode="auto" r:id="rId30">
            <p14:nvContentPartPr>
              <p14:cNvPr id="1053500" name="墨迹 1053499"/>
              <p14:cNvContentPartPr/>
              <p14:nvPr/>
            </p14:nvContentPartPr>
            <p14:xfrm>
              <a:off x="3719183" y="2953795"/>
              <a:ext cx="56020" cy="159984"/>
            </p14:xfrm>
          </p:contentPart>
        </mc:Choice>
        <mc:Fallback xmlns="">
          <p:sp>
            <p:nvSpPr>
              <p:cNvPr id="1053500" name=""/>
              <p:cNvSpPr/>
              <p:nvPr/>
            </p:nvSpPr>
            <p:spPr>
              <a:xfrm>
                <a:off x="3719183" y="2953795"/>
                <a:ext cx="56020" cy="159984"/>
              </a:xfrm>
            </p:spPr>
          </p:sp>
        </mc:Fallback>
      </mc:AlternateContent>
      <mc:AlternateContent xmlns:mc="http://schemas.openxmlformats.org/markup-compatibility/2006" xmlns:p14="http://schemas.microsoft.com/office/powerpoint/2010/main">
        <mc:Choice Requires="p14">
          <p:contentPart p14:bwMode="auto" r:id="rId31">
            <p14:nvContentPartPr>
              <p14:cNvPr id="1053501" name="墨迹 1053500"/>
              <p14:cNvContentPartPr/>
              <p14:nvPr/>
            </p14:nvContentPartPr>
            <p14:xfrm>
              <a:off x="3781691" y="2969214"/>
              <a:ext cx="76356" cy="177902"/>
            </p14:xfrm>
          </p:contentPart>
        </mc:Choice>
        <mc:Fallback xmlns="">
          <p:sp>
            <p:nvSpPr>
              <p:cNvPr id="1053501" name=""/>
              <p:cNvSpPr/>
              <p:nvPr/>
            </p:nvSpPr>
            <p:spPr>
              <a:xfrm>
                <a:off x="3781691" y="2969214"/>
                <a:ext cx="76356" cy="177902"/>
              </a:xfrm>
            </p:spPr>
          </p:sp>
        </mc:Fallback>
      </mc:AlternateContent>
      <mc:AlternateContent xmlns:mc="http://schemas.openxmlformats.org/markup-compatibility/2006" xmlns:p14="http://schemas.microsoft.com/office/powerpoint/2010/main">
        <mc:Choice Requires="p14">
          <p:contentPart p14:bwMode="auto" r:id="rId32">
            <p14:nvContentPartPr>
              <p14:cNvPr id="1053502" name="墨迹 1053501"/>
              <p14:cNvContentPartPr/>
              <p14:nvPr/>
            </p14:nvContentPartPr>
            <p14:xfrm>
              <a:off x="3694046" y="3179046"/>
              <a:ext cx="30609" cy="142426"/>
            </p14:xfrm>
          </p:contentPart>
        </mc:Choice>
        <mc:Fallback xmlns="">
          <p:sp>
            <p:nvSpPr>
              <p:cNvPr id="1053502" name=""/>
              <p:cNvSpPr/>
              <p:nvPr/>
            </p:nvSpPr>
            <p:spPr>
              <a:xfrm>
                <a:off x="3694046" y="3179046"/>
                <a:ext cx="30609" cy="142426"/>
              </a:xfrm>
            </p:spPr>
          </p:sp>
        </mc:Fallback>
      </mc:AlternateContent>
      <mc:AlternateContent xmlns:mc="http://schemas.openxmlformats.org/markup-compatibility/2006" xmlns:p14="http://schemas.microsoft.com/office/powerpoint/2010/main">
        <mc:Choice Requires="p14">
          <p:contentPart p14:bwMode="auto" r:id="rId33">
            <p14:nvContentPartPr>
              <p14:cNvPr id="1053503" name="墨迹 1053502"/>
              <p14:cNvContentPartPr/>
              <p14:nvPr/>
            </p14:nvContentPartPr>
            <p14:xfrm>
              <a:off x="3728076" y="3149696"/>
              <a:ext cx="146074" cy="172807"/>
            </p14:xfrm>
          </p:contentPart>
        </mc:Choice>
        <mc:Fallback xmlns="">
          <p:sp>
            <p:nvSpPr>
              <p:cNvPr id="1053503" name=""/>
              <p:cNvSpPr/>
              <p:nvPr/>
            </p:nvSpPr>
            <p:spPr>
              <a:xfrm>
                <a:off x="3728076" y="3149696"/>
                <a:ext cx="146074" cy="172807"/>
              </a:xfrm>
            </p:spPr>
          </p:sp>
        </mc:Fallback>
      </mc:AlternateContent>
      <mc:AlternateContent xmlns:mc="http://schemas.openxmlformats.org/markup-compatibility/2006" xmlns:p14="http://schemas.microsoft.com/office/powerpoint/2010/main">
        <mc:Choice Requires="p14">
          <p:contentPart p14:bwMode="auto" r:id="rId34">
            <p14:nvContentPartPr>
              <p14:cNvPr id="1053504" name="墨迹 1053503"/>
              <p14:cNvContentPartPr/>
              <p14:nvPr/>
            </p14:nvContentPartPr>
            <p14:xfrm>
              <a:off x="3655335" y="3230290"/>
              <a:ext cx="182827" cy="298353"/>
            </p14:xfrm>
          </p:contentPart>
        </mc:Choice>
        <mc:Fallback xmlns="">
          <p:sp>
            <p:nvSpPr>
              <p:cNvPr id="1053504" name=""/>
              <p:cNvSpPr/>
              <p:nvPr/>
            </p:nvSpPr>
            <p:spPr>
              <a:xfrm>
                <a:off x="3655335" y="3230290"/>
                <a:ext cx="182827" cy="298353"/>
              </a:xfrm>
            </p:spPr>
          </p:sp>
        </mc:Fallback>
      </mc:AlternateContent>
      <mc:AlternateContent xmlns:mc="http://schemas.openxmlformats.org/markup-compatibility/2006" xmlns:p14="http://schemas.microsoft.com/office/powerpoint/2010/main">
        <mc:Choice Requires="p14">
          <p:contentPart p14:bwMode="auto" r:id="rId35">
            <p14:nvContentPartPr>
              <p14:cNvPr id="1053505" name="墨迹 1053504"/>
              <p14:cNvContentPartPr/>
              <p14:nvPr/>
            </p14:nvContentPartPr>
            <p14:xfrm>
              <a:off x="3778012" y="3423739"/>
              <a:ext cx="131050" cy="124566"/>
            </p14:xfrm>
          </p:contentPart>
        </mc:Choice>
        <mc:Fallback xmlns="">
          <p:sp>
            <p:nvSpPr>
              <p:cNvPr id="1053505" name=""/>
              <p:cNvSpPr/>
              <p:nvPr/>
            </p:nvSpPr>
            <p:spPr>
              <a:xfrm>
                <a:off x="3778012" y="3423739"/>
                <a:ext cx="131050" cy="124566"/>
              </a:xfrm>
            </p:spPr>
          </p:sp>
        </mc:Fallback>
      </mc:AlternateContent>
      <mc:AlternateContent xmlns:mc="http://schemas.openxmlformats.org/markup-compatibility/2006" xmlns:p14="http://schemas.microsoft.com/office/powerpoint/2010/main">
        <mc:Choice Requires="p14">
          <p:contentPart p14:bwMode="auto" r:id="rId36">
            <p14:nvContentPartPr>
              <p14:cNvPr id="1053506" name="墨迹 1053505"/>
              <p14:cNvContentPartPr/>
              <p14:nvPr/>
            </p14:nvContentPartPr>
            <p14:xfrm>
              <a:off x="4029062" y="3174998"/>
              <a:ext cx="184747" cy="65053"/>
            </p14:xfrm>
          </p:contentPart>
        </mc:Choice>
        <mc:Fallback xmlns="">
          <p:sp>
            <p:nvSpPr>
              <p:cNvPr id="1053506" name=""/>
              <p:cNvSpPr/>
              <p:nvPr/>
            </p:nvSpPr>
            <p:spPr>
              <a:xfrm>
                <a:off x="4029062" y="3174998"/>
                <a:ext cx="184747" cy="65053"/>
              </a:xfrm>
            </p:spPr>
          </p:sp>
        </mc:Fallback>
      </mc:AlternateContent>
      <mc:AlternateContent xmlns:mc="http://schemas.openxmlformats.org/markup-compatibility/2006" xmlns:p14="http://schemas.microsoft.com/office/powerpoint/2010/main">
        <mc:Choice Requires="p14">
          <p:contentPart p14:bwMode="auto" r:id="rId37">
            <p14:nvContentPartPr>
              <p14:cNvPr id="1053507" name="墨迹 1053506"/>
              <p14:cNvContentPartPr/>
              <p14:nvPr/>
            </p14:nvContentPartPr>
            <p14:xfrm>
              <a:off x="4059274" y="3110451"/>
              <a:ext cx="118229" cy="385615"/>
            </p14:xfrm>
          </p:contentPart>
        </mc:Choice>
        <mc:Fallback xmlns="">
          <p:sp>
            <p:nvSpPr>
              <p:cNvPr id="1053507" name=""/>
              <p:cNvSpPr/>
              <p:nvPr/>
            </p:nvSpPr>
            <p:spPr>
              <a:xfrm>
                <a:off x="4059274" y="3110451"/>
                <a:ext cx="118229" cy="385615"/>
              </a:xfrm>
            </p:spPr>
          </p:sp>
        </mc:Fallback>
      </mc:AlternateContent>
      <mc:AlternateContent xmlns:mc="http://schemas.openxmlformats.org/markup-compatibility/2006" xmlns:p14="http://schemas.microsoft.com/office/powerpoint/2010/main">
        <mc:Choice Requires="p14">
          <p:contentPart p14:bwMode="auto" r:id="rId38">
            <p14:nvContentPartPr>
              <p14:cNvPr id="1053508" name="墨迹 1053507"/>
              <p14:cNvContentPartPr/>
              <p14:nvPr/>
            </p14:nvContentPartPr>
            <p14:xfrm>
              <a:off x="3934976" y="3229996"/>
              <a:ext cx="167964" cy="233776"/>
            </p14:xfrm>
          </p:contentPart>
        </mc:Choice>
        <mc:Fallback xmlns="">
          <p:sp>
            <p:nvSpPr>
              <p:cNvPr id="1053508" name=""/>
              <p:cNvSpPr/>
              <p:nvPr/>
            </p:nvSpPr>
            <p:spPr>
              <a:xfrm>
                <a:off x="3934976" y="3229996"/>
                <a:ext cx="167964" cy="233776"/>
              </a:xfrm>
            </p:spPr>
          </p:sp>
        </mc:Fallback>
      </mc:AlternateContent>
      <mc:AlternateContent xmlns:mc="http://schemas.openxmlformats.org/markup-compatibility/2006" xmlns:p14="http://schemas.microsoft.com/office/powerpoint/2010/main">
        <mc:Choice Requires="p14">
          <p:contentPart p14:bwMode="auto" r:id="rId39">
            <p14:nvContentPartPr>
              <p14:cNvPr id="1053509" name="墨迹 1053508"/>
              <p14:cNvContentPartPr/>
              <p14:nvPr/>
            </p14:nvContentPartPr>
            <p14:xfrm>
              <a:off x="4139879" y="3294353"/>
              <a:ext cx="63038" cy="49354"/>
            </p14:xfrm>
          </p:contentPart>
        </mc:Choice>
        <mc:Fallback xmlns="">
          <p:sp>
            <p:nvSpPr>
              <p:cNvPr id="1053509" name=""/>
              <p:cNvSpPr/>
              <p:nvPr/>
            </p:nvSpPr>
            <p:spPr>
              <a:xfrm>
                <a:off x="4139879" y="3294353"/>
                <a:ext cx="63038" cy="49354"/>
              </a:xfrm>
            </p:spPr>
          </p:sp>
        </mc:Fallback>
      </mc:AlternateContent>
      <mc:AlternateContent xmlns:mc="http://schemas.openxmlformats.org/markup-compatibility/2006" xmlns:p14="http://schemas.microsoft.com/office/powerpoint/2010/main">
        <mc:Choice Requires="p14">
          <p:contentPart p14:bwMode="auto" r:id="rId40">
            <p14:nvContentPartPr>
              <p14:cNvPr id="1053510" name="墨迹 1053509"/>
              <p14:cNvContentPartPr/>
              <p14:nvPr/>
            </p14:nvContentPartPr>
            <p14:xfrm>
              <a:off x="4197584" y="3114891"/>
              <a:ext cx="197450" cy="302854"/>
            </p14:xfrm>
          </p:contentPart>
        </mc:Choice>
        <mc:Fallback xmlns="">
          <p:sp>
            <p:nvSpPr>
              <p:cNvPr id="1053510" name=""/>
              <p:cNvSpPr/>
              <p:nvPr/>
            </p:nvSpPr>
            <p:spPr>
              <a:xfrm>
                <a:off x="4197584" y="3114891"/>
                <a:ext cx="197450" cy="302854"/>
              </a:xfrm>
            </p:spPr>
          </p:sp>
        </mc:Fallback>
      </mc:AlternateContent>
      <mc:AlternateContent xmlns:mc="http://schemas.openxmlformats.org/markup-compatibility/2006" xmlns:p14="http://schemas.microsoft.com/office/powerpoint/2010/main">
        <mc:Choice Requires="p14">
          <p:contentPart p14:bwMode="auto" r:id="rId41">
            <p14:nvContentPartPr>
              <p14:cNvPr id="1053511" name="墨迹 1053510"/>
              <p14:cNvContentPartPr/>
              <p14:nvPr/>
            </p14:nvContentPartPr>
            <p14:xfrm>
              <a:off x="4216402" y="3225723"/>
              <a:ext cx="179191" cy="228057"/>
            </p14:xfrm>
          </p:contentPart>
        </mc:Choice>
        <mc:Fallback xmlns="">
          <p:sp>
            <p:nvSpPr>
              <p:cNvPr id="1053511" name=""/>
              <p:cNvSpPr/>
              <p:nvPr/>
            </p:nvSpPr>
            <p:spPr>
              <a:xfrm>
                <a:off x="4216402" y="3225723"/>
                <a:ext cx="179191" cy="228057"/>
              </a:xfrm>
            </p:spPr>
          </p:sp>
        </mc:Fallback>
      </mc:AlternateContent>
      <mc:AlternateContent xmlns:mc="http://schemas.openxmlformats.org/markup-compatibility/2006" xmlns:p14="http://schemas.microsoft.com/office/powerpoint/2010/main">
        <mc:Choice Requires="p14">
          <p:contentPart p14:bwMode="auto" r:id="rId42">
            <p14:nvContentPartPr>
              <p14:cNvPr id="1053512" name="墨迹 1053511"/>
              <p14:cNvContentPartPr/>
              <p14:nvPr/>
            </p14:nvContentPartPr>
            <p14:xfrm>
              <a:off x="4239752" y="3356006"/>
              <a:ext cx="277032" cy="123201"/>
            </p14:xfrm>
          </p:contentPart>
        </mc:Choice>
        <mc:Fallback xmlns="">
          <p:sp>
            <p:nvSpPr>
              <p:cNvPr id="1053512" name=""/>
              <p:cNvSpPr/>
              <p:nvPr/>
            </p:nvSpPr>
            <p:spPr>
              <a:xfrm>
                <a:off x="4239752" y="3356006"/>
                <a:ext cx="277032" cy="123201"/>
              </a:xfrm>
            </p:spPr>
          </p:sp>
        </mc:Fallback>
      </mc:AlternateContent>
      <mc:AlternateContent xmlns:mc="http://schemas.openxmlformats.org/markup-compatibility/2006" xmlns:p14="http://schemas.microsoft.com/office/powerpoint/2010/main">
        <mc:Choice Requires="p14">
          <p:contentPart p14:bwMode="auto" r:id="rId43">
            <p14:nvContentPartPr>
              <p14:cNvPr id="1053513" name="墨迹 1053512"/>
              <p14:cNvContentPartPr/>
              <p14:nvPr/>
            </p14:nvContentPartPr>
            <p14:xfrm>
              <a:off x="1298702" y="3724073"/>
              <a:ext cx="128200" cy="141561"/>
            </p14:xfrm>
          </p:contentPart>
        </mc:Choice>
        <mc:Fallback xmlns="">
          <p:sp>
            <p:nvSpPr>
              <p:cNvPr id="1053513" name=""/>
              <p:cNvSpPr/>
              <p:nvPr/>
            </p:nvSpPr>
            <p:spPr>
              <a:xfrm>
                <a:off x="1298702" y="3724073"/>
                <a:ext cx="128200" cy="141561"/>
              </a:xfrm>
            </p:spPr>
          </p:sp>
        </mc:Fallback>
      </mc:AlternateContent>
      <mc:AlternateContent xmlns:mc="http://schemas.openxmlformats.org/markup-compatibility/2006" xmlns:p14="http://schemas.microsoft.com/office/powerpoint/2010/main">
        <mc:Choice Requires="p14">
          <p:contentPart p14:bwMode="auto" r:id="rId44">
            <p14:nvContentPartPr>
              <p14:cNvPr id="1053514" name="墨迹 1053513"/>
              <p14:cNvContentPartPr/>
              <p14:nvPr/>
            </p14:nvContentPartPr>
            <p14:xfrm>
              <a:off x="1302651" y="3755582"/>
              <a:ext cx="181713" cy="191444"/>
            </p14:xfrm>
          </p:contentPart>
        </mc:Choice>
        <mc:Fallback xmlns="">
          <p:sp>
            <p:nvSpPr>
              <p:cNvPr id="1053514" name=""/>
              <p:cNvSpPr/>
              <p:nvPr/>
            </p:nvSpPr>
            <p:spPr>
              <a:xfrm>
                <a:off x="1302651" y="3755582"/>
                <a:ext cx="181713" cy="191444"/>
              </a:xfrm>
            </p:spPr>
          </p:sp>
        </mc:Fallback>
      </mc:AlternateContent>
      <mc:AlternateContent xmlns:mc="http://schemas.openxmlformats.org/markup-compatibility/2006" xmlns:p14="http://schemas.microsoft.com/office/powerpoint/2010/main">
        <mc:Choice Requires="p14">
          <p:contentPart p14:bwMode="auto" r:id="rId45">
            <p14:nvContentPartPr>
              <p14:cNvPr id="1053515" name="墨迹 1053514"/>
              <p14:cNvContentPartPr/>
              <p14:nvPr/>
            </p14:nvContentPartPr>
            <p14:xfrm>
              <a:off x="1369598" y="3866867"/>
              <a:ext cx="24470" cy="287907"/>
            </p14:xfrm>
          </p:contentPart>
        </mc:Choice>
        <mc:Fallback xmlns="">
          <p:sp>
            <p:nvSpPr>
              <p:cNvPr id="1053515" name=""/>
              <p:cNvSpPr/>
              <p:nvPr/>
            </p:nvSpPr>
            <p:spPr>
              <a:xfrm>
                <a:off x="1369598" y="3866867"/>
                <a:ext cx="24470" cy="287907"/>
              </a:xfrm>
            </p:spPr>
          </p:sp>
        </mc:Fallback>
      </mc:AlternateContent>
      <mc:AlternateContent xmlns:mc="http://schemas.openxmlformats.org/markup-compatibility/2006" xmlns:p14="http://schemas.microsoft.com/office/powerpoint/2010/main">
        <mc:Choice Requires="p14">
          <p:contentPart p14:bwMode="auto" r:id="rId46">
            <p14:nvContentPartPr>
              <p14:cNvPr id="1053516" name="墨迹 1053515"/>
              <p14:cNvContentPartPr/>
              <p14:nvPr/>
            </p14:nvContentPartPr>
            <p14:xfrm>
              <a:off x="1523355" y="3694576"/>
              <a:ext cx="6490" cy="132595"/>
            </p14:xfrm>
          </p:contentPart>
        </mc:Choice>
        <mc:Fallback xmlns="">
          <p:sp>
            <p:nvSpPr>
              <p:cNvPr id="1053516" name=""/>
              <p:cNvSpPr/>
              <p:nvPr/>
            </p:nvSpPr>
            <p:spPr>
              <a:xfrm>
                <a:off x="1523355" y="3694576"/>
                <a:ext cx="6490" cy="132595"/>
              </a:xfrm>
            </p:spPr>
          </p:sp>
        </mc:Fallback>
      </mc:AlternateContent>
      <mc:AlternateContent xmlns:mc="http://schemas.openxmlformats.org/markup-compatibility/2006" xmlns:p14="http://schemas.microsoft.com/office/powerpoint/2010/main">
        <mc:Choice Requires="p14">
          <p:contentPart p14:bwMode="auto" r:id="rId47">
            <p14:nvContentPartPr>
              <p14:cNvPr id="1053517" name="墨迹 1053516"/>
              <p14:cNvContentPartPr/>
              <p14:nvPr/>
            </p14:nvContentPartPr>
            <p14:xfrm>
              <a:off x="1502149" y="3627070"/>
              <a:ext cx="194576" cy="226367"/>
            </p14:xfrm>
          </p:contentPart>
        </mc:Choice>
        <mc:Fallback xmlns="">
          <p:sp>
            <p:nvSpPr>
              <p:cNvPr id="1053517" name=""/>
              <p:cNvSpPr/>
              <p:nvPr/>
            </p:nvSpPr>
            <p:spPr>
              <a:xfrm>
                <a:off x="1502149" y="3627070"/>
                <a:ext cx="194576" cy="226367"/>
              </a:xfrm>
            </p:spPr>
          </p:sp>
        </mc:Fallback>
      </mc:AlternateContent>
      <mc:AlternateContent xmlns:mc="http://schemas.openxmlformats.org/markup-compatibility/2006" xmlns:p14="http://schemas.microsoft.com/office/powerpoint/2010/main">
        <mc:Choice Requires="p14">
          <p:contentPart p14:bwMode="auto" r:id="rId48">
            <p14:nvContentPartPr>
              <p14:cNvPr id="1053518" name="墨迹 1053517"/>
              <p14:cNvContentPartPr/>
              <p14:nvPr/>
            </p14:nvContentPartPr>
            <p14:xfrm>
              <a:off x="1497230" y="3691456"/>
              <a:ext cx="160456" cy="228314"/>
            </p14:xfrm>
          </p:contentPart>
        </mc:Choice>
        <mc:Fallback xmlns="">
          <p:sp>
            <p:nvSpPr>
              <p:cNvPr id="1053518" name=""/>
              <p:cNvSpPr/>
              <p:nvPr/>
            </p:nvSpPr>
            <p:spPr>
              <a:xfrm>
                <a:off x="1497230" y="3691456"/>
                <a:ext cx="160456" cy="228314"/>
              </a:xfrm>
            </p:spPr>
          </p:sp>
        </mc:Fallback>
      </mc:AlternateContent>
      <mc:AlternateContent xmlns:mc="http://schemas.openxmlformats.org/markup-compatibility/2006" xmlns:p14="http://schemas.microsoft.com/office/powerpoint/2010/main">
        <mc:Choice Requires="p14">
          <p:contentPart p14:bwMode="auto" r:id="rId49">
            <p14:nvContentPartPr>
              <p14:cNvPr id="1053519" name="墨迹 1053518"/>
              <p14:cNvContentPartPr/>
              <p14:nvPr/>
            </p14:nvContentPartPr>
            <p14:xfrm>
              <a:off x="1454341" y="3916476"/>
              <a:ext cx="293389" cy="199929"/>
            </p14:xfrm>
          </p:contentPart>
        </mc:Choice>
        <mc:Fallback xmlns="">
          <p:sp>
            <p:nvSpPr>
              <p:cNvPr id="1053519" name=""/>
              <p:cNvSpPr/>
              <p:nvPr/>
            </p:nvSpPr>
            <p:spPr>
              <a:xfrm>
                <a:off x="1454341" y="3916476"/>
                <a:ext cx="293389" cy="199929"/>
              </a:xfrm>
            </p:spPr>
          </p:sp>
        </mc:Fallback>
      </mc:AlternateContent>
      <mc:AlternateContent xmlns:mc="http://schemas.openxmlformats.org/markup-compatibility/2006" xmlns:p14="http://schemas.microsoft.com/office/powerpoint/2010/main">
        <mc:Choice Requires="p14">
          <p:contentPart p14:bwMode="auto" r:id="rId50">
            <p14:nvContentPartPr>
              <p14:cNvPr id="1053520" name="墨迹 1053519"/>
              <p14:cNvContentPartPr/>
              <p14:nvPr/>
            </p14:nvContentPartPr>
            <p14:xfrm>
              <a:off x="1889326" y="3741308"/>
              <a:ext cx="225903" cy="51145"/>
            </p14:xfrm>
          </p:contentPart>
        </mc:Choice>
        <mc:Fallback xmlns="">
          <p:sp>
            <p:nvSpPr>
              <p:cNvPr id="1053520" name=""/>
              <p:cNvSpPr/>
              <p:nvPr/>
            </p:nvSpPr>
            <p:spPr>
              <a:xfrm>
                <a:off x="1889326" y="3741308"/>
                <a:ext cx="225903" cy="51145"/>
              </a:xfrm>
            </p:spPr>
          </p:sp>
        </mc:Fallback>
      </mc:AlternateContent>
      <mc:AlternateContent xmlns:mc="http://schemas.openxmlformats.org/markup-compatibility/2006" xmlns:p14="http://schemas.microsoft.com/office/powerpoint/2010/main">
        <mc:Choice Requires="p14">
          <p:contentPart p14:bwMode="auto" r:id="rId51">
            <p14:nvContentPartPr>
              <p14:cNvPr id="1053521" name="墨迹 1053520"/>
              <p14:cNvContentPartPr/>
              <p14:nvPr/>
            </p14:nvContentPartPr>
            <p14:xfrm>
              <a:off x="1913939" y="3763626"/>
              <a:ext cx="140698" cy="159972"/>
            </p14:xfrm>
          </p:contentPart>
        </mc:Choice>
        <mc:Fallback xmlns="">
          <p:sp>
            <p:nvSpPr>
              <p:cNvPr id="1053521" name=""/>
              <p:cNvSpPr/>
              <p:nvPr/>
            </p:nvSpPr>
            <p:spPr>
              <a:xfrm>
                <a:off x="1913939" y="3763626"/>
                <a:ext cx="140698" cy="159972"/>
              </a:xfrm>
            </p:spPr>
          </p:sp>
        </mc:Fallback>
      </mc:AlternateContent>
      <mc:AlternateContent xmlns:mc="http://schemas.openxmlformats.org/markup-compatibility/2006" xmlns:p14="http://schemas.microsoft.com/office/powerpoint/2010/main">
        <mc:Choice Requires="p14">
          <p:contentPart p14:bwMode="auto" r:id="rId52">
            <p14:nvContentPartPr>
              <p14:cNvPr id="1053522" name="墨迹 1053521"/>
              <p14:cNvContentPartPr/>
              <p14:nvPr/>
            </p14:nvContentPartPr>
            <p14:xfrm>
              <a:off x="1892747" y="3952047"/>
              <a:ext cx="115269" cy="46886"/>
            </p14:xfrm>
          </p:contentPart>
        </mc:Choice>
        <mc:Fallback xmlns="">
          <p:sp>
            <p:nvSpPr>
              <p:cNvPr id="1053522" name=""/>
              <p:cNvSpPr/>
              <p:nvPr/>
            </p:nvSpPr>
            <p:spPr>
              <a:xfrm>
                <a:off x="1892747" y="3952047"/>
                <a:ext cx="115269" cy="46886"/>
              </a:xfrm>
            </p:spPr>
          </p:sp>
        </mc:Fallback>
      </mc:AlternateContent>
      <mc:AlternateContent xmlns:mc="http://schemas.openxmlformats.org/markup-compatibility/2006" xmlns:p14="http://schemas.microsoft.com/office/powerpoint/2010/main">
        <mc:Choice Requires="p14">
          <p:contentPart p14:bwMode="auto" r:id="rId53">
            <p14:nvContentPartPr>
              <p14:cNvPr id="1053523" name="墨迹 1053522"/>
              <p14:cNvContentPartPr/>
              <p14:nvPr/>
            </p14:nvContentPartPr>
            <p14:xfrm>
              <a:off x="1897840" y="3845827"/>
              <a:ext cx="291607" cy="348234"/>
            </p14:xfrm>
          </p:contentPart>
        </mc:Choice>
        <mc:Fallback xmlns="">
          <p:sp>
            <p:nvSpPr>
              <p:cNvPr id="1053523" name=""/>
              <p:cNvSpPr/>
              <p:nvPr/>
            </p:nvSpPr>
            <p:spPr>
              <a:xfrm>
                <a:off x="1897840" y="3845827"/>
                <a:ext cx="291607" cy="348234"/>
              </a:xfrm>
            </p:spPr>
          </p:sp>
        </mc:Fallback>
      </mc:AlternateContent>
      <mc:AlternateContent xmlns:mc="http://schemas.openxmlformats.org/markup-compatibility/2006" xmlns:p14="http://schemas.microsoft.com/office/powerpoint/2010/main">
        <mc:Choice Requires="p14">
          <p:contentPart p14:bwMode="auto" r:id="rId54">
            <p14:nvContentPartPr>
              <p14:cNvPr id="1053524" name="墨迹 1053523"/>
              <p14:cNvContentPartPr/>
              <p14:nvPr/>
            </p14:nvContentPartPr>
            <p14:xfrm>
              <a:off x="2317444" y="3744434"/>
              <a:ext cx="234966" cy="378389"/>
            </p14:xfrm>
          </p:contentPart>
        </mc:Choice>
        <mc:Fallback xmlns="">
          <p:sp>
            <p:nvSpPr>
              <p:cNvPr id="1053524" name=""/>
              <p:cNvSpPr/>
              <p:nvPr/>
            </p:nvSpPr>
            <p:spPr>
              <a:xfrm>
                <a:off x="2317444" y="3744434"/>
                <a:ext cx="234966" cy="378389"/>
              </a:xfrm>
            </p:spPr>
          </p:sp>
        </mc:Fallback>
      </mc:AlternateContent>
      <mc:AlternateContent xmlns:mc="http://schemas.openxmlformats.org/markup-compatibility/2006" xmlns:p14="http://schemas.microsoft.com/office/powerpoint/2010/main">
        <mc:Choice Requires="p14">
          <p:contentPart p14:bwMode="auto" r:id="rId55">
            <p14:nvContentPartPr>
              <p14:cNvPr id="1053525" name="墨迹 1053524"/>
              <p14:cNvContentPartPr/>
              <p14:nvPr/>
            </p14:nvContentPartPr>
            <p14:xfrm>
              <a:off x="2628794" y="3677146"/>
              <a:ext cx="13381" cy="62204"/>
            </p14:xfrm>
          </p:contentPart>
        </mc:Choice>
        <mc:Fallback xmlns="">
          <p:sp>
            <p:nvSpPr>
              <p:cNvPr id="1053525" name=""/>
              <p:cNvSpPr/>
              <p:nvPr/>
            </p:nvSpPr>
            <p:spPr>
              <a:xfrm>
                <a:off x="2628794" y="3677146"/>
                <a:ext cx="13381" cy="62204"/>
              </a:xfrm>
            </p:spPr>
          </p:sp>
        </mc:Fallback>
      </mc:AlternateContent>
      <mc:AlternateContent xmlns:mc="http://schemas.openxmlformats.org/markup-compatibility/2006" xmlns:p14="http://schemas.microsoft.com/office/powerpoint/2010/main">
        <mc:Choice Requires="p14">
          <p:contentPart p14:bwMode="auto" r:id="rId56">
            <p14:nvContentPartPr>
              <p14:cNvPr id="1053526" name="墨迹 1053525"/>
              <p14:cNvContentPartPr/>
              <p14:nvPr/>
            </p14:nvContentPartPr>
            <p14:xfrm>
              <a:off x="2605648" y="3659960"/>
              <a:ext cx="162274" cy="260817"/>
            </p14:xfrm>
          </p:contentPart>
        </mc:Choice>
        <mc:Fallback xmlns="">
          <p:sp>
            <p:nvSpPr>
              <p:cNvPr id="1053526" name=""/>
              <p:cNvSpPr/>
              <p:nvPr/>
            </p:nvSpPr>
            <p:spPr>
              <a:xfrm>
                <a:off x="2605648" y="3659960"/>
                <a:ext cx="162274" cy="260817"/>
              </a:xfrm>
            </p:spPr>
          </p:sp>
        </mc:Fallback>
      </mc:AlternateContent>
      <mc:AlternateContent xmlns:mc="http://schemas.openxmlformats.org/markup-compatibility/2006" xmlns:p14="http://schemas.microsoft.com/office/powerpoint/2010/main">
        <mc:Choice Requires="p14">
          <p:contentPart p14:bwMode="auto" r:id="rId57">
            <p14:nvContentPartPr>
              <p14:cNvPr id="1053527" name="墨迹 1053526"/>
              <p14:cNvContentPartPr/>
              <p14:nvPr/>
            </p14:nvContentPartPr>
            <p14:xfrm>
              <a:off x="2624005" y="3784204"/>
              <a:ext cx="178001" cy="144347"/>
            </p14:xfrm>
          </p:contentPart>
        </mc:Choice>
        <mc:Fallback xmlns="">
          <p:sp>
            <p:nvSpPr>
              <p:cNvPr id="1053527" name=""/>
              <p:cNvSpPr/>
              <p:nvPr/>
            </p:nvSpPr>
            <p:spPr>
              <a:xfrm>
                <a:off x="2624005" y="3784204"/>
                <a:ext cx="178001" cy="144347"/>
              </a:xfrm>
            </p:spPr>
          </p:sp>
        </mc:Fallback>
      </mc:AlternateContent>
      <mc:AlternateContent xmlns:mc="http://schemas.openxmlformats.org/markup-compatibility/2006" xmlns:p14="http://schemas.microsoft.com/office/powerpoint/2010/main">
        <mc:Choice Requires="p14">
          <p:contentPart p14:bwMode="auto" r:id="rId58">
            <p14:nvContentPartPr>
              <p14:cNvPr id="1053528" name="墨迹 1053527"/>
              <p14:cNvContentPartPr/>
              <p14:nvPr/>
            </p14:nvContentPartPr>
            <p14:xfrm>
              <a:off x="2607079" y="3804958"/>
              <a:ext cx="198475" cy="260743"/>
            </p14:xfrm>
          </p:contentPart>
        </mc:Choice>
        <mc:Fallback xmlns="">
          <p:sp>
            <p:nvSpPr>
              <p:cNvPr id="1053528" name=""/>
              <p:cNvSpPr/>
              <p:nvPr/>
            </p:nvSpPr>
            <p:spPr>
              <a:xfrm>
                <a:off x="2607079" y="3804958"/>
                <a:ext cx="198475" cy="260743"/>
              </a:xfrm>
            </p:spPr>
          </p:sp>
        </mc:Fallback>
      </mc:AlternateContent>
      <mc:AlternateContent xmlns:mc="http://schemas.openxmlformats.org/markup-compatibility/2006" xmlns:p14="http://schemas.microsoft.com/office/powerpoint/2010/main">
        <mc:Choice Requires="p14">
          <p:contentPart p14:bwMode="auto" r:id="rId59">
            <p14:nvContentPartPr>
              <p14:cNvPr id="1053529" name="墨迹 1053528"/>
              <p14:cNvContentPartPr/>
              <p14:nvPr/>
            </p14:nvContentPartPr>
            <p14:xfrm>
              <a:off x="2986557" y="3724073"/>
              <a:ext cx="25833" cy="96592"/>
            </p14:xfrm>
          </p:contentPart>
        </mc:Choice>
        <mc:Fallback xmlns="">
          <p:sp>
            <p:nvSpPr>
              <p:cNvPr id="1053529" name=""/>
              <p:cNvSpPr/>
              <p:nvPr/>
            </p:nvSpPr>
            <p:spPr>
              <a:xfrm>
                <a:off x="2986557" y="3724073"/>
                <a:ext cx="25833" cy="96592"/>
              </a:xfrm>
            </p:spPr>
          </p:sp>
        </mc:Fallback>
      </mc:AlternateContent>
      <mc:AlternateContent xmlns:mc="http://schemas.openxmlformats.org/markup-compatibility/2006" xmlns:p14="http://schemas.microsoft.com/office/powerpoint/2010/main">
        <mc:Choice Requires="p14">
          <p:contentPart p14:bwMode="auto" r:id="rId60">
            <p14:nvContentPartPr>
              <p14:cNvPr id="1053530" name="墨迹 1053529"/>
              <p14:cNvContentPartPr/>
              <p14:nvPr/>
            </p14:nvContentPartPr>
            <p14:xfrm>
              <a:off x="2870400" y="3842062"/>
              <a:ext cx="329139" cy="291658"/>
            </p14:xfrm>
          </p:contentPart>
        </mc:Choice>
        <mc:Fallback xmlns="">
          <p:sp>
            <p:nvSpPr>
              <p:cNvPr id="1053530" name=""/>
              <p:cNvSpPr/>
              <p:nvPr/>
            </p:nvSpPr>
            <p:spPr>
              <a:xfrm>
                <a:off x="2870400" y="3842062"/>
                <a:ext cx="329139" cy="291658"/>
              </a:xfrm>
            </p:spPr>
          </p:sp>
        </mc:Fallback>
      </mc:AlternateContent>
      <mc:AlternateContent xmlns:mc="http://schemas.openxmlformats.org/markup-compatibility/2006" xmlns:p14="http://schemas.microsoft.com/office/powerpoint/2010/main">
        <mc:Choice Requires="p14">
          <p:contentPart p14:bwMode="auto" r:id="rId61">
            <p14:nvContentPartPr>
              <p14:cNvPr id="1053531" name="墨迹 1053530"/>
              <p14:cNvContentPartPr/>
              <p14:nvPr/>
            </p14:nvContentPartPr>
            <p14:xfrm>
              <a:off x="3085061" y="3740588"/>
              <a:ext cx="174305" cy="21698"/>
            </p14:xfrm>
          </p:contentPart>
        </mc:Choice>
        <mc:Fallback xmlns="">
          <p:sp>
            <p:nvSpPr>
              <p:cNvPr id="1053531" name=""/>
              <p:cNvSpPr/>
              <p:nvPr/>
            </p:nvSpPr>
            <p:spPr>
              <a:xfrm>
                <a:off x="3085061" y="3740588"/>
                <a:ext cx="174305" cy="21698"/>
              </a:xfrm>
            </p:spPr>
          </p:sp>
        </mc:Fallback>
      </mc:AlternateContent>
      <mc:AlternateContent xmlns:mc="http://schemas.openxmlformats.org/markup-compatibility/2006" xmlns:p14="http://schemas.microsoft.com/office/powerpoint/2010/main">
        <mc:Choice Requires="p14">
          <p:contentPart p14:bwMode="auto" r:id="rId62">
            <p14:nvContentPartPr>
              <p14:cNvPr id="1053532" name="墨迹 1053531"/>
              <p14:cNvContentPartPr/>
              <p14:nvPr/>
            </p14:nvContentPartPr>
            <p14:xfrm>
              <a:off x="2995171" y="3653012"/>
              <a:ext cx="264340" cy="360805"/>
            </p14:xfrm>
          </p:contentPart>
        </mc:Choice>
        <mc:Fallback xmlns="">
          <p:sp>
            <p:nvSpPr>
              <p:cNvPr id="1053532" name=""/>
              <p:cNvSpPr/>
              <p:nvPr/>
            </p:nvSpPr>
            <p:spPr>
              <a:xfrm>
                <a:off x="2995171" y="3653012"/>
                <a:ext cx="264340" cy="360805"/>
              </a:xfrm>
            </p:spPr>
          </p:sp>
        </mc:Fallback>
      </mc:AlternateContent>
      <mc:AlternateContent xmlns:mc="http://schemas.openxmlformats.org/markup-compatibility/2006" xmlns:p14="http://schemas.microsoft.com/office/powerpoint/2010/main">
        <mc:Choice Requires="p14">
          <p:contentPart p14:bwMode="auto" r:id="rId63">
            <p14:nvContentPartPr>
              <p14:cNvPr id="1053533" name="墨迹 1053532"/>
              <p14:cNvContentPartPr/>
              <p14:nvPr/>
            </p14:nvContentPartPr>
            <p14:xfrm>
              <a:off x="3145017" y="3854178"/>
              <a:ext cx="76171" cy="348525"/>
            </p14:xfrm>
          </p:contentPart>
        </mc:Choice>
        <mc:Fallback xmlns="">
          <p:sp>
            <p:nvSpPr>
              <p:cNvPr id="1053533" name=""/>
              <p:cNvSpPr/>
              <p:nvPr/>
            </p:nvSpPr>
            <p:spPr>
              <a:xfrm>
                <a:off x="3145017" y="3854178"/>
                <a:ext cx="76171" cy="348525"/>
              </a:xfrm>
            </p:spPr>
          </p:sp>
        </mc:Fallback>
      </mc:AlternateContent>
      <mc:AlternateContent xmlns:mc="http://schemas.openxmlformats.org/markup-compatibility/2006" xmlns:p14="http://schemas.microsoft.com/office/powerpoint/2010/main">
        <mc:Choice Requires="p14">
          <p:contentPart p14:bwMode="auto" r:id="rId64">
            <p14:nvContentPartPr>
              <p14:cNvPr id="1053534" name="墨迹 1053533"/>
              <p14:cNvContentPartPr/>
              <p14:nvPr/>
            </p14:nvContentPartPr>
            <p14:xfrm>
              <a:off x="3458111" y="3692565"/>
              <a:ext cx="4354" cy="49898"/>
            </p14:xfrm>
          </p:contentPart>
        </mc:Choice>
        <mc:Fallback xmlns="">
          <p:sp>
            <p:nvSpPr>
              <p:cNvPr id="1053534" name=""/>
              <p:cNvSpPr/>
              <p:nvPr/>
            </p:nvSpPr>
            <p:spPr>
              <a:xfrm>
                <a:off x="3458111" y="3692565"/>
                <a:ext cx="4354" cy="49898"/>
              </a:xfrm>
            </p:spPr>
          </p:sp>
        </mc:Fallback>
      </mc:AlternateContent>
      <mc:AlternateContent xmlns:mc="http://schemas.openxmlformats.org/markup-compatibility/2006" xmlns:p14="http://schemas.microsoft.com/office/powerpoint/2010/main">
        <mc:Choice Requires="p14">
          <p:contentPart p14:bwMode="auto" r:id="rId65">
            <p14:nvContentPartPr>
              <p14:cNvPr id="1053535" name="墨迹 1053534"/>
              <p14:cNvContentPartPr/>
              <p14:nvPr/>
            </p14:nvContentPartPr>
            <p14:xfrm>
              <a:off x="3324142" y="3819269"/>
              <a:ext cx="328500" cy="331293"/>
            </p14:xfrm>
          </p:contentPart>
        </mc:Choice>
        <mc:Fallback xmlns="">
          <p:sp>
            <p:nvSpPr>
              <p:cNvPr id="1053535" name=""/>
              <p:cNvSpPr/>
              <p:nvPr/>
            </p:nvSpPr>
            <p:spPr>
              <a:xfrm>
                <a:off x="3324142" y="3819269"/>
                <a:ext cx="328500" cy="331293"/>
              </a:xfrm>
            </p:spPr>
          </p:sp>
        </mc:Fallback>
      </mc:AlternateContent>
      <mc:AlternateContent xmlns:mc="http://schemas.openxmlformats.org/markup-compatibility/2006" xmlns:p14="http://schemas.microsoft.com/office/powerpoint/2010/main">
        <mc:Choice Requires="p14">
          <p:contentPart p14:bwMode="auto" r:id="rId66">
            <p14:nvContentPartPr>
              <p14:cNvPr id="1053536" name="墨迹 1053535"/>
              <p14:cNvContentPartPr/>
              <p14:nvPr/>
            </p14:nvContentPartPr>
            <p14:xfrm>
              <a:off x="3500939" y="3608180"/>
              <a:ext cx="196688" cy="464194"/>
            </p14:xfrm>
          </p:contentPart>
        </mc:Choice>
        <mc:Fallback xmlns="">
          <p:sp>
            <p:nvSpPr>
              <p:cNvPr id="1053536" name=""/>
              <p:cNvSpPr/>
              <p:nvPr/>
            </p:nvSpPr>
            <p:spPr>
              <a:xfrm>
                <a:off x="3500939" y="3608180"/>
                <a:ext cx="196688" cy="464194"/>
              </a:xfrm>
            </p:spPr>
          </p:sp>
        </mc:Fallback>
      </mc:AlternateContent>
      <mc:AlternateContent xmlns:mc="http://schemas.openxmlformats.org/markup-compatibility/2006" xmlns:p14="http://schemas.microsoft.com/office/powerpoint/2010/main">
        <mc:Choice Requires="p14">
          <p:contentPart p14:bwMode="auto" r:id="rId67">
            <p14:nvContentPartPr>
              <p14:cNvPr id="1053537" name="墨迹 1053536"/>
              <p14:cNvContentPartPr/>
              <p14:nvPr/>
            </p14:nvContentPartPr>
            <p14:xfrm>
              <a:off x="3552957" y="3730880"/>
              <a:ext cx="221437" cy="352047"/>
            </p14:xfrm>
          </p:contentPart>
        </mc:Choice>
        <mc:Fallback xmlns="">
          <p:sp>
            <p:nvSpPr>
              <p:cNvPr id="1053537" name=""/>
              <p:cNvSpPr/>
              <p:nvPr/>
            </p:nvSpPr>
            <p:spPr>
              <a:xfrm>
                <a:off x="3552957" y="3730880"/>
                <a:ext cx="221437" cy="352047"/>
              </a:xfrm>
            </p:spPr>
          </p:sp>
        </mc:Fallback>
      </mc:AlternateContent>
      <mc:AlternateContent xmlns:mc="http://schemas.openxmlformats.org/markup-compatibility/2006" xmlns:p14="http://schemas.microsoft.com/office/powerpoint/2010/main">
        <mc:Choice Requires="p14">
          <p:contentPart p14:bwMode="auto" r:id="rId68">
            <p14:nvContentPartPr>
              <p14:cNvPr id="1053538" name="墨迹 1053537"/>
              <p14:cNvContentPartPr/>
              <p14:nvPr/>
            </p14:nvContentPartPr>
            <p14:xfrm>
              <a:off x="3544791" y="3822064"/>
              <a:ext cx="178913" cy="132014"/>
            </p14:xfrm>
          </p:contentPart>
        </mc:Choice>
        <mc:Fallback xmlns="">
          <p:sp>
            <p:nvSpPr>
              <p:cNvPr id="1053538" name=""/>
              <p:cNvSpPr/>
              <p:nvPr/>
            </p:nvSpPr>
            <p:spPr>
              <a:xfrm>
                <a:off x="3544791" y="3822064"/>
                <a:ext cx="178913" cy="132014"/>
              </a:xfrm>
            </p:spPr>
          </p:sp>
        </mc:Fallback>
      </mc:AlternateContent>
      <mc:AlternateContent xmlns:mc="http://schemas.openxmlformats.org/markup-compatibility/2006" xmlns:p14="http://schemas.microsoft.com/office/powerpoint/2010/main">
        <mc:Choice Requires="p14">
          <p:contentPart p14:bwMode="auto" r:id="rId69">
            <p14:nvContentPartPr>
              <p14:cNvPr id="1053539" name="墨迹 1053538"/>
              <p14:cNvContentPartPr/>
              <p14:nvPr/>
            </p14:nvContentPartPr>
            <p14:xfrm>
              <a:off x="3596592" y="3781057"/>
              <a:ext cx="54869" cy="284110"/>
            </p14:xfrm>
          </p:contentPart>
        </mc:Choice>
        <mc:Fallback xmlns="">
          <p:sp>
            <p:nvSpPr>
              <p:cNvPr id="1053539" name=""/>
              <p:cNvSpPr/>
              <p:nvPr/>
            </p:nvSpPr>
            <p:spPr>
              <a:xfrm>
                <a:off x="3596592" y="3781057"/>
                <a:ext cx="54869" cy="284110"/>
              </a:xfrm>
            </p:spPr>
          </p:sp>
        </mc:Fallback>
      </mc:AlternateContent>
      <mc:AlternateContent xmlns:mc="http://schemas.openxmlformats.org/markup-compatibility/2006" xmlns:p14="http://schemas.microsoft.com/office/powerpoint/2010/main">
        <mc:Choice Requires="p14">
          <p:contentPart p14:bwMode="auto" r:id="rId70">
            <p14:nvContentPartPr>
              <p14:cNvPr id="1053540" name="墨迹 1053539"/>
              <p14:cNvContentPartPr/>
              <p14:nvPr/>
            </p14:nvContentPartPr>
            <p14:xfrm>
              <a:off x="3975705" y="3653683"/>
              <a:ext cx="26109" cy="90621"/>
            </p14:xfrm>
          </p:contentPart>
        </mc:Choice>
        <mc:Fallback xmlns="">
          <p:sp>
            <p:nvSpPr>
              <p:cNvPr id="1053540" name=""/>
              <p:cNvSpPr/>
              <p:nvPr/>
            </p:nvSpPr>
            <p:spPr>
              <a:xfrm>
                <a:off x="3975705" y="3653683"/>
                <a:ext cx="26109" cy="90621"/>
              </a:xfrm>
            </p:spPr>
          </p:sp>
        </mc:Fallback>
      </mc:AlternateContent>
      <mc:AlternateContent xmlns:mc="http://schemas.openxmlformats.org/markup-compatibility/2006" xmlns:p14="http://schemas.microsoft.com/office/powerpoint/2010/main">
        <mc:Choice Requires="p14">
          <p:contentPart p14:bwMode="auto" r:id="rId71">
            <p14:nvContentPartPr>
              <p14:cNvPr id="1053541" name="墨迹 1053540"/>
              <p14:cNvContentPartPr/>
              <p14:nvPr/>
            </p14:nvContentPartPr>
            <p14:xfrm>
              <a:off x="3868034" y="3785079"/>
              <a:ext cx="238742" cy="327527"/>
            </p14:xfrm>
          </p:contentPart>
        </mc:Choice>
        <mc:Fallback xmlns="">
          <p:sp>
            <p:nvSpPr>
              <p:cNvPr id="1053541" name=""/>
              <p:cNvSpPr/>
              <p:nvPr/>
            </p:nvSpPr>
            <p:spPr>
              <a:xfrm>
                <a:off x="3868034" y="3785079"/>
                <a:ext cx="238742" cy="327527"/>
              </a:xfrm>
            </p:spPr>
          </p:sp>
        </mc:Fallback>
      </mc:AlternateContent>
      <mc:AlternateContent xmlns:mc="http://schemas.openxmlformats.org/markup-compatibility/2006" xmlns:p14="http://schemas.microsoft.com/office/powerpoint/2010/main">
        <mc:Choice Requires="p14">
          <p:contentPart p14:bwMode="auto" r:id="rId72">
            <p14:nvContentPartPr>
              <p14:cNvPr id="1053542" name="墨迹 1053541"/>
              <p14:cNvContentPartPr/>
              <p14:nvPr/>
            </p14:nvContentPartPr>
            <p14:xfrm>
              <a:off x="4035218" y="3796057"/>
              <a:ext cx="225487" cy="211050"/>
            </p14:xfrm>
          </p:contentPart>
        </mc:Choice>
        <mc:Fallback xmlns="">
          <p:sp>
            <p:nvSpPr>
              <p:cNvPr id="1053542" name=""/>
              <p:cNvSpPr/>
              <p:nvPr/>
            </p:nvSpPr>
            <p:spPr>
              <a:xfrm>
                <a:off x="4035218" y="3796057"/>
                <a:ext cx="225487" cy="211050"/>
              </a:xfrm>
            </p:spPr>
          </p:sp>
        </mc:Fallback>
      </mc:AlternateContent>
      <mc:AlternateContent xmlns:mc="http://schemas.openxmlformats.org/markup-compatibility/2006" xmlns:p14="http://schemas.microsoft.com/office/powerpoint/2010/main">
        <mc:Choice Requires="p14">
          <p:contentPart p14:bwMode="auto" r:id="rId73">
            <p14:nvContentPartPr>
              <p14:cNvPr id="1053543" name="墨迹 1053542"/>
              <p14:cNvContentPartPr/>
              <p14:nvPr/>
            </p14:nvContentPartPr>
            <p14:xfrm>
              <a:off x="4015764" y="3699269"/>
              <a:ext cx="139164" cy="299855"/>
            </p14:xfrm>
          </p:contentPart>
        </mc:Choice>
        <mc:Fallback xmlns="">
          <p:sp>
            <p:nvSpPr>
              <p:cNvPr id="1053543" name=""/>
              <p:cNvSpPr/>
              <p:nvPr/>
            </p:nvSpPr>
            <p:spPr>
              <a:xfrm>
                <a:off x="4015764" y="3699269"/>
                <a:ext cx="139164" cy="299855"/>
              </a:xfrm>
            </p:spPr>
          </p:sp>
        </mc:Fallback>
      </mc:AlternateContent>
      <mc:AlternateContent xmlns:mc="http://schemas.openxmlformats.org/markup-compatibility/2006" xmlns:p14="http://schemas.microsoft.com/office/powerpoint/2010/main">
        <mc:Choice Requires="p14">
          <p:contentPart p14:bwMode="auto" r:id="rId74">
            <p14:nvContentPartPr>
              <p14:cNvPr id="1053544" name="墨迹 1053543"/>
              <p14:cNvContentPartPr/>
              <p14:nvPr/>
            </p14:nvContentPartPr>
            <p14:xfrm>
              <a:off x="4441550" y="3609437"/>
              <a:ext cx="10957" cy="113908"/>
            </p14:xfrm>
          </p:contentPart>
        </mc:Choice>
        <mc:Fallback xmlns="">
          <p:sp>
            <p:nvSpPr>
              <p:cNvPr id="1053544" name=""/>
              <p:cNvSpPr/>
              <p:nvPr/>
            </p:nvSpPr>
            <p:spPr>
              <a:xfrm>
                <a:off x="4441550" y="3609437"/>
                <a:ext cx="10957" cy="113908"/>
              </a:xfrm>
            </p:spPr>
          </p:sp>
        </mc:Fallback>
      </mc:AlternateContent>
      <mc:AlternateContent xmlns:mc="http://schemas.openxmlformats.org/markup-compatibility/2006" xmlns:p14="http://schemas.microsoft.com/office/powerpoint/2010/main">
        <mc:Choice Requires="p14">
          <p:contentPart p14:bwMode="auto" r:id="rId75">
            <p14:nvContentPartPr>
              <p14:cNvPr id="1053545" name="墨迹 1053544"/>
              <p14:cNvContentPartPr/>
              <p14:nvPr/>
            </p14:nvContentPartPr>
            <p14:xfrm>
              <a:off x="4405294" y="3577118"/>
              <a:ext cx="277789" cy="236225"/>
            </p14:xfrm>
          </p:contentPart>
        </mc:Choice>
        <mc:Fallback xmlns="">
          <p:sp>
            <p:nvSpPr>
              <p:cNvPr id="1053545" name=""/>
              <p:cNvSpPr/>
              <p:nvPr/>
            </p:nvSpPr>
            <p:spPr>
              <a:xfrm>
                <a:off x="4405294" y="3577118"/>
                <a:ext cx="277789" cy="236225"/>
              </a:xfrm>
            </p:spPr>
          </p:sp>
        </mc:Fallback>
      </mc:AlternateContent>
      <mc:AlternateContent xmlns:mc="http://schemas.openxmlformats.org/markup-compatibility/2006" xmlns:p14="http://schemas.microsoft.com/office/powerpoint/2010/main">
        <mc:Choice Requires="p14">
          <p:contentPart p14:bwMode="auto" r:id="rId76">
            <p14:nvContentPartPr>
              <p14:cNvPr id="1053546" name="墨迹 1053545"/>
              <p14:cNvContentPartPr/>
              <p14:nvPr/>
            </p14:nvContentPartPr>
            <p14:xfrm>
              <a:off x="4417608" y="3673534"/>
              <a:ext cx="184948" cy="47858"/>
            </p14:xfrm>
          </p:contentPart>
        </mc:Choice>
        <mc:Fallback xmlns="">
          <p:sp>
            <p:nvSpPr>
              <p:cNvPr id="1053546" name=""/>
              <p:cNvSpPr/>
              <p:nvPr/>
            </p:nvSpPr>
            <p:spPr>
              <a:xfrm>
                <a:off x="4417608" y="3673534"/>
                <a:ext cx="184948" cy="47858"/>
              </a:xfrm>
            </p:spPr>
          </p:sp>
        </mc:Fallback>
      </mc:AlternateContent>
      <mc:AlternateContent xmlns:mc="http://schemas.openxmlformats.org/markup-compatibility/2006" xmlns:p14="http://schemas.microsoft.com/office/powerpoint/2010/main">
        <mc:Choice Requires="p14">
          <p:contentPart p14:bwMode="auto" r:id="rId77">
            <p14:nvContentPartPr>
              <p14:cNvPr id="1053547" name="墨迹 1053546"/>
              <p14:cNvContentPartPr/>
              <p14:nvPr/>
            </p14:nvContentPartPr>
            <p14:xfrm>
              <a:off x="4458765" y="3594018"/>
              <a:ext cx="170901" cy="198748"/>
            </p14:xfrm>
          </p:contentPart>
        </mc:Choice>
        <mc:Fallback xmlns="">
          <p:sp>
            <p:nvSpPr>
              <p:cNvPr id="1053547" name=""/>
              <p:cNvSpPr/>
              <p:nvPr/>
            </p:nvSpPr>
            <p:spPr>
              <a:xfrm>
                <a:off x="4458765" y="3594018"/>
                <a:ext cx="170901" cy="198748"/>
              </a:xfrm>
            </p:spPr>
          </p:sp>
        </mc:Fallback>
      </mc:AlternateContent>
      <mc:AlternateContent xmlns:mc="http://schemas.openxmlformats.org/markup-compatibility/2006" xmlns:p14="http://schemas.microsoft.com/office/powerpoint/2010/main">
        <mc:Choice Requires="p14">
          <p:contentPart p14:bwMode="auto" r:id="rId78">
            <p14:nvContentPartPr>
              <p14:cNvPr id="1053548" name="墨迹 1053547"/>
              <p14:cNvContentPartPr/>
              <p14:nvPr/>
            </p14:nvContentPartPr>
            <p14:xfrm>
              <a:off x="4343284" y="3768990"/>
              <a:ext cx="227553" cy="167398"/>
            </p14:xfrm>
          </p:contentPart>
        </mc:Choice>
        <mc:Fallback xmlns="">
          <p:sp>
            <p:nvSpPr>
              <p:cNvPr id="1053548" name=""/>
              <p:cNvSpPr/>
              <p:nvPr/>
            </p:nvSpPr>
            <p:spPr>
              <a:xfrm>
                <a:off x="4343284" y="3768990"/>
                <a:ext cx="227553" cy="167398"/>
              </a:xfrm>
            </p:spPr>
          </p:sp>
        </mc:Fallback>
      </mc:AlternateContent>
      <mc:AlternateContent xmlns:mc="http://schemas.openxmlformats.org/markup-compatibility/2006" xmlns:p14="http://schemas.microsoft.com/office/powerpoint/2010/main">
        <mc:Choice Requires="p14">
          <p:contentPart p14:bwMode="auto" r:id="rId79">
            <p14:nvContentPartPr>
              <p14:cNvPr id="1053549" name="墨迹 1053548"/>
              <p14:cNvContentPartPr/>
              <p14:nvPr/>
            </p14:nvContentPartPr>
            <p14:xfrm>
              <a:off x="4522268" y="3825302"/>
              <a:ext cx="190015" cy="44434"/>
            </p14:xfrm>
          </p:contentPart>
        </mc:Choice>
        <mc:Fallback xmlns="">
          <p:sp>
            <p:nvSpPr>
              <p:cNvPr id="1053549" name=""/>
              <p:cNvSpPr/>
              <p:nvPr/>
            </p:nvSpPr>
            <p:spPr>
              <a:xfrm>
                <a:off x="4522268" y="3825302"/>
                <a:ext cx="190015" cy="44434"/>
              </a:xfrm>
            </p:spPr>
          </p:sp>
        </mc:Fallback>
      </mc:AlternateContent>
      <mc:AlternateContent xmlns:mc="http://schemas.openxmlformats.org/markup-compatibility/2006" xmlns:p14="http://schemas.microsoft.com/office/powerpoint/2010/main">
        <mc:Choice Requires="p14">
          <p:contentPart p14:bwMode="auto" r:id="rId80">
            <p14:nvContentPartPr>
              <p14:cNvPr id="1053550" name="墨迹 1053549"/>
              <p14:cNvContentPartPr/>
              <p14:nvPr/>
            </p14:nvContentPartPr>
            <p14:xfrm>
              <a:off x="4453853" y="3827244"/>
              <a:ext cx="227129" cy="452327"/>
            </p14:xfrm>
          </p:contentPart>
        </mc:Choice>
        <mc:Fallback xmlns="">
          <p:sp>
            <p:nvSpPr>
              <p:cNvPr id="1053550" name=""/>
              <p:cNvSpPr/>
              <p:nvPr/>
            </p:nvSpPr>
            <p:spPr>
              <a:xfrm>
                <a:off x="4453853" y="3827244"/>
                <a:ext cx="227129" cy="452327"/>
              </a:xfrm>
            </p:spPr>
          </p:sp>
        </mc:Fallback>
      </mc:AlternateContent>
      <mc:AlternateContent xmlns:mc="http://schemas.openxmlformats.org/markup-compatibility/2006" xmlns:p14="http://schemas.microsoft.com/office/powerpoint/2010/main">
        <mc:Choice Requires="p14">
          <p:contentPart p14:bwMode="auto" r:id="rId81">
            <p14:nvContentPartPr>
              <p14:cNvPr id="1053551" name="墨迹 1053550"/>
              <p14:cNvContentPartPr/>
              <p14:nvPr/>
            </p14:nvContentPartPr>
            <p14:xfrm>
              <a:off x="11686085" y="4376973"/>
              <a:ext cx="0" cy="0"/>
            </p14:xfrm>
          </p:contentPart>
        </mc:Choice>
        <mc:Fallback xmlns="">
          <p:sp>
            <p:nvSpPr>
              <p:cNvPr id="1053551" name=""/>
              <p:cNvSpPr/>
              <p:nvPr/>
            </p:nvSpPr>
            <p:spPr>
              <a:xfrm>
                <a:off x="11686085" y="4376973"/>
                <a:ext cx="0" cy="0"/>
              </a:xfrm>
            </p:spPr>
          </p:sp>
        </mc:Fallback>
      </mc:AlternateContent>
      <mc:AlternateContent xmlns:mc="http://schemas.openxmlformats.org/markup-compatibility/2006" xmlns:p14="http://schemas.microsoft.com/office/powerpoint/2010/main">
        <mc:Choice Requires="p14">
          <p:contentPart p14:bwMode="auto" r:id="rId82">
            <p14:nvContentPartPr>
              <p14:cNvPr id="1053552" name="墨迹 1053551"/>
              <p14:cNvContentPartPr/>
              <p14:nvPr/>
            </p14:nvContentPartPr>
            <p14:xfrm>
              <a:off x="8118177" y="2847493"/>
              <a:ext cx="1289126" cy="522824"/>
            </p14:xfrm>
          </p:contentPart>
        </mc:Choice>
        <mc:Fallback xmlns="">
          <p:sp>
            <p:nvSpPr>
              <p:cNvPr id="1053552" name=""/>
              <p:cNvSpPr/>
              <p:nvPr/>
            </p:nvSpPr>
            <p:spPr>
              <a:xfrm>
                <a:off x="8118177" y="2847493"/>
                <a:ext cx="1289126" cy="522824"/>
              </a:xfrm>
            </p:spPr>
          </p:sp>
        </mc:Fallback>
      </mc:AlternateContent>
      <mc:AlternateContent xmlns:mc="http://schemas.openxmlformats.org/markup-compatibility/2006" xmlns:p14="http://schemas.microsoft.com/office/powerpoint/2010/main">
        <mc:Choice Requires="p14">
          <p:contentPart p14:bwMode="auto" r:id="rId83">
            <p14:nvContentPartPr>
              <p14:cNvPr id="1053556" name="墨迹 1053555"/>
              <p14:cNvContentPartPr/>
              <p14:nvPr/>
            </p14:nvContentPartPr>
            <p14:xfrm>
              <a:off x="9281558" y="3116315"/>
              <a:ext cx="281293" cy="235460"/>
            </p14:xfrm>
          </p:contentPart>
        </mc:Choice>
        <mc:Fallback xmlns="">
          <p:sp>
            <p:nvSpPr>
              <p:cNvPr id="1053556" name=""/>
              <p:cNvSpPr/>
              <p:nvPr/>
            </p:nvSpPr>
            <p:spPr>
              <a:xfrm>
                <a:off x="9281558" y="3116315"/>
                <a:ext cx="281293" cy="235460"/>
              </a:xfrm>
            </p:spPr>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35" name="Group 2"/>
          <p:cNvGrpSpPr/>
          <p:nvPr/>
        </p:nvGrpSpPr>
        <p:grpSpPr bwMode="auto">
          <a:xfrm>
            <a:off x="3505200" y="762000"/>
            <a:ext cx="6356350" cy="5883275"/>
            <a:chOff x="1248" y="480"/>
            <a:chExt cx="4004" cy="3706"/>
          </a:xfrm>
        </p:grpSpPr>
        <p:grpSp>
          <p:nvGrpSpPr>
            <p:cNvPr id="336" name="Group 3"/>
            <p:cNvGrpSpPr/>
            <p:nvPr/>
          </p:nvGrpSpPr>
          <p:grpSpPr bwMode="auto">
            <a:xfrm>
              <a:off x="1248" y="480"/>
              <a:ext cx="1776" cy="1488"/>
              <a:chOff x="480" y="1680"/>
              <a:chExt cx="1920" cy="1728"/>
            </a:xfrm>
          </p:grpSpPr>
          <p:grpSp>
            <p:nvGrpSpPr>
              <p:cNvPr id="337" name="Group 4"/>
              <p:cNvGrpSpPr/>
              <p:nvPr/>
            </p:nvGrpSpPr>
            <p:grpSpPr bwMode="auto">
              <a:xfrm>
                <a:off x="480" y="1680"/>
                <a:ext cx="1920" cy="1728"/>
                <a:chOff x="480" y="1680"/>
                <a:chExt cx="1920" cy="1728"/>
              </a:xfrm>
            </p:grpSpPr>
            <p:grpSp>
              <p:nvGrpSpPr>
                <p:cNvPr id="338" name="Group 5"/>
                <p:cNvGrpSpPr/>
                <p:nvPr/>
              </p:nvGrpSpPr>
              <p:grpSpPr bwMode="auto">
                <a:xfrm>
                  <a:off x="480" y="1776"/>
                  <a:ext cx="1920" cy="1536"/>
                  <a:chOff x="480" y="1776"/>
                  <a:chExt cx="1920" cy="1536"/>
                </a:xfrm>
              </p:grpSpPr>
              <p:sp>
                <p:nvSpPr>
                  <p:cNvPr id="1050226" name="Line 6"/>
                  <p:cNvSpPr>
                    <a:spLocks noChangeShapeType="1"/>
                  </p:cNvSpPr>
                  <p:nvPr/>
                </p:nvSpPr>
                <p:spPr bwMode="auto">
                  <a:xfrm>
                    <a:off x="480" y="177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227" name="Line 7"/>
                  <p:cNvSpPr>
                    <a:spLocks noChangeShapeType="1"/>
                  </p:cNvSpPr>
                  <p:nvPr/>
                </p:nvSpPr>
                <p:spPr bwMode="auto">
                  <a:xfrm>
                    <a:off x="480" y="196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228" name="Line 8"/>
                  <p:cNvSpPr>
                    <a:spLocks noChangeShapeType="1"/>
                  </p:cNvSpPr>
                  <p:nvPr/>
                </p:nvSpPr>
                <p:spPr bwMode="auto">
                  <a:xfrm>
                    <a:off x="480" y="235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229" name="Line 9"/>
                  <p:cNvSpPr>
                    <a:spLocks noChangeShapeType="1"/>
                  </p:cNvSpPr>
                  <p:nvPr/>
                </p:nvSpPr>
                <p:spPr bwMode="auto">
                  <a:xfrm>
                    <a:off x="480" y="2160"/>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230" name="Line 10"/>
                  <p:cNvSpPr>
                    <a:spLocks noChangeShapeType="1"/>
                  </p:cNvSpPr>
                  <p:nvPr/>
                </p:nvSpPr>
                <p:spPr bwMode="auto">
                  <a:xfrm>
                    <a:off x="480" y="331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231" name="Line 11"/>
                  <p:cNvSpPr>
                    <a:spLocks noChangeShapeType="1"/>
                  </p:cNvSpPr>
                  <p:nvPr/>
                </p:nvSpPr>
                <p:spPr bwMode="auto">
                  <a:xfrm>
                    <a:off x="480" y="2544"/>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232" name="Line 12"/>
                  <p:cNvSpPr>
                    <a:spLocks noChangeShapeType="1"/>
                  </p:cNvSpPr>
                  <p:nvPr/>
                </p:nvSpPr>
                <p:spPr bwMode="auto">
                  <a:xfrm>
                    <a:off x="480" y="273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233" name="Line 13"/>
                  <p:cNvSpPr>
                    <a:spLocks noChangeShapeType="1"/>
                  </p:cNvSpPr>
                  <p:nvPr/>
                </p:nvSpPr>
                <p:spPr bwMode="auto">
                  <a:xfrm>
                    <a:off x="480" y="292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234" name="Line 14"/>
                  <p:cNvSpPr>
                    <a:spLocks noChangeShapeType="1"/>
                  </p:cNvSpPr>
                  <p:nvPr/>
                </p:nvSpPr>
                <p:spPr bwMode="auto">
                  <a:xfrm>
                    <a:off x="480" y="3120"/>
                    <a:ext cx="192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339" name="Group 15"/>
                <p:cNvGrpSpPr/>
                <p:nvPr/>
              </p:nvGrpSpPr>
              <p:grpSpPr bwMode="auto">
                <a:xfrm>
                  <a:off x="576" y="1680"/>
                  <a:ext cx="1728" cy="1728"/>
                  <a:chOff x="576" y="1680"/>
                  <a:chExt cx="1728" cy="1920"/>
                </a:xfrm>
              </p:grpSpPr>
              <p:sp>
                <p:nvSpPr>
                  <p:cNvPr id="1050235" name="Line 16"/>
                  <p:cNvSpPr>
                    <a:spLocks noChangeShapeType="1"/>
                  </p:cNvSpPr>
                  <p:nvPr/>
                </p:nvSpPr>
                <p:spPr bwMode="auto">
                  <a:xfrm>
                    <a:off x="57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236" name="Line 17"/>
                  <p:cNvSpPr>
                    <a:spLocks noChangeShapeType="1"/>
                  </p:cNvSpPr>
                  <p:nvPr/>
                </p:nvSpPr>
                <p:spPr bwMode="auto">
                  <a:xfrm>
                    <a:off x="76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237" name="Line 18"/>
                  <p:cNvSpPr>
                    <a:spLocks noChangeShapeType="1"/>
                  </p:cNvSpPr>
                  <p:nvPr/>
                </p:nvSpPr>
                <p:spPr bwMode="auto">
                  <a:xfrm>
                    <a:off x="96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238" name="Line 19"/>
                  <p:cNvSpPr>
                    <a:spLocks noChangeShapeType="1"/>
                  </p:cNvSpPr>
                  <p:nvPr/>
                </p:nvSpPr>
                <p:spPr bwMode="auto">
                  <a:xfrm>
                    <a:off x="115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239" name="Line 20"/>
                  <p:cNvSpPr>
                    <a:spLocks noChangeShapeType="1"/>
                  </p:cNvSpPr>
                  <p:nvPr/>
                </p:nvSpPr>
                <p:spPr bwMode="auto">
                  <a:xfrm>
                    <a:off x="1344"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240" name="Line 21"/>
                  <p:cNvSpPr>
                    <a:spLocks noChangeShapeType="1"/>
                  </p:cNvSpPr>
                  <p:nvPr/>
                </p:nvSpPr>
                <p:spPr bwMode="auto">
                  <a:xfrm>
                    <a:off x="153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241" name="Line 22"/>
                  <p:cNvSpPr>
                    <a:spLocks noChangeShapeType="1"/>
                  </p:cNvSpPr>
                  <p:nvPr/>
                </p:nvSpPr>
                <p:spPr bwMode="auto">
                  <a:xfrm>
                    <a:off x="172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242" name="Line 23"/>
                  <p:cNvSpPr>
                    <a:spLocks noChangeShapeType="1"/>
                  </p:cNvSpPr>
                  <p:nvPr/>
                </p:nvSpPr>
                <p:spPr bwMode="auto">
                  <a:xfrm>
                    <a:off x="192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243" name="Line 24"/>
                  <p:cNvSpPr>
                    <a:spLocks noChangeShapeType="1"/>
                  </p:cNvSpPr>
                  <p:nvPr/>
                </p:nvSpPr>
                <p:spPr bwMode="auto">
                  <a:xfrm>
                    <a:off x="211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244" name="Line 25"/>
                  <p:cNvSpPr>
                    <a:spLocks noChangeShapeType="1"/>
                  </p:cNvSpPr>
                  <p:nvPr/>
                </p:nvSpPr>
                <p:spPr bwMode="auto">
                  <a:xfrm>
                    <a:off x="2304" y="1680"/>
                    <a:ext cx="0" cy="1920"/>
                  </a:xfrm>
                  <a:prstGeom prst="line">
                    <a:avLst/>
                  </a:prstGeom>
                  <a:noFill/>
                  <a:ln w="9525">
                    <a:solidFill>
                      <a:schemeClr val="tx1"/>
                    </a:solidFill>
                    <a:miter lim="800000"/>
                    <a:headEnd/>
                    <a:tailEnd/>
                  </a:ln>
                  <a:effectLst/>
                </p:spPr>
                <p:txBody>
                  <a:bodyPr wrap="none"/>
                  <a:lstStyle/>
                  <a:p>
                    <a:endParaRPr lang="zh-CN" altLang="en-US"/>
                  </a:p>
                </p:txBody>
              </p:sp>
            </p:grpSp>
          </p:grpSp>
          <p:grpSp>
            <p:nvGrpSpPr>
              <p:cNvPr id="340" name="Group 26"/>
              <p:cNvGrpSpPr/>
              <p:nvPr/>
            </p:nvGrpSpPr>
            <p:grpSpPr bwMode="auto">
              <a:xfrm>
                <a:off x="743" y="1945"/>
                <a:ext cx="1392" cy="1200"/>
                <a:chOff x="720" y="1968"/>
                <a:chExt cx="1392" cy="1200"/>
              </a:xfrm>
            </p:grpSpPr>
            <p:sp>
              <p:nvSpPr>
                <p:cNvPr id="1050245" name="Oval 27"/>
                <p:cNvSpPr>
                  <a:spLocks noChangeArrowheads="1"/>
                </p:cNvSpPr>
                <p:nvPr/>
              </p:nvSpPr>
              <p:spPr bwMode="auto">
                <a:xfrm>
                  <a:off x="1296" y="196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46" name="Oval 28"/>
                <p:cNvSpPr>
                  <a:spLocks noChangeArrowheads="1"/>
                </p:cNvSpPr>
                <p:nvPr/>
              </p:nvSpPr>
              <p:spPr bwMode="auto">
                <a:xfrm>
                  <a:off x="1488" y="196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47" name="Oval 29"/>
                <p:cNvSpPr>
                  <a:spLocks noChangeArrowheads="1"/>
                </p:cNvSpPr>
                <p:nvPr/>
              </p:nvSpPr>
              <p:spPr bwMode="auto">
                <a:xfrm>
                  <a:off x="1680" y="196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48" name="Oval 30"/>
                <p:cNvSpPr>
                  <a:spLocks noChangeArrowheads="1"/>
                </p:cNvSpPr>
                <p:nvPr/>
              </p:nvSpPr>
              <p:spPr bwMode="auto">
                <a:xfrm>
                  <a:off x="1296" y="216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49" name="Oval 31"/>
                <p:cNvSpPr>
                  <a:spLocks noChangeArrowheads="1"/>
                </p:cNvSpPr>
                <p:nvPr/>
              </p:nvSpPr>
              <p:spPr bwMode="auto">
                <a:xfrm>
                  <a:off x="1488" y="216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50" name="Oval 32"/>
                <p:cNvSpPr>
                  <a:spLocks noChangeArrowheads="1"/>
                </p:cNvSpPr>
                <p:nvPr/>
              </p:nvSpPr>
              <p:spPr bwMode="auto">
                <a:xfrm>
                  <a:off x="1680" y="216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51" name="Oval 33"/>
                <p:cNvSpPr>
                  <a:spLocks noChangeArrowheads="1"/>
                </p:cNvSpPr>
                <p:nvPr/>
              </p:nvSpPr>
              <p:spPr bwMode="auto">
                <a:xfrm>
                  <a:off x="912" y="235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52" name="Oval 34"/>
                <p:cNvSpPr>
                  <a:spLocks noChangeArrowheads="1"/>
                </p:cNvSpPr>
                <p:nvPr/>
              </p:nvSpPr>
              <p:spPr bwMode="auto">
                <a:xfrm>
                  <a:off x="1104" y="235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53" name="Oval 35"/>
                <p:cNvSpPr>
                  <a:spLocks noChangeArrowheads="1"/>
                </p:cNvSpPr>
                <p:nvPr/>
              </p:nvSpPr>
              <p:spPr bwMode="auto">
                <a:xfrm>
                  <a:off x="1296" y="235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54" name="Oval 36"/>
                <p:cNvSpPr>
                  <a:spLocks noChangeArrowheads="1"/>
                </p:cNvSpPr>
                <p:nvPr/>
              </p:nvSpPr>
              <p:spPr bwMode="auto">
                <a:xfrm>
                  <a:off x="1488" y="235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55" name="Oval 37"/>
                <p:cNvSpPr>
                  <a:spLocks noChangeArrowheads="1"/>
                </p:cNvSpPr>
                <p:nvPr/>
              </p:nvSpPr>
              <p:spPr bwMode="auto">
                <a:xfrm>
                  <a:off x="1680" y="235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56" name="Oval 38"/>
                <p:cNvSpPr>
                  <a:spLocks noChangeArrowheads="1"/>
                </p:cNvSpPr>
                <p:nvPr/>
              </p:nvSpPr>
              <p:spPr bwMode="auto">
                <a:xfrm>
                  <a:off x="1872" y="235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57" name="Oval 39"/>
                <p:cNvSpPr>
                  <a:spLocks noChangeArrowheads="1"/>
                </p:cNvSpPr>
                <p:nvPr/>
              </p:nvSpPr>
              <p:spPr bwMode="auto">
                <a:xfrm>
                  <a:off x="2064" y="235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58" name="Oval 40"/>
                <p:cNvSpPr>
                  <a:spLocks noChangeArrowheads="1"/>
                </p:cNvSpPr>
                <p:nvPr/>
              </p:nvSpPr>
              <p:spPr bwMode="auto">
                <a:xfrm>
                  <a:off x="912"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59" name="Oval 41"/>
                <p:cNvSpPr>
                  <a:spLocks noChangeArrowheads="1"/>
                </p:cNvSpPr>
                <p:nvPr/>
              </p:nvSpPr>
              <p:spPr bwMode="auto">
                <a:xfrm>
                  <a:off x="1104"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60" name="Oval 42"/>
                <p:cNvSpPr>
                  <a:spLocks noChangeArrowheads="1"/>
                </p:cNvSpPr>
                <p:nvPr/>
              </p:nvSpPr>
              <p:spPr bwMode="auto">
                <a:xfrm>
                  <a:off x="1296"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61" name="Oval 43"/>
                <p:cNvSpPr>
                  <a:spLocks noChangeArrowheads="1"/>
                </p:cNvSpPr>
                <p:nvPr/>
              </p:nvSpPr>
              <p:spPr bwMode="auto">
                <a:xfrm>
                  <a:off x="1488"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62" name="Oval 44"/>
                <p:cNvSpPr>
                  <a:spLocks noChangeArrowheads="1"/>
                </p:cNvSpPr>
                <p:nvPr/>
              </p:nvSpPr>
              <p:spPr bwMode="auto">
                <a:xfrm>
                  <a:off x="1680"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63" name="Oval 45"/>
                <p:cNvSpPr>
                  <a:spLocks noChangeArrowheads="1"/>
                </p:cNvSpPr>
                <p:nvPr/>
              </p:nvSpPr>
              <p:spPr bwMode="auto">
                <a:xfrm>
                  <a:off x="1872"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64" name="Oval 46"/>
                <p:cNvSpPr>
                  <a:spLocks noChangeArrowheads="1"/>
                </p:cNvSpPr>
                <p:nvPr/>
              </p:nvSpPr>
              <p:spPr bwMode="auto">
                <a:xfrm>
                  <a:off x="2064"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65" name="Oval 47"/>
                <p:cNvSpPr>
                  <a:spLocks noChangeArrowheads="1"/>
                </p:cNvSpPr>
                <p:nvPr/>
              </p:nvSpPr>
              <p:spPr bwMode="auto">
                <a:xfrm>
                  <a:off x="912"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66" name="Oval 48"/>
                <p:cNvSpPr>
                  <a:spLocks noChangeArrowheads="1"/>
                </p:cNvSpPr>
                <p:nvPr/>
              </p:nvSpPr>
              <p:spPr bwMode="auto">
                <a:xfrm>
                  <a:off x="1104"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67" name="Oval 49"/>
                <p:cNvSpPr>
                  <a:spLocks noChangeArrowheads="1"/>
                </p:cNvSpPr>
                <p:nvPr/>
              </p:nvSpPr>
              <p:spPr bwMode="auto">
                <a:xfrm>
                  <a:off x="1296"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68" name="Oval 50"/>
                <p:cNvSpPr>
                  <a:spLocks noChangeArrowheads="1"/>
                </p:cNvSpPr>
                <p:nvPr/>
              </p:nvSpPr>
              <p:spPr bwMode="auto">
                <a:xfrm>
                  <a:off x="1488"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69" name="Oval 51"/>
                <p:cNvSpPr>
                  <a:spLocks noChangeArrowheads="1"/>
                </p:cNvSpPr>
                <p:nvPr/>
              </p:nvSpPr>
              <p:spPr bwMode="auto">
                <a:xfrm>
                  <a:off x="1680"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70" name="Oval 52"/>
                <p:cNvSpPr>
                  <a:spLocks noChangeArrowheads="1"/>
                </p:cNvSpPr>
                <p:nvPr/>
              </p:nvSpPr>
              <p:spPr bwMode="auto">
                <a:xfrm>
                  <a:off x="1872"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71" name="Oval 53"/>
                <p:cNvSpPr>
                  <a:spLocks noChangeArrowheads="1"/>
                </p:cNvSpPr>
                <p:nvPr/>
              </p:nvSpPr>
              <p:spPr bwMode="auto">
                <a:xfrm>
                  <a:off x="2064"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72" name="Oval 54"/>
                <p:cNvSpPr>
                  <a:spLocks noChangeArrowheads="1"/>
                </p:cNvSpPr>
                <p:nvPr/>
              </p:nvSpPr>
              <p:spPr bwMode="auto">
                <a:xfrm>
                  <a:off x="912" y="29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73" name="Oval 55"/>
                <p:cNvSpPr>
                  <a:spLocks noChangeArrowheads="1"/>
                </p:cNvSpPr>
                <p:nvPr/>
              </p:nvSpPr>
              <p:spPr bwMode="auto">
                <a:xfrm>
                  <a:off x="1104" y="29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74" name="Oval 56"/>
                <p:cNvSpPr>
                  <a:spLocks noChangeArrowheads="1"/>
                </p:cNvSpPr>
                <p:nvPr/>
              </p:nvSpPr>
              <p:spPr bwMode="auto">
                <a:xfrm>
                  <a:off x="1296" y="29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75" name="Oval 57"/>
                <p:cNvSpPr>
                  <a:spLocks noChangeArrowheads="1"/>
                </p:cNvSpPr>
                <p:nvPr/>
              </p:nvSpPr>
              <p:spPr bwMode="auto">
                <a:xfrm>
                  <a:off x="1488" y="29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76" name="Oval 58"/>
                <p:cNvSpPr>
                  <a:spLocks noChangeArrowheads="1"/>
                </p:cNvSpPr>
                <p:nvPr/>
              </p:nvSpPr>
              <p:spPr bwMode="auto">
                <a:xfrm>
                  <a:off x="1680" y="29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77" name="Oval 59"/>
                <p:cNvSpPr>
                  <a:spLocks noChangeArrowheads="1"/>
                </p:cNvSpPr>
                <p:nvPr/>
              </p:nvSpPr>
              <p:spPr bwMode="auto">
                <a:xfrm>
                  <a:off x="720"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78" name="Oval 60"/>
                <p:cNvSpPr>
                  <a:spLocks noChangeArrowheads="1"/>
                </p:cNvSpPr>
                <p:nvPr/>
              </p:nvSpPr>
              <p:spPr bwMode="auto">
                <a:xfrm>
                  <a:off x="912" y="312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79" name="Oval 61"/>
                <p:cNvSpPr>
                  <a:spLocks noChangeArrowheads="1"/>
                </p:cNvSpPr>
                <p:nvPr/>
              </p:nvSpPr>
              <p:spPr bwMode="auto">
                <a:xfrm>
                  <a:off x="1104" y="312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80" name="Oval 62"/>
                <p:cNvSpPr>
                  <a:spLocks noChangeArrowheads="1"/>
                </p:cNvSpPr>
                <p:nvPr/>
              </p:nvSpPr>
              <p:spPr bwMode="auto">
                <a:xfrm>
                  <a:off x="1296" y="312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81" name="Oval 63"/>
                <p:cNvSpPr>
                  <a:spLocks noChangeArrowheads="1"/>
                </p:cNvSpPr>
                <p:nvPr/>
              </p:nvSpPr>
              <p:spPr bwMode="auto">
                <a:xfrm>
                  <a:off x="1488" y="312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282" name="Oval 64"/>
                <p:cNvSpPr>
                  <a:spLocks noChangeArrowheads="1"/>
                </p:cNvSpPr>
                <p:nvPr/>
              </p:nvSpPr>
              <p:spPr bwMode="auto">
                <a:xfrm>
                  <a:off x="1680" y="312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341" name="Group 65"/>
            <p:cNvGrpSpPr/>
            <p:nvPr/>
          </p:nvGrpSpPr>
          <p:grpSpPr bwMode="auto">
            <a:xfrm>
              <a:off x="1248" y="2400"/>
              <a:ext cx="1776" cy="1488"/>
              <a:chOff x="576" y="2400"/>
              <a:chExt cx="1920" cy="1728"/>
            </a:xfrm>
          </p:grpSpPr>
          <p:grpSp>
            <p:nvGrpSpPr>
              <p:cNvPr id="342" name="Group 66"/>
              <p:cNvGrpSpPr/>
              <p:nvPr/>
            </p:nvGrpSpPr>
            <p:grpSpPr bwMode="auto">
              <a:xfrm>
                <a:off x="576" y="2400"/>
                <a:ext cx="1920" cy="1728"/>
                <a:chOff x="528" y="2208"/>
                <a:chExt cx="1920" cy="1728"/>
              </a:xfrm>
            </p:grpSpPr>
            <p:grpSp>
              <p:nvGrpSpPr>
                <p:cNvPr id="343" name="Group 67"/>
                <p:cNvGrpSpPr/>
                <p:nvPr/>
              </p:nvGrpSpPr>
              <p:grpSpPr bwMode="auto">
                <a:xfrm>
                  <a:off x="528" y="2304"/>
                  <a:ext cx="1920" cy="1536"/>
                  <a:chOff x="480" y="1776"/>
                  <a:chExt cx="1920" cy="1536"/>
                </a:xfrm>
              </p:grpSpPr>
              <p:sp>
                <p:nvSpPr>
                  <p:cNvPr id="1050283" name="Line 68"/>
                  <p:cNvSpPr>
                    <a:spLocks noChangeShapeType="1"/>
                  </p:cNvSpPr>
                  <p:nvPr/>
                </p:nvSpPr>
                <p:spPr bwMode="auto">
                  <a:xfrm>
                    <a:off x="480" y="177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284" name="Line 69"/>
                  <p:cNvSpPr>
                    <a:spLocks noChangeShapeType="1"/>
                  </p:cNvSpPr>
                  <p:nvPr/>
                </p:nvSpPr>
                <p:spPr bwMode="auto">
                  <a:xfrm>
                    <a:off x="480" y="196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285" name="Line 70"/>
                  <p:cNvSpPr>
                    <a:spLocks noChangeShapeType="1"/>
                  </p:cNvSpPr>
                  <p:nvPr/>
                </p:nvSpPr>
                <p:spPr bwMode="auto">
                  <a:xfrm>
                    <a:off x="480" y="235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286" name="Line 71"/>
                  <p:cNvSpPr>
                    <a:spLocks noChangeShapeType="1"/>
                  </p:cNvSpPr>
                  <p:nvPr/>
                </p:nvSpPr>
                <p:spPr bwMode="auto">
                  <a:xfrm>
                    <a:off x="480" y="2160"/>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287" name="Line 72"/>
                  <p:cNvSpPr>
                    <a:spLocks noChangeShapeType="1"/>
                  </p:cNvSpPr>
                  <p:nvPr/>
                </p:nvSpPr>
                <p:spPr bwMode="auto">
                  <a:xfrm>
                    <a:off x="480" y="331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288" name="Line 73"/>
                  <p:cNvSpPr>
                    <a:spLocks noChangeShapeType="1"/>
                  </p:cNvSpPr>
                  <p:nvPr/>
                </p:nvSpPr>
                <p:spPr bwMode="auto">
                  <a:xfrm>
                    <a:off x="480" y="2544"/>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289" name="Line 74"/>
                  <p:cNvSpPr>
                    <a:spLocks noChangeShapeType="1"/>
                  </p:cNvSpPr>
                  <p:nvPr/>
                </p:nvSpPr>
                <p:spPr bwMode="auto">
                  <a:xfrm>
                    <a:off x="480" y="273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290" name="Line 75"/>
                  <p:cNvSpPr>
                    <a:spLocks noChangeShapeType="1"/>
                  </p:cNvSpPr>
                  <p:nvPr/>
                </p:nvSpPr>
                <p:spPr bwMode="auto">
                  <a:xfrm>
                    <a:off x="480" y="292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291" name="Line 76"/>
                  <p:cNvSpPr>
                    <a:spLocks noChangeShapeType="1"/>
                  </p:cNvSpPr>
                  <p:nvPr/>
                </p:nvSpPr>
                <p:spPr bwMode="auto">
                  <a:xfrm>
                    <a:off x="480" y="3120"/>
                    <a:ext cx="192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344" name="Group 77"/>
                <p:cNvGrpSpPr/>
                <p:nvPr/>
              </p:nvGrpSpPr>
              <p:grpSpPr bwMode="auto">
                <a:xfrm>
                  <a:off x="624" y="2208"/>
                  <a:ext cx="1728" cy="1728"/>
                  <a:chOff x="576" y="1680"/>
                  <a:chExt cx="1728" cy="1920"/>
                </a:xfrm>
              </p:grpSpPr>
              <p:sp>
                <p:nvSpPr>
                  <p:cNvPr id="1050292" name="Line 78"/>
                  <p:cNvSpPr>
                    <a:spLocks noChangeShapeType="1"/>
                  </p:cNvSpPr>
                  <p:nvPr/>
                </p:nvSpPr>
                <p:spPr bwMode="auto">
                  <a:xfrm>
                    <a:off x="57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293" name="Line 79"/>
                  <p:cNvSpPr>
                    <a:spLocks noChangeShapeType="1"/>
                  </p:cNvSpPr>
                  <p:nvPr/>
                </p:nvSpPr>
                <p:spPr bwMode="auto">
                  <a:xfrm>
                    <a:off x="76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294" name="Line 80"/>
                  <p:cNvSpPr>
                    <a:spLocks noChangeShapeType="1"/>
                  </p:cNvSpPr>
                  <p:nvPr/>
                </p:nvSpPr>
                <p:spPr bwMode="auto">
                  <a:xfrm>
                    <a:off x="96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295" name="Line 81"/>
                  <p:cNvSpPr>
                    <a:spLocks noChangeShapeType="1"/>
                  </p:cNvSpPr>
                  <p:nvPr/>
                </p:nvSpPr>
                <p:spPr bwMode="auto">
                  <a:xfrm>
                    <a:off x="115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296" name="Line 82"/>
                  <p:cNvSpPr>
                    <a:spLocks noChangeShapeType="1"/>
                  </p:cNvSpPr>
                  <p:nvPr/>
                </p:nvSpPr>
                <p:spPr bwMode="auto">
                  <a:xfrm>
                    <a:off x="1344"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297" name="Line 83"/>
                  <p:cNvSpPr>
                    <a:spLocks noChangeShapeType="1"/>
                  </p:cNvSpPr>
                  <p:nvPr/>
                </p:nvSpPr>
                <p:spPr bwMode="auto">
                  <a:xfrm>
                    <a:off x="153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298" name="Line 84"/>
                  <p:cNvSpPr>
                    <a:spLocks noChangeShapeType="1"/>
                  </p:cNvSpPr>
                  <p:nvPr/>
                </p:nvSpPr>
                <p:spPr bwMode="auto">
                  <a:xfrm>
                    <a:off x="172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299" name="Line 85"/>
                  <p:cNvSpPr>
                    <a:spLocks noChangeShapeType="1"/>
                  </p:cNvSpPr>
                  <p:nvPr/>
                </p:nvSpPr>
                <p:spPr bwMode="auto">
                  <a:xfrm>
                    <a:off x="192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300" name="Line 86"/>
                  <p:cNvSpPr>
                    <a:spLocks noChangeShapeType="1"/>
                  </p:cNvSpPr>
                  <p:nvPr/>
                </p:nvSpPr>
                <p:spPr bwMode="auto">
                  <a:xfrm>
                    <a:off x="211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301" name="Line 87"/>
                  <p:cNvSpPr>
                    <a:spLocks noChangeShapeType="1"/>
                  </p:cNvSpPr>
                  <p:nvPr/>
                </p:nvSpPr>
                <p:spPr bwMode="auto">
                  <a:xfrm>
                    <a:off x="2304" y="1680"/>
                    <a:ext cx="0" cy="1920"/>
                  </a:xfrm>
                  <a:prstGeom prst="line">
                    <a:avLst/>
                  </a:prstGeom>
                  <a:noFill/>
                  <a:ln w="9525">
                    <a:solidFill>
                      <a:schemeClr val="tx1"/>
                    </a:solidFill>
                    <a:miter lim="800000"/>
                    <a:headEnd/>
                    <a:tailEnd/>
                  </a:ln>
                  <a:effectLst/>
                </p:spPr>
                <p:txBody>
                  <a:bodyPr wrap="none"/>
                  <a:lstStyle/>
                  <a:p>
                    <a:endParaRPr lang="zh-CN" altLang="en-US"/>
                  </a:p>
                </p:txBody>
              </p:sp>
            </p:grpSp>
          </p:grpSp>
          <p:grpSp>
            <p:nvGrpSpPr>
              <p:cNvPr id="345" name="Group 88"/>
              <p:cNvGrpSpPr/>
              <p:nvPr/>
            </p:nvGrpSpPr>
            <p:grpSpPr bwMode="auto">
              <a:xfrm>
                <a:off x="1223" y="2857"/>
                <a:ext cx="816" cy="816"/>
                <a:chOff x="1175" y="2665"/>
                <a:chExt cx="816" cy="816"/>
              </a:xfrm>
            </p:grpSpPr>
            <p:sp>
              <p:nvSpPr>
                <p:cNvPr id="1050302" name="Oval 89"/>
                <p:cNvSpPr>
                  <a:spLocks noChangeArrowheads="1"/>
                </p:cNvSpPr>
                <p:nvPr/>
              </p:nvSpPr>
              <p:spPr bwMode="auto">
                <a:xfrm>
                  <a:off x="1559" y="2665"/>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03" name="Oval 90"/>
                <p:cNvSpPr>
                  <a:spLocks noChangeArrowheads="1"/>
                </p:cNvSpPr>
                <p:nvPr/>
              </p:nvSpPr>
              <p:spPr bwMode="auto">
                <a:xfrm>
                  <a:off x="1559" y="2857"/>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04" name="Oval 91"/>
                <p:cNvSpPr>
                  <a:spLocks noChangeArrowheads="1"/>
                </p:cNvSpPr>
                <p:nvPr/>
              </p:nvSpPr>
              <p:spPr bwMode="auto">
                <a:xfrm>
                  <a:off x="1175" y="3049"/>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05" name="Oval 92"/>
                <p:cNvSpPr>
                  <a:spLocks noChangeArrowheads="1"/>
                </p:cNvSpPr>
                <p:nvPr/>
              </p:nvSpPr>
              <p:spPr bwMode="auto">
                <a:xfrm>
                  <a:off x="1367" y="3049"/>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06" name="Oval 93"/>
                <p:cNvSpPr>
                  <a:spLocks noChangeArrowheads="1"/>
                </p:cNvSpPr>
                <p:nvPr/>
              </p:nvSpPr>
              <p:spPr bwMode="auto">
                <a:xfrm>
                  <a:off x="1559" y="3049"/>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07" name="Oval 94"/>
                <p:cNvSpPr>
                  <a:spLocks noChangeArrowheads="1"/>
                </p:cNvSpPr>
                <p:nvPr/>
              </p:nvSpPr>
              <p:spPr bwMode="auto">
                <a:xfrm>
                  <a:off x="1751" y="3049"/>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08" name="Oval 95"/>
                <p:cNvSpPr>
                  <a:spLocks noChangeArrowheads="1"/>
                </p:cNvSpPr>
                <p:nvPr/>
              </p:nvSpPr>
              <p:spPr bwMode="auto">
                <a:xfrm>
                  <a:off x="1943" y="3049"/>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09" name="Oval 96"/>
                <p:cNvSpPr>
                  <a:spLocks noChangeArrowheads="1"/>
                </p:cNvSpPr>
                <p:nvPr/>
              </p:nvSpPr>
              <p:spPr bwMode="auto">
                <a:xfrm>
                  <a:off x="1175" y="3241"/>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10" name="Oval 97"/>
                <p:cNvSpPr>
                  <a:spLocks noChangeArrowheads="1"/>
                </p:cNvSpPr>
                <p:nvPr/>
              </p:nvSpPr>
              <p:spPr bwMode="auto">
                <a:xfrm>
                  <a:off x="1367" y="3241"/>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11" name="Oval 98"/>
                <p:cNvSpPr>
                  <a:spLocks noChangeArrowheads="1"/>
                </p:cNvSpPr>
                <p:nvPr/>
              </p:nvSpPr>
              <p:spPr bwMode="auto">
                <a:xfrm>
                  <a:off x="1559" y="3241"/>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12" name="Oval 99"/>
                <p:cNvSpPr>
                  <a:spLocks noChangeArrowheads="1"/>
                </p:cNvSpPr>
                <p:nvPr/>
              </p:nvSpPr>
              <p:spPr bwMode="auto">
                <a:xfrm>
                  <a:off x="1175" y="3433"/>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13" name="Oval 100"/>
                <p:cNvSpPr>
                  <a:spLocks noChangeArrowheads="1"/>
                </p:cNvSpPr>
                <p:nvPr/>
              </p:nvSpPr>
              <p:spPr bwMode="auto">
                <a:xfrm>
                  <a:off x="1367" y="3433"/>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14" name="Oval 101"/>
                <p:cNvSpPr>
                  <a:spLocks noChangeArrowheads="1"/>
                </p:cNvSpPr>
                <p:nvPr/>
              </p:nvSpPr>
              <p:spPr bwMode="auto">
                <a:xfrm>
                  <a:off x="1559" y="3433"/>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0315" name="Oval 102"/>
              <p:cNvSpPr>
                <a:spLocks noChangeArrowheads="1"/>
              </p:cNvSpPr>
              <p:nvPr/>
            </p:nvSpPr>
            <p:spPr bwMode="auto">
              <a:xfrm>
                <a:off x="1415" y="2665"/>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16" name="Oval 103"/>
              <p:cNvSpPr>
                <a:spLocks noChangeArrowheads="1"/>
              </p:cNvSpPr>
              <p:nvPr/>
            </p:nvSpPr>
            <p:spPr bwMode="auto">
              <a:xfrm>
                <a:off x="1607" y="2665"/>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17" name="Oval 104"/>
              <p:cNvSpPr>
                <a:spLocks noChangeArrowheads="1"/>
              </p:cNvSpPr>
              <p:nvPr/>
            </p:nvSpPr>
            <p:spPr bwMode="auto">
              <a:xfrm>
                <a:off x="1799" y="2665"/>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18" name="Oval 105"/>
              <p:cNvSpPr>
                <a:spLocks noChangeArrowheads="1"/>
              </p:cNvSpPr>
              <p:nvPr/>
            </p:nvSpPr>
            <p:spPr bwMode="auto">
              <a:xfrm>
                <a:off x="1415" y="285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19" name="Oval 106"/>
              <p:cNvSpPr>
                <a:spLocks noChangeArrowheads="1"/>
              </p:cNvSpPr>
              <p:nvPr/>
            </p:nvSpPr>
            <p:spPr bwMode="auto">
              <a:xfrm>
                <a:off x="1799" y="285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20" name="Oval 107"/>
              <p:cNvSpPr>
                <a:spLocks noChangeArrowheads="1"/>
              </p:cNvSpPr>
              <p:nvPr/>
            </p:nvSpPr>
            <p:spPr bwMode="auto">
              <a:xfrm>
                <a:off x="1031" y="3049"/>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21" name="Oval 108"/>
              <p:cNvSpPr>
                <a:spLocks noChangeArrowheads="1"/>
              </p:cNvSpPr>
              <p:nvPr/>
            </p:nvSpPr>
            <p:spPr bwMode="auto">
              <a:xfrm>
                <a:off x="1223" y="3049"/>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22" name="Oval 109"/>
              <p:cNvSpPr>
                <a:spLocks noChangeArrowheads="1"/>
              </p:cNvSpPr>
              <p:nvPr/>
            </p:nvSpPr>
            <p:spPr bwMode="auto">
              <a:xfrm>
                <a:off x="1415" y="3049"/>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23" name="Oval 110"/>
              <p:cNvSpPr>
                <a:spLocks noChangeArrowheads="1"/>
              </p:cNvSpPr>
              <p:nvPr/>
            </p:nvSpPr>
            <p:spPr bwMode="auto">
              <a:xfrm>
                <a:off x="1799" y="3049"/>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24" name="Oval 111"/>
              <p:cNvSpPr>
                <a:spLocks noChangeArrowheads="1"/>
              </p:cNvSpPr>
              <p:nvPr/>
            </p:nvSpPr>
            <p:spPr bwMode="auto">
              <a:xfrm>
                <a:off x="1991" y="3049"/>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25" name="Oval 112"/>
              <p:cNvSpPr>
                <a:spLocks noChangeArrowheads="1"/>
              </p:cNvSpPr>
              <p:nvPr/>
            </p:nvSpPr>
            <p:spPr bwMode="auto">
              <a:xfrm>
                <a:off x="2183" y="3049"/>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26" name="Oval 113"/>
              <p:cNvSpPr>
                <a:spLocks noChangeArrowheads="1"/>
              </p:cNvSpPr>
              <p:nvPr/>
            </p:nvSpPr>
            <p:spPr bwMode="auto">
              <a:xfrm>
                <a:off x="1031" y="3241"/>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27" name="Oval 114"/>
              <p:cNvSpPr>
                <a:spLocks noChangeArrowheads="1"/>
              </p:cNvSpPr>
              <p:nvPr/>
            </p:nvSpPr>
            <p:spPr bwMode="auto">
              <a:xfrm>
                <a:off x="2183" y="3241"/>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28" name="Oval 115"/>
              <p:cNvSpPr>
                <a:spLocks noChangeArrowheads="1"/>
              </p:cNvSpPr>
              <p:nvPr/>
            </p:nvSpPr>
            <p:spPr bwMode="auto">
              <a:xfrm>
                <a:off x="1031" y="3433"/>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29" name="Oval 116"/>
              <p:cNvSpPr>
                <a:spLocks noChangeArrowheads="1"/>
              </p:cNvSpPr>
              <p:nvPr/>
            </p:nvSpPr>
            <p:spPr bwMode="auto">
              <a:xfrm>
                <a:off x="1799" y="3433"/>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30" name="Oval 117"/>
              <p:cNvSpPr>
                <a:spLocks noChangeArrowheads="1"/>
              </p:cNvSpPr>
              <p:nvPr/>
            </p:nvSpPr>
            <p:spPr bwMode="auto">
              <a:xfrm>
                <a:off x="1991" y="3433"/>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31" name="Oval 118"/>
              <p:cNvSpPr>
                <a:spLocks noChangeArrowheads="1"/>
              </p:cNvSpPr>
              <p:nvPr/>
            </p:nvSpPr>
            <p:spPr bwMode="auto">
              <a:xfrm>
                <a:off x="2183" y="3433"/>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32" name="Oval 119"/>
              <p:cNvSpPr>
                <a:spLocks noChangeArrowheads="1"/>
              </p:cNvSpPr>
              <p:nvPr/>
            </p:nvSpPr>
            <p:spPr bwMode="auto">
              <a:xfrm>
                <a:off x="1031" y="3625"/>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33" name="Oval 120"/>
              <p:cNvSpPr>
                <a:spLocks noChangeArrowheads="1"/>
              </p:cNvSpPr>
              <p:nvPr/>
            </p:nvSpPr>
            <p:spPr bwMode="auto">
              <a:xfrm>
                <a:off x="1799" y="3625"/>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34" name="Oval 121"/>
              <p:cNvSpPr>
                <a:spLocks noChangeArrowheads="1"/>
              </p:cNvSpPr>
              <p:nvPr/>
            </p:nvSpPr>
            <p:spPr bwMode="auto">
              <a:xfrm>
                <a:off x="839" y="3433"/>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35" name="Oval 122"/>
              <p:cNvSpPr>
                <a:spLocks noChangeArrowheads="1"/>
              </p:cNvSpPr>
              <p:nvPr/>
            </p:nvSpPr>
            <p:spPr bwMode="auto">
              <a:xfrm>
                <a:off x="1031" y="381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36" name="Oval 123"/>
              <p:cNvSpPr>
                <a:spLocks noChangeArrowheads="1"/>
              </p:cNvSpPr>
              <p:nvPr/>
            </p:nvSpPr>
            <p:spPr bwMode="auto">
              <a:xfrm>
                <a:off x="1223" y="381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37" name="Oval 124"/>
              <p:cNvSpPr>
                <a:spLocks noChangeArrowheads="1"/>
              </p:cNvSpPr>
              <p:nvPr/>
            </p:nvSpPr>
            <p:spPr bwMode="auto">
              <a:xfrm>
                <a:off x="1415" y="381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38" name="Oval 125"/>
              <p:cNvSpPr>
                <a:spLocks noChangeArrowheads="1"/>
              </p:cNvSpPr>
              <p:nvPr/>
            </p:nvSpPr>
            <p:spPr bwMode="auto">
              <a:xfrm>
                <a:off x="1607" y="381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39" name="Oval 126"/>
              <p:cNvSpPr>
                <a:spLocks noChangeArrowheads="1"/>
              </p:cNvSpPr>
              <p:nvPr/>
            </p:nvSpPr>
            <p:spPr bwMode="auto">
              <a:xfrm>
                <a:off x="1799" y="381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346" name="Group 127"/>
            <p:cNvGrpSpPr/>
            <p:nvPr/>
          </p:nvGrpSpPr>
          <p:grpSpPr bwMode="auto">
            <a:xfrm>
              <a:off x="3456" y="480"/>
              <a:ext cx="1776" cy="1488"/>
              <a:chOff x="2784" y="480"/>
              <a:chExt cx="1920" cy="1728"/>
            </a:xfrm>
          </p:grpSpPr>
          <p:grpSp>
            <p:nvGrpSpPr>
              <p:cNvPr id="347" name="Group 128"/>
              <p:cNvGrpSpPr/>
              <p:nvPr/>
            </p:nvGrpSpPr>
            <p:grpSpPr bwMode="auto">
              <a:xfrm>
                <a:off x="2784" y="480"/>
                <a:ext cx="1920" cy="1728"/>
                <a:chOff x="480" y="1680"/>
                <a:chExt cx="1920" cy="1728"/>
              </a:xfrm>
            </p:grpSpPr>
            <p:grpSp>
              <p:nvGrpSpPr>
                <p:cNvPr id="348" name="Group 129"/>
                <p:cNvGrpSpPr/>
                <p:nvPr/>
              </p:nvGrpSpPr>
              <p:grpSpPr bwMode="auto">
                <a:xfrm>
                  <a:off x="480" y="1776"/>
                  <a:ext cx="1920" cy="1536"/>
                  <a:chOff x="480" y="1776"/>
                  <a:chExt cx="1920" cy="1536"/>
                </a:xfrm>
              </p:grpSpPr>
              <p:sp>
                <p:nvSpPr>
                  <p:cNvPr id="1050340" name="Line 130"/>
                  <p:cNvSpPr>
                    <a:spLocks noChangeShapeType="1"/>
                  </p:cNvSpPr>
                  <p:nvPr/>
                </p:nvSpPr>
                <p:spPr bwMode="auto">
                  <a:xfrm>
                    <a:off x="480" y="177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341" name="Line 131"/>
                  <p:cNvSpPr>
                    <a:spLocks noChangeShapeType="1"/>
                  </p:cNvSpPr>
                  <p:nvPr/>
                </p:nvSpPr>
                <p:spPr bwMode="auto">
                  <a:xfrm>
                    <a:off x="480" y="196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342" name="Line 132"/>
                  <p:cNvSpPr>
                    <a:spLocks noChangeShapeType="1"/>
                  </p:cNvSpPr>
                  <p:nvPr/>
                </p:nvSpPr>
                <p:spPr bwMode="auto">
                  <a:xfrm>
                    <a:off x="480" y="235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343" name="Line 133"/>
                  <p:cNvSpPr>
                    <a:spLocks noChangeShapeType="1"/>
                  </p:cNvSpPr>
                  <p:nvPr/>
                </p:nvSpPr>
                <p:spPr bwMode="auto">
                  <a:xfrm>
                    <a:off x="480" y="2160"/>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344" name="Line 134"/>
                  <p:cNvSpPr>
                    <a:spLocks noChangeShapeType="1"/>
                  </p:cNvSpPr>
                  <p:nvPr/>
                </p:nvSpPr>
                <p:spPr bwMode="auto">
                  <a:xfrm>
                    <a:off x="480" y="331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345" name="Line 135"/>
                  <p:cNvSpPr>
                    <a:spLocks noChangeShapeType="1"/>
                  </p:cNvSpPr>
                  <p:nvPr/>
                </p:nvSpPr>
                <p:spPr bwMode="auto">
                  <a:xfrm>
                    <a:off x="480" y="2544"/>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346" name="Line 136"/>
                  <p:cNvSpPr>
                    <a:spLocks noChangeShapeType="1"/>
                  </p:cNvSpPr>
                  <p:nvPr/>
                </p:nvSpPr>
                <p:spPr bwMode="auto">
                  <a:xfrm>
                    <a:off x="480" y="273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347" name="Line 137"/>
                  <p:cNvSpPr>
                    <a:spLocks noChangeShapeType="1"/>
                  </p:cNvSpPr>
                  <p:nvPr/>
                </p:nvSpPr>
                <p:spPr bwMode="auto">
                  <a:xfrm>
                    <a:off x="480" y="292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348" name="Line 138"/>
                  <p:cNvSpPr>
                    <a:spLocks noChangeShapeType="1"/>
                  </p:cNvSpPr>
                  <p:nvPr/>
                </p:nvSpPr>
                <p:spPr bwMode="auto">
                  <a:xfrm>
                    <a:off x="480" y="3120"/>
                    <a:ext cx="192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349" name="Group 139"/>
                <p:cNvGrpSpPr/>
                <p:nvPr/>
              </p:nvGrpSpPr>
              <p:grpSpPr bwMode="auto">
                <a:xfrm>
                  <a:off x="576" y="1680"/>
                  <a:ext cx="1728" cy="1728"/>
                  <a:chOff x="576" y="1680"/>
                  <a:chExt cx="1728" cy="1920"/>
                </a:xfrm>
              </p:grpSpPr>
              <p:sp>
                <p:nvSpPr>
                  <p:cNvPr id="1050349" name="Line 140"/>
                  <p:cNvSpPr>
                    <a:spLocks noChangeShapeType="1"/>
                  </p:cNvSpPr>
                  <p:nvPr/>
                </p:nvSpPr>
                <p:spPr bwMode="auto">
                  <a:xfrm>
                    <a:off x="57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350" name="Line 141"/>
                  <p:cNvSpPr>
                    <a:spLocks noChangeShapeType="1"/>
                  </p:cNvSpPr>
                  <p:nvPr/>
                </p:nvSpPr>
                <p:spPr bwMode="auto">
                  <a:xfrm>
                    <a:off x="76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351" name="Line 142"/>
                  <p:cNvSpPr>
                    <a:spLocks noChangeShapeType="1"/>
                  </p:cNvSpPr>
                  <p:nvPr/>
                </p:nvSpPr>
                <p:spPr bwMode="auto">
                  <a:xfrm>
                    <a:off x="96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352" name="Line 143"/>
                  <p:cNvSpPr>
                    <a:spLocks noChangeShapeType="1"/>
                  </p:cNvSpPr>
                  <p:nvPr/>
                </p:nvSpPr>
                <p:spPr bwMode="auto">
                  <a:xfrm>
                    <a:off x="115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353" name="Line 144"/>
                  <p:cNvSpPr>
                    <a:spLocks noChangeShapeType="1"/>
                  </p:cNvSpPr>
                  <p:nvPr/>
                </p:nvSpPr>
                <p:spPr bwMode="auto">
                  <a:xfrm>
                    <a:off x="1344"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354" name="Line 145"/>
                  <p:cNvSpPr>
                    <a:spLocks noChangeShapeType="1"/>
                  </p:cNvSpPr>
                  <p:nvPr/>
                </p:nvSpPr>
                <p:spPr bwMode="auto">
                  <a:xfrm>
                    <a:off x="153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355" name="Line 146"/>
                  <p:cNvSpPr>
                    <a:spLocks noChangeShapeType="1"/>
                  </p:cNvSpPr>
                  <p:nvPr/>
                </p:nvSpPr>
                <p:spPr bwMode="auto">
                  <a:xfrm>
                    <a:off x="172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356" name="Line 147"/>
                  <p:cNvSpPr>
                    <a:spLocks noChangeShapeType="1"/>
                  </p:cNvSpPr>
                  <p:nvPr/>
                </p:nvSpPr>
                <p:spPr bwMode="auto">
                  <a:xfrm>
                    <a:off x="192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357" name="Line 148"/>
                  <p:cNvSpPr>
                    <a:spLocks noChangeShapeType="1"/>
                  </p:cNvSpPr>
                  <p:nvPr/>
                </p:nvSpPr>
                <p:spPr bwMode="auto">
                  <a:xfrm>
                    <a:off x="211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358" name="Line 149"/>
                  <p:cNvSpPr>
                    <a:spLocks noChangeShapeType="1"/>
                  </p:cNvSpPr>
                  <p:nvPr/>
                </p:nvSpPr>
                <p:spPr bwMode="auto">
                  <a:xfrm>
                    <a:off x="2304" y="1680"/>
                    <a:ext cx="0" cy="1920"/>
                  </a:xfrm>
                  <a:prstGeom prst="line">
                    <a:avLst/>
                  </a:prstGeom>
                  <a:noFill/>
                  <a:ln w="9525">
                    <a:solidFill>
                      <a:schemeClr val="tx1"/>
                    </a:solidFill>
                    <a:miter lim="800000"/>
                    <a:headEnd/>
                    <a:tailEnd/>
                  </a:ln>
                  <a:effectLst/>
                </p:spPr>
                <p:txBody>
                  <a:bodyPr wrap="none"/>
                  <a:lstStyle/>
                  <a:p>
                    <a:endParaRPr lang="zh-CN" altLang="en-US"/>
                  </a:p>
                </p:txBody>
              </p:sp>
            </p:grpSp>
          </p:grpSp>
          <p:grpSp>
            <p:nvGrpSpPr>
              <p:cNvPr id="350" name="Group 150"/>
              <p:cNvGrpSpPr/>
              <p:nvPr/>
            </p:nvGrpSpPr>
            <p:grpSpPr bwMode="auto">
              <a:xfrm>
                <a:off x="2856" y="553"/>
                <a:ext cx="1776" cy="1584"/>
                <a:chOff x="2856" y="553"/>
                <a:chExt cx="1776" cy="1584"/>
              </a:xfrm>
            </p:grpSpPr>
            <p:grpSp>
              <p:nvGrpSpPr>
                <p:cNvPr id="351" name="Group 151"/>
                <p:cNvGrpSpPr/>
                <p:nvPr/>
              </p:nvGrpSpPr>
              <p:grpSpPr bwMode="auto">
                <a:xfrm>
                  <a:off x="3046" y="746"/>
                  <a:ext cx="1392" cy="1200"/>
                  <a:chOff x="3526" y="1994"/>
                  <a:chExt cx="1392" cy="1200"/>
                </a:xfrm>
              </p:grpSpPr>
              <p:sp>
                <p:nvSpPr>
                  <p:cNvPr id="1050359" name="Oval 152"/>
                  <p:cNvSpPr>
                    <a:spLocks noChangeArrowheads="1"/>
                  </p:cNvSpPr>
                  <p:nvPr/>
                </p:nvSpPr>
                <p:spPr bwMode="auto">
                  <a:xfrm>
                    <a:off x="4102" y="199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60" name="Oval 153"/>
                  <p:cNvSpPr>
                    <a:spLocks noChangeArrowheads="1"/>
                  </p:cNvSpPr>
                  <p:nvPr/>
                </p:nvSpPr>
                <p:spPr bwMode="auto">
                  <a:xfrm>
                    <a:off x="4294" y="199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61" name="Oval 154"/>
                  <p:cNvSpPr>
                    <a:spLocks noChangeArrowheads="1"/>
                  </p:cNvSpPr>
                  <p:nvPr/>
                </p:nvSpPr>
                <p:spPr bwMode="auto">
                  <a:xfrm>
                    <a:off x="4486" y="199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62" name="Oval 155"/>
                  <p:cNvSpPr>
                    <a:spLocks noChangeArrowheads="1"/>
                  </p:cNvSpPr>
                  <p:nvPr/>
                </p:nvSpPr>
                <p:spPr bwMode="auto">
                  <a:xfrm>
                    <a:off x="4102" y="218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63" name="Oval 156"/>
                  <p:cNvSpPr>
                    <a:spLocks noChangeArrowheads="1"/>
                  </p:cNvSpPr>
                  <p:nvPr/>
                </p:nvSpPr>
                <p:spPr bwMode="auto">
                  <a:xfrm>
                    <a:off x="4294" y="218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64" name="Oval 157"/>
                  <p:cNvSpPr>
                    <a:spLocks noChangeArrowheads="1"/>
                  </p:cNvSpPr>
                  <p:nvPr/>
                </p:nvSpPr>
                <p:spPr bwMode="auto">
                  <a:xfrm>
                    <a:off x="4486" y="218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65" name="Oval 158"/>
                  <p:cNvSpPr>
                    <a:spLocks noChangeArrowheads="1"/>
                  </p:cNvSpPr>
                  <p:nvPr/>
                </p:nvSpPr>
                <p:spPr bwMode="auto">
                  <a:xfrm>
                    <a:off x="3718" y="23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66" name="Oval 159"/>
                  <p:cNvSpPr>
                    <a:spLocks noChangeArrowheads="1"/>
                  </p:cNvSpPr>
                  <p:nvPr/>
                </p:nvSpPr>
                <p:spPr bwMode="auto">
                  <a:xfrm>
                    <a:off x="3910" y="23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67" name="Oval 160"/>
                  <p:cNvSpPr>
                    <a:spLocks noChangeArrowheads="1"/>
                  </p:cNvSpPr>
                  <p:nvPr/>
                </p:nvSpPr>
                <p:spPr bwMode="auto">
                  <a:xfrm>
                    <a:off x="4102" y="23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68" name="Oval 161"/>
                  <p:cNvSpPr>
                    <a:spLocks noChangeArrowheads="1"/>
                  </p:cNvSpPr>
                  <p:nvPr/>
                </p:nvSpPr>
                <p:spPr bwMode="auto">
                  <a:xfrm>
                    <a:off x="4294" y="23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69" name="Oval 162"/>
                  <p:cNvSpPr>
                    <a:spLocks noChangeArrowheads="1"/>
                  </p:cNvSpPr>
                  <p:nvPr/>
                </p:nvSpPr>
                <p:spPr bwMode="auto">
                  <a:xfrm>
                    <a:off x="4486" y="23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70" name="Oval 163"/>
                  <p:cNvSpPr>
                    <a:spLocks noChangeArrowheads="1"/>
                  </p:cNvSpPr>
                  <p:nvPr/>
                </p:nvSpPr>
                <p:spPr bwMode="auto">
                  <a:xfrm>
                    <a:off x="4678" y="23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71" name="Oval 164"/>
                  <p:cNvSpPr>
                    <a:spLocks noChangeArrowheads="1"/>
                  </p:cNvSpPr>
                  <p:nvPr/>
                </p:nvSpPr>
                <p:spPr bwMode="auto">
                  <a:xfrm>
                    <a:off x="4870" y="23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72" name="Oval 165"/>
                  <p:cNvSpPr>
                    <a:spLocks noChangeArrowheads="1"/>
                  </p:cNvSpPr>
                  <p:nvPr/>
                </p:nvSpPr>
                <p:spPr bwMode="auto">
                  <a:xfrm>
                    <a:off x="3718" y="25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73" name="Oval 166"/>
                  <p:cNvSpPr>
                    <a:spLocks noChangeArrowheads="1"/>
                  </p:cNvSpPr>
                  <p:nvPr/>
                </p:nvSpPr>
                <p:spPr bwMode="auto">
                  <a:xfrm>
                    <a:off x="3910" y="25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74" name="Oval 167"/>
                  <p:cNvSpPr>
                    <a:spLocks noChangeArrowheads="1"/>
                  </p:cNvSpPr>
                  <p:nvPr/>
                </p:nvSpPr>
                <p:spPr bwMode="auto">
                  <a:xfrm>
                    <a:off x="4102" y="25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75" name="Oval 168"/>
                  <p:cNvSpPr>
                    <a:spLocks noChangeArrowheads="1"/>
                  </p:cNvSpPr>
                  <p:nvPr/>
                </p:nvSpPr>
                <p:spPr bwMode="auto">
                  <a:xfrm>
                    <a:off x="4294" y="25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76" name="Oval 169"/>
                  <p:cNvSpPr>
                    <a:spLocks noChangeArrowheads="1"/>
                  </p:cNvSpPr>
                  <p:nvPr/>
                </p:nvSpPr>
                <p:spPr bwMode="auto">
                  <a:xfrm>
                    <a:off x="4486" y="25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77" name="Oval 170"/>
                  <p:cNvSpPr>
                    <a:spLocks noChangeArrowheads="1"/>
                  </p:cNvSpPr>
                  <p:nvPr/>
                </p:nvSpPr>
                <p:spPr bwMode="auto">
                  <a:xfrm>
                    <a:off x="4678" y="25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78" name="Oval 171"/>
                  <p:cNvSpPr>
                    <a:spLocks noChangeArrowheads="1"/>
                  </p:cNvSpPr>
                  <p:nvPr/>
                </p:nvSpPr>
                <p:spPr bwMode="auto">
                  <a:xfrm>
                    <a:off x="4870" y="25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79" name="Oval 172"/>
                  <p:cNvSpPr>
                    <a:spLocks noChangeArrowheads="1"/>
                  </p:cNvSpPr>
                  <p:nvPr/>
                </p:nvSpPr>
                <p:spPr bwMode="auto">
                  <a:xfrm>
                    <a:off x="3718" y="276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80" name="Oval 173"/>
                  <p:cNvSpPr>
                    <a:spLocks noChangeArrowheads="1"/>
                  </p:cNvSpPr>
                  <p:nvPr/>
                </p:nvSpPr>
                <p:spPr bwMode="auto">
                  <a:xfrm>
                    <a:off x="3910" y="276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81" name="Oval 174"/>
                  <p:cNvSpPr>
                    <a:spLocks noChangeArrowheads="1"/>
                  </p:cNvSpPr>
                  <p:nvPr/>
                </p:nvSpPr>
                <p:spPr bwMode="auto">
                  <a:xfrm>
                    <a:off x="4102" y="276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82" name="Oval 175"/>
                  <p:cNvSpPr>
                    <a:spLocks noChangeArrowheads="1"/>
                  </p:cNvSpPr>
                  <p:nvPr/>
                </p:nvSpPr>
                <p:spPr bwMode="auto">
                  <a:xfrm>
                    <a:off x="4294" y="276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83" name="Oval 176"/>
                  <p:cNvSpPr>
                    <a:spLocks noChangeArrowheads="1"/>
                  </p:cNvSpPr>
                  <p:nvPr/>
                </p:nvSpPr>
                <p:spPr bwMode="auto">
                  <a:xfrm>
                    <a:off x="4486" y="276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84" name="Oval 177"/>
                  <p:cNvSpPr>
                    <a:spLocks noChangeArrowheads="1"/>
                  </p:cNvSpPr>
                  <p:nvPr/>
                </p:nvSpPr>
                <p:spPr bwMode="auto">
                  <a:xfrm>
                    <a:off x="4678" y="276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85" name="Oval 178"/>
                  <p:cNvSpPr>
                    <a:spLocks noChangeArrowheads="1"/>
                  </p:cNvSpPr>
                  <p:nvPr/>
                </p:nvSpPr>
                <p:spPr bwMode="auto">
                  <a:xfrm>
                    <a:off x="4870" y="276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86" name="Oval 179"/>
                  <p:cNvSpPr>
                    <a:spLocks noChangeArrowheads="1"/>
                  </p:cNvSpPr>
                  <p:nvPr/>
                </p:nvSpPr>
                <p:spPr bwMode="auto">
                  <a:xfrm>
                    <a:off x="3718" y="29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87" name="Oval 180"/>
                  <p:cNvSpPr>
                    <a:spLocks noChangeArrowheads="1"/>
                  </p:cNvSpPr>
                  <p:nvPr/>
                </p:nvSpPr>
                <p:spPr bwMode="auto">
                  <a:xfrm>
                    <a:off x="3910" y="29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88" name="Oval 181"/>
                  <p:cNvSpPr>
                    <a:spLocks noChangeArrowheads="1"/>
                  </p:cNvSpPr>
                  <p:nvPr/>
                </p:nvSpPr>
                <p:spPr bwMode="auto">
                  <a:xfrm>
                    <a:off x="4102" y="29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89" name="Oval 182"/>
                  <p:cNvSpPr>
                    <a:spLocks noChangeArrowheads="1"/>
                  </p:cNvSpPr>
                  <p:nvPr/>
                </p:nvSpPr>
                <p:spPr bwMode="auto">
                  <a:xfrm>
                    <a:off x="4294" y="29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90" name="Oval 183"/>
                  <p:cNvSpPr>
                    <a:spLocks noChangeArrowheads="1"/>
                  </p:cNvSpPr>
                  <p:nvPr/>
                </p:nvSpPr>
                <p:spPr bwMode="auto">
                  <a:xfrm>
                    <a:off x="4486" y="29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91" name="Oval 184"/>
                  <p:cNvSpPr>
                    <a:spLocks noChangeArrowheads="1"/>
                  </p:cNvSpPr>
                  <p:nvPr/>
                </p:nvSpPr>
                <p:spPr bwMode="auto">
                  <a:xfrm>
                    <a:off x="3526" y="276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92" name="Oval 185"/>
                  <p:cNvSpPr>
                    <a:spLocks noChangeArrowheads="1"/>
                  </p:cNvSpPr>
                  <p:nvPr/>
                </p:nvSpPr>
                <p:spPr bwMode="auto">
                  <a:xfrm>
                    <a:off x="3718" y="31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93" name="Oval 186"/>
                  <p:cNvSpPr>
                    <a:spLocks noChangeArrowheads="1"/>
                  </p:cNvSpPr>
                  <p:nvPr/>
                </p:nvSpPr>
                <p:spPr bwMode="auto">
                  <a:xfrm>
                    <a:off x="3910" y="31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94" name="Oval 187"/>
                  <p:cNvSpPr>
                    <a:spLocks noChangeArrowheads="1"/>
                  </p:cNvSpPr>
                  <p:nvPr/>
                </p:nvSpPr>
                <p:spPr bwMode="auto">
                  <a:xfrm>
                    <a:off x="4102" y="31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95" name="Oval 188"/>
                  <p:cNvSpPr>
                    <a:spLocks noChangeArrowheads="1"/>
                  </p:cNvSpPr>
                  <p:nvPr/>
                </p:nvSpPr>
                <p:spPr bwMode="auto">
                  <a:xfrm>
                    <a:off x="4294" y="31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96" name="Oval 189"/>
                  <p:cNvSpPr>
                    <a:spLocks noChangeArrowheads="1"/>
                  </p:cNvSpPr>
                  <p:nvPr/>
                </p:nvSpPr>
                <p:spPr bwMode="auto">
                  <a:xfrm>
                    <a:off x="4486" y="31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0397" name="Oval 190"/>
                <p:cNvSpPr>
                  <a:spLocks noChangeArrowheads="1"/>
                </p:cNvSpPr>
                <p:nvPr/>
              </p:nvSpPr>
              <p:spPr bwMode="auto">
                <a:xfrm>
                  <a:off x="3432" y="937"/>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98" name="Oval 191"/>
                <p:cNvSpPr>
                  <a:spLocks noChangeArrowheads="1"/>
                </p:cNvSpPr>
                <p:nvPr/>
              </p:nvSpPr>
              <p:spPr bwMode="auto">
                <a:xfrm>
                  <a:off x="4200" y="937"/>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399" name="Oval 192"/>
                <p:cNvSpPr>
                  <a:spLocks noChangeArrowheads="1"/>
                </p:cNvSpPr>
                <p:nvPr/>
              </p:nvSpPr>
              <p:spPr bwMode="auto">
                <a:xfrm>
                  <a:off x="4200" y="745"/>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00" name="Oval 193"/>
                <p:cNvSpPr>
                  <a:spLocks noChangeArrowheads="1"/>
                </p:cNvSpPr>
                <p:nvPr/>
              </p:nvSpPr>
              <p:spPr bwMode="auto">
                <a:xfrm>
                  <a:off x="3432" y="745"/>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01" name="Oval 194"/>
                <p:cNvSpPr>
                  <a:spLocks noChangeArrowheads="1"/>
                </p:cNvSpPr>
                <p:nvPr/>
              </p:nvSpPr>
              <p:spPr bwMode="auto">
                <a:xfrm>
                  <a:off x="3624" y="553"/>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02" name="Oval 195"/>
                <p:cNvSpPr>
                  <a:spLocks noChangeArrowheads="1"/>
                </p:cNvSpPr>
                <p:nvPr/>
              </p:nvSpPr>
              <p:spPr bwMode="auto">
                <a:xfrm>
                  <a:off x="3816" y="553"/>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03" name="Oval 196"/>
                <p:cNvSpPr>
                  <a:spLocks noChangeArrowheads="1"/>
                </p:cNvSpPr>
                <p:nvPr/>
              </p:nvSpPr>
              <p:spPr bwMode="auto">
                <a:xfrm>
                  <a:off x="4008" y="553"/>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04" name="Oval 197"/>
                <p:cNvSpPr>
                  <a:spLocks noChangeArrowheads="1"/>
                </p:cNvSpPr>
                <p:nvPr/>
              </p:nvSpPr>
              <p:spPr bwMode="auto">
                <a:xfrm>
                  <a:off x="4392" y="937"/>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05" name="Oval 198"/>
                <p:cNvSpPr>
                  <a:spLocks noChangeArrowheads="1"/>
                </p:cNvSpPr>
                <p:nvPr/>
              </p:nvSpPr>
              <p:spPr bwMode="auto">
                <a:xfrm>
                  <a:off x="3240" y="937"/>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06" name="Oval 199"/>
                <p:cNvSpPr>
                  <a:spLocks noChangeArrowheads="1"/>
                </p:cNvSpPr>
                <p:nvPr/>
              </p:nvSpPr>
              <p:spPr bwMode="auto">
                <a:xfrm>
                  <a:off x="4584" y="1129"/>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07" name="Oval 200"/>
                <p:cNvSpPr>
                  <a:spLocks noChangeArrowheads="1"/>
                </p:cNvSpPr>
                <p:nvPr/>
              </p:nvSpPr>
              <p:spPr bwMode="auto">
                <a:xfrm>
                  <a:off x="3048" y="1129"/>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08" name="Oval 201"/>
                <p:cNvSpPr>
                  <a:spLocks noChangeArrowheads="1"/>
                </p:cNvSpPr>
                <p:nvPr/>
              </p:nvSpPr>
              <p:spPr bwMode="auto">
                <a:xfrm>
                  <a:off x="4584" y="1321"/>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09" name="Oval 202"/>
                <p:cNvSpPr>
                  <a:spLocks noChangeArrowheads="1"/>
                </p:cNvSpPr>
                <p:nvPr/>
              </p:nvSpPr>
              <p:spPr bwMode="auto">
                <a:xfrm>
                  <a:off x="3048" y="1321"/>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10" name="Oval 203"/>
                <p:cNvSpPr>
                  <a:spLocks noChangeArrowheads="1"/>
                </p:cNvSpPr>
                <p:nvPr/>
              </p:nvSpPr>
              <p:spPr bwMode="auto">
                <a:xfrm>
                  <a:off x="2856" y="1513"/>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11" name="Oval 204"/>
                <p:cNvSpPr>
                  <a:spLocks noChangeArrowheads="1"/>
                </p:cNvSpPr>
                <p:nvPr/>
              </p:nvSpPr>
              <p:spPr bwMode="auto">
                <a:xfrm>
                  <a:off x="4584" y="1513"/>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12" name="Oval 205"/>
                <p:cNvSpPr>
                  <a:spLocks noChangeArrowheads="1"/>
                </p:cNvSpPr>
                <p:nvPr/>
              </p:nvSpPr>
              <p:spPr bwMode="auto">
                <a:xfrm>
                  <a:off x="4200" y="1705"/>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13" name="Oval 206"/>
                <p:cNvSpPr>
                  <a:spLocks noChangeArrowheads="1"/>
                </p:cNvSpPr>
                <p:nvPr/>
              </p:nvSpPr>
              <p:spPr bwMode="auto">
                <a:xfrm>
                  <a:off x="4392" y="1705"/>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14" name="Oval 207"/>
                <p:cNvSpPr>
                  <a:spLocks noChangeArrowheads="1"/>
                </p:cNvSpPr>
                <p:nvPr/>
              </p:nvSpPr>
              <p:spPr bwMode="auto">
                <a:xfrm>
                  <a:off x="3048" y="1897"/>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15" name="Oval 208"/>
                <p:cNvSpPr>
                  <a:spLocks noChangeArrowheads="1"/>
                </p:cNvSpPr>
                <p:nvPr/>
              </p:nvSpPr>
              <p:spPr bwMode="auto">
                <a:xfrm>
                  <a:off x="3048" y="1705"/>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16" name="Oval 209"/>
                <p:cNvSpPr>
                  <a:spLocks noChangeArrowheads="1"/>
                </p:cNvSpPr>
                <p:nvPr/>
              </p:nvSpPr>
              <p:spPr bwMode="auto">
                <a:xfrm>
                  <a:off x="4200" y="1897"/>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17" name="Oval 210"/>
                <p:cNvSpPr>
                  <a:spLocks noChangeArrowheads="1"/>
                </p:cNvSpPr>
                <p:nvPr/>
              </p:nvSpPr>
              <p:spPr bwMode="auto">
                <a:xfrm>
                  <a:off x="3240" y="2089"/>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18" name="Oval 211"/>
                <p:cNvSpPr>
                  <a:spLocks noChangeArrowheads="1"/>
                </p:cNvSpPr>
                <p:nvPr/>
              </p:nvSpPr>
              <p:spPr bwMode="auto">
                <a:xfrm>
                  <a:off x="3432" y="2089"/>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19" name="Oval 212"/>
                <p:cNvSpPr>
                  <a:spLocks noChangeArrowheads="1"/>
                </p:cNvSpPr>
                <p:nvPr/>
              </p:nvSpPr>
              <p:spPr bwMode="auto">
                <a:xfrm>
                  <a:off x="3624" y="2089"/>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20" name="Oval 213"/>
                <p:cNvSpPr>
                  <a:spLocks noChangeArrowheads="1"/>
                </p:cNvSpPr>
                <p:nvPr/>
              </p:nvSpPr>
              <p:spPr bwMode="auto">
                <a:xfrm>
                  <a:off x="3816" y="2089"/>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21" name="Oval 214"/>
                <p:cNvSpPr>
                  <a:spLocks noChangeArrowheads="1"/>
                </p:cNvSpPr>
                <p:nvPr/>
              </p:nvSpPr>
              <p:spPr bwMode="auto">
                <a:xfrm>
                  <a:off x="4008" y="2089"/>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352" name="Group 215"/>
            <p:cNvGrpSpPr/>
            <p:nvPr/>
          </p:nvGrpSpPr>
          <p:grpSpPr bwMode="auto">
            <a:xfrm>
              <a:off x="3456" y="2400"/>
              <a:ext cx="1776" cy="1488"/>
              <a:chOff x="2784" y="2400"/>
              <a:chExt cx="1920" cy="1728"/>
            </a:xfrm>
          </p:grpSpPr>
          <p:grpSp>
            <p:nvGrpSpPr>
              <p:cNvPr id="353" name="Group 216"/>
              <p:cNvGrpSpPr/>
              <p:nvPr/>
            </p:nvGrpSpPr>
            <p:grpSpPr bwMode="auto">
              <a:xfrm>
                <a:off x="2784" y="2400"/>
                <a:ext cx="1920" cy="1728"/>
                <a:chOff x="2784" y="2400"/>
                <a:chExt cx="1920" cy="1728"/>
              </a:xfrm>
            </p:grpSpPr>
            <p:grpSp>
              <p:nvGrpSpPr>
                <p:cNvPr id="354" name="Group 217"/>
                <p:cNvGrpSpPr/>
                <p:nvPr/>
              </p:nvGrpSpPr>
              <p:grpSpPr bwMode="auto">
                <a:xfrm>
                  <a:off x="2784" y="2496"/>
                  <a:ext cx="1920" cy="1536"/>
                  <a:chOff x="480" y="1776"/>
                  <a:chExt cx="1920" cy="1536"/>
                </a:xfrm>
              </p:grpSpPr>
              <p:sp>
                <p:nvSpPr>
                  <p:cNvPr id="1050422" name="Line 218"/>
                  <p:cNvSpPr>
                    <a:spLocks noChangeShapeType="1"/>
                  </p:cNvSpPr>
                  <p:nvPr/>
                </p:nvSpPr>
                <p:spPr bwMode="auto">
                  <a:xfrm>
                    <a:off x="480" y="177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423" name="Line 219"/>
                  <p:cNvSpPr>
                    <a:spLocks noChangeShapeType="1"/>
                  </p:cNvSpPr>
                  <p:nvPr/>
                </p:nvSpPr>
                <p:spPr bwMode="auto">
                  <a:xfrm>
                    <a:off x="480" y="196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424" name="Line 220"/>
                  <p:cNvSpPr>
                    <a:spLocks noChangeShapeType="1"/>
                  </p:cNvSpPr>
                  <p:nvPr/>
                </p:nvSpPr>
                <p:spPr bwMode="auto">
                  <a:xfrm>
                    <a:off x="480" y="235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425" name="Line 221"/>
                  <p:cNvSpPr>
                    <a:spLocks noChangeShapeType="1"/>
                  </p:cNvSpPr>
                  <p:nvPr/>
                </p:nvSpPr>
                <p:spPr bwMode="auto">
                  <a:xfrm>
                    <a:off x="480" y="2160"/>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426" name="Line 222"/>
                  <p:cNvSpPr>
                    <a:spLocks noChangeShapeType="1"/>
                  </p:cNvSpPr>
                  <p:nvPr/>
                </p:nvSpPr>
                <p:spPr bwMode="auto">
                  <a:xfrm>
                    <a:off x="480" y="331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427" name="Line 223"/>
                  <p:cNvSpPr>
                    <a:spLocks noChangeShapeType="1"/>
                  </p:cNvSpPr>
                  <p:nvPr/>
                </p:nvSpPr>
                <p:spPr bwMode="auto">
                  <a:xfrm>
                    <a:off x="480" y="2544"/>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428" name="Line 224"/>
                  <p:cNvSpPr>
                    <a:spLocks noChangeShapeType="1"/>
                  </p:cNvSpPr>
                  <p:nvPr/>
                </p:nvSpPr>
                <p:spPr bwMode="auto">
                  <a:xfrm>
                    <a:off x="480" y="273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429" name="Line 225"/>
                  <p:cNvSpPr>
                    <a:spLocks noChangeShapeType="1"/>
                  </p:cNvSpPr>
                  <p:nvPr/>
                </p:nvSpPr>
                <p:spPr bwMode="auto">
                  <a:xfrm>
                    <a:off x="480" y="292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430" name="Line 226"/>
                  <p:cNvSpPr>
                    <a:spLocks noChangeShapeType="1"/>
                  </p:cNvSpPr>
                  <p:nvPr/>
                </p:nvSpPr>
                <p:spPr bwMode="auto">
                  <a:xfrm>
                    <a:off x="480" y="3120"/>
                    <a:ext cx="192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355" name="Group 227"/>
                <p:cNvGrpSpPr/>
                <p:nvPr/>
              </p:nvGrpSpPr>
              <p:grpSpPr bwMode="auto">
                <a:xfrm>
                  <a:off x="2880" y="2400"/>
                  <a:ext cx="1728" cy="1728"/>
                  <a:chOff x="576" y="1680"/>
                  <a:chExt cx="1728" cy="1920"/>
                </a:xfrm>
              </p:grpSpPr>
              <p:sp>
                <p:nvSpPr>
                  <p:cNvPr id="1050431" name="Line 228"/>
                  <p:cNvSpPr>
                    <a:spLocks noChangeShapeType="1"/>
                  </p:cNvSpPr>
                  <p:nvPr/>
                </p:nvSpPr>
                <p:spPr bwMode="auto">
                  <a:xfrm>
                    <a:off x="57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432" name="Line 229"/>
                  <p:cNvSpPr>
                    <a:spLocks noChangeShapeType="1"/>
                  </p:cNvSpPr>
                  <p:nvPr/>
                </p:nvSpPr>
                <p:spPr bwMode="auto">
                  <a:xfrm>
                    <a:off x="76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433" name="Line 230"/>
                  <p:cNvSpPr>
                    <a:spLocks noChangeShapeType="1"/>
                  </p:cNvSpPr>
                  <p:nvPr/>
                </p:nvSpPr>
                <p:spPr bwMode="auto">
                  <a:xfrm>
                    <a:off x="96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434" name="Line 231"/>
                  <p:cNvSpPr>
                    <a:spLocks noChangeShapeType="1"/>
                  </p:cNvSpPr>
                  <p:nvPr/>
                </p:nvSpPr>
                <p:spPr bwMode="auto">
                  <a:xfrm>
                    <a:off x="115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435" name="Line 232"/>
                  <p:cNvSpPr>
                    <a:spLocks noChangeShapeType="1"/>
                  </p:cNvSpPr>
                  <p:nvPr/>
                </p:nvSpPr>
                <p:spPr bwMode="auto">
                  <a:xfrm>
                    <a:off x="1344"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436" name="Line 233"/>
                  <p:cNvSpPr>
                    <a:spLocks noChangeShapeType="1"/>
                  </p:cNvSpPr>
                  <p:nvPr/>
                </p:nvSpPr>
                <p:spPr bwMode="auto">
                  <a:xfrm>
                    <a:off x="153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437" name="Line 234"/>
                  <p:cNvSpPr>
                    <a:spLocks noChangeShapeType="1"/>
                  </p:cNvSpPr>
                  <p:nvPr/>
                </p:nvSpPr>
                <p:spPr bwMode="auto">
                  <a:xfrm>
                    <a:off x="172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438" name="Line 235"/>
                  <p:cNvSpPr>
                    <a:spLocks noChangeShapeType="1"/>
                  </p:cNvSpPr>
                  <p:nvPr/>
                </p:nvSpPr>
                <p:spPr bwMode="auto">
                  <a:xfrm>
                    <a:off x="192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439" name="Line 236"/>
                  <p:cNvSpPr>
                    <a:spLocks noChangeShapeType="1"/>
                  </p:cNvSpPr>
                  <p:nvPr/>
                </p:nvSpPr>
                <p:spPr bwMode="auto">
                  <a:xfrm>
                    <a:off x="211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440" name="Line 237"/>
                  <p:cNvSpPr>
                    <a:spLocks noChangeShapeType="1"/>
                  </p:cNvSpPr>
                  <p:nvPr/>
                </p:nvSpPr>
                <p:spPr bwMode="auto">
                  <a:xfrm>
                    <a:off x="2304" y="1680"/>
                    <a:ext cx="0" cy="1920"/>
                  </a:xfrm>
                  <a:prstGeom prst="line">
                    <a:avLst/>
                  </a:prstGeom>
                  <a:noFill/>
                  <a:ln w="9525">
                    <a:solidFill>
                      <a:schemeClr val="tx1"/>
                    </a:solidFill>
                    <a:miter lim="800000"/>
                    <a:headEnd/>
                    <a:tailEnd/>
                  </a:ln>
                  <a:effectLst/>
                </p:spPr>
                <p:txBody>
                  <a:bodyPr wrap="none"/>
                  <a:lstStyle/>
                  <a:p>
                    <a:endParaRPr lang="zh-CN" altLang="en-US"/>
                  </a:p>
                </p:txBody>
              </p:sp>
            </p:grpSp>
          </p:grpSp>
          <p:sp>
            <p:nvSpPr>
              <p:cNvPr id="1050441" name="Oval 238"/>
              <p:cNvSpPr>
                <a:spLocks noChangeArrowheads="1"/>
              </p:cNvSpPr>
              <p:nvPr/>
            </p:nvSpPr>
            <p:spPr bwMode="auto">
              <a:xfrm>
                <a:off x="3431" y="2857"/>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42" name="Oval 239"/>
              <p:cNvSpPr>
                <a:spLocks noChangeArrowheads="1"/>
              </p:cNvSpPr>
              <p:nvPr/>
            </p:nvSpPr>
            <p:spPr bwMode="auto">
              <a:xfrm>
                <a:off x="4199" y="2857"/>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43" name="Oval 240"/>
              <p:cNvSpPr>
                <a:spLocks noChangeArrowheads="1"/>
              </p:cNvSpPr>
              <p:nvPr/>
            </p:nvSpPr>
            <p:spPr bwMode="auto">
              <a:xfrm>
                <a:off x="4199" y="2665"/>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44" name="Oval 241"/>
              <p:cNvSpPr>
                <a:spLocks noChangeArrowheads="1"/>
              </p:cNvSpPr>
              <p:nvPr/>
            </p:nvSpPr>
            <p:spPr bwMode="auto">
              <a:xfrm>
                <a:off x="3431" y="2665"/>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45" name="Oval 242"/>
              <p:cNvSpPr>
                <a:spLocks noChangeArrowheads="1"/>
              </p:cNvSpPr>
              <p:nvPr/>
            </p:nvSpPr>
            <p:spPr bwMode="auto">
              <a:xfrm>
                <a:off x="3623" y="2473"/>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46" name="Oval 243"/>
              <p:cNvSpPr>
                <a:spLocks noChangeArrowheads="1"/>
              </p:cNvSpPr>
              <p:nvPr/>
            </p:nvSpPr>
            <p:spPr bwMode="auto">
              <a:xfrm>
                <a:off x="3815" y="2473"/>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47" name="Oval 244"/>
              <p:cNvSpPr>
                <a:spLocks noChangeArrowheads="1"/>
              </p:cNvSpPr>
              <p:nvPr/>
            </p:nvSpPr>
            <p:spPr bwMode="auto">
              <a:xfrm>
                <a:off x="4007" y="2473"/>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48" name="Oval 245"/>
              <p:cNvSpPr>
                <a:spLocks noChangeArrowheads="1"/>
              </p:cNvSpPr>
              <p:nvPr/>
            </p:nvSpPr>
            <p:spPr bwMode="auto">
              <a:xfrm>
                <a:off x="4391" y="2857"/>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49" name="Oval 246"/>
              <p:cNvSpPr>
                <a:spLocks noChangeArrowheads="1"/>
              </p:cNvSpPr>
              <p:nvPr/>
            </p:nvSpPr>
            <p:spPr bwMode="auto">
              <a:xfrm>
                <a:off x="3239" y="2857"/>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50" name="Oval 247"/>
              <p:cNvSpPr>
                <a:spLocks noChangeArrowheads="1"/>
              </p:cNvSpPr>
              <p:nvPr/>
            </p:nvSpPr>
            <p:spPr bwMode="auto">
              <a:xfrm>
                <a:off x="4583" y="3049"/>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51" name="Oval 248"/>
              <p:cNvSpPr>
                <a:spLocks noChangeArrowheads="1"/>
              </p:cNvSpPr>
              <p:nvPr/>
            </p:nvSpPr>
            <p:spPr bwMode="auto">
              <a:xfrm>
                <a:off x="3047" y="3049"/>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52" name="Oval 249"/>
              <p:cNvSpPr>
                <a:spLocks noChangeArrowheads="1"/>
              </p:cNvSpPr>
              <p:nvPr/>
            </p:nvSpPr>
            <p:spPr bwMode="auto">
              <a:xfrm>
                <a:off x="4583" y="3241"/>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53" name="Oval 250"/>
              <p:cNvSpPr>
                <a:spLocks noChangeArrowheads="1"/>
              </p:cNvSpPr>
              <p:nvPr/>
            </p:nvSpPr>
            <p:spPr bwMode="auto">
              <a:xfrm>
                <a:off x="3047" y="3241"/>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54" name="Oval 251"/>
              <p:cNvSpPr>
                <a:spLocks noChangeArrowheads="1"/>
              </p:cNvSpPr>
              <p:nvPr/>
            </p:nvSpPr>
            <p:spPr bwMode="auto">
              <a:xfrm>
                <a:off x="2855" y="3433"/>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55" name="Oval 252"/>
              <p:cNvSpPr>
                <a:spLocks noChangeArrowheads="1"/>
              </p:cNvSpPr>
              <p:nvPr/>
            </p:nvSpPr>
            <p:spPr bwMode="auto">
              <a:xfrm>
                <a:off x="4583" y="3433"/>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56" name="Oval 253"/>
              <p:cNvSpPr>
                <a:spLocks noChangeArrowheads="1"/>
              </p:cNvSpPr>
              <p:nvPr/>
            </p:nvSpPr>
            <p:spPr bwMode="auto">
              <a:xfrm>
                <a:off x="4199" y="3625"/>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57" name="Oval 254"/>
              <p:cNvSpPr>
                <a:spLocks noChangeArrowheads="1"/>
              </p:cNvSpPr>
              <p:nvPr/>
            </p:nvSpPr>
            <p:spPr bwMode="auto">
              <a:xfrm>
                <a:off x="4391" y="3625"/>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58" name="Oval 255"/>
              <p:cNvSpPr>
                <a:spLocks noChangeArrowheads="1"/>
              </p:cNvSpPr>
              <p:nvPr/>
            </p:nvSpPr>
            <p:spPr bwMode="auto">
              <a:xfrm>
                <a:off x="3047" y="3817"/>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59" name="Oval 256"/>
              <p:cNvSpPr>
                <a:spLocks noChangeArrowheads="1"/>
              </p:cNvSpPr>
              <p:nvPr/>
            </p:nvSpPr>
            <p:spPr bwMode="auto">
              <a:xfrm>
                <a:off x="3047" y="3625"/>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60" name="Oval 257"/>
              <p:cNvSpPr>
                <a:spLocks noChangeArrowheads="1"/>
              </p:cNvSpPr>
              <p:nvPr/>
            </p:nvSpPr>
            <p:spPr bwMode="auto">
              <a:xfrm>
                <a:off x="4199" y="3817"/>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61" name="Oval 258"/>
              <p:cNvSpPr>
                <a:spLocks noChangeArrowheads="1"/>
              </p:cNvSpPr>
              <p:nvPr/>
            </p:nvSpPr>
            <p:spPr bwMode="auto">
              <a:xfrm>
                <a:off x="3239" y="4009"/>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62" name="Oval 259"/>
              <p:cNvSpPr>
                <a:spLocks noChangeArrowheads="1"/>
              </p:cNvSpPr>
              <p:nvPr/>
            </p:nvSpPr>
            <p:spPr bwMode="auto">
              <a:xfrm>
                <a:off x="3431" y="4009"/>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63" name="Oval 260"/>
              <p:cNvSpPr>
                <a:spLocks noChangeArrowheads="1"/>
              </p:cNvSpPr>
              <p:nvPr/>
            </p:nvSpPr>
            <p:spPr bwMode="auto">
              <a:xfrm>
                <a:off x="3623" y="4009"/>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64" name="Oval 261"/>
              <p:cNvSpPr>
                <a:spLocks noChangeArrowheads="1"/>
              </p:cNvSpPr>
              <p:nvPr/>
            </p:nvSpPr>
            <p:spPr bwMode="auto">
              <a:xfrm>
                <a:off x="3815" y="4009"/>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65" name="Oval 262"/>
              <p:cNvSpPr>
                <a:spLocks noChangeArrowheads="1"/>
              </p:cNvSpPr>
              <p:nvPr/>
            </p:nvSpPr>
            <p:spPr bwMode="auto">
              <a:xfrm>
                <a:off x="4007" y="4009"/>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66" name="Oval 263"/>
              <p:cNvSpPr>
                <a:spLocks noChangeArrowheads="1"/>
              </p:cNvSpPr>
              <p:nvPr/>
            </p:nvSpPr>
            <p:spPr bwMode="auto">
              <a:xfrm>
                <a:off x="3623" y="2665"/>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67" name="Oval 264"/>
              <p:cNvSpPr>
                <a:spLocks noChangeArrowheads="1"/>
              </p:cNvSpPr>
              <p:nvPr/>
            </p:nvSpPr>
            <p:spPr bwMode="auto">
              <a:xfrm>
                <a:off x="3815" y="2665"/>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68" name="Oval 265"/>
              <p:cNvSpPr>
                <a:spLocks noChangeArrowheads="1"/>
              </p:cNvSpPr>
              <p:nvPr/>
            </p:nvSpPr>
            <p:spPr bwMode="auto">
              <a:xfrm>
                <a:off x="4007" y="2665"/>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69" name="Oval 266"/>
              <p:cNvSpPr>
                <a:spLocks noChangeArrowheads="1"/>
              </p:cNvSpPr>
              <p:nvPr/>
            </p:nvSpPr>
            <p:spPr bwMode="auto">
              <a:xfrm>
                <a:off x="3623" y="285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70" name="Oval 267"/>
              <p:cNvSpPr>
                <a:spLocks noChangeArrowheads="1"/>
              </p:cNvSpPr>
              <p:nvPr/>
            </p:nvSpPr>
            <p:spPr bwMode="auto">
              <a:xfrm>
                <a:off x="4007" y="285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71" name="Oval 268"/>
              <p:cNvSpPr>
                <a:spLocks noChangeArrowheads="1"/>
              </p:cNvSpPr>
              <p:nvPr/>
            </p:nvSpPr>
            <p:spPr bwMode="auto">
              <a:xfrm>
                <a:off x="3239" y="3049"/>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72" name="Oval 269"/>
              <p:cNvSpPr>
                <a:spLocks noChangeArrowheads="1"/>
              </p:cNvSpPr>
              <p:nvPr/>
            </p:nvSpPr>
            <p:spPr bwMode="auto">
              <a:xfrm>
                <a:off x="3431" y="3049"/>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73" name="Oval 270"/>
              <p:cNvSpPr>
                <a:spLocks noChangeArrowheads="1"/>
              </p:cNvSpPr>
              <p:nvPr/>
            </p:nvSpPr>
            <p:spPr bwMode="auto">
              <a:xfrm>
                <a:off x="4199" y="3049"/>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74" name="Oval 271"/>
              <p:cNvSpPr>
                <a:spLocks noChangeArrowheads="1"/>
              </p:cNvSpPr>
              <p:nvPr/>
            </p:nvSpPr>
            <p:spPr bwMode="auto">
              <a:xfrm>
                <a:off x="4391" y="3049"/>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75" name="Oval 272"/>
              <p:cNvSpPr>
                <a:spLocks noChangeArrowheads="1"/>
              </p:cNvSpPr>
              <p:nvPr/>
            </p:nvSpPr>
            <p:spPr bwMode="auto">
              <a:xfrm>
                <a:off x="3239" y="3241"/>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76" name="Oval 273"/>
              <p:cNvSpPr>
                <a:spLocks noChangeArrowheads="1"/>
              </p:cNvSpPr>
              <p:nvPr/>
            </p:nvSpPr>
            <p:spPr bwMode="auto">
              <a:xfrm>
                <a:off x="4391" y="3241"/>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77" name="Oval 274"/>
              <p:cNvSpPr>
                <a:spLocks noChangeArrowheads="1"/>
              </p:cNvSpPr>
              <p:nvPr/>
            </p:nvSpPr>
            <p:spPr bwMode="auto">
              <a:xfrm>
                <a:off x="4199" y="3433"/>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78" name="Oval 275"/>
              <p:cNvSpPr>
                <a:spLocks noChangeArrowheads="1"/>
              </p:cNvSpPr>
              <p:nvPr/>
            </p:nvSpPr>
            <p:spPr bwMode="auto">
              <a:xfrm>
                <a:off x="4391" y="3433"/>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79" name="Oval 276"/>
              <p:cNvSpPr>
                <a:spLocks noChangeArrowheads="1"/>
              </p:cNvSpPr>
              <p:nvPr/>
            </p:nvSpPr>
            <p:spPr bwMode="auto">
              <a:xfrm>
                <a:off x="3239" y="3625"/>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80" name="Oval 277"/>
              <p:cNvSpPr>
                <a:spLocks noChangeArrowheads="1"/>
              </p:cNvSpPr>
              <p:nvPr/>
            </p:nvSpPr>
            <p:spPr bwMode="auto">
              <a:xfrm>
                <a:off x="4007" y="3625"/>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81" name="Oval 278"/>
              <p:cNvSpPr>
                <a:spLocks noChangeArrowheads="1"/>
              </p:cNvSpPr>
              <p:nvPr/>
            </p:nvSpPr>
            <p:spPr bwMode="auto">
              <a:xfrm>
                <a:off x="3047" y="3433"/>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82" name="Oval 279"/>
              <p:cNvSpPr>
                <a:spLocks noChangeArrowheads="1"/>
              </p:cNvSpPr>
              <p:nvPr/>
            </p:nvSpPr>
            <p:spPr bwMode="auto">
              <a:xfrm>
                <a:off x="3239" y="381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83" name="Oval 280"/>
              <p:cNvSpPr>
                <a:spLocks noChangeArrowheads="1"/>
              </p:cNvSpPr>
              <p:nvPr/>
            </p:nvSpPr>
            <p:spPr bwMode="auto">
              <a:xfrm>
                <a:off x="3431" y="381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84" name="Oval 281"/>
              <p:cNvSpPr>
                <a:spLocks noChangeArrowheads="1"/>
              </p:cNvSpPr>
              <p:nvPr/>
            </p:nvSpPr>
            <p:spPr bwMode="auto">
              <a:xfrm>
                <a:off x="3623" y="381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85" name="Oval 282"/>
              <p:cNvSpPr>
                <a:spLocks noChangeArrowheads="1"/>
              </p:cNvSpPr>
              <p:nvPr/>
            </p:nvSpPr>
            <p:spPr bwMode="auto">
              <a:xfrm>
                <a:off x="3815" y="381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86" name="Oval 283"/>
              <p:cNvSpPr>
                <a:spLocks noChangeArrowheads="1"/>
              </p:cNvSpPr>
              <p:nvPr/>
            </p:nvSpPr>
            <p:spPr bwMode="auto">
              <a:xfrm>
                <a:off x="4007" y="3817"/>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0487" name="Text Box 284"/>
            <p:cNvSpPr txBox="1">
              <a:spLocks noChangeArrowheads="1"/>
            </p:cNvSpPr>
            <p:nvPr/>
          </p:nvSpPr>
          <p:spPr bwMode="auto">
            <a:xfrm>
              <a:off x="1562" y="1986"/>
              <a:ext cx="996" cy="25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输入图像</a:t>
              </a:r>
            </a:p>
          </p:txBody>
        </p:sp>
        <p:sp>
          <p:nvSpPr>
            <p:cNvPr id="1050488" name="Text Box 285"/>
            <p:cNvSpPr txBox="1">
              <a:spLocks noChangeArrowheads="1"/>
            </p:cNvSpPr>
            <p:nvPr/>
          </p:nvSpPr>
          <p:spPr bwMode="auto">
            <a:xfrm>
              <a:off x="3535" y="1969"/>
              <a:ext cx="1717" cy="25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(b)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膨胀</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弱连通外边界</a:t>
              </a:r>
            </a:p>
          </p:txBody>
        </p:sp>
        <p:sp>
          <p:nvSpPr>
            <p:cNvPr id="1050489" name="Text Box 286"/>
            <p:cNvSpPr txBox="1">
              <a:spLocks noChangeArrowheads="1"/>
            </p:cNvSpPr>
            <p:nvPr/>
          </p:nvSpPr>
          <p:spPr bwMode="auto">
            <a:xfrm>
              <a:off x="1344" y="3888"/>
              <a:ext cx="1681" cy="25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(c)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腐蚀</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弱连通内边界</a:t>
              </a:r>
            </a:p>
          </p:txBody>
        </p:sp>
        <p:sp>
          <p:nvSpPr>
            <p:cNvPr id="1050490" name="Text Box 287"/>
            <p:cNvSpPr txBox="1">
              <a:spLocks noChangeArrowheads="1"/>
            </p:cNvSpPr>
            <p:nvPr/>
          </p:nvSpPr>
          <p:spPr bwMode="auto">
            <a:xfrm>
              <a:off x="3744" y="3936"/>
              <a:ext cx="1176" cy="25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latin typeface="Times New Roman" panose="02020603050405020304" pitchFamily="18" charset="0"/>
                  <a:ea typeface="黑体" panose="02010609060101010101" pitchFamily="49" charset="-122"/>
                  <a:cs typeface="Times New Roman" panose="02020603050405020304" pitchFamily="18" charset="0"/>
                </a:rPr>
                <a:t>(d) </a:t>
              </a:r>
              <a:r>
                <a:rPr lang="zh-CN" altLang="en-US" sz="2000">
                  <a:latin typeface="Times New Roman" panose="02020603050405020304" pitchFamily="18" charset="0"/>
                  <a:ea typeface="黑体" panose="02010609060101010101" pitchFamily="49" charset="-122"/>
                  <a:cs typeface="Times New Roman" panose="02020603050405020304" pitchFamily="18" charset="0"/>
                </a:rPr>
                <a:t>形态学梯度</a:t>
              </a:r>
            </a:p>
          </p:txBody>
        </p:sp>
      </p:grpSp>
      <p:grpSp>
        <p:nvGrpSpPr>
          <p:cNvPr id="356" name="Group 289"/>
          <p:cNvGrpSpPr/>
          <p:nvPr/>
        </p:nvGrpSpPr>
        <p:grpSpPr bwMode="auto">
          <a:xfrm>
            <a:off x="1905000" y="4038600"/>
            <a:ext cx="1371600" cy="1219200"/>
            <a:chOff x="240" y="2544"/>
            <a:chExt cx="864" cy="768"/>
          </a:xfrm>
        </p:grpSpPr>
        <p:grpSp>
          <p:nvGrpSpPr>
            <p:cNvPr id="357" name="Group 290"/>
            <p:cNvGrpSpPr/>
            <p:nvPr/>
          </p:nvGrpSpPr>
          <p:grpSpPr bwMode="auto">
            <a:xfrm>
              <a:off x="240" y="2544"/>
              <a:ext cx="864" cy="768"/>
              <a:chOff x="4103" y="2758"/>
              <a:chExt cx="864" cy="768"/>
            </a:xfrm>
          </p:grpSpPr>
          <p:grpSp>
            <p:nvGrpSpPr>
              <p:cNvPr id="358" name="Group 291"/>
              <p:cNvGrpSpPr/>
              <p:nvPr/>
            </p:nvGrpSpPr>
            <p:grpSpPr bwMode="auto">
              <a:xfrm>
                <a:off x="4103" y="2758"/>
                <a:ext cx="864" cy="768"/>
                <a:chOff x="4080" y="2736"/>
                <a:chExt cx="864" cy="768"/>
              </a:xfrm>
            </p:grpSpPr>
            <p:sp>
              <p:nvSpPr>
                <p:cNvPr id="1050491" name="Line 292"/>
                <p:cNvSpPr>
                  <a:spLocks noChangeShapeType="1"/>
                </p:cNvSpPr>
                <p:nvPr/>
              </p:nvSpPr>
              <p:spPr bwMode="auto">
                <a:xfrm>
                  <a:off x="4080" y="3120"/>
                  <a:ext cx="864"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0492" name="Line 293"/>
                <p:cNvSpPr>
                  <a:spLocks noChangeShapeType="1"/>
                </p:cNvSpPr>
                <p:nvPr/>
              </p:nvSpPr>
              <p:spPr bwMode="auto">
                <a:xfrm flipV="1">
                  <a:off x="4464" y="2736"/>
                  <a:ext cx="0" cy="768"/>
                </a:xfrm>
                <a:prstGeom prst="line">
                  <a:avLst/>
                </a:prstGeom>
                <a:noFill/>
                <a:ln w="9525">
                  <a:solidFill>
                    <a:schemeClr val="tx1"/>
                  </a:solidFill>
                  <a:miter lim="800000"/>
                  <a:headEnd/>
                  <a:tailEnd type="triangle" w="med" len="med"/>
                </a:ln>
                <a:effectLst/>
              </p:spPr>
              <p:txBody>
                <a:bodyPr wrap="none"/>
                <a:lstStyle/>
                <a:p>
                  <a:endParaRPr lang="zh-CN" altLang="en-US"/>
                </a:p>
              </p:txBody>
            </p:sp>
          </p:grpSp>
          <p:sp>
            <p:nvSpPr>
              <p:cNvPr id="1050493" name="Line 294"/>
              <p:cNvSpPr>
                <a:spLocks noChangeShapeType="1"/>
              </p:cNvSpPr>
              <p:nvPr/>
            </p:nvSpPr>
            <p:spPr bwMode="auto">
              <a:xfrm>
                <a:off x="4176" y="2979"/>
                <a:ext cx="624" cy="0"/>
              </a:xfrm>
              <a:prstGeom prst="line">
                <a:avLst/>
              </a:prstGeom>
              <a:noFill/>
              <a:ln w="9525">
                <a:solidFill>
                  <a:schemeClr val="tx1"/>
                </a:solidFill>
                <a:miter lim="800000"/>
                <a:headEnd/>
                <a:tailEnd/>
              </a:ln>
              <a:effectLst/>
            </p:spPr>
            <p:txBody>
              <a:bodyPr wrap="none"/>
              <a:lstStyle/>
              <a:p>
                <a:endParaRPr lang="zh-CN" altLang="en-US"/>
              </a:p>
            </p:txBody>
          </p:sp>
          <p:sp>
            <p:nvSpPr>
              <p:cNvPr id="1050494" name="Line 295"/>
              <p:cNvSpPr>
                <a:spLocks noChangeShapeType="1"/>
              </p:cNvSpPr>
              <p:nvPr/>
            </p:nvSpPr>
            <p:spPr bwMode="auto">
              <a:xfrm>
                <a:off x="4176" y="3309"/>
                <a:ext cx="624" cy="0"/>
              </a:xfrm>
              <a:prstGeom prst="line">
                <a:avLst/>
              </a:prstGeom>
              <a:noFill/>
              <a:ln w="9525">
                <a:solidFill>
                  <a:schemeClr val="tx1"/>
                </a:solidFill>
                <a:miter lim="800000"/>
                <a:headEnd/>
                <a:tailEnd/>
              </a:ln>
              <a:effectLst/>
            </p:spPr>
            <p:txBody>
              <a:bodyPr wrap="none"/>
              <a:lstStyle/>
              <a:p>
                <a:endParaRPr lang="zh-CN" altLang="en-US"/>
              </a:p>
            </p:txBody>
          </p:sp>
          <p:sp>
            <p:nvSpPr>
              <p:cNvPr id="1050495" name="Line 296"/>
              <p:cNvSpPr>
                <a:spLocks noChangeShapeType="1"/>
              </p:cNvSpPr>
              <p:nvPr/>
            </p:nvSpPr>
            <p:spPr bwMode="auto">
              <a:xfrm>
                <a:off x="4320" y="2832"/>
                <a:ext cx="0" cy="624"/>
              </a:xfrm>
              <a:prstGeom prst="line">
                <a:avLst/>
              </a:prstGeom>
              <a:noFill/>
              <a:ln w="9525">
                <a:solidFill>
                  <a:schemeClr val="tx1"/>
                </a:solidFill>
                <a:miter lim="800000"/>
                <a:headEnd/>
                <a:tailEnd/>
              </a:ln>
              <a:effectLst/>
            </p:spPr>
            <p:txBody>
              <a:bodyPr wrap="none"/>
              <a:lstStyle/>
              <a:p>
                <a:endParaRPr lang="zh-CN" altLang="en-US"/>
              </a:p>
            </p:txBody>
          </p:sp>
          <p:sp>
            <p:nvSpPr>
              <p:cNvPr id="1050496" name="Line 297"/>
              <p:cNvSpPr>
                <a:spLocks noChangeShapeType="1"/>
              </p:cNvSpPr>
              <p:nvPr/>
            </p:nvSpPr>
            <p:spPr bwMode="auto">
              <a:xfrm>
                <a:off x="4666" y="2832"/>
                <a:ext cx="0" cy="624"/>
              </a:xfrm>
              <a:prstGeom prst="line">
                <a:avLst/>
              </a:prstGeom>
              <a:noFill/>
              <a:ln w="9525">
                <a:solidFill>
                  <a:schemeClr val="tx1"/>
                </a:solidFill>
                <a:miter lim="800000"/>
                <a:headEnd/>
                <a:tailEnd/>
              </a:ln>
              <a:effectLst/>
            </p:spPr>
            <p:txBody>
              <a:bodyPr wrap="none"/>
              <a:lstStyle/>
              <a:p>
                <a:endParaRPr lang="zh-CN" altLang="en-US"/>
              </a:p>
            </p:txBody>
          </p:sp>
        </p:grpSp>
        <p:grpSp>
          <p:nvGrpSpPr>
            <p:cNvPr id="359" name="Group 298"/>
            <p:cNvGrpSpPr/>
            <p:nvPr/>
          </p:nvGrpSpPr>
          <p:grpSpPr bwMode="auto">
            <a:xfrm>
              <a:off x="435" y="2745"/>
              <a:ext cx="389" cy="372"/>
              <a:chOff x="435" y="2745"/>
              <a:chExt cx="389" cy="372"/>
            </a:xfrm>
          </p:grpSpPr>
          <p:sp>
            <p:nvSpPr>
              <p:cNvPr id="1050497" name="Oval 299"/>
              <p:cNvSpPr>
                <a:spLocks noChangeArrowheads="1"/>
              </p:cNvSpPr>
              <p:nvPr/>
            </p:nvSpPr>
            <p:spPr bwMode="auto">
              <a:xfrm>
                <a:off x="608" y="2745"/>
                <a:ext cx="43" cy="41"/>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98" name="Oval 300"/>
              <p:cNvSpPr>
                <a:spLocks noChangeArrowheads="1"/>
              </p:cNvSpPr>
              <p:nvPr/>
            </p:nvSpPr>
            <p:spPr bwMode="auto">
              <a:xfrm>
                <a:off x="435" y="2910"/>
                <a:ext cx="43" cy="42"/>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499" name="Oval 301"/>
              <p:cNvSpPr>
                <a:spLocks noChangeArrowheads="1"/>
              </p:cNvSpPr>
              <p:nvPr/>
            </p:nvSpPr>
            <p:spPr bwMode="auto">
              <a:xfrm>
                <a:off x="608" y="2910"/>
                <a:ext cx="43" cy="42"/>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00" name="Oval 302"/>
              <p:cNvSpPr>
                <a:spLocks noChangeArrowheads="1"/>
              </p:cNvSpPr>
              <p:nvPr/>
            </p:nvSpPr>
            <p:spPr bwMode="auto">
              <a:xfrm>
                <a:off x="780" y="2910"/>
                <a:ext cx="44" cy="42"/>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01" name="Oval 303"/>
              <p:cNvSpPr>
                <a:spLocks noChangeArrowheads="1"/>
              </p:cNvSpPr>
              <p:nvPr/>
            </p:nvSpPr>
            <p:spPr bwMode="auto">
              <a:xfrm>
                <a:off x="608" y="3076"/>
                <a:ext cx="43" cy="41"/>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sp>
        <p:nvSpPr>
          <p:cNvPr id="1050502"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2.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边界检测</a:t>
            </a:r>
          </a:p>
        </p:txBody>
      </p:sp>
      <p:sp>
        <p:nvSpPr>
          <p:cNvPr id="1050503" name="TextBox 27"/>
          <p:cNvSpPr txBox="1"/>
          <p:nvPr/>
        </p:nvSpPr>
        <p:spPr>
          <a:xfrm>
            <a:off x="1012825" y="177800"/>
            <a:ext cx="49072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三、二值图像的形态学处理</a:t>
            </a:r>
          </a:p>
        </p:txBody>
      </p:sp>
      <p:sp>
        <p:nvSpPr>
          <p:cNvPr id="1050504"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0505" name="Text Box 383"/>
          <p:cNvSpPr txBox="1">
            <a:spLocks noChangeArrowheads="1"/>
          </p:cNvSpPr>
          <p:nvPr/>
        </p:nvSpPr>
        <p:spPr bwMode="auto">
          <a:xfrm>
            <a:off x="989013" y="1893888"/>
            <a:ext cx="2411412" cy="784861"/>
          </a:xfrm>
          <a:prstGeom prst="rect">
            <a:avLst/>
          </a:prstGeom>
          <a:noFill/>
          <a:ln>
            <a:noFill/>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dirty="0">
                <a:ea typeface="黑体" panose="02010609060101010101" pitchFamily="49" charset="-122"/>
              </a:rPr>
              <a:t>例：用强邻接像素模板得到弱连通边界。</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506" name="Text Box 2"/>
          <p:cNvSpPr txBox="1">
            <a:spLocks noChangeArrowheads="1"/>
          </p:cNvSpPr>
          <p:nvPr/>
        </p:nvSpPr>
        <p:spPr bwMode="auto">
          <a:xfrm>
            <a:off x="1487488" y="1589088"/>
            <a:ext cx="7391400" cy="1280160"/>
          </a:xfrm>
          <a:prstGeom prst="rect">
            <a:avLst/>
          </a:prstGeom>
          <a:noFill/>
          <a:ln>
            <a:noFill/>
          </a:ln>
          <a:effectLst/>
        </p:spPr>
        <p:txBody>
          <a:bodyPr>
            <a:spAutoFit/>
          </a:bodyPr>
          <a:lstStyle/>
          <a:p>
            <a:pPr marL="342900" indent="-342900" eaLnBrk="1" hangingPunct="1">
              <a:lnSpc>
                <a:spcPct val="130000"/>
              </a:lnSpc>
              <a:buFont typeface="Arial" panose="020B0604020202020204" pitchFamily="34" charset="0"/>
              <a:buChar char="•"/>
            </a:pP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sym typeface="Wingdings 2" panose="05020102010507070707" pitchFamily="18" charset="2"/>
              </a:rPr>
              <a:t>定义：</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假设有输入图像</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a:t>
            </a: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结构元素</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，集合</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C</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，则利用</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相对</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C</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对</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作条件膨胀，可以通过将平移限制在</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C</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之内得到，其结果为：</a:t>
            </a:r>
          </a:p>
        </p:txBody>
      </p:sp>
      <p:graphicFrame>
        <p:nvGraphicFramePr>
          <p:cNvPr id="4194342" name="Object 4"/>
          <p:cNvGraphicFramePr>
            <a:graphicFrameLocks noChangeAspect="1"/>
          </p:cNvGraphicFramePr>
          <p:nvPr/>
        </p:nvGraphicFramePr>
        <p:xfrm>
          <a:off x="3252416" y="2911873"/>
          <a:ext cx="4096493" cy="399369"/>
        </p:xfrm>
        <a:graphic>
          <a:graphicData uri="http://schemas.openxmlformats.org/presentationml/2006/ole">
            <mc:AlternateContent xmlns:mc="http://schemas.openxmlformats.org/markup-compatibility/2006">
              <mc:Choice xmlns:v="urn:schemas-microsoft-com:vml" Requires="v">
                <p:oleObj name="Equation" r:id="rId2" imgW="2082800" imgH="203200" progId="Equation.3">
                  <p:embed/>
                </p:oleObj>
              </mc:Choice>
              <mc:Fallback>
                <p:oleObj name="Equation" r:id="rId2" imgW="2082800" imgH="203200" progId="Equation.3">
                  <p:embed/>
                  <p:pic>
                    <p:nvPicPr>
                      <p:cNvPr id="2097232" name="Object 4"/>
                      <p:cNvPicPr>
                        <a:picLocks noChangeAspect="1" noChangeArrowheads="1"/>
                      </p:cNvPicPr>
                      <p:nvPr/>
                    </p:nvPicPr>
                    <p:blipFill>
                      <a:blip r:embed="rId3"/>
                      <a:srcRect/>
                      <a:stretch>
                        <a:fillRect/>
                      </a:stretch>
                    </p:blipFill>
                    <p:spPr bwMode="auto">
                      <a:xfrm>
                        <a:off x="3252416" y="2911873"/>
                        <a:ext cx="4096493" cy="399369"/>
                      </a:xfrm>
                      <a:prstGeom prst="rect">
                        <a:avLst/>
                      </a:prstGeom>
                      <a:solidFill>
                        <a:srgbClr val="C0C0C0"/>
                      </a:solidFill>
                      <a:ln>
                        <a:noFill/>
                      </a:ln>
                      <a:effectLst/>
                    </p:spPr>
                  </p:pic>
                </p:oleObj>
              </mc:Fallback>
            </mc:AlternateContent>
          </a:graphicData>
        </a:graphic>
      </p:graphicFrame>
      <p:grpSp>
        <p:nvGrpSpPr>
          <p:cNvPr id="361" name="Group 43"/>
          <p:cNvGrpSpPr/>
          <p:nvPr/>
        </p:nvGrpSpPr>
        <p:grpSpPr bwMode="auto">
          <a:xfrm>
            <a:off x="2209800" y="3933825"/>
            <a:ext cx="7696200" cy="2317750"/>
            <a:chOff x="432" y="2448"/>
            <a:chExt cx="4848" cy="1460"/>
          </a:xfrm>
        </p:grpSpPr>
        <p:grpSp>
          <p:nvGrpSpPr>
            <p:cNvPr id="362" name="Group 45"/>
            <p:cNvGrpSpPr/>
            <p:nvPr/>
          </p:nvGrpSpPr>
          <p:grpSpPr bwMode="auto">
            <a:xfrm>
              <a:off x="2688" y="2496"/>
              <a:ext cx="1056" cy="1127"/>
              <a:chOff x="2544" y="2832"/>
              <a:chExt cx="1200" cy="1248"/>
            </a:xfrm>
          </p:grpSpPr>
          <p:sp>
            <p:nvSpPr>
              <p:cNvPr id="1050507" name="Rectangle 46"/>
              <p:cNvSpPr>
                <a:spLocks noChangeArrowheads="1"/>
              </p:cNvSpPr>
              <p:nvPr/>
            </p:nvSpPr>
            <p:spPr bwMode="auto">
              <a:xfrm>
                <a:off x="2544" y="3312"/>
                <a:ext cx="1200" cy="768"/>
              </a:xfrm>
              <a:prstGeom prst="rect">
                <a:avLst/>
              </a:prstGeom>
              <a:noFill/>
              <a:ln w="9525">
                <a:solidFill>
                  <a:schemeClr val="tx1"/>
                </a:solidFill>
                <a:prstDash val="dash"/>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08" name="AutoShape 47"/>
              <p:cNvSpPr>
                <a:spLocks noChangeArrowheads="1"/>
              </p:cNvSpPr>
              <p:nvPr/>
            </p:nvSpPr>
            <p:spPr bwMode="auto">
              <a:xfrm>
                <a:off x="2688" y="2832"/>
                <a:ext cx="864" cy="1056"/>
              </a:xfrm>
              <a:prstGeom prst="roundRect">
                <a:avLst>
                  <a:gd name="adj" fmla="val 16667"/>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09" name="Rectangle 48"/>
              <p:cNvSpPr>
                <a:spLocks noChangeArrowheads="1"/>
              </p:cNvSpPr>
              <p:nvPr/>
            </p:nvSpPr>
            <p:spPr bwMode="auto">
              <a:xfrm>
                <a:off x="2832" y="2976"/>
                <a:ext cx="576" cy="768"/>
              </a:xfrm>
              <a:prstGeom prst="rect">
                <a:avLst/>
              </a:prstGeom>
              <a:solidFill>
                <a:schemeClr val="bg1"/>
              </a:solidFill>
              <a:ln w="9525">
                <a:solidFill>
                  <a:schemeClr val="tx1"/>
                </a:solidFill>
                <a:prstDash val="dash"/>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363" name="Group 49"/>
            <p:cNvGrpSpPr/>
            <p:nvPr/>
          </p:nvGrpSpPr>
          <p:grpSpPr bwMode="auto">
            <a:xfrm>
              <a:off x="4224" y="2448"/>
              <a:ext cx="1056" cy="1152"/>
              <a:chOff x="4224" y="2448"/>
              <a:chExt cx="1056" cy="1152"/>
            </a:xfrm>
          </p:grpSpPr>
          <p:sp>
            <p:nvSpPr>
              <p:cNvPr id="1050510" name="AutoShape 50"/>
              <p:cNvSpPr>
                <a:spLocks noChangeArrowheads="1"/>
              </p:cNvSpPr>
              <p:nvPr/>
            </p:nvSpPr>
            <p:spPr bwMode="auto">
              <a:xfrm>
                <a:off x="4351" y="2473"/>
                <a:ext cx="760" cy="954"/>
              </a:xfrm>
              <a:prstGeom prst="roundRect">
                <a:avLst>
                  <a:gd name="adj" fmla="val 16667"/>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11" name="Rectangle 51"/>
              <p:cNvSpPr>
                <a:spLocks noChangeArrowheads="1"/>
              </p:cNvSpPr>
              <p:nvPr/>
            </p:nvSpPr>
            <p:spPr bwMode="auto">
              <a:xfrm>
                <a:off x="4308" y="2448"/>
                <a:ext cx="888" cy="458"/>
              </a:xfrm>
              <a:prstGeom prst="rect">
                <a:avLst/>
              </a:prstGeom>
              <a:solidFill>
                <a:srgbClr val="FAFAFA"/>
              </a:solid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12" name="Rectangle 52"/>
              <p:cNvSpPr>
                <a:spLocks noChangeArrowheads="1"/>
              </p:cNvSpPr>
              <p:nvPr/>
            </p:nvSpPr>
            <p:spPr bwMode="auto">
              <a:xfrm>
                <a:off x="4224" y="2906"/>
                <a:ext cx="1056" cy="694"/>
              </a:xfrm>
              <a:prstGeom prst="rect">
                <a:avLst/>
              </a:prstGeom>
              <a:noFill/>
              <a:ln w="9525">
                <a:solidFill>
                  <a:schemeClr val="tx1"/>
                </a:solidFill>
                <a:prstDash val="dash"/>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13" name="Rectangle 53"/>
              <p:cNvSpPr>
                <a:spLocks noChangeArrowheads="1"/>
              </p:cNvSpPr>
              <p:nvPr/>
            </p:nvSpPr>
            <p:spPr bwMode="auto">
              <a:xfrm>
                <a:off x="4477" y="2603"/>
                <a:ext cx="507" cy="694"/>
              </a:xfrm>
              <a:prstGeom prst="rect">
                <a:avLst/>
              </a:prstGeom>
              <a:noFill/>
              <a:ln w="9525">
                <a:solidFill>
                  <a:schemeClr val="tx1"/>
                </a:solidFill>
                <a:prstDash val="dash"/>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14" name="Line 54"/>
              <p:cNvSpPr>
                <a:spLocks noChangeShapeType="1"/>
              </p:cNvSpPr>
              <p:nvPr/>
            </p:nvSpPr>
            <p:spPr bwMode="auto">
              <a:xfrm>
                <a:off x="4351" y="2906"/>
                <a:ext cx="76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364" name="Group 55"/>
            <p:cNvGrpSpPr/>
            <p:nvPr/>
          </p:nvGrpSpPr>
          <p:grpSpPr bwMode="auto">
            <a:xfrm>
              <a:off x="1872" y="2640"/>
              <a:ext cx="507" cy="564"/>
              <a:chOff x="1872" y="2640"/>
              <a:chExt cx="507" cy="564"/>
            </a:xfrm>
          </p:grpSpPr>
          <p:sp>
            <p:nvSpPr>
              <p:cNvPr id="1050515" name="Oval 56"/>
              <p:cNvSpPr>
                <a:spLocks noChangeArrowheads="1"/>
              </p:cNvSpPr>
              <p:nvPr/>
            </p:nvSpPr>
            <p:spPr bwMode="auto">
              <a:xfrm>
                <a:off x="1957" y="2814"/>
                <a:ext cx="253" cy="260"/>
              </a:xfrm>
              <a:prstGeom prst="ellipse">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16" name="Line 57"/>
              <p:cNvSpPr>
                <a:spLocks noChangeShapeType="1"/>
              </p:cNvSpPr>
              <p:nvPr/>
            </p:nvSpPr>
            <p:spPr bwMode="auto">
              <a:xfrm>
                <a:off x="1872" y="2944"/>
                <a:ext cx="507"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0517" name="Line 58"/>
              <p:cNvSpPr>
                <a:spLocks noChangeShapeType="1"/>
              </p:cNvSpPr>
              <p:nvPr/>
            </p:nvSpPr>
            <p:spPr bwMode="auto">
              <a:xfrm flipV="1">
                <a:off x="2083" y="2640"/>
                <a:ext cx="0" cy="564"/>
              </a:xfrm>
              <a:prstGeom prst="line">
                <a:avLst/>
              </a:prstGeom>
              <a:noFill/>
              <a:ln w="9525">
                <a:solidFill>
                  <a:schemeClr val="tx1"/>
                </a:solidFill>
                <a:miter lim="800000"/>
                <a:headEnd/>
                <a:tailEnd type="triangle" w="med" len="med"/>
              </a:ln>
              <a:effectLst/>
            </p:spPr>
            <p:txBody>
              <a:bodyPr wrap="none"/>
              <a:lstStyle/>
              <a:p>
                <a:endParaRPr lang="zh-CN" altLang="en-US"/>
              </a:p>
            </p:txBody>
          </p:sp>
        </p:grpSp>
        <p:grpSp>
          <p:nvGrpSpPr>
            <p:cNvPr id="365" name="Group 59"/>
            <p:cNvGrpSpPr/>
            <p:nvPr/>
          </p:nvGrpSpPr>
          <p:grpSpPr bwMode="auto">
            <a:xfrm>
              <a:off x="432" y="2640"/>
              <a:ext cx="1056" cy="997"/>
              <a:chOff x="432" y="2640"/>
              <a:chExt cx="1056" cy="997"/>
            </a:xfrm>
          </p:grpSpPr>
          <p:sp>
            <p:nvSpPr>
              <p:cNvPr id="1050518" name="Rectangle 60"/>
              <p:cNvSpPr>
                <a:spLocks noChangeArrowheads="1"/>
              </p:cNvSpPr>
              <p:nvPr/>
            </p:nvSpPr>
            <p:spPr bwMode="auto">
              <a:xfrm>
                <a:off x="728" y="2640"/>
                <a:ext cx="507" cy="694"/>
              </a:xfrm>
              <a:prstGeom prst="rect">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en-US"/>
              </a:p>
            </p:txBody>
          </p:sp>
          <p:sp>
            <p:nvSpPr>
              <p:cNvPr id="1050519" name="Rectangle 61"/>
              <p:cNvSpPr>
                <a:spLocks noChangeArrowheads="1"/>
              </p:cNvSpPr>
              <p:nvPr/>
            </p:nvSpPr>
            <p:spPr bwMode="auto">
              <a:xfrm>
                <a:off x="432" y="2943"/>
                <a:ext cx="1056" cy="694"/>
              </a:xfrm>
              <a:prstGeom prst="rect">
                <a:avLst/>
              </a:prstGeom>
              <a:no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20" name="Text Box 62"/>
              <p:cNvSpPr txBox="1">
                <a:spLocks noChangeArrowheads="1"/>
              </p:cNvSpPr>
              <p:nvPr/>
            </p:nvSpPr>
            <p:spPr bwMode="auto">
              <a:xfrm>
                <a:off x="474" y="3232"/>
                <a:ext cx="233" cy="25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dirty="0">
                    <a:latin typeface="Times New Roman" panose="02020603050405020304" pitchFamily="18" charset="0"/>
                    <a:cs typeface="Times New Roman" panose="02020603050405020304" pitchFamily="18" charset="0"/>
                  </a:rPr>
                  <a:t>C</a:t>
                </a:r>
              </a:p>
            </p:txBody>
          </p:sp>
          <p:sp>
            <p:nvSpPr>
              <p:cNvPr id="1050521" name="Text Box 63"/>
              <p:cNvSpPr txBox="1">
                <a:spLocks noChangeArrowheads="1"/>
              </p:cNvSpPr>
              <p:nvPr/>
            </p:nvSpPr>
            <p:spPr bwMode="auto">
              <a:xfrm>
                <a:off x="728" y="2640"/>
                <a:ext cx="215" cy="25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dirty="0">
                    <a:latin typeface="Times New Roman" panose="02020603050405020304" pitchFamily="18" charset="0"/>
                    <a:cs typeface="Times New Roman" panose="02020603050405020304" pitchFamily="18" charset="0"/>
                  </a:rPr>
                  <a:t>A</a:t>
                </a:r>
              </a:p>
            </p:txBody>
          </p:sp>
        </p:grpSp>
        <p:sp>
          <p:nvSpPr>
            <p:cNvPr id="1050522" name="Text Box 64"/>
            <p:cNvSpPr txBox="1">
              <a:spLocks noChangeArrowheads="1"/>
            </p:cNvSpPr>
            <p:nvPr/>
          </p:nvSpPr>
          <p:spPr bwMode="auto">
            <a:xfrm>
              <a:off x="1920" y="3264"/>
              <a:ext cx="215" cy="25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dirty="0">
                  <a:latin typeface="Times New Roman" panose="02020603050405020304" pitchFamily="18" charset="0"/>
                  <a:cs typeface="Times New Roman" panose="02020603050405020304" pitchFamily="18" charset="0"/>
                </a:rPr>
                <a:t>B</a:t>
              </a:r>
            </a:p>
          </p:txBody>
        </p:sp>
        <p:graphicFrame>
          <p:nvGraphicFramePr>
            <p:cNvPr id="4194343" name="Object 65"/>
            <p:cNvGraphicFramePr>
              <a:graphicFrameLocks noChangeAspect="1"/>
            </p:cNvGraphicFramePr>
            <p:nvPr/>
          </p:nvGraphicFramePr>
          <p:xfrm>
            <a:off x="2832" y="3696"/>
            <a:ext cx="502" cy="212"/>
          </p:xfrm>
          <a:graphic>
            <a:graphicData uri="http://schemas.openxmlformats.org/presentationml/2006/ole">
              <mc:AlternateContent xmlns:mc="http://schemas.openxmlformats.org/markup-compatibility/2006">
                <mc:Choice xmlns:v="urn:schemas-microsoft-com:vml" Requires="v">
                  <p:oleObj name="Microsoft Equation 3.0" r:id="rId4" imgW="418918" imgH="177723" progId="Equation.3">
                    <p:embed/>
                  </p:oleObj>
                </mc:Choice>
                <mc:Fallback>
                  <p:oleObj name="Microsoft Equation 3.0" r:id="rId4" imgW="418918" imgH="177723" progId="Equation.3">
                    <p:embed/>
                    <p:pic>
                      <p:nvPicPr>
                        <p:cNvPr id="2097233" name="Object 65"/>
                        <p:cNvPicPr>
                          <a:picLocks noChangeAspect="1" noChangeArrowheads="1"/>
                        </p:cNvPicPr>
                        <p:nvPr/>
                      </p:nvPicPr>
                      <p:blipFill>
                        <a:blip r:embed="rId5"/>
                        <a:srcRect/>
                        <a:stretch>
                          <a:fillRect/>
                        </a:stretch>
                      </p:blipFill>
                      <p:spPr bwMode="auto">
                        <a:xfrm>
                          <a:off x="2832" y="3696"/>
                          <a:ext cx="502" cy="212"/>
                        </a:xfrm>
                        <a:prstGeom prst="rect">
                          <a:avLst/>
                        </a:prstGeom>
                        <a:noFill/>
                        <a:ln>
                          <a:noFill/>
                        </a:ln>
                        <a:effectLst/>
                      </p:spPr>
                    </p:pic>
                  </p:oleObj>
                </mc:Fallback>
              </mc:AlternateContent>
            </a:graphicData>
          </a:graphic>
        </p:graphicFrame>
        <p:graphicFrame>
          <p:nvGraphicFramePr>
            <p:cNvPr id="4194344" name="Object 66"/>
            <p:cNvGraphicFramePr>
              <a:graphicFrameLocks noChangeAspect="1"/>
            </p:cNvGraphicFramePr>
            <p:nvPr/>
          </p:nvGraphicFramePr>
          <p:xfrm>
            <a:off x="4368" y="3672"/>
            <a:ext cx="689" cy="201"/>
          </p:xfrm>
          <a:graphic>
            <a:graphicData uri="http://schemas.openxmlformats.org/presentationml/2006/ole">
              <mc:AlternateContent xmlns:mc="http://schemas.openxmlformats.org/markup-compatibility/2006">
                <mc:Choice xmlns:v="urn:schemas-microsoft-com:vml" Requires="v">
                  <p:oleObj name="Equation" r:id="rId6" imgW="609336" imgH="177723" progId="Equation.3">
                    <p:embed/>
                  </p:oleObj>
                </mc:Choice>
                <mc:Fallback>
                  <p:oleObj name="Equation" r:id="rId6" imgW="609336" imgH="177723" progId="Equation.3">
                    <p:embed/>
                    <p:pic>
                      <p:nvPicPr>
                        <p:cNvPr id="2097234" name="Object 66"/>
                        <p:cNvPicPr>
                          <a:picLocks noChangeAspect="1" noChangeArrowheads="1"/>
                        </p:cNvPicPr>
                        <p:nvPr/>
                      </p:nvPicPr>
                      <p:blipFill>
                        <a:blip r:embed="rId7"/>
                        <a:srcRect/>
                        <a:stretch>
                          <a:fillRect/>
                        </a:stretch>
                      </p:blipFill>
                      <p:spPr bwMode="auto">
                        <a:xfrm>
                          <a:off x="4368" y="3672"/>
                          <a:ext cx="689" cy="201"/>
                        </a:xfrm>
                        <a:prstGeom prst="rect">
                          <a:avLst/>
                        </a:prstGeom>
                        <a:noFill/>
                        <a:ln>
                          <a:noFill/>
                        </a:ln>
                        <a:effectLst/>
                      </p:spPr>
                    </p:pic>
                  </p:oleObj>
                </mc:Fallback>
              </mc:AlternateContent>
            </a:graphicData>
          </a:graphic>
        </p:graphicFrame>
      </p:grpSp>
      <p:sp>
        <p:nvSpPr>
          <p:cNvPr id="1050523" name="TextBox 27"/>
          <p:cNvSpPr txBox="1"/>
          <p:nvPr/>
        </p:nvSpPr>
        <p:spPr>
          <a:xfrm>
            <a:off x="1012825" y="177800"/>
            <a:ext cx="49072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三、二值图像的形态学处理</a:t>
            </a:r>
          </a:p>
        </p:txBody>
      </p:sp>
      <p:sp>
        <p:nvSpPr>
          <p:cNvPr id="1050524"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0525"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3.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条件膨胀</a:t>
            </a:r>
          </a:p>
        </p:txBody>
      </p:sp>
      <mc:AlternateContent xmlns:mc="http://schemas.openxmlformats.org/markup-compatibility/2006" xmlns:p14="http://schemas.microsoft.com/office/powerpoint/2010/main">
        <mc:Choice Requires="p14">
          <p:contentPart p14:bwMode="auto" r:id="rId8">
            <p14:nvContentPartPr>
              <p14:cNvPr id="1053557" name="墨迹 1053556"/>
              <p14:cNvContentPartPr/>
              <p14:nvPr/>
            </p14:nvContentPartPr>
            <p14:xfrm>
              <a:off x="5249374" y="2457207"/>
              <a:ext cx="2178351" cy="25117"/>
            </p14:xfrm>
          </p:contentPart>
        </mc:Choice>
        <mc:Fallback xmlns="">
          <p:sp>
            <p:nvSpPr>
              <p:cNvPr id="1053557" name=""/>
              <p:cNvSpPr/>
              <p:nvPr/>
            </p:nvSpPr>
            <p:spPr>
              <a:xfrm>
                <a:off x="5249374" y="2457207"/>
                <a:ext cx="2178351" cy="25117"/>
              </a:xfrm>
            </p:spPr>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7" name="Group 105"/>
          <p:cNvGrpSpPr/>
          <p:nvPr/>
        </p:nvGrpSpPr>
        <p:grpSpPr bwMode="auto">
          <a:xfrm>
            <a:off x="2601913" y="3106738"/>
            <a:ext cx="6553200" cy="2378075"/>
            <a:chOff x="624" y="2592"/>
            <a:chExt cx="4128" cy="1498"/>
          </a:xfrm>
        </p:grpSpPr>
        <p:grpSp>
          <p:nvGrpSpPr>
            <p:cNvPr id="368" name="Group 30"/>
            <p:cNvGrpSpPr/>
            <p:nvPr/>
          </p:nvGrpSpPr>
          <p:grpSpPr bwMode="auto">
            <a:xfrm>
              <a:off x="720" y="2592"/>
              <a:ext cx="1920" cy="1200"/>
              <a:chOff x="720" y="1584"/>
              <a:chExt cx="1920" cy="1200"/>
            </a:xfrm>
          </p:grpSpPr>
          <p:grpSp>
            <p:nvGrpSpPr>
              <p:cNvPr id="369" name="Group 31"/>
              <p:cNvGrpSpPr/>
              <p:nvPr/>
            </p:nvGrpSpPr>
            <p:grpSpPr bwMode="auto">
              <a:xfrm>
                <a:off x="720" y="1584"/>
                <a:ext cx="1920" cy="1200"/>
                <a:chOff x="720" y="1584"/>
                <a:chExt cx="1920" cy="1200"/>
              </a:xfrm>
            </p:grpSpPr>
            <p:grpSp>
              <p:nvGrpSpPr>
                <p:cNvPr id="370" name="Group 32"/>
                <p:cNvGrpSpPr/>
                <p:nvPr/>
              </p:nvGrpSpPr>
              <p:grpSpPr bwMode="auto">
                <a:xfrm>
                  <a:off x="720" y="1680"/>
                  <a:ext cx="1920" cy="960"/>
                  <a:chOff x="720" y="1680"/>
                  <a:chExt cx="1920" cy="960"/>
                </a:xfrm>
              </p:grpSpPr>
              <p:sp>
                <p:nvSpPr>
                  <p:cNvPr id="1050526" name="Line 33"/>
                  <p:cNvSpPr>
                    <a:spLocks noChangeShapeType="1"/>
                  </p:cNvSpPr>
                  <p:nvPr/>
                </p:nvSpPr>
                <p:spPr bwMode="auto">
                  <a:xfrm>
                    <a:off x="720" y="1680"/>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527" name="Line 34"/>
                  <p:cNvSpPr>
                    <a:spLocks noChangeShapeType="1"/>
                  </p:cNvSpPr>
                  <p:nvPr/>
                </p:nvSpPr>
                <p:spPr bwMode="auto">
                  <a:xfrm>
                    <a:off x="720" y="187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528" name="Line 35"/>
                  <p:cNvSpPr>
                    <a:spLocks noChangeShapeType="1"/>
                  </p:cNvSpPr>
                  <p:nvPr/>
                </p:nvSpPr>
                <p:spPr bwMode="auto">
                  <a:xfrm>
                    <a:off x="720" y="225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529" name="Line 36"/>
                  <p:cNvSpPr>
                    <a:spLocks noChangeShapeType="1"/>
                  </p:cNvSpPr>
                  <p:nvPr/>
                </p:nvSpPr>
                <p:spPr bwMode="auto">
                  <a:xfrm>
                    <a:off x="720" y="2064"/>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530" name="Line 37"/>
                  <p:cNvSpPr>
                    <a:spLocks noChangeShapeType="1"/>
                  </p:cNvSpPr>
                  <p:nvPr/>
                </p:nvSpPr>
                <p:spPr bwMode="auto">
                  <a:xfrm>
                    <a:off x="720" y="244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531" name="Line 38"/>
                  <p:cNvSpPr>
                    <a:spLocks noChangeShapeType="1"/>
                  </p:cNvSpPr>
                  <p:nvPr/>
                </p:nvSpPr>
                <p:spPr bwMode="auto">
                  <a:xfrm>
                    <a:off x="720" y="2640"/>
                    <a:ext cx="192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371" name="Group 39"/>
                <p:cNvGrpSpPr/>
                <p:nvPr/>
              </p:nvGrpSpPr>
              <p:grpSpPr bwMode="auto">
                <a:xfrm>
                  <a:off x="816" y="1584"/>
                  <a:ext cx="1728" cy="1200"/>
                  <a:chOff x="576" y="1680"/>
                  <a:chExt cx="1728" cy="1920"/>
                </a:xfrm>
              </p:grpSpPr>
              <p:sp>
                <p:nvSpPr>
                  <p:cNvPr id="1050532" name="Line 40"/>
                  <p:cNvSpPr>
                    <a:spLocks noChangeShapeType="1"/>
                  </p:cNvSpPr>
                  <p:nvPr/>
                </p:nvSpPr>
                <p:spPr bwMode="auto">
                  <a:xfrm>
                    <a:off x="57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533" name="Line 41"/>
                  <p:cNvSpPr>
                    <a:spLocks noChangeShapeType="1"/>
                  </p:cNvSpPr>
                  <p:nvPr/>
                </p:nvSpPr>
                <p:spPr bwMode="auto">
                  <a:xfrm>
                    <a:off x="76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534" name="Line 42"/>
                  <p:cNvSpPr>
                    <a:spLocks noChangeShapeType="1"/>
                  </p:cNvSpPr>
                  <p:nvPr/>
                </p:nvSpPr>
                <p:spPr bwMode="auto">
                  <a:xfrm>
                    <a:off x="96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535" name="Line 43"/>
                  <p:cNvSpPr>
                    <a:spLocks noChangeShapeType="1"/>
                  </p:cNvSpPr>
                  <p:nvPr/>
                </p:nvSpPr>
                <p:spPr bwMode="auto">
                  <a:xfrm>
                    <a:off x="115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536" name="Line 44"/>
                  <p:cNvSpPr>
                    <a:spLocks noChangeShapeType="1"/>
                  </p:cNvSpPr>
                  <p:nvPr/>
                </p:nvSpPr>
                <p:spPr bwMode="auto">
                  <a:xfrm>
                    <a:off x="1344"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537" name="Line 45"/>
                  <p:cNvSpPr>
                    <a:spLocks noChangeShapeType="1"/>
                  </p:cNvSpPr>
                  <p:nvPr/>
                </p:nvSpPr>
                <p:spPr bwMode="auto">
                  <a:xfrm>
                    <a:off x="153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538" name="Line 46"/>
                  <p:cNvSpPr>
                    <a:spLocks noChangeShapeType="1"/>
                  </p:cNvSpPr>
                  <p:nvPr/>
                </p:nvSpPr>
                <p:spPr bwMode="auto">
                  <a:xfrm>
                    <a:off x="172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539" name="Line 47"/>
                  <p:cNvSpPr>
                    <a:spLocks noChangeShapeType="1"/>
                  </p:cNvSpPr>
                  <p:nvPr/>
                </p:nvSpPr>
                <p:spPr bwMode="auto">
                  <a:xfrm>
                    <a:off x="192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540" name="Line 48"/>
                  <p:cNvSpPr>
                    <a:spLocks noChangeShapeType="1"/>
                  </p:cNvSpPr>
                  <p:nvPr/>
                </p:nvSpPr>
                <p:spPr bwMode="auto">
                  <a:xfrm>
                    <a:off x="211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541" name="Line 49"/>
                  <p:cNvSpPr>
                    <a:spLocks noChangeShapeType="1"/>
                  </p:cNvSpPr>
                  <p:nvPr/>
                </p:nvSpPr>
                <p:spPr bwMode="auto">
                  <a:xfrm>
                    <a:off x="2304" y="1680"/>
                    <a:ext cx="0" cy="1920"/>
                  </a:xfrm>
                  <a:prstGeom prst="line">
                    <a:avLst/>
                  </a:prstGeom>
                  <a:noFill/>
                  <a:ln w="9525">
                    <a:solidFill>
                      <a:schemeClr val="tx1"/>
                    </a:solidFill>
                    <a:miter lim="800000"/>
                    <a:headEnd/>
                    <a:tailEnd/>
                  </a:ln>
                  <a:effectLst/>
                </p:spPr>
                <p:txBody>
                  <a:bodyPr wrap="none"/>
                  <a:lstStyle/>
                  <a:p>
                    <a:endParaRPr lang="zh-CN" altLang="en-US"/>
                  </a:p>
                </p:txBody>
              </p:sp>
            </p:grpSp>
          </p:grpSp>
          <p:grpSp>
            <p:nvGrpSpPr>
              <p:cNvPr id="372" name="Group 50"/>
              <p:cNvGrpSpPr/>
              <p:nvPr/>
            </p:nvGrpSpPr>
            <p:grpSpPr bwMode="auto">
              <a:xfrm>
                <a:off x="791" y="1654"/>
                <a:ext cx="1776" cy="1008"/>
                <a:chOff x="791" y="1654"/>
                <a:chExt cx="1776" cy="1008"/>
              </a:xfrm>
            </p:grpSpPr>
            <p:sp>
              <p:nvSpPr>
                <p:cNvPr id="1050542" name="Oval 51"/>
                <p:cNvSpPr>
                  <a:spLocks noChangeArrowheads="1"/>
                </p:cNvSpPr>
                <p:nvPr/>
              </p:nvSpPr>
              <p:spPr bwMode="auto">
                <a:xfrm>
                  <a:off x="1559" y="184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43" name="Oval 52"/>
                <p:cNvSpPr>
                  <a:spLocks noChangeArrowheads="1"/>
                </p:cNvSpPr>
                <p:nvPr/>
              </p:nvSpPr>
              <p:spPr bwMode="auto">
                <a:xfrm>
                  <a:off x="1751" y="18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44" name="Oval 53"/>
                <p:cNvSpPr>
                  <a:spLocks noChangeArrowheads="1"/>
                </p:cNvSpPr>
                <p:nvPr/>
              </p:nvSpPr>
              <p:spPr bwMode="auto">
                <a:xfrm>
                  <a:off x="1751" y="16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45" name="Oval 54"/>
                <p:cNvSpPr>
                  <a:spLocks noChangeArrowheads="1"/>
                </p:cNvSpPr>
                <p:nvPr/>
              </p:nvSpPr>
              <p:spPr bwMode="auto">
                <a:xfrm>
                  <a:off x="1559" y="203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46" name="Oval 55"/>
                <p:cNvSpPr>
                  <a:spLocks noChangeArrowheads="1"/>
                </p:cNvSpPr>
                <p:nvPr/>
              </p:nvSpPr>
              <p:spPr bwMode="auto">
                <a:xfrm>
                  <a:off x="1751" y="203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47" name="Oval 56"/>
                <p:cNvSpPr>
                  <a:spLocks noChangeArrowheads="1"/>
                </p:cNvSpPr>
                <p:nvPr/>
              </p:nvSpPr>
              <p:spPr bwMode="auto">
                <a:xfrm>
                  <a:off x="1367" y="16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48" name="Oval 57"/>
                <p:cNvSpPr>
                  <a:spLocks noChangeArrowheads="1"/>
                </p:cNvSpPr>
                <p:nvPr/>
              </p:nvSpPr>
              <p:spPr bwMode="auto">
                <a:xfrm>
                  <a:off x="1943" y="242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49" name="Oval 58"/>
                <p:cNvSpPr>
                  <a:spLocks noChangeArrowheads="1"/>
                </p:cNvSpPr>
                <p:nvPr/>
              </p:nvSpPr>
              <p:spPr bwMode="auto">
                <a:xfrm>
                  <a:off x="1943" y="223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50" name="Oval 59"/>
                <p:cNvSpPr>
                  <a:spLocks noChangeArrowheads="1"/>
                </p:cNvSpPr>
                <p:nvPr/>
              </p:nvSpPr>
              <p:spPr bwMode="auto">
                <a:xfrm>
                  <a:off x="1559" y="223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51" name="Oval 60"/>
                <p:cNvSpPr>
                  <a:spLocks noChangeArrowheads="1"/>
                </p:cNvSpPr>
                <p:nvPr/>
              </p:nvSpPr>
              <p:spPr bwMode="auto">
                <a:xfrm>
                  <a:off x="1751" y="223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52" name="Oval 61"/>
                <p:cNvSpPr>
                  <a:spLocks noChangeArrowheads="1"/>
                </p:cNvSpPr>
                <p:nvPr/>
              </p:nvSpPr>
              <p:spPr bwMode="auto">
                <a:xfrm>
                  <a:off x="1367" y="203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53" name="Oval 62"/>
                <p:cNvSpPr>
                  <a:spLocks noChangeArrowheads="1"/>
                </p:cNvSpPr>
                <p:nvPr/>
              </p:nvSpPr>
              <p:spPr bwMode="auto">
                <a:xfrm>
                  <a:off x="1367" y="18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54" name="Oval 63"/>
                <p:cNvSpPr>
                  <a:spLocks noChangeArrowheads="1"/>
                </p:cNvSpPr>
                <p:nvPr/>
              </p:nvSpPr>
              <p:spPr bwMode="auto">
                <a:xfrm>
                  <a:off x="1559" y="16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55" name="Oval 64"/>
                <p:cNvSpPr>
                  <a:spLocks noChangeArrowheads="1"/>
                </p:cNvSpPr>
                <p:nvPr/>
              </p:nvSpPr>
              <p:spPr bwMode="auto">
                <a:xfrm>
                  <a:off x="1175" y="242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56" name="Oval 65"/>
                <p:cNvSpPr>
                  <a:spLocks noChangeArrowheads="1"/>
                </p:cNvSpPr>
                <p:nvPr/>
              </p:nvSpPr>
              <p:spPr bwMode="auto">
                <a:xfrm>
                  <a:off x="1943" y="261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57" name="Oval 66"/>
                <p:cNvSpPr>
                  <a:spLocks noChangeArrowheads="1"/>
                </p:cNvSpPr>
                <p:nvPr/>
              </p:nvSpPr>
              <p:spPr bwMode="auto">
                <a:xfrm>
                  <a:off x="1559" y="242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58" name="Oval 67"/>
                <p:cNvSpPr>
                  <a:spLocks noChangeArrowheads="1"/>
                </p:cNvSpPr>
                <p:nvPr/>
              </p:nvSpPr>
              <p:spPr bwMode="auto">
                <a:xfrm>
                  <a:off x="1751" y="242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59" name="Oval 68"/>
                <p:cNvSpPr>
                  <a:spLocks noChangeArrowheads="1"/>
                </p:cNvSpPr>
                <p:nvPr/>
              </p:nvSpPr>
              <p:spPr bwMode="auto">
                <a:xfrm>
                  <a:off x="2135" y="18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60" name="Oval 69"/>
                <p:cNvSpPr>
                  <a:spLocks noChangeArrowheads="1"/>
                </p:cNvSpPr>
                <p:nvPr/>
              </p:nvSpPr>
              <p:spPr bwMode="auto">
                <a:xfrm>
                  <a:off x="2327" y="16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61" name="Oval 70"/>
                <p:cNvSpPr>
                  <a:spLocks noChangeArrowheads="1"/>
                </p:cNvSpPr>
                <p:nvPr/>
              </p:nvSpPr>
              <p:spPr bwMode="auto">
                <a:xfrm>
                  <a:off x="2519" y="16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62" name="Oval 71"/>
                <p:cNvSpPr>
                  <a:spLocks noChangeArrowheads="1"/>
                </p:cNvSpPr>
                <p:nvPr/>
              </p:nvSpPr>
              <p:spPr bwMode="auto">
                <a:xfrm>
                  <a:off x="1175" y="261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63" name="Oval 72"/>
                <p:cNvSpPr>
                  <a:spLocks noChangeArrowheads="1"/>
                </p:cNvSpPr>
                <p:nvPr/>
              </p:nvSpPr>
              <p:spPr bwMode="auto">
                <a:xfrm>
                  <a:off x="791" y="261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64" name="Oval 73"/>
                <p:cNvSpPr>
                  <a:spLocks noChangeArrowheads="1"/>
                </p:cNvSpPr>
                <p:nvPr/>
              </p:nvSpPr>
              <p:spPr bwMode="auto">
                <a:xfrm>
                  <a:off x="1559" y="261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65" name="Oval 74"/>
                <p:cNvSpPr>
                  <a:spLocks noChangeArrowheads="1"/>
                </p:cNvSpPr>
                <p:nvPr/>
              </p:nvSpPr>
              <p:spPr bwMode="auto">
                <a:xfrm>
                  <a:off x="1751" y="261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66" name="Oval 75"/>
                <p:cNvSpPr>
                  <a:spLocks noChangeArrowheads="1"/>
                </p:cNvSpPr>
                <p:nvPr/>
              </p:nvSpPr>
              <p:spPr bwMode="auto">
                <a:xfrm>
                  <a:off x="2519" y="18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67" name="Oval 76"/>
                <p:cNvSpPr>
                  <a:spLocks noChangeArrowheads="1"/>
                </p:cNvSpPr>
                <p:nvPr/>
              </p:nvSpPr>
              <p:spPr bwMode="auto">
                <a:xfrm>
                  <a:off x="2135" y="16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68" name="Oval 77"/>
                <p:cNvSpPr>
                  <a:spLocks noChangeArrowheads="1"/>
                </p:cNvSpPr>
                <p:nvPr/>
              </p:nvSpPr>
              <p:spPr bwMode="auto">
                <a:xfrm>
                  <a:off x="2327" y="18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69" name="Oval 78"/>
                <p:cNvSpPr>
                  <a:spLocks noChangeArrowheads="1"/>
                </p:cNvSpPr>
                <p:nvPr/>
              </p:nvSpPr>
              <p:spPr bwMode="auto">
                <a:xfrm>
                  <a:off x="983" y="261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70" name="Oval 79"/>
                <p:cNvSpPr>
                  <a:spLocks noChangeArrowheads="1"/>
                </p:cNvSpPr>
                <p:nvPr/>
              </p:nvSpPr>
              <p:spPr bwMode="auto">
                <a:xfrm>
                  <a:off x="791" y="242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71" name="Oval 80"/>
                <p:cNvSpPr>
                  <a:spLocks noChangeArrowheads="1"/>
                </p:cNvSpPr>
                <p:nvPr/>
              </p:nvSpPr>
              <p:spPr bwMode="auto">
                <a:xfrm>
                  <a:off x="983" y="242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72" name="Oval 81"/>
                <p:cNvSpPr>
                  <a:spLocks noChangeArrowheads="1"/>
                </p:cNvSpPr>
                <p:nvPr/>
              </p:nvSpPr>
              <p:spPr bwMode="auto">
                <a:xfrm>
                  <a:off x="2327" y="203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73" name="Oval 82"/>
                <p:cNvSpPr>
                  <a:spLocks noChangeArrowheads="1"/>
                </p:cNvSpPr>
                <p:nvPr/>
              </p:nvSpPr>
              <p:spPr bwMode="auto">
                <a:xfrm>
                  <a:off x="2519" y="203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373" name="Group 83"/>
            <p:cNvGrpSpPr/>
            <p:nvPr/>
          </p:nvGrpSpPr>
          <p:grpSpPr bwMode="auto">
            <a:xfrm>
              <a:off x="3744" y="2640"/>
              <a:ext cx="1008" cy="1008"/>
              <a:chOff x="3936" y="2976"/>
              <a:chExt cx="1008" cy="1008"/>
            </a:xfrm>
          </p:grpSpPr>
          <p:sp>
            <p:nvSpPr>
              <p:cNvPr id="1050574" name="Line 84"/>
              <p:cNvSpPr>
                <a:spLocks noChangeShapeType="1"/>
              </p:cNvSpPr>
              <p:nvPr/>
            </p:nvSpPr>
            <p:spPr bwMode="auto">
              <a:xfrm flipV="1">
                <a:off x="4368" y="2976"/>
                <a:ext cx="0" cy="1008"/>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0575" name="Line 85"/>
              <p:cNvSpPr>
                <a:spLocks noChangeShapeType="1"/>
              </p:cNvSpPr>
              <p:nvPr/>
            </p:nvSpPr>
            <p:spPr bwMode="auto">
              <a:xfrm>
                <a:off x="3936" y="3552"/>
                <a:ext cx="1008"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0576" name="Line 86"/>
              <p:cNvSpPr>
                <a:spLocks noChangeShapeType="1"/>
              </p:cNvSpPr>
              <p:nvPr/>
            </p:nvSpPr>
            <p:spPr bwMode="auto">
              <a:xfrm>
                <a:off x="4032" y="3360"/>
                <a:ext cx="672" cy="0"/>
              </a:xfrm>
              <a:prstGeom prst="line">
                <a:avLst/>
              </a:prstGeom>
              <a:noFill/>
              <a:ln w="9525">
                <a:solidFill>
                  <a:schemeClr val="tx1"/>
                </a:solidFill>
                <a:miter lim="800000"/>
                <a:headEnd/>
                <a:tailEnd/>
              </a:ln>
              <a:effectLst/>
            </p:spPr>
            <p:txBody>
              <a:bodyPr wrap="none"/>
              <a:lstStyle/>
              <a:p>
                <a:endParaRPr lang="zh-CN" altLang="en-US"/>
              </a:p>
            </p:txBody>
          </p:sp>
          <p:sp>
            <p:nvSpPr>
              <p:cNvPr id="1050577" name="Line 87"/>
              <p:cNvSpPr>
                <a:spLocks noChangeShapeType="1"/>
              </p:cNvSpPr>
              <p:nvPr/>
            </p:nvSpPr>
            <p:spPr bwMode="auto">
              <a:xfrm>
                <a:off x="4032" y="3744"/>
                <a:ext cx="672" cy="0"/>
              </a:xfrm>
              <a:prstGeom prst="line">
                <a:avLst/>
              </a:prstGeom>
              <a:noFill/>
              <a:ln w="9525">
                <a:solidFill>
                  <a:schemeClr val="tx1"/>
                </a:solidFill>
                <a:miter lim="800000"/>
                <a:headEnd/>
                <a:tailEnd/>
              </a:ln>
              <a:effectLst/>
            </p:spPr>
            <p:txBody>
              <a:bodyPr wrap="none"/>
              <a:lstStyle/>
              <a:p>
                <a:endParaRPr lang="zh-CN" altLang="en-US"/>
              </a:p>
            </p:txBody>
          </p:sp>
          <p:sp>
            <p:nvSpPr>
              <p:cNvPr id="1050578" name="Line 88"/>
              <p:cNvSpPr>
                <a:spLocks noChangeShapeType="1"/>
              </p:cNvSpPr>
              <p:nvPr/>
            </p:nvSpPr>
            <p:spPr bwMode="auto">
              <a:xfrm>
                <a:off x="4176" y="3216"/>
                <a:ext cx="0" cy="672"/>
              </a:xfrm>
              <a:prstGeom prst="line">
                <a:avLst/>
              </a:prstGeom>
              <a:noFill/>
              <a:ln w="9525">
                <a:solidFill>
                  <a:schemeClr val="tx1"/>
                </a:solidFill>
                <a:miter lim="800000"/>
                <a:headEnd/>
                <a:tailEnd/>
              </a:ln>
              <a:effectLst/>
            </p:spPr>
            <p:txBody>
              <a:bodyPr wrap="none"/>
              <a:lstStyle/>
              <a:p>
                <a:endParaRPr lang="zh-CN" altLang="en-US"/>
              </a:p>
            </p:txBody>
          </p:sp>
          <p:sp>
            <p:nvSpPr>
              <p:cNvPr id="1050579" name="Line 89"/>
              <p:cNvSpPr>
                <a:spLocks noChangeShapeType="1"/>
              </p:cNvSpPr>
              <p:nvPr/>
            </p:nvSpPr>
            <p:spPr bwMode="auto">
              <a:xfrm>
                <a:off x="4560" y="3216"/>
                <a:ext cx="0" cy="672"/>
              </a:xfrm>
              <a:prstGeom prst="line">
                <a:avLst/>
              </a:prstGeom>
              <a:noFill/>
              <a:ln w="9525">
                <a:solidFill>
                  <a:schemeClr val="tx1"/>
                </a:solidFill>
                <a:miter lim="800000"/>
                <a:headEnd/>
                <a:tailEnd/>
              </a:ln>
              <a:effectLst/>
            </p:spPr>
            <p:txBody>
              <a:bodyPr wrap="none"/>
              <a:lstStyle/>
              <a:p>
                <a:endParaRPr lang="zh-CN" altLang="en-US"/>
              </a:p>
            </p:txBody>
          </p:sp>
          <p:sp>
            <p:nvSpPr>
              <p:cNvPr id="1050580" name="Oval 90"/>
              <p:cNvSpPr>
                <a:spLocks noChangeArrowheads="1"/>
              </p:cNvSpPr>
              <p:nvPr/>
            </p:nvSpPr>
            <p:spPr bwMode="auto">
              <a:xfrm>
                <a:off x="4535" y="352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81" name="Oval 91"/>
              <p:cNvSpPr>
                <a:spLocks noChangeArrowheads="1"/>
              </p:cNvSpPr>
              <p:nvPr/>
            </p:nvSpPr>
            <p:spPr bwMode="auto">
              <a:xfrm>
                <a:off x="4535" y="333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82" name="Oval 92"/>
              <p:cNvSpPr>
                <a:spLocks noChangeArrowheads="1"/>
              </p:cNvSpPr>
              <p:nvPr/>
            </p:nvSpPr>
            <p:spPr bwMode="auto">
              <a:xfrm>
                <a:off x="4151" y="333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83" name="Oval 93"/>
              <p:cNvSpPr>
                <a:spLocks noChangeArrowheads="1"/>
              </p:cNvSpPr>
              <p:nvPr/>
            </p:nvSpPr>
            <p:spPr bwMode="auto">
              <a:xfrm>
                <a:off x="4343" y="333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84" name="Oval 94"/>
              <p:cNvSpPr>
                <a:spLocks noChangeArrowheads="1"/>
              </p:cNvSpPr>
              <p:nvPr/>
            </p:nvSpPr>
            <p:spPr bwMode="auto">
              <a:xfrm>
                <a:off x="4535" y="371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85" name="Oval 95"/>
              <p:cNvSpPr>
                <a:spLocks noChangeArrowheads="1"/>
              </p:cNvSpPr>
              <p:nvPr/>
            </p:nvSpPr>
            <p:spPr bwMode="auto">
              <a:xfrm>
                <a:off x="4151" y="352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86" name="Oval 96"/>
              <p:cNvSpPr>
                <a:spLocks noChangeArrowheads="1"/>
              </p:cNvSpPr>
              <p:nvPr/>
            </p:nvSpPr>
            <p:spPr bwMode="auto">
              <a:xfrm>
                <a:off x="4343" y="352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87" name="Oval 97"/>
              <p:cNvSpPr>
                <a:spLocks noChangeArrowheads="1"/>
              </p:cNvSpPr>
              <p:nvPr/>
            </p:nvSpPr>
            <p:spPr bwMode="auto">
              <a:xfrm>
                <a:off x="4151" y="371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588" name="Oval 98"/>
              <p:cNvSpPr>
                <a:spLocks noChangeArrowheads="1"/>
              </p:cNvSpPr>
              <p:nvPr/>
            </p:nvSpPr>
            <p:spPr bwMode="auto">
              <a:xfrm>
                <a:off x="4343" y="371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0589" name="Text Box 99"/>
            <p:cNvSpPr txBox="1">
              <a:spLocks noChangeArrowheads="1"/>
            </p:cNvSpPr>
            <p:nvPr/>
          </p:nvSpPr>
          <p:spPr bwMode="auto">
            <a:xfrm>
              <a:off x="3744" y="3744"/>
              <a:ext cx="871" cy="25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结构元素</a:t>
              </a:r>
              <a:r>
                <a:rPr lang="en-US" altLang="zh-CN" sz="2000" i="1" dirty="0">
                  <a:latin typeface="Times New Roman" panose="02020603050405020304" pitchFamily="18" charset="0"/>
                  <a:ea typeface="黑体" panose="02010609060101010101" pitchFamily="49" charset="-122"/>
                  <a:cs typeface="Times New Roman" panose="02020603050405020304" pitchFamily="18" charset="0"/>
                </a:rPr>
                <a:t>B</a:t>
              </a:r>
            </a:p>
          </p:txBody>
        </p:sp>
        <p:grpSp>
          <p:nvGrpSpPr>
            <p:cNvPr id="374" name="Group 100"/>
            <p:cNvGrpSpPr/>
            <p:nvPr/>
          </p:nvGrpSpPr>
          <p:grpSpPr bwMode="auto">
            <a:xfrm>
              <a:off x="624" y="3840"/>
              <a:ext cx="2022" cy="250"/>
              <a:chOff x="768" y="3840"/>
              <a:chExt cx="2022" cy="250"/>
            </a:xfrm>
          </p:grpSpPr>
          <p:sp>
            <p:nvSpPr>
              <p:cNvPr id="1050590" name="Text Box 101"/>
              <p:cNvSpPr txBox="1">
                <a:spLocks noChangeArrowheads="1"/>
              </p:cNvSpPr>
              <p:nvPr/>
            </p:nvSpPr>
            <p:spPr bwMode="auto">
              <a:xfrm>
                <a:off x="768" y="3840"/>
                <a:ext cx="2022" cy="25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二值输入图像</a:t>
                </a:r>
                <a:r>
                  <a:rPr lang="en-US" altLang="zh-CN" sz="2000" i="1" dirty="0">
                    <a:latin typeface="Times New Roman" panose="02020603050405020304" pitchFamily="18" charset="0"/>
                    <a:ea typeface="黑体" panose="02010609060101010101" pitchFamily="49" charset="-122"/>
                    <a:cs typeface="Times New Roman" panose="02020603050405020304" pitchFamily="18" charset="0"/>
                  </a:rPr>
                  <a:t>A</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为标记点</a:t>
                </a:r>
              </a:p>
            </p:txBody>
          </p:sp>
          <p:sp>
            <p:nvSpPr>
              <p:cNvPr id="1050591" name="Oval 102"/>
              <p:cNvSpPr>
                <a:spLocks noChangeArrowheads="1"/>
              </p:cNvSpPr>
              <p:nvPr/>
            </p:nvSpPr>
            <p:spPr bwMode="auto">
              <a:xfrm>
                <a:off x="2016" y="393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sp>
        <p:nvSpPr>
          <p:cNvPr id="1050592" name="TextBox 27"/>
          <p:cNvSpPr txBox="1"/>
          <p:nvPr/>
        </p:nvSpPr>
        <p:spPr>
          <a:xfrm>
            <a:off x="1012825" y="177800"/>
            <a:ext cx="49072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三、二值图像的形态学处理</a:t>
            </a:r>
          </a:p>
        </p:txBody>
      </p:sp>
      <p:sp>
        <p:nvSpPr>
          <p:cNvPr id="1050593"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0594" name="Text Box 2"/>
          <p:cNvSpPr txBox="1">
            <a:spLocks noChangeArrowheads="1"/>
          </p:cNvSpPr>
          <p:nvPr/>
        </p:nvSpPr>
        <p:spPr bwMode="auto">
          <a:xfrm>
            <a:off x="1487488" y="1589088"/>
            <a:ext cx="9432925" cy="883919"/>
          </a:xfrm>
          <a:prstGeom prst="rect">
            <a:avLst/>
          </a:prstGeom>
          <a:noFill/>
          <a:ln>
            <a:noFill/>
          </a:ln>
          <a:effectLst/>
        </p:spPr>
        <p:txBody>
          <a:bodyPr>
            <a:spAutoFit/>
          </a:bodyPr>
          <a:lstStyle/>
          <a:p>
            <a:pPr marL="342900" indent="-342900" eaLnBrk="1" hangingPunct="1">
              <a:lnSpc>
                <a:spcPct val="130000"/>
              </a:lnSpc>
              <a:buFont typeface="Arial" panose="020B0604020202020204" pitchFamily="34" charset="0"/>
              <a:buChar char="•"/>
            </a:pPr>
            <a:r>
              <a:rPr lang="zh-CN" altLang="en-US" sz="2000" dirty="0">
                <a:solidFill>
                  <a:schemeClr val="bg1">
                    <a:lumMod val="50000"/>
                  </a:schemeClr>
                </a:solidFill>
                <a:latin typeface="黑体" panose="02010609060101010101" pitchFamily="49" charset="-122"/>
                <a:ea typeface="黑体" panose="02010609060101010101" pitchFamily="49" charset="-122"/>
                <a:sym typeface="Wingdings 2" panose="05020102010507070707" pitchFamily="18" charset="2"/>
              </a:rPr>
              <a:t>应用</a:t>
            </a:r>
            <a:r>
              <a:rPr lang="en-US" altLang="zh-CN" sz="2000" dirty="0">
                <a:solidFill>
                  <a:schemeClr val="bg1">
                    <a:lumMod val="50000"/>
                  </a:schemeClr>
                </a:solidFill>
                <a:latin typeface="黑体" panose="02010609060101010101" pitchFamily="49" charset="-122"/>
                <a:ea typeface="黑体" panose="02010609060101010101" pitchFamily="49" charset="-122"/>
                <a:sym typeface="Wingdings 2" panose="05020102010507070707" pitchFamily="18" charset="2"/>
              </a:rPr>
              <a:t>——</a:t>
            </a:r>
            <a:r>
              <a:rPr lang="zh-CN" altLang="en-US" sz="2000" dirty="0">
                <a:solidFill>
                  <a:schemeClr val="bg1">
                    <a:lumMod val="50000"/>
                  </a:schemeClr>
                </a:solidFill>
                <a:latin typeface="黑体" panose="02010609060101010101" pitchFamily="49" charset="-122"/>
                <a:ea typeface="黑体" panose="02010609060101010101" pitchFamily="49" charset="-122"/>
                <a:sym typeface="Wingdings 2" panose="05020102010507070707" pitchFamily="18" charset="2"/>
              </a:rPr>
              <a:t>连通成分重建：利用给定的标记进行膨胀，找出二值图像中含有某种标记的连通成分，这个标记可以是一个像素，也可以是一个连通子区域。</a:t>
            </a:r>
          </a:p>
        </p:txBody>
      </p:sp>
      <p:sp>
        <p:nvSpPr>
          <p:cNvPr id="1050595"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3.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条件膨胀</a:t>
            </a:r>
          </a:p>
        </p:txBody>
      </p:sp>
      <mc:AlternateContent xmlns:mc="http://schemas.openxmlformats.org/markup-compatibility/2006" xmlns:p14="http://schemas.microsoft.com/office/powerpoint/2010/main">
        <mc:Choice Requires="p14">
          <p:contentPart p14:bwMode="auto" r:id="rId2">
            <p14:nvContentPartPr>
              <p14:cNvPr id="1053558" name="墨迹 1053557"/>
              <p14:cNvContentPartPr/>
              <p14:nvPr/>
            </p14:nvContentPartPr>
            <p14:xfrm>
              <a:off x="2868620" y="1987607"/>
              <a:ext cx="1736776" cy="93702"/>
            </p14:xfrm>
          </p:contentPart>
        </mc:Choice>
        <mc:Fallback xmlns="">
          <p:sp>
            <p:nvSpPr>
              <p:cNvPr id="1053558" name=""/>
              <p:cNvSpPr/>
              <p:nvPr/>
            </p:nvSpPr>
            <p:spPr>
              <a:xfrm>
                <a:off x="2868620" y="1987607"/>
                <a:ext cx="1736776" cy="93702"/>
              </a:xfrm>
            </p:spPr>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76" name="Group 2"/>
          <p:cNvGrpSpPr/>
          <p:nvPr/>
        </p:nvGrpSpPr>
        <p:grpSpPr bwMode="auto">
          <a:xfrm>
            <a:off x="3719513" y="1700213"/>
            <a:ext cx="3048000" cy="1905000"/>
            <a:chOff x="2736" y="1440"/>
            <a:chExt cx="1920" cy="1200"/>
          </a:xfrm>
        </p:grpSpPr>
        <p:grpSp>
          <p:nvGrpSpPr>
            <p:cNvPr id="377" name="Group 3"/>
            <p:cNvGrpSpPr/>
            <p:nvPr/>
          </p:nvGrpSpPr>
          <p:grpSpPr bwMode="auto">
            <a:xfrm>
              <a:off x="2736" y="1440"/>
              <a:ext cx="1920" cy="1200"/>
              <a:chOff x="720" y="1584"/>
              <a:chExt cx="1920" cy="1200"/>
            </a:xfrm>
          </p:grpSpPr>
          <p:grpSp>
            <p:nvGrpSpPr>
              <p:cNvPr id="378" name="Group 4"/>
              <p:cNvGrpSpPr/>
              <p:nvPr/>
            </p:nvGrpSpPr>
            <p:grpSpPr bwMode="auto">
              <a:xfrm>
                <a:off x="720" y="1680"/>
                <a:ext cx="1920" cy="960"/>
                <a:chOff x="720" y="1680"/>
                <a:chExt cx="1920" cy="960"/>
              </a:xfrm>
            </p:grpSpPr>
            <p:sp>
              <p:nvSpPr>
                <p:cNvPr id="1050596" name="Line 5"/>
                <p:cNvSpPr>
                  <a:spLocks noChangeShapeType="1"/>
                </p:cNvSpPr>
                <p:nvPr/>
              </p:nvSpPr>
              <p:spPr bwMode="auto">
                <a:xfrm>
                  <a:off x="720" y="1680"/>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597" name="Line 6"/>
                <p:cNvSpPr>
                  <a:spLocks noChangeShapeType="1"/>
                </p:cNvSpPr>
                <p:nvPr/>
              </p:nvSpPr>
              <p:spPr bwMode="auto">
                <a:xfrm>
                  <a:off x="720" y="187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598" name="Line 7"/>
                <p:cNvSpPr>
                  <a:spLocks noChangeShapeType="1"/>
                </p:cNvSpPr>
                <p:nvPr/>
              </p:nvSpPr>
              <p:spPr bwMode="auto">
                <a:xfrm>
                  <a:off x="720" y="225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599" name="Line 8"/>
                <p:cNvSpPr>
                  <a:spLocks noChangeShapeType="1"/>
                </p:cNvSpPr>
                <p:nvPr/>
              </p:nvSpPr>
              <p:spPr bwMode="auto">
                <a:xfrm>
                  <a:off x="720" y="2064"/>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600" name="Line 9"/>
                <p:cNvSpPr>
                  <a:spLocks noChangeShapeType="1"/>
                </p:cNvSpPr>
                <p:nvPr/>
              </p:nvSpPr>
              <p:spPr bwMode="auto">
                <a:xfrm>
                  <a:off x="720" y="244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601" name="Line 10"/>
                <p:cNvSpPr>
                  <a:spLocks noChangeShapeType="1"/>
                </p:cNvSpPr>
                <p:nvPr/>
              </p:nvSpPr>
              <p:spPr bwMode="auto">
                <a:xfrm>
                  <a:off x="720" y="2640"/>
                  <a:ext cx="192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379" name="Group 11"/>
              <p:cNvGrpSpPr/>
              <p:nvPr/>
            </p:nvGrpSpPr>
            <p:grpSpPr bwMode="auto">
              <a:xfrm>
                <a:off x="816" y="1584"/>
                <a:ext cx="1728" cy="1200"/>
                <a:chOff x="576" y="1680"/>
                <a:chExt cx="1728" cy="1920"/>
              </a:xfrm>
            </p:grpSpPr>
            <p:sp>
              <p:nvSpPr>
                <p:cNvPr id="1050602" name="Line 12"/>
                <p:cNvSpPr>
                  <a:spLocks noChangeShapeType="1"/>
                </p:cNvSpPr>
                <p:nvPr/>
              </p:nvSpPr>
              <p:spPr bwMode="auto">
                <a:xfrm>
                  <a:off x="57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603" name="Line 13"/>
                <p:cNvSpPr>
                  <a:spLocks noChangeShapeType="1"/>
                </p:cNvSpPr>
                <p:nvPr/>
              </p:nvSpPr>
              <p:spPr bwMode="auto">
                <a:xfrm>
                  <a:off x="76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604" name="Line 14"/>
                <p:cNvSpPr>
                  <a:spLocks noChangeShapeType="1"/>
                </p:cNvSpPr>
                <p:nvPr/>
              </p:nvSpPr>
              <p:spPr bwMode="auto">
                <a:xfrm>
                  <a:off x="96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605" name="Line 15"/>
                <p:cNvSpPr>
                  <a:spLocks noChangeShapeType="1"/>
                </p:cNvSpPr>
                <p:nvPr/>
              </p:nvSpPr>
              <p:spPr bwMode="auto">
                <a:xfrm>
                  <a:off x="115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606" name="Line 16"/>
                <p:cNvSpPr>
                  <a:spLocks noChangeShapeType="1"/>
                </p:cNvSpPr>
                <p:nvPr/>
              </p:nvSpPr>
              <p:spPr bwMode="auto">
                <a:xfrm>
                  <a:off x="1344"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607" name="Line 17"/>
                <p:cNvSpPr>
                  <a:spLocks noChangeShapeType="1"/>
                </p:cNvSpPr>
                <p:nvPr/>
              </p:nvSpPr>
              <p:spPr bwMode="auto">
                <a:xfrm>
                  <a:off x="153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608" name="Line 18"/>
                <p:cNvSpPr>
                  <a:spLocks noChangeShapeType="1"/>
                </p:cNvSpPr>
                <p:nvPr/>
              </p:nvSpPr>
              <p:spPr bwMode="auto">
                <a:xfrm>
                  <a:off x="172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609" name="Line 19"/>
                <p:cNvSpPr>
                  <a:spLocks noChangeShapeType="1"/>
                </p:cNvSpPr>
                <p:nvPr/>
              </p:nvSpPr>
              <p:spPr bwMode="auto">
                <a:xfrm>
                  <a:off x="192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610" name="Line 20"/>
                <p:cNvSpPr>
                  <a:spLocks noChangeShapeType="1"/>
                </p:cNvSpPr>
                <p:nvPr/>
              </p:nvSpPr>
              <p:spPr bwMode="auto">
                <a:xfrm>
                  <a:off x="211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611" name="Line 21"/>
                <p:cNvSpPr>
                  <a:spLocks noChangeShapeType="1"/>
                </p:cNvSpPr>
                <p:nvPr/>
              </p:nvSpPr>
              <p:spPr bwMode="auto">
                <a:xfrm>
                  <a:off x="2304" y="1680"/>
                  <a:ext cx="0" cy="1920"/>
                </a:xfrm>
                <a:prstGeom prst="line">
                  <a:avLst/>
                </a:prstGeom>
                <a:noFill/>
                <a:ln w="9525">
                  <a:solidFill>
                    <a:schemeClr val="tx1"/>
                  </a:solidFill>
                  <a:miter lim="800000"/>
                  <a:headEnd/>
                  <a:tailEnd/>
                </a:ln>
                <a:effectLst/>
              </p:spPr>
              <p:txBody>
                <a:bodyPr wrap="none"/>
                <a:lstStyle/>
                <a:p>
                  <a:endParaRPr lang="zh-CN" altLang="en-US"/>
                </a:p>
              </p:txBody>
            </p:sp>
          </p:grpSp>
        </p:grpSp>
        <p:grpSp>
          <p:nvGrpSpPr>
            <p:cNvPr id="380" name="Group 22"/>
            <p:cNvGrpSpPr/>
            <p:nvPr/>
          </p:nvGrpSpPr>
          <p:grpSpPr bwMode="auto">
            <a:xfrm>
              <a:off x="2807" y="1510"/>
              <a:ext cx="1776" cy="1008"/>
              <a:chOff x="2807" y="1510"/>
              <a:chExt cx="1776" cy="1008"/>
            </a:xfrm>
          </p:grpSpPr>
          <p:sp>
            <p:nvSpPr>
              <p:cNvPr id="1050612" name="Oval 23"/>
              <p:cNvSpPr>
                <a:spLocks noChangeArrowheads="1"/>
              </p:cNvSpPr>
              <p:nvPr/>
            </p:nvSpPr>
            <p:spPr bwMode="auto">
              <a:xfrm>
                <a:off x="3959" y="22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13" name="Oval 24"/>
              <p:cNvSpPr>
                <a:spLocks noChangeArrowheads="1"/>
              </p:cNvSpPr>
              <p:nvPr/>
            </p:nvSpPr>
            <p:spPr bwMode="auto">
              <a:xfrm>
                <a:off x="3959" y="208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14" name="Oval 25"/>
              <p:cNvSpPr>
                <a:spLocks noChangeArrowheads="1"/>
              </p:cNvSpPr>
              <p:nvPr/>
            </p:nvSpPr>
            <p:spPr bwMode="auto">
              <a:xfrm>
                <a:off x="3575" y="208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15" name="Oval 26"/>
              <p:cNvSpPr>
                <a:spLocks noChangeArrowheads="1"/>
              </p:cNvSpPr>
              <p:nvPr/>
            </p:nvSpPr>
            <p:spPr bwMode="auto">
              <a:xfrm>
                <a:off x="3767" y="208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381" name="Group 27"/>
              <p:cNvGrpSpPr/>
              <p:nvPr/>
            </p:nvGrpSpPr>
            <p:grpSpPr bwMode="auto">
              <a:xfrm>
                <a:off x="3383" y="1510"/>
                <a:ext cx="432" cy="432"/>
                <a:chOff x="3383" y="1510"/>
                <a:chExt cx="432" cy="432"/>
              </a:xfrm>
            </p:grpSpPr>
            <p:sp>
              <p:nvSpPr>
                <p:cNvPr id="1050616" name="Oval 28"/>
                <p:cNvSpPr>
                  <a:spLocks noChangeArrowheads="1"/>
                </p:cNvSpPr>
                <p:nvPr/>
              </p:nvSpPr>
              <p:spPr bwMode="auto">
                <a:xfrm>
                  <a:off x="3575" y="170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17" name="Oval 29"/>
                <p:cNvSpPr>
                  <a:spLocks noChangeArrowheads="1"/>
                </p:cNvSpPr>
                <p:nvPr/>
              </p:nvSpPr>
              <p:spPr bwMode="auto">
                <a:xfrm>
                  <a:off x="3767" y="170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18" name="Oval 30"/>
                <p:cNvSpPr>
                  <a:spLocks noChangeArrowheads="1"/>
                </p:cNvSpPr>
                <p:nvPr/>
              </p:nvSpPr>
              <p:spPr bwMode="auto">
                <a:xfrm>
                  <a:off x="3767" y="151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19" name="Oval 31"/>
                <p:cNvSpPr>
                  <a:spLocks noChangeArrowheads="1"/>
                </p:cNvSpPr>
                <p:nvPr/>
              </p:nvSpPr>
              <p:spPr bwMode="auto">
                <a:xfrm>
                  <a:off x="3575" y="189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20" name="Oval 32"/>
                <p:cNvSpPr>
                  <a:spLocks noChangeArrowheads="1"/>
                </p:cNvSpPr>
                <p:nvPr/>
              </p:nvSpPr>
              <p:spPr bwMode="auto">
                <a:xfrm>
                  <a:off x="3767" y="189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21" name="Oval 33"/>
                <p:cNvSpPr>
                  <a:spLocks noChangeArrowheads="1"/>
                </p:cNvSpPr>
                <p:nvPr/>
              </p:nvSpPr>
              <p:spPr bwMode="auto">
                <a:xfrm>
                  <a:off x="3383" y="151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22" name="Oval 34"/>
                <p:cNvSpPr>
                  <a:spLocks noChangeArrowheads="1"/>
                </p:cNvSpPr>
                <p:nvPr/>
              </p:nvSpPr>
              <p:spPr bwMode="auto">
                <a:xfrm>
                  <a:off x="3383" y="189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23" name="Oval 35"/>
                <p:cNvSpPr>
                  <a:spLocks noChangeArrowheads="1"/>
                </p:cNvSpPr>
                <p:nvPr/>
              </p:nvSpPr>
              <p:spPr bwMode="auto">
                <a:xfrm>
                  <a:off x="3383" y="170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24" name="Oval 36"/>
                <p:cNvSpPr>
                  <a:spLocks noChangeArrowheads="1"/>
                </p:cNvSpPr>
                <p:nvPr/>
              </p:nvSpPr>
              <p:spPr bwMode="auto">
                <a:xfrm>
                  <a:off x="3575" y="151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0625" name="Oval 37"/>
              <p:cNvSpPr>
                <a:spLocks noChangeArrowheads="1"/>
              </p:cNvSpPr>
              <p:nvPr/>
            </p:nvSpPr>
            <p:spPr bwMode="auto">
              <a:xfrm>
                <a:off x="3191" y="22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26" name="Oval 38"/>
              <p:cNvSpPr>
                <a:spLocks noChangeArrowheads="1"/>
              </p:cNvSpPr>
              <p:nvPr/>
            </p:nvSpPr>
            <p:spPr bwMode="auto">
              <a:xfrm>
                <a:off x="3959" y="24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27" name="Oval 39"/>
              <p:cNvSpPr>
                <a:spLocks noChangeArrowheads="1"/>
              </p:cNvSpPr>
              <p:nvPr/>
            </p:nvSpPr>
            <p:spPr bwMode="auto">
              <a:xfrm>
                <a:off x="3575" y="22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28" name="Oval 40"/>
              <p:cNvSpPr>
                <a:spLocks noChangeArrowheads="1"/>
              </p:cNvSpPr>
              <p:nvPr/>
            </p:nvSpPr>
            <p:spPr bwMode="auto">
              <a:xfrm>
                <a:off x="3767" y="22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29" name="Oval 41"/>
              <p:cNvSpPr>
                <a:spLocks noChangeArrowheads="1"/>
              </p:cNvSpPr>
              <p:nvPr/>
            </p:nvSpPr>
            <p:spPr bwMode="auto">
              <a:xfrm>
                <a:off x="4151" y="170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30" name="Oval 42"/>
              <p:cNvSpPr>
                <a:spLocks noChangeArrowheads="1"/>
              </p:cNvSpPr>
              <p:nvPr/>
            </p:nvSpPr>
            <p:spPr bwMode="auto">
              <a:xfrm>
                <a:off x="4343" y="151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31" name="Oval 43"/>
              <p:cNvSpPr>
                <a:spLocks noChangeArrowheads="1"/>
              </p:cNvSpPr>
              <p:nvPr/>
            </p:nvSpPr>
            <p:spPr bwMode="auto">
              <a:xfrm>
                <a:off x="4535" y="151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32" name="Oval 44"/>
              <p:cNvSpPr>
                <a:spLocks noChangeArrowheads="1"/>
              </p:cNvSpPr>
              <p:nvPr/>
            </p:nvSpPr>
            <p:spPr bwMode="auto">
              <a:xfrm>
                <a:off x="3191" y="24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33" name="Oval 45"/>
              <p:cNvSpPr>
                <a:spLocks noChangeArrowheads="1"/>
              </p:cNvSpPr>
              <p:nvPr/>
            </p:nvSpPr>
            <p:spPr bwMode="auto">
              <a:xfrm>
                <a:off x="2807" y="24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34" name="Oval 46"/>
              <p:cNvSpPr>
                <a:spLocks noChangeArrowheads="1"/>
              </p:cNvSpPr>
              <p:nvPr/>
            </p:nvSpPr>
            <p:spPr bwMode="auto">
              <a:xfrm>
                <a:off x="3575" y="24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35" name="Oval 47"/>
              <p:cNvSpPr>
                <a:spLocks noChangeArrowheads="1"/>
              </p:cNvSpPr>
              <p:nvPr/>
            </p:nvSpPr>
            <p:spPr bwMode="auto">
              <a:xfrm>
                <a:off x="3767" y="24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36" name="Oval 48"/>
              <p:cNvSpPr>
                <a:spLocks noChangeArrowheads="1"/>
              </p:cNvSpPr>
              <p:nvPr/>
            </p:nvSpPr>
            <p:spPr bwMode="auto">
              <a:xfrm>
                <a:off x="4535" y="170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37" name="Oval 49"/>
              <p:cNvSpPr>
                <a:spLocks noChangeArrowheads="1"/>
              </p:cNvSpPr>
              <p:nvPr/>
            </p:nvSpPr>
            <p:spPr bwMode="auto">
              <a:xfrm>
                <a:off x="4151" y="151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38" name="Oval 50"/>
              <p:cNvSpPr>
                <a:spLocks noChangeArrowheads="1"/>
              </p:cNvSpPr>
              <p:nvPr/>
            </p:nvSpPr>
            <p:spPr bwMode="auto">
              <a:xfrm>
                <a:off x="4343" y="170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39" name="Oval 51"/>
              <p:cNvSpPr>
                <a:spLocks noChangeArrowheads="1"/>
              </p:cNvSpPr>
              <p:nvPr/>
            </p:nvSpPr>
            <p:spPr bwMode="auto">
              <a:xfrm>
                <a:off x="2999" y="24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40" name="Oval 52"/>
              <p:cNvSpPr>
                <a:spLocks noChangeArrowheads="1"/>
              </p:cNvSpPr>
              <p:nvPr/>
            </p:nvSpPr>
            <p:spPr bwMode="auto">
              <a:xfrm>
                <a:off x="2807" y="22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41" name="Oval 53"/>
              <p:cNvSpPr>
                <a:spLocks noChangeArrowheads="1"/>
              </p:cNvSpPr>
              <p:nvPr/>
            </p:nvSpPr>
            <p:spPr bwMode="auto">
              <a:xfrm>
                <a:off x="2999" y="22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42" name="Oval 54"/>
              <p:cNvSpPr>
                <a:spLocks noChangeArrowheads="1"/>
              </p:cNvSpPr>
              <p:nvPr/>
            </p:nvSpPr>
            <p:spPr bwMode="auto">
              <a:xfrm>
                <a:off x="4343" y="189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43" name="Oval 55"/>
              <p:cNvSpPr>
                <a:spLocks noChangeArrowheads="1"/>
              </p:cNvSpPr>
              <p:nvPr/>
            </p:nvSpPr>
            <p:spPr bwMode="auto">
              <a:xfrm>
                <a:off x="4535" y="189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382" name="Group 56"/>
          <p:cNvGrpSpPr/>
          <p:nvPr/>
        </p:nvGrpSpPr>
        <p:grpSpPr bwMode="auto">
          <a:xfrm>
            <a:off x="7758113" y="1776413"/>
            <a:ext cx="3048000" cy="1905000"/>
            <a:chOff x="720" y="2016"/>
            <a:chExt cx="1920" cy="1200"/>
          </a:xfrm>
        </p:grpSpPr>
        <p:grpSp>
          <p:nvGrpSpPr>
            <p:cNvPr id="383" name="Group 57"/>
            <p:cNvGrpSpPr/>
            <p:nvPr/>
          </p:nvGrpSpPr>
          <p:grpSpPr bwMode="auto">
            <a:xfrm>
              <a:off x="720" y="2016"/>
              <a:ext cx="1920" cy="1200"/>
              <a:chOff x="720" y="1584"/>
              <a:chExt cx="1920" cy="1200"/>
            </a:xfrm>
          </p:grpSpPr>
          <p:grpSp>
            <p:nvGrpSpPr>
              <p:cNvPr id="384" name="Group 58"/>
              <p:cNvGrpSpPr/>
              <p:nvPr/>
            </p:nvGrpSpPr>
            <p:grpSpPr bwMode="auto">
              <a:xfrm>
                <a:off x="720" y="1680"/>
                <a:ext cx="1920" cy="960"/>
                <a:chOff x="720" y="1680"/>
                <a:chExt cx="1920" cy="960"/>
              </a:xfrm>
            </p:grpSpPr>
            <p:sp>
              <p:nvSpPr>
                <p:cNvPr id="1050644" name="Line 59"/>
                <p:cNvSpPr>
                  <a:spLocks noChangeShapeType="1"/>
                </p:cNvSpPr>
                <p:nvPr/>
              </p:nvSpPr>
              <p:spPr bwMode="auto">
                <a:xfrm>
                  <a:off x="720" y="1680"/>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645" name="Line 60"/>
                <p:cNvSpPr>
                  <a:spLocks noChangeShapeType="1"/>
                </p:cNvSpPr>
                <p:nvPr/>
              </p:nvSpPr>
              <p:spPr bwMode="auto">
                <a:xfrm>
                  <a:off x="720" y="187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646" name="Line 61"/>
                <p:cNvSpPr>
                  <a:spLocks noChangeShapeType="1"/>
                </p:cNvSpPr>
                <p:nvPr/>
              </p:nvSpPr>
              <p:spPr bwMode="auto">
                <a:xfrm>
                  <a:off x="720" y="225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647" name="Line 62"/>
                <p:cNvSpPr>
                  <a:spLocks noChangeShapeType="1"/>
                </p:cNvSpPr>
                <p:nvPr/>
              </p:nvSpPr>
              <p:spPr bwMode="auto">
                <a:xfrm>
                  <a:off x="720" y="2064"/>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648" name="Line 63"/>
                <p:cNvSpPr>
                  <a:spLocks noChangeShapeType="1"/>
                </p:cNvSpPr>
                <p:nvPr/>
              </p:nvSpPr>
              <p:spPr bwMode="auto">
                <a:xfrm>
                  <a:off x="720" y="244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649" name="Line 64"/>
                <p:cNvSpPr>
                  <a:spLocks noChangeShapeType="1"/>
                </p:cNvSpPr>
                <p:nvPr/>
              </p:nvSpPr>
              <p:spPr bwMode="auto">
                <a:xfrm>
                  <a:off x="720" y="2640"/>
                  <a:ext cx="192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385" name="Group 65"/>
              <p:cNvGrpSpPr/>
              <p:nvPr/>
            </p:nvGrpSpPr>
            <p:grpSpPr bwMode="auto">
              <a:xfrm>
                <a:off x="816" y="1584"/>
                <a:ext cx="1728" cy="1200"/>
                <a:chOff x="576" y="1680"/>
                <a:chExt cx="1728" cy="1920"/>
              </a:xfrm>
            </p:grpSpPr>
            <p:sp>
              <p:nvSpPr>
                <p:cNvPr id="1050650" name="Line 66"/>
                <p:cNvSpPr>
                  <a:spLocks noChangeShapeType="1"/>
                </p:cNvSpPr>
                <p:nvPr/>
              </p:nvSpPr>
              <p:spPr bwMode="auto">
                <a:xfrm>
                  <a:off x="57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651" name="Line 67"/>
                <p:cNvSpPr>
                  <a:spLocks noChangeShapeType="1"/>
                </p:cNvSpPr>
                <p:nvPr/>
              </p:nvSpPr>
              <p:spPr bwMode="auto">
                <a:xfrm>
                  <a:off x="76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652" name="Line 68"/>
                <p:cNvSpPr>
                  <a:spLocks noChangeShapeType="1"/>
                </p:cNvSpPr>
                <p:nvPr/>
              </p:nvSpPr>
              <p:spPr bwMode="auto">
                <a:xfrm>
                  <a:off x="96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653" name="Line 69"/>
                <p:cNvSpPr>
                  <a:spLocks noChangeShapeType="1"/>
                </p:cNvSpPr>
                <p:nvPr/>
              </p:nvSpPr>
              <p:spPr bwMode="auto">
                <a:xfrm>
                  <a:off x="115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654" name="Line 70"/>
                <p:cNvSpPr>
                  <a:spLocks noChangeShapeType="1"/>
                </p:cNvSpPr>
                <p:nvPr/>
              </p:nvSpPr>
              <p:spPr bwMode="auto">
                <a:xfrm>
                  <a:off x="1344"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655" name="Line 71"/>
                <p:cNvSpPr>
                  <a:spLocks noChangeShapeType="1"/>
                </p:cNvSpPr>
                <p:nvPr/>
              </p:nvSpPr>
              <p:spPr bwMode="auto">
                <a:xfrm>
                  <a:off x="153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656" name="Line 72"/>
                <p:cNvSpPr>
                  <a:spLocks noChangeShapeType="1"/>
                </p:cNvSpPr>
                <p:nvPr/>
              </p:nvSpPr>
              <p:spPr bwMode="auto">
                <a:xfrm>
                  <a:off x="172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657" name="Line 73"/>
                <p:cNvSpPr>
                  <a:spLocks noChangeShapeType="1"/>
                </p:cNvSpPr>
                <p:nvPr/>
              </p:nvSpPr>
              <p:spPr bwMode="auto">
                <a:xfrm>
                  <a:off x="192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658" name="Line 74"/>
                <p:cNvSpPr>
                  <a:spLocks noChangeShapeType="1"/>
                </p:cNvSpPr>
                <p:nvPr/>
              </p:nvSpPr>
              <p:spPr bwMode="auto">
                <a:xfrm>
                  <a:off x="211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659" name="Line 75"/>
                <p:cNvSpPr>
                  <a:spLocks noChangeShapeType="1"/>
                </p:cNvSpPr>
                <p:nvPr/>
              </p:nvSpPr>
              <p:spPr bwMode="auto">
                <a:xfrm>
                  <a:off x="2304" y="1680"/>
                  <a:ext cx="0" cy="1920"/>
                </a:xfrm>
                <a:prstGeom prst="line">
                  <a:avLst/>
                </a:prstGeom>
                <a:noFill/>
                <a:ln w="9525">
                  <a:solidFill>
                    <a:schemeClr val="tx1"/>
                  </a:solidFill>
                  <a:miter lim="800000"/>
                  <a:headEnd/>
                  <a:tailEnd/>
                </a:ln>
                <a:effectLst/>
              </p:spPr>
              <p:txBody>
                <a:bodyPr wrap="none"/>
                <a:lstStyle/>
                <a:p>
                  <a:endParaRPr lang="zh-CN" altLang="en-US"/>
                </a:p>
              </p:txBody>
            </p:sp>
          </p:grpSp>
        </p:grpSp>
        <p:grpSp>
          <p:nvGrpSpPr>
            <p:cNvPr id="386" name="Group 76"/>
            <p:cNvGrpSpPr/>
            <p:nvPr/>
          </p:nvGrpSpPr>
          <p:grpSpPr bwMode="auto">
            <a:xfrm>
              <a:off x="791" y="2086"/>
              <a:ext cx="1776" cy="1008"/>
              <a:chOff x="791" y="2086"/>
              <a:chExt cx="1776" cy="1008"/>
            </a:xfrm>
          </p:grpSpPr>
          <p:sp>
            <p:nvSpPr>
              <p:cNvPr id="1050660" name="Oval 77"/>
              <p:cNvSpPr>
                <a:spLocks noChangeArrowheads="1"/>
              </p:cNvSpPr>
              <p:nvPr/>
            </p:nvSpPr>
            <p:spPr bwMode="auto">
              <a:xfrm>
                <a:off x="1943" y="28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387" name="Group 78"/>
              <p:cNvGrpSpPr/>
              <p:nvPr/>
            </p:nvGrpSpPr>
            <p:grpSpPr bwMode="auto">
              <a:xfrm>
                <a:off x="1559" y="2662"/>
                <a:ext cx="432" cy="48"/>
                <a:chOff x="1559" y="2662"/>
                <a:chExt cx="432" cy="48"/>
              </a:xfrm>
            </p:grpSpPr>
            <p:sp>
              <p:nvSpPr>
                <p:cNvPr id="1050661" name="Oval 79"/>
                <p:cNvSpPr>
                  <a:spLocks noChangeArrowheads="1"/>
                </p:cNvSpPr>
                <p:nvPr/>
              </p:nvSpPr>
              <p:spPr bwMode="auto">
                <a:xfrm>
                  <a:off x="1943" y="266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62" name="Oval 80"/>
                <p:cNvSpPr>
                  <a:spLocks noChangeArrowheads="1"/>
                </p:cNvSpPr>
                <p:nvPr/>
              </p:nvSpPr>
              <p:spPr bwMode="auto">
                <a:xfrm>
                  <a:off x="1559" y="266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63" name="Oval 81"/>
                <p:cNvSpPr>
                  <a:spLocks noChangeArrowheads="1"/>
                </p:cNvSpPr>
                <p:nvPr/>
              </p:nvSpPr>
              <p:spPr bwMode="auto">
                <a:xfrm>
                  <a:off x="1751" y="266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388" name="Group 82"/>
              <p:cNvGrpSpPr/>
              <p:nvPr/>
            </p:nvGrpSpPr>
            <p:grpSpPr bwMode="auto">
              <a:xfrm>
                <a:off x="1367" y="2086"/>
                <a:ext cx="432" cy="432"/>
                <a:chOff x="3383" y="1510"/>
                <a:chExt cx="432" cy="432"/>
              </a:xfrm>
            </p:grpSpPr>
            <p:sp>
              <p:nvSpPr>
                <p:cNvPr id="1050664" name="Oval 83"/>
                <p:cNvSpPr>
                  <a:spLocks noChangeArrowheads="1"/>
                </p:cNvSpPr>
                <p:nvPr/>
              </p:nvSpPr>
              <p:spPr bwMode="auto">
                <a:xfrm>
                  <a:off x="3575" y="170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65" name="Oval 84"/>
                <p:cNvSpPr>
                  <a:spLocks noChangeArrowheads="1"/>
                </p:cNvSpPr>
                <p:nvPr/>
              </p:nvSpPr>
              <p:spPr bwMode="auto">
                <a:xfrm>
                  <a:off x="3767" y="170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66" name="Oval 85"/>
                <p:cNvSpPr>
                  <a:spLocks noChangeArrowheads="1"/>
                </p:cNvSpPr>
                <p:nvPr/>
              </p:nvSpPr>
              <p:spPr bwMode="auto">
                <a:xfrm>
                  <a:off x="3767" y="151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67" name="Oval 86"/>
                <p:cNvSpPr>
                  <a:spLocks noChangeArrowheads="1"/>
                </p:cNvSpPr>
                <p:nvPr/>
              </p:nvSpPr>
              <p:spPr bwMode="auto">
                <a:xfrm>
                  <a:off x="3575" y="189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68" name="Oval 87"/>
                <p:cNvSpPr>
                  <a:spLocks noChangeArrowheads="1"/>
                </p:cNvSpPr>
                <p:nvPr/>
              </p:nvSpPr>
              <p:spPr bwMode="auto">
                <a:xfrm>
                  <a:off x="3767" y="189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69" name="Oval 88"/>
                <p:cNvSpPr>
                  <a:spLocks noChangeArrowheads="1"/>
                </p:cNvSpPr>
                <p:nvPr/>
              </p:nvSpPr>
              <p:spPr bwMode="auto">
                <a:xfrm>
                  <a:off x="3383" y="151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70" name="Oval 89"/>
                <p:cNvSpPr>
                  <a:spLocks noChangeArrowheads="1"/>
                </p:cNvSpPr>
                <p:nvPr/>
              </p:nvSpPr>
              <p:spPr bwMode="auto">
                <a:xfrm>
                  <a:off x="3383" y="189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71" name="Oval 90"/>
                <p:cNvSpPr>
                  <a:spLocks noChangeArrowheads="1"/>
                </p:cNvSpPr>
                <p:nvPr/>
              </p:nvSpPr>
              <p:spPr bwMode="auto">
                <a:xfrm>
                  <a:off x="3383" y="170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72" name="Oval 91"/>
                <p:cNvSpPr>
                  <a:spLocks noChangeArrowheads="1"/>
                </p:cNvSpPr>
                <p:nvPr/>
              </p:nvSpPr>
              <p:spPr bwMode="auto">
                <a:xfrm>
                  <a:off x="3575" y="151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0673" name="Oval 92"/>
              <p:cNvSpPr>
                <a:spLocks noChangeArrowheads="1"/>
              </p:cNvSpPr>
              <p:nvPr/>
            </p:nvSpPr>
            <p:spPr bwMode="auto">
              <a:xfrm>
                <a:off x="1175" y="28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74" name="Oval 93"/>
              <p:cNvSpPr>
                <a:spLocks noChangeArrowheads="1"/>
              </p:cNvSpPr>
              <p:nvPr/>
            </p:nvSpPr>
            <p:spPr bwMode="auto">
              <a:xfrm>
                <a:off x="1943" y="30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75" name="Oval 94"/>
              <p:cNvSpPr>
                <a:spLocks noChangeArrowheads="1"/>
              </p:cNvSpPr>
              <p:nvPr/>
            </p:nvSpPr>
            <p:spPr bwMode="auto">
              <a:xfrm>
                <a:off x="1559" y="28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76" name="Oval 95"/>
              <p:cNvSpPr>
                <a:spLocks noChangeArrowheads="1"/>
              </p:cNvSpPr>
              <p:nvPr/>
            </p:nvSpPr>
            <p:spPr bwMode="auto">
              <a:xfrm>
                <a:off x="1751" y="28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77" name="Oval 96"/>
              <p:cNvSpPr>
                <a:spLocks noChangeArrowheads="1"/>
              </p:cNvSpPr>
              <p:nvPr/>
            </p:nvSpPr>
            <p:spPr bwMode="auto">
              <a:xfrm>
                <a:off x="2135" y="22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78" name="Oval 97"/>
              <p:cNvSpPr>
                <a:spLocks noChangeArrowheads="1"/>
              </p:cNvSpPr>
              <p:nvPr/>
            </p:nvSpPr>
            <p:spPr bwMode="auto">
              <a:xfrm>
                <a:off x="2327" y="208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79" name="Oval 98"/>
              <p:cNvSpPr>
                <a:spLocks noChangeArrowheads="1"/>
              </p:cNvSpPr>
              <p:nvPr/>
            </p:nvSpPr>
            <p:spPr bwMode="auto">
              <a:xfrm>
                <a:off x="2519" y="208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80" name="Oval 99"/>
              <p:cNvSpPr>
                <a:spLocks noChangeArrowheads="1"/>
              </p:cNvSpPr>
              <p:nvPr/>
            </p:nvSpPr>
            <p:spPr bwMode="auto">
              <a:xfrm>
                <a:off x="1175" y="30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81" name="Oval 100"/>
              <p:cNvSpPr>
                <a:spLocks noChangeArrowheads="1"/>
              </p:cNvSpPr>
              <p:nvPr/>
            </p:nvSpPr>
            <p:spPr bwMode="auto">
              <a:xfrm>
                <a:off x="791" y="30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82" name="Oval 101"/>
              <p:cNvSpPr>
                <a:spLocks noChangeArrowheads="1"/>
              </p:cNvSpPr>
              <p:nvPr/>
            </p:nvSpPr>
            <p:spPr bwMode="auto">
              <a:xfrm>
                <a:off x="1559" y="30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83" name="Oval 102"/>
              <p:cNvSpPr>
                <a:spLocks noChangeArrowheads="1"/>
              </p:cNvSpPr>
              <p:nvPr/>
            </p:nvSpPr>
            <p:spPr bwMode="auto">
              <a:xfrm>
                <a:off x="1751" y="30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84" name="Oval 103"/>
              <p:cNvSpPr>
                <a:spLocks noChangeArrowheads="1"/>
              </p:cNvSpPr>
              <p:nvPr/>
            </p:nvSpPr>
            <p:spPr bwMode="auto">
              <a:xfrm>
                <a:off x="2519" y="22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85" name="Oval 104"/>
              <p:cNvSpPr>
                <a:spLocks noChangeArrowheads="1"/>
              </p:cNvSpPr>
              <p:nvPr/>
            </p:nvSpPr>
            <p:spPr bwMode="auto">
              <a:xfrm>
                <a:off x="2135" y="208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86" name="Oval 105"/>
              <p:cNvSpPr>
                <a:spLocks noChangeArrowheads="1"/>
              </p:cNvSpPr>
              <p:nvPr/>
            </p:nvSpPr>
            <p:spPr bwMode="auto">
              <a:xfrm>
                <a:off x="2327" y="22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87" name="Oval 106"/>
              <p:cNvSpPr>
                <a:spLocks noChangeArrowheads="1"/>
              </p:cNvSpPr>
              <p:nvPr/>
            </p:nvSpPr>
            <p:spPr bwMode="auto">
              <a:xfrm>
                <a:off x="983" y="30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88" name="Oval 107"/>
              <p:cNvSpPr>
                <a:spLocks noChangeArrowheads="1"/>
              </p:cNvSpPr>
              <p:nvPr/>
            </p:nvSpPr>
            <p:spPr bwMode="auto">
              <a:xfrm>
                <a:off x="791" y="28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89" name="Oval 108"/>
              <p:cNvSpPr>
                <a:spLocks noChangeArrowheads="1"/>
              </p:cNvSpPr>
              <p:nvPr/>
            </p:nvSpPr>
            <p:spPr bwMode="auto">
              <a:xfrm>
                <a:off x="983" y="28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90" name="Oval 109"/>
              <p:cNvSpPr>
                <a:spLocks noChangeArrowheads="1"/>
              </p:cNvSpPr>
              <p:nvPr/>
            </p:nvSpPr>
            <p:spPr bwMode="auto">
              <a:xfrm>
                <a:off x="2327" y="24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691" name="Oval 110"/>
              <p:cNvSpPr>
                <a:spLocks noChangeArrowheads="1"/>
              </p:cNvSpPr>
              <p:nvPr/>
            </p:nvSpPr>
            <p:spPr bwMode="auto">
              <a:xfrm>
                <a:off x="2519" y="24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389" name="Group 111"/>
          <p:cNvGrpSpPr/>
          <p:nvPr/>
        </p:nvGrpSpPr>
        <p:grpSpPr bwMode="auto">
          <a:xfrm>
            <a:off x="3719513" y="4291013"/>
            <a:ext cx="3048000" cy="1905000"/>
            <a:chOff x="2448" y="2016"/>
            <a:chExt cx="1920" cy="1200"/>
          </a:xfrm>
        </p:grpSpPr>
        <p:grpSp>
          <p:nvGrpSpPr>
            <p:cNvPr id="390" name="Group 112"/>
            <p:cNvGrpSpPr/>
            <p:nvPr/>
          </p:nvGrpSpPr>
          <p:grpSpPr bwMode="auto">
            <a:xfrm>
              <a:off x="2448" y="2016"/>
              <a:ext cx="1920" cy="1200"/>
              <a:chOff x="720" y="1584"/>
              <a:chExt cx="1920" cy="1200"/>
            </a:xfrm>
          </p:grpSpPr>
          <p:grpSp>
            <p:nvGrpSpPr>
              <p:cNvPr id="391" name="Group 113"/>
              <p:cNvGrpSpPr/>
              <p:nvPr/>
            </p:nvGrpSpPr>
            <p:grpSpPr bwMode="auto">
              <a:xfrm>
                <a:off x="720" y="1680"/>
                <a:ext cx="1920" cy="960"/>
                <a:chOff x="720" y="1680"/>
                <a:chExt cx="1920" cy="960"/>
              </a:xfrm>
            </p:grpSpPr>
            <p:sp>
              <p:nvSpPr>
                <p:cNvPr id="1050692" name="Line 114"/>
                <p:cNvSpPr>
                  <a:spLocks noChangeShapeType="1"/>
                </p:cNvSpPr>
                <p:nvPr/>
              </p:nvSpPr>
              <p:spPr bwMode="auto">
                <a:xfrm>
                  <a:off x="720" y="1680"/>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693" name="Line 115"/>
                <p:cNvSpPr>
                  <a:spLocks noChangeShapeType="1"/>
                </p:cNvSpPr>
                <p:nvPr/>
              </p:nvSpPr>
              <p:spPr bwMode="auto">
                <a:xfrm>
                  <a:off x="720" y="187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694" name="Line 116"/>
                <p:cNvSpPr>
                  <a:spLocks noChangeShapeType="1"/>
                </p:cNvSpPr>
                <p:nvPr/>
              </p:nvSpPr>
              <p:spPr bwMode="auto">
                <a:xfrm>
                  <a:off x="720" y="225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695" name="Line 117"/>
                <p:cNvSpPr>
                  <a:spLocks noChangeShapeType="1"/>
                </p:cNvSpPr>
                <p:nvPr/>
              </p:nvSpPr>
              <p:spPr bwMode="auto">
                <a:xfrm>
                  <a:off x="720" y="2064"/>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696" name="Line 118"/>
                <p:cNvSpPr>
                  <a:spLocks noChangeShapeType="1"/>
                </p:cNvSpPr>
                <p:nvPr/>
              </p:nvSpPr>
              <p:spPr bwMode="auto">
                <a:xfrm>
                  <a:off x="720" y="244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697" name="Line 119"/>
                <p:cNvSpPr>
                  <a:spLocks noChangeShapeType="1"/>
                </p:cNvSpPr>
                <p:nvPr/>
              </p:nvSpPr>
              <p:spPr bwMode="auto">
                <a:xfrm>
                  <a:off x="720" y="2640"/>
                  <a:ext cx="192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392" name="Group 120"/>
              <p:cNvGrpSpPr/>
              <p:nvPr/>
            </p:nvGrpSpPr>
            <p:grpSpPr bwMode="auto">
              <a:xfrm>
                <a:off x="816" y="1584"/>
                <a:ext cx="1728" cy="1200"/>
                <a:chOff x="576" y="1680"/>
                <a:chExt cx="1728" cy="1920"/>
              </a:xfrm>
            </p:grpSpPr>
            <p:sp>
              <p:nvSpPr>
                <p:cNvPr id="1050698" name="Line 121"/>
                <p:cNvSpPr>
                  <a:spLocks noChangeShapeType="1"/>
                </p:cNvSpPr>
                <p:nvPr/>
              </p:nvSpPr>
              <p:spPr bwMode="auto">
                <a:xfrm>
                  <a:off x="57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699" name="Line 122"/>
                <p:cNvSpPr>
                  <a:spLocks noChangeShapeType="1"/>
                </p:cNvSpPr>
                <p:nvPr/>
              </p:nvSpPr>
              <p:spPr bwMode="auto">
                <a:xfrm>
                  <a:off x="76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700" name="Line 123"/>
                <p:cNvSpPr>
                  <a:spLocks noChangeShapeType="1"/>
                </p:cNvSpPr>
                <p:nvPr/>
              </p:nvSpPr>
              <p:spPr bwMode="auto">
                <a:xfrm>
                  <a:off x="96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701" name="Line 124"/>
                <p:cNvSpPr>
                  <a:spLocks noChangeShapeType="1"/>
                </p:cNvSpPr>
                <p:nvPr/>
              </p:nvSpPr>
              <p:spPr bwMode="auto">
                <a:xfrm>
                  <a:off x="115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702" name="Line 125"/>
                <p:cNvSpPr>
                  <a:spLocks noChangeShapeType="1"/>
                </p:cNvSpPr>
                <p:nvPr/>
              </p:nvSpPr>
              <p:spPr bwMode="auto">
                <a:xfrm>
                  <a:off x="1344"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703" name="Line 126"/>
                <p:cNvSpPr>
                  <a:spLocks noChangeShapeType="1"/>
                </p:cNvSpPr>
                <p:nvPr/>
              </p:nvSpPr>
              <p:spPr bwMode="auto">
                <a:xfrm>
                  <a:off x="153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704" name="Line 127"/>
                <p:cNvSpPr>
                  <a:spLocks noChangeShapeType="1"/>
                </p:cNvSpPr>
                <p:nvPr/>
              </p:nvSpPr>
              <p:spPr bwMode="auto">
                <a:xfrm>
                  <a:off x="172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705" name="Line 128"/>
                <p:cNvSpPr>
                  <a:spLocks noChangeShapeType="1"/>
                </p:cNvSpPr>
                <p:nvPr/>
              </p:nvSpPr>
              <p:spPr bwMode="auto">
                <a:xfrm>
                  <a:off x="192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706" name="Line 129"/>
                <p:cNvSpPr>
                  <a:spLocks noChangeShapeType="1"/>
                </p:cNvSpPr>
                <p:nvPr/>
              </p:nvSpPr>
              <p:spPr bwMode="auto">
                <a:xfrm>
                  <a:off x="211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707" name="Line 130"/>
                <p:cNvSpPr>
                  <a:spLocks noChangeShapeType="1"/>
                </p:cNvSpPr>
                <p:nvPr/>
              </p:nvSpPr>
              <p:spPr bwMode="auto">
                <a:xfrm>
                  <a:off x="2304" y="1680"/>
                  <a:ext cx="0" cy="1920"/>
                </a:xfrm>
                <a:prstGeom prst="line">
                  <a:avLst/>
                </a:prstGeom>
                <a:noFill/>
                <a:ln w="9525">
                  <a:solidFill>
                    <a:schemeClr val="tx1"/>
                  </a:solidFill>
                  <a:miter lim="800000"/>
                  <a:headEnd/>
                  <a:tailEnd/>
                </a:ln>
                <a:effectLst/>
              </p:spPr>
              <p:txBody>
                <a:bodyPr wrap="none"/>
                <a:lstStyle/>
                <a:p>
                  <a:endParaRPr lang="zh-CN" altLang="en-US"/>
                </a:p>
              </p:txBody>
            </p:sp>
          </p:grpSp>
        </p:grpSp>
        <p:grpSp>
          <p:nvGrpSpPr>
            <p:cNvPr id="393" name="Group 131"/>
            <p:cNvGrpSpPr/>
            <p:nvPr/>
          </p:nvGrpSpPr>
          <p:grpSpPr bwMode="auto">
            <a:xfrm>
              <a:off x="2519" y="2086"/>
              <a:ext cx="1776" cy="1008"/>
              <a:chOff x="2519" y="2086"/>
              <a:chExt cx="1776" cy="1008"/>
            </a:xfrm>
          </p:grpSpPr>
          <p:grpSp>
            <p:nvGrpSpPr>
              <p:cNvPr id="394" name="Group 132"/>
              <p:cNvGrpSpPr/>
              <p:nvPr/>
            </p:nvGrpSpPr>
            <p:grpSpPr bwMode="auto">
              <a:xfrm>
                <a:off x="3095" y="2086"/>
                <a:ext cx="432" cy="432"/>
                <a:chOff x="3383" y="1510"/>
                <a:chExt cx="432" cy="432"/>
              </a:xfrm>
            </p:grpSpPr>
            <p:sp>
              <p:nvSpPr>
                <p:cNvPr id="1050708" name="Oval 133"/>
                <p:cNvSpPr>
                  <a:spLocks noChangeArrowheads="1"/>
                </p:cNvSpPr>
                <p:nvPr/>
              </p:nvSpPr>
              <p:spPr bwMode="auto">
                <a:xfrm>
                  <a:off x="3575" y="170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09" name="Oval 134"/>
                <p:cNvSpPr>
                  <a:spLocks noChangeArrowheads="1"/>
                </p:cNvSpPr>
                <p:nvPr/>
              </p:nvSpPr>
              <p:spPr bwMode="auto">
                <a:xfrm>
                  <a:off x="3767" y="170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10" name="Oval 135"/>
                <p:cNvSpPr>
                  <a:spLocks noChangeArrowheads="1"/>
                </p:cNvSpPr>
                <p:nvPr/>
              </p:nvSpPr>
              <p:spPr bwMode="auto">
                <a:xfrm>
                  <a:off x="3767" y="151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11" name="Oval 136"/>
                <p:cNvSpPr>
                  <a:spLocks noChangeArrowheads="1"/>
                </p:cNvSpPr>
                <p:nvPr/>
              </p:nvSpPr>
              <p:spPr bwMode="auto">
                <a:xfrm>
                  <a:off x="3575" y="189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12" name="Oval 137"/>
                <p:cNvSpPr>
                  <a:spLocks noChangeArrowheads="1"/>
                </p:cNvSpPr>
                <p:nvPr/>
              </p:nvSpPr>
              <p:spPr bwMode="auto">
                <a:xfrm>
                  <a:off x="3767" y="189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13" name="Oval 138"/>
                <p:cNvSpPr>
                  <a:spLocks noChangeArrowheads="1"/>
                </p:cNvSpPr>
                <p:nvPr/>
              </p:nvSpPr>
              <p:spPr bwMode="auto">
                <a:xfrm>
                  <a:off x="3383" y="151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14" name="Oval 139"/>
                <p:cNvSpPr>
                  <a:spLocks noChangeArrowheads="1"/>
                </p:cNvSpPr>
                <p:nvPr/>
              </p:nvSpPr>
              <p:spPr bwMode="auto">
                <a:xfrm>
                  <a:off x="3383" y="189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15" name="Oval 140"/>
                <p:cNvSpPr>
                  <a:spLocks noChangeArrowheads="1"/>
                </p:cNvSpPr>
                <p:nvPr/>
              </p:nvSpPr>
              <p:spPr bwMode="auto">
                <a:xfrm>
                  <a:off x="3383" y="170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16" name="Oval 141"/>
                <p:cNvSpPr>
                  <a:spLocks noChangeArrowheads="1"/>
                </p:cNvSpPr>
                <p:nvPr/>
              </p:nvSpPr>
              <p:spPr bwMode="auto">
                <a:xfrm>
                  <a:off x="3575" y="151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0717" name="Oval 142"/>
              <p:cNvSpPr>
                <a:spLocks noChangeArrowheads="1"/>
              </p:cNvSpPr>
              <p:nvPr/>
            </p:nvSpPr>
            <p:spPr bwMode="auto">
              <a:xfrm>
                <a:off x="2903" y="28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18" name="Oval 143"/>
              <p:cNvSpPr>
                <a:spLocks noChangeArrowheads="1"/>
              </p:cNvSpPr>
              <p:nvPr/>
            </p:nvSpPr>
            <p:spPr bwMode="auto">
              <a:xfrm>
                <a:off x="3671" y="30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395" name="Group 144"/>
              <p:cNvGrpSpPr/>
              <p:nvPr/>
            </p:nvGrpSpPr>
            <p:grpSpPr bwMode="auto">
              <a:xfrm>
                <a:off x="3287" y="2662"/>
                <a:ext cx="432" cy="240"/>
                <a:chOff x="3287" y="2662"/>
                <a:chExt cx="432" cy="240"/>
              </a:xfrm>
            </p:grpSpPr>
            <p:sp>
              <p:nvSpPr>
                <p:cNvPr id="1050719" name="Oval 145"/>
                <p:cNvSpPr>
                  <a:spLocks noChangeArrowheads="1"/>
                </p:cNvSpPr>
                <p:nvPr/>
              </p:nvSpPr>
              <p:spPr bwMode="auto">
                <a:xfrm>
                  <a:off x="3671" y="285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20" name="Oval 146"/>
                <p:cNvSpPr>
                  <a:spLocks noChangeArrowheads="1"/>
                </p:cNvSpPr>
                <p:nvPr/>
              </p:nvSpPr>
              <p:spPr bwMode="auto">
                <a:xfrm>
                  <a:off x="3671" y="266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21" name="Oval 147"/>
                <p:cNvSpPr>
                  <a:spLocks noChangeArrowheads="1"/>
                </p:cNvSpPr>
                <p:nvPr/>
              </p:nvSpPr>
              <p:spPr bwMode="auto">
                <a:xfrm>
                  <a:off x="3287" y="266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22" name="Oval 148"/>
                <p:cNvSpPr>
                  <a:spLocks noChangeArrowheads="1"/>
                </p:cNvSpPr>
                <p:nvPr/>
              </p:nvSpPr>
              <p:spPr bwMode="auto">
                <a:xfrm>
                  <a:off x="3479" y="266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23" name="Oval 149"/>
                <p:cNvSpPr>
                  <a:spLocks noChangeArrowheads="1"/>
                </p:cNvSpPr>
                <p:nvPr/>
              </p:nvSpPr>
              <p:spPr bwMode="auto">
                <a:xfrm>
                  <a:off x="3287" y="285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24" name="Oval 150"/>
                <p:cNvSpPr>
                  <a:spLocks noChangeArrowheads="1"/>
                </p:cNvSpPr>
                <p:nvPr/>
              </p:nvSpPr>
              <p:spPr bwMode="auto">
                <a:xfrm>
                  <a:off x="3479" y="285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0725" name="Oval 151"/>
              <p:cNvSpPr>
                <a:spLocks noChangeArrowheads="1"/>
              </p:cNvSpPr>
              <p:nvPr/>
            </p:nvSpPr>
            <p:spPr bwMode="auto">
              <a:xfrm>
                <a:off x="3863" y="22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26" name="Oval 152"/>
              <p:cNvSpPr>
                <a:spLocks noChangeArrowheads="1"/>
              </p:cNvSpPr>
              <p:nvPr/>
            </p:nvSpPr>
            <p:spPr bwMode="auto">
              <a:xfrm>
                <a:off x="4055" y="208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27" name="Oval 153"/>
              <p:cNvSpPr>
                <a:spLocks noChangeArrowheads="1"/>
              </p:cNvSpPr>
              <p:nvPr/>
            </p:nvSpPr>
            <p:spPr bwMode="auto">
              <a:xfrm>
                <a:off x="4247" y="208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28" name="Oval 154"/>
              <p:cNvSpPr>
                <a:spLocks noChangeArrowheads="1"/>
              </p:cNvSpPr>
              <p:nvPr/>
            </p:nvSpPr>
            <p:spPr bwMode="auto">
              <a:xfrm>
                <a:off x="2903" y="30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29" name="Oval 155"/>
              <p:cNvSpPr>
                <a:spLocks noChangeArrowheads="1"/>
              </p:cNvSpPr>
              <p:nvPr/>
            </p:nvSpPr>
            <p:spPr bwMode="auto">
              <a:xfrm>
                <a:off x="2519" y="30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30" name="Oval 156"/>
              <p:cNvSpPr>
                <a:spLocks noChangeArrowheads="1"/>
              </p:cNvSpPr>
              <p:nvPr/>
            </p:nvSpPr>
            <p:spPr bwMode="auto">
              <a:xfrm>
                <a:off x="3287" y="30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31" name="Oval 157"/>
              <p:cNvSpPr>
                <a:spLocks noChangeArrowheads="1"/>
              </p:cNvSpPr>
              <p:nvPr/>
            </p:nvSpPr>
            <p:spPr bwMode="auto">
              <a:xfrm>
                <a:off x="3479" y="30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32" name="Oval 158"/>
              <p:cNvSpPr>
                <a:spLocks noChangeArrowheads="1"/>
              </p:cNvSpPr>
              <p:nvPr/>
            </p:nvSpPr>
            <p:spPr bwMode="auto">
              <a:xfrm>
                <a:off x="4247" y="22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33" name="Oval 159"/>
              <p:cNvSpPr>
                <a:spLocks noChangeArrowheads="1"/>
              </p:cNvSpPr>
              <p:nvPr/>
            </p:nvSpPr>
            <p:spPr bwMode="auto">
              <a:xfrm>
                <a:off x="3863" y="208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34" name="Oval 160"/>
              <p:cNvSpPr>
                <a:spLocks noChangeArrowheads="1"/>
              </p:cNvSpPr>
              <p:nvPr/>
            </p:nvSpPr>
            <p:spPr bwMode="auto">
              <a:xfrm>
                <a:off x="4055" y="22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35" name="Oval 161"/>
              <p:cNvSpPr>
                <a:spLocks noChangeArrowheads="1"/>
              </p:cNvSpPr>
              <p:nvPr/>
            </p:nvSpPr>
            <p:spPr bwMode="auto">
              <a:xfrm>
                <a:off x="2711" y="304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36" name="Oval 162"/>
              <p:cNvSpPr>
                <a:spLocks noChangeArrowheads="1"/>
              </p:cNvSpPr>
              <p:nvPr/>
            </p:nvSpPr>
            <p:spPr bwMode="auto">
              <a:xfrm>
                <a:off x="2519" y="28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37" name="Oval 163"/>
              <p:cNvSpPr>
                <a:spLocks noChangeArrowheads="1"/>
              </p:cNvSpPr>
              <p:nvPr/>
            </p:nvSpPr>
            <p:spPr bwMode="auto">
              <a:xfrm>
                <a:off x="2711" y="28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38" name="Oval 164"/>
              <p:cNvSpPr>
                <a:spLocks noChangeArrowheads="1"/>
              </p:cNvSpPr>
              <p:nvPr/>
            </p:nvSpPr>
            <p:spPr bwMode="auto">
              <a:xfrm>
                <a:off x="4055" y="24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39" name="Oval 165"/>
              <p:cNvSpPr>
                <a:spLocks noChangeArrowheads="1"/>
              </p:cNvSpPr>
              <p:nvPr/>
            </p:nvSpPr>
            <p:spPr bwMode="auto">
              <a:xfrm>
                <a:off x="4247" y="24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396" name="Group 166"/>
          <p:cNvGrpSpPr/>
          <p:nvPr/>
        </p:nvGrpSpPr>
        <p:grpSpPr bwMode="auto">
          <a:xfrm>
            <a:off x="7758113" y="4291013"/>
            <a:ext cx="3048000" cy="1905000"/>
            <a:chOff x="3312" y="3120"/>
            <a:chExt cx="1920" cy="1200"/>
          </a:xfrm>
        </p:grpSpPr>
        <p:grpSp>
          <p:nvGrpSpPr>
            <p:cNvPr id="397" name="Group 167"/>
            <p:cNvGrpSpPr/>
            <p:nvPr/>
          </p:nvGrpSpPr>
          <p:grpSpPr bwMode="auto">
            <a:xfrm>
              <a:off x="3312" y="3120"/>
              <a:ext cx="1920" cy="1200"/>
              <a:chOff x="720" y="1584"/>
              <a:chExt cx="1920" cy="1200"/>
            </a:xfrm>
          </p:grpSpPr>
          <p:grpSp>
            <p:nvGrpSpPr>
              <p:cNvPr id="398" name="Group 168"/>
              <p:cNvGrpSpPr/>
              <p:nvPr/>
            </p:nvGrpSpPr>
            <p:grpSpPr bwMode="auto">
              <a:xfrm>
                <a:off x="720" y="1680"/>
                <a:ext cx="1920" cy="960"/>
                <a:chOff x="720" y="1680"/>
                <a:chExt cx="1920" cy="960"/>
              </a:xfrm>
            </p:grpSpPr>
            <p:sp>
              <p:nvSpPr>
                <p:cNvPr id="1050740" name="Line 169"/>
                <p:cNvSpPr>
                  <a:spLocks noChangeShapeType="1"/>
                </p:cNvSpPr>
                <p:nvPr/>
              </p:nvSpPr>
              <p:spPr bwMode="auto">
                <a:xfrm>
                  <a:off x="720" y="1680"/>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741" name="Line 170"/>
                <p:cNvSpPr>
                  <a:spLocks noChangeShapeType="1"/>
                </p:cNvSpPr>
                <p:nvPr/>
              </p:nvSpPr>
              <p:spPr bwMode="auto">
                <a:xfrm>
                  <a:off x="720" y="187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742" name="Line 171"/>
                <p:cNvSpPr>
                  <a:spLocks noChangeShapeType="1"/>
                </p:cNvSpPr>
                <p:nvPr/>
              </p:nvSpPr>
              <p:spPr bwMode="auto">
                <a:xfrm>
                  <a:off x="720" y="225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743" name="Line 172"/>
                <p:cNvSpPr>
                  <a:spLocks noChangeShapeType="1"/>
                </p:cNvSpPr>
                <p:nvPr/>
              </p:nvSpPr>
              <p:spPr bwMode="auto">
                <a:xfrm>
                  <a:off x="720" y="2064"/>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744" name="Line 173"/>
                <p:cNvSpPr>
                  <a:spLocks noChangeShapeType="1"/>
                </p:cNvSpPr>
                <p:nvPr/>
              </p:nvSpPr>
              <p:spPr bwMode="auto">
                <a:xfrm>
                  <a:off x="720" y="244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745" name="Line 174"/>
                <p:cNvSpPr>
                  <a:spLocks noChangeShapeType="1"/>
                </p:cNvSpPr>
                <p:nvPr/>
              </p:nvSpPr>
              <p:spPr bwMode="auto">
                <a:xfrm>
                  <a:off x="720" y="2640"/>
                  <a:ext cx="192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399" name="Group 175"/>
              <p:cNvGrpSpPr/>
              <p:nvPr/>
            </p:nvGrpSpPr>
            <p:grpSpPr bwMode="auto">
              <a:xfrm>
                <a:off x="816" y="1584"/>
                <a:ext cx="1728" cy="1200"/>
                <a:chOff x="576" y="1680"/>
                <a:chExt cx="1728" cy="1920"/>
              </a:xfrm>
            </p:grpSpPr>
            <p:sp>
              <p:nvSpPr>
                <p:cNvPr id="1050746" name="Line 176"/>
                <p:cNvSpPr>
                  <a:spLocks noChangeShapeType="1"/>
                </p:cNvSpPr>
                <p:nvPr/>
              </p:nvSpPr>
              <p:spPr bwMode="auto">
                <a:xfrm>
                  <a:off x="57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747" name="Line 177"/>
                <p:cNvSpPr>
                  <a:spLocks noChangeShapeType="1"/>
                </p:cNvSpPr>
                <p:nvPr/>
              </p:nvSpPr>
              <p:spPr bwMode="auto">
                <a:xfrm>
                  <a:off x="76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748" name="Line 178"/>
                <p:cNvSpPr>
                  <a:spLocks noChangeShapeType="1"/>
                </p:cNvSpPr>
                <p:nvPr/>
              </p:nvSpPr>
              <p:spPr bwMode="auto">
                <a:xfrm>
                  <a:off x="96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749" name="Line 179"/>
                <p:cNvSpPr>
                  <a:spLocks noChangeShapeType="1"/>
                </p:cNvSpPr>
                <p:nvPr/>
              </p:nvSpPr>
              <p:spPr bwMode="auto">
                <a:xfrm>
                  <a:off x="115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750" name="Line 180"/>
                <p:cNvSpPr>
                  <a:spLocks noChangeShapeType="1"/>
                </p:cNvSpPr>
                <p:nvPr/>
              </p:nvSpPr>
              <p:spPr bwMode="auto">
                <a:xfrm>
                  <a:off x="1344"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751" name="Line 181"/>
                <p:cNvSpPr>
                  <a:spLocks noChangeShapeType="1"/>
                </p:cNvSpPr>
                <p:nvPr/>
              </p:nvSpPr>
              <p:spPr bwMode="auto">
                <a:xfrm>
                  <a:off x="1536"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752" name="Line 182"/>
                <p:cNvSpPr>
                  <a:spLocks noChangeShapeType="1"/>
                </p:cNvSpPr>
                <p:nvPr/>
              </p:nvSpPr>
              <p:spPr bwMode="auto">
                <a:xfrm>
                  <a:off x="1728"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753" name="Line 183"/>
                <p:cNvSpPr>
                  <a:spLocks noChangeShapeType="1"/>
                </p:cNvSpPr>
                <p:nvPr/>
              </p:nvSpPr>
              <p:spPr bwMode="auto">
                <a:xfrm>
                  <a:off x="1920"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754" name="Line 184"/>
                <p:cNvSpPr>
                  <a:spLocks noChangeShapeType="1"/>
                </p:cNvSpPr>
                <p:nvPr/>
              </p:nvSpPr>
              <p:spPr bwMode="auto">
                <a:xfrm>
                  <a:off x="2112" y="1680"/>
                  <a:ext cx="0" cy="1920"/>
                </a:xfrm>
                <a:prstGeom prst="line">
                  <a:avLst/>
                </a:prstGeom>
                <a:noFill/>
                <a:ln w="9525">
                  <a:solidFill>
                    <a:schemeClr val="tx1"/>
                  </a:solidFill>
                  <a:miter lim="800000"/>
                  <a:headEnd/>
                  <a:tailEnd/>
                </a:ln>
                <a:effectLst/>
              </p:spPr>
              <p:txBody>
                <a:bodyPr wrap="none"/>
                <a:lstStyle/>
                <a:p>
                  <a:endParaRPr lang="zh-CN" altLang="en-US"/>
                </a:p>
              </p:txBody>
            </p:sp>
            <p:sp>
              <p:nvSpPr>
                <p:cNvPr id="1050755" name="Line 185"/>
                <p:cNvSpPr>
                  <a:spLocks noChangeShapeType="1"/>
                </p:cNvSpPr>
                <p:nvPr/>
              </p:nvSpPr>
              <p:spPr bwMode="auto">
                <a:xfrm>
                  <a:off x="2304" y="1680"/>
                  <a:ext cx="0" cy="1920"/>
                </a:xfrm>
                <a:prstGeom prst="line">
                  <a:avLst/>
                </a:prstGeom>
                <a:noFill/>
                <a:ln w="9525">
                  <a:solidFill>
                    <a:schemeClr val="tx1"/>
                  </a:solidFill>
                  <a:miter lim="800000"/>
                  <a:headEnd/>
                  <a:tailEnd/>
                </a:ln>
                <a:effectLst/>
              </p:spPr>
              <p:txBody>
                <a:bodyPr wrap="none"/>
                <a:lstStyle/>
                <a:p>
                  <a:endParaRPr lang="zh-CN" altLang="en-US"/>
                </a:p>
              </p:txBody>
            </p:sp>
          </p:grpSp>
        </p:grpSp>
        <p:grpSp>
          <p:nvGrpSpPr>
            <p:cNvPr id="400" name="Group 186"/>
            <p:cNvGrpSpPr/>
            <p:nvPr/>
          </p:nvGrpSpPr>
          <p:grpSpPr bwMode="auto">
            <a:xfrm>
              <a:off x="3959" y="3190"/>
              <a:ext cx="432" cy="432"/>
              <a:chOff x="3383" y="1510"/>
              <a:chExt cx="432" cy="432"/>
            </a:xfrm>
          </p:grpSpPr>
          <p:sp>
            <p:nvSpPr>
              <p:cNvPr id="1050756" name="Oval 187"/>
              <p:cNvSpPr>
                <a:spLocks noChangeArrowheads="1"/>
              </p:cNvSpPr>
              <p:nvPr/>
            </p:nvSpPr>
            <p:spPr bwMode="auto">
              <a:xfrm>
                <a:off x="3575" y="170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57" name="Oval 188"/>
              <p:cNvSpPr>
                <a:spLocks noChangeArrowheads="1"/>
              </p:cNvSpPr>
              <p:nvPr/>
            </p:nvSpPr>
            <p:spPr bwMode="auto">
              <a:xfrm>
                <a:off x="3767" y="170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58" name="Oval 189"/>
              <p:cNvSpPr>
                <a:spLocks noChangeArrowheads="1"/>
              </p:cNvSpPr>
              <p:nvPr/>
            </p:nvSpPr>
            <p:spPr bwMode="auto">
              <a:xfrm>
                <a:off x="3767" y="151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59" name="Oval 190"/>
              <p:cNvSpPr>
                <a:spLocks noChangeArrowheads="1"/>
              </p:cNvSpPr>
              <p:nvPr/>
            </p:nvSpPr>
            <p:spPr bwMode="auto">
              <a:xfrm>
                <a:off x="3575" y="189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60" name="Oval 191"/>
              <p:cNvSpPr>
                <a:spLocks noChangeArrowheads="1"/>
              </p:cNvSpPr>
              <p:nvPr/>
            </p:nvSpPr>
            <p:spPr bwMode="auto">
              <a:xfrm>
                <a:off x="3767" y="189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61" name="Oval 192"/>
              <p:cNvSpPr>
                <a:spLocks noChangeArrowheads="1"/>
              </p:cNvSpPr>
              <p:nvPr/>
            </p:nvSpPr>
            <p:spPr bwMode="auto">
              <a:xfrm>
                <a:off x="3383" y="151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62" name="Oval 193"/>
              <p:cNvSpPr>
                <a:spLocks noChangeArrowheads="1"/>
              </p:cNvSpPr>
              <p:nvPr/>
            </p:nvSpPr>
            <p:spPr bwMode="auto">
              <a:xfrm>
                <a:off x="3383" y="1894"/>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63" name="Oval 194"/>
              <p:cNvSpPr>
                <a:spLocks noChangeArrowheads="1"/>
              </p:cNvSpPr>
              <p:nvPr/>
            </p:nvSpPr>
            <p:spPr bwMode="auto">
              <a:xfrm>
                <a:off x="3383" y="1702"/>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64" name="Oval 195"/>
              <p:cNvSpPr>
                <a:spLocks noChangeArrowheads="1"/>
              </p:cNvSpPr>
              <p:nvPr/>
            </p:nvSpPr>
            <p:spPr bwMode="auto">
              <a:xfrm>
                <a:off x="3575" y="151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0765" name="Oval 196"/>
            <p:cNvSpPr>
              <a:spLocks noChangeArrowheads="1"/>
            </p:cNvSpPr>
            <p:nvPr/>
          </p:nvSpPr>
          <p:spPr bwMode="auto">
            <a:xfrm>
              <a:off x="3767" y="395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66" name="Oval 197"/>
            <p:cNvSpPr>
              <a:spLocks noChangeArrowheads="1"/>
            </p:cNvSpPr>
            <p:nvPr/>
          </p:nvSpPr>
          <p:spPr bwMode="auto">
            <a:xfrm>
              <a:off x="4727" y="338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67" name="Oval 198"/>
            <p:cNvSpPr>
              <a:spLocks noChangeArrowheads="1"/>
            </p:cNvSpPr>
            <p:nvPr/>
          </p:nvSpPr>
          <p:spPr bwMode="auto">
            <a:xfrm>
              <a:off x="4919" y="319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68" name="Oval 199"/>
            <p:cNvSpPr>
              <a:spLocks noChangeArrowheads="1"/>
            </p:cNvSpPr>
            <p:nvPr/>
          </p:nvSpPr>
          <p:spPr bwMode="auto">
            <a:xfrm>
              <a:off x="5111" y="319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69" name="Oval 200"/>
            <p:cNvSpPr>
              <a:spLocks noChangeArrowheads="1"/>
            </p:cNvSpPr>
            <p:nvPr/>
          </p:nvSpPr>
          <p:spPr bwMode="auto">
            <a:xfrm>
              <a:off x="3767" y="415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70" name="Oval 201"/>
            <p:cNvSpPr>
              <a:spLocks noChangeArrowheads="1"/>
            </p:cNvSpPr>
            <p:nvPr/>
          </p:nvSpPr>
          <p:spPr bwMode="auto">
            <a:xfrm>
              <a:off x="3383" y="415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401" name="Group 202"/>
            <p:cNvGrpSpPr/>
            <p:nvPr/>
          </p:nvGrpSpPr>
          <p:grpSpPr bwMode="auto">
            <a:xfrm>
              <a:off x="4151" y="3766"/>
              <a:ext cx="432" cy="432"/>
              <a:chOff x="4151" y="3766"/>
              <a:chExt cx="432" cy="432"/>
            </a:xfrm>
          </p:grpSpPr>
          <p:sp>
            <p:nvSpPr>
              <p:cNvPr id="1050771" name="Oval 203"/>
              <p:cNvSpPr>
                <a:spLocks noChangeArrowheads="1"/>
              </p:cNvSpPr>
              <p:nvPr/>
            </p:nvSpPr>
            <p:spPr bwMode="auto">
              <a:xfrm>
                <a:off x="4535" y="395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72" name="Oval 204"/>
              <p:cNvSpPr>
                <a:spLocks noChangeArrowheads="1"/>
              </p:cNvSpPr>
              <p:nvPr/>
            </p:nvSpPr>
            <p:spPr bwMode="auto">
              <a:xfrm>
                <a:off x="4535" y="376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73" name="Oval 205"/>
              <p:cNvSpPr>
                <a:spLocks noChangeArrowheads="1"/>
              </p:cNvSpPr>
              <p:nvPr/>
            </p:nvSpPr>
            <p:spPr bwMode="auto">
              <a:xfrm>
                <a:off x="4151" y="376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74" name="Oval 206"/>
              <p:cNvSpPr>
                <a:spLocks noChangeArrowheads="1"/>
              </p:cNvSpPr>
              <p:nvPr/>
            </p:nvSpPr>
            <p:spPr bwMode="auto">
              <a:xfrm>
                <a:off x="4343" y="3766"/>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75" name="Oval 207"/>
              <p:cNvSpPr>
                <a:spLocks noChangeArrowheads="1"/>
              </p:cNvSpPr>
              <p:nvPr/>
            </p:nvSpPr>
            <p:spPr bwMode="auto">
              <a:xfrm>
                <a:off x="4535" y="415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76" name="Oval 208"/>
              <p:cNvSpPr>
                <a:spLocks noChangeArrowheads="1"/>
              </p:cNvSpPr>
              <p:nvPr/>
            </p:nvSpPr>
            <p:spPr bwMode="auto">
              <a:xfrm>
                <a:off x="4151" y="395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77" name="Oval 209"/>
              <p:cNvSpPr>
                <a:spLocks noChangeArrowheads="1"/>
              </p:cNvSpPr>
              <p:nvPr/>
            </p:nvSpPr>
            <p:spPr bwMode="auto">
              <a:xfrm>
                <a:off x="4343" y="3958"/>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78" name="Oval 210"/>
              <p:cNvSpPr>
                <a:spLocks noChangeArrowheads="1"/>
              </p:cNvSpPr>
              <p:nvPr/>
            </p:nvSpPr>
            <p:spPr bwMode="auto">
              <a:xfrm>
                <a:off x="4151" y="415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79" name="Oval 211"/>
              <p:cNvSpPr>
                <a:spLocks noChangeArrowheads="1"/>
              </p:cNvSpPr>
              <p:nvPr/>
            </p:nvSpPr>
            <p:spPr bwMode="auto">
              <a:xfrm>
                <a:off x="4343" y="4150"/>
                <a:ext cx="48" cy="48"/>
              </a:xfrm>
              <a:prstGeom prst="ellipse">
                <a:avLst/>
              </a:prstGeom>
              <a:solidFill>
                <a:srgbClr val="FF0000"/>
              </a:solidFill>
              <a:ln w="9525">
                <a:solidFill>
                  <a:srgbClr val="FF0000"/>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0780" name="Oval 212"/>
            <p:cNvSpPr>
              <a:spLocks noChangeArrowheads="1"/>
            </p:cNvSpPr>
            <p:nvPr/>
          </p:nvSpPr>
          <p:spPr bwMode="auto">
            <a:xfrm>
              <a:off x="5111" y="338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81" name="Oval 213"/>
            <p:cNvSpPr>
              <a:spLocks noChangeArrowheads="1"/>
            </p:cNvSpPr>
            <p:nvPr/>
          </p:nvSpPr>
          <p:spPr bwMode="auto">
            <a:xfrm>
              <a:off x="4727" y="319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82" name="Oval 214"/>
            <p:cNvSpPr>
              <a:spLocks noChangeArrowheads="1"/>
            </p:cNvSpPr>
            <p:nvPr/>
          </p:nvSpPr>
          <p:spPr bwMode="auto">
            <a:xfrm>
              <a:off x="4919" y="338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83" name="Oval 215"/>
            <p:cNvSpPr>
              <a:spLocks noChangeArrowheads="1"/>
            </p:cNvSpPr>
            <p:nvPr/>
          </p:nvSpPr>
          <p:spPr bwMode="auto">
            <a:xfrm>
              <a:off x="3575" y="415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84" name="Oval 216"/>
            <p:cNvSpPr>
              <a:spLocks noChangeArrowheads="1"/>
            </p:cNvSpPr>
            <p:nvPr/>
          </p:nvSpPr>
          <p:spPr bwMode="auto">
            <a:xfrm>
              <a:off x="3383" y="395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85" name="Oval 217"/>
            <p:cNvSpPr>
              <a:spLocks noChangeArrowheads="1"/>
            </p:cNvSpPr>
            <p:nvPr/>
          </p:nvSpPr>
          <p:spPr bwMode="auto">
            <a:xfrm>
              <a:off x="3575" y="395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86" name="Oval 218"/>
            <p:cNvSpPr>
              <a:spLocks noChangeArrowheads="1"/>
            </p:cNvSpPr>
            <p:nvPr/>
          </p:nvSpPr>
          <p:spPr bwMode="auto">
            <a:xfrm>
              <a:off x="4919" y="357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787" name="Oval 219"/>
            <p:cNvSpPr>
              <a:spLocks noChangeArrowheads="1"/>
            </p:cNvSpPr>
            <p:nvPr/>
          </p:nvSpPr>
          <p:spPr bwMode="auto">
            <a:xfrm>
              <a:off x="5111" y="357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0788" name="Text Box 220"/>
          <p:cNvSpPr txBox="1">
            <a:spLocks noChangeArrowheads="1"/>
          </p:cNvSpPr>
          <p:nvPr/>
        </p:nvSpPr>
        <p:spPr bwMode="auto">
          <a:xfrm>
            <a:off x="4786313" y="3757613"/>
            <a:ext cx="877887" cy="369887"/>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Times New Roman" panose="02020603050405020304" pitchFamily="18" charset="0"/>
                <a:ea typeface="黑体" panose="02010609060101010101" pitchFamily="49" charset="-122"/>
                <a:cs typeface="Times New Roman" panose="02020603050405020304" pitchFamily="18" charset="0"/>
              </a:rPr>
              <a:t>第一步</a:t>
            </a:r>
          </a:p>
        </p:txBody>
      </p:sp>
      <p:sp>
        <p:nvSpPr>
          <p:cNvPr id="1050789" name="Text Box 221"/>
          <p:cNvSpPr txBox="1">
            <a:spLocks noChangeArrowheads="1"/>
          </p:cNvSpPr>
          <p:nvPr/>
        </p:nvSpPr>
        <p:spPr bwMode="auto">
          <a:xfrm>
            <a:off x="4625975" y="1219200"/>
            <a:ext cx="5148263" cy="369888"/>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dirty="0">
                <a:latin typeface="Times New Roman" panose="02020603050405020304" pitchFamily="18" charset="0"/>
                <a:ea typeface="黑体" panose="02010609060101010101" pitchFamily="49" charset="-122"/>
                <a:cs typeface="Times New Roman" panose="02020603050405020304" pitchFamily="18" charset="0"/>
              </a:rPr>
              <a:t>把整个原始图像数据作为条件</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C</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，抽取连通成分。</a:t>
            </a:r>
          </a:p>
        </p:txBody>
      </p:sp>
      <p:sp>
        <p:nvSpPr>
          <p:cNvPr id="1050790" name="Text Box 222"/>
          <p:cNvSpPr txBox="1">
            <a:spLocks noChangeArrowheads="1"/>
          </p:cNvSpPr>
          <p:nvPr/>
        </p:nvSpPr>
        <p:spPr bwMode="auto">
          <a:xfrm>
            <a:off x="8824913" y="3757613"/>
            <a:ext cx="877887" cy="369887"/>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Times New Roman" panose="02020603050405020304" pitchFamily="18" charset="0"/>
                <a:ea typeface="黑体" panose="02010609060101010101" pitchFamily="49" charset="-122"/>
                <a:cs typeface="Times New Roman" panose="02020603050405020304" pitchFamily="18" charset="0"/>
              </a:rPr>
              <a:t>第二步</a:t>
            </a:r>
          </a:p>
        </p:txBody>
      </p:sp>
      <p:sp>
        <p:nvSpPr>
          <p:cNvPr id="1050791" name="Text Box 223"/>
          <p:cNvSpPr txBox="1">
            <a:spLocks noChangeArrowheads="1"/>
          </p:cNvSpPr>
          <p:nvPr/>
        </p:nvSpPr>
        <p:spPr bwMode="auto">
          <a:xfrm>
            <a:off x="4938713" y="6196013"/>
            <a:ext cx="877887" cy="369887"/>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Times New Roman" panose="02020603050405020304" pitchFamily="18" charset="0"/>
                <a:ea typeface="黑体" panose="02010609060101010101" pitchFamily="49" charset="-122"/>
                <a:cs typeface="Times New Roman" panose="02020603050405020304" pitchFamily="18" charset="0"/>
              </a:rPr>
              <a:t>第三步</a:t>
            </a:r>
          </a:p>
        </p:txBody>
      </p:sp>
      <p:sp>
        <p:nvSpPr>
          <p:cNvPr id="1050792" name="Text Box 224"/>
          <p:cNvSpPr txBox="1">
            <a:spLocks noChangeArrowheads="1"/>
          </p:cNvSpPr>
          <p:nvPr/>
        </p:nvSpPr>
        <p:spPr bwMode="auto">
          <a:xfrm>
            <a:off x="8824913" y="6196013"/>
            <a:ext cx="877887" cy="369887"/>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Times New Roman" panose="02020603050405020304" pitchFamily="18" charset="0"/>
                <a:ea typeface="黑体" panose="02010609060101010101" pitchFamily="49" charset="-122"/>
                <a:cs typeface="Times New Roman" panose="02020603050405020304" pitchFamily="18" charset="0"/>
              </a:rPr>
              <a:t>第四步</a:t>
            </a:r>
          </a:p>
        </p:txBody>
      </p:sp>
      <p:sp>
        <p:nvSpPr>
          <p:cNvPr id="1050793" name="Text Box 225"/>
          <p:cNvSpPr txBox="1">
            <a:spLocks noChangeArrowheads="1"/>
          </p:cNvSpPr>
          <p:nvPr/>
        </p:nvSpPr>
        <p:spPr bwMode="auto">
          <a:xfrm>
            <a:off x="304800" y="4624388"/>
            <a:ext cx="3154680" cy="35814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ea typeface="黑体" panose="02010609060101010101" pitchFamily="49" charset="-122"/>
              </a:rPr>
              <a:t>注：结构元素的选择很重要。</a:t>
            </a:r>
          </a:p>
        </p:txBody>
      </p:sp>
      <p:sp>
        <p:nvSpPr>
          <p:cNvPr id="1050794" name="TextBox 27"/>
          <p:cNvSpPr txBox="1"/>
          <p:nvPr/>
        </p:nvSpPr>
        <p:spPr>
          <a:xfrm>
            <a:off x="1012825" y="177800"/>
            <a:ext cx="49072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三、二值图像的形态学处理</a:t>
            </a:r>
          </a:p>
        </p:txBody>
      </p:sp>
      <p:sp>
        <p:nvSpPr>
          <p:cNvPr id="1050795"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0796"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3.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条件膨胀</a:t>
            </a:r>
          </a:p>
        </p:txBody>
      </p:sp>
      <mc:AlternateContent xmlns:mc="http://schemas.openxmlformats.org/markup-compatibility/2006" xmlns:p14="http://schemas.microsoft.com/office/powerpoint/2010/main">
        <mc:Choice Requires="p14">
          <p:contentPart p14:bwMode="auto" r:id="rId2">
            <p14:nvContentPartPr>
              <p14:cNvPr id="1053559" name="墨迹 1053558"/>
              <p14:cNvContentPartPr/>
              <p14:nvPr/>
            </p14:nvContentPartPr>
            <p14:xfrm>
              <a:off x="5359830" y="1502958"/>
              <a:ext cx="1111784" cy="63282"/>
            </p14:xfrm>
          </p:contentPart>
        </mc:Choice>
        <mc:Fallback xmlns="">
          <p:sp>
            <p:nvSpPr>
              <p:cNvPr id="1053559" name=""/>
              <p:cNvSpPr/>
              <p:nvPr/>
            </p:nvSpPr>
            <p:spPr>
              <a:xfrm>
                <a:off x="5359830" y="1502958"/>
                <a:ext cx="1111784" cy="63282"/>
              </a:xfrm>
            </p:spPr>
          </p:sp>
        </mc:Fallback>
      </mc:AlternateContent>
      <mc:AlternateContent xmlns:mc="http://schemas.openxmlformats.org/markup-compatibility/2006" xmlns:p14="http://schemas.microsoft.com/office/powerpoint/2010/main">
        <mc:Choice Requires="p14">
          <p:contentPart p14:bwMode="auto" r:id="rId3">
            <p14:nvContentPartPr>
              <p14:cNvPr id="1053560" name="墨迹 1053559"/>
              <p14:cNvContentPartPr/>
              <p14:nvPr/>
            </p14:nvContentPartPr>
            <p14:xfrm>
              <a:off x="8521817" y="1426782"/>
              <a:ext cx="803073" cy="212962"/>
            </p14:xfrm>
          </p:contentPart>
        </mc:Choice>
        <mc:Fallback xmlns="">
          <p:sp>
            <p:nvSpPr>
              <p:cNvPr id="1053560" name=""/>
              <p:cNvSpPr/>
              <p:nvPr/>
            </p:nvSpPr>
            <p:spPr>
              <a:xfrm>
                <a:off x="8521817" y="1426782"/>
                <a:ext cx="803073" cy="212962"/>
              </a:xfrm>
            </p:spPr>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03" name="Group 48"/>
          <p:cNvGrpSpPr/>
          <p:nvPr/>
        </p:nvGrpSpPr>
        <p:grpSpPr bwMode="auto">
          <a:xfrm>
            <a:off x="7315200" y="381000"/>
            <a:ext cx="1190625" cy="1046163"/>
            <a:chOff x="3264" y="2544"/>
            <a:chExt cx="960" cy="912"/>
          </a:xfrm>
        </p:grpSpPr>
        <p:grpSp>
          <p:nvGrpSpPr>
            <p:cNvPr id="404" name="Group 49"/>
            <p:cNvGrpSpPr/>
            <p:nvPr/>
          </p:nvGrpSpPr>
          <p:grpSpPr bwMode="auto">
            <a:xfrm>
              <a:off x="3264" y="2544"/>
              <a:ext cx="960" cy="912"/>
              <a:chOff x="576" y="2880"/>
              <a:chExt cx="720" cy="672"/>
            </a:xfrm>
          </p:grpSpPr>
          <p:sp>
            <p:nvSpPr>
              <p:cNvPr id="1050797" name="Line 50"/>
              <p:cNvSpPr>
                <a:spLocks noChangeShapeType="1"/>
              </p:cNvSpPr>
              <p:nvPr/>
            </p:nvSpPr>
            <p:spPr bwMode="auto">
              <a:xfrm>
                <a:off x="672" y="3072"/>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50798" name="Line 51"/>
              <p:cNvSpPr>
                <a:spLocks noChangeShapeType="1"/>
              </p:cNvSpPr>
              <p:nvPr/>
            </p:nvSpPr>
            <p:spPr bwMode="auto">
              <a:xfrm>
                <a:off x="672" y="3360"/>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50799" name="Line 52"/>
              <p:cNvSpPr>
                <a:spLocks noChangeShapeType="1"/>
              </p:cNvSpPr>
              <p:nvPr/>
            </p:nvSpPr>
            <p:spPr bwMode="auto">
              <a:xfrm>
                <a:off x="576" y="3216"/>
                <a:ext cx="720"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0800" name="Line 53"/>
              <p:cNvSpPr>
                <a:spLocks noChangeShapeType="1"/>
              </p:cNvSpPr>
              <p:nvPr/>
            </p:nvSpPr>
            <p:spPr bwMode="auto">
              <a:xfrm flipV="1">
                <a:off x="912" y="2880"/>
                <a:ext cx="0" cy="672"/>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0801" name="Line 54"/>
              <p:cNvSpPr>
                <a:spLocks noChangeShapeType="1"/>
              </p:cNvSpPr>
              <p:nvPr/>
            </p:nvSpPr>
            <p:spPr bwMode="auto">
              <a:xfrm>
                <a:off x="768" y="2976"/>
                <a:ext cx="0" cy="480"/>
              </a:xfrm>
              <a:prstGeom prst="line">
                <a:avLst/>
              </a:prstGeom>
              <a:noFill/>
              <a:ln w="9525">
                <a:solidFill>
                  <a:schemeClr val="tx1"/>
                </a:solidFill>
                <a:miter lim="800000"/>
                <a:headEnd/>
                <a:tailEnd/>
              </a:ln>
              <a:effectLst/>
            </p:spPr>
            <p:txBody>
              <a:bodyPr wrap="none"/>
              <a:lstStyle/>
              <a:p>
                <a:endParaRPr lang="zh-CN" altLang="en-US"/>
              </a:p>
            </p:txBody>
          </p:sp>
          <p:sp>
            <p:nvSpPr>
              <p:cNvPr id="1050802" name="Line 55"/>
              <p:cNvSpPr>
                <a:spLocks noChangeShapeType="1"/>
              </p:cNvSpPr>
              <p:nvPr/>
            </p:nvSpPr>
            <p:spPr bwMode="auto">
              <a:xfrm>
                <a:off x="1056" y="2976"/>
                <a:ext cx="0" cy="480"/>
              </a:xfrm>
              <a:prstGeom prst="line">
                <a:avLst/>
              </a:prstGeom>
              <a:noFill/>
              <a:ln w="9525">
                <a:solidFill>
                  <a:schemeClr val="tx1"/>
                </a:solidFill>
                <a:miter lim="800000"/>
                <a:headEnd/>
                <a:tailEnd/>
              </a:ln>
              <a:effectLst/>
            </p:spPr>
            <p:txBody>
              <a:bodyPr wrap="none"/>
              <a:lstStyle/>
              <a:p>
                <a:endParaRPr lang="zh-CN" altLang="en-US"/>
              </a:p>
            </p:txBody>
          </p:sp>
        </p:grpSp>
        <p:grpSp>
          <p:nvGrpSpPr>
            <p:cNvPr id="405" name="Group 56"/>
            <p:cNvGrpSpPr/>
            <p:nvPr/>
          </p:nvGrpSpPr>
          <p:grpSpPr bwMode="auto">
            <a:xfrm>
              <a:off x="3497" y="2784"/>
              <a:ext cx="439" cy="432"/>
              <a:chOff x="3497" y="2784"/>
              <a:chExt cx="439" cy="432"/>
            </a:xfrm>
          </p:grpSpPr>
          <p:grpSp>
            <p:nvGrpSpPr>
              <p:cNvPr id="406" name="Group 57"/>
              <p:cNvGrpSpPr/>
              <p:nvPr/>
            </p:nvGrpSpPr>
            <p:grpSpPr bwMode="auto">
              <a:xfrm>
                <a:off x="3683" y="2784"/>
                <a:ext cx="48" cy="432"/>
                <a:chOff x="3696" y="2784"/>
                <a:chExt cx="48" cy="432"/>
              </a:xfrm>
            </p:grpSpPr>
            <p:sp>
              <p:nvSpPr>
                <p:cNvPr id="1050803" name="Oval 58"/>
                <p:cNvSpPr>
                  <a:spLocks noChangeArrowheads="1"/>
                </p:cNvSpPr>
                <p:nvPr/>
              </p:nvSpPr>
              <p:spPr bwMode="auto">
                <a:xfrm>
                  <a:off x="3696" y="2784"/>
                  <a:ext cx="48" cy="48"/>
                </a:xfrm>
                <a:prstGeom prst="ellipse">
                  <a:avLst/>
                </a:prstGeom>
                <a:solidFill>
                  <a:schemeClr val="folHlink"/>
                </a:solidFill>
                <a:ln w="9525">
                  <a:solidFill>
                    <a:schemeClr val="fo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04" name="Oval 59"/>
                <p:cNvSpPr>
                  <a:spLocks noChangeArrowheads="1"/>
                </p:cNvSpPr>
                <p:nvPr/>
              </p:nvSpPr>
              <p:spPr bwMode="auto">
                <a:xfrm>
                  <a:off x="3696" y="2976"/>
                  <a:ext cx="48" cy="48"/>
                </a:xfrm>
                <a:prstGeom prst="ellipse">
                  <a:avLst/>
                </a:prstGeom>
                <a:solidFill>
                  <a:schemeClr val="folHlink"/>
                </a:solidFill>
                <a:ln w="9525">
                  <a:solidFill>
                    <a:schemeClr val="fo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05" name="Oval 60"/>
                <p:cNvSpPr>
                  <a:spLocks noChangeArrowheads="1"/>
                </p:cNvSpPr>
                <p:nvPr/>
              </p:nvSpPr>
              <p:spPr bwMode="auto">
                <a:xfrm>
                  <a:off x="3696" y="3168"/>
                  <a:ext cx="48" cy="48"/>
                </a:xfrm>
                <a:prstGeom prst="ellipse">
                  <a:avLst/>
                </a:prstGeom>
                <a:solidFill>
                  <a:schemeClr val="folHlink"/>
                </a:solidFill>
                <a:ln w="9525">
                  <a:solidFill>
                    <a:schemeClr val="fo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0806" name="Oval 61"/>
              <p:cNvSpPr>
                <a:spLocks noChangeArrowheads="1"/>
              </p:cNvSpPr>
              <p:nvPr/>
            </p:nvSpPr>
            <p:spPr bwMode="auto">
              <a:xfrm>
                <a:off x="3888" y="2976"/>
                <a:ext cx="48" cy="48"/>
              </a:xfrm>
              <a:prstGeom prst="ellipse">
                <a:avLst/>
              </a:prstGeom>
              <a:solidFill>
                <a:schemeClr val="folHlink"/>
              </a:solidFill>
              <a:ln w="9525">
                <a:solidFill>
                  <a:schemeClr val="fo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07" name="Oval 62"/>
              <p:cNvSpPr>
                <a:spLocks noChangeArrowheads="1"/>
              </p:cNvSpPr>
              <p:nvPr/>
            </p:nvSpPr>
            <p:spPr bwMode="auto">
              <a:xfrm>
                <a:off x="3497" y="2976"/>
                <a:ext cx="48" cy="48"/>
              </a:xfrm>
              <a:prstGeom prst="ellipse">
                <a:avLst/>
              </a:prstGeom>
              <a:solidFill>
                <a:schemeClr val="folHlink"/>
              </a:solidFill>
              <a:ln w="9525">
                <a:solidFill>
                  <a:schemeClr val="fo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sp>
        <p:nvSpPr>
          <p:cNvPr id="1050808" name="Rectangle 420"/>
          <p:cNvSpPr>
            <a:spLocks noChangeArrowheads="1"/>
          </p:cNvSpPr>
          <p:nvPr/>
        </p:nvSpPr>
        <p:spPr bwMode="auto">
          <a:xfrm>
            <a:off x="2849563" y="1049338"/>
            <a:ext cx="3383280" cy="35814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黑体" panose="02010609060101010101" pitchFamily="49" charset="-122"/>
                <a:ea typeface="黑体" panose="02010609060101010101" pitchFamily="49" charset="-122"/>
              </a:rPr>
              <a:t>例：填充一个用曲线围成的区域</a:t>
            </a:r>
          </a:p>
        </p:txBody>
      </p:sp>
      <p:sp>
        <p:nvSpPr>
          <p:cNvPr id="1050809" name="Text Box 422"/>
          <p:cNvSpPr txBox="1">
            <a:spLocks noChangeArrowheads="1"/>
          </p:cNvSpPr>
          <p:nvPr/>
        </p:nvSpPr>
        <p:spPr bwMode="auto">
          <a:xfrm>
            <a:off x="8534400" y="762000"/>
            <a:ext cx="1098550" cy="366713"/>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黑体" panose="02010609060101010101" pitchFamily="49" charset="-122"/>
                <a:ea typeface="黑体" panose="02010609060101010101" pitchFamily="49" charset="-122"/>
              </a:rPr>
              <a:t>结构元素</a:t>
            </a:r>
          </a:p>
        </p:txBody>
      </p:sp>
      <p:grpSp>
        <p:nvGrpSpPr>
          <p:cNvPr id="407" name="Group 429"/>
          <p:cNvGrpSpPr/>
          <p:nvPr/>
        </p:nvGrpSpPr>
        <p:grpSpPr bwMode="auto">
          <a:xfrm>
            <a:off x="2438400" y="1676400"/>
            <a:ext cx="1905000" cy="1981200"/>
            <a:chOff x="576" y="1056"/>
            <a:chExt cx="1200" cy="1248"/>
          </a:xfrm>
        </p:grpSpPr>
        <p:grpSp>
          <p:nvGrpSpPr>
            <p:cNvPr id="408" name="Group 3"/>
            <p:cNvGrpSpPr/>
            <p:nvPr/>
          </p:nvGrpSpPr>
          <p:grpSpPr bwMode="auto">
            <a:xfrm>
              <a:off x="576" y="1125"/>
              <a:ext cx="1200" cy="1110"/>
              <a:chOff x="480" y="1776"/>
              <a:chExt cx="1920" cy="1536"/>
            </a:xfrm>
          </p:grpSpPr>
          <p:sp>
            <p:nvSpPr>
              <p:cNvPr id="1050810" name="Line 4"/>
              <p:cNvSpPr>
                <a:spLocks noChangeShapeType="1"/>
              </p:cNvSpPr>
              <p:nvPr/>
            </p:nvSpPr>
            <p:spPr bwMode="auto">
              <a:xfrm>
                <a:off x="480" y="177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811" name="Line 5"/>
              <p:cNvSpPr>
                <a:spLocks noChangeShapeType="1"/>
              </p:cNvSpPr>
              <p:nvPr/>
            </p:nvSpPr>
            <p:spPr bwMode="auto">
              <a:xfrm>
                <a:off x="480" y="196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812" name="Line 6"/>
              <p:cNvSpPr>
                <a:spLocks noChangeShapeType="1"/>
              </p:cNvSpPr>
              <p:nvPr/>
            </p:nvSpPr>
            <p:spPr bwMode="auto">
              <a:xfrm>
                <a:off x="480" y="235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813" name="Line 7"/>
              <p:cNvSpPr>
                <a:spLocks noChangeShapeType="1"/>
              </p:cNvSpPr>
              <p:nvPr/>
            </p:nvSpPr>
            <p:spPr bwMode="auto">
              <a:xfrm>
                <a:off x="480" y="2160"/>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814" name="Line 8"/>
              <p:cNvSpPr>
                <a:spLocks noChangeShapeType="1"/>
              </p:cNvSpPr>
              <p:nvPr/>
            </p:nvSpPr>
            <p:spPr bwMode="auto">
              <a:xfrm>
                <a:off x="480" y="331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815" name="Line 9"/>
              <p:cNvSpPr>
                <a:spLocks noChangeShapeType="1"/>
              </p:cNvSpPr>
              <p:nvPr/>
            </p:nvSpPr>
            <p:spPr bwMode="auto">
              <a:xfrm>
                <a:off x="480" y="2544"/>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816" name="Line 10"/>
              <p:cNvSpPr>
                <a:spLocks noChangeShapeType="1"/>
              </p:cNvSpPr>
              <p:nvPr/>
            </p:nvSpPr>
            <p:spPr bwMode="auto">
              <a:xfrm>
                <a:off x="480" y="273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817" name="Line 11"/>
              <p:cNvSpPr>
                <a:spLocks noChangeShapeType="1"/>
              </p:cNvSpPr>
              <p:nvPr/>
            </p:nvSpPr>
            <p:spPr bwMode="auto">
              <a:xfrm>
                <a:off x="480" y="292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818" name="Line 12"/>
              <p:cNvSpPr>
                <a:spLocks noChangeShapeType="1"/>
              </p:cNvSpPr>
              <p:nvPr/>
            </p:nvSpPr>
            <p:spPr bwMode="auto">
              <a:xfrm>
                <a:off x="480" y="3120"/>
                <a:ext cx="192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409" name="Group 13"/>
            <p:cNvGrpSpPr/>
            <p:nvPr/>
          </p:nvGrpSpPr>
          <p:grpSpPr bwMode="auto">
            <a:xfrm>
              <a:off x="651" y="1056"/>
              <a:ext cx="1050" cy="1248"/>
              <a:chOff x="1248" y="2112"/>
              <a:chExt cx="1344" cy="1728"/>
            </a:xfrm>
          </p:grpSpPr>
          <p:sp>
            <p:nvSpPr>
              <p:cNvPr id="1050819" name="Line 14"/>
              <p:cNvSpPr>
                <a:spLocks noChangeShapeType="1"/>
              </p:cNvSpPr>
              <p:nvPr/>
            </p:nvSpPr>
            <p:spPr bwMode="auto">
              <a:xfrm>
                <a:off x="1248"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820" name="Line 15"/>
              <p:cNvSpPr>
                <a:spLocks noChangeShapeType="1"/>
              </p:cNvSpPr>
              <p:nvPr/>
            </p:nvSpPr>
            <p:spPr bwMode="auto">
              <a:xfrm>
                <a:off x="1440"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821" name="Line 16"/>
              <p:cNvSpPr>
                <a:spLocks noChangeShapeType="1"/>
              </p:cNvSpPr>
              <p:nvPr/>
            </p:nvSpPr>
            <p:spPr bwMode="auto">
              <a:xfrm>
                <a:off x="1632"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822" name="Line 17"/>
              <p:cNvSpPr>
                <a:spLocks noChangeShapeType="1"/>
              </p:cNvSpPr>
              <p:nvPr/>
            </p:nvSpPr>
            <p:spPr bwMode="auto">
              <a:xfrm>
                <a:off x="1824"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823" name="Line 18"/>
              <p:cNvSpPr>
                <a:spLocks noChangeShapeType="1"/>
              </p:cNvSpPr>
              <p:nvPr/>
            </p:nvSpPr>
            <p:spPr bwMode="auto">
              <a:xfrm>
                <a:off x="2016"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824" name="Line 19"/>
              <p:cNvSpPr>
                <a:spLocks noChangeShapeType="1"/>
              </p:cNvSpPr>
              <p:nvPr/>
            </p:nvSpPr>
            <p:spPr bwMode="auto">
              <a:xfrm>
                <a:off x="2208"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825" name="Line 20"/>
              <p:cNvSpPr>
                <a:spLocks noChangeShapeType="1"/>
              </p:cNvSpPr>
              <p:nvPr/>
            </p:nvSpPr>
            <p:spPr bwMode="auto">
              <a:xfrm>
                <a:off x="2400"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826" name="Line 21"/>
              <p:cNvSpPr>
                <a:spLocks noChangeShapeType="1"/>
              </p:cNvSpPr>
              <p:nvPr/>
            </p:nvSpPr>
            <p:spPr bwMode="auto">
              <a:xfrm>
                <a:off x="2592" y="2112"/>
                <a:ext cx="0" cy="1728"/>
              </a:xfrm>
              <a:prstGeom prst="line">
                <a:avLst/>
              </a:prstGeom>
              <a:noFill/>
              <a:ln w="9525">
                <a:solidFill>
                  <a:schemeClr val="tx1"/>
                </a:solidFill>
                <a:miter lim="800000"/>
                <a:headEnd/>
                <a:tailEnd/>
              </a:ln>
              <a:effectLst/>
            </p:spPr>
            <p:txBody>
              <a:bodyPr wrap="none"/>
              <a:lstStyle/>
              <a:p>
                <a:endParaRPr lang="zh-CN" altLang="en-US"/>
              </a:p>
            </p:txBody>
          </p:sp>
        </p:grpSp>
        <p:grpSp>
          <p:nvGrpSpPr>
            <p:cNvPr id="410" name="Group 22"/>
            <p:cNvGrpSpPr/>
            <p:nvPr/>
          </p:nvGrpSpPr>
          <p:grpSpPr bwMode="auto">
            <a:xfrm>
              <a:off x="630" y="1109"/>
              <a:ext cx="1087" cy="1144"/>
              <a:chOff x="1200" y="2208"/>
              <a:chExt cx="1392" cy="1584"/>
            </a:xfrm>
          </p:grpSpPr>
          <p:sp>
            <p:nvSpPr>
              <p:cNvPr id="1050827" name="Oval 23"/>
              <p:cNvSpPr>
                <a:spLocks noChangeArrowheads="1"/>
              </p:cNvSpPr>
              <p:nvPr/>
            </p:nvSpPr>
            <p:spPr bwMode="auto">
              <a:xfrm>
                <a:off x="1584" y="220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28" name="Oval 24"/>
              <p:cNvSpPr>
                <a:spLocks noChangeArrowheads="1"/>
              </p:cNvSpPr>
              <p:nvPr/>
            </p:nvSpPr>
            <p:spPr bwMode="auto">
              <a:xfrm>
                <a:off x="1776" y="220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29" name="Oval 25"/>
              <p:cNvSpPr>
                <a:spLocks noChangeArrowheads="1"/>
              </p:cNvSpPr>
              <p:nvPr/>
            </p:nvSpPr>
            <p:spPr bwMode="auto">
              <a:xfrm>
                <a:off x="1968" y="220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30" name="Oval 26"/>
              <p:cNvSpPr>
                <a:spLocks noChangeArrowheads="1"/>
              </p:cNvSpPr>
              <p:nvPr/>
            </p:nvSpPr>
            <p:spPr bwMode="auto">
              <a:xfrm>
                <a:off x="2160" y="220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31" name="Oval 27"/>
              <p:cNvSpPr>
                <a:spLocks noChangeArrowheads="1"/>
              </p:cNvSpPr>
              <p:nvPr/>
            </p:nvSpPr>
            <p:spPr bwMode="auto">
              <a:xfrm>
                <a:off x="2160" y="240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32" name="Oval 28"/>
              <p:cNvSpPr>
                <a:spLocks noChangeArrowheads="1"/>
              </p:cNvSpPr>
              <p:nvPr/>
            </p:nvSpPr>
            <p:spPr bwMode="auto">
              <a:xfrm>
                <a:off x="2544" y="259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33" name="Oval 29"/>
              <p:cNvSpPr>
                <a:spLocks noChangeArrowheads="1"/>
              </p:cNvSpPr>
              <p:nvPr/>
            </p:nvSpPr>
            <p:spPr bwMode="auto">
              <a:xfrm>
                <a:off x="2544" y="278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34" name="Oval 30"/>
              <p:cNvSpPr>
                <a:spLocks noChangeArrowheads="1"/>
              </p:cNvSpPr>
              <p:nvPr/>
            </p:nvSpPr>
            <p:spPr bwMode="auto">
              <a:xfrm>
                <a:off x="2544" y="2976"/>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35" name="Oval 31"/>
              <p:cNvSpPr>
                <a:spLocks noChangeArrowheads="1"/>
              </p:cNvSpPr>
              <p:nvPr/>
            </p:nvSpPr>
            <p:spPr bwMode="auto">
              <a:xfrm>
                <a:off x="2544" y="312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36" name="Oval 32"/>
              <p:cNvSpPr>
                <a:spLocks noChangeArrowheads="1"/>
              </p:cNvSpPr>
              <p:nvPr/>
            </p:nvSpPr>
            <p:spPr bwMode="auto">
              <a:xfrm>
                <a:off x="2352" y="336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37" name="Oval 33"/>
              <p:cNvSpPr>
                <a:spLocks noChangeArrowheads="1"/>
              </p:cNvSpPr>
              <p:nvPr/>
            </p:nvSpPr>
            <p:spPr bwMode="auto">
              <a:xfrm>
                <a:off x="2160" y="355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38" name="Oval 34"/>
              <p:cNvSpPr>
                <a:spLocks noChangeArrowheads="1"/>
              </p:cNvSpPr>
              <p:nvPr/>
            </p:nvSpPr>
            <p:spPr bwMode="auto">
              <a:xfrm>
                <a:off x="1968" y="355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39" name="Oval 35"/>
              <p:cNvSpPr>
                <a:spLocks noChangeArrowheads="1"/>
              </p:cNvSpPr>
              <p:nvPr/>
            </p:nvSpPr>
            <p:spPr bwMode="auto">
              <a:xfrm>
                <a:off x="1776" y="374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40" name="Oval 36"/>
              <p:cNvSpPr>
                <a:spLocks noChangeArrowheads="1"/>
              </p:cNvSpPr>
              <p:nvPr/>
            </p:nvSpPr>
            <p:spPr bwMode="auto">
              <a:xfrm>
                <a:off x="1584" y="374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41" name="Oval 37"/>
              <p:cNvSpPr>
                <a:spLocks noChangeArrowheads="1"/>
              </p:cNvSpPr>
              <p:nvPr/>
            </p:nvSpPr>
            <p:spPr bwMode="auto">
              <a:xfrm>
                <a:off x="1392" y="374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42" name="Oval 38"/>
              <p:cNvSpPr>
                <a:spLocks noChangeArrowheads="1"/>
              </p:cNvSpPr>
              <p:nvPr/>
            </p:nvSpPr>
            <p:spPr bwMode="auto">
              <a:xfrm>
                <a:off x="1200" y="374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43" name="Oval 39"/>
              <p:cNvSpPr>
                <a:spLocks noChangeArrowheads="1"/>
              </p:cNvSpPr>
              <p:nvPr/>
            </p:nvSpPr>
            <p:spPr bwMode="auto">
              <a:xfrm>
                <a:off x="1200" y="355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44" name="Oval 40"/>
              <p:cNvSpPr>
                <a:spLocks noChangeArrowheads="1"/>
              </p:cNvSpPr>
              <p:nvPr/>
            </p:nvSpPr>
            <p:spPr bwMode="auto">
              <a:xfrm>
                <a:off x="1200" y="336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45" name="Oval 41"/>
              <p:cNvSpPr>
                <a:spLocks noChangeArrowheads="1"/>
              </p:cNvSpPr>
              <p:nvPr/>
            </p:nvSpPr>
            <p:spPr bwMode="auto">
              <a:xfrm>
                <a:off x="1392" y="2976"/>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46" name="Oval 42"/>
              <p:cNvSpPr>
                <a:spLocks noChangeArrowheads="1"/>
              </p:cNvSpPr>
              <p:nvPr/>
            </p:nvSpPr>
            <p:spPr bwMode="auto">
              <a:xfrm>
                <a:off x="1200" y="316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47" name="Oval 43"/>
              <p:cNvSpPr>
                <a:spLocks noChangeArrowheads="1"/>
              </p:cNvSpPr>
              <p:nvPr/>
            </p:nvSpPr>
            <p:spPr bwMode="auto">
              <a:xfrm>
                <a:off x="1392" y="278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48" name="Oval 44"/>
              <p:cNvSpPr>
                <a:spLocks noChangeArrowheads="1"/>
              </p:cNvSpPr>
              <p:nvPr/>
            </p:nvSpPr>
            <p:spPr bwMode="auto">
              <a:xfrm>
                <a:off x="1392" y="259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49" name="Oval 45"/>
              <p:cNvSpPr>
                <a:spLocks noChangeArrowheads="1"/>
              </p:cNvSpPr>
              <p:nvPr/>
            </p:nvSpPr>
            <p:spPr bwMode="auto">
              <a:xfrm>
                <a:off x="2352" y="259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50" name="Oval 46"/>
              <p:cNvSpPr>
                <a:spLocks noChangeArrowheads="1"/>
              </p:cNvSpPr>
              <p:nvPr/>
            </p:nvSpPr>
            <p:spPr bwMode="auto">
              <a:xfrm>
                <a:off x="1392" y="240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0851" name="Oval 47"/>
            <p:cNvSpPr>
              <a:spLocks noChangeArrowheads="1"/>
            </p:cNvSpPr>
            <p:nvPr/>
          </p:nvSpPr>
          <p:spPr bwMode="auto">
            <a:xfrm>
              <a:off x="1080" y="1801"/>
              <a:ext cx="37" cy="35"/>
            </a:xfrm>
            <a:prstGeom prst="ellipse">
              <a:avLst/>
            </a:prstGeom>
            <a:solidFill>
              <a:schemeClr val="folHlink"/>
            </a:solidFill>
            <a:ln w="9525">
              <a:solidFill>
                <a:schemeClr val="fo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411" name="Group 430"/>
          <p:cNvGrpSpPr/>
          <p:nvPr/>
        </p:nvGrpSpPr>
        <p:grpSpPr bwMode="auto">
          <a:xfrm>
            <a:off x="5257800" y="1676400"/>
            <a:ext cx="1905000" cy="1981200"/>
            <a:chOff x="2352" y="1056"/>
            <a:chExt cx="1200" cy="1248"/>
          </a:xfrm>
        </p:grpSpPr>
        <p:grpSp>
          <p:nvGrpSpPr>
            <p:cNvPr id="412" name="Group 65"/>
            <p:cNvGrpSpPr/>
            <p:nvPr/>
          </p:nvGrpSpPr>
          <p:grpSpPr bwMode="auto">
            <a:xfrm>
              <a:off x="2352" y="1125"/>
              <a:ext cx="1200" cy="1110"/>
              <a:chOff x="480" y="1776"/>
              <a:chExt cx="1920" cy="1536"/>
            </a:xfrm>
          </p:grpSpPr>
          <p:sp>
            <p:nvSpPr>
              <p:cNvPr id="1050852" name="Line 66"/>
              <p:cNvSpPr>
                <a:spLocks noChangeShapeType="1"/>
              </p:cNvSpPr>
              <p:nvPr/>
            </p:nvSpPr>
            <p:spPr bwMode="auto">
              <a:xfrm>
                <a:off x="480" y="177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853" name="Line 67"/>
              <p:cNvSpPr>
                <a:spLocks noChangeShapeType="1"/>
              </p:cNvSpPr>
              <p:nvPr/>
            </p:nvSpPr>
            <p:spPr bwMode="auto">
              <a:xfrm>
                <a:off x="480" y="196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854" name="Line 68"/>
              <p:cNvSpPr>
                <a:spLocks noChangeShapeType="1"/>
              </p:cNvSpPr>
              <p:nvPr/>
            </p:nvSpPr>
            <p:spPr bwMode="auto">
              <a:xfrm>
                <a:off x="480" y="235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855" name="Line 69"/>
              <p:cNvSpPr>
                <a:spLocks noChangeShapeType="1"/>
              </p:cNvSpPr>
              <p:nvPr/>
            </p:nvSpPr>
            <p:spPr bwMode="auto">
              <a:xfrm>
                <a:off x="480" y="2160"/>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856" name="Line 70"/>
              <p:cNvSpPr>
                <a:spLocks noChangeShapeType="1"/>
              </p:cNvSpPr>
              <p:nvPr/>
            </p:nvSpPr>
            <p:spPr bwMode="auto">
              <a:xfrm>
                <a:off x="480" y="331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857" name="Line 71"/>
              <p:cNvSpPr>
                <a:spLocks noChangeShapeType="1"/>
              </p:cNvSpPr>
              <p:nvPr/>
            </p:nvSpPr>
            <p:spPr bwMode="auto">
              <a:xfrm>
                <a:off x="480" y="2544"/>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858" name="Line 72"/>
              <p:cNvSpPr>
                <a:spLocks noChangeShapeType="1"/>
              </p:cNvSpPr>
              <p:nvPr/>
            </p:nvSpPr>
            <p:spPr bwMode="auto">
              <a:xfrm>
                <a:off x="480" y="273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859" name="Line 73"/>
              <p:cNvSpPr>
                <a:spLocks noChangeShapeType="1"/>
              </p:cNvSpPr>
              <p:nvPr/>
            </p:nvSpPr>
            <p:spPr bwMode="auto">
              <a:xfrm>
                <a:off x="480" y="292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860" name="Line 74"/>
              <p:cNvSpPr>
                <a:spLocks noChangeShapeType="1"/>
              </p:cNvSpPr>
              <p:nvPr/>
            </p:nvSpPr>
            <p:spPr bwMode="auto">
              <a:xfrm>
                <a:off x="480" y="3120"/>
                <a:ext cx="192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413" name="Group 75"/>
            <p:cNvGrpSpPr/>
            <p:nvPr/>
          </p:nvGrpSpPr>
          <p:grpSpPr bwMode="auto">
            <a:xfrm>
              <a:off x="2427" y="1056"/>
              <a:ext cx="1050" cy="1248"/>
              <a:chOff x="1248" y="2112"/>
              <a:chExt cx="1344" cy="1728"/>
            </a:xfrm>
          </p:grpSpPr>
          <p:sp>
            <p:nvSpPr>
              <p:cNvPr id="1050861" name="Line 76"/>
              <p:cNvSpPr>
                <a:spLocks noChangeShapeType="1"/>
              </p:cNvSpPr>
              <p:nvPr/>
            </p:nvSpPr>
            <p:spPr bwMode="auto">
              <a:xfrm>
                <a:off x="1248"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862" name="Line 77"/>
              <p:cNvSpPr>
                <a:spLocks noChangeShapeType="1"/>
              </p:cNvSpPr>
              <p:nvPr/>
            </p:nvSpPr>
            <p:spPr bwMode="auto">
              <a:xfrm>
                <a:off x="1440"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863" name="Line 78"/>
              <p:cNvSpPr>
                <a:spLocks noChangeShapeType="1"/>
              </p:cNvSpPr>
              <p:nvPr/>
            </p:nvSpPr>
            <p:spPr bwMode="auto">
              <a:xfrm>
                <a:off x="1632"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864" name="Line 79"/>
              <p:cNvSpPr>
                <a:spLocks noChangeShapeType="1"/>
              </p:cNvSpPr>
              <p:nvPr/>
            </p:nvSpPr>
            <p:spPr bwMode="auto">
              <a:xfrm>
                <a:off x="1824"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865" name="Line 80"/>
              <p:cNvSpPr>
                <a:spLocks noChangeShapeType="1"/>
              </p:cNvSpPr>
              <p:nvPr/>
            </p:nvSpPr>
            <p:spPr bwMode="auto">
              <a:xfrm>
                <a:off x="2016"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866" name="Line 81"/>
              <p:cNvSpPr>
                <a:spLocks noChangeShapeType="1"/>
              </p:cNvSpPr>
              <p:nvPr/>
            </p:nvSpPr>
            <p:spPr bwMode="auto">
              <a:xfrm>
                <a:off x="2208"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867" name="Line 82"/>
              <p:cNvSpPr>
                <a:spLocks noChangeShapeType="1"/>
              </p:cNvSpPr>
              <p:nvPr/>
            </p:nvSpPr>
            <p:spPr bwMode="auto">
              <a:xfrm>
                <a:off x="2400"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868" name="Line 83"/>
              <p:cNvSpPr>
                <a:spLocks noChangeShapeType="1"/>
              </p:cNvSpPr>
              <p:nvPr/>
            </p:nvSpPr>
            <p:spPr bwMode="auto">
              <a:xfrm>
                <a:off x="2592" y="2112"/>
                <a:ext cx="0" cy="1728"/>
              </a:xfrm>
              <a:prstGeom prst="line">
                <a:avLst/>
              </a:prstGeom>
              <a:noFill/>
              <a:ln w="9525">
                <a:solidFill>
                  <a:schemeClr val="tx1"/>
                </a:solidFill>
                <a:miter lim="800000"/>
                <a:headEnd/>
                <a:tailEnd/>
              </a:ln>
              <a:effectLst/>
            </p:spPr>
            <p:txBody>
              <a:bodyPr wrap="none"/>
              <a:lstStyle/>
              <a:p>
                <a:endParaRPr lang="zh-CN" altLang="en-US"/>
              </a:p>
            </p:txBody>
          </p:sp>
        </p:grpSp>
        <p:grpSp>
          <p:nvGrpSpPr>
            <p:cNvPr id="414" name="Group 84"/>
            <p:cNvGrpSpPr/>
            <p:nvPr/>
          </p:nvGrpSpPr>
          <p:grpSpPr bwMode="auto">
            <a:xfrm>
              <a:off x="2406" y="1109"/>
              <a:ext cx="1087" cy="1144"/>
              <a:chOff x="1200" y="2208"/>
              <a:chExt cx="1392" cy="1584"/>
            </a:xfrm>
          </p:grpSpPr>
          <p:sp>
            <p:nvSpPr>
              <p:cNvPr id="1050869" name="Oval 85"/>
              <p:cNvSpPr>
                <a:spLocks noChangeArrowheads="1"/>
              </p:cNvSpPr>
              <p:nvPr/>
            </p:nvSpPr>
            <p:spPr bwMode="auto">
              <a:xfrm>
                <a:off x="1584" y="220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70" name="Oval 86"/>
              <p:cNvSpPr>
                <a:spLocks noChangeArrowheads="1"/>
              </p:cNvSpPr>
              <p:nvPr/>
            </p:nvSpPr>
            <p:spPr bwMode="auto">
              <a:xfrm>
                <a:off x="1776" y="220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71" name="Oval 87"/>
              <p:cNvSpPr>
                <a:spLocks noChangeArrowheads="1"/>
              </p:cNvSpPr>
              <p:nvPr/>
            </p:nvSpPr>
            <p:spPr bwMode="auto">
              <a:xfrm>
                <a:off x="1968" y="220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72" name="Oval 88"/>
              <p:cNvSpPr>
                <a:spLocks noChangeArrowheads="1"/>
              </p:cNvSpPr>
              <p:nvPr/>
            </p:nvSpPr>
            <p:spPr bwMode="auto">
              <a:xfrm>
                <a:off x="2160" y="220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73" name="Oval 89"/>
              <p:cNvSpPr>
                <a:spLocks noChangeArrowheads="1"/>
              </p:cNvSpPr>
              <p:nvPr/>
            </p:nvSpPr>
            <p:spPr bwMode="auto">
              <a:xfrm>
                <a:off x="2160" y="240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74" name="Oval 90"/>
              <p:cNvSpPr>
                <a:spLocks noChangeArrowheads="1"/>
              </p:cNvSpPr>
              <p:nvPr/>
            </p:nvSpPr>
            <p:spPr bwMode="auto">
              <a:xfrm>
                <a:off x="2544" y="259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75" name="Oval 91"/>
              <p:cNvSpPr>
                <a:spLocks noChangeArrowheads="1"/>
              </p:cNvSpPr>
              <p:nvPr/>
            </p:nvSpPr>
            <p:spPr bwMode="auto">
              <a:xfrm>
                <a:off x="2544" y="278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76" name="Oval 92"/>
              <p:cNvSpPr>
                <a:spLocks noChangeArrowheads="1"/>
              </p:cNvSpPr>
              <p:nvPr/>
            </p:nvSpPr>
            <p:spPr bwMode="auto">
              <a:xfrm>
                <a:off x="2544" y="2976"/>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77" name="Oval 93"/>
              <p:cNvSpPr>
                <a:spLocks noChangeArrowheads="1"/>
              </p:cNvSpPr>
              <p:nvPr/>
            </p:nvSpPr>
            <p:spPr bwMode="auto">
              <a:xfrm>
                <a:off x="2544" y="312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78" name="Oval 94"/>
              <p:cNvSpPr>
                <a:spLocks noChangeArrowheads="1"/>
              </p:cNvSpPr>
              <p:nvPr/>
            </p:nvSpPr>
            <p:spPr bwMode="auto">
              <a:xfrm>
                <a:off x="2352" y="336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79" name="Oval 95"/>
              <p:cNvSpPr>
                <a:spLocks noChangeArrowheads="1"/>
              </p:cNvSpPr>
              <p:nvPr/>
            </p:nvSpPr>
            <p:spPr bwMode="auto">
              <a:xfrm>
                <a:off x="2160" y="355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80" name="Oval 96"/>
              <p:cNvSpPr>
                <a:spLocks noChangeArrowheads="1"/>
              </p:cNvSpPr>
              <p:nvPr/>
            </p:nvSpPr>
            <p:spPr bwMode="auto">
              <a:xfrm>
                <a:off x="1968" y="355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81" name="Oval 97"/>
              <p:cNvSpPr>
                <a:spLocks noChangeArrowheads="1"/>
              </p:cNvSpPr>
              <p:nvPr/>
            </p:nvSpPr>
            <p:spPr bwMode="auto">
              <a:xfrm>
                <a:off x="1776" y="374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82" name="Oval 98"/>
              <p:cNvSpPr>
                <a:spLocks noChangeArrowheads="1"/>
              </p:cNvSpPr>
              <p:nvPr/>
            </p:nvSpPr>
            <p:spPr bwMode="auto">
              <a:xfrm>
                <a:off x="1584" y="374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83" name="Oval 99"/>
              <p:cNvSpPr>
                <a:spLocks noChangeArrowheads="1"/>
              </p:cNvSpPr>
              <p:nvPr/>
            </p:nvSpPr>
            <p:spPr bwMode="auto">
              <a:xfrm>
                <a:off x="1392" y="374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84" name="Oval 100"/>
              <p:cNvSpPr>
                <a:spLocks noChangeArrowheads="1"/>
              </p:cNvSpPr>
              <p:nvPr/>
            </p:nvSpPr>
            <p:spPr bwMode="auto">
              <a:xfrm>
                <a:off x="1200" y="374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85" name="Oval 101"/>
              <p:cNvSpPr>
                <a:spLocks noChangeArrowheads="1"/>
              </p:cNvSpPr>
              <p:nvPr/>
            </p:nvSpPr>
            <p:spPr bwMode="auto">
              <a:xfrm>
                <a:off x="1200" y="355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86" name="Oval 102"/>
              <p:cNvSpPr>
                <a:spLocks noChangeArrowheads="1"/>
              </p:cNvSpPr>
              <p:nvPr/>
            </p:nvSpPr>
            <p:spPr bwMode="auto">
              <a:xfrm>
                <a:off x="1200" y="336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87" name="Oval 103"/>
              <p:cNvSpPr>
                <a:spLocks noChangeArrowheads="1"/>
              </p:cNvSpPr>
              <p:nvPr/>
            </p:nvSpPr>
            <p:spPr bwMode="auto">
              <a:xfrm>
                <a:off x="1392" y="2976"/>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88" name="Oval 104"/>
              <p:cNvSpPr>
                <a:spLocks noChangeArrowheads="1"/>
              </p:cNvSpPr>
              <p:nvPr/>
            </p:nvSpPr>
            <p:spPr bwMode="auto">
              <a:xfrm>
                <a:off x="1200" y="316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89" name="Oval 105"/>
              <p:cNvSpPr>
                <a:spLocks noChangeArrowheads="1"/>
              </p:cNvSpPr>
              <p:nvPr/>
            </p:nvSpPr>
            <p:spPr bwMode="auto">
              <a:xfrm>
                <a:off x="1392" y="278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90" name="Oval 106"/>
              <p:cNvSpPr>
                <a:spLocks noChangeArrowheads="1"/>
              </p:cNvSpPr>
              <p:nvPr/>
            </p:nvSpPr>
            <p:spPr bwMode="auto">
              <a:xfrm>
                <a:off x="1392" y="259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91" name="Oval 107"/>
              <p:cNvSpPr>
                <a:spLocks noChangeArrowheads="1"/>
              </p:cNvSpPr>
              <p:nvPr/>
            </p:nvSpPr>
            <p:spPr bwMode="auto">
              <a:xfrm>
                <a:off x="2352" y="259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92" name="Oval 108"/>
              <p:cNvSpPr>
                <a:spLocks noChangeArrowheads="1"/>
              </p:cNvSpPr>
              <p:nvPr/>
            </p:nvSpPr>
            <p:spPr bwMode="auto">
              <a:xfrm>
                <a:off x="1392" y="240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415" name="Group 109"/>
            <p:cNvGrpSpPr/>
            <p:nvPr/>
          </p:nvGrpSpPr>
          <p:grpSpPr bwMode="auto">
            <a:xfrm>
              <a:off x="2707" y="1663"/>
              <a:ext cx="337" cy="312"/>
              <a:chOff x="1319" y="841"/>
              <a:chExt cx="432" cy="432"/>
            </a:xfrm>
          </p:grpSpPr>
          <p:sp>
            <p:nvSpPr>
              <p:cNvPr id="1050893" name="Oval 110"/>
              <p:cNvSpPr>
                <a:spLocks noChangeArrowheads="1"/>
              </p:cNvSpPr>
              <p:nvPr/>
            </p:nvSpPr>
            <p:spPr bwMode="auto">
              <a:xfrm>
                <a:off x="1510" y="1033"/>
                <a:ext cx="48" cy="48"/>
              </a:xfrm>
              <a:prstGeom prst="ellipse">
                <a:avLst/>
              </a:prstGeom>
              <a:solidFill>
                <a:schemeClr val="folHlink"/>
              </a:solidFill>
              <a:ln w="9525">
                <a:solidFill>
                  <a:schemeClr val="fo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416" name="Group 111"/>
              <p:cNvGrpSpPr/>
              <p:nvPr/>
            </p:nvGrpSpPr>
            <p:grpSpPr bwMode="auto">
              <a:xfrm>
                <a:off x="1319" y="841"/>
                <a:ext cx="432" cy="432"/>
                <a:chOff x="1344" y="2208"/>
                <a:chExt cx="432" cy="432"/>
              </a:xfrm>
            </p:grpSpPr>
            <p:sp>
              <p:nvSpPr>
                <p:cNvPr id="1050894" name="Oval 112"/>
                <p:cNvSpPr>
                  <a:spLocks noChangeArrowheads="1"/>
                </p:cNvSpPr>
                <p:nvPr/>
              </p:nvSpPr>
              <p:spPr bwMode="auto">
                <a:xfrm>
                  <a:off x="1536" y="220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95" name="Oval 113"/>
                <p:cNvSpPr>
                  <a:spLocks noChangeArrowheads="1"/>
                </p:cNvSpPr>
                <p:nvPr/>
              </p:nvSpPr>
              <p:spPr bwMode="auto">
                <a:xfrm>
                  <a:off x="1728"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96" name="Oval 114"/>
                <p:cNvSpPr>
                  <a:spLocks noChangeArrowheads="1"/>
                </p:cNvSpPr>
                <p:nvPr/>
              </p:nvSpPr>
              <p:spPr bwMode="auto">
                <a:xfrm>
                  <a:off x="1344"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897" name="Oval 115"/>
                <p:cNvSpPr>
                  <a:spLocks noChangeArrowheads="1"/>
                </p:cNvSpPr>
                <p:nvPr/>
              </p:nvSpPr>
              <p:spPr bwMode="auto">
                <a:xfrm>
                  <a:off x="1536" y="25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grpSp>
        <p:nvGrpSpPr>
          <p:cNvPr id="417" name="Group 431"/>
          <p:cNvGrpSpPr/>
          <p:nvPr/>
        </p:nvGrpSpPr>
        <p:grpSpPr bwMode="auto">
          <a:xfrm>
            <a:off x="7848600" y="1676400"/>
            <a:ext cx="1905000" cy="1981200"/>
            <a:chOff x="3984" y="1056"/>
            <a:chExt cx="1200" cy="1248"/>
          </a:xfrm>
        </p:grpSpPr>
        <p:grpSp>
          <p:nvGrpSpPr>
            <p:cNvPr id="418" name="Group 119"/>
            <p:cNvGrpSpPr/>
            <p:nvPr/>
          </p:nvGrpSpPr>
          <p:grpSpPr bwMode="auto">
            <a:xfrm>
              <a:off x="3984" y="1125"/>
              <a:ext cx="1200" cy="1110"/>
              <a:chOff x="480" y="1776"/>
              <a:chExt cx="1920" cy="1536"/>
            </a:xfrm>
          </p:grpSpPr>
          <p:sp>
            <p:nvSpPr>
              <p:cNvPr id="1050898" name="Line 120"/>
              <p:cNvSpPr>
                <a:spLocks noChangeShapeType="1"/>
              </p:cNvSpPr>
              <p:nvPr/>
            </p:nvSpPr>
            <p:spPr bwMode="auto">
              <a:xfrm>
                <a:off x="480" y="177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899" name="Line 121"/>
              <p:cNvSpPr>
                <a:spLocks noChangeShapeType="1"/>
              </p:cNvSpPr>
              <p:nvPr/>
            </p:nvSpPr>
            <p:spPr bwMode="auto">
              <a:xfrm>
                <a:off x="480" y="196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900" name="Line 122"/>
              <p:cNvSpPr>
                <a:spLocks noChangeShapeType="1"/>
              </p:cNvSpPr>
              <p:nvPr/>
            </p:nvSpPr>
            <p:spPr bwMode="auto">
              <a:xfrm>
                <a:off x="480" y="235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901" name="Line 123"/>
              <p:cNvSpPr>
                <a:spLocks noChangeShapeType="1"/>
              </p:cNvSpPr>
              <p:nvPr/>
            </p:nvSpPr>
            <p:spPr bwMode="auto">
              <a:xfrm>
                <a:off x="480" y="2160"/>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902" name="Line 124"/>
              <p:cNvSpPr>
                <a:spLocks noChangeShapeType="1"/>
              </p:cNvSpPr>
              <p:nvPr/>
            </p:nvSpPr>
            <p:spPr bwMode="auto">
              <a:xfrm>
                <a:off x="480" y="331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903" name="Line 125"/>
              <p:cNvSpPr>
                <a:spLocks noChangeShapeType="1"/>
              </p:cNvSpPr>
              <p:nvPr/>
            </p:nvSpPr>
            <p:spPr bwMode="auto">
              <a:xfrm>
                <a:off x="480" y="2544"/>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904" name="Line 126"/>
              <p:cNvSpPr>
                <a:spLocks noChangeShapeType="1"/>
              </p:cNvSpPr>
              <p:nvPr/>
            </p:nvSpPr>
            <p:spPr bwMode="auto">
              <a:xfrm>
                <a:off x="480" y="273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905" name="Line 127"/>
              <p:cNvSpPr>
                <a:spLocks noChangeShapeType="1"/>
              </p:cNvSpPr>
              <p:nvPr/>
            </p:nvSpPr>
            <p:spPr bwMode="auto">
              <a:xfrm>
                <a:off x="480" y="292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906" name="Line 128"/>
              <p:cNvSpPr>
                <a:spLocks noChangeShapeType="1"/>
              </p:cNvSpPr>
              <p:nvPr/>
            </p:nvSpPr>
            <p:spPr bwMode="auto">
              <a:xfrm>
                <a:off x="480" y="3120"/>
                <a:ext cx="192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419" name="Group 129"/>
            <p:cNvGrpSpPr/>
            <p:nvPr/>
          </p:nvGrpSpPr>
          <p:grpSpPr bwMode="auto">
            <a:xfrm>
              <a:off x="4059" y="1056"/>
              <a:ext cx="1050" cy="1248"/>
              <a:chOff x="1248" y="2112"/>
              <a:chExt cx="1344" cy="1728"/>
            </a:xfrm>
          </p:grpSpPr>
          <p:sp>
            <p:nvSpPr>
              <p:cNvPr id="1050907" name="Line 130"/>
              <p:cNvSpPr>
                <a:spLocks noChangeShapeType="1"/>
              </p:cNvSpPr>
              <p:nvPr/>
            </p:nvSpPr>
            <p:spPr bwMode="auto">
              <a:xfrm>
                <a:off x="1248"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908" name="Line 131"/>
              <p:cNvSpPr>
                <a:spLocks noChangeShapeType="1"/>
              </p:cNvSpPr>
              <p:nvPr/>
            </p:nvSpPr>
            <p:spPr bwMode="auto">
              <a:xfrm>
                <a:off x="1440"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909" name="Line 132"/>
              <p:cNvSpPr>
                <a:spLocks noChangeShapeType="1"/>
              </p:cNvSpPr>
              <p:nvPr/>
            </p:nvSpPr>
            <p:spPr bwMode="auto">
              <a:xfrm>
                <a:off x="1632"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910" name="Line 133"/>
              <p:cNvSpPr>
                <a:spLocks noChangeShapeType="1"/>
              </p:cNvSpPr>
              <p:nvPr/>
            </p:nvSpPr>
            <p:spPr bwMode="auto">
              <a:xfrm>
                <a:off x="1824"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911" name="Line 134"/>
              <p:cNvSpPr>
                <a:spLocks noChangeShapeType="1"/>
              </p:cNvSpPr>
              <p:nvPr/>
            </p:nvSpPr>
            <p:spPr bwMode="auto">
              <a:xfrm>
                <a:off x="2016"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912" name="Line 135"/>
              <p:cNvSpPr>
                <a:spLocks noChangeShapeType="1"/>
              </p:cNvSpPr>
              <p:nvPr/>
            </p:nvSpPr>
            <p:spPr bwMode="auto">
              <a:xfrm>
                <a:off x="2208"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913" name="Line 136"/>
              <p:cNvSpPr>
                <a:spLocks noChangeShapeType="1"/>
              </p:cNvSpPr>
              <p:nvPr/>
            </p:nvSpPr>
            <p:spPr bwMode="auto">
              <a:xfrm>
                <a:off x="2400"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914" name="Line 137"/>
              <p:cNvSpPr>
                <a:spLocks noChangeShapeType="1"/>
              </p:cNvSpPr>
              <p:nvPr/>
            </p:nvSpPr>
            <p:spPr bwMode="auto">
              <a:xfrm>
                <a:off x="2592" y="2112"/>
                <a:ext cx="0" cy="1728"/>
              </a:xfrm>
              <a:prstGeom prst="line">
                <a:avLst/>
              </a:prstGeom>
              <a:noFill/>
              <a:ln w="9525">
                <a:solidFill>
                  <a:schemeClr val="tx1"/>
                </a:solidFill>
                <a:miter lim="800000"/>
                <a:headEnd/>
                <a:tailEnd/>
              </a:ln>
              <a:effectLst/>
            </p:spPr>
            <p:txBody>
              <a:bodyPr wrap="none"/>
              <a:lstStyle/>
              <a:p>
                <a:endParaRPr lang="zh-CN" altLang="en-US"/>
              </a:p>
            </p:txBody>
          </p:sp>
        </p:grpSp>
        <p:grpSp>
          <p:nvGrpSpPr>
            <p:cNvPr id="420" name="Group 138"/>
            <p:cNvGrpSpPr/>
            <p:nvPr/>
          </p:nvGrpSpPr>
          <p:grpSpPr bwMode="auto">
            <a:xfrm>
              <a:off x="4038" y="1109"/>
              <a:ext cx="1087" cy="1144"/>
              <a:chOff x="1200" y="2208"/>
              <a:chExt cx="1392" cy="1584"/>
            </a:xfrm>
          </p:grpSpPr>
          <p:sp>
            <p:nvSpPr>
              <p:cNvPr id="1050915" name="Oval 139"/>
              <p:cNvSpPr>
                <a:spLocks noChangeArrowheads="1"/>
              </p:cNvSpPr>
              <p:nvPr/>
            </p:nvSpPr>
            <p:spPr bwMode="auto">
              <a:xfrm>
                <a:off x="1584" y="220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16" name="Oval 140"/>
              <p:cNvSpPr>
                <a:spLocks noChangeArrowheads="1"/>
              </p:cNvSpPr>
              <p:nvPr/>
            </p:nvSpPr>
            <p:spPr bwMode="auto">
              <a:xfrm>
                <a:off x="1776" y="220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17" name="Oval 141"/>
              <p:cNvSpPr>
                <a:spLocks noChangeArrowheads="1"/>
              </p:cNvSpPr>
              <p:nvPr/>
            </p:nvSpPr>
            <p:spPr bwMode="auto">
              <a:xfrm>
                <a:off x="1968" y="220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18" name="Oval 142"/>
              <p:cNvSpPr>
                <a:spLocks noChangeArrowheads="1"/>
              </p:cNvSpPr>
              <p:nvPr/>
            </p:nvSpPr>
            <p:spPr bwMode="auto">
              <a:xfrm>
                <a:off x="2160" y="220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19" name="Oval 143"/>
              <p:cNvSpPr>
                <a:spLocks noChangeArrowheads="1"/>
              </p:cNvSpPr>
              <p:nvPr/>
            </p:nvSpPr>
            <p:spPr bwMode="auto">
              <a:xfrm>
                <a:off x="2160" y="240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20" name="Oval 144"/>
              <p:cNvSpPr>
                <a:spLocks noChangeArrowheads="1"/>
              </p:cNvSpPr>
              <p:nvPr/>
            </p:nvSpPr>
            <p:spPr bwMode="auto">
              <a:xfrm>
                <a:off x="2544" y="259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21" name="Oval 145"/>
              <p:cNvSpPr>
                <a:spLocks noChangeArrowheads="1"/>
              </p:cNvSpPr>
              <p:nvPr/>
            </p:nvSpPr>
            <p:spPr bwMode="auto">
              <a:xfrm>
                <a:off x="2544" y="278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22" name="Oval 146"/>
              <p:cNvSpPr>
                <a:spLocks noChangeArrowheads="1"/>
              </p:cNvSpPr>
              <p:nvPr/>
            </p:nvSpPr>
            <p:spPr bwMode="auto">
              <a:xfrm>
                <a:off x="2544" y="2976"/>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23" name="Oval 147"/>
              <p:cNvSpPr>
                <a:spLocks noChangeArrowheads="1"/>
              </p:cNvSpPr>
              <p:nvPr/>
            </p:nvSpPr>
            <p:spPr bwMode="auto">
              <a:xfrm>
                <a:off x="2544" y="312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24" name="Oval 148"/>
              <p:cNvSpPr>
                <a:spLocks noChangeArrowheads="1"/>
              </p:cNvSpPr>
              <p:nvPr/>
            </p:nvSpPr>
            <p:spPr bwMode="auto">
              <a:xfrm>
                <a:off x="2352" y="336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25" name="Oval 149"/>
              <p:cNvSpPr>
                <a:spLocks noChangeArrowheads="1"/>
              </p:cNvSpPr>
              <p:nvPr/>
            </p:nvSpPr>
            <p:spPr bwMode="auto">
              <a:xfrm>
                <a:off x="2160" y="355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26" name="Oval 150"/>
              <p:cNvSpPr>
                <a:spLocks noChangeArrowheads="1"/>
              </p:cNvSpPr>
              <p:nvPr/>
            </p:nvSpPr>
            <p:spPr bwMode="auto">
              <a:xfrm>
                <a:off x="1968" y="355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27" name="Oval 151"/>
              <p:cNvSpPr>
                <a:spLocks noChangeArrowheads="1"/>
              </p:cNvSpPr>
              <p:nvPr/>
            </p:nvSpPr>
            <p:spPr bwMode="auto">
              <a:xfrm>
                <a:off x="1776" y="374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28" name="Oval 152"/>
              <p:cNvSpPr>
                <a:spLocks noChangeArrowheads="1"/>
              </p:cNvSpPr>
              <p:nvPr/>
            </p:nvSpPr>
            <p:spPr bwMode="auto">
              <a:xfrm>
                <a:off x="1584" y="374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29" name="Oval 153"/>
              <p:cNvSpPr>
                <a:spLocks noChangeArrowheads="1"/>
              </p:cNvSpPr>
              <p:nvPr/>
            </p:nvSpPr>
            <p:spPr bwMode="auto">
              <a:xfrm>
                <a:off x="1392" y="374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30" name="Oval 154"/>
              <p:cNvSpPr>
                <a:spLocks noChangeArrowheads="1"/>
              </p:cNvSpPr>
              <p:nvPr/>
            </p:nvSpPr>
            <p:spPr bwMode="auto">
              <a:xfrm>
                <a:off x="1200" y="374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31" name="Oval 155"/>
              <p:cNvSpPr>
                <a:spLocks noChangeArrowheads="1"/>
              </p:cNvSpPr>
              <p:nvPr/>
            </p:nvSpPr>
            <p:spPr bwMode="auto">
              <a:xfrm>
                <a:off x="1200" y="355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32" name="Oval 156"/>
              <p:cNvSpPr>
                <a:spLocks noChangeArrowheads="1"/>
              </p:cNvSpPr>
              <p:nvPr/>
            </p:nvSpPr>
            <p:spPr bwMode="auto">
              <a:xfrm>
                <a:off x="1200" y="336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33" name="Oval 157"/>
              <p:cNvSpPr>
                <a:spLocks noChangeArrowheads="1"/>
              </p:cNvSpPr>
              <p:nvPr/>
            </p:nvSpPr>
            <p:spPr bwMode="auto">
              <a:xfrm>
                <a:off x="1392" y="2976"/>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34" name="Oval 158"/>
              <p:cNvSpPr>
                <a:spLocks noChangeArrowheads="1"/>
              </p:cNvSpPr>
              <p:nvPr/>
            </p:nvSpPr>
            <p:spPr bwMode="auto">
              <a:xfrm>
                <a:off x="1200" y="316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35" name="Oval 159"/>
              <p:cNvSpPr>
                <a:spLocks noChangeArrowheads="1"/>
              </p:cNvSpPr>
              <p:nvPr/>
            </p:nvSpPr>
            <p:spPr bwMode="auto">
              <a:xfrm>
                <a:off x="1392" y="278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36" name="Oval 160"/>
              <p:cNvSpPr>
                <a:spLocks noChangeArrowheads="1"/>
              </p:cNvSpPr>
              <p:nvPr/>
            </p:nvSpPr>
            <p:spPr bwMode="auto">
              <a:xfrm>
                <a:off x="1392" y="259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37" name="Oval 161"/>
              <p:cNvSpPr>
                <a:spLocks noChangeArrowheads="1"/>
              </p:cNvSpPr>
              <p:nvPr/>
            </p:nvSpPr>
            <p:spPr bwMode="auto">
              <a:xfrm>
                <a:off x="2352" y="259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38" name="Oval 162"/>
              <p:cNvSpPr>
                <a:spLocks noChangeArrowheads="1"/>
              </p:cNvSpPr>
              <p:nvPr/>
            </p:nvSpPr>
            <p:spPr bwMode="auto">
              <a:xfrm>
                <a:off x="1392" y="240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421" name="Group 163"/>
            <p:cNvGrpSpPr/>
            <p:nvPr/>
          </p:nvGrpSpPr>
          <p:grpSpPr bwMode="auto">
            <a:xfrm>
              <a:off x="4339" y="1663"/>
              <a:ext cx="337" cy="312"/>
              <a:chOff x="1319" y="841"/>
              <a:chExt cx="432" cy="432"/>
            </a:xfrm>
          </p:grpSpPr>
          <p:sp>
            <p:nvSpPr>
              <p:cNvPr id="1050939" name="Oval 164"/>
              <p:cNvSpPr>
                <a:spLocks noChangeArrowheads="1"/>
              </p:cNvSpPr>
              <p:nvPr/>
            </p:nvSpPr>
            <p:spPr bwMode="auto">
              <a:xfrm>
                <a:off x="1510" y="1033"/>
                <a:ext cx="48" cy="48"/>
              </a:xfrm>
              <a:prstGeom prst="ellipse">
                <a:avLst/>
              </a:prstGeom>
              <a:solidFill>
                <a:schemeClr val="folHlink"/>
              </a:solidFill>
              <a:ln w="9525">
                <a:solidFill>
                  <a:schemeClr val="fo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422" name="Group 165"/>
              <p:cNvGrpSpPr/>
              <p:nvPr/>
            </p:nvGrpSpPr>
            <p:grpSpPr bwMode="auto">
              <a:xfrm>
                <a:off x="1319" y="841"/>
                <a:ext cx="432" cy="432"/>
                <a:chOff x="1344" y="2208"/>
                <a:chExt cx="432" cy="432"/>
              </a:xfrm>
            </p:grpSpPr>
            <p:sp>
              <p:nvSpPr>
                <p:cNvPr id="1050940" name="Oval 166"/>
                <p:cNvSpPr>
                  <a:spLocks noChangeArrowheads="1"/>
                </p:cNvSpPr>
                <p:nvPr/>
              </p:nvSpPr>
              <p:spPr bwMode="auto">
                <a:xfrm>
                  <a:off x="1536" y="220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41" name="Oval 167"/>
                <p:cNvSpPr>
                  <a:spLocks noChangeArrowheads="1"/>
                </p:cNvSpPr>
                <p:nvPr/>
              </p:nvSpPr>
              <p:spPr bwMode="auto">
                <a:xfrm>
                  <a:off x="1728"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42" name="Oval 168"/>
                <p:cNvSpPr>
                  <a:spLocks noChangeArrowheads="1"/>
                </p:cNvSpPr>
                <p:nvPr/>
              </p:nvSpPr>
              <p:spPr bwMode="auto">
                <a:xfrm>
                  <a:off x="1344"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43" name="Oval 169"/>
                <p:cNvSpPr>
                  <a:spLocks noChangeArrowheads="1"/>
                </p:cNvSpPr>
                <p:nvPr/>
              </p:nvSpPr>
              <p:spPr bwMode="auto">
                <a:xfrm>
                  <a:off x="1536" y="25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423" name="Group 170"/>
            <p:cNvGrpSpPr/>
            <p:nvPr/>
          </p:nvGrpSpPr>
          <p:grpSpPr bwMode="auto">
            <a:xfrm>
              <a:off x="4189" y="1525"/>
              <a:ext cx="637" cy="590"/>
              <a:chOff x="1200" y="2688"/>
              <a:chExt cx="816" cy="816"/>
            </a:xfrm>
          </p:grpSpPr>
          <p:sp>
            <p:nvSpPr>
              <p:cNvPr id="1050944" name="Oval 171"/>
              <p:cNvSpPr>
                <a:spLocks noChangeArrowheads="1"/>
              </p:cNvSpPr>
              <p:nvPr/>
            </p:nvSpPr>
            <p:spPr bwMode="auto">
              <a:xfrm>
                <a:off x="1392" y="288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45" name="Oval 172"/>
              <p:cNvSpPr>
                <a:spLocks noChangeArrowheads="1"/>
              </p:cNvSpPr>
              <p:nvPr/>
            </p:nvSpPr>
            <p:spPr bwMode="auto">
              <a:xfrm>
                <a:off x="1776" y="288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46" name="Oval 173"/>
              <p:cNvSpPr>
                <a:spLocks noChangeArrowheads="1"/>
              </p:cNvSpPr>
              <p:nvPr/>
            </p:nvSpPr>
            <p:spPr bwMode="auto">
              <a:xfrm>
                <a:off x="1584" y="268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47" name="Oval 174"/>
              <p:cNvSpPr>
                <a:spLocks noChangeArrowheads="1"/>
              </p:cNvSpPr>
              <p:nvPr/>
            </p:nvSpPr>
            <p:spPr bwMode="auto">
              <a:xfrm>
                <a:off x="1968" y="307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48" name="Oval 175"/>
              <p:cNvSpPr>
                <a:spLocks noChangeArrowheads="1"/>
              </p:cNvSpPr>
              <p:nvPr/>
            </p:nvSpPr>
            <p:spPr bwMode="auto">
              <a:xfrm>
                <a:off x="1200" y="307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49" name="Oval 176"/>
              <p:cNvSpPr>
                <a:spLocks noChangeArrowheads="1"/>
              </p:cNvSpPr>
              <p:nvPr/>
            </p:nvSpPr>
            <p:spPr bwMode="auto">
              <a:xfrm>
                <a:off x="1392" y="326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50" name="Oval 177"/>
              <p:cNvSpPr>
                <a:spLocks noChangeArrowheads="1"/>
              </p:cNvSpPr>
              <p:nvPr/>
            </p:nvSpPr>
            <p:spPr bwMode="auto">
              <a:xfrm>
                <a:off x="1776" y="326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51" name="Oval 178"/>
              <p:cNvSpPr>
                <a:spLocks noChangeArrowheads="1"/>
              </p:cNvSpPr>
              <p:nvPr/>
            </p:nvSpPr>
            <p:spPr bwMode="auto">
              <a:xfrm>
                <a:off x="1584" y="34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424" name="Group 432"/>
          <p:cNvGrpSpPr/>
          <p:nvPr/>
        </p:nvGrpSpPr>
        <p:grpSpPr bwMode="auto">
          <a:xfrm>
            <a:off x="2438400" y="4191000"/>
            <a:ext cx="1905000" cy="1981200"/>
            <a:chOff x="576" y="2640"/>
            <a:chExt cx="1200" cy="1248"/>
          </a:xfrm>
        </p:grpSpPr>
        <p:grpSp>
          <p:nvGrpSpPr>
            <p:cNvPr id="425" name="Group 183"/>
            <p:cNvGrpSpPr/>
            <p:nvPr/>
          </p:nvGrpSpPr>
          <p:grpSpPr bwMode="auto">
            <a:xfrm>
              <a:off x="576" y="2709"/>
              <a:ext cx="1200" cy="1110"/>
              <a:chOff x="480" y="1776"/>
              <a:chExt cx="1920" cy="1536"/>
            </a:xfrm>
          </p:grpSpPr>
          <p:sp>
            <p:nvSpPr>
              <p:cNvPr id="1050952" name="Line 184"/>
              <p:cNvSpPr>
                <a:spLocks noChangeShapeType="1"/>
              </p:cNvSpPr>
              <p:nvPr/>
            </p:nvSpPr>
            <p:spPr bwMode="auto">
              <a:xfrm>
                <a:off x="480" y="177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953" name="Line 185"/>
              <p:cNvSpPr>
                <a:spLocks noChangeShapeType="1"/>
              </p:cNvSpPr>
              <p:nvPr/>
            </p:nvSpPr>
            <p:spPr bwMode="auto">
              <a:xfrm>
                <a:off x="480" y="196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954" name="Line 186"/>
              <p:cNvSpPr>
                <a:spLocks noChangeShapeType="1"/>
              </p:cNvSpPr>
              <p:nvPr/>
            </p:nvSpPr>
            <p:spPr bwMode="auto">
              <a:xfrm>
                <a:off x="480" y="235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955" name="Line 187"/>
              <p:cNvSpPr>
                <a:spLocks noChangeShapeType="1"/>
              </p:cNvSpPr>
              <p:nvPr/>
            </p:nvSpPr>
            <p:spPr bwMode="auto">
              <a:xfrm>
                <a:off x="480" y="2160"/>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956" name="Line 188"/>
              <p:cNvSpPr>
                <a:spLocks noChangeShapeType="1"/>
              </p:cNvSpPr>
              <p:nvPr/>
            </p:nvSpPr>
            <p:spPr bwMode="auto">
              <a:xfrm>
                <a:off x="480" y="331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957" name="Line 189"/>
              <p:cNvSpPr>
                <a:spLocks noChangeShapeType="1"/>
              </p:cNvSpPr>
              <p:nvPr/>
            </p:nvSpPr>
            <p:spPr bwMode="auto">
              <a:xfrm>
                <a:off x="480" y="2544"/>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958" name="Line 190"/>
              <p:cNvSpPr>
                <a:spLocks noChangeShapeType="1"/>
              </p:cNvSpPr>
              <p:nvPr/>
            </p:nvSpPr>
            <p:spPr bwMode="auto">
              <a:xfrm>
                <a:off x="480" y="273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959" name="Line 191"/>
              <p:cNvSpPr>
                <a:spLocks noChangeShapeType="1"/>
              </p:cNvSpPr>
              <p:nvPr/>
            </p:nvSpPr>
            <p:spPr bwMode="auto">
              <a:xfrm>
                <a:off x="480" y="292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0960" name="Line 192"/>
              <p:cNvSpPr>
                <a:spLocks noChangeShapeType="1"/>
              </p:cNvSpPr>
              <p:nvPr/>
            </p:nvSpPr>
            <p:spPr bwMode="auto">
              <a:xfrm>
                <a:off x="480" y="3120"/>
                <a:ext cx="192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426" name="Group 193"/>
            <p:cNvGrpSpPr/>
            <p:nvPr/>
          </p:nvGrpSpPr>
          <p:grpSpPr bwMode="auto">
            <a:xfrm>
              <a:off x="651" y="2640"/>
              <a:ext cx="1050" cy="1248"/>
              <a:chOff x="1248" y="2112"/>
              <a:chExt cx="1344" cy="1728"/>
            </a:xfrm>
          </p:grpSpPr>
          <p:sp>
            <p:nvSpPr>
              <p:cNvPr id="1050961" name="Line 194"/>
              <p:cNvSpPr>
                <a:spLocks noChangeShapeType="1"/>
              </p:cNvSpPr>
              <p:nvPr/>
            </p:nvSpPr>
            <p:spPr bwMode="auto">
              <a:xfrm>
                <a:off x="1248"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962" name="Line 195"/>
              <p:cNvSpPr>
                <a:spLocks noChangeShapeType="1"/>
              </p:cNvSpPr>
              <p:nvPr/>
            </p:nvSpPr>
            <p:spPr bwMode="auto">
              <a:xfrm>
                <a:off x="1440"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963" name="Line 196"/>
              <p:cNvSpPr>
                <a:spLocks noChangeShapeType="1"/>
              </p:cNvSpPr>
              <p:nvPr/>
            </p:nvSpPr>
            <p:spPr bwMode="auto">
              <a:xfrm>
                <a:off x="1632"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964" name="Line 197"/>
              <p:cNvSpPr>
                <a:spLocks noChangeShapeType="1"/>
              </p:cNvSpPr>
              <p:nvPr/>
            </p:nvSpPr>
            <p:spPr bwMode="auto">
              <a:xfrm>
                <a:off x="1824"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965" name="Line 198"/>
              <p:cNvSpPr>
                <a:spLocks noChangeShapeType="1"/>
              </p:cNvSpPr>
              <p:nvPr/>
            </p:nvSpPr>
            <p:spPr bwMode="auto">
              <a:xfrm>
                <a:off x="2016"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966" name="Line 199"/>
              <p:cNvSpPr>
                <a:spLocks noChangeShapeType="1"/>
              </p:cNvSpPr>
              <p:nvPr/>
            </p:nvSpPr>
            <p:spPr bwMode="auto">
              <a:xfrm>
                <a:off x="2208"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967" name="Line 200"/>
              <p:cNvSpPr>
                <a:spLocks noChangeShapeType="1"/>
              </p:cNvSpPr>
              <p:nvPr/>
            </p:nvSpPr>
            <p:spPr bwMode="auto">
              <a:xfrm>
                <a:off x="2400"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0968" name="Line 201"/>
              <p:cNvSpPr>
                <a:spLocks noChangeShapeType="1"/>
              </p:cNvSpPr>
              <p:nvPr/>
            </p:nvSpPr>
            <p:spPr bwMode="auto">
              <a:xfrm>
                <a:off x="2592" y="2112"/>
                <a:ext cx="0" cy="1728"/>
              </a:xfrm>
              <a:prstGeom prst="line">
                <a:avLst/>
              </a:prstGeom>
              <a:noFill/>
              <a:ln w="9525">
                <a:solidFill>
                  <a:schemeClr val="tx1"/>
                </a:solidFill>
                <a:miter lim="800000"/>
                <a:headEnd/>
                <a:tailEnd/>
              </a:ln>
              <a:effectLst/>
            </p:spPr>
            <p:txBody>
              <a:bodyPr wrap="none"/>
              <a:lstStyle/>
              <a:p>
                <a:endParaRPr lang="zh-CN" altLang="en-US"/>
              </a:p>
            </p:txBody>
          </p:sp>
        </p:grpSp>
        <p:grpSp>
          <p:nvGrpSpPr>
            <p:cNvPr id="427" name="Group 202"/>
            <p:cNvGrpSpPr/>
            <p:nvPr/>
          </p:nvGrpSpPr>
          <p:grpSpPr bwMode="auto">
            <a:xfrm>
              <a:off x="630" y="2693"/>
              <a:ext cx="1087" cy="1144"/>
              <a:chOff x="1200" y="2208"/>
              <a:chExt cx="1392" cy="1584"/>
            </a:xfrm>
          </p:grpSpPr>
          <p:sp>
            <p:nvSpPr>
              <p:cNvPr id="1050969" name="Oval 203"/>
              <p:cNvSpPr>
                <a:spLocks noChangeArrowheads="1"/>
              </p:cNvSpPr>
              <p:nvPr/>
            </p:nvSpPr>
            <p:spPr bwMode="auto">
              <a:xfrm>
                <a:off x="1584" y="220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70" name="Oval 204"/>
              <p:cNvSpPr>
                <a:spLocks noChangeArrowheads="1"/>
              </p:cNvSpPr>
              <p:nvPr/>
            </p:nvSpPr>
            <p:spPr bwMode="auto">
              <a:xfrm>
                <a:off x="1776" y="220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71" name="Oval 205"/>
              <p:cNvSpPr>
                <a:spLocks noChangeArrowheads="1"/>
              </p:cNvSpPr>
              <p:nvPr/>
            </p:nvSpPr>
            <p:spPr bwMode="auto">
              <a:xfrm>
                <a:off x="1968" y="220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72" name="Oval 206"/>
              <p:cNvSpPr>
                <a:spLocks noChangeArrowheads="1"/>
              </p:cNvSpPr>
              <p:nvPr/>
            </p:nvSpPr>
            <p:spPr bwMode="auto">
              <a:xfrm>
                <a:off x="2160" y="220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73" name="Oval 207"/>
              <p:cNvSpPr>
                <a:spLocks noChangeArrowheads="1"/>
              </p:cNvSpPr>
              <p:nvPr/>
            </p:nvSpPr>
            <p:spPr bwMode="auto">
              <a:xfrm>
                <a:off x="2160" y="240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74" name="Oval 208"/>
              <p:cNvSpPr>
                <a:spLocks noChangeArrowheads="1"/>
              </p:cNvSpPr>
              <p:nvPr/>
            </p:nvSpPr>
            <p:spPr bwMode="auto">
              <a:xfrm>
                <a:off x="2544" y="259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75" name="Oval 209"/>
              <p:cNvSpPr>
                <a:spLocks noChangeArrowheads="1"/>
              </p:cNvSpPr>
              <p:nvPr/>
            </p:nvSpPr>
            <p:spPr bwMode="auto">
              <a:xfrm>
                <a:off x="2544" y="278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76" name="Oval 210"/>
              <p:cNvSpPr>
                <a:spLocks noChangeArrowheads="1"/>
              </p:cNvSpPr>
              <p:nvPr/>
            </p:nvSpPr>
            <p:spPr bwMode="auto">
              <a:xfrm>
                <a:off x="2544" y="2976"/>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77" name="Oval 211"/>
              <p:cNvSpPr>
                <a:spLocks noChangeArrowheads="1"/>
              </p:cNvSpPr>
              <p:nvPr/>
            </p:nvSpPr>
            <p:spPr bwMode="auto">
              <a:xfrm>
                <a:off x="2544" y="312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78" name="Oval 212"/>
              <p:cNvSpPr>
                <a:spLocks noChangeArrowheads="1"/>
              </p:cNvSpPr>
              <p:nvPr/>
            </p:nvSpPr>
            <p:spPr bwMode="auto">
              <a:xfrm>
                <a:off x="2352" y="336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79" name="Oval 213"/>
              <p:cNvSpPr>
                <a:spLocks noChangeArrowheads="1"/>
              </p:cNvSpPr>
              <p:nvPr/>
            </p:nvSpPr>
            <p:spPr bwMode="auto">
              <a:xfrm>
                <a:off x="2160" y="355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80" name="Oval 214"/>
              <p:cNvSpPr>
                <a:spLocks noChangeArrowheads="1"/>
              </p:cNvSpPr>
              <p:nvPr/>
            </p:nvSpPr>
            <p:spPr bwMode="auto">
              <a:xfrm>
                <a:off x="1968" y="355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81" name="Oval 215"/>
              <p:cNvSpPr>
                <a:spLocks noChangeArrowheads="1"/>
              </p:cNvSpPr>
              <p:nvPr/>
            </p:nvSpPr>
            <p:spPr bwMode="auto">
              <a:xfrm>
                <a:off x="1776" y="374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82" name="Oval 216"/>
              <p:cNvSpPr>
                <a:spLocks noChangeArrowheads="1"/>
              </p:cNvSpPr>
              <p:nvPr/>
            </p:nvSpPr>
            <p:spPr bwMode="auto">
              <a:xfrm>
                <a:off x="1584" y="374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83" name="Oval 217"/>
              <p:cNvSpPr>
                <a:spLocks noChangeArrowheads="1"/>
              </p:cNvSpPr>
              <p:nvPr/>
            </p:nvSpPr>
            <p:spPr bwMode="auto">
              <a:xfrm>
                <a:off x="1392" y="374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84" name="Oval 218"/>
              <p:cNvSpPr>
                <a:spLocks noChangeArrowheads="1"/>
              </p:cNvSpPr>
              <p:nvPr/>
            </p:nvSpPr>
            <p:spPr bwMode="auto">
              <a:xfrm>
                <a:off x="1200" y="374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85" name="Oval 219"/>
              <p:cNvSpPr>
                <a:spLocks noChangeArrowheads="1"/>
              </p:cNvSpPr>
              <p:nvPr/>
            </p:nvSpPr>
            <p:spPr bwMode="auto">
              <a:xfrm>
                <a:off x="1200" y="355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86" name="Oval 220"/>
              <p:cNvSpPr>
                <a:spLocks noChangeArrowheads="1"/>
              </p:cNvSpPr>
              <p:nvPr/>
            </p:nvSpPr>
            <p:spPr bwMode="auto">
              <a:xfrm>
                <a:off x="1200" y="336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87" name="Oval 221"/>
              <p:cNvSpPr>
                <a:spLocks noChangeArrowheads="1"/>
              </p:cNvSpPr>
              <p:nvPr/>
            </p:nvSpPr>
            <p:spPr bwMode="auto">
              <a:xfrm>
                <a:off x="1392" y="2976"/>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88" name="Oval 222"/>
              <p:cNvSpPr>
                <a:spLocks noChangeArrowheads="1"/>
              </p:cNvSpPr>
              <p:nvPr/>
            </p:nvSpPr>
            <p:spPr bwMode="auto">
              <a:xfrm>
                <a:off x="1200" y="316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89" name="Oval 223"/>
              <p:cNvSpPr>
                <a:spLocks noChangeArrowheads="1"/>
              </p:cNvSpPr>
              <p:nvPr/>
            </p:nvSpPr>
            <p:spPr bwMode="auto">
              <a:xfrm>
                <a:off x="1392" y="278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90" name="Oval 224"/>
              <p:cNvSpPr>
                <a:spLocks noChangeArrowheads="1"/>
              </p:cNvSpPr>
              <p:nvPr/>
            </p:nvSpPr>
            <p:spPr bwMode="auto">
              <a:xfrm>
                <a:off x="1392" y="259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91" name="Oval 225"/>
              <p:cNvSpPr>
                <a:spLocks noChangeArrowheads="1"/>
              </p:cNvSpPr>
              <p:nvPr/>
            </p:nvSpPr>
            <p:spPr bwMode="auto">
              <a:xfrm>
                <a:off x="2352" y="259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92" name="Oval 226"/>
              <p:cNvSpPr>
                <a:spLocks noChangeArrowheads="1"/>
              </p:cNvSpPr>
              <p:nvPr/>
            </p:nvSpPr>
            <p:spPr bwMode="auto">
              <a:xfrm>
                <a:off x="1392" y="240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428" name="Group 227"/>
            <p:cNvGrpSpPr/>
            <p:nvPr/>
          </p:nvGrpSpPr>
          <p:grpSpPr bwMode="auto">
            <a:xfrm>
              <a:off x="931" y="3247"/>
              <a:ext cx="337" cy="312"/>
              <a:chOff x="1319" y="841"/>
              <a:chExt cx="432" cy="432"/>
            </a:xfrm>
          </p:grpSpPr>
          <p:sp>
            <p:nvSpPr>
              <p:cNvPr id="1050993" name="Oval 228"/>
              <p:cNvSpPr>
                <a:spLocks noChangeArrowheads="1"/>
              </p:cNvSpPr>
              <p:nvPr/>
            </p:nvSpPr>
            <p:spPr bwMode="auto">
              <a:xfrm>
                <a:off x="1510" y="1033"/>
                <a:ext cx="48" cy="48"/>
              </a:xfrm>
              <a:prstGeom prst="ellipse">
                <a:avLst/>
              </a:prstGeom>
              <a:solidFill>
                <a:schemeClr val="folHlink"/>
              </a:solidFill>
              <a:ln w="9525">
                <a:solidFill>
                  <a:schemeClr val="fo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429" name="Group 229"/>
              <p:cNvGrpSpPr/>
              <p:nvPr/>
            </p:nvGrpSpPr>
            <p:grpSpPr bwMode="auto">
              <a:xfrm>
                <a:off x="1319" y="841"/>
                <a:ext cx="432" cy="432"/>
                <a:chOff x="1344" y="2208"/>
                <a:chExt cx="432" cy="432"/>
              </a:xfrm>
            </p:grpSpPr>
            <p:sp>
              <p:nvSpPr>
                <p:cNvPr id="1050994" name="Oval 230"/>
                <p:cNvSpPr>
                  <a:spLocks noChangeArrowheads="1"/>
                </p:cNvSpPr>
                <p:nvPr/>
              </p:nvSpPr>
              <p:spPr bwMode="auto">
                <a:xfrm>
                  <a:off x="1536" y="220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95" name="Oval 231"/>
                <p:cNvSpPr>
                  <a:spLocks noChangeArrowheads="1"/>
                </p:cNvSpPr>
                <p:nvPr/>
              </p:nvSpPr>
              <p:spPr bwMode="auto">
                <a:xfrm>
                  <a:off x="1728"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96" name="Oval 232"/>
                <p:cNvSpPr>
                  <a:spLocks noChangeArrowheads="1"/>
                </p:cNvSpPr>
                <p:nvPr/>
              </p:nvSpPr>
              <p:spPr bwMode="auto">
                <a:xfrm>
                  <a:off x="1344"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97" name="Oval 233"/>
                <p:cNvSpPr>
                  <a:spLocks noChangeArrowheads="1"/>
                </p:cNvSpPr>
                <p:nvPr/>
              </p:nvSpPr>
              <p:spPr bwMode="auto">
                <a:xfrm>
                  <a:off x="1536" y="25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430" name="Group 234"/>
            <p:cNvGrpSpPr/>
            <p:nvPr/>
          </p:nvGrpSpPr>
          <p:grpSpPr bwMode="auto">
            <a:xfrm>
              <a:off x="781" y="3109"/>
              <a:ext cx="637" cy="590"/>
              <a:chOff x="1200" y="2688"/>
              <a:chExt cx="816" cy="816"/>
            </a:xfrm>
          </p:grpSpPr>
          <p:sp>
            <p:nvSpPr>
              <p:cNvPr id="1050998" name="Oval 235"/>
              <p:cNvSpPr>
                <a:spLocks noChangeArrowheads="1"/>
              </p:cNvSpPr>
              <p:nvPr/>
            </p:nvSpPr>
            <p:spPr bwMode="auto">
              <a:xfrm>
                <a:off x="1392" y="288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0999" name="Oval 236"/>
              <p:cNvSpPr>
                <a:spLocks noChangeArrowheads="1"/>
              </p:cNvSpPr>
              <p:nvPr/>
            </p:nvSpPr>
            <p:spPr bwMode="auto">
              <a:xfrm>
                <a:off x="1776" y="288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00" name="Oval 237"/>
              <p:cNvSpPr>
                <a:spLocks noChangeArrowheads="1"/>
              </p:cNvSpPr>
              <p:nvPr/>
            </p:nvSpPr>
            <p:spPr bwMode="auto">
              <a:xfrm>
                <a:off x="1584" y="268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01" name="Oval 238"/>
              <p:cNvSpPr>
                <a:spLocks noChangeArrowheads="1"/>
              </p:cNvSpPr>
              <p:nvPr/>
            </p:nvSpPr>
            <p:spPr bwMode="auto">
              <a:xfrm>
                <a:off x="1968" y="307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02" name="Oval 239"/>
              <p:cNvSpPr>
                <a:spLocks noChangeArrowheads="1"/>
              </p:cNvSpPr>
              <p:nvPr/>
            </p:nvSpPr>
            <p:spPr bwMode="auto">
              <a:xfrm>
                <a:off x="1200" y="307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03" name="Oval 240"/>
              <p:cNvSpPr>
                <a:spLocks noChangeArrowheads="1"/>
              </p:cNvSpPr>
              <p:nvPr/>
            </p:nvSpPr>
            <p:spPr bwMode="auto">
              <a:xfrm>
                <a:off x="1392" y="326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04" name="Oval 241"/>
              <p:cNvSpPr>
                <a:spLocks noChangeArrowheads="1"/>
              </p:cNvSpPr>
              <p:nvPr/>
            </p:nvSpPr>
            <p:spPr bwMode="auto">
              <a:xfrm>
                <a:off x="1776" y="326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05" name="Oval 242"/>
              <p:cNvSpPr>
                <a:spLocks noChangeArrowheads="1"/>
              </p:cNvSpPr>
              <p:nvPr/>
            </p:nvSpPr>
            <p:spPr bwMode="auto">
              <a:xfrm>
                <a:off x="1584" y="34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431" name="Group 243"/>
            <p:cNvGrpSpPr/>
            <p:nvPr/>
          </p:nvGrpSpPr>
          <p:grpSpPr bwMode="auto">
            <a:xfrm>
              <a:off x="781" y="2970"/>
              <a:ext cx="790" cy="735"/>
              <a:chOff x="4224" y="864"/>
              <a:chExt cx="1012" cy="1017"/>
            </a:xfrm>
          </p:grpSpPr>
          <p:sp>
            <p:nvSpPr>
              <p:cNvPr id="1051006" name="Oval 244"/>
              <p:cNvSpPr>
                <a:spLocks noChangeArrowheads="1"/>
              </p:cNvSpPr>
              <p:nvPr/>
            </p:nvSpPr>
            <p:spPr bwMode="auto">
              <a:xfrm>
                <a:off x="4416" y="1824"/>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07" name="Oval 245"/>
              <p:cNvSpPr>
                <a:spLocks noChangeArrowheads="1"/>
              </p:cNvSpPr>
              <p:nvPr/>
            </p:nvSpPr>
            <p:spPr bwMode="auto">
              <a:xfrm>
                <a:off x="4224" y="1632"/>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08" name="Oval 246"/>
              <p:cNvSpPr>
                <a:spLocks noChangeArrowheads="1"/>
              </p:cNvSpPr>
              <p:nvPr/>
            </p:nvSpPr>
            <p:spPr bwMode="auto">
              <a:xfrm>
                <a:off x="4992" y="1632"/>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09" name="Oval 247"/>
              <p:cNvSpPr>
                <a:spLocks noChangeArrowheads="1"/>
              </p:cNvSpPr>
              <p:nvPr/>
            </p:nvSpPr>
            <p:spPr bwMode="auto">
              <a:xfrm>
                <a:off x="5184" y="1440"/>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10" name="Oval 248"/>
              <p:cNvSpPr>
                <a:spLocks noChangeArrowheads="1"/>
              </p:cNvSpPr>
              <p:nvPr/>
            </p:nvSpPr>
            <p:spPr bwMode="auto">
              <a:xfrm>
                <a:off x="4992" y="1248"/>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11" name="Oval 249"/>
              <p:cNvSpPr>
                <a:spLocks noChangeArrowheads="1"/>
              </p:cNvSpPr>
              <p:nvPr/>
            </p:nvSpPr>
            <p:spPr bwMode="auto">
              <a:xfrm>
                <a:off x="4800" y="1056"/>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12" name="Oval 250"/>
              <p:cNvSpPr>
                <a:spLocks noChangeArrowheads="1"/>
              </p:cNvSpPr>
              <p:nvPr/>
            </p:nvSpPr>
            <p:spPr bwMode="auto">
              <a:xfrm>
                <a:off x="4416" y="1056"/>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13" name="Oval 251"/>
              <p:cNvSpPr>
                <a:spLocks noChangeArrowheads="1"/>
              </p:cNvSpPr>
              <p:nvPr/>
            </p:nvSpPr>
            <p:spPr bwMode="auto">
              <a:xfrm>
                <a:off x="4608" y="864"/>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432" name="Group 433"/>
          <p:cNvGrpSpPr/>
          <p:nvPr/>
        </p:nvGrpSpPr>
        <p:grpSpPr bwMode="auto">
          <a:xfrm>
            <a:off x="5257800" y="4191000"/>
            <a:ext cx="1905000" cy="1981200"/>
            <a:chOff x="2352" y="2640"/>
            <a:chExt cx="1200" cy="1248"/>
          </a:xfrm>
        </p:grpSpPr>
        <p:grpSp>
          <p:nvGrpSpPr>
            <p:cNvPr id="433" name="Group 257"/>
            <p:cNvGrpSpPr/>
            <p:nvPr/>
          </p:nvGrpSpPr>
          <p:grpSpPr bwMode="auto">
            <a:xfrm>
              <a:off x="2352" y="2709"/>
              <a:ext cx="1200" cy="1110"/>
              <a:chOff x="480" y="1776"/>
              <a:chExt cx="1920" cy="1536"/>
            </a:xfrm>
          </p:grpSpPr>
          <p:sp>
            <p:nvSpPr>
              <p:cNvPr id="1051014" name="Line 258"/>
              <p:cNvSpPr>
                <a:spLocks noChangeShapeType="1"/>
              </p:cNvSpPr>
              <p:nvPr/>
            </p:nvSpPr>
            <p:spPr bwMode="auto">
              <a:xfrm>
                <a:off x="480" y="177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015" name="Line 259"/>
              <p:cNvSpPr>
                <a:spLocks noChangeShapeType="1"/>
              </p:cNvSpPr>
              <p:nvPr/>
            </p:nvSpPr>
            <p:spPr bwMode="auto">
              <a:xfrm>
                <a:off x="480" y="196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016" name="Line 260"/>
              <p:cNvSpPr>
                <a:spLocks noChangeShapeType="1"/>
              </p:cNvSpPr>
              <p:nvPr/>
            </p:nvSpPr>
            <p:spPr bwMode="auto">
              <a:xfrm>
                <a:off x="480" y="235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017" name="Line 261"/>
              <p:cNvSpPr>
                <a:spLocks noChangeShapeType="1"/>
              </p:cNvSpPr>
              <p:nvPr/>
            </p:nvSpPr>
            <p:spPr bwMode="auto">
              <a:xfrm>
                <a:off x="480" y="2160"/>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018" name="Line 262"/>
              <p:cNvSpPr>
                <a:spLocks noChangeShapeType="1"/>
              </p:cNvSpPr>
              <p:nvPr/>
            </p:nvSpPr>
            <p:spPr bwMode="auto">
              <a:xfrm>
                <a:off x="480" y="331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019" name="Line 263"/>
              <p:cNvSpPr>
                <a:spLocks noChangeShapeType="1"/>
              </p:cNvSpPr>
              <p:nvPr/>
            </p:nvSpPr>
            <p:spPr bwMode="auto">
              <a:xfrm>
                <a:off x="480" y="2544"/>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020" name="Line 264"/>
              <p:cNvSpPr>
                <a:spLocks noChangeShapeType="1"/>
              </p:cNvSpPr>
              <p:nvPr/>
            </p:nvSpPr>
            <p:spPr bwMode="auto">
              <a:xfrm>
                <a:off x="480" y="273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021" name="Line 265"/>
              <p:cNvSpPr>
                <a:spLocks noChangeShapeType="1"/>
              </p:cNvSpPr>
              <p:nvPr/>
            </p:nvSpPr>
            <p:spPr bwMode="auto">
              <a:xfrm>
                <a:off x="480" y="292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022" name="Line 266"/>
              <p:cNvSpPr>
                <a:spLocks noChangeShapeType="1"/>
              </p:cNvSpPr>
              <p:nvPr/>
            </p:nvSpPr>
            <p:spPr bwMode="auto">
              <a:xfrm>
                <a:off x="480" y="3120"/>
                <a:ext cx="192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434" name="Group 267"/>
            <p:cNvGrpSpPr/>
            <p:nvPr/>
          </p:nvGrpSpPr>
          <p:grpSpPr bwMode="auto">
            <a:xfrm>
              <a:off x="2427" y="2640"/>
              <a:ext cx="1050" cy="1248"/>
              <a:chOff x="1248" y="2112"/>
              <a:chExt cx="1344" cy="1728"/>
            </a:xfrm>
          </p:grpSpPr>
          <p:sp>
            <p:nvSpPr>
              <p:cNvPr id="1051023" name="Line 268"/>
              <p:cNvSpPr>
                <a:spLocks noChangeShapeType="1"/>
              </p:cNvSpPr>
              <p:nvPr/>
            </p:nvSpPr>
            <p:spPr bwMode="auto">
              <a:xfrm>
                <a:off x="1248"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024" name="Line 269"/>
              <p:cNvSpPr>
                <a:spLocks noChangeShapeType="1"/>
              </p:cNvSpPr>
              <p:nvPr/>
            </p:nvSpPr>
            <p:spPr bwMode="auto">
              <a:xfrm>
                <a:off x="1440"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025" name="Line 270"/>
              <p:cNvSpPr>
                <a:spLocks noChangeShapeType="1"/>
              </p:cNvSpPr>
              <p:nvPr/>
            </p:nvSpPr>
            <p:spPr bwMode="auto">
              <a:xfrm>
                <a:off x="1632"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026" name="Line 271"/>
              <p:cNvSpPr>
                <a:spLocks noChangeShapeType="1"/>
              </p:cNvSpPr>
              <p:nvPr/>
            </p:nvSpPr>
            <p:spPr bwMode="auto">
              <a:xfrm>
                <a:off x="1824"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027" name="Line 272"/>
              <p:cNvSpPr>
                <a:spLocks noChangeShapeType="1"/>
              </p:cNvSpPr>
              <p:nvPr/>
            </p:nvSpPr>
            <p:spPr bwMode="auto">
              <a:xfrm>
                <a:off x="2016"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028" name="Line 273"/>
              <p:cNvSpPr>
                <a:spLocks noChangeShapeType="1"/>
              </p:cNvSpPr>
              <p:nvPr/>
            </p:nvSpPr>
            <p:spPr bwMode="auto">
              <a:xfrm>
                <a:off x="2208"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029" name="Line 274"/>
              <p:cNvSpPr>
                <a:spLocks noChangeShapeType="1"/>
              </p:cNvSpPr>
              <p:nvPr/>
            </p:nvSpPr>
            <p:spPr bwMode="auto">
              <a:xfrm>
                <a:off x="2400"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030" name="Line 275"/>
              <p:cNvSpPr>
                <a:spLocks noChangeShapeType="1"/>
              </p:cNvSpPr>
              <p:nvPr/>
            </p:nvSpPr>
            <p:spPr bwMode="auto">
              <a:xfrm>
                <a:off x="2592" y="2112"/>
                <a:ext cx="0" cy="1728"/>
              </a:xfrm>
              <a:prstGeom prst="line">
                <a:avLst/>
              </a:prstGeom>
              <a:noFill/>
              <a:ln w="9525">
                <a:solidFill>
                  <a:schemeClr val="tx1"/>
                </a:solidFill>
                <a:miter lim="800000"/>
                <a:headEnd/>
                <a:tailEnd/>
              </a:ln>
              <a:effectLst/>
            </p:spPr>
            <p:txBody>
              <a:bodyPr wrap="none"/>
              <a:lstStyle/>
              <a:p>
                <a:endParaRPr lang="zh-CN" altLang="en-US"/>
              </a:p>
            </p:txBody>
          </p:sp>
        </p:grpSp>
        <p:grpSp>
          <p:nvGrpSpPr>
            <p:cNvPr id="435" name="Group 276"/>
            <p:cNvGrpSpPr/>
            <p:nvPr/>
          </p:nvGrpSpPr>
          <p:grpSpPr bwMode="auto">
            <a:xfrm>
              <a:off x="2406" y="2693"/>
              <a:ext cx="1087" cy="1144"/>
              <a:chOff x="1200" y="2208"/>
              <a:chExt cx="1392" cy="1584"/>
            </a:xfrm>
          </p:grpSpPr>
          <p:sp>
            <p:nvSpPr>
              <p:cNvPr id="1051031" name="Oval 277"/>
              <p:cNvSpPr>
                <a:spLocks noChangeArrowheads="1"/>
              </p:cNvSpPr>
              <p:nvPr/>
            </p:nvSpPr>
            <p:spPr bwMode="auto">
              <a:xfrm>
                <a:off x="1584" y="220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32" name="Oval 278"/>
              <p:cNvSpPr>
                <a:spLocks noChangeArrowheads="1"/>
              </p:cNvSpPr>
              <p:nvPr/>
            </p:nvSpPr>
            <p:spPr bwMode="auto">
              <a:xfrm>
                <a:off x="1776" y="220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33" name="Oval 279"/>
              <p:cNvSpPr>
                <a:spLocks noChangeArrowheads="1"/>
              </p:cNvSpPr>
              <p:nvPr/>
            </p:nvSpPr>
            <p:spPr bwMode="auto">
              <a:xfrm>
                <a:off x="1968" y="220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34" name="Oval 280"/>
              <p:cNvSpPr>
                <a:spLocks noChangeArrowheads="1"/>
              </p:cNvSpPr>
              <p:nvPr/>
            </p:nvSpPr>
            <p:spPr bwMode="auto">
              <a:xfrm>
                <a:off x="2160" y="220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35" name="Oval 281"/>
              <p:cNvSpPr>
                <a:spLocks noChangeArrowheads="1"/>
              </p:cNvSpPr>
              <p:nvPr/>
            </p:nvSpPr>
            <p:spPr bwMode="auto">
              <a:xfrm>
                <a:off x="2160" y="240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36" name="Oval 282"/>
              <p:cNvSpPr>
                <a:spLocks noChangeArrowheads="1"/>
              </p:cNvSpPr>
              <p:nvPr/>
            </p:nvSpPr>
            <p:spPr bwMode="auto">
              <a:xfrm>
                <a:off x="2544" y="259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37" name="Oval 283"/>
              <p:cNvSpPr>
                <a:spLocks noChangeArrowheads="1"/>
              </p:cNvSpPr>
              <p:nvPr/>
            </p:nvSpPr>
            <p:spPr bwMode="auto">
              <a:xfrm>
                <a:off x="2544" y="278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38" name="Oval 284"/>
              <p:cNvSpPr>
                <a:spLocks noChangeArrowheads="1"/>
              </p:cNvSpPr>
              <p:nvPr/>
            </p:nvSpPr>
            <p:spPr bwMode="auto">
              <a:xfrm>
                <a:off x="2544" y="2976"/>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39" name="Oval 285"/>
              <p:cNvSpPr>
                <a:spLocks noChangeArrowheads="1"/>
              </p:cNvSpPr>
              <p:nvPr/>
            </p:nvSpPr>
            <p:spPr bwMode="auto">
              <a:xfrm>
                <a:off x="2544" y="312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40" name="Oval 286"/>
              <p:cNvSpPr>
                <a:spLocks noChangeArrowheads="1"/>
              </p:cNvSpPr>
              <p:nvPr/>
            </p:nvSpPr>
            <p:spPr bwMode="auto">
              <a:xfrm>
                <a:off x="2352" y="336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41" name="Oval 287"/>
              <p:cNvSpPr>
                <a:spLocks noChangeArrowheads="1"/>
              </p:cNvSpPr>
              <p:nvPr/>
            </p:nvSpPr>
            <p:spPr bwMode="auto">
              <a:xfrm>
                <a:off x="2160" y="355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42" name="Oval 288"/>
              <p:cNvSpPr>
                <a:spLocks noChangeArrowheads="1"/>
              </p:cNvSpPr>
              <p:nvPr/>
            </p:nvSpPr>
            <p:spPr bwMode="auto">
              <a:xfrm>
                <a:off x="1968" y="355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43" name="Oval 289"/>
              <p:cNvSpPr>
                <a:spLocks noChangeArrowheads="1"/>
              </p:cNvSpPr>
              <p:nvPr/>
            </p:nvSpPr>
            <p:spPr bwMode="auto">
              <a:xfrm>
                <a:off x="1776" y="374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44" name="Oval 290"/>
              <p:cNvSpPr>
                <a:spLocks noChangeArrowheads="1"/>
              </p:cNvSpPr>
              <p:nvPr/>
            </p:nvSpPr>
            <p:spPr bwMode="auto">
              <a:xfrm>
                <a:off x="1584" y="374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45" name="Oval 291"/>
              <p:cNvSpPr>
                <a:spLocks noChangeArrowheads="1"/>
              </p:cNvSpPr>
              <p:nvPr/>
            </p:nvSpPr>
            <p:spPr bwMode="auto">
              <a:xfrm>
                <a:off x="1392" y="374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46" name="Oval 292"/>
              <p:cNvSpPr>
                <a:spLocks noChangeArrowheads="1"/>
              </p:cNvSpPr>
              <p:nvPr/>
            </p:nvSpPr>
            <p:spPr bwMode="auto">
              <a:xfrm>
                <a:off x="1200" y="374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47" name="Oval 293"/>
              <p:cNvSpPr>
                <a:spLocks noChangeArrowheads="1"/>
              </p:cNvSpPr>
              <p:nvPr/>
            </p:nvSpPr>
            <p:spPr bwMode="auto">
              <a:xfrm>
                <a:off x="1200" y="355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48" name="Oval 294"/>
              <p:cNvSpPr>
                <a:spLocks noChangeArrowheads="1"/>
              </p:cNvSpPr>
              <p:nvPr/>
            </p:nvSpPr>
            <p:spPr bwMode="auto">
              <a:xfrm>
                <a:off x="1200" y="336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49" name="Oval 295"/>
              <p:cNvSpPr>
                <a:spLocks noChangeArrowheads="1"/>
              </p:cNvSpPr>
              <p:nvPr/>
            </p:nvSpPr>
            <p:spPr bwMode="auto">
              <a:xfrm>
                <a:off x="1392" y="2976"/>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50" name="Oval 296"/>
              <p:cNvSpPr>
                <a:spLocks noChangeArrowheads="1"/>
              </p:cNvSpPr>
              <p:nvPr/>
            </p:nvSpPr>
            <p:spPr bwMode="auto">
              <a:xfrm>
                <a:off x="1200" y="316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51" name="Oval 297"/>
              <p:cNvSpPr>
                <a:spLocks noChangeArrowheads="1"/>
              </p:cNvSpPr>
              <p:nvPr/>
            </p:nvSpPr>
            <p:spPr bwMode="auto">
              <a:xfrm>
                <a:off x="1392" y="278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52" name="Oval 298"/>
              <p:cNvSpPr>
                <a:spLocks noChangeArrowheads="1"/>
              </p:cNvSpPr>
              <p:nvPr/>
            </p:nvSpPr>
            <p:spPr bwMode="auto">
              <a:xfrm>
                <a:off x="1392" y="259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53" name="Oval 299"/>
              <p:cNvSpPr>
                <a:spLocks noChangeArrowheads="1"/>
              </p:cNvSpPr>
              <p:nvPr/>
            </p:nvSpPr>
            <p:spPr bwMode="auto">
              <a:xfrm>
                <a:off x="2352" y="259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54" name="Oval 300"/>
              <p:cNvSpPr>
                <a:spLocks noChangeArrowheads="1"/>
              </p:cNvSpPr>
              <p:nvPr/>
            </p:nvSpPr>
            <p:spPr bwMode="auto">
              <a:xfrm>
                <a:off x="1392" y="240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436" name="Group 301"/>
            <p:cNvGrpSpPr/>
            <p:nvPr/>
          </p:nvGrpSpPr>
          <p:grpSpPr bwMode="auto">
            <a:xfrm>
              <a:off x="2707" y="3247"/>
              <a:ext cx="337" cy="312"/>
              <a:chOff x="1319" y="841"/>
              <a:chExt cx="432" cy="432"/>
            </a:xfrm>
          </p:grpSpPr>
          <p:sp>
            <p:nvSpPr>
              <p:cNvPr id="1051055" name="Oval 302"/>
              <p:cNvSpPr>
                <a:spLocks noChangeArrowheads="1"/>
              </p:cNvSpPr>
              <p:nvPr/>
            </p:nvSpPr>
            <p:spPr bwMode="auto">
              <a:xfrm>
                <a:off x="1510" y="1033"/>
                <a:ext cx="48" cy="48"/>
              </a:xfrm>
              <a:prstGeom prst="ellipse">
                <a:avLst/>
              </a:prstGeom>
              <a:solidFill>
                <a:schemeClr val="folHlink"/>
              </a:solidFill>
              <a:ln w="9525">
                <a:solidFill>
                  <a:schemeClr val="fo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437" name="Group 303"/>
              <p:cNvGrpSpPr/>
              <p:nvPr/>
            </p:nvGrpSpPr>
            <p:grpSpPr bwMode="auto">
              <a:xfrm>
                <a:off x="1319" y="841"/>
                <a:ext cx="432" cy="432"/>
                <a:chOff x="1344" y="2208"/>
                <a:chExt cx="432" cy="432"/>
              </a:xfrm>
            </p:grpSpPr>
            <p:sp>
              <p:nvSpPr>
                <p:cNvPr id="1051056" name="Oval 304"/>
                <p:cNvSpPr>
                  <a:spLocks noChangeArrowheads="1"/>
                </p:cNvSpPr>
                <p:nvPr/>
              </p:nvSpPr>
              <p:spPr bwMode="auto">
                <a:xfrm>
                  <a:off x="1536" y="220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57" name="Oval 305"/>
                <p:cNvSpPr>
                  <a:spLocks noChangeArrowheads="1"/>
                </p:cNvSpPr>
                <p:nvPr/>
              </p:nvSpPr>
              <p:spPr bwMode="auto">
                <a:xfrm>
                  <a:off x="1728"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58" name="Oval 306"/>
                <p:cNvSpPr>
                  <a:spLocks noChangeArrowheads="1"/>
                </p:cNvSpPr>
                <p:nvPr/>
              </p:nvSpPr>
              <p:spPr bwMode="auto">
                <a:xfrm>
                  <a:off x="1344"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59" name="Oval 307"/>
                <p:cNvSpPr>
                  <a:spLocks noChangeArrowheads="1"/>
                </p:cNvSpPr>
                <p:nvPr/>
              </p:nvSpPr>
              <p:spPr bwMode="auto">
                <a:xfrm>
                  <a:off x="1536" y="25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438" name="Group 308"/>
            <p:cNvGrpSpPr/>
            <p:nvPr/>
          </p:nvGrpSpPr>
          <p:grpSpPr bwMode="auto">
            <a:xfrm>
              <a:off x="2557" y="3109"/>
              <a:ext cx="637" cy="590"/>
              <a:chOff x="1200" y="2688"/>
              <a:chExt cx="816" cy="816"/>
            </a:xfrm>
          </p:grpSpPr>
          <p:sp>
            <p:nvSpPr>
              <p:cNvPr id="1051060" name="Oval 309"/>
              <p:cNvSpPr>
                <a:spLocks noChangeArrowheads="1"/>
              </p:cNvSpPr>
              <p:nvPr/>
            </p:nvSpPr>
            <p:spPr bwMode="auto">
              <a:xfrm>
                <a:off x="1392" y="288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61" name="Oval 310"/>
              <p:cNvSpPr>
                <a:spLocks noChangeArrowheads="1"/>
              </p:cNvSpPr>
              <p:nvPr/>
            </p:nvSpPr>
            <p:spPr bwMode="auto">
              <a:xfrm>
                <a:off x="1776" y="288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62" name="Oval 311"/>
              <p:cNvSpPr>
                <a:spLocks noChangeArrowheads="1"/>
              </p:cNvSpPr>
              <p:nvPr/>
            </p:nvSpPr>
            <p:spPr bwMode="auto">
              <a:xfrm>
                <a:off x="1584" y="268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63" name="Oval 312"/>
              <p:cNvSpPr>
                <a:spLocks noChangeArrowheads="1"/>
              </p:cNvSpPr>
              <p:nvPr/>
            </p:nvSpPr>
            <p:spPr bwMode="auto">
              <a:xfrm>
                <a:off x="1968" y="307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64" name="Oval 313"/>
              <p:cNvSpPr>
                <a:spLocks noChangeArrowheads="1"/>
              </p:cNvSpPr>
              <p:nvPr/>
            </p:nvSpPr>
            <p:spPr bwMode="auto">
              <a:xfrm>
                <a:off x="1200" y="307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65" name="Oval 314"/>
              <p:cNvSpPr>
                <a:spLocks noChangeArrowheads="1"/>
              </p:cNvSpPr>
              <p:nvPr/>
            </p:nvSpPr>
            <p:spPr bwMode="auto">
              <a:xfrm>
                <a:off x="1392" y="326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66" name="Oval 315"/>
              <p:cNvSpPr>
                <a:spLocks noChangeArrowheads="1"/>
              </p:cNvSpPr>
              <p:nvPr/>
            </p:nvSpPr>
            <p:spPr bwMode="auto">
              <a:xfrm>
                <a:off x="1776" y="326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67" name="Oval 316"/>
              <p:cNvSpPr>
                <a:spLocks noChangeArrowheads="1"/>
              </p:cNvSpPr>
              <p:nvPr/>
            </p:nvSpPr>
            <p:spPr bwMode="auto">
              <a:xfrm>
                <a:off x="1584" y="34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439" name="Group 317"/>
            <p:cNvGrpSpPr/>
            <p:nvPr/>
          </p:nvGrpSpPr>
          <p:grpSpPr bwMode="auto">
            <a:xfrm>
              <a:off x="2557" y="2970"/>
              <a:ext cx="790" cy="735"/>
              <a:chOff x="4224" y="864"/>
              <a:chExt cx="1012" cy="1017"/>
            </a:xfrm>
          </p:grpSpPr>
          <p:sp>
            <p:nvSpPr>
              <p:cNvPr id="1051068" name="Oval 318"/>
              <p:cNvSpPr>
                <a:spLocks noChangeArrowheads="1"/>
              </p:cNvSpPr>
              <p:nvPr/>
            </p:nvSpPr>
            <p:spPr bwMode="auto">
              <a:xfrm>
                <a:off x="4416" y="1824"/>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69" name="Oval 319"/>
              <p:cNvSpPr>
                <a:spLocks noChangeArrowheads="1"/>
              </p:cNvSpPr>
              <p:nvPr/>
            </p:nvSpPr>
            <p:spPr bwMode="auto">
              <a:xfrm>
                <a:off x="4224" y="1632"/>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70" name="Oval 320"/>
              <p:cNvSpPr>
                <a:spLocks noChangeArrowheads="1"/>
              </p:cNvSpPr>
              <p:nvPr/>
            </p:nvSpPr>
            <p:spPr bwMode="auto">
              <a:xfrm>
                <a:off x="4992" y="1632"/>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71" name="Oval 321"/>
              <p:cNvSpPr>
                <a:spLocks noChangeArrowheads="1"/>
              </p:cNvSpPr>
              <p:nvPr/>
            </p:nvSpPr>
            <p:spPr bwMode="auto">
              <a:xfrm>
                <a:off x="5184" y="1440"/>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72" name="Oval 322"/>
              <p:cNvSpPr>
                <a:spLocks noChangeArrowheads="1"/>
              </p:cNvSpPr>
              <p:nvPr/>
            </p:nvSpPr>
            <p:spPr bwMode="auto">
              <a:xfrm>
                <a:off x="4992" y="1248"/>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73" name="Oval 323"/>
              <p:cNvSpPr>
                <a:spLocks noChangeArrowheads="1"/>
              </p:cNvSpPr>
              <p:nvPr/>
            </p:nvSpPr>
            <p:spPr bwMode="auto">
              <a:xfrm>
                <a:off x="4800" y="1056"/>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74" name="Oval 324"/>
              <p:cNvSpPr>
                <a:spLocks noChangeArrowheads="1"/>
              </p:cNvSpPr>
              <p:nvPr/>
            </p:nvSpPr>
            <p:spPr bwMode="auto">
              <a:xfrm>
                <a:off x="4416" y="1056"/>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75" name="Oval 325"/>
              <p:cNvSpPr>
                <a:spLocks noChangeArrowheads="1"/>
              </p:cNvSpPr>
              <p:nvPr/>
            </p:nvSpPr>
            <p:spPr bwMode="auto">
              <a:xfrm>
                <a:off x="4608" y="864"/>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440" name="Group 326"/>
            <p:cNvGrpSpPr/>
            <p:nvPr/>
          </p:nvGrpSpPr>
          <p:grpSpPr bwMode="auto">
            <a:xfrm>
              <a:off x="2557" y="2831"/>
              <a:ext cx="787" cy="873"/>
              <a:chOff x="624" y="2592"/>
              <a:chExt cx="1012" cy="1209"/>
            </a:xfrm>
          </p:grpSpPr>
          <p:sp>
            <p:nvSpPr>
              <p:cNvPr id="1051076" name="Oval 327"/>
              <p:cNvSpPr>
                <a:spLocks noChangeArrowheads="1"/>
              </p:cNvSpPr>
              <p:nvPr/>
            </p:nvSpPr>
            <p:spPr bwMode="auto">
              <a:xfrm>
                <a:off x="1392" y="2976"/>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77" name="Oval 328"/>
              <p:cNvSpPr>
                <a:spLocks noChangeArrowheads="1"/>
              </p:cNvSpPr>
              <p:nvPr/>
            </p:nvSpPr>
            <p:spPr bwMode="auto">
              <a:xfrm>
                <a:off x="1584" y="3168"/>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78" name="Oval 329"/>
              <p:cNvSpPr>
                <a:spLocks noChangeArrowheads="1"/>
              </p:cNvSpPr>
              <p:nvPr/>
            </p:nvSpPr>
            <p:spPr bwMode="auto">
              <a:xfrm>
                <a:off x="624" y="3744"/>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79" name="Oval 330"/>
              <p:cNvSpPr>
                <a:spLocks noChangeArrowheads="1"/>
              </p:cNvSpPr>
              <p:nvPr/>
            </p:nvSpPr>
            <p:spPr bwMode="auto">
              <a:xfrm>
                <a:off x="1200" y="2784"/>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80" name="Oval 331"/>
              <p:cNvSpPr>
                <a:spLocks noChangeArrowheads="1"/>
              </p:cNvSpPr>
              <p:nvPr/>
            </p:nvSpPr>
            <p:spPr bwMode="auto">
              <a:xfrm>
                <a:off x="816" y="2784"/>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081" name="Oval 332"/>
              <p:cNvSpPr>
                <a:spLocks noChangeArrowheads="1"/>
              </p:cNvSpPr>
              <p:nvPr/>
            </p:nvSpPr>
            <p:spPr bwMode="auto">
              <a:xfrm>
                <a:off x="1008" y="2592"/>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441" name="Group 434"/>
          <p:cNvGrpSpPr/>
          <p:nvPr/>
        </p:nvGrpSpPr>
        <p:grpSpPr bwMode="auto">
          <a:xfrm>
            <a:off x="7848600" y="4191000"/>
            <a:ext cx="1905000" cy="1981200"/>
            <a:chOff x="3984" y="2640"/>
            <a:chExt cx="1200" cy="1248"/>
          </a:xfrm>
        </p:grpSpPr>
        <p:grpSp>
          <p:nvGrpSpPr>
            <p:cNvPr id="442" name="Group 339"/>
            <p:cNvGrpSpPr/>
            <p:nvPr/>
          </p:nvGrpSpPr>
          <p:grpSpPr bwMode="auto">
            <a:xfrm>
              <a:off x="3984" y="2709"/>
              <a:ext cx="1200" cy="1110"/>
              <a:chOff x="480" y="1776"/>
              <a:chExt cx="1920" cy="1536"/>
            </a:xfrm>
          </p:grpSpPr>
          <p:sp>
            <p:nvSpPr>
              <p:cNvPr id="1051082" name="Line 340"/>
              <p:cNvSpPr>
                <a:spLocks noChangeShapeType="1"/>
              </p:cNvSpPr>
              <p:nvPr/>
            </p:nvSpPr>
            <p:spPr bwMode="auto">
              <a:xfrm>
                <a:off x="480" y="177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083" name="Line 341"/>
              <p:cNvSpPr>
                <a:spLocks noChangeShapeType="1"/>
              </p:cNvSpPr>
              <p:nvPr/>
            </p:nvSpPr>
            <p:spPr bwMode="auto">
              <a:xfrm>
                <a:off x="480" y="196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084" name="Line 342"/>
              <p:cNvSpPr>
                <a:spLocks noChangeShapeType="1"/>
              </p:cNvSpPr>
              <p:nvPr/>
            </p:nvSpPr>
            <p:spPr bwMode="auto">
              <a:xfrm>
                <a:off x="480" y="235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085" name="Line 343"/>
              <p:cNvSpPr>
                <a:spLocks noChangeShapeType="1"/>
              </p:cNvSpPr>
              <p:nvPr/>
            </p:nvSpPr>
            <p:spPr bwMode="auto">
              <a:xfrm>
                <a:off x="480" y="2160"/>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086" name="Line 344"/>
              <p:cNvSpPr>
                <a:spLocks noChangeShapeType="1"/>
              </p:cNvSpPr>
              <p:nvPr/>
            </p:nvSpPr>
            <p:spPr bwMode="auto">
              <a:xfrm>
                <a:off x="480" y="331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087" name="Line 345"/>
              <p:cNvSpPr>
                <a:spLocks noChangeShapeType="1"/>
              </p:cNvSpPr>
              <p:nvPr/>
            </p:nvSpPr>
            <p:spPr bwMode="auto">
              <a:xfrm>
                <a:off x="480" y="2544"/>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088" name="Line 346"/>
              <p:cNvSpPr>
                <a:spLocks noChangeShapeType="1"/>
              </p:cNvSpPr>
              <p:nvPr/>
            </p:nvSpPr>
            <p:spPr bwMode="auto">
              <a:xfrm>
                <a:off x="480" y="273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089" name="Line 347"/>
              <p:cNvSpPr>
                <a:spLocks noChangeShapeType="1"/>
              </p:cNvSpPr>
              <p:nvPr/>
            </p:nvSpPr>
            <p:spPr bwMode="auto">
              <a:xfrm>
                <a:off x="480" y="292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090" name="Line 348"/>
              <p:cNvSpPr>
                <a:spLocks noChangeShapeType="1"/>
              </p:cNvSpPr>
              <p:nvPr/>
            </p:nvSpPr>
            <p:spPr bwMode="auto">
              <a:xfrm>
                <a:off x="480" y="3120"/>
                <a:ext cx="192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443" name="Group 349"/>
            <p:cNvGrpSpPr/>
            <p:nvPr/>
          </p:nvGrpSpPr>
          <p:grpSpPr bwMode="auto">
            <a:xfrm>
              <a:off x="4059" y="2640"/>
              <a:ext cx="1050" cy="1248"/>
              <a:chOff x="1248" y="2112"/>
              <a:chExt cx="1344" cy="1728"/>
            </a:xfrm>
          </p:grpSpPr>
          <p:sp>
            <p:nvSpPr>
              <p:cNvPr id="1051091" name="Line 350"/>
              <p:cNvSpPr>
                <a:spLocks noChangeShapeType="1"/>
              </p:cNvSpPr>
              <p:nvPr/>
            </p:nvSpPr>
            <p:spPr bwMode="auto">
              <a:xfrm>
                <a:off x="1248"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092" name="Line 351"/>
              <p:cNvSpPr>
                <a:spLocks noChangeShapeType="1"/>
              </p:cNvSpPr>
              <p:nvPr/>
            </p:nvSpPr>
            <p:spPr bwMode="auto">
              <a:xfrm>
                <a:off x="1440"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093" name="Line 352"/>
              <p:cNvSpPr>
                <a:spLocks noChangeShapeType="1"/>
              </p:cNvSpPr>
              <p:nvPr/>
            </p:nvSpPr>
            <p:spPr bwMode="auto">
              <a:xfrm>
                <a:off x="1632"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094" name="Line 353"/>
              <p:cNvSpPr>
                <a:spLocks noChangeShapeType="1"/>
              </p:cNvSpPr>
              <p:nvPr/>
            </p:nvSpPr>
            <p:spPr bwMode="auto">
              <a:xfrm>
                <a:off x="1824"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095" name="Line 354"/>
              <p:cNvSpPr>
                <a:spLocks noChangeShapeType="1"/>
              </p:cNvSpPr>
              <p:nvPr/>
            </p:nvSpPr>
            <p:spPr bwMode="auto">
              <a:xfrm>
                <a:off x="2016"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096" name="Line 355"/>
              <p:cNvSpPr>
                <a:spLocks noChangeShapeType="1"/>
              </p:cNvSpPr>
              <p:nvPr/>
            </p:nvSpPr>
            <p:spPr bwMode="auto">
              <a:xfrm>
                <a:off x="2208"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097" name="Line 356"/>
              <p:cNvSpPr>
                <a:spLocks noChangeShapeType="1"/>
              </p:cNvSpPr>
              <p:nvPr/>
            </p:nvSpPr>
            <p:spPr bwMode="auto">
              <a:xfrm>
                <a:off x="2400" y="211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098" name="Line 357"/>
              <p:cNvSpPr>
                <a:spLocks noChangeShapeType="1"/>
              </p:cNvSpPr>
              <p:nvPr/>
            </p:nvSpPr>
            <p:spPr bwMode="auto">
              <a:xfrm>
                <a:off x="2592" y="2112"/>
                <a:ext cx="0" cy="1728"/>
              </a:xfrm>
              <a:prstGeom prst="line">
                <a:avLst/>
              </a:prstGeom>
              <a:noFill/>
              <a:ln w="9525">
                <a:solidFill>
                  <a:schemeClr val="tx1"/>
                </a:solidFill>
                <a:miter lim="800000"/>
                <a:headEnd/>
                <a:tailEnd/>
              </a:ln>
              <a:effectLst/>
            </p:spPr>
            <p:txBody>
              <a:bodyPr wrap="none"/>
              <a:lstStyle/>
              <a:p>
                <a:endParaRPr lang="zh-CN" altLang="en-US"/>
              </a:p>
            </p:txBody>
          </p:sp>
        </p:grpSp>
        <p:grpSp>
          <p:nvGrpSpPr>
            <p:cNvPr id="444" name="Group 358"/>
            <p:cNvGrpSpPr/>
            <p:nvPr/>
          </p:nvGrpSpPr>
          <p:grpSpPr bwMode="auto">
            <a:xfrm>
              <a:off x="4038" y="2693"/>
              <a:ext cx="1087" cy="1144"/>
              <a:chOff x="1200" y="2208"/>
              <a:chExt cx="1392" cy="1584"/>
            </a:xfrm>
          </p:grpSpPr>
          <p:sp>
            <p:nvSpPr>
              <p:cNvPr id="1051099" name="Oval 359"/>
              <p:cNvSpPr>
                <a:spLocks noChangeArrowheads="1"/>
              </p:cNvSpPr>
              <p:nvPr/>
            </p:nvSpPr>
            <p:spPr bwMode="auto">
              <a:xfrm>
                <a:off x="1584" y="220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00" name="Oval 360"/>
              <p:cNvSpPr>
                <a:spLocks noChangeArrowheads="1"/>
              </p:cNvSpPr>
              <p:nvPr/>
            </p:nvSpPr>
            <p:spPr bwMode="auto">
              <a:xfrm>
                <a:off x="1776" y="220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01" name="Oval 361"/>
              <p:cNvSpPr>
                <a:spLocks noChangeArrowheads="1"/>
              </p:cNvSpPr>
              <p:nvPr/>
            </p:nvSpPr>
            <p:spPr bwMode="auto">
              <a:xfrm>
                <a:off x="1968" y="220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02" name="Oval 362"/>
              <p:cNvSpPr>
                <a:spLocks noChangeArrowheads="1"/>
              </p:cNvSpPr>
              <p:nvPr/>
            </p:nvSpPr>
            <p:spPr bwMode="auto">
              <a:xfrm>
                <a:off x="2160" y="220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03" name="Oval 363"/>
              <p:cNvSpPr>
                <a:spLocks noChangeArrowheads="1"/>
              </p:cNvSpPr>
              <p:nvPr/>
            </p:nvSpPr>
            <p:spPr bwMode="auto">
              <a:xfrm>
                <a:off x="2160" y="240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04" name="Oval 364"/>
              <p:cNvSpPr>
                <a:spLocks noChangeArrowheads="1"/>
              </p:cNvSpPr>
              <p:nvPr/>
            </p:nvSpPr>
            <p:spPr bwMode="auto">
              <a:xfrm>
                <a:off x="2544" y="259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05" name="Oval 365"/>
              <p:cNvSpPr>
                <a:spLocks noChangeArrowheads="1"/>
              </p:cNvSpPr>
              <p:nvPr/>
            </p:nvSpPr>
            <p:spPr bwMode="auto">
              <a:xfrm>
                <a:off x="2544" y="278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06" name="Oval 366"/>
              <p:cNvSpPr>
                <a:spLocks noChangeArrowheads="1"/>
              </p:cNvSpPr>
              <p:nvPr/>
            </p:nvSpPr>
            <p:spPr bwMode="auto">
              <a:xfrm>
                <a:off x="2544" y="2976"/>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07" name="Oval 367"/>
              <p:cNvSpPr>
                <a:spLocks noChangeArrowheads="1"/>
              </p:cNvSpPr>
              <p:nvPr/>
            </p:nvSpPr>
            <p:spPr bwMode="auto">
              <a:xfrm>
                <a:off x="2544" y="312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08" name="Oval 368"/>
              <p:cNvSpPr>
                <a:spLocks noChangeArrowheads="1"/>
              </p:cNvSpPr>
              <p:nvPr/>
            </p:nvSpPr>
            <p:spPr bwMode="auto">
              <a:xfrm>
                <a:off x="2352" y="336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09" name="Oval 369"/>
              <p:cNvSpPr>
                <a:spLocks noChangeArrowheads="1"/>
              </p:cNvSpPr>
              <p:nvPr/>
            </p:nvSpPr>
            <p:spPr bwMode="auto">
              <a:xfrm>
                <a:off x="2160" y="355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10" name="Oval 370"/>
              <p:cNvSpPr>
                <a:spLocks noChangeArrowheads="1"/>
              </p:cNvSpPr>
              <p:nvPr/>
            </p:nvSpPr>
            <p:spPr bwMode="auto">
              <a:xfrm>
                <a:off x="1968" y="355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11" name="Oval 371"/>
              <p:cNvSpPr>
                <a:spLocks noChangeArrowheads="1"/>
              </p:cNvSpPr>
              <p:nvPr/>
            </p:nvSpPr>
            <p:spPr bwMode="auto">
              <a:xfrm>
                <a:off x="1776" y="374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12" name="Oval 372"/>
              <p:cNvSpPr>
                <a:spLocks noChangeArrowheads="1"/>
              </p:cNvSpPr>
              <p:nvPr/>
            </p:nvSpPr>
            <p:spPr bwMode="auto">
              <a:xfrm>
                <a:off x="1584" y="374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13" name="Oval 373"/>
              <p:cNvSpPr>
                <a:spLocks noChangeArrowheads="1"/>
              </p:cNvSpPr>
              <p:nvPr/>
            </p:nvSpPr>
            <p:spPr bwMode="auto">
              <a:xfrm>
                <a:off x="1392" y="374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14" name="Oval 374"/>
              <p:cNvSpPr>
                <a:spLocks noChangeArrowheads="1"/>
              </p:cNvSpPr>
              <p:nvPr/>
            </p:nvSpPr>
            <p:spPr bwMode="auto">
              <a:xfrm>
                <a:off x="1200" y="374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15" name="Oval 375"/>
              <p:cNvSpPr>
                <a:spLocks noChangeArrowheads="1"/>
              </p:cNvSpPr>
              <p:nvPr/>
            </p:nvSpPr>
            <p:spPr bwMode="auto">
              <a:xfrm>
                <a:off x="1200" y="355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16" name="Oval 376"/>
              <p:cNvSpPr>
                <a:spLocks noChangeArrowheads="1"/>
              </p:cNvSpPr>
              <p:nvPr/>
            </p:nvSpPr>
            <p:spPr bwMode="auto">
              <a:xfrm>
                <a:off x="1200" y="336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17" name="Oval 377"/>
              <p:cNvSpPr>
                <a:spLocks noChangeArrowheads="1"/>
              </p:cNvSpPr>
              <p:nvPr/>
            </p:nvSpPr>
            <p:spPr bwMode="auto">
              <a:xfrm>
                <a:off x="1392" y="2976"/>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18" name="Oval 378"/>
              <p:cNvSpPr>
                <a:spLocks noChangeArrowheads="1"/>
              </p:cNvSpPr>
              <p:nvPr/>
            </p:nvSpPr>
            <p:spPr bwMode="auto">
              <a:xfrm>
                <a:off x="1200" y="3168"/>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19" name="Oval 379"/>
              <p:cNvSpPr>
                <a:spLocks noChangeArrowheads="1"/>
              </p:cNvSpPr>
              <p:nvPr/>
            </p:nvSpPr>
            <p:spPr bwMode="auto">
              <a:xfrm>
                <a:off x="1392" y="2784"/>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20" name="Oval 380"/>
              <p:cNvSpPr>
                <a:spLocks noChangeArrowheads="1"/>
              </p:cNvSpPr>
              <p:nvPr/>
            </p:nvSpPr>
            <p:spPr bwMode="auto">
              <a:xfrm>
                <a:off x="1392" y="259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21" name="Oval 381"/>
              <p:cNvSpPr>
                <a:spLocks noChangeArrowheads="1"/>
              </p:cNvSpPr>
              <p:nvPr/>
            </p:nvSpPr>
            <p:spPr bwMode="auto">
              <a:xfrm>
                <a:off x="2352" y="2592"/>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22" name="Oval 382"/>
              <p:cNvSpPr>
                <a:spLocks noChangeArrowheads="1"/>
              </p:cNvSpPr>
              <p:nvPr/>
            </p:nvSpPr>
            <p:spPr bwMode="auto">
              <a:xfrm>
                <a:off x="1392" y="2400"/>
                <a:ext cx="48" cy="48"/>
              </a:xfrm>
              <a:prstGeom prst="ellipse">
                <a:avLst/>
              </a:prstGeom>
              <a:solidFill>
                <a:schemeClr val="hlink"/>
              </a:solidFill>
              <a:ln w="9525">
                <a:solidFill>
                  <a:schemeClr va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445" name="Group 383"/>
            <p:cNvGrpSpPr/>
            <p:nvPr/>
          </p:nvGrpSpPr>
          <p:grpSpPr bwMode="auto">
            <a:xfrm>
              <a:off x="4339" y="3247"/>
              <a:ext cx="337" cy="312"/>
              <a:chOff x="1319" y="841"/>
              <a:chExt cx="432" cy="432"/>
            </a:xfrm>
          </p:grpSpPr>
          <p:sp>
            <p:nvSpPr>
              <p:cNvPr id="1051123" name="Oval 384"/>
              <p:cNvSpPr>
                <a:spLocks noChangeArrowheads="1"/>
              </p:cNvSpPr>
              <p:nvPr/>
            </p:nvSpPr>
            <p:spPr bwMode="auto">
              <a:xfrm>
                <a:off x="1510" y="1033"/>
                <a:ext cx="48" cy="48"/>
              </a:xfrm>
              <a:prstGeom prst="ellipse">
                <a:avLst/>
              </a:prstGeom>
              <a:solidFill>
                <a:schemeClr val="folHlink"/>
              </a:solidFill>
              <a:ln w="9525">
                <a:solidFill>
                  <a:schemeClr val="folHlink"/>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446" name="Group 385"/>
              <p:cNvGrpSpPr/>
              <p:nvPr/>
            </p:nvGrpSpPr>
            <p:grpSpPr bwMode="auto">
              <a:xfrm>
                <a:off x="1319" y="841"/>
                <a:ext cx="432" cy="432"/>
                <a:chOff x="1344" y="2208"/>
                <a:chExt cx="432" cy="432"/>
              </a:xfrm>
            </p:grpSpPr>
            <p:sp>
              <p:nvSpPr>
                <p:cNvPr id="1051124" name="Oval 386"/>
                <p:cNvSpPr>
                  <a:spLocks noChangeArrowheads="1"/>
                </p:cNvSpPr>
                <p:nvPr/>
              </p:nvSpPr>
              <p:spPr bwMode="auto">
                <a:xfrm>
                  <a:off x="1536" y="220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25" name="Oval 387"/>
                <p:cNvSpPr>
                  <a:spLocks noChangeArrowheads="1"/>
                </p:cNvSpPr>
                <p:nvPr/>
              </p:nvSpPr>
              <p:spPr bwMode="auto">
                <a:xfrm>
                  <a:off x="1728"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26" name="Oval 388"/>
                <p:cNvSpPr>
                  <a:spLocks noChangeArrowheads="1"/>
                </p:cNvSpPr>
                <p:nvPr/>
              </p:nvSpPr>
              <p:spPr bwMode="auto">
                <a:xfrm>
                  <a:off x="1344"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27" name="Oval 389"/>
                <p:cNvSpPr>
                  <a:spLocks noChangeArrowheads="1"/>
                </p:cNvSpPr>
                <p:nvPr/>
              </p:nvSpPr>
              <p:spPr bwMode="auto">
                <a:xfrm>
                  <a:off x="1536" y="25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447" name="Group 390"/>
            <p:cNvGrpSpPr/>
            <p:nvPr/>
          </p:nvGrpSpPr>
          <p:grpSpPr bwMode="auto">
            <a:xfrm>
              <a:off x="4189" y="3109"/>
              <a:ext cx="637" cy="590"/>
              <a:chOff x="1200" y="2688"/>
              <a:chExt cx="816" cy="816"/>
            </a:xfrm>
          </p:grpSpPr>
          <p:sp>
            <p:nvSpPr>
              <p:cNvPr id="1051128" name="Oval 391"/>
              <p:cNvSpPr>
                <a:spLocks noChangeArrowheads="1"/>
              </p:cNvSpPr>
              <p:nvPr/>
            </p:nvSpPr>
            <p:spPr bwMode="auto">
              <a:xfrm>
                <a:off x="1392" y="288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29" name="Oval 392"/>
              <p:cNvSpPr>
                <a:spLocks noChangeArrowheads="1"/>
              </p:cNvSpPr>
              <p:nvPr/>
            </p:nvSpPr>
            <p:spPr bwMode="auto">
              <a:xfrm>
                <a:off x="1776" y="288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30" name="Oval 393"/>
              <p:cNvSpPr>
                <a:spLocks noChangeArrowheads="1"/>
              </p:cNvSpPr>
              <p:nvPr/>
            </p:nvSpPr>
            <p:spPr bwMode="auto">
              <a:xfrm>
                <a:off x="1584" y="268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31" name="Oval 394"/>
              <p:cNvSpPr>
                <a:spLocks noChangeArrowheads="1"/>
              </p:cNvSpPr>
              <p:nvPr/>
            </p:nvSpPr>
            <p:spPr bwMode="auto">
              <a:xfrm>
                <a:off x="1968" y="307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32" name="Oval 395"/>
              <p:cNvSpPr>
                <a:spLocks noChangeArrowheads="1"/>
              </p:cNvSpPr>
              <p:nvPr/>
            </p:nvSpPr>
            <p:spPr bwMode="auto">
              <a:xfrm>
                <a:off x="1200" y="307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33" name="Oval 396"/>
              <p:cNvSpPr>
                <a:spLocks noChangeArrowheads="1"/>
              </p:cNvSpPr>
              <p:nvPr/>
            </p:nvSpPr>
            <p:spPr bwMode="auto">
              <a:xfrm>
                <a:off x="1392" y="326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34" name="Oval 397"/>
              <p:cNvSpPr>
                <a:spLocks noChangeArrowheads="1"/>
              </p:cNvSpPr>
              <p:nvPr/>
            </p:nvSpPr>
            <p:spPr bwMode="auto">
              <a:xfrm>
                <a:off x="1776" y="326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35" name="Oval 398"/>
              <p:cNvSpPr>
                <a:spLocks noChangeArrowheads="1"/>
              </p:cNvSpPr>
              <p:nvPr/>
            </p:nvSpPr>
            <p:spPr bwMode="auto">
              <a:xfrm>
                <a:off x="1584" y="34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448" name="Group 399"/>
            <p:cNvGrpSpPr/>
            <p:nvPr/>
          </p:nvGrpSpPr>
          <p:grpSpPr bwMode="auto">
            <a:xfrm>
              <a:off x="4189" y="2970"/>
              <a:ext cx="790" cy="735"/>
              <a:chOff x="4224" y="864"/>
              <a:chExt cx="1012" cy="1017"/>
            </a:xfrm>
          </p:grpSpPr>
          <p:sp>
            <p:nvSpPr>
              <p:cNvPr id="1051136" name="Oval 400"/>
              <p:cNvSpPr>
                <a:spLocks noChangeArrowheads="1"/>
              </p:cNvSpPr>
              <p:nvPr/>
            </p:nvSpPr>
            <p:spPr bwMode="auto">
              <a:xfrm>
                <a:off x="4416" y="1824"/>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37" name="Oval 401"/>
              <p:cNvSpPr>
                <a:spLocks noChangeArrowheads="1"/>
              </p:cNvSpPr>
              <p:nvPr/>
            </p:nvSpPr>
            <p:spPr bwMode="auto">
              <a:xfrm>
                <a:off x="4224" y="1632"/>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38" name="Oval 402"/>
              <p:cNvSpPr>
                <a:spLocks noChangeArrowheads="1"/>
              </p:cNvSpPr>
              <p:nvPr/>
            </p:nvSpPr>
            <p:spPr bwMode="auto">
              <a:xfrm>
                <a:off x="4992" y="1632"/>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39" name="Oval 403"/>
              <p:cNvSpPr>
                <a:spLocks noChangeArrowheads="1"/>
              </p:cNvSpPr>
              <p:nvPr/>
            </p:nvSpPr>
            <p:spPr bwMode="auto">
              <a:xfrm>
                <a:off x="5184" y="1440"/>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40" name="Oval 404"/>
              <p:cNvSpPr>
                <a:spLocks noChangeArrowheads="1"/>
              </p:cNvSpPr>
              <p:nvPr/>
            </p:nvSpPr>
            <p:spPr bwMode="auto">
              <a:xfrm>
                <a:off x="4992" y="1248"/>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41" name="Oval 405"/>
              <p:cNvSpPr>
                <a:spLocks noChangeArrowheads="1"/>
              </p:cNvSpPr>
              <p:nvPr/>
            </p:nvSpPr>
            <p:spPr bwMode="auto">
              <a:xfrm>
                <a:off x="4800" y="1056"/>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42" name="Oval 406"/>
              <p:cNvSpPr>
                <a:spLocks noChangeArrowheads="1"/>
              </p:cNvSpPr>
              <p:nvPr/>
            </p:nvSpPr>
            <p:spPr bwMode="auto">
              <a:xfrm>
                <a:off x="4416" y="1056"/>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43" name="Oval 407"/>
              <p:cNvSpPr>
                <a:spLocks noChangeArrowheads="1"/>
              </p:cNvSpPr>
              <p:nvPr/>
            </p:nvSpPr>
            <p:spPr bwMode="auto">
              <a:xfrm>
                <a:off x="4608" y="864"/>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449" name="Group 408"/>
            <p:cNvGrpSpPr/>
            <p:nvPr/>
          </p:nvGrpSpPr>
          <p:grpSpPr bwMode="auto">
            <a:xfrm>
              <a:off x="4189" y="2831"/>
              <a:ext cx="787" cy="873"/>
              <a:chOff x="624" y="2592"/>
              <a:chExt cx="1012" cy="1209"/>
            </a:xfrm>
          </p:grpSpPr>
          <p:sp>
            <p:nvSpPr>
              <p:cNvPr id="1051144" name="Oval 409"/>
              <p:cNvSpPr>
                <a:spLocks noChangeArrowheads="1"/>
              </p:cNvSpPr>
              <p:nvPr/>
            </p:nvSpPr>
            <p:spPr bwMode="auto">
              <a:xfrm>
                <a:off x="1392" y="2976"/>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45" name="Oval 410"/>
              <p:cNvSpPr>
                <a:spLocks noChangeArrowheads="1"/>
              </p:cNvSpPr>
              <p:nvPr/>
            </p:nvSpPr>
            <p:spPr bwMode="auto">
              <a:xfrm>
                <a:off x="1584" y="3168"/>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46" name="Oval 411"/>
              <p:cNvSpPr>
                <a:spLocks noChangeArrowheads="1"/>
              </p:cNvSpPr>
              <p:nvPr/>
            </p:nvSpPr>
            <p:spPr bwMode="auto">
              <a:xfrm>
                <a:off x="624" y="3744"/>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47" name="Oval 412"/>
              <p:cNvSpPr>
                <a:spLocks noChangeArrowheads="1"/>
              </p:cNvSpPr>
              <p:nvPr/>
            </p:nvSpPr>
            <p:spPr bwMode="auto">
              <a:xfrm>
                <a:off x="1200" y="2784"/>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48" name="Oval 413"/>
              <p:cNvSpPr>
                <a:spLocks noChangeArrowheads="1"/>
              </p:cNvSpPr>
              <p:nvPr/>
            </p:nvSpPr>
            <p:spPr bwMode="auto">
              <a:xfrm>
                <a:off x="816" y="2784"/>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49" name="Oval 414"/>
              <p:cNvSpPr>
                <a:spLocks noChangeArrowheads="1"/>
              </p:cNvSpPr>
              <p:nvPr/>
            </p:nvSpPr>
            <p:spPr bwMode="auto">
              <a:xfrm>
                <a:off x="1008" y="2592"/>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450" name="Group 415"/>
            <p:cNvGrpSpPr/>
            <p:nvPr/>
          </p:nvGrpSpPr>
          <p:grpSpPr bwMode="auto">
            <a:xfrm>
              <a:off x="4339" y="2829"/>
              <a:ext cx="640" cy="319"/>
              <a:chOff x="3024" y="2496"/>
              <a:chExt cx="820" cy="441"/>
            </a:xfrm>
          </p:grpSpPr>
          <p:sp>
            <p:nvSpPr>
              <p:cNvPr id="1051150" name="Oval 416"/>
              <p:cNvSpPr>
                <a:spLocks noChangeArrowheads="1"/>
              </p:cNvSpPr>
              <p:nvPr/>
            </p:nvSpPr>
            <p:spPr bwMode="auto">
              <a:xfrm>
                <a:off x="3792" y="2880"/>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51" name="Oval 417"/>
              <p:cNvSpPr>
                <a:spLocks noChangeArrowheads="1"/>
              </p:cNvSpPr>
              <p:nvPr/>
            </p:nvSpPr>
            <p:spPr bwMode="auto">
              <a:xfrm>
                <a:off x="3600" y="2688"/>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52" name="Oval 418"/>
              <p:cNvSpPr>
                <a:spLocks noChangeArrowheads="1"/>
              </p:cNvSpPr>
              <p:nvPr/>
            </p:nvSpPr>
            <p:spPr bwMode="auto">
              <a:xfrm>
                <a:off x="3408" y="2496"/>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53" name="Oval 419"/>
              <p:cNvSpPr>
                <a:spLocks noChangeArrowheads="1"/>
              </p:cNvSpPr>
              <p:nvPr/>
            </p:nvSpPr>
            <p:spPr bwMode="auto">
              <a:xfrm>
                <a:off x="3024" y="2496"/>
                <a:ext cx="52" cy="57"/>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sp>
        <p:nvSpPr>
          <p:cNvPr id="1051154" name="Text Box 421"/>
          <p:cNvSpPr txBox="1">
            <a:spLocks noChangeArrowheads="1"/>
          </p:cNvSpPr>
          <p:nvPr/>
        </p:nvSpPr>
        <p:spPr bwMode="auto">
          <a:xfrm>
            <a:off x="2667000" y="3657600"/>
            <a:ext cx="1098550" cy="366713"/>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黑体" panose="02010609060101010101" pitchFamily="49" charset="-122"/>
                <a:ea typeface="黑体" panose="02010609060101010101" pitchFamily="49" charset="-122"/>
              </a:rPr>
              <a:t>输入图像</a:t>
            </a:r>
          </a:p>
        </p:txBody>
      </p:sp>
      <p:sp>
        <p:nvSpPr>
          <p:cNvPr id="1051155" name="Text Box 423"/>
          <p:cNvSpPr txBox="1">
            <a:spLocks noChangeArrowheads="1"/>
          </p:cNvSpPr>
          <p:nvPr/>
        </p:nvSpPr>
        <p:spPr bwMode="auto">
          <a:xfrm>
            <a:off x="5715000" y="3657600"/>
            <a:ext cx="869950" cy="366713"/>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黑体" panose="02010609060101010101" pitchFamily="49" charset="-122"/>
                <a:ea typeface="黑体" panose="02010609060101010101" pitchFamily="49" charset="-122"/>
              </a:rPr>
              <a:t>第一步</a:t>
            </a:r>
          </a:p>
        </p:txBody>
      </p:sp>
      <p:sp>
        <p:nvSpPr>
          <p:cNvPr id="1051156" name="Text Box 424"/>
          <p:cNvSpPr txBox="1">
            <a:spLocks noChangeArrowheads="1"/>
          </p:cNvSpPr>
          <p:nvPr/>
        </p:nvSpPr>
        <p:spPr bwMode="auto">
          <a:xfrm>
            <a:off x="8305800" y="3657600"/>
            <a:ext cx="869950" cy="366713"/>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黑体" panose="02010609060101010101" pitchFamily="49" charset="-122"/>
                <a:ea typeface="黑体" panose="02010609060101010101" pitchFamily="49" charset="-122"/>
              </a:rPr>
              <a:t>第二步</a:t>
            </a:r>
          </a:p>
        </p:txBody>
      </p:sp>
      <p:sp>
        <p:nvSpPr>
          <p:cNvPr id="1051157" name="Text Box 425"/>
          <p:cNvSpPr txBox="1">
            <a:spLocks noChangeArrowheads="1"/>
          </p:cNvSpPr>
          <p:nvPr/>
        </p:nvSpPr>
        <p:spPr bwMode="auto">
          <a:xfrm>
            <a:off x="2971800" y="6172200"/>
            <a:ext cx="869950" cy="366713"/>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黑体" panose="02010609060101010101" pitchFamily="49" charset="-122"/>
                <a:ea typeface="黑体" panose="02010609060101010101" pitchFamily="49" charset="-122"/>
              </a:rPr>
              <a:t>第三步</a:t>
            </a:r>
          </a:p>
        </p:txBody>
      </p:sp>
      <p:sp>
        <p:nvSpPr>
          <p:cNvPr id="1051158" name="Text Box 426"/>
          <p:cNvSpPr txBox="1">
            <a:spLocks noChangeArrowheads="1"/>
          </p:cNvSpPr>
          <p:nvPr/>
        </p:nvSpPr>
        <p:spPr bwMode="auto">
          <a:xfrm>
            <a:off x="5867400" y="6172200"/>
            <a:ext cx="869950" cy="366713"/>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黑体" panose="02010609060101010101" pitchFamily="49" charset="-122"/>
                <a:ea typeface="黑体" panose="02010609060101010101" pitchFamily="49" charset="-122"/>
              </a:rPr>
              <a:t>第四步</a:t>
            </a:r>
          </a:p>
        </p:txBody>
      </p:sp>
      <p:sp>
        <p:nvSpPr>
          <p:cNvPr id="1051159" name="Text Box 427"/>
          <p:cNvSpPr txBox="1">
            <a:spLocks noChangeArrowheads="1"/>
          </p:cNvSpPr>
          <p:nvPr/>
        </p:nvSpPr>
        <p:spPr bwMode="auto">
          <a:xfrm>
            <a:off x="8458200" y="6172200"/>
            <a:ext cx="869950" cy="366713"/>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黑体" panose="02010609060101010101" pitchFamily="49" charset="-122"/>
                <a:ea typeface="黑体" panose="02010609060101010101" pitchFamily="49" charset="-122"/>
              </a:rPr>
              <a:t>第五步</a:t>
            </a:r>
          </a:p>
        </p:txBody>
      </p:sp>
      <p:sp>
        <p:nvSpPr>
          <p:cNvPr id="1051160"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3.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条件膨胀</a:t>
            </a:r>
          </a:p>
        </p:txBody>
      </p:sp>
      <p:sp>
        <p:nvSpPr>
          <p:cNvPr id="1051161" name="TextBox 27"/>
          <p:cNvSpPr txBox="1"/>
          <p:nvPr/>
        </p:nvSpPr>
        <p:spPr>
          <a:xfrm>
            <a:off x="1012825" y="177800"/>
            <a:ext cx="49072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三、二值图像的形态学处理</a:t>
            </a:r>
          </a:p>
        </p:txBody>
      </p:sp>
      <p:sp>
        <p:nvSpPr>
          <p:cNvPr id="1051162"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2" name="Group 104"/>
          <p:cNvGrpSpPr/>
          <p:nvPr/>
        </p:nvGrpSpPr>
        <p:grpSpPr bwMode="auto">
          <a:xfrm>
            <a:off x="2711450" y="3100388"/>
            <a:ext cx="5867400" cy="2667000"/>
            <a:chOff x="1008" y="2496"/>
            <a:chExt cx="3696" cy="1680"/>
          </a:xfrm>
        </p:grpSpPr>
        <p:sp>
          <p:nvSpPr>
            <p:cNvPr id="1051163" name="Rectangle 100"/>
            <p:cNvSpPr>
              <a:spLocks noChangeArrowheads="1"/>
            </p:cNvSpPr>
            <p:nvPr/>
          </p:nvSpPr>
          <p:spPr bwMode="auto">
            <a:xfrm>
              <a:off x="1008" y="2496"/>
              <a:ext cx="3696" cy="1680"/>
            </a:xfrm>
            <a:prstGeom prst="rect">
              <a:avLst/>
            </a:prstGeom>
            <a:solidFill>
              <a:srgbClr val="F7F7F7"/>
            </a:solid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453" name="Group 103"/>
            <p:cNvGrpSpPr/>
            <p:nvPr/>
          </p:nvGrpSpPr>
          <p:grpSpPr bwMode="auto">
            <a:xfrm>
              <a:off x="1301" y="2640"/>
              <a:ext cx="3394" cy="1417"/>
              <a:chOff x="1301" y="2640"/>
              <a:chExt cx="3394" cy="1417"/>
            </a:xfrm>
          </p:grpSpPr>
          <p:sp>
            <p:nvSpPr>
              <p:cNvPr id="1051164" name="AutoShape 82"/>
              <p:cNvSpPr>
                <a:spLocks noChangeArrowheads="1"/>
              </p:cNvSpPr>
              <p:nvPr/>
            </p:nvSpPr>
            <p:spPr bwMode="auto">
              <a:xfrm>
                <a:off x="2112" y="2640"/>
                <a:ext cx="2160" cy="1344"/>
              </a:xfrm>
              <a:prstGeom prst="rtTriangle">
                <a:avLst/>
              </a:prstGeom>
              <a:solidFill>
                <a:schemeClr val="bg1"/>
              </a:solidFill>
              <a:ln w="19050">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454" name="Group 102"/>
              <p:cNvGrpSpPr/>
              <p:nvPr/>
            </p:nvGrpSpPr>
            <p:grpSpPr bwMode="auto">
              <a:xfrm>
                <a:off x="3024" y="3504"/>
                <a:ext cx="480" cy="480"/>
                <a:chOff x="3024" y="3504"/>
                <a:chExt cx="480" cy="480"/>
              </a:xfrm>
            </p:grpSpPr>
            <p:sp>
              <p:nvSpPr>
                <p:cNvPr id="1051165" name="Oval 84"/>
                <p:cNvSpPr>
                  <a:spLocks noChangeArrowheads="1"/>
                </p:cNvSpPr>
                <p:nvPr/>
              </p:nvSpPr>
              <p:spPr bwMode="auto">
                <a:xfrm>
                  <a:off x="3024" y="3504"/>
                  <a:ext cx="480" cy="480"/>
                </a:xfrm>
                <a:prstGeom prst="ellipse">
                  <a:avLst/>
                </a:prstGeom>
                <a:solidFill>
                  <a:schemeClr val="bg1"/>
                </a:solidFill>
                <a:ln w="9525">
                  <a:solidFill>
                    <a:schemeClr val="tx1"/>
                  </a:solidFill>
                  <a:prstDash val="dash"/>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66" name="Oval 85"/>
                <p:cNvSpPr>
                  <a:spLocks noChangeArrowheads="1"/>
                </p:cNvSpPr>
                <p:nvPr/>
              </p:nvSpPr>
              <p:spPr bwMode="auto">
                <a:xfrm>
                  <a:off x="3120" y="3696"/>
                  <a:ext cx="288" cy="288"/>
                </a:xfrm>
                <a:prstGeom prst="ellipse">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67" name="Oval 86"/>
                <p:cNvSpPr>
                  <a:spLocks noChangeArrowheads="1"/>
                </p:cNvSpPr>
                <p:nvPr/>
              </p:nvSpPr>
              <p:spPr bwMode="auto">
                <a:xfrm>
                  <a:off x="3240" y="3814"/>
                  <a:ext cx="48" cy="48"/>
                </a:xfrm>
                <a:prstGeom prst="ellipse">
                  <a:avLst/>
                </a:prstGeom>
                <a:solidFill>
                  <a:schemeClr val="tx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455" name="Group 101"/>
              <p:cNvGrpSpPr/>
              <p:nvPr/>
            </p:nvGrpSpPr>
            <p:grpSpPr bwMode="auto">
              <a:xfrm>
                <a:off x="2112" y="2832"/>
                <a:ext cx="480" cy="480"/>
                <a:chOff x="2112" y="2832"/>
                <a:chExt cx="480" cy="480"/>
              </a:xfrm>
            </p:grpSpPr>
            <p:sp>
              <p:nvSpPr>
                <p:cNvPr id="1051168" name="Oval 88"/>
                <p:cNvSpPr>
                  <a:spLocks noChangeArrowheads="1"/>
                </p:cNvSpPr>
                <p:nvPr/>
              </p:nvSpPr>
              <p:spPr bwMode="auto">
                <a:xfrm>
                  <a:off x="2112" y="2832"/>
                  <a:ext cx="480" cy="480"/>
                </a:xfrm>
                <a:prstGeom prst="ellipse">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69" name="Oval 89"/>
                <p:cNvSpPr>
                  <a:spLocks noChangeArrowheads="1"/>
                </p:cNvSpPr>
                <p:nvPr/>
              </p:nvSpPr>
              <p:spPr bwMode="auto">
                <a:xfrm>
                  <a:off x="2325" y="3046"/>
                  <a:ext cx="48" cy="48"/>
                </a:xfrm>
                <a:prstGeom prst="ellipse">
                  <a:avLst/>
                </a:prstGeom>
                <a:solidFill>
                  <a:schemeClr val="tx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1170" name="Text Box 90"/>
              <p:cNvSpPr txBox="1">
                <a:spLocks noChangeArrowheads="1"/>
              </p:cNvSpPr>
              <p:nvPr/>
            </p:nvSpPr>
            <p:spPr bwMode="auto">
              <a:xfrm>
                <a:off x="1680" y="3120"/>
                <a:ext cx="188" cy="25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dirty="0">
                    <a:latin typeface="Times New Roman" panose="02020603050405020304" pitchFamily="18" charset="0"/>
                    <a:cs typeface="Times New Roman" panose="02020603050405020304" pitchFamily="18" charset="0"/>
                  </a:rPr>
                  <a:t>x</a:t>
                </a:r>
              </a:p>
            </p:txBody>
          </p:sp>
          <p:sp>
            <p:nvSpPr>
              <p:cNvPr id="1051171" name="Text Box 91"/>
              <p:cNvSpPr txBox="1">
                <a:spLocks noChangeArrowheads="1"/>
              </p:cNvSpPr>
              <p:nvPr/>
            </p:nvSpPr>
            <p:spPr bwMode="auto">
              <a:xfrm>
                <a:off x="1440" y="3504"/>
                <a:ext cx="639" cy="308"/>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Font typeface="Arial" panose="020B0604020202020204" pitchFamily="34" charset="0"/>
                  <a:buNone/>
                </a:pPr>
                <a:r>
                  <a:rPr lang="en-US" altLang="zh-CN" sz="2000" i="1" dirty="0">
                    <a:solidFill>
                      <a:srgbClr val="004F58"/>
                    </a:solidFill>
                    <a:latin typeface="Times New Roman" panose="02020603050405020304" pitchFamily="18" charset="0"/>
                    <a:ea typeface="黑体" panose="02010609060101010101" pitchFamily="49" charset="-122"/>
                    <a:cs typeface="Times New Roman" panose="02020603050405020304" pitchFamily="18" charset="0"/>
                  </a:rPr>
                  <a:t>D(x)</a:t>
                </a:r>
              </a:p>
            </p:txBody>
          </p:sp>
          <p:sp>
            <p:nvSpPr>
              <p:cNvPr id="1051172" name="Text Box 92"/>
              <p:cNvSpPr txBox="1">
                <a:spLocks noChangeArrowheads="1"/>
              </p:cNvSpPr>
              <p:nvPr/>
            </p:nvSpPr>
            <p:spPr bwMode="auto">
              <a:xfrm>
                <a:off x="3888" y="3360"/>
                <a:ext cx="224" cy="25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dirty="0">
                    <a:latin typeface="Times New Roman" panose="02020603050405020304" pitchFamily="18" charset="0"/>
                    <a:cs typeface="Times New Roman" panose="02020603050405020304" pitchFamily="18" charset="0"/>
                  </a:rPr>
                  <a:t>w</a:t>
                </a:r>
              </a:p>
            </p:txBody>
          </p:sp>
          <p:sp>
            <p:nvSpPr>
              <p:cNvPr id="1051173" name="Text Box 93"/>
              <p:cNvSpPr txBox="1">
                <a:spLocks noChangeArrowheads="1"/>
              </p:cNvSpPr>
              <p:nvPr/>
            </p:nvSpPr>
            <p:spPr bwMode="auto">
              <a:xfrm>
                <a:off x="3456" y="3168"/>
                <a:ext cx="466" cy="25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dirty="0">
                    <a:latin typeface="Times New Roman" panose="02020603050405020304" pitchFamily="18" charset="0"/>
                    <a:cs typeface="Times New Roman" panose="02020603050405020304" pitchFamily="18" charset="0"/>
                  </a:rPr>
                  <a:t>D(w)</a:t>
                </a:r>
              </a:p>
            </p:txBody>
          </p:sp>
          <p:sp>
            <p:nvSpPr>
              <p:cNvPr id="1051174" name="Line 94"/>
              <p:cNvSpPr>
                <a:spLocks noChangeShapeType="1"/>
              </p:cNvSpPr>
              <p:nvPr/>
            </p:nvSpPr>
            <p:spPr bwMode="auto">
              <a:xfrm flipH="1">
                <a:off x="3312" y="3504"/>
                <a:ext cx="624" cy="336"/>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1175" name="Line 95"/>
              <p:cNvSpPr>
                <a:spLocks noChangeShapeType="1"/>
              </p:cNvSpPr>
              <p:nvPr/>
            </p:nvSpPr>
            <p:spPr bwMode="auto">
              <a:xfrm flipH="1">
                <a:off x="3312" y="3360"/>
                <a:ext cx="192" cy="336"/>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1176" name="Line 96"/>
              <p:cNvSpPr>
                <a:spLocks noChangeShapeType="1"/>
              </p:cNvSpPr>
              <p:nvPr/>
            </p:nvSpPr>
            <p:spPr bwMode="auto">
              <a:xfrm flipV="1">
                <a:off x="1824" y="3072"/>
                <a:ext cx="480" cy="192"/>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1177" name="Line 97"/>
              <p:cNvSpPr>
                <a:spLocks noChangeShapeType="1"/>
              </p:cNvSpPr>
              <p:nvPr/>
            </p:nvSpPr>
            <p:spPr bwMode="auto">
              <a:xfrm flipV="1">
                <a:off x="1824" y="3312"/>
                <a:ext cx="384" cy="288"/>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1178" name="Text Box 98"/>
              <p:cNvSpPr txBox="1">
                <a:spLocks noChangeArrowheads="1"/>
              </p:cNvSpPr>
              <p:nvPr/>
            </p:nvSpPr>
            <p:spPr bwMode="auto">
              <a:xfrm>
                <a:off x="1301" y="3749"/>
                <a:ext cx="1077" cy="308"/>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Font typeface="Arial" panose="020B0604020202020204" pitchFamily="34" charset="0"/>
                  <a:buNone/>
                </a:pPr>
                <a:r>
                  <a:rPr lang="zh-CN" altLang="en-US" sz="2000">
                    <a:solidFill>
                      <a:srgbClr val="004F58"/>
                    </a:solidFill>
                    <a:latin typeface="Times New Roman" panose="02020603050405020304" pitchFamily="18" charset="0"/>
                    <a:ea typeface="黑体" panose="02010609060101010101" pitchFamily="49" charset="-122"/>
                    <a:cs typeface="Times New Roman" panose="02020603050405020304" pitchFamily="18" charset="0"/>
                  </a:rPr>
                  <a:t>最大圆盘</a:t>
                </a:r>
              </a:p>
            </p:txBody>
          </p:sp>
          <p:sp>
            <p:nvSpPr>
              <p:cNvPr id="1051179" name="Text Box 99"/>
              <p:cNvSpPr txBox="1">
                <a:spLocks noChangeArrowheads="1"/>
              </p:cNvSpPr>
              <p:nvPr/>
            </p:nvSpPr>
            <p:spPr bwMode="auto">
              <a:xfrm>
                <a:off x="3322" y="2928"/>
                <a:ext cx="1373" cy="308"/>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Font typeface="Arial" panose="020B0604020202020204" pitchFamily="34" charset="0"/>
                  <a:buNone/>
                </a:pPr>
                <a:r>
                  <a:rPr lang="zh-CN" altLang="en-US" sz="2000">
                    <a:solidFill>
                      <a:srgbClr val="004F58"/>
                    </a:solidFill>
                    <a:latin typeface="Times New Roman" panose="02020603050405020304" pitchFamily="18" charset="0"/>
                    <a:ea typeface="黑体" panose="02010609060101010101" pitchFamily="49" charset="-122"/>
                    <a:cs typeface="Times New Roman" panose="02020603050405020304" pitchFamily="18" charset="0"/>
                  </a:rPr>
                  <a:t>非最大圆盘</a:t>
                </a:r>
              </a:p>
            </p:txBody>
          </p:sp>
        </p:grpSp>
      </p:grpSp>
      <p:sp>
        <p:nvSpPr>
          <p:cNvPr id="1051180" name="TextBox 27"/>
          <p:cNvSpPr txBox="1"/>
          <p:nvPr/>
        </p:nvSpPr>
        <p:spPr>
          <a:xfrm>
            <a:off x="1012825" y="177800"/>
            <a:ext cx="49072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三、二值图像的形态学处理</a:t>
            </a:r>
          </a:p>
        </p:txBody>
      </p:sp>
      <p:sp>
        <p:nvSpPr>
          <p:cNvPr id="1051181"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1182" name="Text Box 2"/>
          <p:cNvSpPr txBox="1">
            <a:spLocks noChangeArrowheads="1"/>
          </p:cNvSpPr>
          <p:nvPr/>
        </p:nvSpPr>
        <p:spPr bwMode="auto">
          <a:xfrm>
            <a:off x="1487488" y="1589088"/>
            <a:ext cx="8569325" cy="892552"/>
          </a:xfrm>
          <a:prstGeom prst="rect">
            <a:avLst/>
          </a:prstGeom>
          <a:noFill/>
          <a:ln>
            <a:noFill/>
          </a:ln>
          <a:effectLst/>
        </p:spPr>
        <p:txBody>
          <a:bodyPr>
            <a:spAutoFit/>
          </a:bodyPr>
          <a:lstStyle/>
          <a:p>
            <a:pPr marL="342900" indent="-342900" eaLnBrk="1" hangingPunct="1">
              <a:lnSpc>
                <a:spcPct val="130000"/>
              </a:lnSpc>
              <a:buFont typeface="Arial" panose="020B0604020202020204" pitchFamily="34" charset="0"/>
              <a:buChar char="•"/>
            </a:pPr>
            <a:r>
              <a:rPr lang="zh-CN" altLang="en-US" sz="2000" dirty="0">
                <a:solidFill>
                  <a:schemeClr val="bg1">
                    <a:lumMod val="50000"/>
                  </a:schemeClr>
                </a:solidFill>
                <a:latin typeface="黑体" panose="02010609060101010101" pitchFamily="49" charset="-122"/>
                <a:ea typeface="黑体" panose="02010609060101010101" pitchFamily="49" charset="-122"/>
                <a:sym typeface="Wingdings 2" panose="05020102010507070707" pitchFamily="18" charset="2"/>
              </a:rPr>
              <a:t>最大圆盘：对于一个目标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sym typeface="Wingdings 2" panose="05020102010507070707" pitchFamily="18" charset="2"/>
              </a:rPr>
              <a:t>S</a:t>
            </a:r>
            <a:r>
              <a:rPr lang="zh-CN" altLang="en-US" sz="2000" dirty="0">
                <a:solidFill>
                  <a:schemeClr val="bg1">
                    <a:lumMod val="50000"/>
                  </a:schemeClr>
                </a:solidFill>
                <a:latin typeface="黑体" panose="02010609060101010101" pitchFamily="49" charset="-122"/>
                <a:ea typeface="黑体" panose="02010609060101010101" pitchFamily="49" charset="-122"/>
                <a:sym typeface="Wingdings 2" panose="05020102010507070707" pitchFamily="18" charset="2"/>
              </a:rPr>
              <a:t>，</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sym typeface="Wingdings 2" panose="05020102010507070707" pitchFamily="18" charset="2"/>
              </a:rPr>
              <a:t>S </a:t>
            </a:r>
            <a:r>
              <a:rPr lang="zh-CN" altLang="en-US" sz="2000" dirty="0">
                <a:solidFill>
                  <a:schemeClr val="bg1">
                    <a:lumMod val="50000"/>
                  </a:schemeClr>
                </a:solidFill>
                <a:latin typeface="黑体" panose="02010609060101010101" pitchFamily="49" charset="-122"/>
                <a:ea typeface="黑体" panose="02010609060101010101" pitchFamily="49" charset="-122"/>
                <a:sym typeface="Wingdings 2" panose="05020102010507070707" pitchFamily="18" charset="2"/>
              </a:rPr>
              <a:t>内的最大圆盘不是其他任何完全属于</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sym typeface="Wingdings 2" panose="05020102010507070707" pitchFamily="18" charset="2"/>
              </a:rPr>
              <a:t>S </a:t>
            </a:r>
            <a:r>
              <a:rPr lang="zh-CN" altLang="en-US" sz="2000" dirty="0">
                <a:solidFill>
                  <a:schemeClr val="bg1">
                    <a:lumMod val="50000"/>
                  </a:schemeClr>
                </a:solidFill>
                <a:latin typeface="黑体" panose="02010609060101010101" pitchFamily="49" charset="-122"/>
                <a:ea typeface="黑体" panose="02010609060101010101" pitchFamily="49" charset="-122"/>
                <a:sym typeface="Wingdings 2" panose="05020102010507070707" pitchFamily="18" charset="2"/>
              </a:rPr>
              <a:t>的圆盘子集，而是至少有</a:t>
            </a:r>
            <a:r>
              <a:rPr lang="zh-CN" altLang="en-US" sz="2000" dirty="0">
                <a:solidFill>
                  <a:srgbClr val="FF0000"/>
                </a:solidFill>
                <a:latin typeface="黑体" panose="02010609060101010101" pitchFamily="49" charset="-122"/>
                <a:ea typeface="黑体" panose="02010609060101010101" pitchFamily="49" charset="-122"/>
                <a:sym typeface="Wingdings 2" panose="05020102010507070707" pitchFamily="18" charset="2"/>
              </a:rPr>
              <a:t>两点</a:t>
            </a:r>
            <a:r>
              <a:rPr lang="zh-CN" altLang="en-US" sz="2000" dirty="0">
                <a:solidFill>
                  <a:schemeClr val="bg1">
                    <a:lumMod val="50000"/>
                  </a:schemeClr>
                </a:solidFill>
                <a:latin typeface="黑体" panose="02010609060101010101" pitchFamily="49" charset="-122"/>
                <a:ea typeface="黑体" panose="02010609060101010101" pitchFamily="49" charset="-122"/>
                <a:sym typeface="Wingdings 2" panose="05020102010507070707" pitchFamily="18" charset="2"/>
              </a:rPr>
              <a:t>与目标边界轮廓</a:t>
            </a:r>
            <a:r>
              <a:rPr lang="zh-CN" altLang="en-US" sz="2000" dirty="0">
                <a:solidFill>
                  <a:srgbClr val="FF0000"/>
                </a:solidFill>
                <a:latin typeface="黑体" panose="02010609060101010101" pitchFamily="49" charset="-122"/>
                <a:ea typeface="黑体" panose="02010609060101010101" pitchFamily="49" charset="-122"/>
                <a:sym typeface="Wingdings 2" panose="05020102010507070707" pitchFamily="18" charset="2"/>
              </a:rPr>
              <a:t>相切</a:t>
            </a:r>
            <a:r>
              <a:rPr lang="zh-CN" altLang="en-US" sz="2000" dirty="0">
                <a:solidFill>
                  <a:schemeClr val="bg1">
                    <a:lumMod val="50000"/>
                  </a:schemeClr>
                </a:solidFill>
                <a:latin typeface="黑体" panose="02010609060101010101" pitchFamily="49" charset="-122"/>
                <a:ea typeface="黑体" panose="02010609060101010101" pitchFamily="49" charset="-122"/>
                <a:sym typeface="Wingdings 2" panose="05020102010507070707" pitchFamily="18" charset="2"/>
              </a:rPr>
              <a:t>。</a:t>
            </a:r>
            <a:endParaRPr lang="zh-CN" altLang="en-US" sz="2000" dirty="0">
              <a:solidFill>
                <a:schemeClr val="bg1">
                  <a:lumMod val="50000"/>
                </a:schemeClr>
              </a:solidFill>
              <a:latin typeface="黑体" panose="02010609060101010101" pitchFamily="49" charset="-122"/>
              <a:ea typeface="黑体" panose="02010609060101010101" pitchFamily="49" charset="-122"/>
            </a:endParaRPr>
          </a:p>
        </p:txBody>
      </p:sp>
      <p:sp>
        <p:nvSpPr>
          <p:cNvPr id="1051183" name="Rectangle 9"/>
          <p:cNvSpPr>
            <a:spLocks noChangeArrowheads="1"/>
          </p:cNvSpPr>
          <p:nvPr/>
        </p:nvSpPr>
        <p:spPr bwMode="auto">
          <a:xfrm>
            <a:off x="1333500" y="1166813"/>
            <a:ext cx="20574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4.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骨架化</a:t>
            </a:r>
          </a:p>
        </p:txBody>
      </p:sp>
      <mc:AlternateContent xmlns:mc="http://schemas.openxmlformats.org/markup-compatibility/2006" xmlns:p14="http://schemas.microsoft.com/office/powerpoint/2010/main">
        <mc:Choice Requires="p14">
          <p:contentPart p14:bwMode="auto" r:id="rId2">
            <p14:nvContentPartPr>
              <p14:cNvPr id="1053561" name="墨迹 1053560"/>
              <p14:cNvContentPartPr/>
              <p14:nvPr/>
            </p14:nvContentPartPr>
            <p14:xfrm>
              <a:off x="4314786" y="1932512"/>
              <a:ext cx="789228" cy="658366"/>
            </p14:xfrm>
          </p:contentPart>
        </mc:Choice>
        <mc:Fallback xmlns="">
          <p:sp>
            <p:nvSpPr>
              <p:cNvPr id="1053561" name=""/>
              <p:cNvSpPr/>
              <p:nvPr/>
            </p:nvSpPr>
            <p:spPr>
              <a:xfrm>
                <a:off x="4314786" y="1932512"/>
                <a:ext cx="789228" cy="658366"/>
              </a:xfrm>
            </p:spPr>
          </p:sp>
        </mc:Fallback>
      </mc:AlternateContent>
      <mc:AlternateContent xmlns:mc="http://schemas.openxmlformats.org/markup-compatibility/2006" xmlns:p14="http://schemas.microsoft.com/office/powerpoint/2010/main">
        <mc:Choice Requires="p14">
          <p:contentPart p14:bwMode="auto" r:id="rId3">
            <p14:nvContentPartPr>
              <p14:cNvPr id="1053562" name="墨迹 1053561"/>
              <p14:cNvContentPartPr/>
              <p14:nvPr/>
            </p14:nvContentPartPr>
            <p14:xfrm>
              <a:off x="4844078" y="2388397"/>
              <a:ext cx="381659" cy="472280"/>
            </p14:xfrm>
          </p:contentPart>
        </mc:Choice>
        <mc:Fallback xmlns="">
          <p:sp>
            <p:nvSpPr>
              <p:cNvPr id="1053562" name=""/>
              <p:cNvSpPr/>
              <p:nvPr/>
            </p:nvSpPr>
            <p:spPr>
              <a:xfrm>
                <a:off x="4844078" y="2388397"/>
                <a:ext cx="381659" cy="472280"/>
              </a:xfrm>
            </p:spPr>
          </p:sp>
        </mc:Fallback>
      </mc:AlternateContent>
      <mc:AlternateContent xmlns:mc="http://schemas.openxmlformats.org/markup-compatibility/2006" xmlns:p14="http://schemas.microsoft.com/office/powerpoint/2010/main">
        <mc:Choice Requires="p14">
          <p:contentPart p14:bwMode="auto" r:id="rId4">
            <p14:nvContentPartPr>
              <p14:cNvPr id="1053563" name="墨迹 1053562"/>
              <p14:cNvContentPartPr/>
              <p14:nvPr/>
            </p14:nvContentPartPr>
            <p14:xfrm>
              <a:off x="684591" y="2702516"/>
              <a:ext cx="270015" cy="377178"/>
            </p14:xfrm>
          </p:contentPart>
        </mc:Choice>
        <mc:Fallback xmlns="">
          <p:sp>
            <p:nvSpPr>
              <p:cNvPr id="1053563" name=""/>
              <p:cNvSpPr/>
              <p:nvPr/>
            </p:nvSpPr>
            <p:spPr>
              <a:xfrm>
                <a:off x="684591" y="2702516"/>
                <a:ext cx="270015" cy="377178"/>
              </a:xfrm>
            </p:spPr>
          </p:sp>
        </mc:Fallback>
      </mc:AlternateContent>
      <mc:AlternateContent xmlns:mc="http://schemas.openxmlformats.org/markup-compatibility/2006" xmlns:p14="http://schemas.microsoft.com/office/powerpoint/2010/main">
        <mc:Choice Requires="p14">
          <p:contentPart p14:bwMode="auto" r:id="rId5">
            <p14:nvContentPartPr>
              <p14:cNvPr id="1053564" name="墨迹 1053563"/>
              <p14:cNvContentPartPr/>
              <p14:nvPr/>
            </p14:nvContentPartPr>
            <p14:xfrm>
              <a:off x="779689" y="2879996"/>
              <a:ext cx="212958" cy="590057"/>
            </p14:xfrm>
          </p:contentPart>
        </mc:Choice>
        <mc:Fallback xmlns="">
          <p:sp>
            <p:nvSpPr>
              <p:cNvPr id="1053564" name=""/>
              <p:cNvSpPr/>
              <p:nvPr/>
            </p:nvSpPr>
            <p:spPr>
              <a:xfrm>
                <a:off x="779689" y="2879996"/>
                <a:ext cx="212958" cy="590057"/>
              </a:xfrm>
            </p:spPr>
          </p:sp>
        </mc:Fallback>
      </mc:AlternateContent>
      <mc:AlternateContent xmlns:mc="http://schemas.openxmlformats.org/markup-compatibility/2006" xmlns:p14="http://schemas.microsoft.com/office/powerpoint/2010/main">
        <mc:Choice Requires="p14">
          <p:contentPart p14:bwMode="auto" r:id="rId6">
            <p14:nvContentPartPr>
              <p14:cNvPr id="1053565" name="墨迹 1053564"/>
              <p14:cNvContentPartPr/>
              <p14:nvPr/>
            </p14:nvContentPartPr>
            <p14:xfrm>
              <a:off x="902604" y="2894108"/>
              <a:ext cx="224019" cy="561559"/>
            </p14:xfrm>
          </p:contentPart>
        </mc:Choice>
        <mc:Fallback xmlns="">
          <p:sp>
            <p:nvSpPr>
              <p:cNvPr id="1053565" name=""/>
              <p:cNvSpPr/>
              <p:nvPr/>
            </p:nvSpPr>
            <p:spPr>
              <a:xfrm>
                <a:off x="902604" y="2894108"/>
                <a:ext cx="224019" cy="561559"/>
              </a:xfrm>
            </p:spPr>
          </p:sp>
        </mc:Fallback>
      </mc:AlternateContent>
      <mc:AlternateContent xmlns:mc="http://schemas.openxmlformats.org/markup-compatibility/2006" xmlns:p14="http://schemas.microsoft.com/office/powerpoint/2010/main">
        <mc:Choice Requires="p14">
          <p:contentPart p14:bwMode="auto" r:id="rId7">
            <p14:nvContentPartPr>
              <p14:cNvPr id="1053566" name="墨迹 1053565"/>
              <p14:cNvContentPartPr/>
              <p14:nvPr/>
            </p14:nvContentPartPr>
            <p14:xfrm>
              <a:off x="845422" y="3088110"/>
              <a:ext cx="190714" cy="184957"/>
            </p14:xfrm>
          </p:contentPart>
        </mc:Choice>
        <mc:Fallback xmlns="">
          <p:sp>
            <p:nvSpPr>
              <p:cNvPr id="1053566" name=""/>
              <p:cNvSpPr/>
              <p:nvPr/>
            </p:nvSpPr>
            <p:spPr>
              <a:xfrm>
                <a:off x="845422" y="3088110"/>
                <a:ext cx="190714" cy="184957"/>
              </a:xfrm>
            </p:spPr>
          </p:sp>
        </mc:Fallback>
      </mc:AlternateContent>
      <mc:AlternateContent xmlns:mc="http://schemas.openxmlformats.org/markup-compatibility/2006" xmlns:p14="http://schemas.microsoft.com/office/powerpoint/2010/main">
        <mc:Choice Requires="p14">
          <p:contentPart p14:bwMode="auto" r:id="rId8">
            <p14:nvContentPartPr>
              <p14:cNvPr id="1053567" name="墨迹 1053566"/>
              <p14:cNvContentPartPr/>
              <p14:nvPr/>
            </p14:nvContentPartPr>
            <p14:xfrm>
              <a:off x="930790" y="3029144"/>
              <a:ext cx="65575" cy="510824"/>
            </p14:xfrm>
          </p:contentPart>
        </mc:Choice>
        <mc:Fallback xmlns="">
          <p:sp>
            <p:nvSpPr>
              <p:cNvPr id="1053567" name=""/>
              <p:cNvSpPr/>
              <p:nvPr/>
            </p:nvSpPr>
            <p:spPr>
              <a:xfrm>
                <a:off x="930790" y="3029144"/>
                <a:ext cx="65575" cy="510824"/>
              </a:xfrm>
            </p:spPr>
          </p:sp>
        </mc:Fallback>
      </mc:AlternateContent>
      <mc:AlternateContent xmlns:mc="http://schemas.openxmlformats.org/markup-compatibility/2006" xmlns:p14="http://schemas.microsoft.com/office/powerpoint/2010/main">
        <mc:Choice Requires="p14">
          <p:contentPart p14:bwMode="auto" r:id="rId9">
            <p14:nvContentPartPr>
              <p14:cNvPr id="1053568" name="墨迹 1053567"/>
              <p14:cNvContentPartPr/>
              <p14:nvPr/>
            </p14:nvContentPartPr>
            <p14:xfrm>
              <a:off x="1227789" y="2934167"/>
              <a:ext cx="127864" cy="268991"/>
            </p14:xfrm>
          </p:contentPart>
        </mc:Choice>
        <mc:Fallback xmlns="">
          <p:sp>
            <p:nvSpPr>
              <p:cNvPr id="1053568" name=""/>
              <p:cNvSpPr/>
              <p:nvPr/>
            </p:nvSpPr>
            <p:spPr>
              <a:xfrm>
                <a:off x="1227789" y="2934167"/>
                <a:ext cx="127864" cy="268991"/>
              </a:xfrm>
            </p:spPr>
          </p:sp>
        </mc:Fallback>
      </mc:AlternateContent>
      <mc:AlternateContent xmlns:mc="http://schemas.openxmlformats.org/markup-compatibility/2006" xmlns:p14="http://schemas.microsoft.com/office/powerpoint/2010/main">
        <mc:Choice Requires="p14">
          <p:contentPart p14:bwMode="auto" r:id="rId10">
            <p14:nvContentPartPr>
              <p14:cNvPr id="1053569" name="墨迹 1053568"/>
              <p14:cNvContentPartPr/>
              <p14:nvPr/>
            </p14:nvContentPartPr>
            <p14:xfrm>
              <a:off x="1453355" y="2910230"/>
              <a:ext cx="58997" cy="122887"/>
            </p14:xfrm>
          </p:contentPart>
        </mc:Choice>
        <mc:Fallback xmlns="">
          <p:sp>
            <p:nvSpPr>
              <p:cNvPr id="1053569" name=""/>
              <p:cNvSpPr/>
              <p:nvPr/>
            </p:nvSpPr>
            <p:spPr>
              <a:xfrm>
                <a:off x="1453355" y="2910230"/>
                <a:ext cx="58997" cy="122887"/>
              </a:xfrm>
            </p:spPr>
          </p:sp>
        </mc:Fallback>
      </mc:AlternateContent>
      <mc:AlternateContent xmlns:mc="http://schemas.openxmlformats.org/markup-compatibility/2006" xmlns:p14="http://schemas.microsoft.com/office/powerpoint/2010/main">
        <mc:Choice Requires="p14">
          <p:contentPart p14:bwMode="auto" r:id="rId11">
            <p14:nvContentPartPr>
              <p14:cNvPr id="1053570" name="墨迹 1053569"/>
              <p14:cNvContentPartPr/>
              <p14:nvPr/>
            </p14:nvContentPartPr>
            <p14:xfrm>
              <a:off x="1305610" y="3129979"/>
              <a:ext cx="246612" cy="229586"/>
            </p14:xfrm>
          </p:contentPart>
        </mc:Choice>
        <mc:Fallback xmlns="">
          <p:sp>
            <p:nvSpPr>
              <p:cNvPr id="1053570" name=""/>
              <p:cNvSpPr/>
              <p:nvPr/>
            </p:nvSpPr>
            <p:spPr>
              <a:xfrm>
                <a:off x="1305610" y="3129979"/>
                <a:ext cx="246612" cy="229586"/>
              </a:xfrm>
            </p:spPr>
          </p:sp>
        </mc:Fallback>
      </mc:AlternateContent>
      <mc:AlternateContent xmlns:mc="http://schemas.openxmlformats.org/markup-compatibility/2006" xmlns:p14="http://schemas.microsoft.com/office/powerpoint/2010/main">
        <mc:Choice Requires="p14">
          <p:contentPart p14:bwMode="auto" r:id="rId12">
            <p14:nvContentPartPr>
              <p14:cNvPr id="1053571" name="墨迹 1053570"/>
              <p14:cNvContentPartPr/>
              <p14:nvPr/>
            </p14:nvContentPartPr>
            <p14:xfrm>
              <a:off x="1703331" y="2893242"/>
              <a:ext cx="134040" cy="433663"/>
            </p14:xfrm>
          </p:contentPart>
        </mc:Choice>
        <mc:Fallback xmlns="">
          <p:sp>
            <p:nvSpPr>
              <p:cNvPr id="1053571" name=""/>
              <p:cNvSpPr/>
              <p:nvPr/>
            </p:nvSpPr>
            <p:spPr>
              <a:xfrm>
                <a:off x="1703331" y="2893242"/>
                <a:ext cx="134040" cy="433663"/>
              </a:xfrm>
            </p:spPr>
          </p:sp>
        </mc:Fallback>
      </mc:AlternateContent>
      <mc:AlternateContent xmlns:mc="http://schemas.openxmlformats.org/markup-compatibility/2006" xmlns:p14="http://schemas.microsoft.com/office/powerpoint/2010/main">
        <mc:Choice Requires="p14">
          <p:contentPart p14:bwMode="auto" r:id="rId13">
            <p14:nvContentPartPr>
              <p14:cNvPr id="1053572" name="墨迹 1053571"/>
              <p14:cNvContentPartPr/>
              <p14:nvPr/>
            </p14:nvContentPartPr>
            <p14:xfrm>
              <a:off x="1872525" y="3041099"/>
              <a:ext cx="124292" cy="164365"/>
            </p14:xfrm>
          </p:contentPart>
        </mc:Choice>
        <mc:Fallback xmlns="">
          <p:sp>
            <p:nvSpPr>
              <p:cNvPr id="1053572" name=""/>
              <p:cNvSpPr/>
              <p:nvPr/>
            </p:nvSpPr>
            <p:spPr>
              <a:xfrm>
                <a:off x="1872525" y="3041099"/>
                <a:ext cx="124292" cy="164365"/>
              </a:xfrm>
            </p:spPr>
          </p:sp>
        </mc:Fallback>
      </mc:AlternateContent>
      <mc:AlternateContent xmlns:mc="http://schemas.openxmlformats.org/markup-compatibility/2006" xmlns:p14="http://schemas.microsoft.com/office/powerpoint/2010/main">
        <mc:Choice Requires="p14">
          <p:contentPart p14:bwMode="auto" r:id="rId14">
            <p14:nvContentPartPr>
              <p14:cNvPr id="1053573" name="墨迹 1053572"/>
              <p14:cNvContentPartPr/>
              <p14:nvPr/>
            </p14:nvContentPartPr>
            <p14:xfrm>
              <a:off x="1852196" y="2927990"/>
              <a:ext cx="254555" cy="397306"/>
            </p14:xfrm>
          </p:contentPart>
        </mc:Choice>
        <mc:Fallback xmlns="">
          <p:sp>
            <p:nvSpPr>
              <p:cNvPr id="1053573" name=""/>
              <p:cNvSpPr/>
              <p:nvPr/>
            </p:nvSpPr>
            <p:spPr>
              <a:xfrm>
                <a:off x="1852196" y="2927990"/>
                <a:ext cx="254555" cy="397306"/>
              </a:xfrm>
            </p:spPr>
          </p:sp>
        </mc:Fallback>
      </mc:AlternateContent>
      <mc:AlternateContent xmlns:mc="http://schemas.openxmlformats.org/markup-compatibility/2006" xmlns:p14="http://schemas.microsoft.com/office/powerpoint/2010/main">
        <mc:Choice Requires="p14">
          <p:contentPart p14:bwMode="auto" r:id="rId15">
            <p14:nvContentPartPr>
              <p14:cNvPr id="1053574" name="墨迹 1053573"/>
              <p14:cNvContentPartPr/>
              <p14:nvPr/>
            </p14:nvContentPartPr>
            <p14:xfrm>
              <a:off x="1982833" y="2985903"/>
              <a:ext cx="57721" cy="64214"/>
            </p14:xfrm>
          </p:contentPart>
        </mc:Choice>
        <mc:Fallback xmlns="">
          <p:sp>
            <p:nvSpPr>
              <p:cNvPr id="1053574" name=""/>
              <p:cNvSpPr/>
              <p:nvPr/>
            </p:nvSpPr>
            <p:spPr>
              <a:xfrm>
                <a:off x="1982833" y="2985903"/>
                <a:ext cx="57721" cy="64214"/>
              </a:xfrm>
            </p:spPr>
          </p:sp>
        </mc:Fallback>
      </mc:AlternateContent>
      <mc:AlternateContent xmlns:mc="http://schemas.openxmlformats.org/markup-compatibility/2006" xmlns:p14="http://schemas.microsoft.com/office/powerpoint/2010/main">
        <mc:Choice Requires="p14">
          <p:contentPart p14:bwMode="auto" r:id="rId16">
            <p14:nvContentPartPr>
              <p14:cNvPr id="1053577" name="墨迹 1053576"/>
              <p14:cNvContentPartPr/>
              <p14:nvPr/>
            </p14:nvContentPartPr>
            <p14:xfrm>
              <a:off x="2355399" y="2757340"/>
              <a:ext cx="8369" cy="154540"/>
            </p14:xfrm>
          </p:contentPart>
        </mc:Choice>
        <mc:Fallback xmlns="">
          <p:sp>
            <p:nvSpPr>
              <p:cNvPr id="1053577" name=""/>
              <p:cNvSpPr/>
              <p:nvPr/>
            </p:nvSpPr>
            <p:spPr>
              <a:xfrm>
                <a:off x="2355399" y="2757340"/>
                <a:ext cx="8369" cy="154540"/>
              </a:xfrm>
            </p:spPr>
          </p:sp>
        </mc:Fallback>
      </mc:AlternateContent>
      <mc:AlternateContent xmlns:mc="http://schemas.openxmlformats.org/markup-compatibility/2006" xmlns:p14="http://schemas.microsoft.com/office/powerpoint/2010/main">
        <mc:Choice Requires="p14">
          <p:contentPart p14:bwMode="auto" r:id="rId17">
            <p14:nvContentPartPr>
              <p14:cNvPr id="1053578" name="墨迹 1053577"/>
              <p14:cNvContentPartPr/>
              <p14:nvPr/>
            </p14:nvContentPartPr>
            <p14:xfrm>
              <a:off x="2208964" y="2914871"/>
              <a:ext cx="330727" cy="66398"/>
            </p14:xfrm>
          </p:contentPart>
        </mc:Choice>
        <mc:Fallback xmlns="">
          <p:sp>
            <p:nvSpPr>
              <p:cNvPr id="1053578" name=""/>
              <p:cNvSpPr/>
              <p:nvPr/>
            </p:nvSpPr>
            <p:spPr>
              <a:xfrm>
                <a:off x="2208964" y="2914871"/>
                <a:ext cx="330727" cy="66398"/>
              </a:xfrm>
            </p:spPr>
          </p:sp>
        </mc:Fallback>
      </mc:AlternateContent>
      <mc:AlternateContent xmlns:mc="http://schemas.openxmlformats.org/markup-compatibility/2006" xmlns:p14="http://schemas.microsoft.com/office/powerpoint/2010/main">
        <mc:Choice Requires="p14">
          <p:contentPart p14:bwMode="auto" r:id="rId18">
            <p14:nvContentPartPr>
              <p14:cNvPr id="1053579" name="墨迹 1053578"/>
              <p14:cNvContentPartPr/>
              <p14:nvPr/>
            </p14:nvContentPartPr>
            <p14:xfrm>
              <a:off x="2133471" y="2967371"/>
              <a:ext cx="197619" cy="240104"/>
            </p14:xfrm>
          </p:contentPart>
        </mc:Choice>
        <mc:Fallback xmlns="">
          <p:sp>
            <p:nvSpPr>
              <p:cNvPr id="1053579" name=""/>
              <p:cNvSpPr/>
              <p:nvPr/>
            </p:nvSpPr>
            <p:spPr>
              <a:xfrm>
                <a:off x="2133471" y="2967371"/>
                <a:ext cx="197619" cy="240104"/>
              </a:xfrm>
            </p:spPr>
          </p:sp>
        </mc:Fallback>
      </mc:AlternateContent>
      <mc:AlternateContent xmlns:mc="http://schemas.openxmlformats.org/markup-compatibility/2006" xmlns:p14="http://schemas.microsoft.com/office/powerpoint/2010/main">
        <mc:Choice Requires="p14">
          <p:contentPart p14:bwMode="auto" r:id="rId19">
            <p14:nvContentPartPr>
              <p14:cNvPr id="1053580" name="墨迹 1053579"/>
              <p14:cNvContentPartPr/>
              <p14:nvPr/>
            </p14:nvContentPartPr>
            <p14:xfrm>
              <a:off x="2416185" y="3013701"/>
              <a:ext cx="117399" cy="90343"/>
            </p14:xfrm>
          </p:contentPart>
        </mc:Choice>
        <mc:Fallback xmlns="">
          <p:sp>
            <p:nvSpPr>
              <p:cNvPr id="1053580" name=""/>
              <p:cNvSpPr/>
              <p:nvPr/>
            </p:nvSpPr>
            <p:spPr>
              <a:xfrm>
                <a:off x="2416185" y="3013701"/>
                <a:ext cx="117399" cy="90343"/>
              </a:xfrm>
            </p:spPr>
          </p:sp>
        </mc:Fallback>
      </mc:AlternateContent>
      <mc:AlternateContent xmlns:mc="http://schemas.openxmlformats.org/markup-compatibility/2006" xmlns:p14="http://schemas.microsoft.com/office/powerpoint/2010/main">
        <mc:Choice Requires="p14">
          <p:contentPart p14:bwMode="auto" r:id="rId20">
            <p14:nvContentPartPr>
              <p14:cNvPr id="1053581" name="墨迹 1053580"/>
              <p14:cNvContentPartPr/>
              <p14:nvPr/>
            </p14:nvContentPartPr>
            <p14:xfrm>
              <a:off x="2221450" y="3026056"/>
              <a:ext cx="208918" cy="292377"/>
            </p14:xfrm>
          </p:contentPart>
        </mc:Choice>
        <mc:Fallback xmlns="">
          <p:sp>
            <p:nvSpPr>
              <p:cNvPr id="1053581" name=""/>
              <p:cNvSpPr/>
              <p:nvPr/>
            </p:nvSpPr>
            <p:spPr>
              <a:xfrm>
                <a:off x="2221450" y="3026056"/>
                <a:ext cx="208918" cy="292377"/>
              </a:xfrm>
            </p:spPr>
          </p:sp>
        </mc:Fallback>
      </mc:AlternateContent>
      <mc:AlternateContent xmlns:mc="http://schemas.openxmlformats.org/markup-compatibility/2006" xmlns:p14="http://schemas.microsoft.com/office/powerpoint/2010/main">
        <mc:Choice Requires="p14">
          <p:contentPart p14:bwMode="auto" r:id="rId21">
            <p14:nvContentPartPr>
              <p14:cNvPr id="1053582" name="墨迹 1053581"/>
              <p14:cNvContentPartPr/>
              <p14:nvPr/>
            </p14:nvContentPartPr>
            <p14:xfrm>
              <a:off x="2249935" y="3123349"/>
              <a:ext cx="401322" cy="178485"/>
            </p14:xfrm>
          </p:contentPart>
        </mc:Choice>
        <mc:Fallback xmlns="">
          <p:sp>
            <p:nvSpPr>
              <p:cNvPr id="1053582" name=""/>
              <p:cNvSpPr/>
              <p:nvPr/>
            </p:nvSpPr>
            <p:spPr>
              <a:xfrm>
                <a:off x="2249935" y="3123349"/>
                <a:ext cx="401322" cy="178485"/>
              </a:xfrm>
            </p:spPr>
          </p:sp>
        </mc:Fallback>
      </mc:AlternateContent>
      <mc:AlternateContent xmlns:mc="http://schemas.openxmlformats.org/markup-compatibility/2006" xmlns:p14="http://schemas.microsoft.com/office/powerpoint/2010/main">
        <mc:Choice Requires="p14">
          <p:contentPart p14:bwMode="auto" r:id="rId22">
            <p14:nvContentPartPr>
              <p14:cNvPr id="1053583" name="墨迹 1053582"/>
              <p14:cNvContentPartPr/>
              <p14:nvPr/>
            </p14:nvContentPartPr>
            <p14:xfrm>
              <a:off x="2805414" y="2738036"/>
              <a:ext cx="10638" cy="271624"/>
            </p14:xfrm>
          </p:contentPart>
        </mc:Choice>
        <mc:Fallback xmlns="">
          <p:sp>
            <p:nvSpPr>
              <p:cNvPr id="1053583" name=""/>
              <p:cNvSpPr/>
              <p:nvPr/>
            </p:nvSpPr>
            <p:spPr>
              <a:xfrm>
                <a:off x="2805414" y="2738036"/>
                <a:ext cx="10638" cy="271624"/>
              </a:xfrm>
            </p:spPr>
          </p:sp>
        </mc:Fallback>
      </mc:AlternateContent>
      <mc:AlternateContent xmlns:mc="http://schemas.openxmlformats.org/markup-compatibility/2006" xmlns:p14="http://schemas.microsoft.com/office/powerpoint/2010/main">
        <mc:Choice Requires="p14">
          <p:contentPart p14:bwMode="auto" r:id="rId23">
            <p14:nvContentPartPr>
              <p14:cNvPr id="1053584" name="墨迹 1053583"/>
              <p14:cNvContentPartPr/>
              <p14:nvPr/>
            </p14:nvContentPartPr>
            <p14:xfrm>
              <a:off x="2834567" y="2857264"/>
              <a:ext cx="108171" cy="58371"/>
            </p14:xfrm>
          </p:contentPart>
        </mc:Choice>
        <mc:Fallback xmlns="">
          <p:sp>
            <p:nvSpPr>
              <p:cNvPr id="1053584" name=""/>
              <p:cNvSpPr/>
              <p:nvPr/>
            </p:nvSpPr>
            <p:spPr>
              <a:xfrm>
                <a:off x="2834567" y="2857264"/>
                <a:ext cx="108171" cy="58371"/>
              </a:xfrm>
            </p:spPr>
          </p:sp>
        </mc:Fallback>
      </mc:AlternateContent>
      <mc:AlternateContent xmlns:mc="http://schemas.openxmlformats.org/markup-compatibility/2006" xmlns:p14="http://schemas.microsoft.com/office/powerpoint/2010/main">
        <mc:Choice Requires="p14">
          <p:contentPart p14:bwMode="auto" r:id="rId24">
            <p14:nvContentPartPr>
              <p14:cNvPr id="1053585" name="墨迹 1053584"/>
              <p14:cNvContentPartPr/>
              <p14:nvPr/>
            </p14:nvContentPartPr>
            <p14:xfrm>
              <a:off x="2702946" y="2941117"/>
              <a:ext cx="22100" cy="246370"/>
            </p14:xfrm>
          </p:contentPart>
        </mc:Choice>
        <mc:Fallback xmlns="">
          <p:sp>
            <p:nvSpPr>
              <p:cNvPr id="1053585" name=""/>
              <p:cNvSpPr/>
              <p:nvPr/>
            </p:nvSpPr>
            <p:spPr>
              <a:xfrm>
                <a:off x="2702946" y="2941117"/>
                <a:ext cx="22100" cy="246370"/>
              </a:xfrm>
            </p:spPr>
          </p:sp>
        </mc:Fallback>
      </mc:AlternateContent>
      <mc:AlternateContent xmlns:mc="http://schemas.openxmlformats.org/markup-compatibility/2006" xmlns:p14="http://schemas.microsoft.com/office/powerpoint/2010/main">
        <mc:Choice Requires="p14">
          <p:contentPart p14:bwMode="auto" r:id="rId25">
            <p14:nvContentPartPr>
              <p14:cNvPr id="1053586" name="墨迹 1053585"/>
              <p14:cNvContentPartPr/>
              <p14:nvPr/>
            </p14:nvContentPartPr>
            <p14:xfrm>
              <a:off x="2722684" y="3001306"/>
              <a:ext cx="180282" cy="128465"/>
            </p14:xfrm>
          </p:contentPart>
        </mc:Choice>
        <mc:Fallback xmlns="">
          <p:sp>
            <p:nvSpPr>
              <p:cNvPr id="1053586" name=""/>
              <p:cNvSpPr/>
              <p:nvPr/>
            </p:nvSpPr>
            <p:spPr>
              <a:xfrm>
                <a:off x="2722684" y="3001306"/>
                <a:ext cx="180282" cy="128465"/>
              </a:xfrm>
            </p:spPr>
          </p:sp>
        </mc:Fallback>
      </mc:AlternateContent>
      <mc:AlternateContent xmlns:mc="http://schemas.openxmlformats.org/markup-compatibility/2006" xmlns:p14="http://schemas.microsoft.com/office/powerpoint/2010/main">
        <mc:Choice Requires="p14">
          <p:contentPart p14:bwMode="auto" r:id="rId26">
            <p14:nvContentPartPr>
              <p14:cNvPr id="1053587" name="墨迹 1053586"/>
              <p14:cNvContentPartPr/>
              <p14:nvPr/>
            </p14:nvContentPartPr>
            <p14:xfrm>
              <a:off x="2665485" y="3101041"/>
              <a:ext cx="455403" cy="188654"/>
            </p14:xfrm>
          </p:contentPart>
        </mc:Choice>
        <mc:Fallback xmlns="">
          <p:sp>
            <p:nvSpPr>
              <p:cNvPr id="1053587" name=""/>
              <p:cNvSpPr/>
              <p:nvPr/>
            </p:nvSpPr>
            <p:spPr>
              <a:xfrm>
                <a:off x="2665485" y="3101041"/>
                <a:ext cx="455403" cy="188654"/>
              </a:xfrm>
            </p:spPr>
          </p:sp>
        </mc:Fallback>
      </mc:AlternateContent>
      <mc:AlternateContent xmlns:mc="http://schemas.openxmlformats.org/markup-compatibility/2006" xmlns:p14="http://schemas.microsoft.com/office/powerpoint/2010/main">
        <mc:Choice Requires="p14">
          <p:contentPart p14:bwMode="auto" r:id="rId27">
            <p14:nvContentPartPr>
              <p14:cNvPr id="1053588" name="墨迹 1053587"/>
              <p14:cNvContentPartPr/>
              <p14:nvPr/>
            </p14:nvContentPartPr>
            <p14:xfrm>
              <a:off x="3159975" y="3124614"/>
              <a:ext cx="73768" cy="10317"/>
            </p14:xfrm>
          </p:contentPart>
        </mc:Choice>
        <mc:Fallback xmlns="">
          <p:sp>
            <p:nvSpPr>
              <p:cNvPr id="1053588" name=""/>
              <p:cNvSpPr/>
              <p:nvPr/>
            </p:nvSpPr>
            <p:spPr>
              <a:xfrm>
                <a:off x="3159975" y="3124614"/>
                <a:ext cx="73768" cy="10317"/>
              </a:xfrm>
            </p:spPr>
          </p:sp>
        </mc:Fallback>
      </mc:AlternateContent>
      <mc:AlternateContent xmlns:mc="http://schemas.openxmlformats.org/markup-compatibility/2006" xmlns:p14="http://schemas.microsoft.com/office/powerpoint/2010/main">
        <mc:Choice Requires="p14">
          <p:contentPart p14:bwMode="auto" r:id="rId28">
            <p14:nvContentPartPr>
              <p14:cNvPr id="1053589" name="墨迹 1053588"/>
              <p14:cNvContentPartPr/>
              <p14:nvPr/>
            </p14:nvContentPartPr>
            <p14:xfrm>
              <a:off x="3191584" y="3238402"/>
              <a:ext cx="71471" cy="64445"/>
            </p14:xfrm>
          </p:contentPart>
        </mc:Choice>
        <mc:Fallback xmlns="">
          <p:sp>
            <p:nvSpPr>
              <p:cNvPr id="1053589" name=""/>
              <p:cNvSpPr/>
              <p:nvPr/>
            </p:nvSpPr>
            <p:spPr>
              <a:xfrm>
                <a:off x="3191584" y="3238402"/>
                <a:ext cx="71471" cy="64445"/>
              </a:xfrm>
            </p:spPr>
          </p:sp>
        </mc:Fallback>
      </mc:AlternateContent>
      <mc:AlternateContent xmlns:mc="http://schemas.openxmlformats.org/markup-compatibility/2006" xmlns:p14="http://schemas.microsoft.com/office/powerpoint/2010/main">
        <mc:Choice Requires="p14">
          <p:contentPart p14:bwMode="auto" r:id="rId29">
            <p14:nvContentPartPr>
              <p14:cNvPr id="1053590" name="墨迹 1053589"/>
              <p14:cNvContentPartPr/>
              <p14:nvPr/>
            </p14:nvContentPartPr>
            <p14:xfrm>
              <a:off x="3486076" y="2870077"/>
              <a:ext cx="36339" cy="466353"/>
            </p14:xfrm>
          </p:contentPart>
        </mc:Choice>
        <mc:Fallback xmlns="">
          <p:sp>
            <p:nvSpPr>
              <p:cNvPr id="1053590" name=""/>
              <p:cNvSpPr/>
              <p:nvPr/>
            </p:nvSpPr>
            <p:spPr>
              <a:xfrm>
                <a:off x="3486076" y="2870077"/>
                <a:ext cx="36339" cy="466353"/>
              </a:xfrm>
            </p:spPr>
          </p:sp>
        </mc:Fallback>
      </mc:AlternateContent>
      <mc:AlternateContent xmlns:mc="http://schemas.openxmlformats.org/markup-compatibility/2006" xmlns:p14="http://schemas.microsoft.com/office/powerpoint/2010/main">
        <mc:Choice Requires="p14">
          <p:contentPart p14:bwMode="auto" r:id="rId30">
            <p14:nvContentPartPr>
              <p14:cNvPr id="1053591" name="墨迹 1053590"/>
              <p14:cNvContentPartPr/>
              <p14:nvPr/>
            </p14:nvContentPartPr>
            <p14:xfrm>
              <a:off x="3418411" y="2839874"/>
              <a:ext cx="379354" cy="419580"/>
            </p14:xfrm>
          </p:contentPart>
        </mc:Choice>
        <mc:Fallback xmlns="">
          <p:sp>
            <p:nvSpPr>
              <p:cNvPr id="1053591" name=""/>
              <p:cNvSpPr/>
              <p:nvPr/>
            </p:nvSpPr>
            <p:spPr>
              <a:xfrm>
                <a:off x="3418411" y="2839874"/>
                <a:ext cx="379354" cy="419580"/>
              </a:xfrm>
            </p:spPr>
          </p:sp>
        </mc:Fallback>
      </mc:AlternateContent>
      <mc:AlternateContent xmlns:mc="http://schemas.openxmlformats.org/markup-compatibility/2006" xmlns:p14="http://schemas.microsoft.com/office/powerpoint/2010/main">
        <mc:Choice Requires="p14">
          <p:contentPart p14:bwMode="auto" r:id="rId31">
            <p14:nvContentPartPr>
              <p14:cNvPr id="1053592" name="墨迹 1053591"/>
              <p14:cNvContentPartPr/>
              <p14:nvPr/>
            </p14:nvContentPartPr>
            <p14:xfrm>
              <a:off x="3517688" y="2647692"/>
              <a:ext cx="100615" cy="492644"/>
            </p14:xfrm>
          </p:contentPart>
        </mc:Choice>
        <mc:Fallback xmlns="">
          <p:sp>
            <p:nvSpPr>
              <p:cNvPr id="1053592" name=""/>
              <p:cNvSpPr/>
              <p:nvPr/>
            </p:nvSpPr>
            <p:spPr>
              <a:xfrm>
                <a:off x="3517688" y="2647692"/>
                <a:ext cx="100615" cy="492644"/>
              </a:xfrm>
            </p:spPr>
          </p:sp>
        </mc:Fallback>
      </mc:AlternateContent>
      <mc:AlternateContent xmlns:mc="http://schemas.openxmlformats.org/markup-compatibility/2006" xmlns:p14="http://schemas.microsoft.com/office/powerpoint/2010/main">
        <mc:Choice Requires="p14">
          <p:contentPart p14:bwMode="auto" r:id="rId32">
            <p14:nvContentPartPr>
              <p14:cNvPr id="1053593" name="墨迹 1053592"/>
              <p14:cNvContentPartPr/>
              <p14:nvPr/>
            </p14:nvContentPartPr>
            <p14:xfrm>
              <a:off x="3601995" y="2955016"/>
              <a:ext cx="135123" cy="105142"/>
            </p14:xfrm>
          </p:contentPart>
        </mc:Choice>
        <mc:Fallback xmlns="">
          <p:sp>
            <p:nvSpPr>
              <p:cNvPr id="1053593" name=""/>
              <p:cNvSpPr/>
              <p:nvPr/>
            </p:nvSpPr>
            <p:spPr>
              <a:xfrm>
                <a:off x="3601995" y="2955016"/>
                <a:ext cx="135123" cy="105142"/>
              </a:xfrm>
            </p:spPr>
          </p:sp>
        </mc:Fallback>
      </mc:AlternateContent>
      <mc:AlternateContent xmlns:mc="http://schemas.openxmlformats.org/markup-compatibility/2006" xmlns:p14="http://schemas.microsoft.com/office/powerpoint/2010/main">
        <mc:Choice Requires="p14">
          <p:contentPart p14:bwMode="auto" r:id="rId33">
            <p14:nvContentPartPr>
              <p14:cNvPr id="1053594" name="墨迹 1053593"/>
              <p14:cNvContentPartPr/>
              <p14:nvPr/>
            </p14:nvContentPartPr>
            <p14:xfrm>
              <a:off x="3865080" y="3005207"/>
              <a:ext cx="50259" cy="194502"/>
            </p14:xfrm>
          </p:contentPart>
        </mc:Choice>
        <mc:Fallback xmlns="">
          <p:sp>
            <p:nvSpPr>
              <p:cNvPr id="1053594" name=""/>
              <p:cNvSpPr/>
              <p:nvPr/>
            </p:nvSpPr>
            <p:spPr>
              <a:xfrm>
                <a:off x="3865080" y="3005207"/>
                <a:ext cx="50259" cy="194502"/>
              </a:xfrm>
            </p:spPr>
          </p:sp>
        </mc:Fallback>
      </mc:AlternateContent>
      <mc:AlternateContent xmlns:mc="http://schemas.openxmlformats.org/markup-compatibility/2006" xmlns:p14="http://schemas.microsoft.com/office/powerpoint/2010/main">
        <mc:Choice Requires="p14">
          <p:contentPart p14:bwMode="auto" r:id="rId34">
            <p14:nvContentPartPr>
              <p14:cNvPr id="1053595" name="墨迹 1053594"/>
              <p14:cNvContentPartPr/>
              <p14:nvPr/>
            </p14:nvContentPartPr>
            <p14:xfrm>
              <a:off x="3987285" y="2831471"/>
              <a:ext cx="244112" cy="339015"/>
            </p14:xfrm>
          </p:contentPart>
        </mc:Choice>
        <mc:Fallback xmlns="">
          <p:sp>
            <p:nvSpPr>
              <p:cNvPr id="1053595" name=""/>
              <p:cNvSpPr/>
              <p:nvPr/>
            </p:nvSpPr>
            <p:spPr>
              <a:xfrm>
                <a:off x="3987285" y="2831471"/>
                <a:ext cx="244112" cy="339015"/>
              </a:xfrm>
            </p:spPr>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7" name="Group 23"/>
          <p:cNvGrpSpPr/>
          <p:nvPr/>
        </p:nvGrpSpPr>
        <p:grpSpPr bwMode="auto">
          <a:xfrm>
            <a:off x="1581150" y="2997200"/>
            <a:ext cx="8382000" cy="2971800"/>
            <a:chOff x="240" y="2304"/>
            <a:chExt cx="5280" cy="1872"/>
          </a:xfrm>
        </p:grpSpPr>
        <p:sp>
          <p:nvSpPr>
            <p:cNvPr id="1051184" name="Rectangle 19"/>
            <p:cNvSpPr>
              <a:spLocks noChangeArrowheads="1"/>
            </p:cNvSpPr>
            <p:nvPr/>
          </p:nvSpPr>
          <p:spPr bwMode="auto">
            <a:xfrm>
              <a:off x="240" y="2304"/>
              <a:ext cx="5280" cy="1872"/>
            </a:xfrm>
            <a:prstGeom prst="rect">
              <a:avLst/>
            </a:prstGeom>
            <a:no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458" name="Group 21"/>
            <p:cNvGrpSpPr/>
            <p:nvPr/>
          </p:nvGrpSpPr>
          <p:grpSpPr bwMode="auto">
            <a:xfrm>
              <a:off x="432" y="2352"/>
              <a:ext cx="1440" cy="1248"/>
              <a:chOff x="432" y="2352"/>
              <a:chExt cx="1440" cy="1248"/>
            </a:xfrm>
          </p:grpSpPr>
          <p:sp>
            <p:nvSpPr>
              <p:cNvPr id="1051185" name="AutoShape 5"/>
              <p:cNvSpPr>
                <a:spLocks noChangeArrowheads="1"/>
              </p:cNvSpPr>
              <p:nvPr/>
            </p:nvSpPr>
            <p:spPr bwMode="auto">
              <a:xfrm>
                <a:off x="432" y="2352"/>
                <a:ext cx="1440" cy="1248"/>
              </a:xfrm>
              <a:prstGeom prst="triangle">
                <a:avLst>
                  <a:gd name="adj" fmla="val 50000"/>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86" name="Line 6"/>
              <p:cNvSpPr>
                <a:spLocks noChangeShapeType="1"/>
              </p:cNvSpPr>
              <p:nvPr/>
            </p:nvSpPr>
            <p:spPr bwMode="auto">
              <a:xfrm>
                <a:off x="1152" y="2352"/>
                <a:ext cx="0" cy="864"/>
              </a:xfrm>
              <a:prstGeom prst="line">
                <a:avLst/>
              </a:prstGeom>
              <a:noFill/>
              <a:ln w="22225">
                <a:solidFill>
                  <a:schemeClr val="tx1"/>
                </a:solidFill>
                <a:miter lim="800000"/>
                <a:headEnd/>
                <a:tailEnd/>
              </a:ln>
              <a:effectLst/>
            </p:spPr>
            <p:txBody>
              <a:bodyPr wrap="none"/>
              <a:lstStyle/>
              <a:p>
                <a:endParaRPr lang="zh-CN" altLang="en-US"/>
              </a:p>
            </p:txBody>
          </p:sp>
          <p:sp>
            <p:nvSpPr>
              <p:cNvPr id="1051187" name="Line 7"/>
              <p:cNvSpPr>
                <a:spLocks noChangeShapeType="1"/>
              </p:cNvSpPr>
              <p:nvPr/>
            </p:nvSpPr>
            <p:spPr bwMode="auto">
              <a:xfrm flipV="1">
                <a:off x="432" y="3216"/>
                <a:ext cx="720" cy="384"/>
              </a:xfrm>
              <a:prstGeom prst="line">
                <a:avLst/>
              </a:prstGeom>
              <a:noFill/>
              <a:ln w="22225">
                <a:solidFill>
                  <a:schemeClr val="tx1"/>
                </a:solidFill>
                <a:miter lim="800000"/>
                <a:headEnd/>
                <a:tailEnd/>
              </a:ln>
              <a:effectLst/>
            </p:spPr>
            <p:txBody>
              <a:bodyPr wrap="none"/>
              <a:lstStyle/>
              <a:p>
                <a:endParaRPr lang="zh-CN" altLang="en-US"/>
              </a:p>
            </p:txBody>
          </p:sp>
          <p:sp>
            <p:nvSpPr>
              <p:cNvPr id="1051188" name="Line 8"/>
              <p:cNvSpPr>
                <a:spLocks noChangeShapeType="1"/>
              </p:cNvSpPr>
              <p:nvPr/>
            </p:nvSpPr>
            <p:spPr bwMode="auto">
              <a:xfrm>
                <a:off x="1152" y="3216"/>
                <a:ext cx="720" cy="384"/>
              </a:xfrm>
              <a:prstGeom prst="line">
                <a:avLst/>
              </a:prstGeom>
              <a:noFill/>
              <a:ln w="22225">
                <a:solidFill>
                  <a:schemeClr val="tx1"/>
                </a:solidFill>
                <a:miter lim="800000"/>
                <a:headEnd/>
                <a:tailEnd/>
              </a:ln>
              <a:effectLst/>
            </p:spPr>
            <p:txBody>
              <a:bodyPr wrap="none"/>
              <a:lstStyle/>
              <a:p>
                <a:endParaRPr lang="zh-CN" altLang="en-US"/>
              </a:p>
            </p:txBody>
          </p:sp>
        </p:grpSp>
        <p:grpSp>
          <p:nvGrpSpPr>
            <p:cNvPr id="459" name="Group 20"/>
            <p:cNvGrpSpPr/>
            <p:nvPr/>
          </p:nvGrpSpPr>
          <p:grpSpPr bwMode="auto">
            <a:xfrm>
              <a:off x="2304" y="2496"/>
              <a:ext cx="1104" cy="1104"/>
              <a:chOff x="2304" y="2496"/>
              <a:chExt cx="1104" cy="1104"/>
            </a:xfrm>
          </p:grpSpPr>
          <p:sp>
            <p:nvSpPr>
              <p:cNvPr id="1051189" name="Rectangle 10"/>
              <p:cNvSpPr>
                <a:spLocks noChangeArrowheads="1"/>
              </p:cNvSpPr>
              <p:nvPr/>
            </p:nvSpPr>
            <p:spPr bwMode="auto">
              <a:xfrm>
                <a:off x="2304" y="2496"/>
                <a:ext cx="1104" cy="1104"/>
              </a:xfrm>
              <a:prstGeom prst="rect">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useBgFill="1">
            <p:nvSpPr>
              <p:cNvPr id="1051190" name="Line 11"/>
              <p:cNvSpPr>
                <a:spLocks noChangeShapeType="1"/>
              </p:cNvSpPr>
              <p:nvPr/>
            </p:nvSpPr>
            <p:spPr bwMode="auto">
              <a:xfrm>
                <a:off x="2304" y="2496"/>
                <a:ext cx="1104" cy="1104"/>
              </a:xfrm>
              <a:prstGeom prst="line">
                <a:avLst/>
              </a:prstGeom>
              <a:ln w="22225">
                <a:solidFill>
                  <a:schemeClr val="tx1"/>
                </a:solidFill>
                <a:miter lim="800000"/>
                <a:headEnd/>
                <a:tailEnd/>
              </a:ln>
              <a:effectLst/>
            </p:spPr>
            <p:txBody>
              <a:bodyPr wrap="none"/>
              <a:lstStyle/>
              <a:p>
                <a:endParaRPr lang="zh-CN" altLang="en-US"/>
              </a:p>
            </p:txBody>
          </p:sp>
          <p:sp useBgFill="1">
            <p:nvSpPr>
              <p:cNvPr id="1051191" name="Line 12"/>
              <p:cNvSpPr>
                <a:spLocks noChangeShapeType="1"/>
              </p:cNvSpPr>
              <p:nvPr/>
            </p:nvSpPr>
            <p:spPr bwMode="auto">
              <a:xfrm flipV="1">
                <a:off x="2304" y="2496"/>
                <a:ext cx="1104" cy="1104"/>
              </a:xfrm>
              <a:prstGeom prst="line">
                <a:avLst/>
              </a:prstGeom>
              <a:ln w="22225">
                <a:solidFill>
                  <a:schemeClr val="tx1"/>
                </a:solidFill>
                <a:miter lim="800000"/>
                <a:headEnd/>
                <a:tailEnd/>
              </a:ln>
              <a:effectLst/>
            </p:spPr>
            <p:txBody>
              <a:bodyPr wrap="none"/>
              <a:lstStyle/>
              <a:p>
                <a:endParaRPr lang="zh-CN" altLang="en-US"/>
              </a:p>
            </p:txBody>
          </p:sp>
        </p:grpSp>
        <p:grpSp>
          <p:nvGrpSpPr>
            <p:cNvPr id="460" name="Group 22"/>
            <p:cNvGrpSpPr/>
            <p:nvPr/>
          </p:nvGrpSpPr>
          <p:grpSpPr bwMode="auto">
            <a:xfrm>
              <a:off x="3792" y="2592"/>
              <a:ext cx="1536" cy="816"/>
              <a:chOff x="3792" y="2592"/>
              <a:chExt cx="1536" cy="816"/>
            </a:xfrm>
          </p:grpSpPr>
          <p:sp>
            <p:nvSpPr>
              <p:cNvPr id="1051192" name="Oval 14"/>
              <p:cNvSpPr>
                <a:spLocks noChangeArrowheads="1"/>
              </p:cNvSpPr>
              <p:nvPr/>
            </p:nvSpPr>
            <p:spPr bwMode="auto">
              <a:xfrm>
                <a:off x="3792" y="2592"/>
                <a:ext cx="864" cy="816"/>
              </a:xfrm>
              <a:prstGeom prst="ellipse">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93" name="Oval 15"/>
              <p:cNvSpPr>
                <a:spLocks noChangeArrowheads="1"/>
              </p:cNvSpPr>
              <p:nvPr/>
            </p:nvSpPr>
            <p:spPr bwMode="auto">
              <a:xfrm>
                <a:off x="4656" y="2688"/>
                <a:ext cx="672" cy="672"/>
              </a:xfrm>
              <a:prstGeom prst="ellipse">
                <a:avLst/>
              </a:prstGeom>
              <a:solidFill>
                <a:schemeClr val="bg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94" name="Oval 16"/>
              <p:cNvSpPr>
                <a:spLocks noChangeArrowheads="1"/>
              </p:cNvSpPr>
              <p:nvPr/>
            </p:nvSpPr>
            <p:spPr bwMode="auto">
              <a:xfrm>
                <a:off x="4199" y="2976"/>
                <a:ext cx="48" cy="48"/>
              </a:xfrm>
              <a:prstGeom prst="ellipse">
                <a:avLst/>
              </a:prstGeom>
              <a:solidFill>
                <a:schemeClr val="tx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195" name="Oval 17"/>
              <p:cNvSpPr>
                <a:spLocks noChangeArrowheads="1"/>
              </p:cNvSpPr>
              <p:nvPr/>
            </p:nvSpPr>
            <p:spPr bwMode="auto">
              <a:xfrm>
                <a:off x="4967" y="3024"/>
                <a:ext cx="48" cy="48"/>
              </a:xfrm>
              <a:prstGeom prst="ellipse">
                <a:avLst/>
              </a:prstGeom>
              <a:solidFill>
                <a:schemeClr val="tx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1196" name="Text Box 18"/>
            <p:cNvSpPr txBox="1">
              <a:spLocks noChangeArrowheads="1"/>
            </p:cNvSpPr>
            <p:nvPr/>
          </p:nvSpPr>
          <p:spPr bwMode="auto">
            <a:xfrm>
              <a:off x="2064" y="3840"/>
              <a:ext cx="1556" cy="25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latin typeface="黑体" panose="02010609060101010101" pitchFamily="49" charset="-122"/>
                  <a:ea typeface="黑体" panose="02010609060101010101" pitchFamily="49" charset="-122"/>
                </a:rPr>
                <a:t>最大圆盘定义的骨架</a:t>
              </a:r>
            </a:p>
          </p:txBody>
        </p:sp>
      </p:grpSp>
      <p:sp>
        <p:nvSpPr>
          <p:cNvPr id="1051197" name="TextBox 23"/>
          <p:cNvSpPr txBox="1"/>
          <p:nvPr/>
        </p:nvSpPr>
        <p:spPr>
          <a:xfrm>
            <a:off x="1012825" y="177800"/>
            <a:ext cx="49072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三、二值图像的形态学处理</a:t>
            </a:r>
          </a:p>
        </p:txBody>
      </p:sp>
      <p:sp>
        <p:nvSpPr>
          <p:cNvPr id="1051198"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1199" name="Text Box 2"/>
          <p:cNvSpPr txBox="1">
            <a:spLocks noChangeArrowheads="1"/>
          </p:cNvSpPr>
          <p:nvPr/>
        </p:nvSpPr>
        <p:spPr bwMode="auto">
          <a:xfrm>
            <a:off x="1487488" y="1589088"/>
            <a:ext cx="8569325" cy="487679"/>
          </a:xfrm>
          <a:prstGeom prst="rect">
            <a:avLst/>
          </a:prstGeom>
          <a:noFill/>
          <a:ln>
            <a:noFill/>
          </a:ln>
          <a:effectLst/>
        </p:spPr>
        <p:txBody>
          <a:bodyPr>
            <a:spAutoFit/>
          </a:bodyPr>
          <a:lstStyle/>
          <a:p>
            <a:pPr marL="342900" indent="-342900" eaLnBrk="1" hangingPunct="1">
              <a:lnSpc>
                <a:spcPct val="130000"/>
              </a:lnSpc>
              <a:buFont typeface="Arial" panose="020B0604020202020204" pitchFamily="34" charset="0"/>
              <a:buChar char="•"/>
            </a:pPr>
            <a:r>
              <a:rPr lang="zh-CN" altLang="en-US" sz="2000" dirty="0">
                <a:solidFill>
                  <a:schemeClr val="bg1">
                    <a:lumMod val="50000"/>
                  </a:schemeClr>
                </a:solidFill>
                <a:latin typeface="黑体" panose="02010609060101010101" pitchFamily="49" charset="-122"/>
                <a:ea typeface="黑体" panose="02010609060101010101" pitchFamily="49" charset="-122"/>
                <a:sym typeface="Wingdings 2" panose="05020102010507070707" pitchFamily="18" charset="2"/>
              </a:rPr>
              <a:t>骨架：所有最大圆盘的圆心构成了图像的骨架。</a:t>
            </a:r>
            <a:endParaRPr lang="zh-CN" altLang="en-US" sz="2000" dirty="0">
              <a:solidFill>
                <a:schemeClr val="bg1">
                  <a:lumMod val="50000"/>
                </a:schemeClr>
              </a:solidFill>
              <a:latin typeface="黑体" panose="02010609060101010101" pitchFamily="49" charset="-122"/>
              <a:ea typeface="黑体" panose="02010609060101010101" pitchFamily="49" charset="-122"/>
            </a:endParaRPr>
          </a:p>
        </p:txBody>
      </p:sp>
      <p:sp>
        <p:nvSpPr>
          <p:cNvPr id="1051200"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4.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骨架化</a:t>
            </a:r>
          </a:p>
        </p:txBody>
      </p:sp>
      <mc:AlternateContent xmlns:mc="http://schemas.openxmlformats.org/markup-compatibility/2006" xmlns:p14="http://schemas.microsoft.com/office/powerpoint/2010/main">
        <mc:Choice Requires="p14">
          <p:contentPart p14:bwMode="auto" r:id="rId2">
            <p14:nvContentPartPr>
              <p14:cNvPr id="1053596" name="墨迹 1053595"/>
              <p14:cNvContentPartPr/>
              <p14:nvPr/>
            </p14:nvContentPartPr>
            <p14:xfrm>
              <a:off x="7376823" y="2553916"/>
              <a:ext cx="16444" cy="578597"/>
            </p14:xfrm>
          </p:contentPart>
        </mc:Choice>
        <mc:Fallback xmlns="">
          <p:sp>
            <p:nvSpPr>
              <p:cNvPr id="1053596" name=""/>
              <p:cNvSpPr/>
              <p:nvPr/>
            </p:nvSpPr>
            <p:spPr>
              <a:xfrm>
                <a:off x="7376823" y="2553916"/>
                <a:ext cx="16444" cy="578597"/>
              </a:xfrm>
            </p:spPr>
          </p:sp>
        </mc:Fallback>
      </mc:AlternateContent>
      <mc:AlternateContent xmlns:mc="http://schemas.openxmlformats.org/markup-compatibility/2006" xmlns:p14="http://schemas.microsoft.com/office/powerpoint/2010/main">
        <mc:Choice Requires="p14">
          <p:contentPart p14:bwMode="auto" r:id="rId3">
            <p14:nvContentPartPr>
              <p14:cNvPr id="1053597" name="墨迹 1053596"/>
              <p14:cNvContentPartPr/>
              <p14:nvPr/>
            </p14:nvContentPartPr>
            <p14:xfrm>
              <a:off x="7387529" y="2451438"/>
              <a:ext cx="324836" cy="733368"/>
            </p14:xfrm>
          </p:contentPart>
        </mc:Choice>
        <mc:Fallback xmlns="">
          <p:sp>
            <p:nvSpPr>
              <p:cNvPr id="1053597" name=""/>
              <p:cNvSpPr/>
              <p:nvPr/>
            </p:nvSpPr>
            <p:spPr>
              <a:xfrm>
                <a:off x="7387529" y="2451438"/>
                <a:ext cx="324836" cy="733368"/>
              </a:xfrm>
            </p:spPr>
          </p:sp>
        </mc:Fallback>
      </mc:AlternateContent>
      <mc:AlternateContent xmlns:mc="http://schemas.openxmlformats.org/markup-compatibility/2006" xmlns:p14="http://schemas.microsoft.com/office/powerpoint/2010/main">
        <mc:Choice Requires="p14">
          <p:contentPart p14:bwMode="auto" r:id="rId4">
            <p14:nvContentPartPr>
              <p14:cNvPr id="1053598" name="墨迹 1053597"/>
              <p14:cNvContentPartPr/>
              <p14:nvPr/>
            </p14:nvContentPartPr>
            <p14:xfrm>
              <a:off x="7442397" y="2636864"/>
              <a:ext cx="8735" cy="166065"/>
            </p14:xfrm>
          </p:contentPart>
        </mc:Choice>
        <mc:Fallback xmlns="">
          <p:sp>
            <p:nvSpPr>
              <p:cNvPr id="1053598" name=""/>
              <p:cNvSpPr/>
              <p:nvPr/>
            </p:nvSpPr>
            <p:spPr>
              <a:xfrm>
                <a:off x="7442397" y="2636864"/>
                <a:ext cx="8735" cy="166065"/>
              </a:xfrm>
            </p:spPr>
          </p:sp>
        </mc:Fallback>
      </mc:AlternateContent>
      <mc:AlternateContent xmlns:mc="http://schemas.openxmlformats.org/markup-compatibility/2006" xmlns:p14="http://schemas.microsoft.com/office/powerpoint/2010/main">
        <mc:Choice Requires="p14">
          <p:contentPart p14:bwMode="auto" r:id="rId5">
            <p14:nvContentPartPr>
              <p14:cNvPr id="1053599" name="墨迹 1053598"/>
              <p14:cNvContentPartPr/>
              <p14:nvPr/>
            </p14:nvContentPartPr>
            <p14:xfrm>
              <a:off x="7437854" y="2639371"/>
              <a:ext cx="129430" cy="160378"/>
            </p14:xfrm>
          </p:contentPart>
        </mc:Choice>
        <mc:Fallback xmlns="">
          <p:sp>
            <p:nvSpPr>
              <p:cNvPr id="1053599" name=""/>
              <p:cNvSpPr/>
              <p:nvPr/>
            </p:nvSpPr>
            <p:spPr>
              <a:xfrm>
                <a:off x="7437854" y="2639371"/>
                <a:ext cx="129430" cy="160378"/>
              </a:xfrm>
            </p:spPr>
          </p:sp>
        </mc:Fallback>
      </mc:AlternateContent>
      <mc:AlternateContent xmlns:mc="http://schemas.openxmlformats.org/markup-compatibility/2006" xmlns:p14="http://schemas.microsoft.com/office/powerpoint/2010/main">
        <mc:Choice Requires="p14">
          <p:contentPart p14:bwMode="auto" r:id="rId6">
            <p14:nvContentPartPr>
              <p14:cNvPr id="1053600" name="墨迹 1053599"/>
              <p14:cNvContentPartPr/>
              <p14:nvPr/>
            </p14:nvContentPartPr>
            <p14:xfrm>
              <a:off x="7440325" y="2790105"/>
              <a:ext cx="13558" cy="127659"/>
            </p14:xfrm>
          </p:contentPart>
        </mc:Choice>
        <mc:Fallback xmlns="">
          <p:sp>
            <p:nvSpPr>
              <p:cNvPr id="1053600" name=""/>
              <p:cNvSpPr/>
              <p:nvPr/>
            </p:nvSpPr>
            <p:spPr>
              <a:xfrm>
                <a:off x="7440325" y="2790105"/>
                <a:ext cx="13558" cy="127659"/>
              </a:xfrm>
            </p:spPr>
          </p:sp>
        </mc:Fallback>
      </mc:AlternateContent>
      <mc:AlternateContent xmlns:mc="http://schemas.openxmlformats.org/markup-compatibility/2006" xmlns:p14="http://schemas.microsoft.com/office/powerpoint/2010/main">
        <mc:Choice Requires="p14">
          <p:contentPart p14:bwMode="auto" r:id="rId7">
            <p14:nvContentPartPr>
              <p14:cNvPr id="1053601" name="墨迹 1053600"/>
              <p14:cNvContentPartPr/>
              <p14:nvPr/>
            </p14:nvContentPartPr>
            <p14:xfrm>
              <a:off x="7462604" y="2773273"/>
              <a:ext cx="112330" cy="146890"/>
            </p14:xfrm>
          </p:contentPart>
        </mc:Choice>
        <mc:Fallback xmlns="">
          <p:sp>
            <p:nvSpPr>
              <p:cNvPr id="1053601" name=""/>
              <p:cNvSpPr/>
              <p:nvPr/>
            </p:nvSpPr>
            <p:spPr>
              <a:xfrm>
                <a:off x="7462604" y="2773273"/>
                <a:ext cx="112330" cy="146890"/>
              </a:xfrm>
            </p:spPr>
          </p:sp>
        </mc:Fallback>
      </mc:AlternateContent>
      <mc:AlternateContent xmlns:mc="http://schemas.openxmlformats.org/markup-compatibility/2006" xmlns:p14="http://schemas.microsoft.com/office/powerpoint/2010/main">
        <mc:Choice Requires="p14">
          <p:contentPart p14:bwMode="auto" r:id="rId8">
            <p14:nvContentPartPr>
              <p14:cNvPr id="1053602" name="墨迹 1053601"/>
              <p14:cNvContentPartPr/>
              <p14:nvPr/>
            </p14:nvContentPartPr>
            <p14:xfrm>
              <a:off x="7443235" y="2805570"/>
              <a:ext cx="181289" cy="259982"/>
            </p14:xfrm>
          </p:contentPart>
        </mc:Choice>
        <mc:Fallback xmlns="">
          <p:sp>
            <p:nvSpPr>
              <p:cNvPr id="1053602" name=""/>
              <p:cNvSpPr/>
              <p:nvPr/>
            </p:nvSpPr>
            <p:spPr>
              <a:xfrm>
                <a:off x="7443235" y="2805570"/>
                <a:ext cx="181289" cy="259982"/>
              </a:xfrm>
            </p:spPr>
          </p:sp>
        </mc:Fallback>
      </mc:AlternateContent>
      <mc:AlternateContent xmlns:mc="http://schemas.openxmlformats.org/markup-compatibility/2006" xmlns:p14="http://schemas.microsoft.com/office/powerpoint/2010/main">
        <mc:Choice Requires="p14">
          <p:contentPart p14:bwMode="auto" r:id="rId9">
            <p14:nvContentPartPr>
              <p14:cNvPr id="1053603" name="墨迹 1053602"/>
              <p14:cNvContentPartPr/>
              <p14:nvPr/>
            </p14:nvContentPartPr>
            <p14:xfrm>
              <a:off x="7949646" y="2435822"/>
              <a:ext cx="3574" cy="223035"/>
            </p14:xfrm>
          </p:contentPart>
        </mc:Choice>
        <mc:Fallback xmlns="">
          <p:sp>
            <p:nvSpPr>
              <p:cNvPr id="1053603" name=""/>
              <p:cNvSpPr/>
              <p:nvPr/>
            </p:nvSpPr>
            <p:spPr>
              <a:xfrm>
                <a:off x="7949646" y="2435822"/>
                <a:ext cx="3574" cy="223035"/>
              </a:xfrm>
            </p:spPr>
          </p:sp>
        </mc:Fallback>
      </mc:AlternateContent>
      <mc:AlternateContent xmlns:mc="http://schemas.openxmlformats.org/markup-compatibility/2006" xmlns:p14="http://schemas.microsoft.com/office/powerpoint/2010/main">
        <mc:Choice Requires="p14">
          <p:contentPart p14:bwMode="auto" r:id="rId10">
            <p14:nvContentPartPr>
              <p14:cNvPr id="1053604" name="墨迹 1053603"/>
              <p14:cNvContentPartPr/>
              <p14:nvPr/>
            </p14:nvContentPartPr>
            <p14:xfrm>
              <a:off x="7948439" y="2432015"/>
              <a:ext cx="151859" cy="236045"/>
            </p14:xfrm>
          </p:contentPart>
        </mc:Choice>
        <mc:Fallback xmlns="">
          <p:sp>
            <p:nvSpPr>
              <p:cNvPr id="1053604" name=""/>
              <p:cNvSpPr/>
              <p:nvPr/>
            </p:nvSpPr>
            <p:spPr>
              <a:xfrm>
                <a:off x="7948439" y="2432015"/>
                <a:ext cx="151859" cy="236045"/>
              </a:xfrm>
            </p:spPr>
          </p:sp>
        </mc:Fallback>
      </mc:AlternateContent>
      <mc:AlternateContent xmlns:mc="http://schemas.openxmlformats.org/markup-compatibility/2006" xmlns:p14="http://schemas.microsoft.com/office/powerpoint/2010/main">
        <mc:Choice Requires="p14">
          <p:contentPart p14:bwMode="auto" r:id="rId11">
            <p14:nvContentPartPr>
              <p14:cNvPr id="1053605" name="墨迹 1053604"/>
              <p14:cNvContentPartPr/>
              <p14:nvPr/>
            </p14:nvContentPartPr>
            <p14:xfrm>
              <a:off x="7839311" y="2531422"/>
              <a:ext cx="242404" cy="208459"/>
            </p14:xfrm>
          </p:contentPart>
        </mc:Choice>
        <mc:Fallback xmlns="">
          <p:sp>
            <p:nvSpPr>
              <p:cNvPr id="1053605" name=""/>
              <p:cNvSpPr/>
              <p:nvPr/>
            </p:nvSpPr>
            <p:spPr>
              <a:xfrm>
                <a:off x="7839311" y="2531422"/>
                <a:ext cx="242404" cy="208459"/>
              </a:xfrm>
            </p:spPr>
          </p:sp>
        </mc:Fallback>
      </mc:AlternateContent>
      <mc:AlternateContent xmlns:mc="http://schemas.openxmlformats.org/markup-compatibility/2006" xmlns:p14="http://schemas.microsoft.com/office/powerpoint/2010/main">
        <mc:Choice Requires="p14">
          <p:contentPart p14:bwMode="auto" r:id="rId12">
            <p14:nvContentPartPr>
              <p14:cNvPr id="1053606" name="墨迹 1053605"/>
              <p14:cNvContentPartPr/>
              <p14:nvPr/>
            </p14:nvContentPartPr>
            <p14:xfrm>
              <a:off x="7906843" y="2669670"/>
              <a:ext cx="226229" cy="311419"/>
            </p14:xfrm>
          </p:contentPart>
        </mc:Choice>
        <mc:Fallback xmlns="">
          <p:sp>
            <p:nvSpPr>
              <p:cNvPr id="1053606" name=""/>
              <p:cNvSpPr/>
              <p:nvPr/>
            </p:nvSpPr>
            <p:spPr>
              <a:xfrm>
                <a:off x="7906843" y="2669670"/>
                <a:ext cx="226229" cy="311419"/>
              </a:xfrm>
            </p:spPr>
          </p:sp>
        </mc:Fallback>
      </mc:AlternateContent>
      <mc:AlternateContent xmlns:mc="http://schemas.openxmlformats.org/markup-compatibility/2006" xmlns:p14="http://schemas.microsoft.com/office/powerpoint/2010/main">
        <mc:Choice Requires="p14">
          <p:contentPart p14:bwMode="auto" r:id="rId13">
            <p14:nvContentPartPr>
              <p14:cNvPr id="1053607" name="墨迹 1053606"/>
              <p14:cNvContentPartPr/>
              <p14:nvPr/>
            </p14:nvContentPartPr>
            <p14:xfrm>
              <a:off x="7978683" y="2749759"/>
              <a:ext cx="156312" cy="128689"/>
            </p14:xfrm>
          </p:contentPart>
        </mc:Choice>
        <mc:Fallback xmlns="">
          <p:sp>
            <p:nvSpPr>
              <p:cNvPr id="1053607" name=""/>
              <p:cNvSpPr/>
              <p:nvPr/>
            </p:nvSpPr>
            <p:spPr>
              <a:xfrm>
                <a:off x="7978683" y="2749759"/>
                <a:ext cx="156312" cy="128689"/>
              </a:xfrm>
            </p:spPr>
          </p:sp>
        </mc:Fallback>
      </mc:AlternateContent>
      <mc:AlternateContent xmlns:mc="http://schemas.openxmlformats.org/markup-compatibility/2006" xmlns:p14="http://schemas.microsoft.com/office/powerpoint/2010/main">
        <mc:Choice Requires="p14">
          <p:contentPart p14:bwMode="auto" r:id="rId14">
            <p14:nvContentPartPr>
              <p14:cNvPr id="1053608" name="墨迹 1053607"/>
              <p14:cNvContentPartPr/>
              <p14:nvPr/>
            </p14:nvContentPartPr>
            <p14:xfrm>
              <a:off x="8242042" y="2549409"/>
              <a:ext cx="178491" cy="142144"/>
            </p14:xfrm>
          </p:contentPart>
        </mc:Choice>
        <mc:Fallback xmlns="">
          <p:sp>
            <p:nvSpPr>
              <p:cNvPr id="1053608" name=""/>
              <p:cNvSpPr/>
              <p:nvPr/>
            </p:nvSpPr>
            <p:spPr>
              <a:xfrm>
                <a:off x="8242042" y="2549409"/>
                <a:ext cx="178491" cy="142144"/>
              </a:xfrm>
            </p:spPr>
          </p:sp>
        </mc:Fallback>
      </mc:AlternateContent>
      <mc:AlternateContent xmlns:mc="http://schemas.openxmlformats.org/markup-compatibility/2006" xmlns:p14="http://schemas.microsoft.com/office/powerpoint/2010/main">
        <mc:Choice Requires="p14">
          <p:contentPart p14:bwMode="auto" r:id="rId15">
            <p14:nvContentPartPr>
              <p14:cNvPr id="1053609" name="墨迹 1053608"/>
              <p14:cNvContentPartPr/>
              <p14:nvPr/>
            </p14:nvContentPartPr>
            <p14:xfrm>
              <a:off x="8213563" y="2447538"/>
              <a:ext cx="167153" cy="288684"/>
            </p14:xfrm>
          </p:contentPart>
        </mc:Choice>
        <mc:Fallback xmlns="">
          <p:sp>
            <p:nvSpPr>
              <p:cNvPr id="1053609" name=""/>
              <p:cNvSpPr/>
              <p:nvPr/>
            </p:nvSpPr>
            <p:spPr>
              <a:xfrm>
                <a:off x="8213563" y="2447538"/>
                <a:ext cx="167153" cy="288684"/>
              </a:xfrm>
            </p:spPr>
          </p:sp>
        </mc:Fallback>
      </mc:AlternateContent>
      <mc:AlternateContent xmlns:mc="http://schemas.openxmlformats.org/markup-compatibility/2006" xmlns:p14="http://schemas.microsoft.com/office/powerpoint/2010/main">
        <mc:Choice Requires="p14">
          <p:contentPart p14:bwMode="auto" r:id="rId16">
            <p14:nvContentPartPr>
              <p14:cNvPr id="1053610" name="墨迹 1053609"/>
              <p14:cNvContentPartPr/>
              <p14:nvPr/>
            </p14:nvContentPartPr>
            <p14:xfrm>
              <a:off x="8421696" y="2511740"/>
              <a:ext cx="15329" cy="135449"/>
            </p14:xfrm>
          </p:contentPart>
        </mc:Choice>
        <mc:Fallback xmlns="">
          <p:sp>
            <p:nvSpPr>
              <p:cNvPr id="1053610" name=""/>
              <p:cNvSpPr/>
              <p:nvPr/>
            </p:nvSpPr>
            <p:spPr>
              <a:xfrm>
                <a:off x="8421696" y="2511740"/>
                <a:ext cx="15329" cy="135449"/>
              </a:xfrm>
            </p:spPr>
          </p:sp>
        </mc:Fallback>
      </mc:AlternateContent>
      <mc:AlternateContent xmlns:mc="http://schemas.openxmlformats.org/markup-compatibility/2006" xmlns:p14="http://schemas.microsoft.com/office/powerpoint/2010/main">
        <mc:Choice Requires="p14">
          <p:contentPart p14:bwMode="auto" r:id="rId17">
            <p14:nvContentPartPr>
              <p14:cNvPr id="1053611" name="墨迹 1053610"/>
              <p14:cNvContentPartPr/>
              <p14:nvPr/>
            </p14:nvContentPartPr>
            <p14:xfrm>
              <a:off x="8363844" y="2537652"/>
              <a:ext cx="161598" cy="185598"/>
            </p14:xfrm>
          </p:contentPart>
        </mc:Choice>
        <mc:Fallback xmlns="">
          <p:sp>
            <p:nvSpPr>
              <p:cNvPr id="1053611" name=""/>
              <p:cNvSpPr/>
              <p:nvPr/>
            </p:nvSpPr>
            <p:spPr>
              <a:xfrm>
                <a:off x="8363844" y="2537652"/>
                <a:ext cx="161598" cy="185598"/>
              </a:xfrm>
            </p:spPr>
          </p:sp>
        </mc:Fallback>
      </mc:AlternateContent>
      <mc:AlternateContent xmlns:mc="http://schemas.openxmlformats.org/markup-compatibility/2006" xmlns:p14="http://schemas.microsoft.com/office/powerpoint/2010/main">
        <mc:Choice Requires="p14">
          <p:contentPart p14:bwMode="auto" r:id="rId18">
            <p14:nvContentPartPr>
              <p14:cNvPr id="1053612" name="墨迹 1053611"/>
              <p14:cNvContentPartPr/>
              <p14:nvPr/>
            </p14:nvContentPartPr>
            <p14:xfrm>
              <a:off x="8232479" y="2704966"/>
              <a:ext cx="272006" cy="98729"/>
            </p14:xfrm>
          </p:contentPart>
        </mc:Choice>
        <mc:Fallback xmlns="">
          <p:sp>
            <p:nvSpPr>
              <p:cNvPr id="1053612" name=""/>
              <p:cNvSpPr/>
              <p:nvPr/>
            </p:nvSpPr>
            <p:spPr>
              <a:xfrm>
                <a:off x="8232479" y="2704966"/>
                <a:ext cx="272006" cy="98729"/>
              </a:xfrm>
            </p:spPr>
          </p:sp>
        </mc:Fallback>
      </mc:AlternateContent>
      <mc:AlternateContent xmlns:mc="http://schemas.openxmlformats.org/markup-compatibility/2006" xmlns:p14="http://schemas.microsoft.com/office/powerpoint/2010/main">
        <mc:Choice Requires="p14">
          <p:contentPart p14:bwMode="auto" r:id="rId19">
            <p14:nvContentPartPr>
              <p14:cNvPr id="1053613" name="墨迹 1053612"/>
              <p14:cNvContentPartPr/>
              <p14:nvPr/>
            </p14:nvContentPartPr>
            <p14:xfrm>
              <a:off x="8393519" y="2704346"/>
              <a:ext cx="63228" cy="184519"/>
            </p14:xfrm>
          </p:contentPart>
        </mc:Choice>
        <mc:Fallback xmlns="">
          <p:sp>
            <p:nvSpPr>
              <p:cNvPr id="1053613" name=""/>
              <p:cNvSpPr/>
              <p:nvPr/>
            </p:nvSpPr>
            <p:spPr>
              <a:xfrm>
                <a:off x="8393519" y="2704346"/>
                <a:ext cx="63228" cy="184519"/>
              </a:xfrm>
            </p:spPr>
          </p:sp>
        </mc:Fallback>
      </mc:AlternateContent>
      <mc:AlternateContent xmlns:mc="http://schemas.openxmlformats.org/markup-compatibility/2006" xmlns:p14="http://schemas.microsoft.com/office/powerpoint/2010/main">
        <mc:Choice Requires="p14">
          <p:contentPart p14:bwMode="auto" r:id="rId20">
            <p14:nvContentPartPr>
              <p14:cNvPr id="1053614" name="墨迹 1053613"/>
              <p14:cNvContentPartPr/>
              <p14:nvPr/>
            </p14:nvContentPartPr>
            <p14:xfrm>
              <a:off x="8256928" y="2752146"/>
              <a:ext cx="131439" cy="119988"/>
            </p14:xfrm>
          </p:contentPart>
        </mc:Choice>
        <mc:Fallback xmlns="">
          <p:sp>
            <p:nvSpPr>
              <p:cNvPr id="1053614" name=""/>
              <p:cNvSpPr/>
              <p:nvPr/>
            </p:nvSpPr>
            <p:spPr>
              <a:xfrm>
                <a:off x="8256928" y="2752146"/>
                <a:ext cx="131439" cy="119988"/>
              </a:xfrm>
            </p:spPr>
          </p:sp>
        </mc:Fallback>
      </mc:AlternateContent>
      <mc:AlternateContent xmlns:mc="http://schemas.openxmlformats.org/markup-compatibility/2006" xmlns:p14="http://schemas.microsoft.com/office/powerpoint/2010/main">
        <mc:Choice Requires="p14">
          <p:contentPart p14:bwMode="auto" r:id="rId21">
            <p14:nvContentPartPr>
              <p14:cNvPr id="1053615" name="墨迹 1053614"/>
              <p14:cNvContentPartPr/>
              <p14:nvPr/>
            </p14:nvContentPartPr>
            <p14:xfrm>
              <a:off x="8487829" y="2799946"/>
              <a:ext cx="107844" cy="93134"/>
            </p14:xfrm>
          </p:contentPart>
        </mc:Choice>
        <mc:Fallback xmlns="">
          <p:sp>
            <p:nvSpPr>
              <p:cNvPr id="1053615" name=""/>
              <p:cNvSpPr/>
              <p:nvPr/>
            </p:nvSpPr>
            <p:spPr>
              <a:xfrm>
                <a:off x="8487829" y="2799946"/>
                <a:ext cx="107844" cy="93134"/>
              </a:xfrm>
            </p:spPr>
          </p:sp>
        </mc:Fallback>
      </mc:AlternateContent>
      <mc:AlternateContent xmlns:mc="http://schemas.openxmlformats.org/markup-compatibility/2006" xmlns:p14="http://schemas.microsoft.com/office/powerpoint/2010/main">
        <mc:Choice Requires="p14">
          <p:contentPart p14:bwMode="auto" r:id="rId22">
            <p14:nvContentPartPr>
              <p14:cNvPr id="1053616" name="墨迹 1053615"/>
              <p14:cNvContentPartPr/>
              <p14:nvPr/>
            </p14:nvContentPartPr>
            <p14:xfrm>
              <a:off x="8751307" y="2720279"/>
              <a:ext cx="0" cy="0"/>
            </p14:xfrm>
          </p:contentPart>
        </mc:Choice>
        <mc:Fallback xmlns="">
          <p:sp>
            <p:nvSpPr>
              <p:cNvPr id="1053616" name=""/>
              <p:cNvSpPr/>
              <p:nvPr/>
            </p:nvSpPr>
            <p:spPr>
              <a:xfrm>
                <a:off x="8751307" y="2720279"/>
                <a:ext cx="0" cy="0"/>
              </a:xfrm>
            </p:spPr>
          </p:sp>
        </mc:Fallback>
      </mc:AlternateContent>
      <mc:AlternateContent xmlns:mc="http://schemas.openxmlformats.org/markup-compatibility/2006" xmlns:p14="http://schemas.microsoft.com/office/powerpoint/2010/main">
        <mc:Choice Requires="p14">
          <p:contentPart p14:bwMode="auto" r:id="rId23">
            <p14:nvContentPartPr>
              <p14:cNvPr id="1053617" name="墨迹 1053616"/>
              <p14:cNvContentPartPr/>
              <p14:nvPr/>
            </p14:nvContentPartPr>
            <p14:xfrm>
              <a:off x="8738875" y="2813537"/>
              <a:ext cx="56082" cy="29865"/>
            </p14:xfrm>
          </p:contentPart>
        </mc:Choice>
        <mc:Fallback xmlns="">
          <p:sp>
            <p:nvSpPr>
              <p:cNvPr id="1053617" name=""/>
              <p:cNvSpPr/>
              <p:nvPr/>
            </p:nvSpPr>
            <p:spPr>
              <a:xfrm>
                <a:off x="8738875" y="2813537"/>
                <a:ext cx="56082" cy="29865"/>
              </a:xfrm>
            </p:spPr>
          </p:sp>
        </mc:Fallback>
      </mc:AlternateContent>
      <mc:AlternateContent xmlns:mc="http://schemas.openxmlformats.org/markup-compatibility/2006" xmlns:p14="http://schemas.microsoft.com/office/powerpoint/2010/main">
        <mc:Choice Requires="p14">
          <p:contentPart p14:bwMode="auto" r:id="rId24">
            <p14:nvContentPartPr>
              <p14:cNvPr id="1053618" name="墨迹 1053617"/>
              <p14:cNvContentPartPr/>
              <p14:nvPr/>
            </p14:nvContentPartPr>
            <p14:xfrm>
              <a:off x="9091297" y="2418951"/>
              <a:ext cx="19911" cy="198177"/>
            </p14:xfrm>
          </p:contentPart>
        </mc:Choice>
        <mc:Fallback xmlns="">
          <p:sp>
            <p:nvSpPr>
              <p:cNvPr id="1053618" name=""/>
              <p:cNvSpPr/>
              <p:nvPr/>
            </p:nvSpPr>
            <p:spPr>
              <a:xfrm>
                <a:off x="9091297" y="2418951"/>
                <a:ext cx="19911" cy="198177"/>
              </a:xfrm>
            </p:spPr>
          </p:sp>
        </mc:Fallback>
      </mc:AlternateContent>
      <mc:AlternateContent xmlns:mc="http://schemas.openxmlformats.org/markup-compatibility/2006" xmlns:p14="http://schemas.microsoft.com/office/powerpoint/2010/main">
        <mc:Choice Requires="p14">
          <p:contentPart p14:bwMode="auto" r:id="rId25">
            <p14:nvContentPartPr>
              <p14:cNvPr id="1053619" name="墨迹 1053618"/>
              <p14:cNvContentPartPr/>
              <p14:nvPr/>
            </p14:nvContentPartPr>
            <p14:xfrm>
              <a:off x="9140549" y="2490592"/>
              <a:ext cx="76917" cy="22075"/>
            </p14:xfrm>
          </p:contentPart>
        </mc:Choice>
        <mc:Fallback xmlns="">
          <p:sp>
            <p:nvSpPr>
              <p:cNvPr id="1053619" name=""/>
              <p:cNvSpPr/>
              <p:nvPr/>
            </p:nvSpPr>
            <p:spPr>
              <a:xfrm>
                <a:off x="9140549" y="2490592"/>
                <a:ext cx="76917" cy="22075"/>
              </a:xfrm>
            </p:spPr>
          </p:sp>
        </mc:Fallback>
      </mc:AlternateContent>
      <mc:AlternateContent xmlns:mc="http://schemas.openxmlformats.org/markup-compatibility/2006" xmlns:p14="http://schemas.microsoft.com/office/powerpoint/2010/main">
        <mc:Choice Requires="p14">
          <p:contentPart p14:bwMode="auto" r:id="rId26">
            <p14:nvContentPartPr>
              <p14:cNvPr id="1053620" name="墨迹 1053619"/>
              <p14:cNvContentPartPr/>
              <p14:nvPr/>
            </p14:nvContentPartPr>
            <p14:xfrm>
              <a:off x="9014420" y="2601717"/>
              <a:ext cx="14575" cy="185505"/>
            </p14:xfrm>
          </p:contentPart>
        </mc:Choice>
        <mc:Fallback xmlns="">
          <p:sp>
            <p:nvSpPr>
              <p:cNvPr id="1053620" name=""/>
              <p:cNvSpPr/>
              <p:nvPr/>
            </p:nvSpPr>
            <p:spPr>
              <a:xfrm>
                <a:off x="9014420" y="2601717"/>
                <a:ext cx="14575" cy="185505"/>
              </a:xfrm>
            </p:spPr>
          </p:sp>
        </mc:Fallback>
      </mc:AlternateContent>
      <mc:AlternateContent xmlns:mc="http://schemas.openxmlformats.org/markup-compatibility/2006" xmlns:p14="http://schemas.microsoft.com/office/powerpoint/2010/main">
        <mc:Choice Requires="p14">
          <p:contentPart p14:bwMode="auto" r:id="rId27">
            <p14:nvContentPartPr>
              <p14:cNvPr id="1053621" name="墨迹 1053620"/>
              <p14:cNvContentPartPr/>
              <p14:nvPr/>
            </p14:nvContentPartPr>
            <p14:xfrm>
              <a:off x="9072647" y="2628041"/>
              <a:ext cx="125227" cy="151762"/>
            </p14:xfrm>
          </p:contentPart>
        </mc:Choice>
        <mc:Fallback xmlns="">
          <p:sp>
            <p:nvSpPr>
              <p:cNvPr id="1053621" name=""/>
              <p:cNvSpPr/>
              <p:nvPr/>
            </p:nvSpPr>
            <p:spPr>
              <a:xfrm>
                <a:off x="9072647" y="2628041"/>
                <a:ext cx="125227" cy="151762"/>
              </a:xfrm>
            </p:spPr>
          </p:sp>
        </mc:Fallback>
      </mc:AlternateContent>
      <mc:AlternateContent xmlns:mc="http://schemas.openxmlformats.org/markup-compatibility/2006" xmlns:p14="http://schemas.microsoft.com/office/powerpoint/2010/main">
        <mc:Choice Requires="p14">
          <p:contentPart p14:bwMode="auto" r:id="rId28">
            <p14:nvContentPartPr>
              <p14:cNvPr id="1053622" name="墨迹 1053621"/>
              <p14:cNvContentPartPr/>
              <p14:nvPr/>
            </p14:nvContentPartPr>
            <p14:xfrm>
              <a:off x="8992161" y="2809319"/>
              <a:ext cx="279853" cy="72336"/>
            </p14:xfrm>
          </p:contentPart>
        </mc:Choice>
        <mc:Fallback xmlns="">
          <p:sp>
            <p:nvSpPr>
              <p:cNvPr id="1053622" name=""/>
              <p:cNvSpPr/>
              <p:nvPr/>
            </p:nvSpPr>
            <p:spPr>
              <a:xfrm>
                <a:off x="8992161" y="2809319"/>
                <a:ext cx="279853" cy="72336"/>
              </a:xfrm>
            </p:spPr>
          </p:sp>
        </mc:Fallback>
      </mc:AlternateContent>
      <mc:AlternateContent xmlns:mc="http://schemas.openxmlformats.org/markup-compatibility/2006" xmlns:p14="http://schemas.microsoft.com/office/powerpoint/2010/main">
        <mc:Choice Requires="p14">
          <p:contentPart p14:bwMode="auto" r:id="rId29">
            <p14:nvContentPartPr>
              <p14:cNvPr id="1053623" name="墨迹 1053622"/>
              <p14:cNvContentPartPr/>
              <p14:nvPr/>
            </p14:nvContentPartPr>
            <p14:xfrm>
              <a:off x="8729790" y="2707158"/>
              <a:ext cx="122907" cy="13656"/>
            </p14:xfrm>
          </p:contentPart>
        </mc:Choice>
        <mc:Fallback xmlns="">
          <p:sp>
            <p:nvSpPr>
              <p:cNvPr id="1053623" name=""/>
              <p:cNvSpPr/>
              <p:nvPr/>
            </p:nvSpPr>
            <p:spPr>
              <a:xfrm>
                <a:off x="8729790" y="2707158"/>
                <a:ext cx="122907" cy="13656"/>
              </a:xfrm>
            </p:spPr>
          </p:sp>
        </mc:Fallback>
      </mc:AlternateContent>
      <mc:AlternateContent xmlns:mc="http://schemas.openxmlformats.org/markup-compatibility/2006" xmlns:p14="http://schemas.microsoft.com/office/powerpoint/2010/main">
        <mc:Choice Requires="p14">
          <p:contentPart p14:bwMode="auto" r:id="rId30">
            <p14:nvContentPartPr>
              <p14:cNvPr id="1053624" name="墨迹 1053623"/>
              <p14:cNvContentPartPr/>
              <p14:nvPr/>
            </p14:nvContentPartPr>
            <p14:xfrm>
              <a:off x="9013353" y="6038639"/>
              <a:ext cx="0" cy="0"/>
            </p14:xfrm>
          </p:contentPart>
        </mc:Choice>
        <mc:Fallback xmlns="">
          <p:sp>
            <p:nvSpPr>
              <p:cNvPr id="1053624" name=""/>
              <p:cNvSpPr/>
              <p:nvPr/>
            </p:nvSpPr>
            <p:spPr>
              <a:xfrm>
                <a:off x="9013353" y="6038639"/>
                <a:ext cx="0" cy="0"/>
              </a:xfrm>
            </p:spPr>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45" name="Object 5"/>
          <p:cNvGraphicFramePr>
            <a:graphicFrameLocks noChangeAspect="1"/>
          </p:cNvGraphicFramePr>
          <p:nvPr/>
        </p:nvGraphicFramePr>
        <p:xfrm>
          <a:off x="4603750" y="2236788"/>
          <a:ext cx="2767894" cy="752595"/>
        </p:xfrm>
        <a:graphic>
          <a:graphicData uri="http://schemas.openxmlformats.org/presentationml/2006/ole">
            <mc:AlternateContent xmlns:mc="http://schemas.openxmlformats.org/markup-compatibility/2006">
              <mc:Choice xmlns:v="urn:schemas-microsoft-com:vml" Requires="v">
                <p:oleObj name="Equation" r:id="rId2" imgW="1307532" imgH="355446" progId="Equation.3">
                  <p:embed/>
                </p:oleObj>
              </mc:Choice>
              <mc:Fallback>
                <p:oleObj name="Equation" r:id="rId2" imgW="1307532" imgH="355446" progId="Equation.3">
                  <p:embed/>
                  <p:pic>
                    <p:nvPicPr>
                      <p:cNvPr id="2097238" name="Object 5"/>
                      <p:cNvPicPr>
                        <a:picLocks noChangeAspect="1" noChangeArrowheads="1"/>
                      </p:cNvPicPr>
                      <p:nvPr/>
                    </p:nvPicPr>
                    <p:blipFill>
                      <a:blip r:embed="rId3"/>
                      <a:srcRect/>
                      <a:stretch>
                        <a:fillRect/>
                      </a:stretch>
                    </p:blipFill>
                    <p:spPr bwMode="auto">
                      <a:xfrm>
                        <a:off x="4603750" y="2236788"/>
                        <a:ext cx="2767894" cy="752595"/>
                      </a:xfrm>
                      <a:prstGeom prst="rect">
                        <a:avLst/>
                      </a:prstGeom>
                      <a:solidFill>
                        <a:srgbClr val="C0C0C0"/>
                      </a:solidFill>
                      <a:ln>
                        <a:noFill/>
                      </a:ln>
                      <a:effectLst/>
                    </p:spPr>
                  </p:pic>
                </p:oleObj>
              </mc:Fallback>
            </mc:AlternateContent>
          </a:graphicData>
        </a:graphic>
      </p:graphicFrame>
      <p:grpSp>
        <p:nvGrpSpPr>
          <p:cNvPr id="462" name="Group 6"/>
          <p:cNvGrpSpPr/>
          <p:nvPr/>
        </p:nvGrpSpPr>
        <p:grpSpPr bwMode="auto">
          <a:xfrm>
            <a:off x="1905000" y="3941763"/>
            <a:ext cx="1828800" cy="1905000"/>
            <a:chOff x="528" y="2400"/>
            <a:chExt cx="1296" cy="1344"/>
          </a:xfrm>
        </p:grpSpPr>
        <p:grpSp>
          <p:nvGrpSpPr>
            <p:cNvPr id="463" name="Group 7"/>
            <p:cNvGrpSpPr/>
            <p:nvPr/>
          </p:nvGrpSpPr>
          <p:grpSpPr bwMode="auto">
            <a:xfrm>
              <a:off x="528" y="2400"/>
              <a:ext cx="1296" cy="1344"/>
              <a:chOff x="528" y="2400"/>
              <a:chExt cx="1296" cy="1344"/>
            </a:xfrm>
          </p:grpSpPr>
          <p:grpSp>
            <p:nvGrpSpPr>
              <p:cNvPr id="464" name="Group 8"/>
              <p:cNvGrpSpPr/>
              <p:nvPr/>
            </p:nvGrpSpPr>
            <p:grpSpPr bwMode="auto">
              <a:xfrm>
                <a:off x="624" y="2688"/>
                <a:ext cx="1056" cy="864"/>
                <a:chOff x="624" y="2688"/>
                <a:chExt cx="1920" cy="864"/>
              </a:xfrm>
            </p:grpSpPr>
            <p:sp>
              <p:nvSpPr>
                <p:cNvPr id="1051201" name="Line 9"/>
                <p:cNvSpPr>
                  <a:spLocks noChangeShapeType="1"/>
                </p:cNvSpPr>
                <p:nvPr/>
              </p:nvSpPr>
              <p:spPr bwMode="auto">
                <a:xfrm>
                  <a:off x="624" y="268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202" name="Line 10"/>
                <p:cNvSpPr>
                  <a:spLocks noChangeShapeType="1"/>
                </p:cNvSpPr>
                <p:nvPr/>
              </p:nvSpPr>
              <p:spPr bwMode="auto">
                <a:xfrm>
                  <a:off x="624" y="283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203" name="Line 11"/>
                <p:cNvSpPr>
                  <a:spLocks noChangeShapeType="1"/>
                </p:cNvSpPr>
                <p:nvPr/>
              </p:nvSpPr>
              <p:spPr bwMode="auto">
                <a:xfrm>
                  <a:off x="624" y="3120"/>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204" name="Line 12"/>
                <p:cNvSpPr>
                  <a:spLocks noChangeShapeType="1"/>
                </p:cNvSpPr>
                <p:nvPr/>
              </p:nvSpPr>
              <p:spPr bwMode="auto">
                <a:xfrm>
                  <a:off x="624" y="297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205" name="Line 13"/>
                <p:cNvSpPr>
                  <a:spLocks noChangeShapeType="1"/>
                </p:cNvSpPr>
                <p:nvPr/>
              </p:nvSpPr>
              <p:spPr bwMode="auto">
                <a:xfrm>
                  <a:off x="624" y="3264"/>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206" name="Line 14"/>
                <p:cNvSpPr>
                  <a:spLocks noChangeShapeType="1"/>
                </p:cNvSpPr>
                <p:nvPr/>
              </p:nvSpPr>
              <p:spPr bwMode="auto">
                <a:xfrm>
                  <a:off x="624" y="340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207" name="Line 15"/>
                <p:cNvSpPr>
                  <a:spLocks noChangeShapeType="1"/>
                </p:cNvSpPr>
                <p:nvPr/>
              </p:nvSpPr>
              <p:spPr bwMode="auto">
                <a:xfrm>
                  <a:off x="624" y="3552"/>
                  <a:ext cx="192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465" name="Group 16"/>
              <p:cNvGrpSpPr/>
              <p:nvPr/>
            </p:nvGrpSpPr>
            <p:grpSpPr bwMode="auto">
              <a:xfrm>
                <a:off x="720" y="2592"/>
                <a:ext cx="864" cy="1056"/>
                <a:chOff x="720" y="2592"/>
                <a:chExt cx="864" cy="1728"/>
              </a:xfrm>
            </p:grpSpPr>
            <p:sp>
              <p:nvSpPr>
                <p:cNvPr id="1051208" name="Line 17"/>
                <p:cNvSpPr>
                  <a:spLocks noChangeShapeType="1"/>
                </p:cNvSpPr>
                <p:nvPr/>
              </p:nvSpPr>
              <p:spPr bwMode="auto">
                <a:xfrm>
                  <a:off x="720" y="259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209" name="Line 18"/>
                <p:cNvSpPr>
                  <a:spLocks noChangeShapeType="1"/>
                </p:cNvSpPr>
                <p:nvPr/>
              </p:nvSpPr>
              <p:spPr bwMode="auto">
                <a:xfrm>
                  <a:off x="864" y="259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210" name="Line 19"/>
                <p:cNvSpPr>
                  <a:spLocks noChangeShapeType="1"/>
                </p:cNvSpPr>
                <p:nvPr/>
              </p:nvSpPr>
              <p:spPr bwMode="auto">
                <a:xfrm>
                  <a:off x="1008" y="259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211" name="Line 20"/>
                <p:cNvSpPr>
                  <a:spLocks noChangeShapeType="1"/>
                </p:cNvSpPr>
                <p:nvPr/>
              </p:nvSpPr>
              <p:spPr bwMode="auto">
                <a:xfrm>
                  <a:off x="1152" y="259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212" name="Line 21"/>
                <p:cNvSpPr>
                  <a:spLocks noChangeShapeType="1"/>
                </p:cNvSpPr>
                <p:nvPr/>
              </p:nvSpPr>
              <p:spPr bwMode="auto">
                <a:xfrm>
                  <a:off x="1296" y="259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213" name="Line 22"/>
                <p:cNvSpPr>
                  <a:spLocks noChangeShapeType="1"/>
                </p:cNvSpPr>
                <p:nvPr/>
              </p:nvSpPr>
              <p:spPr bwMode="auto">
                <a:xfrm>
                  <a:off x="1440" y="259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214" name="Line 23"/>
                <p:cNvSpPr>
                  <a:spLocks noChangeShapeType="1"/>
                </p:cNvSpPr>
                <p:nvPr/>
              </p:nvSpPr>
              <p:spPr bwMode="auto">
                <a:xfrm>
                  <a:off x="1584" y="2592"/>
                  <a:ext cx="0" cy="1728"/>
                </a:xfrm>
                <a:prstGeom prst="line">
                  <a:avLst/>
                </a:prstGeom>
                <a:noFill/>
                <a:ln w="9525">
                  <a:solidFill>
                    <a:schemeClr val="tx1"/>
                  </a:solidFill>
                  <a:miter lim="800000"/>
                  <a:headEnd/>
                  <a:tailEnd/>
                </a:ln>
                <a:effectLst/>
              </p:spPr>
              <p:txBody>
                <a:bodyPr wrap="none"/>
                <a:lstStyle/>
                <a:p>
                  <a:endParaRPr lang="zh-CN" altLang="en-US"/>
                </a:p>
              </p:txBody>
            </p:sp>
          </p:grpSp>
          <p:sp>
            <p:nvSpPr>
              <p:cNvPr id="1051215" name="Line 24"/>
              <p:cNvSpPr>
                <a:spLocks noChangeShapeType="1"/>
              </p:cNvSpPr>
              <p:nvPr/>
            </p:nvSpPr>
            <p:spPr bwMode="auto">
              <a:xfrm>
                <a:off x="528" y="3120"/>
                <a:ext cx="1296"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1216" name="Line 25"/>
              <p:cNvSpPr>
                <a:spLocks noChangeShapeType="1"/>
              </p:cNvSpPr>
              <p:nvPr/>
            </p:nvSpPr>
            <p:spPr bwMode="auto">
              <a:xfrm flipV="1">
                <a:off x="1152" y="2400"/>
                <a:ext cx="0" cy="1344"/>
              </a:xfrm>
              <a:prstGeom prst="line">
                <a:avLst/>
              </a:prstGeom>
              <a:noFill/>
              <a:ln w="9525">
                <a:solidFill>
                  <a:schemeClr val="tx1"/>
                </a:solidFill>
                <a:miter lim="800000"/>
                <a:headEnd/>
                <a:tailEnd type="triangle" w="med" len="med"/>
              </a:ln>
              <a:effectLst/>
            </p:spPr>
            <p:txBody>
              <a:bodyPr wrap="none"/>
              <a:lstStyle/>
              <a:p>
                <a:endParaRPr lang="zh-CN" altLang="en-US"/>
              </a:p>
            </p:txBody>
          </p:sp>
        </p:grpSp>
        <p:sp>
          <p:nvSpPr>
            <p:cNvPr id="1051217" name="Oval 26"/>
            <p:cNvSpPr>
              <a:spLocks noChangeArrowheads="1"/>
            </p:cNvSpPr>
            <p:nvPr/>
          </p:nvSpPr>
          <p:spPr bwMode="auto">
            <a:xfrm>
              <a:off x="1126" y="309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466" name="Group 27"/>
          <p:cNvGrpSpPr/>
          <p:nvPr/>
        </p:nvGrpSpPr>
        <p:grpSpPr bwMode="auto">
          <a:xfrm>
            <a:off x="6324600" y="3941763"/>
            <a:ext cx="1828800" cy="1905000"/>
            <a:chOff x="3024" y="2304"/>
            <a:chExt cx="1296" cy="1344"/>
          </a:xfrm>
        </p:grpSpPr>
        <p:grpSp>
          <p:nvGrpSpPr>
            <p:cNvPr id="467" name="Group 28"/>
            <p:cNvGrpSpPr/>
            <p:nvPr/>
          </p:nvGrpSpPr>
          <p:grpSpPr bwMode="auto">
            <a:xfrm>
              <a:off x="3024" y="2304"/>
              <a:ext cx="1296" cy="1344"/>
              <a:chOff x="1728" y="2352"/>
              <a:chExt cx="1296" cy="1344"/>
            </a:xfrm>
          </p:grpSpPr>
          <p:grpSp>
            <p:nvGrpSpPr>
              <p:cNvPr id="468" name="Group 29"/>
              <p:cNvGrpSpPr/>
              <p:nvPr/>
            </p:nvGrpSpPr>
            <p:grpSpPr bwMode="auto">
              <a:xfrm>
                <a:off x="2183" y="2906"/>
                <a:ext cx="336" cy="336"/>
                <a:chOff x="2160" y="2928"/>
                <a:chExt cx="336" cy="336"/>
              </a:xfrm>
            </p:grpSpPr>
            <p:sp>
              <p:nvSpPr>
                <p:cNvPr id="1051218" name="Oval 30"/>
                <p:cNvSpPr>
                  <a:spLocks noChangeArrowheads="1"/>
                </p:cNvSpPr>
                <p:nvPr/>
              </p:nvSpPr>
              <p:spPr bwMode="auto">
                <a:xfrm>
                  <a:off x="2160" y="29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19" name="Oval 31"/>
                <p:cNvSpPr>
                  <a:spLocks noChangeArrowheads="1"/>
                </p:cNvSpPr>
                <p:nvPr/>
              </p:nvSpPr>
              <p:spPr bwMode="auto">
                <a:xfrm>
                  <a:off x="2160" y="307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20" name="Oval 32"/>
                <p:cNvSpPr>
                  <a:spLocks noChangeArrowheads="1"/>
                </p:cNvSpPr>
                <p:nvPr/>
              </p:nvSpPr>
              <p:spPr bwMode="auto">
                <a:xfrm>
                  <a:off x="2448" y="321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21" name="Oval 33"/>
                <p:cNvSpPr>
                  <a:spLocks noChangeArrowheads="1"/>
                </p:cNvSpPr>
                <p:nvPr/>
              </p:nvSpPr>
              <p:spPr bwMode="auto">
                <a:xfrm>
                  <a:off x="2304" y="321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22" name="Oval 34"/>
                <p:cNvSpPr>
                  <a:spLocks noChangeArrowheads="1"/>
                </p:cNvSpPr>
                <p:nvPr/>
              </p:nvSpPr>
              <p:spPr bwMode="auto">
                <a:xfrm>
                  <a:off x="2448" y="307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23" name="Oval 35"/>
                <p:cNvSpPr>
                  <a:spLocks noChangeArrowheads="1"/>
                </p:cNvSpPr>
                <p:nvPr/>
              </p:nvSpPr>
              <p:spPr bwMode="auto">
                <a:xfrm>
                  <a:off x="2160" y="321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24" name="Oval 36"/>
                <p:cNvSpPr>
                  <a:spLocks noChangeArrowheads="1"/>
                </p:cNvSpPr>
                <p:nvPr/>
              </p:nvSpPr>
              <p:spPr bwMode="auto">
                <a:xfrm>
                  <a:off x="2304" y="29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25" name="Oval 37"/>
                <p:cNvSpPr>
                  <a:spLocks noChangeArrowheads="1"/>
                </p:cNvSpPr>
                <p:nvPr/>
              </p:nvSpPr>
              <p:spPr bwMode="auto">
                <a:xfrm>
                  <a:off x="2448" y="29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469" name="Group 38"/>
              <p:cNvGrpSpPr/>
              <p:nvPr/>
            </p:nvGrpSpPr>
            <p:grpSpPr bwMode="auto">
              <a:xfrm>
                <a:off x="1728" y="2352"/>
                <a:ext cx="1296" cy="1344"/>
                <a:chOff x="528" y="2400"/>
                <a:chExt cx="1296" cy="1344"/>
              </a:xfrm>
            </p:grpSpPr>
            <p:grpSp>
              <p:nvGrpSpPr>
                <p:cNvPr id="470" name="Group 39"/>
                <p:cNvGrpSpPr/>
                <p:nvPr/>
              </p:nvGrpSpPr>
              <p:grpSpPr bwMode="auto">
                <a:xfrm>
                  <a:off x="528" y="2400"/>
                  <a:ext cx="1296" cy="1344"/>
                  <a:chOff x="528" y="2400"/>
                  <a:chExt cx="1296" cy="1344"/>
                </a:xfrm>
              </p:grpSpPr>
              <p:grpSp>
                <p:nvGrpSpPr>
                  <p:cNvPr id="471" name="Group 40"/>
                  <p:cNvGrpSpPr/>
                  <p:nvPr/>
                </p:nvGrpSpPr>
                <p:grpSpPr bwMode="auto">
                  <a:xfrm>
                    <a:off x="624" y="2688"/>
                    <a:ext cx="1056" cy="864"/>
                    <a:chOff x="624" y="2688"/>
                    <a:chExt cx="1920" cy="864"/>
                  </a:xfrm>
                </p:grpSpPr>
                <p:sp>
                  <p:nvSpPr>
                    <p:cNvPr id="1051226" name="Line 41"/>
                    <p:cNvSpPr>
                      <a:spLocks noChangeShapeType="1"/>
                    </p:cNvSpPr>
                    <p:nvPr/>
                  </p:nvSpPr>
                  <p:spPr bwMode="auto">
                    <a:xfrm>
                      <a:off x="624" y="268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227" name="Line 42"/>
                    <p:cNvSpPr>
                      <a:spLocks noChangeShapeType="1"/>
                    </p:cNvSpPr>
                    <p:nvPr/>
                  </p:nvSpPr>
                  <p:spPr bwMode="auto">
                    <a:xfrm>
                      <a:off x="624" y="283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228" name="Line 43"/>
                    <p:cNvSpPr>
                      <a:spLocks noChangeShapeType="1"/>
                    </p:cNvSpPr>
                    <p:nvPr/>
                  </p:nvSpPr>
                  <p:spPr bwMode="auto">
                    <a:xfrm>
                      <a:off x="624" y="3120"/>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229" name="Line 44"/>
                    <p:cNvSpPr>
                      <a:spLocks noChangeShapeType="1"/>
                    </p:cNvSpPr>
                    <p:nvPr/>
                  </p:nvSpPr>
                  <p:spPr bwMode="auto">
                    <a:xfrm>
                      <a:off x="624" y="297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230" name="Line 45"/>
                    <p:cNvSpPr>
                      <a:spLocks noChangeShapeType="1"/>
                    </p:cNvSpPr>
                    <p:nvPr/>
                  </p:nvSpPr>
                  <p:spPr bwMode="auto">
                    <a:xfrm>
                      <a:off x="624" y="3264"/>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231" name="Line 46"/>
                    <p:cNvSpPr>
                      <a:spLocks noChangeShapeType="1"/>
                    </p:cNvSpPr>
                    <p:nvPr/>
                  </p:nvSpPr>
                  <p:spPr bwMode="auto">
                    <a:xfrm>
                      <a:off x="624" y="340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232" name="Line 47"/>
                    <p:cNvSpPr>
                      <a:spLocks noChangeShapeType="1"/>
                    </p:cNvSpPr>
                    <p:nvPr/>
                  </p:nvSpPr>
                  <p:spPr bwMode="auto">
                    <a:xfrm>
                      <a:off x="624" y="3552"/>
                      <a:ext cx="192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472" name="Group 48"/>
                  <p:cNvGrpSpPr/>
                  <p:nvPr/>
                </p:nvGrpSpPr>
                <p:grpSpPr bwMode="auto">
                  <a:xfrm>
                    <a:off x="720" y="2592"/>
                    <a:ext cx="864" cy="1056"/>
                    <a:chOff x="720" y="2592"/>
                    <a:chExt cx="864" cy="1728"/>
                  </a:xfrm>
                </p:grpSpPr>
                <p:sp>
                  <p:nvSpPr>
                    <p:cNvPr id="1051233" name="Line 49"/>
                    <p:cNvSpPr>
                      <a:spLocks noChangeShapeType="1"/>
                    </p:cNvSpPr>
                    <p:nvPr/>
                  </p:nvSpPr>
                  <p:spPr bwMode="auto">
                    <a:xfrm>
                      <a:off x="720" y="259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234" name="Line 50"/>
                    <p:cNvSpPr>
                      <a:spLocks noChangeShapeType="1"/>
                    </p:cNvSpPr>
                    <p:nvPr/>
                  </p:nvSpPr>
                  <p:spPr bwMode="auto">
                    <a:xfrm>
                      <a:off x="864" y="259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235" name="Line 51"/>
                    <p:cNvSpPr>
                      <a:spLocks noChangeShapeType="1"/>
                    </p:cNvSpPr>
                    <p:nvPr/>
                  </p:nvSpPr>
                  <p:spPr bwMode="auto">
                    <a:xfrm>
                      <a:off x="1008" y="259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236" name="Line 52"/>
                    <p:cNvSpPr>
                      <a:spLocks noChangeShapeType="1"/>
                    </p:cNvSpPr>
                    <p:nvPr/>
                  </p:nvSpPr>
                  <p:spPr bwMode="auto">
                    <a:xfrm>
                      <a:off x="1152" y="259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237" name="Line 53"/>
                    <p:cNvSpPr>
                      <a:spLocks noChangeShapeType="1"/>
                    </p:cNvSpPr>
                    <p:nvPr/>
                  </p:nvSpPr>
                  <p:spPr bwMode="auto">
                    <a:xfrm>
                      <a:off x="1296" y="259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238" name="Line 54"/>
                    <p:cNvSpPr>
                      <a:spLocks noChangeShapeType="1"/>
                    </p:cNvSpPr>
                    <p:nvPr/>
                  </p:nvSpPr>
                  <p:spPr bwMode="auto">
                    <a:xfrm>
                      <a:off x="1440" y="259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239" name="Line 55"/>
                    <p:cNvSpPr>
                      <a:spLocks noChangeShapeType="1"/>
                    </p:cNvSpPr>
                    <p:nvPr/>
                  </p:nvSpPr>
                  <p:spPr bwMode="auto">
                    <a:xfrm>
                      <a:off x="1584" y="2592"/>
                      <a:ext cx="0" cy="1728"/>
                    </a:xfrm>
                    <a:prstGeom prst="line">
                      <a:avLst/>
                    </a:prstGeom>
                    <a:noFill/>
                    <a:ln w="9525">
                      <a:solidFill>
                        <a:schemeClr val="tx1"/>
                      </a:solidFill>
                      <a:miter lim="800000"/>
                      <a:headEnd/>
                      <a:tailEnd/>
                    </a:ln>
                    <a:effectLst/>
                  </p:spPr>
                  <p:txBody>
                    <a:bodyPr wrap="none"/>
                    <a:lstStyle/>
                    <a:p>
                      <a:endParaRPr lang="zh-CN" altLang="en-US"/>
                    </a:p>
                  </p:txBody>
                </p:sp>
              </p:grpSp>
              <p:sp>
                <p:nvSpPr>
                  <p:cNvPr id="1051240" name="Line 56"/>
                  <p:cNvSpPr>
                    <a:spLocks noChangeShapeType="1"/>
                  </p:cNvSpPr>
                  <p:nvPr/>
                </p:nvSpPr>
                <p:spPr bwMode="auto">
                  <a:xfrm>
                    <a:off x="528" y="3120"/>
                    <a:ext cx="1296"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1241" name="Line 57"/>
                  <p:cNvSpPr>
                    <a:spLocks noChangeShapeType="1"/>
                  </p:cNvSpPr>
                  <p:nvPr/>
                </p:nvSpPr>
                <p:spPr bwMode="auto">
                  <a:xfrm flipV="1">
                    <a:off x="1152" y="2400"/>
                    <a:ext cx="0" cy="1344"/>
                  </a:xfrm>
                  <a:prstGeom prst="line">
                    <a:avLst/>
                  </a:prstGeom>
                  <a:noFill/>
                  <a:ln w="9525">
                    <a:solidFill>
                      <a:schemeClr val="tx1"/>
                    </a:solidFill>
                    <a:miter lim="800000"/>
                    <a:headEnd/>
                    <a:tailEnd type="triangle" w="med" len="med"/>
                  </a:ln>
                  <a:effectLst/>
                </p:spPr>
                <p:txBody>
                  <a:bodyPr wrap="none"/>
                  <a:lstStyle/>
                  <a:p>
                    <a:endParaRPr lang="zh-CN" altLang="en-US"/>
                  </a:p>
                </p:txBody>
              </p:sp>
            </p:grpSp>
            <p:sp>
              <p:nvSpPr>
                <p:cNvPr id="1051242" name="Oval 58"/>
                <p:cNvSpPr>
                  <a:spLocks noChangeArrowheads="1"/>
                </p:cNvSpPr>
                <p:nvPr/>
              </p:nvSpPr>
              <p:spPr bwMode="auto">
                <a:xfrm>
                  <a:off x="1126" y="309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473" name="Group 59"/>
            <p:cNvGrpSpPr/>
            <p:nvPr/>
          </p:nvGrpSpPr>
          <p:grpSpPr bwMode="auto">
            <a:xfrm>
              <a:off x="3334" y="2713"/>
              <a:ext cx="624" cy="624"/>
              <a:chOff x="3312" y="2736"/>
              <a:chExt cx="624" cy="624"/>
            </a:xfrm>
          </p:grpSpPr>
          <p:sp>
            <p:nvSpPr>
              <p:cNvPr id="1051243" name="Oval 60"/>
              <p:cNvSpPr>
                <a:spLocks noChangeArrowheads="1"/>
              </p:cNvSpPr>
              <p:nvPr/>
            </p:nvSpPr>
            <p:spPr bwMode="auto">
              <a:xfrm>
                <a:off x="3312" y="302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44" name="Oval 61"/>
              <p:cNvSpPr>
                <a:spLocks noChangeArrowheads="1"/>
              </p:cNvSpPr>
              <p:nvPr/>
            </p:nvSpPr>
            <p:spPr bwMode="auto">
              <a:xfrm>
                <a:off x="3744"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45" name="Oval 62"/>
              <p:cNvSpPr>
                <a:spLocks noChangeArrowheads="1"/>
              </p:cNvSpPr>
              <p:nvPr/>
            </p:nvSpPr>
            <p:spPr bwMode="auto">
              <a:xfrm>
                <a:off x="3312" y="288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46" name="Oval 63"/>
              <p:cNvSpPr>
                <a:spLocks noChangeArrowheads="1"/>
              </p:cNvSpPr>
              <p:nvPr/>
            </p:nvSpPr>
            <p:spPr bwMode="auto">
              <a:xfrm>
                <a:off x="3888"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47" name="Oval 64"/>
              <p:cNvSpPr>
                <a:spLocks noChangeArrowheads="1"/>
              </p:cNvSpPr>
              <p:nvPr/>
            </p:nvSpPr>
            <p:spPr bwMode="auto">
              <a:xfrm>
                <a:off x="3456" y="331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48" name="Oval 65"/>
              <p:cNvSpPr>
                <a:spLocks noChangeArrowheads="1"/>
              </p:cNvSpPr>
              <p:nvPr/>
            </p:nvSpPr>
            <p:spPr bwMode="auto">
              <a:xfrm>
                <a:off x="3888" y="302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49" name="Oval 66"/>
              <p:cNvSpPr>
                <a:spLocks noChangeArrowheads="1"/>
              </p:cNvSpPr>
              <p:nvPr/>
            </p:nvSpPr>
            <p:spPr bwMode="auto">
              <a:xfrm>
                <a:off x="3312" y="316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50" name="Oval 67"/>
              <p:cNvSpPr>
                <a:spLocks noChangeArrowheads="1"/>
              </p:cNvSpPr>
              <p:nvPr/>
            </p:nvSpPr>
            <p:spPr bwMode="auto">
              <a:xfrm>
                <a:off x="3456"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51" name="Oval 68"/>
              <p:cNvSpPr>
                <a:spLocks noChangeArrowheads="1"/>
              </p:cNvSpPr>
              <p:nvPr/>
            </p:nvSpPr>
            <p:spPr bwMode="auto">
              <a:xfrm>
                <a:off x="3312" y="331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52" name="Oval 69"/>
              <p:cNvSpPr>
                <a:spLocks noChangeArrowheads="1"/>
              </p:cNvSpPr>
              <p:nvPr/>
            </p:nvSpPr>
            <p:spPr bwMode="auto">
              <a:xfrm>
                <a:off x="3744" y="331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53" name="Oval 70"/>
              <p:cNvSpPr>
                <a:spLocks noChangeArrowheads="1"/>
              </p:cNvSpPr>
              <p:nvPr/>
            </p:nvSpPr>
            <p:spPr bwMode="auto">
              <a:xfrm>
                <a:off x="3600"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54" name="Oval 71"/>
              <p:cNvSpPr>
                <a:spLocks noChangeArrowheads="1"/>
              </p:cNvSpPr>
              <p:nvPr/>
            </p:nvSpPr>
            <p:spPr bwMode="auto">
              <a:xfrm>
                <a:off x="3600" y="331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55" name="Oval 72"/>
              <p:cNvSpPr>
                <a:spLocks noChangeArrowheads="1"/>
              </p:cNvSpPr>
              <p:nvPr/>
            </p:nvSpPr>
            <p:spPr bwMode="auto">
              <a:xfrm>
                <a:off x="3888" y="316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56" name="Oval 73"/>
              <p:cNvSpPr>
                <a:spLocks noChangeArrowheads="1"/>
              </p:cNvSpPr>
              <p:nvPr/>
            </p:nvSpPr>
            <p:spPr bwMode="auto">
              <a:xfrm>
                <a:off x="3312"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57" name="Oval 74"/>
              <p:cNvSpPr>
                <a:spLocks noChangeArrowheads="1"/>
              </p:cNvSpPr>
              <p:nvPr/>
            </p:nvSpPr>
            <p:spPr bwMode="auto">
              <a:xfrm>
                <a:off x="3888" y="331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58" name="Oval 75"/>
              <p:cNvSpPr>
                <a:spLocks noChangeArrowheads="1"/>
              </p:cNvSpPr>
              <p:nvPr/>
            </p:nvSpPr>
            <p:spPr bwMode="auto">
              <a:xfrm>
                <a:off x="3888" y="288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474" name="Group 76"/>
          <p:cNvGrpSpPr/>
          <p:nvPr/>
        </p:nvGrpSpPr>
        <p:grpSpPr bwMode="auto">
          <a:xfrm>
            <a:off x="4114800" y="3941763"/>
            <a:ext cx="1828800" cy="1905000"/>
            <a:chOff x="1728" y="2352"/>
            <a:chExt cx="1296" cy="1344"/>
          </a:xfrm>
        </p:grpSpPr>
        <p:grpSp>
          <p:nvGrpSpPr>
            <p:cNvPr id="475" name="Group 77"/>
            <p:cNvGrpSpPr/>
            <p:nvPr/>
          </p:nvGrpSpPr>
          <p:grpSpPr bwMode="auto">
            <a:xfrm>
              <a:off x="2183" y="2906"/>
              <a:ext cx="336" cy="336"/>
              <a:chOff x="2160" y="2928"/>
              <a:chExt cx="336" cy="336"/>
            </a:xfrm>
          </p:grpSpPr>
          <p:sp>
            <p:nvSpPr>
              <p:cNvPr id="1051259" name="Oval 78"/>
              <p:cNvSpPr>
                <a:spLocks noChangeArrowheads="1"/>
              </p:cNvSpPr>
              <p:nvPr/>
            </p:nvSpPr>
            <p:spPr bwMode="auto">
              <a:xfrm>
                <a:off x="2160" y="29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60" name="Oval 79"/>
              <p:cNvSpPr>
                <a:spLocks noChangeArrowheads="1"/>
              </p:cNvSpPr>
              <p:nvPr/>
            </p:nvSpPr>
            <p:spPr bwMode="auto">
              <a:xfrm>
                <a:off x="2160" y="307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61" name="Oval 80"/>
              <p:cNvSpPr>
                <a:spLocks noChangeArrowheads="1"/>
              </p:cNvSpPr>
              <p:nvPr/>
            </p:nvSpPr>
            <p:spPr bwMode="auto">
              <a:xfrm>
                <a:off x="2448" y="321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62" name="Oval 81"/>
              <p:cNvSpPr>
                <a:spLocks noChangeArrowheads="1"/>
              </p:cNvSpPr>
              <p:nvPr/>
            </p:nvSpPr>
            <p:spPr bwMode="auto">
              <a:xfrm>
                <a:off x="2304" y="321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63" name="Oval 82"/>
              <p:cNvSpPr>
                <a:spLocks noChangeArrowheads="1"/>
              </p:cNvSpPr>
              <p:nvPr/>
            </p:nvSpPr>
            <p:spPr bwMode="auto">
              <a:xfrm>
                <a:off x="2448" y="307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64" name="Oval 83"/>
              <p:cNvSpPr>
                <a:spLocks noChangeArrowheads="1"/>
              </p:cNvSpPr>
              <p:nvPr/>
            </p:nvSpPr>
            <p:spPr bwMode="auto">
              <a:xfrm>
                <a:off x="2160" y="321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65" name="Oval 84"/>
              <p:cNvSpPr>
                <a:spLocks noChangeArrowheads="1"/>
              </p:cNvSpPr>
              <p:nvPr/>
            </p:nvSpPr>
            <p:spPr bwMode="auto">
              <a:xfrm>
                <a:off x="2304" y="29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66" name="Oval 85"/>
              <p:cNvSpPr>
                <a:spLocks noChangeArrowheads="1"/>
              </p:cNvSpPr>
              <p:nvPr/>
            </p:nvSpPr>
            <p:spPr bwMode="auto">
              <a:xfrm>
                <a:off x="2448" y="29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476" name="Group 86"/>
            <p:cNvGrpSpPr/>
            <p:nvPr/>
          </p:nvGrpSpPr>
          <p:grpSpPr bwMode="auto">
            <a:xfrm>
              <a:off x="1728" y="2352"/>
              <a:ext cx="1296" cy="1344"/>
              <a:chOff x="528" y="2400"/>
              <a:chExt cx="1296" cy="1344"/>
            </a:xfrm>
          </p:grpSpPr>
          <p:grpSp>
            <p:nvGrpSpPr>
              <p:cNvPr id="477" name="Group 87"/>
              <p:cNvGrpSpPr/>
              <p:nvPr/>
            </p:nvGrpSpPr>
            <p:grpSpPr bwMode="auto">
              <a:xfrm>
                <a:off x="528" y="2400"/>
                <a:ext cx="1296" cy="1344"/>
                <a:chOff x="528" y="2400"/>
                <a:chExt cx="1296" cy="1344"/>
              </a:xfrm>
            </p:grpSpPr>
            <p:grpSp>
              <p:nvGrpSpPr>
                <p:cNvPr id="478" name="Group 88"/>
                <p:cNvGrpSpPr/>
                <p:nvPr/>
              </p:nvGrpSpPr>
              <p:grpSpPr bwMode="auto">
                <a:xfrm>
                  <a:off x="624" y="2688"/>
                  <a:ext cx="1056" cy="864"/>
                  <a:chOff x="624" y="2688"/>
                  <a:chExt cx="1920" cy="864"/>
                </a:xfrm>
              </p:grpSpPr>
              <p:sp>
                <p:nvSpPr>
                  <p:cNvPr id="1051267" name="Line 89"/>
                  <p:cNvSpPr>
                    <a:spLocks noChangeShapeType="1"/>
                  </p:cNvSpPr>
                  <p:nvPr/>
                </p:nvSpPr>
                <p:spPr bwMode="auto">
                  <a:xfrm>
                    <a:off x="624" y="268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268" name="Line 90"/>
                  <p:cNvSpPr>
                    <a:spLocks noChangeShapeType="1"/>
                  </p:cNvSpPr>
                  <p:nvPr/>
                </p:nvSpPr>
                <p:spPr bwMode="auto">
                  <a:xfrm>
                    <a:off x="624" y="283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269" name="Line 91"/>
                  <p:cNvSpPr>
                    <a:spLocks noChangeShapeType="1"/>
                  </p:cNvSpPr>
                  <p:nvPr/>
                </p:nvSpPr>
                <p:spPr bwMode="auto">
                  <a:xfrm>
                    <a:off x="624" y="3120"/>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270" name="Line 92"/>
                  <p:cNvSpPr>
                    <a:spLocks noChangeShapeType="1"/>
                  </p:cNvSpPr>
                  <p:nvPr/>
                </p:nvSpPr>
                <p:spPr bwMode="auto">
                  <a:xfrm>
                    <a:off x="624" y="297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271" name="Line 93"/>
                  <p:cNvSpPr>
                    <a:spLocks noChangeShapeType="1"/>
                  </p:cNvSpPr>
                  <p:nvPr/>
                </p:nvSpPr>
                <p:spPr bwMode="auto">
                  <a:xfrm>
                    <a:off x="624" y="3264"/>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272" name="Line 94"/>
                  <p:cNvSpPr>
                    <a:spLocks noChangeShapeType="1"/>
                  </p:cNvSpPr>
                  <p:nvPr/>
                </p:nvSpPr>
                <p:spPr bwMode="auto">
                  <a:xfrm>
                    <a:off x="624" y="340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273" name="Line 95"/>
                  <p:cNvSpPr>
                    <a:spLocks noChangeShapeType="1"/>
                  </p:cNvSpPr>
                  <p:nvPr/>
                </p:nvSpPr>
                <p:spPr bwMode="auto">
                  <a:xfrm>
                    <a:off x="624" y="3552"/>
                    <a:ext cx="192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479" name="Group 96"/>
                <p:cNvGrpSpPr/>
                <p:nvPr/>
              </p:nvGrpSpPr>
              <p:grpSpPr bwMode="auto">
                <a:xfrm>
                  <a:off x="720" y="2592"/>
                  <a:ext cx="864" cy="1056"/>
                  <a:chOff x="720" y="2592"/>
                  <a:chExt cx="864" cy="1728"/>
                </a:xfrm>
              </p:grpSpPr>
              <p:sp>
                <p:nvSpPr>
                  <p:cNvPr id="1051274" name="Line 97"/>
                  <p:cNvSpPr>
                    <a:spLocks noChangeShapeType="1"/>
                  </p:cNvSpPr>
                  <p:nvPr/>
                </p:nvSpPr>
                <p:spPr bwMode="auto">
                  <a:xfrm>
                    <a:off x="720" y="259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275" name="Line 98"/>
                  <p:cNvSpPr>
                    <a:spLocks noChangeShapeType="1"/>
                  </p:cNvSpPr>
                  <p:nvPr/>
                </p:nvSpPr>
                <p:spPr bwMode="auto">
                  <a:xfrm>
                    <a:off x="864" y="259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276" name="Line 99"/>
                  <p:cNvSpPr>
                    <a:spLocks noChangeShapeType="1"/>
                  </p:cNvSpPr>
                  <p:nvPr/>
                </p:nvSpPr>
                <p:spPr bwMode="auto">
                  <a:xfrm>
                    <a:off x="1008" y="259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277" name="Line 100"/>
                  <p:cNvSpPr>
                    <a:spLocks noChangeShapeType="1"/>
                  </p:cNvSpPr>
                  <p:nvPr/>
                </p:nvSpPr>
                <p:spPr bwMode="auto">
                  <a:xfrm>
                    <a:off x="1152" y="259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278" name="Line 101"/>
                  <p:cNvSpPr>
                    <a:spLocks noChangeShapeType="1"/>
                  </p:cNvSpPr>
                  <p:nvPr/>
                </p:nvSpPr>
                <p:spPr bwMode="auto">
                  <a:xfrm>
                    <a:off x="1296" y="259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279" name="Line 102"/>
                  <p:cNvSpPr>
                    <a:spLocks noChangeShapeType="1"/>
                  </p:cNvSpPr>
                  <p:nvPr/>
                </p:nvSpPr>
                <p:spPr bwMode="auto">
                  <a:xfrm>
                    <a:off x="1440" y="259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280" name="Line 103"/>
                  <p:cNvSpPr>
                    <a:spLocks noChangeShapeType="1"/>
                  </p:cNvSpPr>
                  <p:nvPr/>
                </p:nvSpPr>
                <p:spPr bwMode="auto">
                  <a:xfrm>
                    <a:off x="1584" y="2592"/>
                    <a:ext cx="0" cy="1728"/>
                  </a:xfrm>
                  <a:prstGeom prst="line">
                    <a:avLst/>
                  </a:prstGeom>
                  <a:noFill/>
                  <a:ln w="9525">
                    <a:solidFill>
                      <a:schemeClr val="tx1"/>
                    </a:solidFill>
                    <a:miter lim="800000"/>
                    <a:headEnd/>
                    <a:tailEnd/>
                  </a:ln>
                  <a:effectLst/>
                </p:spPr>
                <p:txBody>
                  <a:bodyPr wrap="none"/>
                  <a:lstStyle/>
                  <a:p>
                    <a:endParaRPr lang="zh-CN" altLang="en-US"/>
                  </a:p>
                </p:txBody>
              </p:sp>
            </p:grpSp>
            <p:sp>
              <p:nvSpPr>
                <p:cNvPr id="1051281" name="Line 104"/>
                <p:cNvSpPr>
                  <a:spLocks noChangeShapeType="1"/>
                </p:cNvSpPr>
                <p:nvPr/>
              </p:nvSpPr>
              <p:spPr bwMode="auto">
                <a:xfrm>
                  <a:off x="528" y="3120"/>
                  <a:ext cx="1296"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1282" name="Line 105"/>
                <p:cNvSpPr>
                  <a:spLocks noChangeShapeType="1"/>
                </p:cNvSpPr>
                <p:nvPr/>
              </p:nvSpPr>
              <p:spPr bwMode="auto">
                <a:xfrm flipV="1">
                  <a:off x="1152" y="2400"/>
                  <a:ext cx="0" cy="1344"/>
                </a:xfrm>
                <a:prstGeom prst="line">
                  <a:avLst/>
                </a:prstGeom>
                <a:noFill/>
                <a:ln w="9525">
                  <a:solidFill>
                    <a:schemeClr val="tx1"/>
                  </a:solidFill>
                  <a:miter lim="800000"/>
                  <a:headEnd/>
                  <a:tailEnd type="triangle" w="med" len="med"/>
                </a:ln>
                <a:effectLst/>
              </p:spPr>
              <p:txBody>
                <a:bodyPr wrap="none"/>
                <a:lstStyle/>
                <a:p>
                  <a:endParaRPr lang="zh-CN" altLang="en-US"/>
                </a:p>
              </p:txBody>
            </p:sp>
          </p:grpSp>
          <p:sp>
            <p:nvSpPr>
              <p:cNvPr id="1051283" name="Oval 106"/>
              <p:cNvSpPr>
                <a:spLocks noChangeArrowheads="1"/>
              </p:cNvSpPr>
              <p:nvPr/>
            </p:nvSpPr>
            <p:spPr bwMode="auto">
              <a:xfrm>
                <a:off x="1126" y="309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480" name="Group 107"/>
          <p:cNvGrpSpPr/>
          <p:nvPr/>
        </p:nvGrpSpPr>
        <p:grpSpPr bwMode="auto">
          <a:xfrm>
            <a:off x="8534400" y="3941763"/>
            <a:ext cx="1828800" cy="1905000"/>
            <a:chOff x="4320" y="2304"/>
            <a:chExt cx="1296" cy="1344"/>
          </a:xfrm>
        </p:grpSpPr>
        <p:grpSp>
          <p:nvGrpSpPr>
            <p:cNvPr id="481" name="Group 108"/>
            <p:cNvGrpSpPr/>
            <p:nvPr/>
          </p:nvGrpSpPr>
          <p:grpSpPr bwMode="auto">
            <a:xfrm>
              <a:off x="4320" y="2304"/>
              <a:ext cx="1296" cy="1344"/>
              <a:chOff x="3024" y="2304"/>
              <a:chExt cx="1296" cy="1344"/>
            </a:xfrm>
          </p:grpSpPr>
          <p:grpSp>
            <p:nvGrpSpPr>
              <p:cNvPr id="482" name="Group 109"/>
              <p:cNvGrpSpPr/>
              <p:nvPr/>
            </p:nvGrpSpPr>
            <p:grpSpPr bwMode="auto">
              <a:xfrm>
                <a:off x="3024" y="2304"/>
                <a:ext cx="1296" cy="1344"/>
                <a:chOff x="1728" y="2352"/>
                <a:chExt cx="1296" cy="1344"/>
              </a:xfrm>
            </p:grpSpPr>
            <p:grpSp>
              <p:nvGrpSpPr>
                <p:cNvPr id="483" name="Group 110"/>
                <p:cNvGrpSpPr/>
                <p:nvPr/>
              </p:nvGrpSpPr>
              <p:grpSpPr bwMode="auto">
                <a:xfrm>
                  <a:off x="2183" y="2906"/>
                  <a:ext cx="336" cy="336"/>
                  <a:chOff x="2160" y="2928"/>
                  <a:chExt cx="336" cy="336"/>
                </a:xfrm>
              </p:grpSpPr>
              <p:sp>
                <p:nvSpPr>
                  <p:cNvPr id="1051284" name="Oval 111"/>
                  <p:cNvSpPr>
                    <a:spLocks noChangeArrowheads="1"/>
                  </p:cNvSpPr>
                  <p:nvPr/>
                </p:nvSpPr>
                <p:spPr bwMode="auto">
                  <a:xfrm>
                    <a:off x="2160" y="29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85" name="Oval 112"/>
                  <p:cNvSpPr>
                    <a:spLocks noChangeArrowheads="1"/>
                  </p:cNvSpPr>
                  <p:nvPr/>
                </p:nvSpPr>
                <p:spPr bwMode="auto">
                  <a:xfrm>
                    <a:off x="2160" y="307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86" name="Oval 113"/>
                  <p:cNvSpPr>
                    <a:spLocks noChangeArrowheads="1"/>
                  </p:cNvSpPr>
                  <p:nvPr/>
                </p:nvSpPr>
                <p:spPr bwMode="auto">
                  <a:xfrm>
                    <a:off x="2448" y="321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87" name="Oval 114"/>
                  <p:cNvSpPr>
                    <a:spLocks noChangeArrowheads="1"/>
                  </p:cNvSpPr>
                  <p:nvPr/>
                </p:nvSpPr>
                <p:spPr bwMode="auto">
                  <a:xfrm>
                    <a:off x="2304" y="321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88" name="Oval 115"/>
                  <p:cNvSpPr>
                    <a:spLocks noChangeArrowheads="1"/>
                  </p:cNvSpPr>
                  <p:nvPr/>
                </p:nvSpPr>
                <p:spPr bwMode="auto">
                  <a:xfrm>
                    <a:off x="2448" y="307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89" name="Oval 116"/>
                  <p:cNvSpPr>
                    <a:spLocks noChangeArrowheads="1"/>
                  </p:cNvSpPr>
                  <p:nvPr/>
                </p:nvSpPr>
                <p:spPr bwMode="auto">
                  <a:xfrm>
                    <a:off x="2160" y="321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90" name="Oval 117"/>
                  <p:cNvSpPr>
                    <a:spLocks noChangeArrowheads="1"/>
                  </p:cNvSpPr>
                  <p:nvPr/>
                </p:nvSpPr>
                <p:spPr bwMode="auto">
                  <a:xfrm>
                    <a:off x="2304" y="29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291" name="Oval 118"/>
                  <p:cNvSpPr>
                    <a:spLocks noChangeArrowheads="1"/>
                  </p:cNvSpPr>
                  <p:nvPr/>
                </p:nvSpPr>
                <p:spPr bwMode="auto">
                  <a:xfrm>
                    <a:off x="2448" y="292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484" name="Group 119"/>
                <p:cNvGrpSpPr/>
                <p:nvPr/>
              </p:nvGrpSpPr>
              <p:grpSpPr bwMode="auto">
                <a:xfrm>
                  <a:off x="1728" y="2352"/>
                  <a:ext cx="1296" cy="1344"/>
                  <a:chOff x="528" y="2400"/>
                  <a:chExt cx="1296" cy="1344"/>
                </a:xfrm>
              </p:grpSpPr>
              <p:grpSp>
                <p:nvGrpSpPr>
                  <p:cNvPr id="485" name="Group 120"/>
                  <p:cNvGrpSpPr/>
                  <p:nvPr/>
                </p:nvGrpSpPr>
                <p:grpSpPr bwMode="auto">
                  <a:xfrm>
                    <a:off x="528" y="2400"/>
                    <a:ext cx="1296" cy="1344"/>
                    <a:chOff x="528" y="2400"/>
                    <a:chExt cx="1296" cy="1344"/>
                  </a:xfrm>
                </p:grpSpPr>
                <p:grpSp>
                  <p:nvGrpSpPr>
                    <p:cNvPr id="486" name="Group 121"/>
                    <p:cNvGrpSpPr/>
                    <p:nvPr/>
                  </p:nvGrpSpPr>
                  <p:grpSpPr bwMode="auto">
                    <a:xfrm>
                      <a:off x="624" y="2688"/>
                      <a:ext cx="1056" cy="864"/>
                      <a:chOff x="624" y="2688"/>
                      <a:chExt cx="1920" cy="864"/>
                    </a:xfrm>
                  </p:grpSpPr>
                  <p:sp>
                    <p:nvSpPr>
                      <p:cNvPr id="1051292" name="Line 122"/>
                      <p:cNvSpPr>
                        <a:spLocks noChangeShapeType="1"/>
                      </p:cNvSpPr>
                      <p:nvPr/>
                    </p:nvSpPr>
                    <p:spPr bwMode="auto">
                      <a:xfrm>
                        <a:off x="624" y="268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293" name="Line 123"/>
                      <p:cNvSpPr>
                        <a:spLocks noChangeShapeType="1"/>
                      </p:cNvSpPr>
                      <p:nvPr/>
                    </p:nvSpPr>
                    <p:spPr bwMode="auto">
                      <a:xfrm>
                        <a:off x="624" y="2832"/>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294" name="Line 124"/>
                      <p:cNvSpPr>
                        <a:spLocks noChangeShapeType="1"/>
                      </p:cNvSpPr>
                      <p:nvPr/>
                    </p:nvSpPr>
                    <p:spPr bwMode="auto">
                      <a:xfrm>
                        <a:off x="624" y="3120"/>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295" name="Line 125"/>
                      <p:cNvSpPr>
                        <a:spLocks noChangeShapeType="1"/>
                      </p:cNvSpPr>
                      <p:nvPr/>
                    </p:nvSpPr>
                    <p:spPr bwMode="auto">
                      <a:xfrm>
                        <a:off x="624" y="2976"/>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296" name="Line 126"/>
                      <p:cNvSpPr>
                        <a:spLocks noChangeShapeType="1"/>
                      </p:cNvSpPr>
                      <p:nvPr/>
                    </p:nvSpPr>
                    <p:spPr bwMode="auto">
                      <a:xfrm>
                        <a:off x="624" y="3264"/>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297" name="Line 127"/>
                      <p:cNvSpPr>
                        <a:spLocks noChangeShapeType="1"/>
                      </p:cNvSpPr>
                      <p:nvPr/>
                    </p:nvSpPr>
                    <p:spPr bwMode="auto">
                      <a:xfrm>
                        <a:off x="624" y="3408"/>
                        <a:ext cx="1920" cy="0"/>
                      </a:xfrm>
                      <a:prstGeom prst="line">
                        <a:avLst/>
                      </a:prstGeom>
                      <a:noFill/>
                      <a:ln w="9525">
                        <a:solidFill>
                          <a:schemeClr val="tx1"/>
                        </a:solidFill>
                        <a:miter lim="800000"/>
                        <a:headEnd/>
                        <a:tailEnd/>
                      </a:ln>
                      <a:effectLst/>
                    </p:spPr>
                    <p:txBody>
                      <a:bodyPr wrap="none"/>
                      <a:lstStyle/>
                      <a:p>
                        <a:endParaRPr lang="zh-CN" altLang="en-US"/>
                      </a:p>
                    </p:txBody>
                  </p:sp>
                  <p:sp>
                    <p:nvSpPr>
                      <p:cNvPr id="1051298" name="Line 128"/>
                      <p:cNvSpPr>
                        <a:spLocks noChangeShapeType="1"/>
                      </p:cNvSpPr>
                      <p:nvPr/>
                    </p:nvSpPr>
                    <p:spPr bwMode="auto">
                      <a:xfrm>
                        <a:off x="624" y="3552"/>
                        <a:ext cx="192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487" name="Group 129"/>
                    <p:cNvGrpSpPr/>
                    <p:nvPr/>
                  </p:nvGrpSpPr>
                  <p:grpSpPr bwMode="auto">
                    <a:xfrm>
                      <a:off x="720" y="2592"/>
                      <a:ext cx="864" cy="1056"/>
                      <a:chOff x="720" y="2592"/>
                      <a:chExt cx="864" cy="1728"/>
                    </a:xfrm>
                  </p:grpSpPr>
                  <p:sp>
                    <p:nvSpPr>
                      <p:cNvPr id="1051299" name="Line 130"/>
                      <p:cNvSpPr>
                        <a:spLocks noChangeShapeType="1"/>
                      </p:cNvSpPr>
                      <p:nvPr/>
                    </p:nvSpPr>
                    <p:spPr bwMode="auto">
                      <a:xfrm>
                        <a:off x="720" y="259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300" name="Line 131"/>
                      <p:cNvSpPr>
                        <a:spLocks noChangeShapeType="1"/>
                      </p:cNvSpPr>
                      <p:nvPr/>
                    </p:nvSpPr>
                    <p:spPr bwMode="auto">
                      <a:xfrm>
                        <a:off x="864" y="259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301" name="Line 132"/>
                      <p:cNvSpPr>
                        <a:spLocks noChangeShapeType="1"/>
                      </p:cNvSpPr>
                      <p:nvPr/>
                    </p:nvSpPr>
                    <p:spPr bwMode="auto">
                      <a:xfrm>
                        <a:off x="1008" y="259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302" name="Line 133"/>
                      <p:cNvSpPr>
                        <a:spLocks noChangeShapeType="1"/>
                      </p:cNvSpPr>
                      <p:nvPr/>
                    </p:nvSpPr>
                    <p:spPr bwMode="auto">
                      <a:xfrm>
                        <a:off x="1152" y="259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303" name="Line 134"/>
                      <p:cNvSpPr>
                        <a:spLocks noChangeShapeType="1"/>
                      </p:cNvSpPr>
                      <p:nvPr/>
                    </p:nvSpPr>
                    <p:spPr bwMode="auto">
                      <a:xfrm>
                        <a:off x="1296" y="259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304" name="Line 135"/>
                      <p:cNvSpPr>
                        <a:spLocks noChangeShapeType="1"/>
                      </p:cNvSpPr>
                      <p:nvPr/>
                    </p:nvSpPr>
                    <p:spPr bwMode="auto">
                      <a:xfrm>
                        <a:off x="1440" y="2592"/>
                        <a:ext cx="0" cy="1728"/>
                      </a:xfrm>
                      <a:prstGeom prst="line">
                        <a:avLst/>
                      </a:prstGeom>
                      <a:noFill/>
                      <a:ln w="9525">
                        <a:solidFill>
                          <a:schemeClr val="tx1"/>
                        </a:solidFill>
                        <a:miter lim="800000"/>
                        <a:headEnd/>
                        <a:tailEnd/>
                      </a:ln>
                      <a:effectLst/>
                    </p:spPr>
                    <p:txBody>
                      <a:bodyPr wrap="none"/>
                      <a:lstStyle/>
                      <a:p>
                        <a:endParaRPr lang="zh-CN" altLang="en-US"/>
                      </a:p>
                    </p:txBody>
                  </p:sp>
                  <p:sp>
                    <p:nvSpPr>
                      <p:cNvPr id="1051305" name="Line 136"/>
                      <p:cNvSpPr>
                        <a:spLocks noChangeShapeType="1"/>
                      </p:cNvSpPr>
                      <p:nvPr/>
                    </p:nvSpPr>
                    <p:spPr bwMode="auto">
                      <a:xfrm>
                        <a:off x="1584" y="2592"/>
                        <a:ext cx="0" cy="1728"/>
                      </a:xfrm>
                      <a:prstGeom prst="line">
                        <a:avLst/>
                      </a:prstGeom>
                      <a:noFill/>
                      <a:ln w="9525">
                        <a:solidFill>
                          <a:schemeClr val="tx1"/>
                        </a:solidFill>
                        <a:miter lim="800000"/>
                        <a:headEnd/>
                        <a:tailEnd/>
                      </a:ln>
                      <a:effectLst/>
                    </p:spPr>
                    <p:txBody>
                      <a:bodyPr wrap="none"/>
                      <a:lstStyle/>
                      <a:p>
                        <a:endParaRPr lang="zh-CN" altLang="en-US"/>
                      </a:p>
                    </p:txBody>
                  </p:sp>
                </p:grpSp>
                <p:sp>
                  <p:nvSpPr>
                    <p:cNvPr id="1051306" name="Line 137"/>
                    <p:cNvSpPr>
                      <a:spLocks noChangeShapeType="1"/>
                    </p:cNvSpPr>
                    <p:nvPr/>
                  </p:nvSpPr>
                  <p:spPr bwMode="auto">
                    <a:xfrm>
                      <a:off x="528" y="3120"/>
                      <a:ext cx="1296"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1307" name="Line 138"/>
                    <p:cNvSpPr>
                      <a:spLocks noChangeShapeType="1"/>
                    </p:cNvSpPr>
                    <p:nvPr/>
                  </p:nvSpPr>
                  <p:spPr bwMode="auto">
                    <a:xfrm flipV="1">
                      <a:off x="1152" y="2400"/>
                      <a:ext cx="0" cy="1344"/>
                    </a:xfrm>
                    <a:prstGeom prst="line">
                      <a:avLst/>
                    </a:prstGeom>
                    <a:noFill/>
                    <a:ln w="9525">
                      <a:solidFill>
                        <a:schemeClr val="tx1"/>
                      </a:solidFill>
                      <a:miter lim="800000"/>
                      <a:headEnd/>
                      <a:tailEnd type="triangle" w="med" len="med"/>
                    </a:ln>
                    <a:effectLst/>
                  </p:spPr>
                  <p:txBody>
                    <a:bodyPr wrap="none"/>
                    <a:lstStyle/>
                    <a:p>
                      <a:endParaRPr lang="zh-CN" altLang="en-US"/>
                    </a:p>
                  </p:txBody>
                </p:sp>
              </p:grpSp>
              <p:sp>
                <p:nvSpPr>
                  <p:cNvPr id="1051308" name="Oval 139"/>
                  <p:cNvSpPr>
                    <a:spLocks noChangeArrowheads="1"/>
                  </p:cNvSpPr>
                  <p:nvPr/>
                </p:nvSpPr>
                <p:spPr bwMode="auto">
                  <a:xfrm>
                    <a:off x="1126" y="309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488" name="Group 140"/>
              <p:cNvGrpSpPr/>
              <p:nvPr/>
            </p:nvGrpSpPr>
            <p:grpSpPr bwMode="auto">
              <a:xfrm>
                <a:off x="3334" y="2713"/>
                <a:ext cx="624" cy="624"/>
                <a:chOff x="3312" y="2736"/>
                <a:chExt cx="624" cy="624"/>
              </a:xfrm>
            </p:grpSpPr>
            <p:sp>
              <p:nvSpPr>
                <p:cNvPr id="1051309" name="Oval 141"/>
                <p:cNvSpPr>
                  <a:spLocks noChangeArrowheads="1"/>
                </p:cNvSpPr>
                <p:nvPr/>
              </p:nvSpPr>
              <p:spPr bwMode="auto">
                <a:xfrm>
                  <a:off x="3312" y="302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10" name="Oval 142"/>
                <p:cNvSpPr>
                  <a:spLocks noChangeArrowheads="1"/>
                </p:cNvSpPr>
                <p:nvPr/>
              </p:nvSpPr>
              <p:spPr bwMode="auto">
                <a:xfrm>
                  <a:off x="3744"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11" name="Oval 143"/>
                <p:cNvSpPr>
                  <a:spLocks noChangeArrowheads="1"/>
                </p:cNvSpPr>
                <p:nvPr/>
              </p:nvSpPr>
              <p:spPr bwMode="auto">
                <a:xfrm>
                  <a:off x="3312" y="288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12" name="Oval 144"/>
                <p:cNvSpPr>
                  <a:spLocks noChangeArrowheads="1"/>
                </p:cNvSpPr>
                <p:nvPr/>
              </p:nvSpPr>
              <p:spPr bwMode="auto">
                <a:xfrm>
                  <a:off x="3888"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13" name="Oval 145"/>
                <p:cNvSpPr>
                  <a:spLocks noChangeArrowheads="1"/>
                </p:cNvSpPr>
                <p:nvPr/>
              </p:nvSpPr>
              <p:spPr bwMode="auto">
                <a:xfrm>
                  <a:off x="3456" y="331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14" name="Oval 146"/>
                <p:cNvSpPr>
                  <a:spLocks noChangeArrowheads="1"/>
                </p:cNvSpPr>
                <p:nvPr/>
              </p:nvSpPr>
              <p:spPr bwMode="auto">
                <a:xfrm>
                  <a:off x="3888" y="302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15" name="Oval 147"/>
                <p:cNvSpPr>
                  <a:spLocks noChangeArrowheads="1"/>
                </p:cNvSpPr>
                <p:nvPr/>
              </p:nvSpPr>
              <p:spPr bwMode="auto">
                <a:xfrm>
                  <a:off x="3312" y="316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16" name="Oval 148"/>
                <p:cNvSpPr>
                  <a:spLocks noChangeArrowheads="1"/>
                </p:cNvSpPr>
                <p:nvPr/>
              </p:nvSpPr>
              <p:spPr bwMode="auto">
                <a:xfrm>
                  <a:off x="3456"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17" name="Oval 149"/>
                <p:cNvSpPr>
                  <a:spLocks noChangeArrowheads="1"/>
                </p:cNvSpPr>
                <p:nvPr/>
              </p:nvSpPr>
              <p:spPr bwMode="auto">
                <a:xfrm>
                  <a:off x="3312" y="331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18" name="Oval 150"/>
                <p:cNvSpPr>
                  <a:spLocks noChangeArrowheads="1"/>
                </p:cNvSpPr>
                <p:nvPr/>
              </p:nvSpPr>
              <p:spPr bwMode="auto">
                <a:xfrm>
                  <a:off x="3744" y="331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19" name="Oval 151"/>
                <p:cNvSpPr>
                  <a:spLocks noChangeArrowheads="1"/>
                </p:cNvSpPr>
                <p:nvPr/>
              </p:nvSpPr>
              <p:spPr bwMode="auto">
                <a:xfrm>
                  <a:off x="3600"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20" name="Oval 152"/>
                <p:cNvSpPr>
                  <a:spLocks noChangeArrowheads="1"/>
                </p:cNvSpPr>
                <p:nvPr/>
              </p:nvSpPr>
              <p:spPr bwMode="auto">
                <a:xfrm>
                  <a:off x="3600" y="331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21" name="Oval 153"/>
                <p:cNvSpPr>
                  <a:spLocks noChangeArrowheads="1"/>
                </p:cNvSpPr>
                <p:nvPr/>
              </p:nvSpPr>
              <p:spPr bwMode="auto">
                <a:xfrm>
                  <a:off x="3888" y="316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22" name="Oval 154"/>
                <p:cNvSpPr>
                  <a:spLocks noChangeArrowheads="1"/>
                </p:cNvSpPr>
                <p:nvPr/>
              </p:nvSpPr>
              <p:spPr bwMode="auto">
                <a:xfrm>
                  <a:off x="3312"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23" name="Oval 155"/>
                <p:cNvSpPr>
                  <a:spLocks noChangeArrowheads="1"/>
                </p:cNvSpPr>
                <p:nvPr/>
              </p:nvSpPr>
              <p:spPr bwMode="auto">
                <a:xfrm>
                  <a:off x="3888" y="331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24" name="Oval 156"/>
                <p:cNvSpPr>
                  <a:spLocks noChangeArrowheads="1"/>
                </p:cNvSpPr>
                <p:nvPr/>
              </p:nvSpPr>
              <p:spPr bwMode="auto">
                <a:xfrm>
                  <a:off x="3888" y="288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489" name="Group 157"/>
            <p:cNvGrpSpPr/>
            <p:nvPr/>
          </p:nvGrpSpPr>
          <p:grpSpPr bwMode="auto">
            <a:xfrm>
              <a:off x="4486" y="2568"/>
              <a:ext cx="912" cy="912"/>
              <a:chOff x="4464" y="2592"/>
              <a:chExt cx="912" cy="912"/>
            </a:xfrm>
          </p:grpSpPr>
          <p:sp>
            <p:nvSpPr>
              <p:cNvPr id="1051325" name="Oval 158"/>
              <p:cNvSpPr>
                <a:spLocks noChangeArrowheads="1"/>
              </p:cNvSpPr>
              <p:nvPr/>
            </p:nvSpPr>
            <p:spPr bwMode="auto">
              <a:xfrm>
                <a:off x="4464" y="302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26" name="Oval 159"/>
              <p:cNvSpPr>
                <a:spLocks noChangeArrowheads="1"/>
              </p:cNvSpPr>
              <p:nvPr/>
            </p:nvSpPr>
            <p:spPr bwMode="auto">
              <a:xfrm>
                <a:off x="4608" y="25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27" name="Oval 160"/>
              <p:cNvSpPr>
                <a:spLocks noChangeArrowheads="1"/>
              </p:cNvSpPr>
              <p:nvPr/>
            </p:nvSpPr>
            <p:spPr bwMode="auto">
              <a:xfrm>
                <a:off x="4464"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28" name="Oval 161"/>
              <p:cNvSpPr>
                <a:spLocks noChangeArrowheads="1"/>
              </p:cNvSpPr>
              <p:nvPr/>
            </p:nvSpPr>
            <p:spPr bwMode="auto">
              <a:xfrm>
                <a:off x="5040" y="25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29" name="Oval 162"/>
              <p:cNvSpPr>
                <a:spLocks noChangeArrowheads="1"/>
              </p:cNvSpPr>
              <p:nvPr/>
            </p:nvSpPr>
            <p:spPr bwMode="auto">
              <a:xfrm>
                <a:off x="4464" y="25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30" name="Oval 163"/>
              <p:cNvSpPr>
                <a:spLocks noChangeArrowheads="1"/>
              </p:cNvSpPr>
              <p:nvPr/>
            </p:nvSpPr>
            <p:spPr bwMode="auto">
              <a:xfrm>
                <a:off x="4752" y="25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31" name="Oval 164"/>
              <p:cNvSpPr>
                <a:spLocks noChangeArrowheads="1"/>
              </p:cNvSpPr>
              <p:nvPr/>
            </p:nvSpPr>
            <p:spPr bwMode="auto">
              <a:xfrm>
                <a:off x="4896" y="25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32" name="Oval 165"/>
              <p:cNvSpPr>
                <a:spLocks noChangeArrowheads="1"/>
              </p:cNvSpPr>
              <p:nvPr/>
            </p:nvSpPr>
            <p:spPr bwMode="auto">
              <a:xfrm>
                <a:off x="4464" y="288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33" name="Oval 166"/>
              <p:cNvSpPr>
                <a:spLocks noChangeArrowheads="1"/>
              </p:cNvSpPr>
              <p:nvPr/>
            </p:nvSpPr>
            <p:spPr bwMode="auto">
              <a:xfrm>
                <a:off x="5184" y="25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34" name="Oval 167"/>
              <p:cNvSpPr>
                <a:spLocks noChangeArrowheads="1"/>
              </p:cNvSpPr>
              <p:nvPr/>
            </p:nvSpPr>
            <p:spPr bwMode="auto">
              <a:xfrm>
                <a:off x="4464" y="331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35" name="Oval 168"/>
              <p:cNvSpPr>
                <a:spLocks noChangeArrowheads="1"/>
              </p:cNvSpPr>
              <p:nvPr/>
            </p:nvSpPr>
            <p:spPr bwMode="auto">
              <a:xfrm>
                <a:off x="5328" y="273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36" name="Oval 169"/>
              <p:cNvSpPr>
                <a:spLocks noChangeArrowheads="1"/>
              </p:cNvSpPr>
              <p:nvPr/>
            </p:nvSpPr>
            <p:spPr bwMode="auto">
              <a:xfrm>
                <a:off x="5328" y="259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37" name="Oval 170"/>
              <p:cNvSpPr>
                <a:spLocks noChangeArrowheads="1"/>
              </p:cNvSpPr>
              <p:nvPr/>
            </p:nvSpPr>
            <p:spPr bwMode="auto">
              <a:xfrm>
                <a:off x="4464" y="316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38" name="Oval 171"/>
              <p:cNvSpPr>
                <a:spLocks noChangeArrowheads="1"/>
              </p:cNvSpPr>
              <p:nvPr/>
            </p:nvSpPr>
            <p:spPr bwMode="auto">
              <a:xfrm>
                <a:off x="5328" y="288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39" name="Oval 172"/>
              <p:cNvSpPr>
                <a:spLocks noChangeArrowheads="1"/>
              </p:cNvSpPr>
              <p:nvPr/>
            </p:nvSpPr>
            <p:spPr bwMode="auto">
              <a:xfrm>
                <a:off x="5328" y="302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40" name="Oval 173"/>
              <p:cNvSpPr>
                <a:spLocks noChangeArrowheads="1"/>
              </p:cNvSpPr>
              <p:nvPr/>
            </p:nvSpPr>
            <p:spPr bwMode="auto">
              <a:xfrm>
                <a:off x="5328" y="316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41" name="Oval 174"/>
              <p:cNvSpPr>
                <a:spLocks noChangeArrowheads="1"/>
              </p:cNvSpPr>
              <p:nvPr/>
            </p:nvSpPr>
            <p:spPr bwMode="auto">
              <a:xfrm>
                <a:off x="5328" y="331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42" name="Oval 175"/>
              <p:cNvSpPr>
                <a:spLocks noChangeArrowheads="1"/>
              </p:cNvSpPr>
              <p:nvPr/>
            </p:nvSpPr>
            <p:spPr bwMode="auto">
              <a:xfrm>
                <a:off x="4608" y="34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43" name="Oval 176"/>
              <p:cNvSpPr>
                <a:spLocks noChangeArrowheads="1"/>
              </p:cNvSpPr>
              <p:nvPr/>
            </p:nvSpPr>
            <p:spPr bwMode="auto">
              <a:xfrm>
                <a:off x="5040" y="34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44" name="Oval 177"/>
              <p:cNvSpPr>
                <a:spLocks noChangeArrowheads="1"/>
              </p:cNvSpPr>
              <p:nvPr/>
            </p:nvSpPr>
            <p:spPr bwMode="auto">
              <a:xfrm>
                <a:off x="4464" y="34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45" name="Oval 178"/>
              <p:cNvSpPr>
                <a:spLocks noChangeArrowheads="1"/>
              </p:cNvSpPr>
              <p:nvPr/>
            </p:nvSpPr>
            <p:spPr bwMode="auto">
              <a:xfrm>
                <a:off x="4752" y="34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46" name="Oval 179"/>
              <p:cNvSpPr>
                <a:spLocks noChangeArrowheads="1"/>
              </p:cNvSpPr>
              <p:nvPr/>
            </p:nvSpPr>
            <p:spPr bwMode="auto">
              <a:xfrm>
                <a:off x="4896" y="34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47" name="Oval 180"/>
              <p:cNvSpPr>
                <a:spLocks noChangeArrowheads="1"/>
              </p:cNvSpPr>
              <p:nvPr/>
            </p:nvSpPr>
            <p:spPr bwMode="auto">
              <a:xfrm>
                <a:off x="5184" y="34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48" name="Oval 181"/>
              <p:cNvSpPr>
                <a:spLocks noChangeArrowheads="1"/>
              </p:cNvSpPr>
              <p:nvPr/>
            </p:nvSpPr>
            <p:spPr bwMode="auto">
              <a:xfrm>
                <a:off x="5328" y="34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sp>
        <p:nvSpPr>
          <p:cNvPr id="1051349" name="Text Box 182"/>
          <p:cNvSpPr txBox="1">
            <a:spLocks noChangeArrowheads="1"/>
          </p:cNvSpPr>
          <p:nvPr/>
        </p:nvSpPr>
        <p:spPr bwMode="auto">
          <a:xfrm>
            <a:off x="3962400" y="5922963"/>
            <a:ext cx="4756150" cy="396875"/>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latin typeface="黑体" panose="02010609060101010101" pitchFamily="49" charset="-122"/>
                <a:ea typeface="黑体" panose="02010609060101010101" pitchFamily="49" charset="-122"/>
              </a:rPr>
              <a:t>用邻接像素模板作结构元素时的数字圆盘</a:t>
            </a:r>
          </a:p>
        </p:txBody>
      </p:sp>
      <p:sp>
        <p:nvSpPr>
          <p:cNvPr id="1051350" name="Text Box 183"/>
          <p:cNvSpPr txBox="1">
            <a:spLocks noChangeArrowheads="1"/>
          </p:cNvSpPr>
          <p:nvPr/>
        </p:nvSpPr>
        <p:spPr bwMode="auto">
          <a:xfrm>
            <a:off x="2209800" y="3789363"/>
            <a:ext cx="484428" cy="40011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a:latin typeface="Times New Roman" panose="02020603050405020304" pitchFamily="18" charset="0"/>
                <a:cs typeface="Times New Roman" panose="02020603050405020304" pitchFamily="18" charset="0"/>
              </a:rPr>
              <a:t>0</a:t>
            </a:r>
            <a:r>
              <a:rPr lang="en-US" altLang="zh-CN" sz="2000" i="1" dirty="0">
                <a:latin typeface="Times New Roman" panose="02020603050405020304" pitchFamily="18" charset="0"/>
                <a:cs typeface="Times New Roman" panose="02020603050405020304" pitchFamily="18" charset="0"/>
              </a:rPr>
              <a:t>B</a:t>
            </a:r>
          </a:p>
        </p:txBody>
      </p:sp>
      <p:sp>
        <p:nvSpPr>
          <p:cNvPr id="1051351" name="Text Box 184"/>
          <p:cNvSpPr txBox="1">
            <a:spLocks noChangeArrowheads="1"/>
          </p:cNvSpPr>
          <p:nvPr/>
        </p:nvSpPr>
        <p:spPr bwMode="auto">
          <a:xfrm>
            <a:off x="4419600" y="3789363"/>
            <a:ext cx="484428" cy="40011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cs typeface="Times New Roman" panose="02020603050405020304" pitchFamily="18" charset="0"/>
              </a:rPr>
              <a:t>B</a:t>
            </a:r>
          </a:p>
        </p:txBody>
      </p:sp>
      <p:sp>
        <p:nvSpPr>
          <p:cNvPr id="1051352" name="Text Box 185"/>
          <p:cNvSpPr txBox="1">
            <a:spLocks noChangeArrowheads="1"/>
          </p:cNvSpPr>
          <p:nvPr/>
        </p:nvSpPr>
        <p:spPr bwMode="auto">
          <a:xfrm>
            <a:off x="6629400" y="3865563"/>
            <a:ext cx="484428" cy="40011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a:latin typeface="Times New Roman" panose="02020603050405020304" pitchFamily="18" charset="0"/>
                <a:cs typeface="Times New Roman" panose="02020603050405020304" pitchFamily="18" charset="0"/>
              </a:rPr>
              <a:t>2</a:t>
            </a:r>
            <a:r>
              <a:rPr lang="en-US" altLang="zh-CN" sz="2000" i="1" dirty="0">
                <a:latin typeface="Times New Roman" panose="02020603050405020304" pitchFamily="18" charset="0"/>
                <a:cs typeface="Times New Roman" panose="02020603050405020304" pitchFamily="18" charset="0"/>
              </a:rPr>
              <a:t>B</a:t>
            </a:r>
          </a:p>
        </p:txBody>
      </p:sp>
      <p:sp>
        <p:nvSpPr>
          <p:cNvPr id="1051353" name="Text Box 186"/>
          <p:cNvSpPr txBox="1">
            <a:spLocks noChangeArrowheads="1"/>
          </p:cNvSpPr>
          <p:nvPr/>
        </p:nvSpPr>
        <p:spPr bwMode="auto">
          <a:xfrm>
            <a:off x="8839200" y="3789363"/>
            <a:ext cx="484428" cy="40011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a:latin typeface="Times New Roman" panose="02020603050405020304" pitchFamily="18" charset="0"/>
                <a:cs typeface="Times New Roman" panose="02020603050405020304" pitchFamily="18" charset="0"/>
              </a:rPr>
              <a:t>3</a:t>
            </a:r>
            <a:r>
              <a:rPr lang="en-US" altLang="zh-CN" sz="2000" i="1" dirty="0">
                <a:latin typeface="Times New Roman" panose="02020603050405020304" pitchFamily="18" charset="0"/>
                <a:cs typeface="Times New Roman" panose="02020603050405020304" pitchFamily="18" charset="0"/>
              </a:rPr>
              <a:t>B</a:t>
            </a:r>
          </a:p>
        </p:txBody>
      </p:sp>
      <p:sp>
        <p:nvSpPr>
          <p:cNvPr id="1051354" name="TextBox 189"/>
          <p:cNvSpPr txBox="1"/>
          <p:nvPr/>
        </p:nvSpPr>
        <p:spPr>
          <a:xfrm>
            <a:off x="1012825" y="177800"/>
            <a:ext cx="49072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三、二值图像的形态学处理</a:t>
            </a:r>
          </a:p>
        </p:txBody>
      </p:sp>
      <p:sp>
        <p:nvSpPr>
          <p:cNvPr id="1051355"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1356"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4.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骨架化</a:t>
            </a:r>
          </a:p>
        </p:txBody>
      </p:sp>
      <p:sp>
        <p:nvSpPr>
          <p:cNvPr id="1051357" name="Text Box 2"/>
          <p:cNvSpPr txBox="1">
            <a:spLocks noChangeArrowheads="1"/>
          </p:cNvSpPr>
          <p:nvPr/>
        </p:nvSpPr>
        <p:spPr bwMode="auto">
          <a:xfrm>
            <a:off x="1487488" y="1589088"/>
            <a:ext cx="10704512" cy="487679"/>
          </a:xfrm>
          <a:prstGeom prst="rect">
            <a:avLst/>
          </a:prstGeom>
          <a:noFill/>
          <a:ln>
            <a:noFill/>
          </a:ln>
          <a:effectLst/>
        </p:spPr>
        <p:txBody>
          <a:bodyPr wrap="square">
            <a:spAutoFit/>
          </a:bodyPr>
          <a:lstStyle/>
          <a:p>
            <a:pPr marL="342900" indent="-342900" eaLnBrk="1" hangingPunct="1">
              <a:lnSpc>
                <a:spcPct val="130000"/>
              </a:lnSpc>
              <a:buFont typeface="Arial" panose="020B0604020202020204" pitchFamily="34" charset="0"/>
              <a:buChar char="•"/>
            </a:pPr>
            <a:r>
              <a:rPr lang="zh-CN" altLang="en-US" sz="2000" dirty="0">
                <a:solidFill>
                  <a:schemeClr val="bg1">
                    <a:lumMod val="50000"/>
                  </a:schemeClr>
                </a:solidFill>
                <a:latin typeface="黑体" panose="02010609060101010101" pitchFamily="49" charset="-122"/>
                <a:ea typeface="黑体" panose="02010609060101010101" pitchFamily="49" charset="-122"/>
                <a:sym typeface="Wingdings 2" panose="05020102010507070707" pitchFamily="18" charset="2"/>
              </a:rPr>
              <a:t>数字情况下圆盘的选择：令</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sym typeface="Wingdings 2" panose="05020102010507070707" pitchFamily="18" charset="2"/>
              </a:rPr>
              <a:t>B</a:t>
            </a:r>
            <a:r>
              <a:rPr lang="zh-CN" altLang="en-US" sz="2000" dirty="0">
                <a:solidFill>
                  <a:schemeClr val="bg1">
                    <a:lumMod val="50000"/>
                  </a:schemeClr>
                </a:solidFill>
                <a:latin typeface="黑体" panose="02010609060101010101" pitchFamily="49" charset="-122"/>
                <a:ea typeface="黑体" panose="02010609060101010101" pitchFamily="49" charset="-122"/>
                <a:sym typeface="Wingdings 2" panose="05020102010507070707" pitchFamily="18" charset="2"/>
              </a:rPr>
              <a:t>为一种结构元素，最大圆盘可表示为</a:t>
            </a:r>
            <a:r>
              <a:rPr lang="en-US" altLang="zh-CN" sz="2000" dirty="0">
                <a:latin typeface="Times New Roman" panose="02020603050405020304" pitchFamily="18" charset="0"/>
                <a:cs typeface="Times New Roman" panose="02020603050405020304" pitchFamily="18" charset="0"/>
              </a:rPr>
              <a:t>0</a:t>
            </a:r>
            <a:r>
              <a:rPr lang="en-US" altLang="zh-CN" sz="2000" i="1" dirty="0">
                <a:latin typeface="Times New Roman" panose="02020603050405020304" pitchFamily="18" charset="0"/>
                <a:cs typeface="Times New Roman" panose="02020603050405020304" pitchFamily="18" charset="0"/>
              </a:rPr>
              <a:t>B</a:t>
            </a:r>
            <a:r>
              <a:rPr lang="zh-CN" altLang="en-US" sz="2000" i="1" dirty="0">
                <a:solidFill>
                  <a:schemeClr val="bg1">
                    <a:lumMod val="50000"/>
                  </a:schemeClr>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cs typeface="Times New Roman" panose="02020603050405020304" pitchFamily="18" charset="0"/>
              </a:rPr>
              <a:t>B</a:t>
            </a:r>
            <a:r>
              <a:rPr lang="zh-CN" altLang="en-US" sz="2000" i="1"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a:t>
            </a:r>
            <a:r>
              <a:rPr lang="zh-CN" altLang="en-US"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nB</a:t>
            </a:r>
            <a:r>
              <a:rPr lang="zh-CN" altLang="en-US" sz="2000" i="1" dirty="0">
                <a:latin typeface="Times New Roman" panose="02020603050405020304" pitchFamily="18" charset="0"/>
                <a:cs typeface="Times New Roman" panose="02020603050405020304" pitchFamily="18" charset="0"/>
              </a:rPr>
              <a:t>。</a:t>
            </a:r>
            <a:r>
              <a:rPr lang="zh-CN" altLang="en-US" sz="2000" dirty="0">
                <a:latin typeface="黑体" panose="02010609060101010101" pitchFamily="49" charset="-122"/>
                <a:ea typeface="黑体" panose="02010609060101010101" pitchFamily="49" charset="-122"/>
                <a:cs typeface="Times New Roman" panose="02020603050405020304" pitchFamily="18" charset="0"/>
              </a:rPr>
              <a:t>其中</a:t>
            </a:r>
            <a:endParaRPr lang="en-US" altLang="zh-CN" sz="2000" dirty="0">
              <a:latin typeface="黑体" panose="02010609060101010101" pitchFamily="49" charset="-122"/>
              <a:ea typeface="黑体" panose="02010609060101010101" pitchFamily="49" charset="-122"/>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4">
            <p14:nvContentPartPr>
              <p14:cNvPr id="1053626" name="墨迹 1053625"/>
              <p14:cNvContentPartPr/>
              <p14:nvPr/>
            </p14:nvContentPartPr>
            <p14:xfrm>
              <a:off x="1083970" y="2962847"/>
              <a:ext cx="58111" cy="199484"/>
            </p14:xfrm>
          </p:contentPart>
        </mc:Choice>
        <mc:Fallback xmlns="">
          <p:sp>
            <p:nvSpPr>
              <p:cNvPr id="1053626" name=""/>
              <p:cNvSpPr/>
              <p:nvPr/>
            </p:nvSpPr>
            <p:spPr>
              <a:xfrm>
                <a:off x="1083970" y="2962847"/>
                <a:ext cx="58111" cy="199484"/>
              </a:xfrm>
            </p:spPr>
          </p:sp>
        </mc:Fallback>
      </mc:AlternateContent>
      <mc:AlternateContent xmlns:mc="http://schemas.openxmlformats.org/markup-compatibility/2006" xmlns:p14="http://schemas.microsoft.com/office/powerpoint/2010/main">
        <mc:Choice Requires="p14">
          <p:contentPart p14:bwMode="auto" r:id="rId5">
            <p14:nvContentPartPr>
              <p14:cNvPr id="1053627" name="墨迹 1053626"/>
              <p14:cNvContentPartPr/>
              <p14:nvPr/>
            </p14:nvContentPartPr>
            <p14:xfrm>
              <a:off x="949648" y="3127087"/>
              <a:ext cx="333419" cy="90756"/>
            </p14:xfrm>
          </p:contentPart>
        </mc:Choice>
        <mc:Fallback xmlns="">
          <p:sp>
            <p:nvSpPr>
              <p:cNvPr id="1053627" name=""/>
              <p:cNvSpPr/>
              <p:nvPr/>
            </p:nvSpPr>
            <p:spPr>
              <a:xfrm>
                <a:off x="949648" y="3127087"/>
                <a:ext cx="333419" cy="90756"/>
              </a:xfrm>
            </p:spPr>
          </p:sp>
        </mc:Fallback>
      </mc:AlternateContent>
      <mc:AlternateContent xmlns:mc="http://schemas.openxmlformats.org/markup-compatibility/2006" xmlns:p14="http://schemas.microsoft.com/office/powerpoint/2010/main">
        <mc:Choice Requires="p14">
          <p:contentPart p14:bwMode="auto" r:id="rId6">
            <p14:nvContentPartPr>
              <p14:cNvPr id="1053628" name="墨迹 1053627"/>
              <p14:cNvContentPartPr/>
              <p14:nvPr/>
            </p14:nvContentPartPr>
            <p14:xfrm>
              <a:off x="922111" y="3195489"/>
              <a:ext cx="213987" cy="369925"/>
            </p14:xfrm>
          </p:contentPart>
        </mc:Choice>
        <mc:Fallback xmlns="">
          <p:sp>
            <p:nvSpPr>
              <p:cNvPr id="1053628" name=""/>
              <p:cNvSpPr/>
              <p:nvPr/>
            </p:nvSpPr>
            <p:spPr>
              <a:xfrm>
                <a:off x="922111" y="3195489"/>
                <a:ext cx="213987" cy="369925"/>
              </a:xfrm>
            </p:spPr>
          </p:sp>
        </mc:Fallback>
      </mc:AlternateContent>
      <mc:AlternateContent xmlns:mc="http://schemas.openxmlformats.org/markup-compatibility/2006" xmlns:p14="http://schemas.microsoft.com/office/powerpoint/2010/main">
        <mc:Choice Requires="p14">
          <p:contentPart p14:bwMode="auto" r:id="rId7">
            <p14:nvContentPartPr>
              <p14:cNvPr id="1053629" name="墨迹 1053628"/>
              <p14:cNvContentPartPr/>
              <p14:nvPr/>
            </p14:nvContentPartPr>
            <p14:xfrm>
              <a:off x="1203174" y="3022923"/>
              <a:ext cx="240220" cy="361647"/>
            </p14:xfrm>
          </p:contentPart>
        </mc:Choice>
        <mc:Fallback xmlns="">
          <p:sp>
            <p:nvSpPr>
              <p:cNvPr id="1053629" name=""/>
              <p:cNvSpPr/>
              <p:nvPr/>
            </p:nvSpPr>
            <p:spPr>
              <a:xfrm>
                <a:off x="1203174" y="3022923"/>
                <a:ext cx="240220" cy="361647"/>
              </a:xfrm>
            </p:spPr>
          </p:sp>
        </mc:Fallback>
      </mc:AlternateContent>
      <mc:AlternateContent xmlns:mc="http://schemas.openxmlformats.org/markup-compatibility/2006" xmlns:p14="http://schemas.microsoft.com/office/powerpoint/2010/main">
        <mc:Choice Requires="p14">
          <p:contentPart p14:bwMode="auto" r:id="rId8">
            <p14:nvContentPartPr>
              <p14:cNvPr id="1053630" name="墨迹 1053629"/>
              <p14:cNvContentPartPr/>
              <p14:nvPr/>
            </p14:nvContentPartPr>
            <p14:xfrm>
              <a:off x="1346699" y="3262550"/>
              <a:ext cx="38144" cy="230267"/>
            </p14:xfrm>
          </p:contentPart>
        </mc:Choice>
        <mc:Fallback xmlns="">
          <p:sp>
            <p:nvSpPr>
              <p:cNvPr id="1053630" name=""/>
              <p:cNvSpPr/>
              <p:nvPr/>
            </p:nvSpPr>
            <p:spPr>
              <a:xfrm>
                <a:off x="1346699" y="3262550"/>
                <a:ext cx="38144" cy="230267"/>
              </a:xfrm>
            </p:spPr>
          </p:sp>
        </mc:Fallback>
      </mc:AlternateContent>
      <mc:AlternateContent xmlns:mc="http://schemas.openxmlformats.org/markup-compatibility/2006" xmlns:p14="http://schemas.microsoft.com/office/powerpoint/2010/main">
        <mc:Choice Requires="p14">
          <p:contentPart p14:bwMode="auto" r:id="rId9">
            <p14:nvContentPartPr>
              <p14:cNvPr id="1053631" name="墨迹 1053630"/>
              <p14:cNvContentPartPr/>
              <p14:nvPr/>
            </p14:nvContentPartPr>
            <p14:xfrm>
              <a:off x="1394852" y="3220829"/>
              <a:ext cx="220644" cy="89739"/>
            </p14:xfrm>
          </p:contentPart>
        </mc:Choice>
        <mc:Fallback xmlns="">
          <p:sp>
            <p:nvSpPr>
              <p:cNvPr id="1053631" name=""/>
              <p:cNvSpPr/>
              <p:nvPr/>
            </p:nvSpPr>
            <p:spPr>
              <a:xfrm>
                <a:off x="1394852" y="3220829"/>
                <a:ext cx="220644" cy="89739"/>
              </a:xfrm>
            </p:spPr>
          </p:sp>
        </mc:Fallback>
      </mc:AlternateContent>
      <mc:AlternateContent xmlns:mc="http://schemas.openxmlformats.org/markup-compatibility/2006" xmlns:p14="http://schemas.microsoft.com/office/powerpoint/2010/main">
        <mc:Choice Requires="p14">
          <p:contentPart p14:bwMode="auto" r:id="rId10">
            <p14:nvContentPartPr>
              <p14:cNvPr id="1053632" name="墨迹 1053631"/>
              <p14:cNvContentPartPr/>
              <p14:nvPr/>
            </p14:nvContentPartPr>
            <p14:xfrm>
              <a:off x="1534874" y="3119322"/>
              <a:ext cx="112248" cy="381331"/>
            </p14:xfrm>
          </p:contentPart>
        </mc:Choice>
        <mc:Fallback xmlns="">
          <p:sp>
            <p:nvSpPr>
              <p:cNvPr id="1053632" name=""/>
              <p:cNvSpPr/>
              <p:nvPr/>
            </p:nvSpPr>
            <p:spPr>
              <a:xfrm>
                <a:off x="1534874" y="3119322"/>
                <a:ext cx="112248" cy="381331"/>
              </a:xfrm>
            </p:spPr>
          </p:sp>
        </mc:Fallback>
      </mc:AlternateContent>
      <mc:AlternateContent xmlns:mc="http://schemas.openxmlformats.org/markup-compatibility/2006" xmlns:p14="http://schemas.microsoft.com/office/powerpoint/2010/main">
        <mc:Choice Requires="p14">
          <p:contentPart p14:bwMode="auto" r:id="rId11">
            <p14:nvContentPartPr>
              <p14:cNvPr id="1053633" name="墨迹 1053632"/>
              <p14:cNvContentPartPr/>
              <p14:nvPr/>
            </p14:nvContentPartPr>
            <p14:xfrm>
              <a:off x="1845357" y="3048875"/>
              <a:ext cx="197785" cy="204198"/>
            </p14:xfrm>
          </p:contentPart>
        </mc:Choice>
        <mc:Fallback xmlns="">
          <p:sp>
            <p:nvSpPr>
              <p:cNvPr id="1053633" name=""/>
              <p:cNvSpPr/>
              <p:nvPr/>
            </p:nvSpPr>
            <p:spPr>
              <a:xfrm>
                <a:off x="1845357" y="3048875"/>
                <a:ext cx="197785" cy="204198"/>
              </a:xfrm>
            </p:spPr>
          </p:sp>
        </mc:Fallback>
      </mc:AlternateContent>
      <mc:AlternateContent xmlns:mc="http://schemas.openxmlformats.org/markup-compatibility/2006" xmlns:p14="http://schemas.microsoft.com/office/powerpoint/2010/main">
        <mc:Choice Requires="p14">
          <p:contentPart p14:bwMode="auto" r:id="rId12">
            <p14:nvContentPartPr>
              <p14:cNvPr id="1053634" name="墨迹 1053633"/>
              <p14:cNvContentPartPr/>
              <p14:nvPr/>
            </p14:nvContentPartPr>
            <p14:xfrm>
              <a:off x="1852705" y="2995135"/>
              <a:ext cx="118293" cy="409793"/>
            </p14:xfrm>
          </p:contentPart>
        </mc:Choice>
        <mc:Fallback xmlns="">
          <p:sp>
            <p:nvSpPr>
              <p:cNvPr id="1053634" name=""/>
              <p:cNvSpPr/>
              <p:nvPr/>
            </p:nvSpPr>
            <p:spPr>
              <a:xfrm>
                <a:off x="1852705" y="2995135"/>
                <a:ext cx="118293" cy="409793"/>
              </a:xfrm>
            </p:spPr>
          </p:sp>
        </mc:Fallback>
      </mc:AlternateContent>
      <mc:AlternateContent xmlns:mc="http://schemas.openxmlformats.org/markup-compatibility/2006" xmlns:p14="http://schemas.microsoft.com/office/powerpoint/2010/main">
        <mc:Choice Requires="p14">
          <p:contentPart p14:bwMode="auto" r:id="rId13">
            <p14:nvContentPartPr>
              <p14:cNvPr id="1053635" name="墨迹 1053634"/>
              <p14:cNvContentPartPr/>
              <p14:nvPr/>
            </p14:nvContentPartPr>
            <p14:xfrm>
              <a:off x="1954948" y="3206252"/>
              <a:ext cx="21938" cy="55202"/>
            </p14:xfrm>
          </p:contentPart>
        </mc:Choice>
        <mc:Fallback xmlns="">
          <p:sp>
            <p:nvSpPr>
              <p:cNvPr id="1053635" name=""/>
              <p:cNvSpPr/>
              <p:nvPr/>
            </p:nvSpPr>
            <p:spPr>
              <a:xfrm>
                <a:off x="1954948" y="3206252"/>
                <a:ext cx="21938" cy="55202"/>
              </a:xfrm>
            </p:spPr>
          </p:sp>
        </mc:Fallback>
      </mc:AlternateContent>
      <mc:AlternateContent xmlns:mc="http://schemas.openxmlformats.org/markup-compatibility/2006" xmlns:p14="http://schemas.microsoft.com/office/powerpoint/2010/main">
        <mc:Choice Requires="p14">
          <p:contentPart p14:bwMode="auto" r:id="rId14">
            <p14:nvContentPartPr>
              <p14:cNvPr id="1053636" name="墨迹 1053635"/>
              <p14:cNvContentPartPr/>
              <p14:nvPr/>
            </p14:nvContentPartPr>
            <p14:xfrm>
              <a:off x="2053788" y="3054461"/>
              <a:ext cx="93367" cy="144120"/>
            </p14:xfrm>
          </p:contentPart>
        </mc:Choice>
        <mc:Fallback xmlns="">
          <p:sp>
            <p:nvSpPr>
              <p:cNvPr id="1053636" name=""/>
              <p:cNvSpPr/>
              <p:nvPr/>
            </p:nvSpPr>
            <p:spPr>
              <a:xfrm>
                <a:off x="2053788" y="3054461"/>
                <a:ext cx="93367" cy="144120"/>
              </a:xfrm>
            </p:spPr>
          </p:sp>
        </mc:Fallback>
      </mc:AlternateContent>
      <mc:AlternateContent xmlns:mc="http://schemas.openxmlformats.org/markup-compatibility/2006" xmlns:p14="http://schemas.microsoft.com/office/powerpoint/2010/main">
        <mc:Choice Requires="p14">
          <p:contentPart p14:bwMode="auto" r:id="rId15">
            <p14:nvContentPartPr>
              <p14:cNvPr id="1053637" name="墨迹 1053636"/>
              <p14:cNvContentPartPr/>
              <p14:nvPr/>
            </p14:nvContentPartPr>
            <p14:xfrm>
              <a:off x="2027890" y="2944633"/>
              <a:ext cx="133154" cy="318155"/>
            </p14:xfrm>
          </p:contentPart>
        </mc:Choice>
        <mc:Fallback xmlns="">
          <p:sp>
            <p:nvSpPr>
              <p:cNvPr id="1053637" name=""/>
              <p:cNvSpPr/>
              <p:nvPr/>
            </p:nvSpPr>
            <p:spPr>
              <a:xfrm>
                <a:off x="2027890" y="2944633"/>
                <a:ext cx="133154" cy="318155"/>
              </a:xfrm>
            </p:spPr>
          </p:sp>
        </mc:Fallback>
      </mc:AlternateContent>
      <mc:AlternateContent xmlns:mc="http://schemas.openxmlformats.org/markup-compatibility/2006" xmlns:p14="http://schemas.microsoft.com/office/powerpoint/2010/main">
        <mc:Choice Requires="p14">
          <p:contentPart p14:bwMode="auto" r:id="rId16">
            <p14:nvContentPartPr>
              <p14:cNvPr id="1053638" name="墨迹 1053637"/>
              <p14:cNvContentPartPr/>
              <p14:nvPr/>
            </p14:nvContentPartPr>
            <p14:xfrm>
              <a:off x="1908794" y="3283248"/>
              <a:ext cx="93462" cy="276422"/>
            </p14:xfrm>
          </p:contentPart>
        </mc:Choice>
        <mc:Fallback xmlns="">
          <p:sp>
            <p:nvSpPr>
              <p:cNvPr id="1053638" name=""/>
              <p:cNvSpPr/>
              <p:nvPr/>
            </p:nvSpPr>
            <p:spPr>
              <a:xfrm>
                <a:off x="1908794" y="3283248"/>
                <a:ext cx="93462" cy="276422"/>
              </a:xfrm>
            </p:spPr>
          </p:sp>
        </mc:Fallback>
      </mc:AlternateContent>
      <mc:AlternateContent xmlns:mc="http://schemas.openxmlformats.org/markup-compatibility/2006" xmlns:p14="http://schemas.microsoft.com/office/powerpoint/2010/main">
        <mc:Choice Requires="p14">
          <p:contentPart p14:bwMode="auto" r:id="rId17">
            <p14:nvContentPartPr>
              <p14:cNvPr id="1053639" name="墨迹 1053638"/>
              <p14:cNvContentPartPr/>
              <p14:nvPr/>
            </p14:nvContentPartPr>
            <p14:xfrm>
              <a:off x="1970154" y="3249117"/>
              <a:ext cx="191250" cy="277793"/>
            </p14:xfrm>
          </p:contentPart>
        </mc:Choice>
        <mc:Fallback xmlns="">
          <p:sp>
            <p:nvSpPr>
              <p:cNvPr id="1053639" name=""/>
              <p:cNvSpPr/>
              <p:nvPr/>
            </p:nvSpPr>
            <p:spPr>
              <a:xfrm>
                <a:off x="1970154" y="3249117"/>
                <a:ext cx="191250" cy="277793"/>
              </a:xfrm>
            </p:spPr>
          </p:sp>
        </mc:Fallback>
      </mc:AlternateContent>
      <mc:AlternateContent xmlns:mc="http://schemas.openxmlformats.org/markup-compatibility/2006" xmlns:p14="http://schemas.microsoft.com/office/powerpoint/2010/main">
        <mc:Choice Requires="p14">
          <p:contentPart p14:bwMode="auto" r:id="rId18">
            <p14:nvContentPartPr>
              <p14:cNvPr id="1053640" name="墨迹 1053639"/>
              <p14:cNvContentPartPr/>
              <p14:nvPr/>
            </p14:nvContentPartPr>
            <p14:xfrm>
              <a:off x="2014083" y="3327926"/>
              <a:ext cx="118859" cy="133954"/>
            </p14:xfrm>
          </p:contentPart>
        </mc:Choice>
        <mc:Fallback xmlns="">
          <p:sp>
            <p:nvSpPr>
              <p:cNvPr id="1053640" name=""/>
              <p:cNvSpPr/>
              <p:nvPr/>
            </p:nvSpPr>
            <p:spPr>
              <a:xfrm>
                <a:off x="2014083" y="3327926"/>
                <a:ext cx="118859" cy="133954"/>
              </a:xfrm>
            </p:spPr>
          </p:sp>
        </mc:Fallback>
      </mc:AlternateContent>
      <mc:AlternateContent xmlns:mc="http://schemas.openxmlformats.org/markup-compatibility/2006" xmlns:p14="http://schemas.microsoft.com/office/powerpoint/2010/main">
        <mc:Choice Requires="p14">
          <p:contentPart p14:bwMode="auto" r:id="rId19">
            <p14:nvContentPartPr>
              <p14:cNvPr id="1053641" name="墨迹 1053640"/>
              <p14:cNvContentPartPr/>
              <p14:nvPr/>
            </p14:nvContentPartPr>
            <p14:xfrm>
              <a:off x="2388705" y="2998447"/>
              <a:ext cx="36680" cy="514896"/>
            </p14:xfrm>
          </p:contentPart>
        </mc:Choice>
        <mc:Fallback xmlns="">
          <p:sp>
            <p:nvSpPr>
              <p:cNvPr id="1053641" name=""/>
              <p:cNvSpPr/>
              <p:nvPr/>
            </p:nvSpPr>
            <p:spPr>
              <a:xfrm>
                <a:off x="2388705" y="2998447"/>
                <a:ext cx="36680" cy="514896"/>
              </a:xfrm>
            </p:spPr>
          </p:sp>
        </mc:Fallback>
      </mc:AlternateContent>
      <mc:AlternateContent xmlns:mc="http://schemas.openxmlformats.org/markup-compatibility/2006" xmlns:p14="http://schemas.microsoft.com/office/powerpoint/2010/main">
        <mc:Choice Requires="p14">
          <p:contentPart p14:bwMode="auto" r:id="rId20">
            <p14:nvContentPartPr>
              <p14:cNvPr id="1053642" name="墨迹 1053641"/>
              <p14:cNvContentPartPr/>
              <p14:nvPr/>
            </p14:nvContentPartPr>
            <p14:xfrm>
              <a:off x="2349464" y="2967385"/>
              <a:ext cx="385790" cy="589287"/>
            </p14:xfrm>
          </p:contentPart>
        </mc:Choice>
        <mc:Fallback xmlns="">
          <p:sp>
            <p:nvSpPr>
              <p:cNvPr id="1053642" name=""/>
              <p:cNvSpPr/>
              <p:nvPr/>
            </p:nvSpPr>
            <p:spPr>
              <a:xfrm>
                <a:off x="2349464" y="2967385"/>
                <a:ext cx="385790" cy="589287"/>
              </a:xfrm>
            </p:spPr>
          </p:sp>
        </mc:Fallback>
      </mc:AlternateContent>
      <mc:AlternateContent xmlns:mc="http://schemas.openxmlformats.org/markup-compatibility/2006" xmlns:p14="http://schemas.microsoft.com/office/powerpoint/2010/main">
        <mc:Choice Requires="p14">
          <p:contentPart p14:bwMode="auto" r:id="rId21">
            <p14:nvContentPartPr>
              <p14:cNvPr id="1053643" name="墨迹 1053642"/>
              <p14:cNvContentPartPr/>
              <p14:nvPr/>
            </p14:nvContentPartPr>
            <p14:xfrm>
              <a:off x="2507616" y="3039014"/>
              <a:ext cx="9116" cy="188898"/>
            </p14:xfrm>
          </p:contentPart>
        </mc:Choice>
        <mc:Fallback xmlns="">
          <p:sp>
            <p:nvSpPr>
              <p:cNvPr id="1053643" name=""/>
              <p:cNvSpPr/>
              <p:nvPr/>
            </p:nvSpPr>
            <p:spPr>
              <a:xfrm>
                <a:off x="2507616" y="3039014"/>
                <a:ext cx="9116" cy="188898"/>
              </a:xfrm>
            </p:spPr>
          </p:sp>
        </mc:Fallback>
      </mc:AlternateContent>
      <mc:AlternateContent xmlns:mc="http://schemas.openxmlformats.org/markup-compatibility/2006" xmlns:p14="http://schemas.microsoft.com/office/powerpoint/2010/main">
        <mc:Choice Requires="p14">
          <p:contentPart p14:bwMode="auto" r:id="rId22">
            <p14:nvContentPartPr>
              <p14:cNvPr id="1053644" name="墨迹 1053643"/>
              <p14:cNvContentPartPr/>
              <p14:nvPr/>
            </p14:nvContentPartPr>
            <p14:xfrm>
              <a:off x="2498992" y="3070773"/>
              <a:ext cx="113925" cy="105582"/>
            </p14:xfrm>
          </p:contentPart>
        </mc:Choice>
        <mc:Fallback xmlns="">
          <p:sp>
            <p:nvSpPr>
              <p:cNvPr id="1053644" name=""/>
              <p:cNvSpPr/>
              <p:nvPr/>
            </p:nvSpPr>
            <p:spPr>
              <a:xfrm>
                <a:off x="2498992" y="3070773"/>
                <a:ext cx="113925" cy="105582"/>
              </a:xfrm>
            </p:spPr>
          </p:sp>
        </mc:Fallback>
      </mc:AlternateContent>
      <mc:AlternateContent xmlns:mc="http://schemas.openxmlformats.org/markup-compatibility/2006" xmlns:p14="http://schemas.microsoft.com/office/powerpoint/2010/main">
        <mc:Choice Requires="p14">
          <p:contentPart p14:bwMode="auto" r:id="rId23">
            <p14:nvContentPartPr>
              <p14:cNvPr id="1053645" name="墨迹 1053644"/>
              <p14:cNvContentPartPr/>
              <p14:nvPr/>
            </p14:nvContentPartPr>
            <p14:xfrm>
              <a:off x="2450150" y="3164029"/>
              <a:ext cx="40394" cy="228654"/>
            </p14:xfrm>
          </p:contentPart>
        </mc:Choice>
        <mc:Fallback xmlns="">
          <p:sp>
            <p:nvSpPr>
              <p:cNvPr id="1053645" name=""/>
              <p:cNvSpPr/>
              <p:nvPr/>
            </p:nvSpPr>
            <p:spPr>
              <a:xfrm>
                <a:off x="2450150" y="3164029"/>
                <a:ext cx="40394" cy="228654"/>
              </a:xfrm>
            </p:spPr>
          </p:sp>
        </mc:Fallback>
      </mc:AlternateContent>
      <mc:AlternateContent xmlns:mc="http://schemas.openxmlformats.org/markup-compatibility/2006" xmlns:p14="http://schemas.microsoft.com/office/powerpoint/2010/main">
        <mc:Choice Requires="p14">
          <p:contentPart p14:bwMode="auto" r:id="rId24">
            <p14:nvContentPartPr>
              <p14:cNvPr id="1053646" name="墨迹 1053645"/>
              <p14:cNvContentPartPr/>
              <p14:nvPr/>
            </p14:nvContentPartPr>
            <p14:xfrm>
              <a:off x="2506595" y="3150087"/>
              <a:ext cx="150139" cy="199296"/>
            </p14:xfrm>
          </p:contentPart>
        </mc:Choice>
        <mc:Fallback xmlns="">
          <p:sp>
            <p:nvSpPr>
              <p:cNvPr id="1053646" name=""/>
              <p:cNvSpPr/>
              <p:nvPr/>
            </p:nvSpPr>
            <p:spPr>
              <a:xfrm>
                <a:off x="2506595" y="3150087"/>
                <a:ext cx="150139" cy="199296"/>
              </a:xfrm>
            </p:spPr>
          </p:sp>
        </mc:Fallback>
      </mc:AlternateContent>
      <mc:AlternateContent xmlns:mc="http://schemas.openxmlformats.org/markup-compatibility/2006" xmlns:p14="http://schemas.microsoft.com/office/powerpoint/2010/main">
        <mc:Choice Requires="p14">
          <p:contentPart p14:bwMode="auto" r:id="rId25">
            <p14:nvContentPartPr>
              <p14:cNvPr id="1053647" name="墨迹 1053646"/>
              <p14:cNvContentPartPr/>
              <p14:nvPr/>
            </p14:nvContentPartPr>
            <p14:xfrm>
              <a:off x="2471694" y="3209564"/>
              <a:ext cx="328065" cy="287006"/>
            </p14:xfrm>
          </p:contentPart>
        </mc:Choice>
        <mc:Fallback xmlns="">
          <p:sp>
            <p:nvSpPr>
              <p:cNvPr id="1053647" name=""/>
              <p:cNvSpPr/>
              <p:nvPr/>
            </p:nvSpPr>
            <p:spPr>
              <a:xfrm>
                <a:off x="2471694" y="3209564"/>
                <a:ext cx="328065" cy="287006"/>
              </a:xfrm>
            </p:spPr>
          </p:sp>
        </mc:Fallback>
      </mc:AlternateContent>
      <mc:AlternateContent xmlns:mc="http://schemas.openxmlformats.org/markup-compatibility/2006" xmlns:p14="http://schemas.microsoft.com/office/powerpoint/2010/main">
        <mc:Choice Requires="p14">
          <p:contentPart p14:bwMode="auto" r:id="rId26">
            <p14:nvContentPartPr>
              <p14:cNvPr id="1053720" name="墨迹 1053719"/>
              <p14:cNvContentPartPr/>
              <p14:nvPr/>
            </p14:nvContentPartPr>
            <p14:xfrm>
              <a:off x="5415859" y="3226616"/>
              <a:ext cx="310412" cy="486486"/>
            </p14:xfrm>
          </p:contentPart>
        </mc:Choice>
        <mc:Fallback xmlns="">
          <p:sp>
            <p:nvSpPr>
              <p:cNvPr id="1053720" name=""/>
              <p:cNvSpPr/>
              <p:nvPr/>
            </p:nvSpPr>
            <p:spPr>
              <a:xfrm>
                <a:off x="5415859" y="3226616"/>
                <a:ext cx="310412" cy="486486"/>
              </a:xfrm>
            </p:spPr>
          </p:sp>
        </mc:Fallback>
      </mc:AlternateContent>
      <mc:AlternateContent xmlns:mc="http://schemas.openxmlformats.org/markup-compatibility/2006" xmlns:p14="http://schemas.microsoft.com/office/powerpoint/2010/main">
        <mc:Choice Requires="p14">
          <p:contentPart p14:bwMode="auto" r:id="rId27">
            <p14:nvContentPartPr>
              <p14:cNvPr id="1053721" name="墨迹 1053720"/>
              <p14:cNvContentPartPr/>
              <p14:nvPr/>
            </p14:nvContentPartPr>
            <p14:xfrm>
              <a:off x="5523523" y="3351205"/>
              <a:ext cx="232597" cy="73615"/>
            </p14:xfrm>
          </p:contentPart>
        </mc:Choice>
        <mc:Fallback xmlns="">
          <p:sp>
            <p:nvSpPr>
              <p:cNvPr id="1053721" name=""/>
              <p:cNvSpPr/>
              <p:nvPr/>
            </p:nvSpPr>
            <p:spPr>
              <a:xfrm>
                <a:off x="5523523" y="3351205"/>
                <a:ext cx="232597" cy="73615"/>
              </a:xfrm>
            </p:spPr>
          </p:sp>
        </mc:Fallback>
      </mc:AlternateContent>
      <mc:AlternateContent xmlns:mc="http://schemas.openxmlformats.org/markup-compatibility/2006" xmlns:p14="http://schemas.microsoft.com/office/powerpoint/2010/main">
        <mc:Choice Requires="p14">
          <p:contentPart p14:bwMode="auto" r:id="rId28">
            <p14:nvContentPartPr>
              <p14:cNvPr id="1053722" name="墨迹 1053721"/>
              <p14:cNvContentPartPr/>
              <p14:nvPr/>
            </p14:nvContentPartPr>
            <p14:xfrm>
              <a:off x="5527747" y="3493537"/>
              <a:ext cx="19443" cy="132048"/>
            </p14:xfrm>
          </p:contentPart>
        </mc:Choice>
        <mc:Fallback xmlns="">
          <p:sp>
            <p:nvSpPr>
              <p:cNvPr id="1053722" name=""/>
              <p:cNvSpPr/>
              <p:nvPr/>
            </p:nvSpPr>
            <p:spPr>
              <a:xfrm>
                <a:off x="5527747" y="3493537"/>
                <a:ext cx="19443" cy="132048"/>
              </a:xfrm>
            </p:spPr>
          </p:sp>
        </mc:Fallback>
      </mc:AlternateContent>
      <mc:AlternateContent xmlns:mc="http://schemas.openxmlformats.org/markup-compatibility/2006" xmlns:p14="http://schemas.microsoft.com/office/powerpoint/2010/main">
        <mc:Choice Requires="p14">
          <p:contentPart p14:bwMode="auto" r:id="rId29">
            <p14:nvContentPartPr>
              <p14:cNvPr id="1053723" name="墨迹 1053722"/>
              <p14:cNvContentPartPr/>
              <p14:nvPr/>
            </p14:nvContentPartPr>
            <p14:xfrm>
              <a:off x="5593640" y="3494348"/>
              <a:ext cx="223881" cy="194592"/>
            </p14:xfrm>
          </p:contentPart>
        </mc:Choice>
        <mc:Fallback xmlns="">
          <p:sp>
            <p:nvSpPr>
              <p:cNvPr id="1053723" name=""/>
              <p:cNvSpPr/>
              <p:nvPr/>
            </p:nvSpPr>
            <p:spPr>
              <a:xfrm>
                <a:off x="5593640" y="3494348"/>
                <a:ext cx="223881" cy="194592"/>
              </a:xfrm>
            </p:spPr>
          </p:sp>
        </mc:Fallback>
      </mc:AlternateContent>
      <mc:AlternateContent xmlns:mc="http://schemas.openxmlformats.org/markup-compatibility/2006" xmlns:p14="http://schemas.microsoft.com/office/powerpoint/2010/main">
        <mc:Choice Requires="p14">
          <p:contentPart p14:bwMode="auto" r:id="rId30">
            <p14:nvContentPartPr>
              <p14:cNvPr id="1053724" name="墨迹 1053723"/>
              <p14:cNvContentPartPr/>
              <p14:nvPr/>
            </p14:nvContentPartPr>
            <p14:xfrm>
              <a:off x="6019414" y="3376925"/>
              <a:ext cx="298709" cy="199584"/>
            </p14:xfrm>
          </p:contentPart>
        </mc:Choice>
        <mc:Fallback xmlns="">
          <p:sp>
            <p:nvSpPr>
              <p:cNvPr id="1053724" name=""/>
              <p:cNvSpPr/>
              <p:nvPr/>
            </p:nvSpPr>
            <p:spPr>
              <a:xfrm>
                <a:off x="6019414" y="3376925"/>
                <a:ext cx="298709" cy="199584"/>
              </a:xfrm>
            </p:spPr>
          </p:sp>
        </mc:Fallback>
      </mc:AlternateContent>
      <mc:AlternateContent xmlns:mc="http://schemas.openxmlformats.org/markup-compatibility/2006" xmlns:p14="http://schemas.microsoft.com/office/powerpoint/2010/main">
        <mc:Choice Requires="p14">
          <p:contentPart p14:bwMode="auto" r:id="rId31">
            <p14:nvContentPartPr>
              <p14:cNvPr id="1053725" name="墨迹 1053724"/>
              <p14:cNvContentPartPr/>
              <p14:nvPr/>
            </p14:nvContentPartPr>
            <p14:xfrm>
              <a:off x="6342969" y="3218079"/>
              <a:ext cx="210969" cy="356592"/>
            </p14:xfrm>
          </p:contentPart>
        </mc:Choice>
        <mc:Fallback xmlns="">
          <p:sp>
            <p:nvSpPr>
              <p:cNvPr id="1053725" name=""/>
              <p:cNvSpPr/>
              <p:nvPr/>
            </p:nvSpPr>
            <p:spPr>
              <a:xfrm>
                <a:off x="6342969" y="3218079"/>
                <a:ext cx="210969" cy="356592"/>
              </a:xfrm>
            </p:spPr>
          </p:sp>
        </mc:Fallback>
      </mc:AlternateContent>
      <mc:AlternateContent xmlns:mc="http://schemas.openxmlformats.org/markup-compatibility/2006" xmlns:p14="http://schemas.microsoft.com/office/powerpoint/2010/main">
        <mc:Choice Requires="p14">
          <p:contentPart p14:bwMode="auto" r:id="rId32">
            <p14:nvContentPartPr>
              <p14:cNvPr id="1053726" name="墨迹 1053725"/>
              <p14:cNvContentPartPr/>
              <p14:nvPr/>
            </p14:nvContentPartPr>
            <p14:xfrm>
              <a:off x="6359790" y="3335951"/>
              <a:ext cx="196116" cy="300208"/>
            </p14:xfrm>
          </p:contentPart>
        </mc:Choice>
        <mc:Fallback xmlns="">
          <p:sp>
            <p:nvSpPr>
              <p:cNvPr id="1053726" name=""/>
              <p:cNvSpPr/>
              <p:nvPr/>
            </p:nvSpPr>
            <p:spPr>
              <a:xfrm>
                <a:off x="6359790" y="3335951"/>
                <a:ext cx="196116" cy="300208"/>
              </a:xfrm>
            </p:spPr>
          </p:sp>
        </mc:Fallback>
      </mc:AlternateContent>
      <mc:AlternateContent xmlns:mc="http://schemas.openxmlformats.org/markup-compatibility/2006" xmlns:p14="http://schemas.microsoft.com/office/powerpoint/2010/main">
        <mc:Choice Requires="p14">
          <p:contentPart p14:bwMode="auto" r:id="rId33">
            <p14:nvContentPartPr>
              <p14:cNvPr id="1053727" name="墨迹 1053726"/>
              <p14:cNvContentPartPr/>
              <p14:nvPr/>
            </p14:nvContentPartPr>
            <p14:xfrm>
              <a:off x="6423223" y="3518595"/>
              <a:ext cx="218173" cy="115095"/>
            </p14:xfrm>
          </p:contentPart>
        </mc:Choice>
        <mc:Fallback xmlns="">
          <p:sp>
            <p:nvSpPr>
              <p:cNvPr id="1053727" name=""/>
              <p:cNvSpPr/>
              <p:nvPr/>
            </p:nvSpPr>
            <p:spPr>
              <a:xfrm>
                <a:off x="6423223" y="3518595"/>
                <a:ext cx="218173" cy="115095"/>
              </a:xfrm>
            </p:spPr>
          </p:sp>
        </mc:Fallback>
      </mc:AlternateContent>
      <mc:AlternateContent xmlns:mc="http://schemas.openxmlformats.org/markup-compatibility/2006" xmlns:p14="http://schemas.microsoft.com/office/powerpoint/2010/main">
        <mc:Choice Requires="p14">
          <p:contentPart p14:bwMode="auto" r:id="rId34">
            <p14:nvContentPartPr>
              <p14:cNvPr id="1053728" name="墨迹 1053727"/>
              <p14:cNvContentPartPr/>
              <p14:nvPr/>
            </p14:nvContentPartPr>
            <p14:xfrm>
              <a:off x="6671824" y="3183071"/>
              <a:ext cx="246446" cy="405533"/>
            </p14:xfrm>
          </p:contentPart>
        </mc:Choice>
        <mc:Fallback xmlns="">
          <p:sp>
            <p:nvSpPr>
              <p:cNvPr id="1053728" name=""/>
              <p:cNvSpPr/>
              <p:nvPr/>
            </p:nvSpPr>
            <p:spPr>
              <a:xfrm>
                <a:off x="6671824" y="3183071"/>
                <a:ext cx="246446" cy="405533"/>
              </a:xfrm>
            </p:spPr>
          </p:sp>
        </mc:Fallback>
      </mc:AlternateContent>
      <mc:AlternateContent xmlns:mc="http://schemas.openxmlformats.org/markup-compatibility/2006" xmlns:p14="http://schemas.microsoft.com/office/powerpoint/2010/main">
        <mc:Choice Requires="p14">
          <p:contentPart p14:bwMode="auto" r:id="rId35">
            <p14:nvContentPartPr>
              <p14:cNvPr id="1053729" name="墨迹 1053728"/>
              <p14:cNvContentPartPr/>
              <p14:nvPr/>
            </p14:nvContentPartPr>
            <p14:xfrm>
              <a:off x="6676660" y="3295555"/>
              <a:ext cx="243247" cy="275077"/>
            </p14:xfrm>
          </p:contentPart>
        </mc:Choice>
        <mc:Fallback xmlns="">
          <p:sp>
            <p:nvSpPr>
              <p:cNvPr id="1053729" name=""/>
              <p:cNvSpPr/>
              <p:nvPr/>
            </p:nvSpPr>
            <p:spPr>
              <a:xfrm>
                <a:off x="6676660" y="3295555"/>
                <a:ext cx="243247" cy="275077"/>
              </a:xfrm>
            </p:spPr>
          </p:sp>
        </mc:Fallback>
      </mc:AlternateContent>
      <mc:AlternateContent xmlns:mc="http://schemas.openxmlformats.org/markup-compatibility/2006" xmlns:p14="http://schemas.microsoft.com/office/powerpoint/2010/main">
        <mc:Choice Requires="p14">
          <p:contentPart p14:bwMode="auto" r:id="rId36">
            <p14:nvContentPartPr>
              <p14:cNvPr id="1053730" name="墨迹 1053729"/>
              <p14:cNvContentPartPr/>
              <p14:nvPr/>
            </p14:nvContentPartPr>
            <p14:xfrm>
              <a:off x="6761984" y="3420947"/>
              <a:ext cx="94239" cy="94741"/>
            </p14:xfrm>
          </p:contentPart>
        </mc:Choice>
        <mc:Fallback xmlns="">
          <p:sp>
            <p:nvSpPr>
              <p:cNvPr id="1053730" name=""/>
              <p:cNvSpPr/>
              <p:nvPr/>
            </p:nvSpPr>
            <p:spPr>
              <a:xfrm>
                <a:off x="6761984" y="3420947"/>
                <a:ext cx="94239" cy="94741"/>
              </a:xfrm>
            </p:spPr>
          </p:sp>
        </mc:Fallback>
      </mc:AlternateContent>
      <mc:AlternateContent xmlns:mc="http://schemas.openxmlformats.org/markup-compatibility/2006" xmlns:p14="http://schemas.microsoft.com/office/powerpoint/2010/main">
        <mc:Choice Requires="p14">
          <p:contentPart p14:bwMode="auto" r:id="rId37">
            <p14:nvContentPartPr>
              <p14:cNvPr id="1053731" name="墨迹 1053730"/>
              <p14:cNvContentPartPr/>
              <p14:nvPr/>
            </p14:nvContentPartPr>
            <p14:xfrm>
              <a:off x="6964792" y="3160717"/>
              <a:ext cx="118242" cy="337455"/>
            </p14:xfrm>
          </p:contentPart>
        </mc:Choice>
        <mc:Fallback xmlns="">
          <p:sp>
            <p:nvSpPr>
              <p:cNvPr id="1053731" name=""/>
              <p:cNvSpPr/>
              <p:nvPr/>
            </p:nvSpPr>
            <p:spPr>
              <a:xfrm>
                <a:off x="6964792" y="3160717"/>
                <a:ext cx="118242" cy="337455"/>
              </a:xfrm>
            </p:spPr>
          </p:sp>
        </mc:Fallback>
      </mc:AlternateContent>
      <mc:AlternateContent xmlns:mc="http://schemas.openxmlformats.org/markup-compatibility/2006" xmlns:p14="http://schemas.microsoft.com/office/powerpoint/2010/main">
        <mc:Choice Requires="p14">
          <p:contentPart p14:bwMode="auto" r:id="rId38">
            <p14:nvContentPartPr>
              <p14:cNvPr id="1053732" name="墨迹 1053731"/>
              <p14:cNvContentPartPr/>
              <p14:nvPr/>
            </p14:nvContentPartPr>
            <p14:xfrm>
              <a:off x="7309408" y="3062196"/>
              <a:ext cx="50806" cy="38980"/>
            </p14:xfrm>
          </p:contentPart>
        </mc:Choice>
        <mc:Fallback xmlns="">
          <p:sp>
            <p:nvSpPr>
              <p:cNvPr id="1053732" name=""/>
              <p:cNvSpPr/>
              <p:nvPr/>
            </p:nvSpPr>
            <p:spPr>
              <a:xfrm>
                <a:off x="7309408" y="3062196"/>
                <a:ext cx="50806" cy="38980"/>
              </a:xfrm>
            </p:spPr>
          </p:sp>
        </mc:Fallback>
      </mc:AlternateContent>
      <mc:AlternateContent xmlns:mc="http://schemas.openxmlformats.org/markup-compatibility/2006" xmlns:p14="http://schemas.microsoft.com/office/powerpoint/2010/main">
        <mc:Choice Requires="p14">
          <p:contentPart p14:bwMode="auto" r:id="rId39">
            <p14:nvContentPartPr>
              <p14:cNvPr id="1053733" name="墨迹 1053732"/>
              <p14:cNvContentPartPr/>
              <p14:nvPr/>
            </p14:nvContentPartPr>
            <p14:xfrm>
              <a:off x="7124799" y="3028252"/>
              <a:ext cx="374686" cy="589659"/>
            </p14:xfrm>
          </p:contentPart>
        </mc:Choice>
        <mc:Fallback xmlns="">
          <p:sp>
            <p:nvSpPr>
              <p:cNvPr id="1053733" name=""/>
              <p:cNvSpPr/>
              <p:nvPr/>
            </p:nvSpPr>
            <p:spPr>
              <a:xfrm>
                <a:off x="7124799" y="3028252"/>
                <a:ext cx="374686" cy="589659"/>
              </a:xfrm>
            </p:spPr>
          </p:sp>
        </mc:Fallback>
      </mc:AlternateContent>
      <mc:AlternateContent xmlns:mc="http://schemas.openxmlformats.org/markup-compatibility/2006" xmlns:p14="http://schemas.microsoft.com/office/powerpoint/2010/main">
        <mc:Choice Requires="p14">
          <p:contentPart p14:bwMode="auto" r:id="rId40">
            <p14:nvContentPartPr>
              <p14:cNvPr id="1053734" name="墨迹 1053733"/>
              <p14:cNvContentPartPr/>
              <p14:nvPr/>
            </p14:nvContentPartPr>
            <p14:xfrm>
              <a:off x="7326303" y="3440550"/>
              <a:ext cx="236083" cy="122859"/>
            </p14:xfrm>
          </p:contentPart>
        </mc:Choice>
        <mc:Fallback xmlns="">
          <p:sp>
            <p:nvSpPr>
              <p:cNvPr id="1053734" name=""/>
              <p:cNvSpPr/>
              <p:nvPr/>
            </p:nvSpPr>
            <p:spPr>
              <a:xfrm>
                <a:off x="7326303" y="3440550"/>
                <a:ext cx="236083" cy="122859"/>
              </a:xfrm>
            </p:spPr>
          </p:sp>
        </mc:Fallback>
      </mc:AlternateContent>
      <mc:AlternateContent xmlns:mc="http://schemas.openxmlformats.org/markup-compatibility/2006" xmlns:p14="http://schemas.microsoft.com/office/powerpoint/2010/main">
        <mc:Choice Requires="p14">
          <p:contentPart p14:bwMode="auto" r:id="rId41">
            <p14:nvContentPartPr>
              <p14:cNvPr id="1053735" name="墨迹 1053734"/>
              <p14:cNvContentPartPr/>
              <p14:nvPr/>
            </p14:nvContentPartPr>
            <p14:xfrm>
              <a:off x="7618111" y="3025768"/>
              <a:ext cx="150861" cy="218965"/>
            </p14:xfrm>
          </p:contentPart>
        </mc:Choice>
        <mc:Fallback xmlns="">
          <p:sp>
            <p:nvSpPr>
              <p:cNvPr id="1053735" name=""/>
              <p:cNvSpPr/>
              <p:nvPr/>
            </p:nvSpPr>
            <p:spPr>
              <a:xfrm>
                <a:off x="7618111" y="3025768"/>
                <a:ext cx="150861" cy="218965"/>
              </a:xfrm>
            </p:spPr>
          </p:sp>
        </mc:Fallback>
      </mc:AlternateContent>
      <mc:AlternateContent xmlns:mc="http://schemas.openxmlformats.org/markup-compatibility/2006" xmlns:p14="http://schemas.microsoft.com/office/powerpoint/2010/main">
        <mc:Choice Requires="p14">
          <p:contentPart p14:bwMode="auto" r:id="rId42">
            <p14:nvContentPartPr>
              <p14:cNvPr id="1053736" name="墨迹 1053735"/>
              <p14:cNvContentPartPr/>
              <p14:nvPr/>
            </p14:nvContentPartPr>
            <p14:xfrm>
              <a:off x="7696321" y="3125621"/>
              <a:ext cx="167123" cy="36752"/>
            </p14:xfrm>
          </p:contentPart>
        </mc:Choice>
        <mc:Fallback xmlns="">
          <p:sp>
            <p:nvSpPr>
              <p:cNvPr id="1053736" name=""/>
              <p:cNvSpPr/>
              <p:nvPr/>
            </p:nvSpPr>
            <p:spPr>
              <a:xfrm>
                <a:off x="7696321" y="3125621"/>
                <a:ext cx="167123" cy="36752"/>
              </a:xfrm>
            </p:spPr>
          </p:sp>
        </mc:Fallback>
      </mc:AlternateContent>
      <mc:AlternateContent xmlns:mc="http://schemas.openxmlformats.org/markup-compatibility/2006" xmlns:p14="http://schemas.microsoft.com/office/powerpoint/2010/main">
        <mc:Choice Requires="p14">
          <p:contentPart p14:bwMode="auto" r:id="rId43">
            <p14:nvContentPartPr>
              <p14:cNvPr id="1053737" name="墨迹 1053736"/>
              <p14:cNvContentPartPr/>
              <p14:nvPr/>
            </p14:nvContentPartPr>
            <p14:xfrm>
              <a:off x="7650703" y="3241003"/>
              <a:ext cx="182719" cy="21546"/>
            </p14:xfrm>
          </p:contentPart>
        </mc:Choice>
        <mc:Fallback xmlns="">
          <p:sp>
            <p:nvSpPr>
              <p:cNvPr id="1053737" name=""/>
              <p:cNvSpPr/>
              <p:nvPr/>
            </p:nvSpPr>
            <p:spPr>
              <a:xfrm>
                <a:off x="7650703" y="3241003"/>
                <a:ext cx="182719" cy="21546"/>
              </a:xfrm>
            </p:spPr>
          </p:sp>
        </mc:Fallback>
      </mc:AlternateContent>
      <mc:AlternateContent xmlns:mc="http://schemas.openxmlformats.org/markup-compatibility/2006" xmlns:p14="http://schemas.microsoft.com/office/powerpoint/2010/main">
        <mc:Choice Requires="p14">
          <p:contentPart p14:bwMode="auto" r:id="rId44">
            <p14:nvContentPartPr>
              <p14:cNvPr id="1053738" name="墨迹 1053737"/>
              <p14:cNvContentPartPr/>
              <p14:nvPr/>
            </p14:nvContentPartPr>
            <p14:xfrm>
              <a:off x="7632962" y="3304856"/>
              <a:ext cx="123292" cy="59764"/>
            </p14:xfrm>
          </p:contentPart>
        </mc:Choice>
        <mc:Fallback xmlns="">
          <p:sp>
            <p:nvSpPr>
              <p:cNvPr id="1053738" name=""/>
              <p:cNvSpPr/>
              <p:nvPr/>
            </p:nvSpPr>
            <p:spPr>
              <a:xfrm>
                <a:off x="7632962" y="3304856"/>
                <a:ext cx="123292" cy="59764"/>
              </a:xfrm>
            </p:spPr>
          </p:sp>
        </mc:Fallback>
      </mc:AlternateContent>
      <mc:AlternateContent xmlns:mc="http://schemas.openxmlformats.org/markup-compatibility/2006" xmlns:p14="http://schemas.microsoft.com/office/powerpoint/2010/main">
        <mc:Choice Requires="p14">
          <p:contentPart p14:bwMode="auto" r:id="rId45">
            <p14:nvContentPartPr>
              <p14:cNvPr id="1053739" name="墨迹 1053738"/>
              <p14:cNvContentPartPr/>
              <p14:nvPr/>
            </p14:nvContentPartPr>
            <p14:xfrm>
              <a:off x="7692319" y="3260638"/>
              <a:ext cx="171662" cy="251649"/>
            </p14:xfrm>
          </p:contentPart>
        </mc:Choice>
        <mc:Fallback xmlns="">
          <p:sp>
            <p:nvSpPr>
              <p:cNvPr id="1053739" name=""/>
              <p:cNvSpPr/>
              <p:nvPr/>
            </p:nvSpPr>
            <p:spPr>
              <a:xfrm>
                <a:off x="7692319" y="3260638"/>
                <a:ext cx="171662" cy="251649"/>
              </a:xfrm>
            </p:spPr>
          </p:sp>
        </mc:Fallback>
      </mc:AlternateContent>
      <mc:AlternateContent xmlns:mc="http://schemas.openxmlformats.org/markup-compatibility/2006" xmlns:p14="http://schemas.microsoft.com/office/powerpoint/2010/main">
        <mc:Choice Requires="p14">
          <p:contentPart p14:bwMode="auto" r:id="rId46">
            <p14:nvContentPartPr>
              <p14:cNvPr id="1053740" name="墨迹 1053739"/>
              <p14:cNvContentPartPr/>
              <p14:nvPr/>
            </p14:nvContentPartPr>
            <p14:xfrm>
              <a:off x="7769526" y="3206252"/>
              <a:ext cx="243855" cy="334887"/>
            </p14:xfrm>
          </p:contentPart>
        </mc:Choice>
        <mc:Fallback xmlns="">
          <p:sp>
            <p:nvSpPr>
              <p:cNvPr id="1053740" name=""/>
              <p:cNvSpPr/>
              <p:nvPr/>
            </p:nvSpPr>
            <p:spPr>
              <a:xfrm>
                <a:off x="7769526" y="3206252"/>
                <a:ext cx="243855" cy="334887"/>
              </a:xfrm>
            </p:spPr>
          </p:sp>
        </mc:Fallback>
      </mc:AlternateContent>
      <mc:AlternateContent xmlns:mc="http://schemas.openxmlformats.org/markup-compatibility/2006" xmlns:p14="http://schemas.microsoft.com/office/powerpoint/2010/main">
        <mc:Choice Requires="p14">
          <p:contentPart p14:bwMode="auto" r:id="rId47">
            <p14:nvContentPartPr>
              <p14:cNvPr id="1053741" name="墨迹 1053740"/>
              <p14:cNvContentPartPr/>
              <p14:nvPr/>
            </p14:nvContentPartPr>
            <p14:xfrm>
              <a:off x="8040151" y="2989210"/>
              <a:ext cx="151292" cy="151636"/>
            </p14:xfrm>
          </p:contentPart>
        </mc:Choice>
        <mc:Fallback xmlns="">
          <p:sp>
            <p:nvSpPr>
              <p:cNvPr id="1053741" name=""/>
              <p:cNvSpPr/>
              <p:nvPr/>
            </p:nvSpPr>
            <p:spPr>
              <a:xfrm>
                <a:off x="8040151" y="2989210"/>
                <a:ext cx="151292" cy="151636"/>
              </a:xfrm>
            </p:spPr>
          </p:sp>
        </mc:Fallback>
      </mc:AlternateContent>
      <mc:AlternateContent xmlns:mc="http://schemas.openxmlformats.org/markup-compatibility/2006" xmlns:p14="http://schemas.microsoft.com/office/powerpoint/2010/main">
        <mc:Choice Requires="p14">
          <p:contentPart p14:bwMode="auto" r:id="rId48">
            <p14:nvContentPartPr>
              <p14:cNvPr id="1053742" name="墨迹 1053741"/>
              <p14:cNvContentPartPr/>
              <p14:nvPr/>
            </p14:nvContentPartPr>
            <p14:xfrm>
              <a:off x="7957361" y="2970460"/>
              <a:ext cx="182022" cy="1138098"/>
            </p14:xfrm>
          </p:contentPart>
        </mc:Choice>
        <mc:Fallback xmlns="">
          <p:sp>
            <p:nvSpPr>
              <p:cNvPr id="1053742" name=""/>
              <p:cNvSpPr/>
              <p:nvPr/>
            </p:nvSpPr>
            <p:spPr>
              <a:xfrm>
                <a:off x="7957361" y="2970460"/>
                <a:ext cx="182022" cy="1138098"/>
              </a:xfrm>
            </p:spPr>
          </p:sp>
        </mc:Fallback>
      </mc:AlternateContent>
      <mc:AlternateContent xmlns:mc="http://schemas.openxmlformats.org/markup-compatibility/2006" xmlns:p14="http://schemas.microsoft.com/office/powerpoint/2010/main">
        <mc:Choice Requires="p14">
          <p:contentPart p14:bwMode="auto" r:id="rId49">
            <p14:nvContentPartPr>
              <p14:cNvPr id="1053743" name="墨迹 1053742"/>
              <p14:cNvContentPartPr/>
              <p14:nvPr/>
            </p14:nvContentPartPr>
            <p14:xfrm>
              <a:off x="8402694" y="3516718"/>
              <a:ext cx="7474" cy="30162"/>
            </p14:xfrm>
          </p:contentPart>
        </mc:Choice>
        <mc:Fallback xmlns="">
          <p:sp>
            <p:nvSpPr>
              <p:cNvPr id="1053743" name=""/>
              <p:cNvSpPr/>
              <p:nvPr/>
            </p:nvSpPr>
            <p:spPr>
              <a:xfrm>
                <a:off x="8402694" y="3516718"/>
                <a:ext cx="7474" cy="30162"/>
              </a:xfrm>
            </p:spPr>
          </p:sp>
        </mc:Fallback>
      </mc:AlternateContent>
      <mc:AlternateContent xmlns:mc="http://schemas.openxmlformats.org/markup-compatibility/2006" xmlns:p14="http://schemas.microsoft.com/office/powerpoint/2010/main">
        <mc:Choice Requires="p14">
          <p:contentPart p14:bwMode="auto" r:id="rId50">
            <p14:nvContentPartPr>
              <p14:cNvPr id="1053744" name="墨迹 1053743"/>
              <p14:cNvContentPartPr/>
              <p14:nvPr/>
            </p14:nvContentPartPr>
            <p14:xfrm>
              <a:off x="1142365" y="5943320"/>
              <a:ext cx="249952" cy="288057"/>
            </p14:xfrm>
          </p:contentPart>
        </mc:Choice>
        <mc:Fallback xmlns="">
          <p:sp>
            <p:nvSpPr>
              <p:cNvPr id="1053744" name=""/>
              <p:cNvSpPr/>
              <p:nvPr/>
            </p:nvSpPr>
            <p:spPr>
              <a:xfrm>
                <a:off x="1142365" y="5943320"/>
                <a:ext cx="249952" cy="288057"/>
              </a:xfrm>
            </p:spPr>
          </p:sp>
        </mc:Fallback>
      </mc:AlternateContent>
      <mc:AlternateContent xmlns:mc="http://schemas.openxmlformats.org/markup-compatibility/2006" xmlns:p14="http://schemas.microsoft.com/office/powerpoint/2010/main">
        <mc:Choice Requires="p14">
          <p:contentPart p14:bwMode="auto" r:id="rId51">
            <p14:nvContentPartPr>
              <p14:cNvPr id="1053745" name="墨迹 1053744"/>
              <p14:cNvContentPartPr/>
              <p14:nvPr/>
            </p14:nvContentPartPr>
            <p14:xfrm>
              <a:off x="1203375" y="6017671"/>
              <a:ext cx="262831" cy="601223"/>
            </p14:xfrm>
          </p:contentPart>
        </mc:Choice>
        <mc:Fallback xmlns="">
          <p:sp>
            <p:nvSpPr>
              <p:cNvPr id="1053745" name=""/>
              <p:cNvSpPr/>
              <p:nvPr/>
            </p:nvSpPr>
            <p:spPr>
              <a:xfrm>
                <a:off x="1203375" y="6017671"/>
                <a:ext cx="262831" cy="601223"/>
              </a:xfrm>
            </p:spPr>
          </p:sp>
        </mc:Fallback>
      </mc:AlternateContent>
      <mc:AlternateContent xmlns:mc="http://schemas.openxmlformats.org/markup-compatibility/2006" xmlns:p14="http://schemas.microsoft.com/office/powerpoint/2010/main">
        <mc:Choice Requires="p14">
          <p:contentPart p14:bwMode="auto" r:id="rId52">
            <p14:nvContentPartPr>
              <p14:cNvPr id="1053746" name="墨迹 1053745"/>
              <p14:cNvContentPartPr/>
              <p14:nvPr/>
            </p14:nvContentPartPr>
            <p14:xfrm>
              <a:off x="1272358" y="6190481"/>
              <a:ext cx="242306" cy="390277"/>
            </p14:xfrm>
          </p:contentPart>
        </mc:Choice>
        <mc:Fallback xmlns="">
          <p:sp>
            <p:nvSpPr>
              <p:cNvPr id="1053746" name=""/>
              <p:cNvSpPr/>
              <p:nvPr/>
            </p:nvSpPr>
            <p:spPr>
              <a:xfrm>
                <a:off x="1272358" y="6190481"/>
                <a:ext cx="242306" cy="390277"/>
              </a:xfrm>
            </p:spPr>
          </p:sp>
        </mc:Fallback>
      </mc:AlternateContent>
      <mc:AlternateContent xmlns:mc="http://schemas.openxmlformats.org/markup-compatibility/2006" xmlns:p14="http://schemas.microsoft.com/office/powerpoint/2010/main">
        <mc:Choice Requires="p14">
          <p:contentPart p14:bwMode="auto" r:id="rId53">
            <p14:nvContentPartPr>
              <p14:cNvPr id="1053747" name="墨迹 1053746"/>
              <p14:cNvContentPartPr/>
              <p14:nvPr/>
            </p14:nvContentPartPr>
            <p14:xfrm>
              <a:off x="1267289" y="6297485"/>
              <a:ext cx="137244" cy="133302"/>
            </p14:xfrm>
          </p:contentPart>
        </mc:Choice>
        <mc:Fallback xmlns="">
          <p:sp>
            <p:nvSpPr>
              <p:cNvPr id="1053747" name=""/>
              <p:cNvSpPr/>
              <p:nvPr/>
            </p:nvSpPr>
            <p:spPr>
              <a:xfrm>
                <a:off x="1267289" y="6297485"/>
                <a:ext cx="137244" cy="133302"/>
              </a:xfrm>
            </p:spPr>
          </p:sp>
        </mc:Fallback>
      </mc:AlternateContent>
      <mc:AlternateContent xmlns:mc="http://schemas.openxmlformats.org/markup-compatibility/2006" xmlns:p14="http://schemas.microsoft.com/office/powerpoint/2010/main">
        <mc:Choice Requires="p14">
          <p:contentPart p14:bwMode="auto" r:id="rId54">
            <p14:nvContentPartPr>
              <p14:cNvPr id="1053748" name="墨迹 1053747"/>
              <p14:cNvContentPartPr/>
              <p14:nvPr/>
            </p14:nvContentPartPr>
            <p14:xfrm>
              <a:off x="1507209" y="5986030"/>
              <a:ext cx="208361" cy="771706"/>
            </p14:xfrm>
          </p:contentPart>
        </mc:Choice>
        <mc:Fallback xmlns="">
          <p:sp>
            <p:nvSpPr>
              <p:cNvPr id="1053748" name=""/>
              <p:cNvSpPr/>
              <p:nvPr/>
            </p:nvSpPr>
            <p:spPr>
              <a:xfrm>
                <a:off x="1507209" y="5986030"/>
                <a:ext cx="208361" cy="771706"/>
              </a:xfrm>
            </p:spPr>
          </p:sp>
        </mc:Fallback>
      </mc:AlternateContent>
      <mc:AlternateContent xmlns:mc="http://schemas.openxmlformats.org/markup-compatibility/2006" xmlns:p14="http://schemas.microsoft.com/office/powerpoint/2010/main">
        <mc:Choice Requires="p14">
          <p:contentPart p14:bwMode="auto" r:id="rId55">
            <p14:nvContentPartPr>
              <p14:cNvPr id="1053749" name="墨迹 1053748"/>
              <p14:cNvContentPartPr/>
              <p14:nvPr/>
            </p14:nvContentPartPr>
            <p14:xfrm>
              <a:off x="1952981" y="5921795"/>
              <a:ext cx="16327" cy="187962"/>
            </p14:xfrm>
          </p:contentPart>
        </mc:Choice>
        <mc:Fallback xmlns="">
          <p:sp>
            <p:nvSpPr>
              <p:cNvPr id="1053749" name=""/>
              <p:cNvSpPr/>
              <p:nvPr/>
            </p:nvSpPr>
            <p:spPr>
              <a:xfrm>
                <a:off x="1952981" y="5921795"/>
                <a:ext cx="16327" cy="187962"/>
              </a:xfrm>
            </p:spPr>
          </p:sp>
        </mc:Fallback>
      </mc:AlternateContent>
      <mc:AlternateContent xmlns:mc="http://schemas.openxmlformats.org/markup-compatibility/2006" xmlns:p14="http://schemas.microsoft.com/office/powerpoint/2010/main">
        <mc:Choice Requires="p14">
          <p:contentPart p14:bwMode="auto" r:id="rId56">
            <p14:nvContentPartPr>
              <p14:cNvPr id="1053750" name="墨迹 1053749"/>
              <p14:cNvContentPartPr/>
              <p14:nvPr/>
            </p14:nvContentPartPr>
            <p14:xfrm>
              <a:off x="1801452" y="6138708"/>
              <a:ext cx="3968" cy="77863"/>
            </p14:xfrm>
          </p:contentPart>
        </mc:Choice>
        <mc:Fallback xmlns="">
          <p:sp>
            <p:nvSpPr>
              <p:cNvPr id="1053750" name=""/>
              <p:cNvSpPr/>
              <p:nvPr/>
            </p:nvSpPr>
            <p:spPr>
              <a:xfrm>
                <a:off x="1801452" y="6138708"/>
                <a:ext cx="3968" cy="77863"/>
              </a:xfrm>
            </p:spPr>
          </p:sp>
        </mc:Fallback>
      </mc:AlternateContent>
      <mc:AlternateContent xmlns:mc="http://schemas.openxmlformats.org/markup-compatibility/2006" xmlns:p14="http://schemas.microsoft.com/office/powerpoint/2010/main">
        <mc:Choice Requires="p14">
          <p:contentPart p14:bwMode="auto" r:id="rId57">
            <p14:nvContentPartPr>
              <p14:cNvPr id="1053751" name="墨迹 1053750"/>
              <p14:cNvContentPartPr/>
              <p14:nvPr/>
            </p14:nvContentPartPr>
            <p14:xfrm>
              <a:off x="1943121" y="6069077"/>
              <a:ext cx="200151" cy="165213"/>
            </p14:xfrm>
          </p:contentPart>
        </mc:Choice>
        <mc:Fallback xmlns="">
          <p:sp>
            <p:nvSpPr>
              <p:cNvPr id="1053751" name=""/>
              <p:cNvSpPr/>
              <p:nvPr/>
            </p:nvSpPr>
            <p:spPr>
              <a:xfrm>
                <a:off x="1943121" y="6069077"/>
                <a:ext cx="200151" cy="165213"/>
              </a:xfrm>
            </p:spPr>
          </p:sp>
        </mc:Fallback>
      </mc:AlternateContent>
      <mc:AlternateContent xmlns:mc="http://schemas.openxmlformats.org/markup-compatibility/2006" xmlns:p14="http://schemas.microsoft.com/office/powerpoint/2010/main">
        <mc:Choice Requires="p14">
          <p:contentPart p14:bwMode="auto" r:id="rId58">
            <p14:nvContentPartPr>
              <p14:cNvPr id="1053752" name="墨迹 1053751"/>
              <p14:cNvContentPartPr/>
              <p14:nvPr/>
            </p14:nvContentPartPr>
            <p14:xfrm>
              <a:off x="1812451" y="6158577"/>
              <a:ext cx="107015" cy="189420"/>
            </p14:xfrm>
          </p:contentPart>
        </mc:Choice>
        <mc:Fallback xmlns="">
          <p:sp>
            <p:nvSpPr>
              <p:cNvPr id="1053752" name=""/>
              <p:cNvSpPr/>
              <p:nvPr/>
            </p:nvSpPr>
            <p:spPr>
              <a:xfrm>
                <a:off x="1812451" y="6158577"/>
                <a:ext cx="107015" cy="189420"/>
              </a:xfrm>
            </p:spPr>
          </p:sp>
        </mc:Fallback>
      </mc:AlternateContent>
      <mc:AlternateContent xmlns:mc="http://schemas.openxmlformats.org/markup-compatibility/2006" xmlns:p14="http://schemas.microsoft.com/office/powerpoint/2010/main">
        <mc:Choice Requires="p14">
          <p:contentPart p14:bwMode="auto" r:id="rId59">
            <p14:nvContentPartPr>
              <p14:cNvPr id="1053753" name="墨迹 1053752"/>
              <p14:cNvContentPartPr/>
              <p14:nvPr/>
            </p14:nvContentPartPr>
            <p14:xfrm>
              <a:off x="1813712" y="6132074"/>
              <a:ext cx="266296" cy="287768"/>
            </p14:xfrm>
          </p:contentPart>
        </mc:Choice>
        <mc:Fallback xmlns="">
          <p:sp>
            <p:nvSpPr>
              <p:cNvPr id="1053753" name=""/>
              <p:cNvSpPr/>
              <p:nvPr/>
            </p:nvSpPr>
            <p:spPr>
              <a:xfrm>
                <a:off x="1813712" y="6132074"/>
                <a:ext cx="266296" cy="287768"/>
              </a:xfrm>
            </p:spPr>
          </p:sp>
        </mc:Fallback>
      </mc:AlternateContent>
      <mc:AlternateContent xmlns:mc="http://schemas.openxmlformats.org/markup-compatibility/2006" xmlns:p14="http://schemas.microsoft.com/office/powerpoint/2010/main">
        <mc:Choice Requires="p14">
          <p:contentPart p14:bwMode="auto" r:id="rId60">
            <p14:nvContentPartPr>
              <p14:cNvPr id="1053754" name="墨迹 1053753"/>
              <p14:cNvContentPartPr/>
              <p14:nvPr/>
            </p14:nvContentPartPr>
            <p14:xfrm>
              <a:off x="2049564" y="6306269"/>
              <a:ext cx="72113" cy="52938"/>
            </p14:xfrm>
          </p:contentPart>
        </mc:Choice>
        <mc:Fallback xmlns="">
          <p:sp>
            <p:nvSpPr>
              <p:cNvPr id="1053754" name=""/>
              <p:cNvSpPr/>
              <p:nvPr/>
            </p:nvSpPr>
            <p:spPr>
              <a:xfrm>
                <a:off x="2049564" y="6306269"/>
                <a:ext cx="72113" cy="52938"/>
              </a:xfrm>
            </p:spPr>
          </p:sp>
        </mc:Fallback>
      </mc:AlternateContent>
      <mc:AlternateContent xmlns:mc="http://schemas.openxmlformats.org/markup-compatibility/2006" xmlns:p14="http://schemas.microsoft.com/office/powerpoint/2010/main">
        <mc:Choice Requires="p14">
          <p:contentPart p14:bwMode="auto" r:id="rId61">
            <p14:nvContentPartPr>
              <p14:cNvPr id="1053755" name="墨迹 1053754"/>
              <p14:cNvContentPartPr/>
              <p14:nvPr/>
            </p14:nvContentPartPr>
            <p14:xfrm>
              <a:off x="1895813" y="6404466"/>
              <a:ext cx="168935" cy="173090"/>
            </p14:xfrm>
          </p:contentPart>
        </mc:Choice>
        <mc:Fallback xmlns="">
          <p:sp>
            <p:nvSpPr>
              <p:cNvPr id="1053755" name=""/>
              <p:cNvSpPr/>
              <p:nvPr/>
            </p:nvSpPr>
            <p:spPr>
              <a:xfrm>
                <a:off x="1895813" y="6404466"/>
                <a:ext cx="168935" cy="173090"/>
              </a:xfrm>
            </p:spPr>
          </p:sp>
        </mc:Fallback>
      </mc:AlternateContent>
      <mc:AlternateContent xmlns:mc="http://schemas.openxmlformats.org/markup-compatibility/2006" xmlns:p14="http://schemas.microsoft.com/office/powerpoint/2010/main">
        <mc:Choice Requires="p14">
          <p:contentPart p14:bwMode="auto" r:id="rId62">
            <p14:nvContentPartPr>
              <p14:cNvPr id="1053756" name="墨迹 1053755"/>
              <p14:cNvContentPartPr/>
              <p14:nvPr/>
            </p14:nvContentPartPr>
            <p14:xfrm>
              <a:off x="1987271" y="6361415"/>
              <a:ext cx="184210" cy="203784"/>
            </p14:xfrm>
          </p:contentPart>
        </mc:Choice>
        <mc:Fallback xmlns="">
          <p:sp>
            <p:nvSpPr>
              <p:cNvPr id="1053756" name=""/>
              <p:cNvSpPr/>
              <p:nvPr/>
            </p:nvSpPr>
            <p:spPr>
              <a:xfrm>
                <a:off x="1987271" y="6361415"/>
                <a:ext cx="184210" cy="203784"/>
              </a:xfrm>
            </p:spPr>
          </p:sp>
        </mc:Fallback>
      </mc:AlternateContent>
      <mc:AlternateContent xmlns:mc="http://schemas.openxmlformats.org/markup-compatibility/2006" xmlns:p14="http://schemas.microsoft.com/office/powerpoint/2010/main">
        <mc:Choice Requires="p14">
          <p:contentPart p14:bwMode="auto" r:id="rId63">
            <p14:nvContentPartPr>
              <p14:cNvPr id="1053757" name="墨迹 1053756"/>
              <p14:cNvContentPartPr/>
              <p14:nvPr/>
            </p14:nvContentPartPr>
            <p14:xfrm>
              <a:off x="2295231" y="6048927"/>
              <a:ext cx="275568" cy="499404"/>
            </p14:xfrm>
          </p:contentPart>
        </mc:Choice>
        <mc:Fallback xmlns="">
          <p:sp>
            <p:nvSpPr>
              <p:cNvPr id="1053757" name=""/>
              <p:cNvSpPr/>
              <p:nvPr/>
            </p:nvSpPr>
            <p:spPr>
              <a:xfrm>
                <a:off x="2295231" y="6048927"/>
                <a:ext cx="275568" cy="499404"/>
              </a:xfrm>
            </p:spPr>
          </p:sp>
        </mc:Fallback>
      </mc:AlternateContent>
      <mc:AlternateContent xmlns:mc="http://schemas.openxmlformats.org/markup-compatibility/2006" xmlns:p14="http://schemas.microsoft.com/office/powerpoint/2010/main">
        <mc:Choice Requires="p14">
          <p:contentPart p14:bwMode="auto" r:id="rId64">
            <p14:nvContentPartPr>
              <p14:cNvPr id="1053758" name="墨迹 1053757"/>
              <p14:cNvContentPartPr/>
              <p14:nvPr/>
            </p14:nvContentPartPr>
            <p14:xfrm>
              <a:off x="2319897" y="6167787"/>
              <a:ext cx="206673" cy="354476"/>
            </p14:xfrm>
          </p:contentPart>
        </mc:Choice>
        <mc:Fallback xmlns="">
          <p:sp>
            <p:nvSpPr>
              <p:cNvPr id="1053758" name=""/>
              <p:cNvSpPr/>
              <p:nvPr/>
            </p:nvSpPr>
            <p:spPr>
              <a:xfrm>
                <a:off x="2319897" y="6167787"/>
                <a:ext cx="206673" cy="354476"/>
              </a:xfrm>
            </p:spPr>
          </p:sp>
        </mc:Fallback>
      </mc:AlternateContent>
      <mc:AlternateContent xmlns:mc="http://schemas.openxmlformats.org/markup-compatibility/2006" xmlns:p14="http://schemas.microsoft.com/office/powerpoint/2010/main">
        <mc:Choice Requires="p14">
          <p:contentPart p14:bwMode="auto" r:id="rId65">
            <p14:nvContentPartPr>
              <p14:cNvPr id="1053759" name="墨迹 1053758"/>
              <p14:cNvContentPartPr/>
              <p14:nvPr/>
            </p14:nvContentPartPr>
            <p14:xfrm>
              <a:off x="2344930" y="6288881"/>
              <a:ext cx="84716" cy="148598"/>
            </p14:xfrm>
          </p:contentPart>
        </mc:Choice>
        <mc:Fallback xmlns="">
          <p:sp>
            <p:nvSpPr>
              <p:cNvPr id="1053759" name=""/>
              <p:cNvSpPr/>
              <p:nvPr/>
            </p:nvSpPr>
            <p:spPr>
              <a:xfrm>
                <a:off x="2344930" y="6288881"/>
                <a:ext cx="84716" cy="148598"/>
              </a:xfrm>
            </p:spPr>
          </p:sp>
        </mc:Fallback>
      </mc:AlternateContent>
      <mc:AlternateContent xmlns:mc="http://schemas.openxmlformats.org/markup-compatibility/2006" xmlns:p14="http://schemas.microsoft.com/office/powerpoint/2010/main">
        <mc:Choice Requires="p14">
          <p:contentPart p14:bwMode="auto" r:id="rId66">
            <p14:nvContentPartPr>
              <p14:cNvPr id="1053760" name="墨迹 1053759"/>
              <p14:cNvContentPartPr/>
              <p14:nvPr/>
            </p14:nvContentPartPr>
            <p14:xfrm>
              <a:off x="2559066" y="6052605"/>
              <a:ext cx="203196" cy="372099"/>
            </p14:xfrm>
          </p:contentPart>
        </mc:Choice>
        <mc:Fallback xmlns="">
          <p:sp>
            <p:nvSpPr>
              <p:cNvPr id="1053760" name=""/>
              <p:cNvSpPr/>
              <p:nvPr/>
            </p:nvSpPr>
            <p:spPr>
              <a:xfrm>
                <a:off x="2559066" y="6052605"/>
                <a:ext cx="203196" cy="372099"/>
              </a:xfrm>
            </p:spPr>
          </p:sp>
        </mc:Fallback>
      </mc:AlternateContent>
      <mc:AlternateContent xmlns:mc="http://schemas.openxmlformats.org/markup-compatibility/2006" xmlns:p14="http://schemas.microsoft.com/office/powerpoint/2010/main">
        <mc:Choice Requires="p14">
          <p:contentPart p14:bwMode="auto" r:id="rId67">
            <p14:nvContentPartPr>
              <p14:cNvPr id="1053761" name="墨迹 1053760"/>
              <p14:cNvContentPartPr/>
              <p14:nvPr/>
            </p14:nvContentPartPr>
            <p14:xfrm>
              <a:off x="3027830" y="5874603"/>
              <a:ext cx="29935" cy="110993"/>
            </p14:xfrm>
          </p:contentPart>
        </mc:Choice>
        <mc:Fallback xmlns="">
          <p:sp>
            <p:nvSpPr>
              <p:cNvPr id="1053761" name=""/>
              <p:cNvSpPr/>
              <p:nvPr/>
            </p:nvSpPr>
            <p:spPr>
              <a:xfrm>
                <a:off x="3027830" y="5874603"/>
                <a:ext cx="29935" cy="110993"/>
              </a:xfrm>
            </p:spPr>
          </p:sp>
        </mc:Fallback>
      </mc:AlternateContent>
      <mc:AlternateContent xmlns:mc="http://schemas.openxmlformats.org/markup-compatibility/2006" xmlns:p14="http://schemas.microsoft.com/office/powerpoint/2010/main">
        <mc:Choice Requires="p14">
          <p:contentPart p14:bwMode="auto" r:id="rId68">
            <p14:nvContentPartPr>
              <p14:cNvPr id="1053762" name="墨迹 1053761"/>
              <p14:cNvContentPartPr/>
              <p14:nvPr/>
            </p14:nvContentPartPr>
            <p14:xfrm>
              <a:off x="2908274" y="6026111"/>
              <a:ext cx="17843" cy="221381"/>
            </p14:xfrm>
          </p:contentPart>
        </mc:Choice>
        <mc:Fallback xmlns="">
          <p:sp>
            <p:nvSpPr>
              <p:cNvPr id="1053762" name=""/>
              <p:cNvSpPr/>
              <p:nvPr/>
            </p:nvSpPr>
            <p:spPr>
              <a:xfrm>
                <a:off x="2908274" y="6026111"/>
                <a:ext cx="17843" cy="221381"/>
              </a:xfrm>
            </p:spPr>
          </p:sp>
        </mc:Fallback>
      </mc:AlternateContent>
      <mc:AlternateContent xmlns:mc="http://schemas.openxmlformats.org/markup-compatibility/2006" xmlns:p14="http://schemas.microsoft.com/office/powerpoint/2010/main">
        <mc:Choice Requires="p14">
          <p:contentPart p14:bwMode="auto" r:id="rId69">
            <p14:nvContentPartPr>
              <p14:cNvPr id="1053763" name="墨迹 1053762"/>
              <p14:cNvContentPartPr/>
              <p14:nvPr/>
            </p14:nvContentPartPr>
            <p14:xfrm>
              <a:off x="3001642" y="5965506"/>
              <a:ext cx="216343" cy="161705"/>
            </p14:xfrm>
          </p:contentPart>
        </mc:Choice>
        <mc:Fallback xmlns="">
          <p:sp>
            <p:nvSpPr>
              <p:cNvPr id="1053763" name=""/>
              <p:cNvSpPr/>
              <p:nvPr/>
            </p:nvSpPr>
            <p:spPr>
              <a:xfrm>
                <a:off x="3001642" y="5965506"/>
                <a:ext cx="216343" cy="161705"/>
              </a:xfrm>
            </p:spPr>
          </p:sp>
        </mc:Fallback>
      </mc:AlternateContent>
      <mc:AlternateContent xmlns:mc="http://schemas.openxmlformats.org/markup-compatibility/2006" xmlns:p14="http://schemas.microsoft.com/office/powerpoint/2010/main">
        <mc:Choice Requires="p14">
          <p:contentPart p14:bwMode="auto" r:id="rId70">
            <p14:nvContentPartPr>
              <p14:cNvPr id="1053764" name="墨迹 1053763"/>
              <p14:cNvContentPartPr/>
              <p14:nvPr/>
            </p14:nvContentPartPr>
            <p14:xfrm>
              <a:off x="2920198" y="6085721"/>
              <a:ext cx="86511" cy="201375"/>
            </p14:xfrm>
          </p:contentPart>
        </mc:Choice>
        <mc:Fallback xmlns="">
          <p:sp>
            <p:nvSpPr>
              <p:cNvPr id="1053764" name=""/>
              <p:cNvSpPr/>
              <p:nvPr/>
            </p:nvSpPr>
            <p:spPr>
              <a:xfrm>
                <a:off x="2920198" y="6085721"/>
                <a:ext cx="86511" cy="201375"/>
              </a:xfrm>
            </p:spPr>
          </p:sp>
        </mc:Fallback>
      </mc:AlternateContent>
      <mc:AlternateContent xmlns:mc="http://schemas.openxmlformats.org/markup-compatibility/2006" xmlns:p14="http://schemas.microsoft.com/office/powerpoint/2010/main">
        <mc:Choice Requires="p14">
          <p:contentPart p14:bwMode="auto" r:id="rId71">
            <p14:nvContentPartPr>
              <p14:cNvPr id="1053765" name="墨迹 1053764"/>
              <p14:cNvContentPartPr/>
              <p14:nvPr/>
            </p14:nvContentPartPr>
            <p14:xfrm>
              <a:off x="3010935" y="6082234"/>
              <a:ext cx="134025" cy="166389"/>
            </p14:xfrm>
          </p:contentPart>
        </mc:Choice>
        <mc:Fallback xmlns="">
          <p:sp>
            <p:nvSpPr>
              <p:cNvPr id="1053765" name=""/>
              <p:cNvSpPr/>
              <p:nvPr/>
            </p:nvSpPr>
            <p:spPr>
              <a:xfrm>
                <a:off x="3010935" y="6082234"/>
                <a:ext cx="134025" cy="166389"/>
              </a:xfrm>
            </p:spPr>
          </p:sp>
        </mc:Fallback>
      </mc:AlternateContent>
      <mc:AlternateContent xmlns:mc="http://schemas.openxmlformats.org/markup-compatibility/2006" xmlns:p14="http://schemas.microsoft.com/office/powerpoint/2010/main">
        <mc:Choice Requires="p14">
          <p:contentPart p14:bwMode="auto" r:id="rId72">
            <p14:nvContentPartPr>
              <p14:cNvPr id="1053766" name="墨迹 1053765"/>
              <p14:cNvContentPartPr/>
              <p14:nvPr/>
            </p14:nvContentPartPr>
            <p14:xfrm>
              <a:off x="2854400" y="6095656"/>
              <a:ext cx="255374" cy="293879"/>
            </p14:xfrm>
          </p:contentPart>
        </mc:Choice>
        <mc:Fallback xmlns="">
          <p:sp>
            <p:nvSpPr>
              <p:cNvPr id="1053766" name=""/>
              <p:cNvSpPr/>
              <p:nvPr/>
            </p:nvSpPr>
            <p:spPr>
              <a:xfrm>
                <a:off x="2854400" y="6095656"/>
                <a:ext cx="255374" cy="293879"/>
              </a:xfrm>
            </p:spPr>
          </p:sp>
        </mc:Fallback>
      </mc:AlternateContent>
      <mc:AlternateContent xmlns:mc="http://schemas.openxmlformats.org/markup-compatibility/2006" xmlns:p14="http://schemas.microsoft.com/office/powerpoint/2010/main">
        <mc:Choice Requires="p14">
          <p:contentPart p14:bwMode="auto" r:id="rId73">
            <p14:nvContentPartPr>
              <p14:cNvPr id="1053767" name="墨迹 1053766"/>
              <p14:cNvContentPartPr/>
              <p14:nvPr/>
            </p14:nvContentPartPr>
            <p14:xfrm>
              <a:off x="3171444" y="6172652"/>
              <a:ext cx="39239" cy="67536"/>
            </p14:xfrm>
          </p:contentPart>
        </mc:Choice>
        <mc:Fallback xmlns="">
          <p:sp>
            <p:nvSpPr>
              <p:cNvPr id="1053767" name=""/>
              <p:cNvSpPr/>
              <p:nvPr/>
            </p:nvSpPr>
            <p:spPr>
              <a:xfrm>
                <a:off x="3171444" y="6172652"/>
                <a:ext cx="39239" cy="67536"/>
              </a:xfrm>
            </p:spPr>
          </p:sp>
        </mc:Fallback>
      </mc:AlternateContent>
      <mc:AlternateContent xmlns:mc="http://schemas.openxmlformats.org/markup-compatibility/2006" xmlns:p14="http://schemas.microsoft.com/office/powerpoint/2010/main">
        <mc:Choice Requires="p14">
          <p:contentPart p14:bwMode="auto" r:id="rId74">
            <p14:nvContentPartPr>
              <p14:cNvPr id="1053768" name="墨迹 1053767"/>
              <p14:cNvContentPartPr/>
              <p14:nvPr/>
            </p14:nvContentPartPr>
            <p14:xfrm>
              <a:off x="2970605" y="6329126"/>
              <a:ext cx="219743" cy="157333"/>
            </p14:xfrm>
          </p:contentPart>
        </mc:Choice>
        <mc:Fallback xmlns="">
          <p:sp>
            <p:nvSpPr>
              <p:cNvPr id="1053768" name=""/>
              <p:cNvSpPr/>
              <p:nvPr/>
            </p:nvSpPr>
            <p:spPr>
              <a:xfrm>
                <a:off x="2970605" y="6329126"/>
                <a:ext cx="219743" cy="157333"/>
              </a:xfrm>
            </p:spPr>
          </p:sp>
        </mc:Fallback>
      </mc:AlternateContent>
      <mc:AlternateContent xmlns:mc="http://schemas.openxmlformats.org/markup-compatibility/2006" xmlns:p14="http://schemas.microsoft.com/office/powerpoint/2010/main">
        <mc:Choice Requires="p14">
          <p:contentPart p14:bwMode="auto" r:id="rId75">
            <p14:nvContentPartPr>
              <p14:cNvPr id="1053769" name="墨迹 1053768"/>
              <p14:cNvContentPartPr/>
              <p14:nvPr/>
            </p14:nvContentPartPr>
            <p14:xfrm>
              <a:off x="3081052" y="6257098"/>
              <a:ext cx="164708" cy="155392"/>
            </p14:xfrm>
          </p:contentPart>
        </mc:Choice>
        <mc:Fallback xmlns="">
          <p:sp>
            <p:nvSpPr>
              <p:cNvPr id="1053769" name=""/>
              <p:cNvSpPr/>
              <p:nvPr/>
            </p:nvSpPr>
            <p:spPr>
              <a:xfrm>
                <a:off x="3081052" y="6257098"/>
                <a:ext cx="164708" cy="155392"/>
              </a:xfrm>
            </p:spPr>
          </p:sp>
        </mc:Fallback>
      </mc:AlternateContent>
      <mc:AlternateContent xmlns:mc="http://schemas.openxmlformats.org/markup-compatibility/2006" xmlns:p14="http://schemas.microsoft.com/office/powerpoint/2010/main">
        <mc:Choice Requires="p14">
          <p:contentPart p14:bwMode="auto" r:id="rId76">
            <p14:nvContentPartPr>
              <p14:cNvPr id="1053770" name="墨迹 1053769"/>
              <p14:cNvContentPartPr/>
              <p14:nvPr/>
            </p14:nvContentPartPr>
            <p14:xfrm>
              <a:off x="3364071" y="5982232"/>
              <a:ext cx="133462" cy="215254"/>
            </p14:xfrm>
          </p:contentPart>
        </mc:Choice>
        <mc:Fallback xmlns="">
          <p:sp>
            <p:nvSpPr>
              <p:cNvPr id="1053770" name=""/>
              <p:cNvSpPr/>
              <p:nvPr/>
            </p:nvSpPr>
            <p:spPr>
              <a:xfrm>
                <a:off x="3364071" y="5982232"/>
                <a:ext cx="133462" cy="215254"/>
              </a:xfrm>
            </p:spPr>
          </p:sp>
        </mc:Fallback>
      </mc:AlternateContent>
      <mc:AlternateContent xmlns:mc="http://schemas.openxmlformats.org/markup-compatibility/2006" xmlns:p14="http://schemas.microsoft.com/office/powerpoint/2010/main">
        <mc:Choice Requires="p14">
          <p:contentPart p14:bwMode="auto" r:id="rId77">
            <p14:nvContentPartPr>
              <p14:cNvPr id="1053771" name="墨迹 1053770"/>
              <p14:cNvContentPartPr/>
              <p14:nvPr/>
            </p14:nvContentPartPr>
            <p14:xfrm>
              <a:off x="3463742" y="6082885"/>
              <a:ext cx="137463" cy="30157"/>
            </p14:xfrm>
          </p:contentPart>
        </mc:Choice>
        <mc:Fallback xmlns="">
          <p:sp>
            <p:nvSpPr>
              <p:cNvPr id="1053771" name=""/>
              <p:cNvSpPr/>
              <p:nvPr/>
            </p:nvSpPr>
            <p:spPr>
              <a:xfrm>
                <a:off x="3463742" y="6082885"/>
                <a:ext cx="137463" cy="30157"/>
              </a:xfrm>
            </p:spPr>
          </p:sp>
        </mc:Fallback>
      </mc:AlternateContent>
      <mc:AlternateContent xmlns:mc="http://schemas.openxmlformats.org/markup-compatibility/2006" xmlns:p14="http://schemas.microsoft.com/office/powerpoint/2010/main">
        <mc:Choice Requires="p14">
          <p:contentPart p14:bwMode="auto" r:id="rId78">
            <p14:nvContentPartPr>
              <p14:cNvPr id="1053772" name="墨迹 1053771"/>
              <p14:cNvContentPartPr/>
              <p14:nvPr/>
            </p14:nvContentPartPr>
            <p14:xfrm>
              <a:off x="3362367" y="6203789"/>
              <a:ext cx="183266" cy="37578"/>
            </p14:xfrm>
          </p:contentPart>
        </mc:Choice>
        <mc:Fallback xmlns="">
          <p:sp>
            <p:nvSpPr>
              <p:cNvPr id="1053772" name=""/>
              <p:cNvSpPr/>
              <p:nvPr/>
            </p:nvSpPr>
            <p:spPr>
              <a:xfrm>
                <a:off x="3362367" y="6203789"/>
                <a:ext cx="183266" cy="37578"/>
              </a:xfrm>
            </p:spPr>
          </p:sp>
        </mc:Fallback>
      </mc:AlternateContent>
      <mc:AlternateContent xmlns:mc="http://schemas.openxmlformats.org/markup-compatibility/2006" xmlns:p14="http://schemas.microsoft.com/office/powerpoint/2010/main">
        <mc:Choice Requires="p14">
          <p:contentPart p14:bwMode="auto" r:id="rId79">
            <p14:nvContentPartPr>
              <p14:cNvPr id="1053773" name="墨迹 1053772"/>
              <p14:cNvContentPartPr/>
              <p14:nvPr/>
            </p14:nvContentPartPr>
            <p14:xfrm>
              <a:off x="3319283" y="6252130"/>
              <a:ext cx="222179" cy="86103"/>
            </p14:xfrm>
          </p:contentPart>
        </mc:Choice>
        <mc:Fallback xmlns="">
          <p:sp>
            <p:nvSpPr>
              <p:cNvPr id="1053773" name=""/>
              <p:cNvSpPr/>
              <p:nvPr/>
            </p:nvSpPr>
            <p:spPr>
              <a:xfrm>
                <a:off x="3319283" y="6252130"/>
                <a:ext cx="222179" cy="86103"/>
              </a:xfrm>
            </p:spPr>
          </p:sp>
        </mc:Fallback>
      </mc:AlternateContent>
      <mc:AlternateContent xmlns:mc="http://schemas.openxmlformats.org/markup-compatibility/2006" xmlns:p14="http://schemas.microsoft.com/office/powerpoint/2010/main">
        <mc:Choice Requires="p14">
          <p:contentPart p14:bwMode="auto" r:id="rId80">
            <p14:nvContentPartPr>
              <p14:cNvPr id="1053774" name="墨迹 1053773"/>
              <p14:cNvContentPartPr/>
              <p14:nvPr/>
            </p14:nvContentPartPr>
            <p14:xfrm>
              <a:off x="3434561" y="6230605"/>
              <a:ext cx="113932" cy="243740"/>
            </p14:xfrm>
          </p:contentPart>
        </mc:Choice>
        <mc:Fallback xmlns="">
          <p:sp>
            <p:nvSpPr>
              <p:cNvPr id="1053774" name=""/>
              <p:cNvSpPr/>
              <p:nvPr/>
            </p:nvSpPr>
            <p:spPr>
              <a:xfrm>
                <a:off x="3434561" y="6230605"/>
                <a:ext cx="113932" cy="243740"/>
              </a:xfrm>
            </p:spPr>
          </p:sp>
        </mc:Fallback>
      </mc:AlternateContent>
      <mc:AlternateContent xmlns:mc="http://schemas.openxmlformats.org/markup-compatibility/2006" xmlns:p14="http://schemas.microsoft.com/office/powerpoint/2010/main">
        <mc:Choice Requires="p14">
          <p:contentPart p14:bwMode="auto" r:id="rId81">
            <p14:nvContentPartPr>
              <p14:cNvPr id="1053775" name="墨迹 1053774"/>
              <p14:cNvContentPartPr/>
              <p14:nvPr/>
            </p14:nvContentPartPr>
            <p14:xfrm>
              <a:off x="3545311" y="5985544"/>
              <a:ext cx="82619" cy="558842"/>
            </p14:xfrm>
          </p:contentPart>
        </mc:Choice>
        <mc:Fallback xmlns="">
          <p:sp>
            <p:nvSpPr>
              <p:cNvPr id="1053775" name=""/>
              <p:cNvSpPr/>
              <p:nvPr/>
            </p:nvSpPr>
            <p:spPr>
              <a:xfrm>
                <a:off x="3545311" y="5985544"/>
                <a:ext cx="82619" cy="558842"/>
              </a:xfrm>
            </p:spPr>
          </p:sp>
        </mc:Fallback>
      </mc:AlternateContent>
      <mc:AlternateContent xmlns:mc="http://schemas.openxmlformats.org/markup-compatibility/2006" xmlns:p14="http://schemas.microsoft.com/office/powerpoint/2010/main">
        <mc:Choice Requires="p14">
          <p:contentPart p14:bwMode="auto" r:id="rId82">
            <p14:nvContentPartPr>
              <p14:cNvPr id="1053776" name="墨迹 1053775"/>
              <p14:cNvContentPartPr/>
              <p14:nvPr/>
            </p14:nvContentPartPr>
            <p14:xfrm>
              <a:off x="3533859" y="5997521"/>
              <a:ext cx="299031" cy="551932"/>
            </p14:xfrm>
          </p:contentPart>
        </mc:Choice>
        <mc:Fallback xmlns="">
          <p:sp>
            <p:nvSpPr>
              <p:cNvPr id="1053776" name=""/>
              <p:cNvSpPr/>
              <p:nvPr/>
            </p:nvSpPr>
            <p:spPr>
              <a:xfrm>
                <a:off x="3533859" y="5997521"/>
                <a:ext cx="299031" cy="551932"/>
              </a:xfrm>
            </p:spPr>
          </p:sp>
        </mc:Fallback>
      </mc:AlternateContent>
      <mc:AlternateContent xmlns:mc="http://schemas.openxmlformats.org/markup-compatibility/2006" xmlns:p14="http://schemas.microsoft.com/office/powerpoint/2010/main">
        <mc:Choice Requires="p14">
          <p:contentPart p14:bwMode="auto" r:id="rId83">
            <p14:nvContentPartPr>
              <p14:cNvPr id="1053777" name="墨迹 1053776"/>
              <p14:cNvContentPartPr/>
              <p14:nvPr/>
            </p14:nvContentPartPr>
            <p14:xfrm>
              <a:off x="3614959" y="6135636"/>
              <a:ext cx="199176" cy="179999"/>
            </p14:xfrm>
          </p:contentPart>
        </mc:Choice>
        <mc:Fallback xmlns="">
          <p:sp>
            <p:nvSpPr>
              <p:cNvPr id="1053777" name=""/>
              <p:cNvSpPr/>
              <p:nvPr/>
            </p:nvSpPr>
            <p:spPr>
              <a:xfrm>
                <a:off x="3614959" y="6135636"/>
                <a:ext cx="199176" cy="179999"/>
              </a:xfrm>
            </p:spPr>
          </p:sp>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1358" name="TextBox 6"/>
          <p:cNvSpPr txBox="1"/>
          <p:nvPr/>
        </p:nvSpPr>
        <p:spPr>
          <a:xfrm>
            <a:off x="1012825" y="177800"/>
            <a:ext cx="49072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三、二值图像的形态学处理</a:t>
            </a:r>
          </a:p>
        </p:txBody>
      </p:sp>
      <p:sp>
        <p:nvSpPr>
          <p:cNvPr id="1051359"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1360" name="Text Box 2"/>
          <p:cNvSpPr txBox="1">
            <a:spLocks noChangeArrowheads="1"/>
          </p:cNvSpPr>
          <p:nvPr/>
        </p:nvSpPr>
        <p:spPr bwMode="auto">
          <a:xfrm>
            <a:off x="1487488" y="1589088"/>
            <a:ext cx="10369550" cy="487679"/>
          </a:xfrm>
          <a:prstGeom prst="rect">
            <a:avLst/>
          </a:prstGeom>
          <a:noFill/>
          <a:ln>
            <a:noFill/>
          </a:ln>
          <a:effectLst/>
        </p:spPr>
        <p:txBody>
          <a:bodyPr>
            <a:spAutoFit/>
          </a:bodyPr>
          <a:lstStyle/>
          <a:p>
            <a:pPr marL="342900" indent="-342900" eaLnBrk="1" hangingPunct="1">
              <a:lnSpc>
                <a:spcPct val="130000"/>
              </a:lnSpc>
              <a:buFont typeface="Arial" panose="020B0604020202020204" pitchFamily="34" charset="0"/>
              <a:buChar char="•"/>
            </a:pPr>
            <a:r>
              <a:rPr lang="zh-CN" altLang="en-US" sz="2000" dirty="0">
                <a:solidFill>
                  <a:schemeClr val="bg1">
                    <a:lumMod val="50000"/>
                  </a:schemeClr>
                </a:solidFill>
                <a:latin typeface="黑体" panose="02010609060101010101" pitchFamily="49" charset="-122"/>
                <a:ea typeface="黑体" panose="02010609060101010101" pitchFamily="49" charset="-122"/>
                <a:sym typeface="Wingdings 2" panose="05020102010507070707" pitchFamily="18" charset="2"/>
              </a:rPr>
              <a:t>数字骨架的应用：数据压缩、数据重建</a:t>
            </a:r>
            <a:endParaRPr lang="zh-CN" altLang="en-US" sz="2000" dirty="0">
              <a:solidFill>
                <a:schemeClr val="bg1">
                  <a:lumMod val="50000"/>
                </a:schemeClr>
              </a:solidFill>
              <a:latin typeface="黑体" panose="02010609060101010101" pitchFamily="49" charset="-122"/>
              <a:ea typeface="黑体" panose="02010609060101010101" pitchFamily="49" charset="-122"/>
            </a:endParaRPr>
          </a:p>
        </p:txBody>
      </p:sp>
      <p:grpSp>
        <p:nvGrpSpPr>
          <p:cNvPr id="491" name="Group 118"/>
          <p:cNvGrpSpPr/>
          <p:nvPr/>
        </p:nvGrpSpPr>
        <p:grpSpPr bwMode="auto">
          <a:xfrm>
            <a:off x="4879975" y="3106738"/>
            <a:ext cx="1828800" cy="1219200"/>
            <a:chOff x="576" y="2016"/>
            <a:chExt cx="1392" cy="1056"/>
          </a:xfrm>
        </p:grpSpPr>
        <p:grpSp>
          <p:nvGrpSpPr>
            <p:cNvPr id="492" name="Group 119"/>
            <p:cNvGrpSpPr/>
            <p:nvPr/>
          </p:nvGrpSpPr>
          <p:grpSpPr bwMode="auto">
            <a:xfrm>
              <a:off x="576" y="2112"/>
              <a:ext cx="1392" cy="864"/>
              <a:chOff x="528" y="2112"/>
              <a:chExt cx="960" cy="864"/>
            </a:xfrm>
          </p:grpSpPr>
          <p:sp>
            <p:nvSpPr>
              <p:cNvPr id="1051361" name="Line 120"/>
              <p:cNvSpPr>
                <a:spLocks noChangeShapeType="1"/>
              </p:cNvSpPr>
              <p:nvPr/>
            </p:nvSpPr>
            <p:spPr bwMode="auto">
              <a:xfrm>
                <a:off x="528" y="211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362" name="Line 121"/>
              <p:cNvSpPr>
                <a:spLocks noChangeShapeType="1"/>
              </p:cNvSpPr>
              <p:nvPr/>
            </p:nvSpPr>
            <p:spPr bwMode="auto">
              <a:xfrm>
                <a:off x="528" y="2256"/>
                <a:ext cx="960" cy="0"/>
              </a:xfrm>
              <a:prstGeom prst="line">
                <a:avLst/>
              </a:prstGeom>
              <a:noFill/>
              <a:ln w="9525">
                <a:solidFill>
                  <a:schemeClr val="tx1"/>
                </a:solidFill>
                <a:miter lim="800000"/>
                <a:headEnd/>
                <a:tailEnd/>
              </a:ln>
              <a:effectLst/>
            </p:spPr>
            <p:txBody>
              <a:bodyPr wrap="none"/>
              <a:lstStyle/>
              <a:p>
                <a:endParaRPr lang="zh-CN" altLang="en-US"/>
              </a:p>
            </p:txBody>
          </p:sp>
          <p:sp>
            <p:nvSpPr>
              <p:cNvPr id="1051363" name="Line 122"/>
              <p:cNvSpPr>
                <a:spLocks noChangeShapeType="1"/>
              </p:cNvSpPr>
              <p:nvPr/>
            </p:nvSpPr>
            <p:spPr bwMode="auto">
              <a:xfrm>
                <a:off x="528" y="2544"/>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364" name="Line 123"/>
              <p:cNvSpPr>
                <a:spLocks noChangeShapeType="1"/>
              </p:cNvSpPr>
              <p:nvPr/>
            </p:nvSpPr>
            <p:spPr bwMode="auto">
              <a:xfrm>
                <a:off x="528" y="2400"/>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365" name="Line 124"/>
              <p:cNvSpPr>
                <a:spLocks noChangeShapeType="1"/>
              </p:cNvSpPr>
              <p:nvPr/>
            </p:nvSpPr>
            <p:spPr bwMode="auto">
              <a:xfrm>
                <a:off x="528" y="2688"/>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366" name="Line 125"/>
              <p:cNvSpPr>
                <a:spLocks noChangeShapeType="1"/>
              </p:cNvSpPr>
              <p:nvPr/>
            </p:nvSpPr>
            <p:spPr bwMode="auto">
              <a:xfrm>
                <a:off x="528" y="283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367" name="Line 126"/>
              <p:cNvSpPr>
                <a:spLocks noChangeShapeType="1"/>
              </p:cNvSpPr>
              <p:nvPr/>
            </p:nvSpPr>
            <p:spPr bwMode="auto">
              <a:xfrm>
                <a:off x="528" y="2976"/>
                <a:ext cx="939"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493" name="Group 127"/>
            <p:cNvGrpSpPr/>
            <p:nvPr/>
          </p:nvGrpSpPr>
          <p:grpSpPr bwMode="auto">
            <a:xfrm>
              <a:off x="672" y="2016"/>
              <a:ext cx="1152" cy="1056"/>
              <a:chOff x="672" y="2016"/>
              <a:chExt cx="1152" cy="1056"/>
            </a:xfrm>
          </p:grpSpPr>
          <p:sp>
            <p:nvSpPr>
              <p:cNvPr id="1051368" name="Line 128"/>
              <p:cNvSpPr>
                <a:spLocks noChangeShapeType="1"/>
              </p:cNvSpPr>
              <p:nvPr/>
            </p:nvSpPr>
            <p:spPr bwMode="auto">
              <a:xfrm>
                <a:off x="67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369" name="Line 129"/>
              <p:cNvSpPr>
                <a:spLocks noChangeShapeType="1"/>
              </p:cNvSpPr>
              <p:nvPr/>
            </p:nvSpPr>
            <p:spPr bwMode="auto">
              <a:xfrm>
                <a:off x="81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370" name="Line 130"/>
              <p:cNvSpPr>
                <a:spLocks noChangeShapeType="1"/>
              </p:cNvSpPr>
              <p:nvPr/>
            </p:nvSpPr>
            <p:spPr bwMode="auto">
              <a:xfrm>
                <a:off x="96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371" name="Line 131"/>
              <p:cNvSpPr>
                <a:spLocks noChangeShapeType="1"/>
              </p:cNvSpPr>
              <p:nvPr/>
            </p:nvSpPr>
            <p:spPr bwMode="auto">
              <a:xfrm>
                <a:off x="1104"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372" name="Line 132"/>
              <p:cNvSpPr>
                <a:spLocks noChangeShapeType="1"/>
              </p:cNvSpPr>
              <p:nvPr/>
            </p:nvSpPr>
            <p:spPr bwMode="auto">
              <a:xfrm>
                <a:off x="1248"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373" name="Line 133"/>
              <p:cNvSpPr>
                <a:spLocks noChangeShapeType="1"/>
              </p:cNvSpPr>
              <p:nvPr/>
            </p:nvSpPr>
            <p:spPr bwMode="auto">
              <a:xfrm>
                <a:off x="139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374" name="Line 134"/>
              <p:cNvSpPr>
                <a:spLocks noChangeShapeType="1"/>
              </p:cNvSpPr>
              <p:nvPr/>
            </p:nvSpPr>
            <p:spPr bwMode="auto">
              <a:xfrm>
                <a:off x="153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375" name="Line 135"/>
              <p:cNvSpPr>
                <a:spLocks noChangeShapeType="1"/>
              </p:cNvSpPr>
              <p:nvPr/>
            </p:nvSpPr>
            <p:spPr bwMode="auto">
              <a:xfrm>
                <a:off x="168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376" name="Line 136"/>
              <p:cNvSpPr>
                <a:spLocks noChangeShapeType="1"/>
              </p:cNvSpPr>
              <p:nvPr/>
            </p:nvSpPr>
            <p:spPr bwMode="auto">
              <a:xfrm>
                <a:off x="1824" y="2016"/>
                <a:ext cx="0" cy="1056"/>
              </a:xfrm>
              <a:prstGeom prst="line">
                <a:avLst/>
              </a:prstGeom>
              <a:noFill/>
              <a:ln w="9525">
                <a:solidFill>
                  <a:schemeClr val="tx1"/>
                </a:solidFill>
                <a:miter lim="800000"/>
                <a:headEnd/>
                <a:tailEnd/>
              </a:ln>
              <a:effectLst/>
            </p:spPr>
            <p:txBody>
              <a:bodyPr wrap="none"/>
              <a:lstStyle/>
              <a:p>
                <a:endParaRPr lang="zh-CN" altLang="en-US"/>
              </a:p>
            </p:txBody>
          </p:sp>
        </p:grpSp>
      </p:grpSp>
      <p:sp>
        <p:nvSpPr>
          <p:cNvPr id="1051377" name="Oval 137"/>
          <p:cNvSpPr>
            <a:spLocks noChangeArrowheads="1"/>
          </p:cNvSpPr>
          <p:nvPr/>
        </p:nvSpPr>
        <p:spPr bwMode="auto">
          <a:xfrm>
            <a:off x="5729288" y="3192463"/>
            <a:ext cx="61912" cy="55562"/>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78" name="Oval 138"/>
          <p:cNvSpPr>
            <a:spLocks noChangeArrowheads="1"/>
          </p:cNvSpPr>
          <p:nvPr/>
        </p:nvSpPr>
        <p:spPr bwMode="auto">
          <a:xfrm>
            <a:off x="6484938" y="3857625"/>
            <a:ext cx="63500" cy="55563"/>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79" name="Oval 139"/>
          <p:cNvSpPr>
            <a:spLocks noChangeArrowheads="1"/>
          </p:cNvSpPr>
          <p:nvPr/>
        </p:nvSpPr>
        <p:spPr bwMode="auto">
          <a:xfrm>
            <a:off x="4972050" y="3857625"/>
            <a:ext cx="63500" cy="55563"/>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494" name="Group 140"/>
          <p:cNvGrpSpPr/>
          <p:nvPr/>
        </p:nvGrpSpPr>
        <p:grpSpPr bwMode="auto">
          <a:xfrm>
            <a:off x="5160963" y="3359150"/>
            <a:ext cx="1198562" cy="885825"/>
            <a:chOff x="886" y="3050"/>
            <a:chExt cx="912" cy="768"/>
          </a:xfrm>
        </p:grpSpPr>
        <p:sp>
          <p:nvSpPr>
            <p:cNvPr id="1051380" name="Oval 141"/>
            <p:cNvSpPr>
              <a:spLocks noChangeArrowheads="1"/>
            </p:cNvSpPr>
            <p:nvPr/>
          </p:nvSpPr>
          <p:spPr bwMode="auto">
            <a:xfrm>
              <a:off x="1318" y="305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81" name="Oval 142"/>
            <p:cNvSpPr>
              <a:spLocks noChangeArrowheads="1"/>
            </p:cNvSpPr>
            <p:nvPr/>
          </p:nvSpPr>
          <p:spPr bwMode="auto">
            <a:xfrm>
              <a:off x="1462" y="305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82" name="Oval 143"/>
            <p:cNvSpPr>
              <a:spLocks noChangeArrowheads="1"/>
            </p:cNvSpPr>
            <p:nvPr/>
          </p:nvSpPr>
          <p:spPr bwMode="auto">
            <a:xfrm>
              <a:off x="1174" y="305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83" name="Oval 144"/>
            <p:cNvSpPr>
              <a:spLocks noChangeArrowheads="1"/>
            </p:cNvSpPr>
            <p:nvPr/>
          </p:nvSpPr>
          <p:spPr bwMode="auto">
            <a:xfrm>
              <a:off x="1174" y="31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84" name="Oval 145"/>
            <p:cNvSpPr>
              <a:spLocks noChangeArrowheads="1"/>
            </p:cNvSpPr>
            <p:nvPr/>
          </p:nvSpPr>
          <p:spPr bwMode="auto">
            <a:xfrm>
              <a:off x="1030" y="31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85" name="Oval 146"/>
            <p:cNvSpPr>
              <a:spLocks noChangeArrowheads="1"/>
            </p:cNvSpPr>
            <p:nvPr/>
          </p:nvSpPr>
          <p:spPr bwMode="auto">
            <a:xfrm>
              <a:off x="1318" y="31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86" name="Oval 147"/>
            <p:cNvSpPr>
              <a:spLocks noChangeArrowheads="1"/>
            </p:cNvSpPr>
            <p:nvPr/>
          </p:nvSpPr>
          <p:spPr bwMode="auto">
            <a:xfrm>
              <a:off x="1462" y="31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87" name="Oval 148"/>
            <p:cNvSpPr>
              <a:spLocks noChangeArrowheads="1"/>
            </p:cNvSpPr>
            <p:nvPr/>
          </p:nvSpPr>
          <p:spPr bwMode="auto">
            <a:xfrm>
              <a:off x="1606" y="31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88" name="Oval 149"/>
            <p:cNvSpPr>
              <a:spLocks noChangeArrowheads="1"/>
            </p:cNvSpPr>
            <p:nvPr/>
          </p:nvSpPr>
          <p:spPr bwMode="auto">
            <a:xfrm>
              <a:off x="1750"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89" name="Oval 150"/>
            <p:cNvSpPr>
              <a:spLocks noChangeArrowheads="1"/>
            </p:cNvSpPr>
            <p:nvPr/>
          </p:nvSpPr>
          <p:spPr bwMode="auto">
            <a:xfrm>
              <a:off x="1606"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90" name="Oval 151"/>
            <p:cNvSpPr>
              <a:spLocks noChangeArrowheads="1"/>
            </p:cNvSpPr>
            <p:nvPr/>
          </p:nvSpPr>
          <p:spPr bwMode="auto">
            <a:xfrm>
              <a:off x="1462"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91" name="Oval 152"/>
            <p:cNvSpPr>
              <a:spLocks noChangeArrowheads="1"/>
            </p:cNvSpPr>
            <p:nvPr/>
          </p:nvSpPr>
          <p:spPr bwMode="auto">
            <a:xfrm>
              <a:off x="1318"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92" name="Oval 153"/>
            <p:cNvSpPr>
              <a:spLocks noChangeArrowheads="1"/>
            </p:cNvSpPr>
            <p:nvPr/>
          </p:nvSpPr>
          <p:spPr bwMode="auto">
            <a:xfrm>
              <a:off x="1174"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93" name="Oval 154"/>
            <p:cNvSpPr>
              <a:spLocks noChangeArrowheads="1"/>
            </p:cNvSpPr>
            <p:nvPr/>
          </p:nvSpPr>
          <p:spPr bwMode="auto">
            <a:xfrm>
              <a:off x="1030"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94" name="Oval 155"/>
            <p:cNvSpPr>
              <a:spLocks noChangeArrowheads="1"/>
            </p:cNvSpPr>
            <p:nvPr/>
          </p:nvSpPr>
          <p:spPr bwMode="auto">
            <a:xfrm>
              <a:off x="886"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95" name="Oval 156"/>
            <p:cNvSpPr>
              <a:spLocks noChangeArrowheads="1"/>
            </p:cNvSpPr>
            <p:nvPr/>
          </p:nvSpPr>
          <p:spPr bwMode="auto">
            <a:xfrm>
              <a:off x="1750"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96" name="Oval 157"/>
            <p:cNvSpPr>
              <a:spLocks noChangeArrowheads="1"/>
            </p:cNvSpPr>
            <p:nvPr/>
          </p:nvSpPr>
          <p:spPr bwMode="auto">
            <a:xfrm>
              <a:off x="1606"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97" name="Oval 158"/>
            <p:cNvSpPr>
              <a:spLocks noChangeArrowheads="1"/>
            </p:cNvSpPr>
            <p:nvPr/>
          </p:nvSpPr>
          <p:spPr bwMode="auto">
            <a:xfrm>
              <a:off x="1462"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98" name="Oval 159"/>
            <p:cNvSpPr>
              <a:spLocks noChangeArrowheads="1"/>
            </p:cNvSpPr>
            <p:nvPr/>
          </p:nvSpPr>
          <p:spPr bwMode="auto">
            <a:xfrm>
              <a:off x="1318"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399" name="Oval 160"/>
            <p:cNvSpPr>
              <a:spLocks noChangeArrowheads="1"/>
            </p:cNvSpPr>
            <p:nvPr/>
          </p:nvSpPr>
          <p:spPr bwMode="auto">
            <a:xfrm>
              <a:off x="1174"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00" name="Oval 161"/>
            <p:cNvSpPr>
              <a:spLocks noChangeArrowheads="1"/>
            </p:cNvSpPr>
            <p:nvPr/>
          </p:nvSpPr>
          <p:spPr bwMode="auto">
            <a:xfrm>
              <a:off x="1030"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01" name="Oval 162"/>
            <p:cNvSpPr>
              <a:spLocks noChangeArrowheads="1"/>
            </p:cNvSpPr>
            <p:nvPr/>
          </p:nvSpPr>
          <p:spPr bwMode="auto">
            <a:xfrm>
              <a:off x="886"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02" name="Oval 163"/>
            <p:cNvSpPr>
              <a:spLocks noChangeArrowheads="1"/>
            </p:cNvSpPr>
            <p:nvPr/>
          </p:nvSpPr>
          <p:spPr bwMode="auto">
            <a:xfrm>
              <a:off x="1750"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03" name="Oval 164"/>
            <p:cNvSpPr>
              <a:spLocks noChangeArrowheads="1"/>
            </p:cNvSpPr>
            <p:nvPr/>
          </p:nvSpPr>
          <p:spPr bwMode="auto">
            <a:xfrm>
              <a:off x="1606"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04" name="Oval 165"/>
            <p:cNvSpPr>
              <a:spLocks noChangeArrowheads="1"/>
            </p:cNvSpPr>
            <p:nvPr/>
          </p:nvSpPr>
          <p:spPr bwMode="auto">
            <a:xfrm>
              <a:off x="1462"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05" name="Oval 166"/>
            <p:cNvSpPr>
              <a:spLocks noChangeArrowheads="1"/>
            </p:cNvSpPr>
            <p:nvPr/>
          </p:nvSpPr>
          <p:spPr bwMode="auto">
            <a:xfrm>
              <a:off x="1318"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06" name="Oval 167"/>
            <p:cNvSpPr>
              <a:spLocks noChangeArrowheads="1"/>
            </p:cNvSpPr>
            <p:nvPr/>
          </p:nvSpPr>
          <p:spPr bwMode="auto">
            <a:xfrm>
              <a:off x="1174"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07" name="Oval 168"/>
            <p:cNvSpPr>
              <a:spLocks noChangeArrowheads="1"/>
            </p:cNvSpPr>
            <p:nvPr/>
          </p:nvSpPr>
          <p:spPr bwMode="auto">
            <a:xfrm>
              <a:off x="1030"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08" name="Oval 169"/>
            <p:cNvSpPr>
              <a:spLocks noChangeArrowheads="1"/>
            </p:cNvSpPr>
            <p:nvPr/>
          </p:nvSpPr>
          <p:spPr bwMode="auto">
            <a:xfrm>
              <a:off x="886"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09" name="Oval 170"/>
            <p:cNvSpPr>
              <a:spLocks noChangeArrowheads="1"/>
            </p:cNvSpPr>
            <p:nvPr/>
          </p:nvSpPr>
          <p:spPr bwMode="auto">
            <a:xfrm>
              <a:off x="1606" y="377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10" name="Oval 171"/>
            <p:cNvSpPr>
              <a:spLocks noChangeArrowheads="1"/>
            </p:cNvSpPr>
            <p:nvPr/>
          </p:nvSpPr>
          <p:spPr bwMode="auto">
            <a:xfrm>
              <a:off x="1462" y="377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11" name="Oval 172"/>
            <p:cNvSpPr>
              <a:spLocks noChangeArrowheads="1"/>
            </p:cNvSpPr>
            <p:nvPr/>
          </p:nvSpPr>
          <p:spPr bwMode="auto">
            <a:xfrm>
              <a:off x="1318" y="377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12" name="Oval 173"/>
            <p:cNvSpPr>
              <a:spLocks noChangeArrowheads="1"/>
            </p:cNvSpPr>
            <p:nvPr/>
          </p:nvSpPr>
          <p:spPr bwMode="auto">
            <a:xfrm>
              <a:off x="1174" y="377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13" name="Oval 174"/>
            <p:cNvSpPr>
              <a:spLocks noChangeArrowheads="1"/>
            </p:cNvSpPr>
            <p:nvPr/>
          </p:nvSpPr>
          <p:spPr bwMode="auto">
            <a:xfrm>
              <a:off x="1030" y="377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495" name="Group 407"/>
          <p:cNvGrpSpPr/>
          <p:nvPr/>
        </p:nvGrpSpPr>
        <p:grpSpPr bwMode="auto">
          <a:xfrm>
            <a:off x="7165975" y="3106738"/>
            <a:ext cx="1828800" cy="1219200"/>
            <a:chOff x="3072" y="2592"/>
            <a:chExt cx="1392" cy="1056"/>
          </a:xfrm>
        </p:grpSpPr>
        <p:grpSp>
          <p:nvGrpSpPr>
            <p:cNvPr id="496" name="Group 408"/>
            <p:cNvGrpSpPr/>
            <p:nvPr/>
          </p:nvGrpSpPr>
          <p:grpSpPr bwMode="auto">
            <a:xfrm>
              <a:off x="3072" y="2592"/>
              <a:ext cx="1392" cy="1056"/>
              <a:chOff x="576" y="2016"/>
              <a:chExt cx="1392" cy="1056"/>
            </a:xfrm>
          </p:grpSpPr>
          <p:grpSp>
            <p:nvGrpSpPr>
              <p:cNvPr id="497" name="Group 409"/>
              <p:cNvGrpSpPr/>
              <p:nvPr/>
            </p:nvGrpSpPr>
            <p:grpSpPr bwMode="auto">
              <a:xfrm>
                <a:off x="576" y="2112"/>
                <a:ext cx="1392" cy="864"/>
                <a:chOff x="528" y="2112"/>
                <a:chExt cx="960" cy="864"/>
              </a:xfrm>
            </p:grpSpPr>
            <p:sp>
              <p:nvSpPr>
                <p:cNvPr id="1051414" name="Line 410"/>
                <p:cNvSpPr>
                  <a:spLocks noChangeShapeType="1"/>
                </p:cNvSpPr>
                <p:nvPr/>
              </p:nvSpPr>
              <p:spPr bwMode="auto">
                <a:xfrm>
                  <a:off x="528" y="211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415" name="Line 411"/>
                <p:cNvSpPr>
                  <a:spLocks noChangeShapeType="1"/>
                </p:cNvSpPr>
                <p:nvPr/>
              </p:nvSpPr>
              <p:spPr bwMode="auto">
                <a:xfrm>
                  <a:off x="528" y="2256"/>
                  <a:ext cx="960" cy="0"/>
                </a:xfrm>
                <a:prstGeom prst="line">
                  <a:avLst/>
                </a:prstGeom>
                <a:noFill/>
                <a:ln w="9525">
                  <a:solidFill>
                    <a:schemeClr val="tx1"/>
                  </a:solidFill>
                  <a:miter lim="800000"/>
                  <a:headEnd/>
                  <a:tailEnd/>
                </a:ln>
                <a:effectLst/>
              </p:spPr>
              <p:txBody>
                <a:bodyPr wrap="none"/>
                <a:lstStyle/>
                <a:p>
                  <a:endParaRPr lang="zh-CN" altLang="en-US"/>
                </a:p>
              </p:txBody>
            </p:sp>
            <p:sp>
              <p:nvSpPr>
                <p:cNvPr id="1051416" name="Line 412"/>
                <p:cNvSpPr>
                  <a:spLocks noChangeShapeType="1"/>
                </p:cNvSpPr>
                <p:nvPr/>
              </p:nvSpPr>
              <p:spPr bwMode="auto">
                <a:xfrm>
                  <a:off x="528" y="2544"/>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417" name="Line 413"/>
                <p:cNvSpPr>
                  <a:spLocks noChangeShapeType="1"/>
                </p:cNvSpPr>
                <p:nvPr/>
              </p:nvSpPr>
              <p:spPr bwMode="auto">
                <a:xfrm>
                  <a:off x="528" y="2400"/>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418" name="Line 414"/>
                <p:cNvSpPr>
                  <a:spLocks noChangeShapeType="1"/>
                </p:cNvSpPr>
                <p:nvPr/>
              </p:nvSpPr>
              <p:spPr bwMode="auto">
                <a:xfrm>
                  <a:off x="528" y="2688"/>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419" name="Line 415"/>
                <p:cNvSpPr>
                  <a:spLocks noChangeShapeType="1"/>
                </p:cNvSpPr>
                <p:nvPr/>
              </p:nvSpPr>
              <p:spPr bwMode="auto">
                <a:xfrm>
                  <a:off x="528" y="283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420" name="Line 416"/>
                <p:cNvSpPr>
                  <a:spLocks noChangeShapeType="1"/>
                </p:cNvSpPr>
                <p:nvPr/>
              </p:nvSpPr>
              <p:spPr bwMode="auto">
                <a:xfrm>
                  <a:off x="528" y="2976"/>
                  <a:ext cx="939"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498" name="Group 417"/>
              <p:cNvGrpSpPr/>
              <p:nvPr/>
            </p:nvGrpSpPr>
            <p:grpSpPr bwMode="auto">
              <a:xfrm>
                <a:off x="672" y="2016"/>
                <a:ext cx="1152" cy="1056"/>
                <a:chOff x="672" y="2016"/>
                <a:chExt cx="1152" cy="1056"/>
              </a:xfrm>
            </p:grpSpPr>
            <p:sp>
              <p:nvSpPr>
                <p:cNvPr id="1051421" name="Line 418"/>
                <p:cNvSpPr>
                  <a:spLocks noChangeShapeType="1"/>
                </p:cNvSpPr>
                <p:nvPr/>
              </p:nvSpPr>
              <p:spPr bwMode="auto">
                <a:xfrm>
                  <a:off x="67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422" name="Line 419"/>
                <p:cNvSpPr>
                  <a:spLocks noChangeShapeType="1"/>
                </p:cNvSpPr>
                <p:nvPr/>
              </p:nvSpPr>
              <p:spPr bwMode="auto">
                <a:xfrm>
                  <a:off x="81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423" name="Line 420"/>
                <p:cNvSpPr>
                  <a:spLocks noChangeShapeType="1"/>
                </p:cNvSpPr>
                <p:nvPr/>
              </p:nvSpPr>
              <p:spPr bwMode="auto">
                <a:xfrm>
                  <a:off x="96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424" name="Line 421"/>
                <p:cNvSpPr>
                  <a:spLocks noChangeShapeType="1"/>
                </p:cNvSpPr>
                <p:nvPr/>
              </p:nvSpPr>
              <p:spPr bwMode="auto">
                <a:xfrm>
                  <a:off x="1104"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425" name="Line 422"/>
                <p:cNvSpPr>
                  <a:spLocks noChangeShapeType="1"/>
                </p:cNvSpPr>
                <p:nvPr/>
              </p:nvSpPr>
              <p:spPr bwMode="auto">
                <a:xfrm>
                  <a:off x="1248"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426" name="Line 423"/>
                <p:cNvSpPr>
                  <a:spLocks noChangeShapeType="1"/>
                </p:cNvSpPr>
                <p:nvPr/>
              </p:nvSpPr>
              <p:spPr bwMode="auto">
                <a:xfrm>
                  <a:off x="139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427" name="Line 424"/>
                <p:cNvSpPr>
                  <a:spLocks noChangeShapeType="1"/>
                </p:cNvSpPr>
                <p:nvPr/>
              </p:nvSpPr>
              <p:spPr bwMode="auto">
                <a:xfrm>
                  <a:off x="153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428" name="Line 425"/>
                <p:cNvSpPr>
                  <a:spLocks noChangeShapeType="1"/>
                </p:cNvSpPr>
                <p:nvPr/>
              </p:nvSpPr>
              <p:spPr bwMode="auto">
                <a:xfrm>
                  <a:off x="168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429" name="Line 426"/>
                <p:cNvSpPr>
                  <a:spLocks noChangeShapeType="1"/>
                </p:cNvSpPr>
                <p:nvPr/>
              </p:nvSpPr>
              <p:spPr bwMode="auto">
                <a:xfrm>
                  <a:off x="1824" y="2016"/>
                  <a:ext cx="0" cy="1056"/>
                </a:xfrm>
                <a:prstGeom prst="line">
                  <a:avLst/>
                </a:prstGeom>
                <a:noFill/>
                <a:ln w="9525">
                  <a:solidFill>
                    <a:schemeClr val="tx1"/>
                  </a:solidFill>
                  <a:miter lim="800000"/>
                  <a:headEnd/>
                  <a:tailEnd/>
                </a:ln>
                <a:effectLst/>
              </p:spPr>
              <p:txBody>
                <a:bodyPr wrap="none"/>
                <a:lstStyle/>
                <a:p>
                  <a:endParaRPr lang="zh-CN" altLang="en-US"/>
                </a:p>
              </p:txBody>
            </p:sp>
          </p:grpSp>
        </p:grpSp>
        <p:sp>
          <p:nvSpPr>
            <p:cNvPr id="1051430" name="Oval 427"/>
            <p:cNvSpPr>
              <a:spLocks noChangeArrowheads="1"/>
            </p:cNvSpPr>
            <p:nvPr/>
          </p:nvSpPr>
          <p:spPr bwMode="auto">
            <a:xfrm>
              <a:off x="3718" y="29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31" name="Oval 428"/>
            <p:cNvSpPr>
              <a:spLocks noChangeArrowheads="1"/>
            </p:cNvSpPr>
            <p:nvPr/>
          </p:nvSpPr>
          <p:spPr bwMode="auto">
            <a:xfrm>
              <a:off x="4006" y="324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32" name="Oval 429"/>
            <p:cNvSpPr>
              <a:spLocks noChangeArrowheads="1"/>
            </p:cNvSpPr>
            <p:nvPr/>
          </p:nvSpPr>
          <p:spPr bwMode="auto">
            <a:xfrm>
              <a:off x="3430" y="324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499" name="Group 430"/>
            <p:cNvGrpSpPr/>
            <p:nvPr/>
          </p:nvGrpSpPr>
          <p:grpSpPr bwMode="auto">
            <a:xfrm>
              <a:off x="3574" y="3098"/>
              <a:ext cx="336" cy="336"/>
              <a:chOff x="3574" y="3098"/>
              <a:chExt cx="336" cy="336"/>
            </a:xfrm>
          </p:grpSpPr>
          <p:sp>
            <p:nvSpPr>
              <p:cNvPr id="1051433" name="Oval 431"/>
              <p:cNvSpPr>
                <a:spLocks noChangeArrowheads="1"/>
              </p:cNvSpPr>
              <p:nvPr/>
            </p:nvSpPr>
            <p:spPr bwMode="auto">
              <a:xfrm>
                <a:off x="3862" y="309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34" name="Oval 432"/>
              <p:cNvSpPr>
                <a:spLocks noChangeArrowheads="1"/>
              </p:cNvSpPr>
              <p:nvPr/>
            </p:nvSpPr>
            <p:spPr bwMode="auto">
              <a:xfrm>
                <a:off x="3718" y="309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35" name="Oval 433"/>
              <p:cNvSpPr>
                <a:spLocks noChangeArrowheads="1"/>
              </p:cNvSpPr>
              <p:nvPr/>
            </p:nvSpPr>
            <p:spPr bwMode="auto">
              <a:xfrm>
                <a:off x="3574" y="309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36" name="Oval 434"/>
              <p:cNvSpPr>
                <a:spLocks noChangeArrowheads="1"/>
              </p:cNvSpPr>
              <p:nvPr/>
            </p:nvSpPr>
            <p:spPr bwMode="auto">
              <a:xfrm>
                <a:off x="3862" y="324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37" name="Oval 435"/>
              <p:cNvSpPr>
                <a:spLocks noChangeArrowheads="1"/>
              </p:cNvSpPr>
              <p:nvPr/>
            </p:nvSpPr>
            <p:spPr bwMode="auto">
              <a:xfrm>
                <a:off x="3718" y="324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38" name="Oval 436"/>
              <p:cNvSpPr>
                <a:spLocks noChangeArrowheads="1"/>
              </p:cNvSpPr>
              <p:nvPr/>
            </p:nvSpPr>
            <p:spPr bwMode="auto">
              <a:xfrm>
                <a:off x="3574" y="324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39" name="Oval 437"/>
              <p:cNvSpPr>
                <a:spLocks noChangeArrowheads="1"/>
              </p:cNvSpPr>
              <p:nvPr/>
            </p:nvSpPr>
            <p:spPr bwMode="auto">
              <a:xfrm>
                <a:off x="3862" y="338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40" name="Oval 438"/>
              <p:cNvSpPr>
                <a:spLocks noChangeArrowheads="1"/>
              </p:cNvSpPr>
              <p:nvPr/>
            </p:nvSpPr>
            <p:spPr bwMode="auto">
              <a:xfrm>
                <a:off x="3718" y="338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41" name="Oval 439"/>
              <p:cNvSpPr>
                <a:spLocks noChangeArrowheads="1"/>
              </p:cNvSpPr>
              <p:nvPr/>
            </p:nvSpPr>
            <p:spPr bwMode="auto">
              <a:xfrm>
                <a:off x="3574" y="338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500" name="Group 440"/>
            <p:cNvGrpSpPr/>
            <p:nvPr/>
          </p:nvGrpSpPr>
          <p:grpSpPr bwMode="auto">
            <a:xfrm>
              <a:off x="3142" y="2666"/>
              <a:ext cx="1200" cy="912"/>
              <a:chOff x="3190" y="362"/>
              <a:chExt cx="1200" cy="912"/>
            </a:xfrm>
          </p:grpSpPr>
          <p:sp>
            <p:nvSpPr>
              <p:cNvPr id="1051442" name="Oval 441"/>
              <p:cNvSpPr>
                <a:spLocks noChangeArrowheads="1"/>
              </p:cNvSpPr>
              <p:nvPr/>
            </p:nvSpPr>
            <p:spPr bwMode="auto">
              <a:xfrm>
                <a:off x="3766" y="36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43" name="Oval 442"/>
              <p:cNvSpPr>
                <a:spLocks noChangeArrowheads="1"/>
              </p:cNvSpPr>
              <p:nvPr/>
            </p:nvSpPr>
            <p:spPr bwMode="auto">
              <a:xfrm>
                <a:off x="3766" y="50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44" name="Oval 443"/>
              <p:cNvSpPr>
                <a:spLocks noChangeArrowheads="1"/>
              </p:cNvSpPr>
              <p:nvPr/>
            </p:nvSpPr>
            <p:spPr bwMode="auto">
              <a:xfrm>
                <a:off x="3910" y="50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45" name="Oval 444"/>
              <p:cNvSpPr>
                <a:spLocks noChangeArrowheads="1"/>
              </p:cNvSpPr>
              <p:nvPr/>
            </p:nvSpPr>
            <p:spPr bwMode="auto">
              <a:xfrm>
                <a:off x="3622" y="50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46" name="Oval 445"/>
              <p:cNvSpPr>
                <a:spLocks noChangeArrowheads="1"/>
              </p:cNvSpPr>
              <p:nvPr/>
            </p:nvSpPr>
            <p:spPr bwMode="auto">
              <a:xfrm>
                <a:off x="3622" y="65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47" name="Oval 446"/>
              <p:cNvSpPr>
                <a:spLocks noChangeArrowheads="1"/>
              </p:cNvSpPr>
              <p:nvPr/>
            </p:nvSpPr>
            <p:spPr bwMode="auto">
              <a:xfrm>
                <a:off x="3478" y="65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48" name="Oval 447"/>
              <p:cNvSpPr>
                <a:spLocks noChangeArrowheads="1"/>
              </p:cNvSpPr>
              <p:nvPr/>
            </p:nvSpPr>
            <p:spPr bwMode="auto">
              <a:xfrm>
                <a:off x="3910" y="65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49" name="Oval 448"/>
              <p:cNvSpPr>
                <a:spLocks noChangeArrowheads="1"/>
              </p:cNvSpPr>
              <p:nvPr/>
            </p:nvSpPr>
            <p:spPr bwMode="auto">
              <a:xfrm>
                <a:off x="4054" y="65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50" name="Oval 449"/>
              <p:cNvSpPr>
                <a:spLocks noChangeArrowheads="1"/>
              </p:cNvSpPr>
              <p:nvPr/>
            </p:nvSpPr>
            <p:spPr bwMode="auto">
              <a:xfrm>
                <a:off x="4198" y="7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51" name="Oval 450"/>
              <p:cNvSpPr>
                <a:spLocks noChangeArrowheads="1"/>
              </p:cNvSpPr>
              <p:nvPr/>
            </p:nvSpPr>
            <p:spPr bwMode="auto">
              <a:xfrm>
                <a:off x="4054" y="7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52" name="Oval 451"/>
              <p:cNvSpPr>
                <a:spLocks noChangeArrowheads="1"/>
              </p:cNvSpPr>
              <p:nvPr/>
            </p:nvSpPr>
            <p:spPr bwMode="auto">
              <a:xfrm>
                <a:off x="3478" y="7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53" name="Oval 452"/>
              <p:cNvSpPr>
                <a:spLocks noChangeArrowheads="1"/>
              </p:cNvSpPr>
              <p:nvPr/>
            </p:nvSpPr>
            <p:spPr bwMode="auto">
              <a:xfrm>
                <a:off x="3334" y="7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54" name="Oval 453"/>
              <p:cNvSpPr>
                <a:spLocks noChangeArrowheads="1"/>
              </p:cNvSpPr>
              <p:nvPr/>
            </p:nvSpPr>
            <p:spPr bwMode="auto">
              <a:xfrm>
                <a:off x="4342" y="9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55" name="Oval 454"/>
              <p:cNvSpPr>
                <a:spLocks noChangeArrowheads="1"/>
              </p:cNvSpPr>
              <p:nvPr/>
            </p:nvSpPr>
            <p:spPr bwMode="auto">
              <a:xfrm>
                <a:off x="4198" y="9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56" name="Oval 455"/>
              <p:cNvSpPr>
                <a:spLocks noChangeArrowheads="1"/>
              </p:cNvSpPr>
              <p:nvPr/>
            </p:nvSpPr>
            <p:spPr bwMode="auto">
              <a:xfrm>
                <a:off x="3334" y="9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57" name="Oval 456"/>
              <p:cNvSpPr>
                <a:spLocks noChangeArrowheads="1"/>
              </p:cNvSpPr>
              <p:nvPr/>
            </p:nvSpPr>
            <p:spPr bwMode="auto">
              <a:xfrm>
                <a:off x="3190" y="9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58" name="Oval 457"/>
              <p:cNvSpPr>
                <a:spLocks noChangeArrowheads="1"/>
              </p:cNvSpPr>
              <p:nvPr/>
            </p:nvSpPr>
            <p:spPr bwMode="auto">
              <a:xfrm>
                <a:off x="4198" y="10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59" name="Oval 458"/>
              <p:cNvSpPr>
                <a:spLocks noChangeArrowheads="1"/>
              </p:cNvSpPr>
              <p:nvPr/>
            </p:nvSpPr>
            <p:spPr bwMode="auto">
              <a:xfrm>
                <a:off x="4054" y="10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60" name="Oval 459"/>
              <p:cNvSpPr>
                <a:spLocks noChangeArrowheads="1"/>
              </p:cNvSpPr>
              <p:nvPr/>
            </p:nvSpPr>
            <p:spPr bwMode="auto">
              <a:xfrm>
                <a:off x="3478" y="10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61" name="Oval 460"/>
              <p:cNvSpPr>
                <a:spLocks noChangeArrowheads="1"/>
              </p:cNvSpPr>
              <p:nvPr/>
            </p:nvSpPr>
            <p:spPr bwMode="auto">
              <a:xfrm>
                <a:off x="3334" y="10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62" name="Oval 461"/>
              <p:cNvSpPr>
                <a:spLocks noChangeArrowheads="1"/>
              </p:cNvSpPr>
              <p:nvPr/>
            </p:nvSpPr>
            <p:spPr bwMode="auto">
              <a:xfrm>
                <a:off x="4054" y="12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63" name="Oval 462"/>
              <p:cNvSpPr>
                <a:spLocks noChangeArrowheads="1"/>
              </p:cNvSpPr>
              <p:nvPr/>
            </p:nvSpPr>
            <p:spPr bwMode="auto">
              <a:xfrm>
                <a:off x="3910" y="12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64" name="Oval 463"/>
              <p:cNvSpPr>
                <a:spLocks noChangeArrowheads="1"/>
              </p:cNvSpPr>
              <p:nvPr/>
            </p:nvSpPr>
            <p:spPr bwMode="auto">
              <a:xfrm>
                <a:off x="3766" y="12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65" name="Oval 464"/>
              <p:cNvSpPr>
                <a:spLocks noChangeArrowheads="1"/>
              </p:cNvSpPr>
              <p:nvPr/>
            </p:nvSpPr>
            <p:spPr bwMode="auto">
              <a:xfrm>
                <a:off x="3622" y="12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66" name="Oval 465"/>
              <p:cNvSpPr>
                <a:spLocks noChangeArrowheads="1"/>
              </p:cNvSpPr>
              <p:nvPr/>
            </p:nvSpPr>
            <p:spPr bwMode="auto">
              <a:xfrm>
                <a:off x="3478" y="12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501" name="Group 702"/>
          <p:cNvGrpSpPr/>
          <p:nvPr/>
        </p:nvGrpSpPr>
        <p:grpSpPr bwMode="auto">
          <a:xfrm>
            <a:off x="2571750" y="3519488"/>
            <a:ext cx="1828800" cy="1219200"/>
            <a:chOff x="1872" y="480"/>
            <a:chExt cx="1152" cy="768"/>
          </a:xfrm>
        </p:grpSpPr>
        <p:grpSp>
          <p:nvGrpSpPr>
            <p:cNvPr id="502" name="Group 467"/>
            <p:cNvGrpSpPr/>
            <p:nvPr/>
          </p:nvGrpSpPr>
          <p:grpSpPr bwMode="auto">
            <a:xfrm>
              <a:off x="1872" y="480"/>
              <a:ext cx="1152" cy="768"/>
              <a:chOff x="576" y="2016"/>
              <a:chExt cx="1392" cy="1056"/>
            </a:xfrm>
          </p:grpSpPr>
          <p:grpSp>
            <p:nvGrpSpPr>
              <p:cNvPr id="503" name="Group 468"/>
              <p:cNvGrpSpPr/>
              <p:nvPr/>
            </p:nvGrpSpPr>
            <p:grpSpPr bwMode="auto">
              <a:xfrm>
                <a:off x="576" y="2112"/>
                <a:ext cx="1392" cy="864"/>
                <a:chOff x="528" y="2112"/>
                <a:chExt cx="960" cy="864"/>
              </a:xfrm>
            </p:grpSpPr>
            <p:sp>
              <p:nvSpPr>
                <p:cNvPr id="1051467" name="Line 469"/>
                <p:cNvSpPr>
                  <a:spLocks noChangeShapeType="1"/>
                </p:cNvSpPr>
                <p:nvPr/>
              </p:nvSpPr>
              <p:spPr bwMode="auto">
                <a:xfrm>
                  <a:off x="528" y="211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468" name="Line 470"/>
                <p:cNvSpPr>
                  <a:spLocks noChangeShapeType="1"/>
                </p:cNvSpPr>
                <p:nvPr/>
              </p:nvSpPr>
              <p:spPr bwMode="auto">
                <a:xfrm>
                  <a:off x="528" y="2256"/>
                  <a:ext cx="960" cy="0"/>
                </a:xfrm>
                <a:prstGeom prst="line">
                  <a:avLst/>
                </a:prstGeom>
                <a:noFill/>
                <a:ln w="9525">
                  <a:solidFill>
                    <a:schemeClr val="tx1"/>
                  </a:solidFill>
                  <a:miter lim="800000"/>
                  <a:headEnd/>
                  <a:tailEnd/>
                </a:ln>
                <a:effectLst/>
              </p:spPr>
              <p:txBody>
                <a:bodyPr wrap="none"/>
                <a:lstStyle/>
                <a:p>
                  <a:endParaRPr lang="zh-CN" altLang="en-US"/>
                </a:p>
              </p:txBody>
            </p:sp>
            <p:sp>
              <p:nvSpPr>
                <p:cNvPr id="1051469" name="Line 471"/>
                <p:cNvSpPr>
                  <a:spLocks noChangeShapeType="1"/>
                </p:cNvSpPr>
                <p:nvPr/>
              </p:nvSpPr>
              <p:spPr bwMode="auto">
                <a:xfrm>
                  <a:off x="528" y="2544"/>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470" name="Line 472"/>
                <p:cNvSpPr>
                  <a:spLocks noChangeShapeType="1"/>
                </p:cNvSpPr>
                <p:nvPr/>
              </p:nvSpPr>
              <p:spPr bwMode="auto">
                <a:xfrm>
                  <a:off x="528" y="2400"/>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471" name="Line 473"/>
                <p:cNvSpPr>
                  <a:spLocks noChangeShapeType="1"/>
                </p:cNvSpPr>
                <p:nvPr/>
              </p:nvSpPr>
              <p:spPr bwMode="auto">
                <a:xfrm>
                  <a:off x="528" y="2688"/>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472" name="Line 474"/>
                <p:cNvSpPr>
                  <a:spLocks noChangeShapeType="1"/>
                </p:cNvSpPr>
                <p:nvPr/>
              </p:nvSpPr>
              <p:spPr bwMode="auto">
                <a:xfrm>
                  <a:off x="528" y="283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473" name="Line 475"/>
                <p:cNvSpPr>
                  <a:spLocks noChangeShapeType="1"/>
                </p:cNvSpPr>
                <p:nvPr/>
              </p:nvSpPr>
              <p:spPr bwMode="auto">
                <a:xfrm>
                  <a:off x="528" y="2976"/>
                  <a:ext cx="939"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504" name="Group 476"/>
              <p:cNvGrpSpPr/>
              <p:nvPr/>
            </p:nvGrpSpPr>
            <p:grpSpPr bwMode="auto">
              <a:xfrm>
                <a:off x="672" y="2016"/>
                <a:ext cx="1152" cy="1056"/>
                <a:chOff x="672" y="2016"/>
                <a:chExt cx="1152" cy="1056"/>
              </a:xfrm>
            </p:grpSpPr>
            <p:sp>
              <p:nvSpPr>
                <p:cNvPr id="1051474" name="Line 477"/>
                <p:cNvSpPr>
                  <a:spLocks noChangeShapeType="1"/>
                </p:cNvSpPr>
                <p:nvPr/>
              </p:nvSpPr>
              <p:spPr bwMode="auto">
                <a:xfrm>
                  <a:off x="67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475" name="Line 478"/>
                <p:cNvSpPr>
                  <a:spLocks noChangeShapeType="1"/>
                </p:cNvSpPr>
                <p:nvPr/>
              </p:nvSpPr>
              <p:spPr bwMode="auto">
                <a:xfrm>
                  <a:off x="81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476" name="Line 479"/>
                <p:cNvSpPr>
                  <a:spLocks noChangeShapeType="1"/>
                </p:cNvSpPr>
                <p:nvPr/>
              </p:nvSpPr>
              <p:spPr bwMode="auto">
                <a:xfrm>
                  <a:off x="96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477" name="Line 480"/>
                <p:cNvSpPr>
                  <a:spLocks noChangeShapeType="1"/>
                </p:cNvSpPr>
                <p:nvPr/>
              </p:nvSpPr>
              <p:spPr bwMode="auto">
                <a:xfrm>
                  <a:off x="1104"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478" name="Line 481"/>
                <p:cNvSpPr>
                  <a:spLocks noChangeShapeType="1"/>
                </p:cNvSpPr>
                <p:nvPr/>
              </p:nvSpPr>
              <p:spPr bwMode="auto">
                <a:xfrm>
                  <a:off x="1248"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479" name="Line 482"/>
                <p:cNvSpPr>
                  <a:spLocks noChangeShapeType="1"/>
                </p:cNvSpPr>
                <p:nvPr/>
              </p:nvSpPr>
              <p:spPr bwMode="auto">
                <a:xfrm>
                  <a:off x="139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480" name="Line 483"/>
                <p:cNvSpPr>
                  <a:spLocks noChangeShapeType="1"/>
                </p:cNvSpPr>
                <p:nvPr/>
              </p:nvSpPr>
              <p:spPr bwMode="auto">
                <a:xfrm>
                  <a:off x="153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481" name="Line 484"/>
                <p:cNvSpPr>
                  <a:spLocks noChangeShapeType="1"/>
                </p:cNvSpPr>
                <p:nvPr/>
              </p:nvSpPr>
              <p:spPr bwMode="auto">
                <a:xfrm>
                  <a:off x="168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482" name="Line 485"/>
                <p:cNvSpPr>
                  <a:spLocks noChangeShapeType="1"/>
                </p:cNvSpPr>
                <p:nvPr/>
              </p:nvSpPr>
              <p:spPr bwMode="auto">
                <a:xfrm>
                  <a:off x="1824" y="2016"/>
                  <a:ext cx="0" cy="1056"/>
                </a:xfrm>
                <a:prstGeom prst="line">
                  <a:avLst/>
                </a:prstGeom>
                <a:noFill/>
                <a:ln w="9525">
                  <a:solidFill>
                    <a:schemeClr val="tx1"/>
                  </a:solidFill>
                  <a:miter lim="800000"/>
                  <a:headEnd/>
                  <a:tailEnd/>
                </a:ln>
                <a:effectLst/>
              </p:spPr>
              <p:txBody>
                <a:bodyPr wrap="none"/>
                <a:lstStyle/>
                <a:p>
                  <a:endParaRPr lang="zh-CN" altLang="en-US"/>
                </a:p>
              </p:txBody>
            </p:sp>
          </p:grpSp>
        </p:grpSp>
        <p:grpSp>
          <p:nvGrpSpPr>
            <p:cNvPr id="505" name="Group 699"/>
            <p:cNvGrpSpPr/>
            <p:nvPr/>
          </p:nvGrpSpPr>
          <p:grpSpPr bwMode="auto">
            <a:xfrm>
              <a:off x="1930" y="534"/>
              <a:ext cx="993" cy="663"/>
              <a:chOff x="1930" y="534"/>
              <a:chExt cx="993" cy="663"/>
            </a:xfrm>
          </p:grpSpPr>
          <p:sp>
            <p:nvSpPr>
              <p:cNvPr id="1051483" name="Oval 486"/>
              <p:cNvSpPr>
                <a:spLocks noChangeArrowheads="1"/>
              </p:cNvSpPr>
              <p:nvPr/>
            </p:nvSpPr>
            <p:spPr bwMode="auto">
              <a:xfrm>
                <a:off x="2407" y="534"/>
                <a:ext cx="39"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84" name="Oval 487"/>
              <p:cNvSpPr>
                <a:spLocks noChangeArrowheads="1"/>
              </p:cNvSpPr>
              <p:nvPr/>
            </p:nvSpPr>
            <p:spPr bwMode="auto">
              <a:xfrm>
                <a:off x="2407" y="639"/>
                <a:ext cx="39" cy="34"/>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85" name="Oval 488"/>
              <p:cNvSpPr>
                <a:spLocks noChangeArrowheads="1"/>
              </p:cNvSpPr>
              <p:nvPr/>
            </p:nvSpPr>
            <p:spPr bwMode="auto">
              <a:xfrm>
                <a:off x="2526" y="639"/>
                <a:ext cx="40" cy="34"/>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86" name="Oval 489"/>
              <p:cNvSpPr>
                <a:spLocks noChangeArrowheads="1"/>
              </p:cNvSpPr>
              <p:nvPr/>
            </p:nvSpPr>
            <p:spPr bwMode="auto">
              <a:xfrm>
                <a:off x="2287" y="639"/>
                <a:ext cx="40" cy="34"/>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87" name="Oval 490"/>
              <p:cNvSpPr>
                <a:spLocks noChangeArrowheads="1"/>
              </p:cNvSpPr>
              <p:nvPr/>
            </p:nvSpPr>
            <p:spPr bwMode="auto">
              <a:xfrm>
                <a:off x="2287" y="743"/>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88" name="Oval 491"/>
              <p:cNvSpPr>
                <a:spLocks noChangeArrowheads="1"/>
              </p:cNvSpPr>
              <p:nvPr/>
            </p:nvSpPr>
            <p:spPr bwMode="auto">
              <a:xfrm>
                <a:off x="2168" y="743"/>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89" name="Oval 492"/>
              <p:cNvSpPr>
                <a:spLocks noChangeArrowheads="1"/>
              </p:cNvSpPr>
              <p:nvPr/>
            </p:nvSpPr>
            <p:spPr bwMode="auto">
              <a:xfrm>
                <a:off x="2407" y="743"/>
                <a:ext cx="39"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90" name="Oval 493"/>
              <p:cNvSpPr>
                <a:spLocks noChangeArrowheads="1"/>
              </p:cNvSpPr>
              <p:nvPr/>
            </p:nvSpPr>
            <p:spPr bwMode="auto">
              <a:xfrm>
                <a:off x="2526" y="743"/>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91" name="Oval 494"/>
              <p:cNvSpPr>
                <a:spLocks noChangeArrowheads="1"/>
              </p:cNvSpPr>
              <p:nvPr/>
            </p:nvSpPr>
            <p:spPr bwMode="auto">
              <a:xfrm>
                <a:off x="2645" y="743"/>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92" name="Oval 495"/>
              <p:cNvSpPr>
                <a:spLocks noChangeArrowheads="1"/>
              </p:cNvSpPr>
              <p:nvPr/>
            </p:nvSpPr>
            <p:spPr bwMode="auto">
              <a:xfrm>
                <a:off x="2764" y="848"/>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93" name="Oval 496"/>
              <p:cNvSpPr>
                <a:spLocks noChangeArrowheads="1"/>
              </p:cNvSpPr>
              <p:nvPr/>
            </p:nvSpPr>
            <p:spPr bwMode="auto">
              <a:xfrm>
                <a:off x="2645" y="848"/>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94" name="Oval 497"/>
              <p:cNvSpPr>
                <a:spLocks noChangeArrowheads="1"/>
              </p:cNvSpPr>
              <p:nvPr/>
            </p:nvSpPr>
            <p:spPr bwMode="auto">
              <a:xfrm>
                <a:off x="2526" y="848"/>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95" name="Oval 498"/>
              <p:cNvSpPr>
                <a:spLocks noChangeArrowheads="1"/>
              </p:cNvSpPr>
              <p:nvPr/>
            </p:nvSpPr>
            <p:spPr bwMode="auto">
              <a:xfrm>
                <a:off x="2407" y="848"/>
                <a:ext cx="39"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96" name="Oval 499"/>
              <p:cNvSpPr>
                <a:spLocks noChangeArrowheads="1"/>
              </p:cNvSpPr>
              <p:nvPr/>
            </p:nvSpPr>
            <p:spPr bwMode="auto">
              <a:xfrm>
                <a:off x="2287" y="848"/>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97" name="Oval 500"/>
              <p:cNvSpPr>
                <a:spLocks noChangeArrowheads="1"/>
              </p:cNvSpPr>
              <p:nvPr/>
            </p:nvSpPr>
            <p:spPr bwMode="auto">
              <a:xfrm>
                <a:off x="2168" y="848"/>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98" name="Oval 501"/>
              <p:cNvSpPr>
                <a:spLocks noChangeArrowheads="1"/>
              </p:cNvSpPr>
              <p:nvPr/>
            </p:nvSpPr>
            <p:spPr bwMode="auto">
              <a:xfrm>
                <a:off x="2049" y="848"/>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499" name="Oval 502"/>
              <p:cNvSpPr>
                <a:spLocks noChangeArrowheads="1"/>
              </p:cNvSpPr>
              <p:nvPr/>
            </p:nvSpPr>
            <p:spPr bwMode="auto">
              <a:xfrm>
                <a:off x="2883" y="953"/>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00" name="Oval 503"/>
              <p:cNvSpPr>
                <a:spLocks noChangeArrowheads="1"/>
              </p:cNvSpPr>
              <p:nvPr/>
            </p:nvSpPr>
            <p:spPr bwMode="auto">
              <a:xfrm>
                <a:off x="2764" y="953"/>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01" name="Oval 504"/>
              <p:cNvSpPr>
                <a:spLocks noChangeArrowheads="1"/>
              </p:cNvSpPr>
              <p:nvPr/>
            </p:nvSpPr>
            <p:spPr bwMode="auto">
              <a:xfrm>
                <a:off x="2645" y="953"/>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02" name="Oval 505"/>
              <p:cNvSpPr>
                <a:spLocks noChangeArrowheads="1"/>
              </p:cNvSpPr>
              <p:nvPr/>
            </p:nvSpPr>
            <p:spPr bwMode="auto">
              <a:xfrm>
                <a:off x="2526" y="953"/>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03" name="Oval 506"/>
              <p:cNvSpPr>
                <a:spLocks noChangeArrowheads="1"/>
              </p:cNvSpPr>
              <p:nvPr/>
            </p:nvSpPr>
            <p:spPr bwMode="auto">
              <a:xfrm>
                <a:off x="2407" y="953"/>
                <a:ext cx="39"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04" name="Oval 507"/>
              <p:cNvSpPr>
                <a:spLocks noChangeArrowheads="1"/>
              </p:cNvSpPr>
              <p:nvPr/>
            </p:nvSpPr>
            <p:spPr bwMode="auto">
              <a:xfrm>
                <a:off x="2287" y="953"/>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05" name="Oval 508"/>
              <p:cNvSpPr>
                <a:spLocks noChangeArrowheads="1"/>
              </p:cNvSpPr>
              <p:nvPr/>
            </p:nvSpPr>
            <p:spPr bwMode="auto">
              <a:xfrm>
                <a:off x="2168" y="953"/>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06" name="Oval 509"/>
              <p:cNvSpPr>
                <a:spLocks noChangeArrowheads="1"/>
              </p:cNvSpPr>
              <p:nvPr/>
            </p:nvSpPr>
            <p:spPr bwMode="auto">
              <a:xfrm>
                <a:off x="2049" y="953"/>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07" name="Oval 510"/>
              <p:cNvSpPr>
                <a:spLocks noChangeArrowheads="1"/>
              </p:cNvSpPr>
              <p:nvPr/>
            </p:nvSpPr>
            <p:spPr bwMode="auto">
              <a:xfrm>
                <a:off x="1930" y="953"/>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08" name="Oval 511"/>
              <p:cNvSpPr>
                <a:spLocks noChangeArrowheads="1"/>
              </p:cNvSpPr>
              <p:nvPr/>
            </p:nvSpPr>
            <p:spPr bwMode="auto">
              <a:xfrm>
                <a:off x="2764" y="1057"/>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09" name="Oval 512"/>
              <p:cNvSpPr>
                <a:spLocks noChangeArrowheads="1"/>
              </p:cNvSpPr>
              <p:nvPr/>
            </p:nvSpPr>
            <p:spPr bwMode="auto">
              <a:xfrm>
                <a:off x="2645" y="1057"/>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10" name="Oval 513"/>
              <p:cNvSpPr>
                <a:spLocks noChangeArrowheads="1"/>
              </p:cNvSpPr>
              <p:nvPr/>
            </p:nvSpPr>
            <p:spPr bwMode="auto">
              <a:xfrm>
                <a:off x="2526" y="1057"/>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11" name="Oval 514"/>
              <p:cNvSpPr>
                <a:spLocks noChangeArrowheads="1"/>
              </p:cNvSpPr>
              <p:nvPr/>
            </p:nvSpPr>
            <p:spPr bwMode="auto">
              <a:xfrm>
                <a:off x="2407" y="1057"/>
                <a:ext cx="39"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12" name="Oval 515"/>
              <p:cNvSpPr>
                <a:spLocks noChangeArrowheads="1"/>
              </p:cNvSpPr>
              <p:nvPr/>
            </p:nvSpPr>
            <p:spPr bwMode="auto">
              <a:xfrm>
                <a:off x="2287" y="1057"/>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13" name="Oval 516"/>
              <p:cNvSpPr>
                <a:spLocks noChangeArrowheads="1"/>
              </p:cNvSpPr>
              <p:nvPr/>
            </p:nvSpPr>
            <p:spPr bwMode="auto">
              <a:xfrm>
                <a:off x="2168" y="1057"/>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14" name="Oval 517"/>
              <p:cNvSpPr>
                <a:spLocks noChangeArrowheads="1"/>
              </p:cNvSpPr>
              <p:nvPr/>
            </p:nvSpPr>
            <p:spPr bwMode="auto">
              <a:xfrm>
                <a:off x="2049" y="1057"/>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15" name="Oval 518"/>
              <p:cNvSpPr>
                <a:spLocks noChangeArrowheads="1"/>
              </p:cNvSpPr>
              <p:nvPr/>
            </p:nvSpPr>
            <p:spPr bwMode="auto">
              <a:xfrm>
                <a:off x="2645" y="1162"/>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16" name="Oval 519"/>
              <p:cNvSpPr>
                <a:spLocks noChangeArrowheads="1"/>
              </p:cNvSpPr>
              <p:nvPr/>
            </p:nvSpPr>
            <p:spPr bwMode="auto">
              <a:xfrm>
                <a:off x="2526" y="1162"/>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17" name="Oval 520"/>
              <p:cNvSpPr>
                <a:spLocks noChangeArrowheads="1"/>
              </p:cNvSpPr>
              <p:nvPr/>
            </p:nvSpPr>
            <p:spPr bwMode="auto">
              <a:xfrm>
                <a:off x="2407" y="1162"/>
                <a:ext cx="39"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18" name="Oval 521"/>
              <p:cNvSpPr>
                <a:spLocks noChangeArrowheads="1"/>
              </p:cNvSpPr>
              <p:nvPr/>
            </p:nvSpPr>
            <p:spPr bwMode="auto">
              <a:xfrm>
                <a:off x="2287" y="1162"/>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19" name="Oval 522"/>
              <p:cNvSpPr>
                <a:spLocks noChangeArrowheads="1"/>
              </p:cNvSpPr>
              <p:nvPr/>
            </p:nvSpPr>
            <p:spPr bwMode="auto">
              <a:xfrm>
                <a:off x="2168" y="1162"/>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506" name="Group 580"/>
          <p:cNvGrpSpPr/>
          <p:nvPr/>
        </p:nvGrpSpPr>
        <p:grpSpPr bwMode="auto">
          <a:xfrm>
            <a:off x="9528175" y="3106738"/>
            <a:ext cx="1828800" cy="1219200"/>
            <a:chOff x="3840" y="240"/>
            <a:chExt cx="1392" cy="1056"/>
          </a:xfrm>
        </p:grpSpPr>
        <p:grpSp>
          <p:nvGrpSpPr>
            <p:cNvPr id="507" name="Group 581"/>
            <p:cNvGrpSpPr/>
            <p:nvPr/>
          </p:nvGrpSpPr>
          <p:grpSpPr bwMode="auto">
            <a:xfrm>
              <a:off x="3840" y="240"/>
              <a:ext cx="1392" cy="1056"/>
              <a:chOff x="576" y="2016"/>
              <a:chExt cx="1392" cy="1056"/>
            </a:xfrm>
          </p:grpSpPr>
          <p:grpSp>
            <p:nvGrpSpPr>
              <p:cNvPr id="508" name="Group 582"/>
              <p:cNvGrpSpPr/>
              <p:nvPr/>
            </p:nvGrpSpPr>
            <p:grpSpPr bwMode="auto">
              <a:xfrm>
                <a:off x="576" y="2112"/>
                <a:ext cx="1392" cy="864"/>
                <a:chOff x="528" y="2112"/>
                <a:chExt cx="960" cy="864"/>
              </a:xfrm>
            </p:grpSpPr>
            <p:sp>
              <p:nvSpPr>
                <p:cNvPr id="1051520" name="Line 583"/>
                <p:cNvSpPr>
                  <a:spLocks noChangeShapeType="1"/>
                </p:cNvSpPr>
                <p:nvPr/>
              </p:nvSpPr>
              <p:spPr bwMode="auto">
                <a:xfrm>
                  <a:off x="528" y="211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521" name="Line 584"/>
                <p:cNvSpPr>
                  <a:spLocks noChangeShapeType="1"/>
                </p:cNvSpPr>
                <p:nvPr/>
              </p:nvSpPr>
              <p:spPr bwMode="auto">
                <a:xfrm>
                  <a:off x="528" y="2256"/>
                  <a:ext cx="960" cy="0"/>
                </a:xfrm>
                <a:prstGeom prst="line">
                  <a:avLst/>
                </a:prstGeom>
                <a:noFill/>
                <a:ln w="9525">
                  <a:solidFill>
                    <a:schemeClr val="tx1"/>
                  </a:solidFill>
                  <a:miter lim="800000"/>
                  <a:headEnd/>
                  <a:tailEnd/>
                </a:ln>
                <a:effectLst/>
              </p:spPr>
              <p:txBody>
                <a:bodyPr wrap="none"/>
                <a:lstStyle/>
                <a:p>
                  <a:endParaRPr lang="zh-CN" altLang="en-US"/>
                </a:p>
              </p:txBody>
            </p:sp>
            <p:sp>
              <p:nvSpPr>
                <p:cNvPr id="1051522" name="Line 585"/>
                <p:cNvSpPr>
                  <a:spLocks noChangeShapeType="1"/>
                </p:cNvSpPr>
                <p:nvPr/>
              </p:nvSpPr>
              <p:spPr bwMode="auto">
                <a:xfrm>
                  <a:off x="528" y="2544"/>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523" name="Line 586"/>
                <p:cNvSpPr>
                  <a:spLocks noChangeShapeType="1"/>
                </p:cNvSpPr>
                <p:nvPr/>
              </p:nvSpPr>
              <p:spPr bwMode="auto">
                <a:xfrm>
                  <a:off x="528" y="2400"/>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524" name="Line 587"/>
                <p:cNvSpPr>
                  <a:spLocks noChangeShapeType="1"/>
                </p:cNvSpPr>
                <p:nvPr/>
              </p:nvSpPr>
              <p:spPr bwMode="auto">
                <a:xfrm>
                  <a:off x="528" y="2688"/>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525" name="Line 588"/>
                <p:cNvSpPr>
                  <a:spLocks noChangeShapeType="1"/>
                </p:cNvSpPr>
                <p:nvPr/>
              </p:nvSpPr>
              <p:spPr bwMode="auto">
                <a:xfrm>
                  <a:off x="528" y="283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526" name="Line 589"/>
                <p:cNvSpPr>
                  <a:spLocks noChangeShapeType="1"/>
                </p:cNvSpPr>
                <p:nvPr/>
              </p:nvSpPr>
              <p:spPr bwMode="auto">
                <a:xfrm>
                  <a:off x="528" y="2976"/>
                  <a:ext cx="939"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509" name="Group 590"/>
              <p:cNvGrpSpPr/>
              <p:nvPr/>
            </p:nvGrpSpPr>
            <p:grpSpPr bwMode="auto">
              <a:xfrm>
                <a:off x="672" y="2016"/>
                <a:ext cx="1152" cy="1056"/>
                <a:chOff x="672" y="2016"/>
                <a:chExt cx="1152" cy="1056"/>
              </a:xfrm>
            </p:grpSpPr>
            <p:sp>
              <p:nvSpPr>
                <p:cNvPr id="1051527" name="Line 591"/>
                <p:cNvSpPr>
                  <a:spLocks noChangeShapeType="1"/>
                </p:cNvSpPr>
                <p:nvPr/>
              </p:nvSpPr>
              <p:spPr bwMode="auto">
                <a:xfrm>
                  <a:off x="67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528" name="Line 592"/>
                <p:cNvSpPr>
                  <a:spLocks noChangeShapeType="1"/>
                </p:cNvSpPr>
                <p:nvPr/>
              </p:nvSpPr>
              <p:spPr bwMode="auto">
                <a:xfrm>
                  <a:off x="81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529" name="Line 593"/>
                <p:cNvSpPr>
                  <a:spLocks noChangeShapeType="1"/>
                </p:cNvSpPr>
                <p:nvPr/>
              </p:nvSpPr>
              <p:spPr bwMode="auto">
                <a:xfrm>
                  <a:off x="96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530" name="Line 594"/>
                <p:cNvSpPr>
                  <a:spLocks noChangeShapeType="1"/>
                </p:cNvSpPr>
                <p:nvPr/>
              </p:nvSpPr>
              <p:spPr bwMode="auto">
                <a:xfrm>
                  <a:off x="1104"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531" name="Line 595"/>
                <p:cNvSpPr>
                  <a:spLocks noChangeShapeType="1"/>
                </p:cNvSpPr>
                <p:nvPr/>
              </p:nvSpPr>
              <p:spPr bwMode="auto">
                <a:xfrm>
                  <a:off x="1248"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532" name="Line 596"/>
                <p:cNvSpPr>
                  <a:spLocks noChangeShapeType="1"/>
                </p:cNvSpPr>
                <p:nvPr/>
              </p:nvSpPr>
              <p:spPr bwMode="auto">
                <a:xfrm>
                  <a:off x="139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533" name="Line 597"/>
                <p:cNvSpPr>
                  <a:spLocks noChangeShapeType="1"/>
                </p:cNvSpPr>
                <p:nvPr/>
              </p:nvSpPr>
              <p:spPr bwMode="auto">
                <a:xfrm>
                  <a:off x="153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534" name="Line 598"/>
                <p:cNvSpPr>
                  <a:spLocks noChangeShapeType="1"/>
                </p:cNvSpPr>
                <p:nvPr/>
              </p:nvSpPr>
              <p:spPr bwMode="auto">
                <a:xfrm>
                  <a:off x="168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535" name="Line 599"/>
                <p:cNvSpPr>
                  <a:spLocks noChangeShapeType="1"/>
                </p:cNvSpPr>
                <p:nvPr/>
              </p:nvSpPr>
              <p:spPr bwMode="auto">
                <a:xfrm>
                  <a:off x="1824" y="2016"/>
                  <a:ext cx="0" cy="1056"/>
                </a:xfrm>
                <a:prstGeom prst="line">
                  <a:avLst/>
                </a:prstGeom>
                <a:noFill/>
                <a:ln w="9525">
                  <a:solidFill>
                    <a:schemeClr val="tx1"/>
                  </a:solidFill>
                  <a:miter lim="800000"/>
                  <a:headEnd/>
                  <a:tailEnd/>
                </a:ln>
                <a:effectLst/>
              </p:spPr>
              <p:txBody>
                <a:bodyPr wrap="none"/>
                <a:lstStyle/>
                <a:p>
                  <a:endParaRPr lang="zh-CN" altLang="en-US"/>
                </a:p>
              </p:txBody>
            </p:sp>
          </p:grpSp>
        </p:grpSp>
        <p:sp>
          <p:nvSpPr>
            <p:cNvPr id="1051536" name="Oval 600"/>
            <p:cNvSpPr>
              <a:spLocks noChangeArrowheads="1"/>
            </p:cNvSpPr>
            <p:nvPr/>
          </p:nvSpPr>
          <p:spPr bwMode="auto">
            <a:xfrm>
              <a:off x="4486" y="31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37" name="Oval 601"/>
            <p:cNvSpPr>
              <a:spLocks noChangeArrowheads="1"/>
            </p:cNvSpPr>
            <p:nvPr/>
          </p:nvSpPr>
          <p:spPr bwMode="auto">
            <a:xfrm>
              <a:off x="4486" y="45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38" name="Oval 602"/>
            <p:cNvSpPr>
              <a:spLocks noChangeArrowheads="1"/>
            </p:cNvSpPr>
            <p:nvPr/>
          </p:nvSpPr>
          <p:spPr bwMode="auto">
            <a:xfrm>
              <a:off x="4630" y="45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39" name="Oval 603"/>
            <p:cNvSpPr>
              <a:spLocks noChangeArrowheads="1"/>
            </p:cNvSpPr>
            <p:nvPr/>
          </p:nvSpPr>
          <p:spPr bwMode="auto">
            <a:xfrm>
              <a:off x="4342" y="45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40" name="Oval 604"/>
            <p:cNvSpPr>
              <a:spLocks noChangeArrowheads="1"/>
            </p:cNvSpPr>
            <p:nvPr/>
          </p:nvSpPr>
          <p:spPr bwMode="auto">
            <a:xfrm>
              <a:off x="4342" y="60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41" name="Oval 605"/>
            <p:cNvSpPr>
              <a:spLocks noChangeArrowheads="1"/>
            </p:cNvSpPr>
            <p:nvPr/>
          </p:nvSpPr>
          <p:spPr bwMode="auto">
            <a:xfrm>
              <a:off x="4198" y="60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42" name="Oval 606"/>
            <p:cNvSpPr>
              <a:spLocks noChangeArrowheads="1"/>
            </p:cNvSpPr>
            <p:nvPr/>
          </p:nvSpPr>
          <p:spPr bwMode="auto">
            <a:xfrm>
              <a:off x="4486" y="60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43" name="Oval 607"/>
            <p:cNvSpPr>
              <a:spLocks noChangeArrowheads="1"/>
            </p:cNvSpPr>
            <p:nvPr/>
          </p:nvSpPr>
          <p:spPr bwMode="auto">
            <a:xfrm>
              <a:off x="4630" y="60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44" name="Oval 608"/>
            <p:cNvSpPr>
              <a:spLocks noChangeArrowheads="1"/>
            </p:cNvSpPr>
            <p:nvPr/>
          </p:nvSpPr>
          <p:spPr bwMode="auto">
            <a:xfrm>
              <a:off x="4774" y="60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45" name="Oval 609"/>
            <p:cNvSpPr>
              <a:spLocks noChangeArrowheads="1"/>
            </p:cNvSpPr>
            <p:nvPr/>
          </p:nvSpPr>
          <p:spPr bwMode="auto">
            <a:xfrm>
              <a:off x="4918" y="74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46" name="Oval 610"/>
            <p:cNvSpPr>
              <a:spLocks noChangeArrowheads="1"/>
            </p:cNvSpPr>
            <p:nvPr/>
          </p:nvSpPr>
          <p:spPr bwMode="auto">
            <a:xfrm>
              <a:off x="4774" y="74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47" name="Oval 611"/>
            <p:cNvSpPr>
              <a:spLocks noChangeArrowheads="1"/>
            </p:cNvSpPr>
            <p:nvPr/>
          </p:nvSpPr>
          <p:spPr bwMode="auto">
            <a:xfrm>
              <a:off x="4630" y="74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48" name="Oval 612"/>
            <p:cNvSpPr>
              <a:spLocks noChangeArrowheads="1"/>
            </p:cNvSpPr>
            <p:nvPr/>
          </p:nvSpPr>
          <p:spPr bwMode="auto">
            <a:xfrm>
              <a:off x="4486" y="74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49" name="Oval 613"/>
            <p:cNvSpPr>
              <a:spLocks noChangeArrowheads="1"/>
            </p:cNvSpPr>
            <p:nvPr/>
          </p:nvSpPr>
          <p:spPr bwMode="auto">
            <a:xfrm>
              <a:off x="4342" y="74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50" name="Oval 614"/>
            <p:cNvSpPr>
              <a:spLocks noChangeArrowheads="1"/>
            </p:cNvSpPr>
            <p:nvPr/>
          </p:nvSpPr>
          <p:spPr bwMode="auto">
            <a:xfrm>
              <a:off x="4198" y="74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51" name="Oval 615"/>
            <p:cNvSpPr>
              <a:spLocks noChangeArrowheads="1"/>
            </p:cNvSpPr>
            <p:nvPr/>
          </p:nvSpPr>
          <p:spPr bwMode="auto">
            <a:xfrm>
              <a:off x="4054" y="74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52" name="Oval 616"/>
            <p:cNvSpPr>
              <a:spLocks noChangeArrowheads="1"/>
            </p:cNvSpPr>
            <p:nvPr/>
          </p:nvSpPr>
          <p:spPr bwMode="auto">
            <a:xfrm>
              <a:off x="5062" y="89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53" name="Oval 617"/>
            <p:cNvSpPr>
              <a:spLocks noChangeArrowheads="1"/>
            </p:cNvSpPr>
            <p:nvPr/>
          </p:nvSpPr>
          <p:spPr bwMode="auto">
            <a:xfrm>
              <a:off x="4918" y="89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54" name="Oval 618"/>
            <p:cNvSpPr>
              <a:spLocks noChangeArrowheads="1"/>
            </p:cNvSpPr>
            <p:nvPr/>
          </p:nvSpPr>
          <p:spPr bwMode="auto">
            <a:xfrm>
              <a:off x="4774" y="89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55" name="Oval 619"/>
            <p:cNvSpPr>
              <a:spLocks noChangeArrowheads="1"/>
            </p:cNvSpPr>
            <p:nvPr/>
          </p:nvSpPr>
          <p:spPr bwMode="auto">
            <a:xfrm>
              <a:off x="4630" y="89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56" name="Oval 620"/>
            <p:cNvSpPr>
              <a:spLocks noChangeArrowheads="1"/>
            </p:cNvSpPr>
            <p:nvPr/>
          </p:nvSpPr>
          <p:spPr bwMode="auto">
            <a:xfrm>
              <a:off x="4486" y="89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57" name="Oval 621"/>
            <p:cNvSpPr>
              <a:spLocks noChangeArrowheads="1"/>
            </p:cNvSpPr>
            <p:nvPr/>
          </p:nvSpPr>
          <p:spPr bwMode="auto">
            <a:xfrm>
              <a:off x="4342" y="89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58" name="Oval 622"/>
            <p:cNvSpPr>
              <a:spLocks noChangeArrowheads="1"/>
            </p:cNvSpPr>
            <p:nvPr/>
          </p:nvSpPr>
          <p:spPr bwMode="auto">
            <a:xfrm>
              <a:off x="4198" y="89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59" name="Oval 623"/>
            <p:cNvSpPr>
              <a:spLocks noChangeArrowheads="1"/>
            </p:cNvSpPr>
            <p:nvPr/>
          </p:nvSpPr>
          <p:spPr bwMode="auto">
            <a:xfrm>
              <a:off x="4054" y="89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60" name="Oval 624"/>
            <p:cNvSpPr>
              <a:spLocks noChangeArrowheads="1"/>
            </p:cNvSpPr>
            <p:nvPr/>
          </p:nvSpPr>
          <p:spPr bwMode="auto">
            <a:xfrm>
              <a:off x="3910" y="89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61" name="Oval 625"/>
            <p:cNvSpPr>
              <a:spLocks noChangeArrowheads="1"/>
            </p:cNvSpPr>
            <p:nvPr/>
          </p:nvSpPr>
          <p:spPr bwMode="auto">
            <a:xfrm>
              <a:off x="4918" y="103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62" name="Oval 626"/>
            <p:cNvSpPr>
              <a:spLocks noChangeArrowheads="1"/>
            </p:cNvSpPr>
            <p:nvPr/>
          </p:nvSpPr>
          <p:spPr bwMode="auto">
            <a:xfrm>
              <a:off x="4774" y="103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63" name="Oval 627"/>
            <p:cNvSpPr>
              <a:spLocks noChangeArrowheads="1"/>
            </p:cNvSpPr>
            <p:nvPr/>
          </p:nvSpPr>
          <p:spPr bwMode="auto">
            <a:xfrm>
              <a:off x="4630" y="103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64" name="Oval 628"/>
            <p:cNvSpPr>
              <a:spLocks noChangeArrowheads="1"/>
            </p:cNvSpPr>
            <p:nvPr/>
          </p:nvSpPr>
          <p:spPr bwMode="auto">
            <a:xfrm>
              <a:off x="4486" y="103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65" name="Oval 629"/>
            <p:cNvSpPr>
              <a:spLocks noChangeArrowheads="1"/>
            </p:cNvSpPr>
            <p:nvPr/>
          </p:nvSpPr>
          <p:spPr bwMode="auto">
            <a:xfrm>
              <a:off x="4342" y="103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66" name="Oval 630"/>
            <p:cNvSpPr>
              <a:spLocks noChangeArrowheads="1"/>
            </p:cNvSpPr>
            <p:nvPr/>
          </p:nvSpPr>
          <p:spPr bwMode="auto">
            <a:xfrm>
              <a:off x="4198" y="103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67" name="Oval 631"/>
            <p:cNvSpPr>
              <a:spLocks noChangeArrowheads="1"/>
            </p:cNvSpPr>
            <p:nvPr/>
          </p:nvSpPr>
          <p:spPr bwMode="auto">
            <a:xfrm>
              <a:off x="4054" y="103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68" name="Oval 632"/>
            <p:cNvSpPr>
              <a:spLocks noChangeArrowheads="1"/>
            </p:cNvSpPr>
            <p:nvPr/>
          </p:nvSpPr>
          <p:spPr bwMode="auto">
            <a:xfrm>
              <a:off x="4774" y="117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69" name="Oval 633"/>
            <p:cNvSpPr>
              <a:spLocks noChangeArrowheads="1"/>
            </p:cNvSpPr>
            <p:nvPr/>
          </p:nvSpPr>
          <p:spPr bwMode="auto">
            <a:xfrm>
              <a:off x="4630" y="117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70" name="Oval 634"/>
            <p:cNvSpPr>
              <a:spLocks noChangeArrowheads="1"/>
            </p:cNvSpPr>
            <p:nvPr/>
          </p:nvSpPr>
          <p:spPr bwMode="auto">
            <a:xfrm>
              <a:off x="4486" y="117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71" name="Oval 635"/>
            <p:cNvSpPr>
              <a:spLocks noChangeArrowheads="1"/>
            </p:cNvSpPr>
            <p:nvPr/>
          </p:nvSpPr>
          <p:spPr bwMode="auto">
            <a:xfrm>
              <a:off x="4342" y="117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72" name="Oval 636"/>
            <p:cNvSpPr>
              <a:spLocks noChangeArrowheads="1"/>
            </p:cNvSpPr>
            <p:nvPr/>
          </p:nvSpPr>
          <p:spPr bwMode="auto">
            <a:xfrm>
              <a:off x="4198" y="117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510" name="Group 637"/>
          <p:cNvGrpSpPr/>
          <p:nvPr/>
        </p:nvGrpSpPr>
        <p:grpSpPr bwMode="auto">
          <a:xfrm>
            <a:off x="7470775" y="4783138"/>
            <a:ext cx="1828800" cy="1219200"/>
            <a:chOff x="3888" y="3408"/>
            <a:chExt cx="1392" cy="1056"/>
          </a:xfrm>
        </p:grpSpPr>
        <p:grpSp>
          <p:nvGrpSpPr>
            <p:cNvPr id="511" name="Group 638"/>
            <p:cNvGrpSpPr/>
            <p:nvPr/>
          </p:nvGrpSpPr>
          <p:grpSpPr bwMode="auto">
            <a:xfrm>
              <a:off x="3888" y="3408"/>
              <a:ext cx="1392" cy="1056"/>
              <a:chOff x="576" y="2016"/>
              <a:chExt cx="1392" cy="1056"/>
            </a:xfrm>
          </p:grpSpPr>
          <p:grpSp>
            <p:nvGrpSpPr>
              <p:cNvPr id="512" name="Group 639"/>
              <p:cNvGrpSpPr/>
              <p:nvPr/>
            </p:nvGrpSpPr>
            <p:grpSpPr bwMode="auto">
              <a:xfrm>
                <a:off x="576" y="2112"/>
                <a:ext cx="1392" cy="864"/>
                <a:chOff x="528" y="2112"/>
                <a:chExt cx="960" cy="864"/>
              </a:xfrm>
            </p:grpSpPr>
            <p:sp>
              <p:nvSpPr>
                <p:cNvPr id="1051573" name="Line 640"/>
                <p:cNvSpPr>
                  <a:spLocks noChangeShapeType="1"/>
                </p:cNvSpPr>
                <p:nvPr/>
              </p:nvSpPr>
              <p:spPr bwMode="auto">
                <a:xfrm>
                  <a:off x="528" y="211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574" name="Line 641"/>
                <p:cNvSpPr>
                  <a:spLocks noChangeShapeType="1"/>
                </p:cNvSpPr>
                <p:nvPr/>
              </p:nvSpPr>
              <p:spPr bwMode="auto">
                <a:xfrm>
                  <a:off x="528" y="2256"/>
                  <a:ext cx="960" cy="0"/>
                </a:xfrm>
                <a:prstGeom prst="line">
                  <a:avLst/>
                </a:prstGeom>
                <a:noFill/>
                <a:ln w="9525">
                  <a:solidFill>
                    <a:schemeClr val="tx1"/>
                  </a:solidFill>
                  <a:miter lim="800000"/>
                  <a:headEnd/>
                  <a:tailEnd/>
                </a:ln>
                <a:effectLst/>
              </p:spPr>
              <p:txBody>
                <a:bodyPr wrap="none"/>
                <a:lstStyle/>
                <a:p>
                  <a:endParaRPr lang="zh-CN" altLang="en-US"/>
                </a:p>
              </p:txBody>
            </p:sp>
            <p:sp>
              <p:nvSpPr>
                <p:cNvPr id="1051575" name="Line 642"/>
                <p:cNvSpPr>
                  <a:spLocks noChangeShapeType="1"/>
                </p:cNvSpPr>
                <p:nvPr/>
              </p:nvSpPr>
              <p:spPr bwMode="auto">
                <a:xfrm>
                  <a:off x="528" y="2544"/>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576" name="Line 643"/>
                <p:cNvSpPr>
                  <a:spLocks noChangeShapeType="1"/>
                </p:cNvSpPr>
                <p:nvPr/>
              </p:nvSpPr>
              <p:spPr bwMode="auto">
                <a:xfrm>
                  <a:off x="528" y="2400"/>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577" name="Line 644"/>
                <p:cNvSpPr>
                  <a:spLocks noChangeShapeType="1"/>
                </p:cNvSpPr>
                <p:nvPr/>
              </p:nvSpPr>
              <p:spPr bwMode="auto">
                <a:xfrm>
                  <a:off x="528" y="2688"/>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578" name="Line 645"/>
                <p:cNvSpPr>
                  <a:spLocks noChangeShapeType="1"/>
                </p:cNvSpPr>
                <p:nvPr/>
              </p:nvSpPr>
              <p:spPr bwMode="auto">
                <a:xfrm>
                  <a:off x="528" y="283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579" name="Line 646"/>
                <p:cNvSpPr>
                  <a:spLocks noChangeShapeType="1"/>
                </p:cNvSpPr>
                <p:nvPr/>
              </p:nvSpPr>
              <p:spPr bwMode="auto">
                <a:xfrm>
                  <a:off x="528" y="2976"/>
                  <a:ext cx="939"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513" name="Group 647"/>
              <p:cNvGrpSpPr/>
              <p:nvPr/>
            </p:nvGrpSpPr>
            <p:grpSpPr bwMode="auto">
              <a:xfrm>
                <a:off x="672" y="2016"/>
                <a:ext cx="1152" cy="1056"/>
                <a:chOff x="672" y="2016"/>
                <a:chExt cx="1152" cy="1056"/>
              </a:xfrm>
            </p:grpSpPr>
            <p:sp>
              <p:nvSpPr>
                <p:cNvPr id="1051580" name="Line 648"/>
                <p:cNvSpPr>
                  <a:spLocks noChangeShapeType="1"/>
                </p:cNvSpPr>
                <p:nvPr/>
              </p:nvSpPr>
              <p:spPr bwMode="auto">
                <a:xfrm>
                  <a:off x="67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581" name="Line 649"/>
                <p:cNvSpPr>
                  <a:spLocks noChangeShapeType="1"/>
                </p:cNvSpPr>
                <p:nvPr/>
              </p:nvSpPr>
              <p:spPr bwMode="auto">
                <a:xfrm>
                  <a:off x="81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582" name="Line 650"/>
                <p:cNvSpPr>
                  <a:spLocks noChangeShapeType="1"/>
                </p:cNvSpPr>
                <p:nvPr/>
              </p:nvSpPr>
              <p:spPr bwMode="auto">
                <a:xfrm>
                  <a:off x="96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583" name="Line 651"/>
                <p:cNvSpPr>
                  <a:spLocks noChangeShapeType="1"/>
                </p:cNvSpPr>
                <p:nvPr/>
              </p:nvSpPr>
              <p:spPr bwMode="auto">
                <a:xfrm>
                  <a:off x="1104"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584" name="Line 652"/>
                <p:cNvSpPr>
                  <a:spLocks noChangeShapeType="1"/>
                </p:cNvSpPr>
                <p:nvPr/>
              </p:nvSpPr>
              <p:spPr bwMode="auto">
                <a:xfrm>
                  <a:off x="1248"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585" name="Line 653"/>
                <p:cNvSpPr>
                  <a:spLocks noChangeShapeType="1"/>
                </p:cNvSpPr>
                <p:nvPr/>
              </p:nvSpPr>
              <p:spPr bwMode="auto">
                <a:xfrm>
                  <a:off x="139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586" name="Line 654"/>
                <p:cNvSpPr>
                  <a:spLocks noChangeShapeType="1"/>
                </p:cNvSpPr>
                <p:nvPr/>
              </p:nvSpPr>
              <p:spPr bwMode="auto">
                <a:xfrm>
                  <a:off x="153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587" name="Line 655"/>
                <p:cNvSpPr>
                  <a:spLocks noChangeShapeType="1"/>
                </p:cNvSpPr>
                <p:nvPr/>
              </p:nvSpPr>
              <p:spPr bwMode="auto">
                <a:xfrm>
                  <a:off x="168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588" name="Line 656"/>
                <p:cNvSpPr>
                  <a:spLocks noChangeShapeType="1"/>
                </p:cNvSpPr>
                <p:nvPr/>
              </p:nvSpPr>
              <p:spPr bwMode="auto">
                <a:xfrm>
                  <a:off x="1824" y="2016"/>
                  <a:ext cx="0" cy="1056"/>
                </a:xfrm>
                <a:prstGeom prst="line">
                  <a:avLst/>
                </a:prstGeom>
                <a:noFill/>
                <a:ln w="9525">
                  <a:solidFill>
                    <a:schemeClr val="tx1"/>
                  </a:solidFill>
                  <a:miter lim="800000"/>
                  <a:headEnd/>
                  <a:tailEnd/>
                </a:ln>
                <a:effectLst/>
              </p:spPr>
              <p:txBody>
                <a:bodyPr wrap="none"/>
                <a:lstStyle/>
                <a:p>
                  <a:endParaRPr lang="zh-CN" altLang="en-US"/>
                </a:p>
              </p:txBody>
            </p:sp>
          </p:grpSp>
        </p:grpSp>
        <p:sp>
          <p:nvSpPr>
            <p:cNvPr id="1051589" name="Oval 657"/>
            <p:cNvSpPr>
              <a:spLocks noChangeArrowheads="1"/>
            </p:cNvSpPr>
            <p:nvPr/>
          </p:nvSpPr>
          <p:spPr bwMode="auto">
            <a:xfrm>
              <a:off x="4534" y="377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90" name="Oval 658"/>
            <p:cNvSpPr>
              <a:spLocks noChangeArrowheads="1"/>
            </p:cNvSpPr>
            <p:nvPr/>
          </p:nvSpPr>
          <p:spPr bwMode="auto">
            <a:xfrm>
              <a:off x="4822" y="405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91" name="Oval 659"/>
            <p:cNvSpPr>
              <a:spLocks noChangeArrowheads="1"/>
            </p:cNvSpPr>
            <p:nvPr/>
          </p:nvSpPr>
          <p:spPr bwMode="auto">
            <a:xfrm>
              <a:off x="4246" y="405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92" name="Oval 660"/>
            <p:cNvSpPr>
              <a:spLocks noChangeArrowheads="1"/>
            </p:cNvSpPr>
            <p:nvPr/>
          </p:nvSpPr>
          <p:spPr bwMode="auto">
            <a:xfrm>
              <a:off x="4678" y="391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93" name="Oval 661"/>
            <p:cNvSpPr>
              <a:spLocks noChangeArrowheads="1"/>
            </p:cNvSpPr>
            <p:nvPr/>
          </p:nvSpPr>
          <p:spPr bwMode="auto">
            <a:xfrm>
              <a:off x="4534" y="391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94" name="Oval 662"/>
            <p:cNvSpPr>
              <a:spLocks noChangeArrowheads="1"/>
            </p:cNvSpPr>
            <p:nvPr/>
          </p:nvSpPr>
          <p:spPr bwMode="auto">
            <a:xfrm>
              <a:off x="4390" y="391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95" name="Oval 663"/>
            <p:cNvSpPr>
              <a:spLocks noChangeArrowheads="1"/>
            </p:cNvSpPr>
            <p:nvPr/>
          </p:nvSpPr>
          <p:spPr bwMode="auto">
            <a:xfrm>
              <a:off x="4678" y="405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96" name="Oval 664"/>
            <p:cNvSpPr>
              <a:spLocks noChangeArrowheads="1"/>
            </p:cNvSpPr>
            <p:nvPr/>
          </p:nvSpPr>
          <p:spPr bwMode="auto">
            <a:xfrm>
              <a:off x="4534" y="405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97" name="Oval 665"/>
            <p:cNvSpPr>
              <a:spLocks noChangeArrowheads="1"/>
            </p:cNvSpPr>
            <p:nvPr/>
          </p:nvSpPr>
          <p:spPr bwMode="auto">
            <a:xfrm>
              <a:off x="4390" y="405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98" name="Oval 666"/>
            <p:cNvSpPr>
              <a:spLocks noChangeArrowheads="1"/>
            </p:cNvSpPr>
            <p:nvPr/>
          </p:nvSpPr>
          <p:spPr bwMode="auto">
            <a:xfrm>
              <a:off x="4678" y="420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599" name="Oval 667"/>
            <p:cNvSpPr>
              <a:spLocks noChangeArrowheads="1"/>
            </p:cNvSpPr>
            <p:nvPr/>
          </p:nvSpPr>
          <p:spPr bwMode="auto">
            <a:xfrm>
              <a:off x="4534" y="420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00" name="Oval 668"/>
            <p:cNvSpPr>
              <a:spLocks noChangeArrowheads="1"/>
            </p:cNvSpPr>
            <p:nvPr/>
          </p:nvSpPr>
          <p:spPr bwMode="auto">
            <a:xfrm>
              <a:off x="4390" y="420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01" name="Oval 669"/>
            <p:cNvSpPr>
              <a:spLocks noChangeArrowheads="1"/>
            </p:cNvSpPr>
            <p:nvPr/>
          </p:nvSpPr>
          <p:spPr bwMode="auto">
            <a:xfrm>
              <a:off x="4534" y="348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02" name="Oval 670"/>
            <p:cNvSpPr>
              <a:spLocks noChangeArrowheads="1"/>
            </p:cNvSpPr>
            <p:nvPr/>
          </p:nvSpPr>
          <p:spPr bwMode="auto">
            <a:xfrm>
              <a:off x="4534"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03" name="Oval 671"/>
            <p:cNvSpPr>
              <a:spLocks noChangeArrowheads="1"/>
            </p:cNvSpPr>
            <p:nvPr/>
          </p:nvSpPr>
          <p:spPr bwMode="auto">
            <a:xfrm>
              <a:off x="4678"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04" name="Oval 672"/>
            <p:cNvSpPr>
              <a:spLocks noChangeArrowheads="1"/>
            </p:cNvSpPr>
            <p:nvPr/>
          </p:nvSpPr>
          <p:spPr bwMode="auto">
            <a:xfrm>
              <a:off x="4390"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05" name="Oval 673"/>
            <p:cNvSpPr>
              <a:spLocks noChangeArrowheads="1"/>
            </p:cNvSpPr>
            <p:nvPr/>
          </p:nvSpPr>
          <p:spPr bwMode="auto">
            <a:xfrm>
              <a:off x="4390" y="377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06" name="Oval 674"/>
            <p:cNvSpPr>
              <a:spLocks noChangeArrowheads="1"/>
            </p:cNvSpPr>
            <p:nvPr/>
          </p:nvSpPr>
          <p:spPr bwMode="auto">
            <a:xfrm>
              <a:off x="4246" y="377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07" name="Oval 675"/>
            <p:cNvSpPr>
              <a:spLocks noChangeArrowheads="1"/>
            </p:cNvSpPr>
            <p:nvPr/>
          </p:nvSpPr>
          <p:spPr bwMode="auto">
            <a:xfrm>
              <a:off x="4678" y="377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08" name="Oval 676"/>
            <p:cNvSpPr>
              <a:spLocks noChangeArrowheads="1"/>
            </p:cNvSpPr>
            <p:nvPr/>
          </p:nvSpPr>
          <p:spPr bwMode="auto">
            <a:xfrm>
              <a:off x="4822" y="377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09" name="Oval 677"/>
            <p:cNvSpPr>
              <a:spLocks noChangeArrowheads="1"/>
            </p:cNvSpPr>
            <p:nvPr/>
          </p:nvSpPr>
          <p:spPr bwMode="auto">
            <a:xfrm>
              <a:off x="4966" y="391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10" name="Oval 678"/>
            <p:cNvSpPr>
              <a:spLocks noChangeArrowheads="1"/>
            </p:cNvSpPr>
            <p:nvPr/>
          </p:nvSpPr>
          <p:spPr bwMode="auto">
            <a:xfrm>
              <a:off x="4822" y="391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11" name="Oval 679"/>
            <p:cNvSpPr>
              <a:spLocks noChangeArrowheads="1"/>
            </p:cNvSpPr>
            <p:nvPr/>
          </p:nvSpPr>
          <p:spPr bwMode="auto">
            <a:xfrm>
              <a:off x="4246" y="391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12" name="Oval 680"/>
            <p:cNvSpPr>
              <a:spLocks noChangeArrowheads="1"/>
            </p:cNvSpPr>
            <p:nvPr/>
          </p:nvSpPr>
          <p:spPr bwMode="auto">
            <a:xfrm>
              <a:off x="4102" y="391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13" name="Oval 681"/>
            <p:cNvSpPr>
              <a:spLocks noChangeArrowheads="1"/>
            </p:cNvSpPr>
            <p:nvPr/>
          </p:nvSpPr>
          <p:spPr bwMode="auto">
            <a:xfrm>
              <a:off x="5110" y="405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14" name="Oval 682"/>
            <p:cNvSpPr>
              <a:spLocks noChangeArrowheads="1"/>
            </p:cNvSpPr>
            <p:nvPr/>
          </p:nvSpPr>
          <p:spPr bwMode="auto">
            <a:xfrm>
              <a:off x="4966" y="405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15" name="Oval 683"/>
            <p:cNvSpPr>
              <a:spLocks noChangeArrowheads="1"/>
            </p:cNvSpPr>
            <p:nvPr/>
          </p:nvSpPr>
          <p:spPr bwMode="auto">
            <a:xfrm>
              <a:off x="4102" y="405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16" name="Oval 684"/>
            <p:cNvSpPr>
              <a:spLocks noChangeArrowheads="1"/>
            </p:cNvSpPr>
            <p:nvPr/>
          </p:nvSpPr>
          <p:spPr bwMode="auto">
            <a:xfrm>
              <a:off x="3958" y="405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17" name="Oval 685"/>
            <p:cNvSpPr>
              <a:spLocks noChangeArrowheads="1"/>
            </p:cNvSpPr>
            <p:nvPr/>
          </p:nvSpPr>
          <p:spPr bwMode="auto">
            <a:xfrm>
              <a:off x="4966" y="420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18" name="Oval 686"/>
            <p:cNvSpPr>
              <a:spLocks noChangeArrowheads="1"/>
            </p:cNvSpPr>
            <p:nvPr/>
          </p:nvSpPr>
          <p:spPr bwMode="auto">
            <a:xfrm>
              <a:off x="4822" y="420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19" name="Oval 687"/>
            <p:cNvSpPr>
              <a:spLocks noChangeArrowheads="1"/>
            </p:cNvSpPr>
            <p:nvPr/>
          </p:nvSpPr>
          <p:spPr bwMode="auto">
            <a:xfrm>
              <a:off x="4246" y="420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20" name="Oval 688"/>
            <p:cNvSpPr>
              <a:spLocks noChangeArrowheads="1"/>
            </p:cNvSpPr>
            <p:nvPr/>
          </p:nvSpPr>
          <p:spPr bwMode="auto">
            <a:xfrm>
              <a:off x="4102" y="420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21" name="Oval 689"/>
            <p:cNvSpPr>
              <a:spLocks noChangeArrowheads="1"/>
            </p:cNvSpPr>
            <p:nvPr/>
          </p:nvSpPr>
          <p:spPr bwMode="auto">
            <a:xfrm>
              <a:off x="4822" y="434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22" name="Oval 690"/>
            <p:cNvSpPr>
              <a:spLocks noChangeArrowheads="1"/>
            </p:cNvSpPr>
            <p:nvPr/>
          </p:nvSpPr>
          <p:spPr bwMode="auto">
            <a:xfrm>
              <a:off x="4678" y="434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23" name="Oval 691"/>
            <p:cNvSpPr>
              <a:spLocks noChangeArrowheads="1"/>
            </p:cNvSpPr>
            <p:nvPr/>
          </p:nvSpPr>
          <p:spPr bwMode="auto">
            <a:xfrm>
              <a:off x="4534" y="434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24" name="Oval 692"/>
            <p:cNvSpPr>
              <a:spLocks noChangeArrowheads="1"/>
            </p:cNvSpPr>
            <p:nvPr/>
          </p:nvSpPr>
          <p:spPr bwMode="auto">
            <a:xfrm>
              <a:off x="4390" y="434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25" name="Oval 693"/>
            <p:cNvSpPr>
              <a:spLocks noChangeArrowheads="1"/>
            </p:cNvSpPr>
            <p:nvPr/>
          </p:nvSpPr>
          <p:spPr bwMode="auto">
            <a:xfrm>
              <a:off x="4246" y="434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1626" name="Text Box 694"/>
          <p:cNvSpPr txBox="1">
            <a:spLocks noChangeArrowheads="1"/>
          </p:cNvSpPr>
          <p:nvPr/>
        </p:nvSpPr>
        <p:spPr bwMode="auto">
          <a:xfrm>
            <a:off x="5489575" y="2573338"/>
            <a:ext cx="5336451" cy="39624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dirty="0">
                <a:latin typeface="Times New Roman" panose="02020603050405020304" pitchFamily="18" charset="0"/>
                <a:cs typeface="Times New Roman" panose="02020603050405020304" pitchFamily="18" charset="0"/>
              </a:rPr>
              <a:t>n</a:t>
            </a:r>
            <a:r>
              <a:rPr lang="en-US" altLang="zh-CN" sz="2000" dirty="0">
                <a:latin typeface="Times New Roman" panose="02020603050405020304" pitchFamily="18" charset="0"/>
                <a:cs typeface="Times New Roman" panose="02020603050405020304" pitchFamily="18" charset="0"/>
              </a:rPr>
              <a:t>=0                              </a:t>
            </a:r>
            <a:r>
              <a:rPr lang="en-US" altLang="zh-CN" sz="2000" i="1" dirty="0">
                <a:latin typeface="Times New Roman" panose="02020603050405020304" pitchFamily="18" charset="0"/>
                <a:cs typeface="Times New Roman" panose="02020603050405020304" pitchFamily="18" charset="0"/>
              </a:rPr>
              <a:t>n</a:t>
            </a:r>
            <a:r>
              <a:rPr lang="en-US" altLang="zh-CN" sz="2000" dirty="0">
                <a:latin typeface="Times New Roman" panose="02020603050405020304" pitchFamily="18" charset="0"/>
                <a:cs typeface="Times New Roman" panose="02020603050405020304" pitchFamily="18" charset="0"/>
              </a:rPr>
              <a:t>=1                               </a:t>
            </a:r>
            <a:r>
              <a:rPr lang="en-US" altLang="zh-CN" sz="2000" i="1" dirty="0">
                <a:latin typeface="Times New Roman" panose="02020603050405020304" pitchFamily="18" charset="0"/>
                <a:cs typeface="Times New Roman" panose="02020603050405020304" pitchFamily="18" charset="0"/>
              </a:rPr>
              <a:t>n</a:t>
            </a:r>
            <a:r>
              <a:rPr lang="en-US" altLang="zh-CN" sz="2000" dirty="0">
                <a:latin typeface="Times New Roman" panose="02020603050405020304" pitchFamily="18" charset="0"/>
                <a:cs typeface="Times New Roman" panose="02020603050405020304" pitchFamily="18" charset="0"/>
              </a:rPr>
              <a:t>=2</a:t>
            </a:r>
          </a:p>
        </p:txBody>
      </p:sp>
      <p:sp>
        <p:nvSpPr>
          <p:cNvPr id="1051627" name="Text Box 703"/>
          <p:cNvSpPr txBox="1">
            <a:spLocks noChangeArrowheads="1"/>
          </p:cNvSpPr>
          <p:nvPr/>
        </p:nvSpPr>
        <p:spPr bwMode="auto">
          <a:xfrm>
            <a:off x="895350" y="3976688"/>
            <a:ext cx="1108075" cy="369887"/>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黑体" panose="02010609060101010101" pitchFamily="49" charset="-122"/>
                <a:ea typeface="黑体" panose="02010609060101010101" pitchFamily="49" charset="-122"/>
              </a:rPr>
              <a:t>输入图像</a:t>
            </a:r>
          </a:p>
        </p:txBody>
      </p:sp>
      <p:sp>
        <p:nvSpPr>
          <p:cNvPr id="1051628" name="Text Box 706"/>
          <p:cNvSpPr txBox="1">
            <a:spLocks noChangeArrowheads="1"/>
          </p:cNvSpPr>
          <p:nvPr/>
        </p:nvSpPr>
        <p:spPr bwMode="auto">
          <a:xfrm>
            <a:off x="5794375" y="5087938"/>
            <a:ext cx="1108075" cy="369887"/>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黑体" panose="02010609060101010101" pitchFamily="49" charset="-122"/>
                <a:ea typeface="黑体" panose="02010609060101010101" pitchFamily="49" charset="-122"/>
              </a:rPr>
              <a:t>最终骨架</a:t>
            </a:r>
          </a:p>
        </p:txBody>
      </p:sp>
      <p:sp>
        <p:nvSpPr>
          <p:cNvPr id="1051629"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4.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骨架化</a:t>
            </a:r>
          </a:p>
        </p:txBody>
      </p:sp>
      <mc:AlternateContent xmlns:mc="http://schemas.openxmlformats.org/markup-compatibility/2006" xmlns:p14="http://schemas.microsoft.com/office/powerpoint/2010/main">
        <mc:Choice Requires="p14">
          <p:contentPart p14:bwMode="auto" r:id="rId2">
            <p14:nvContentPartPr>
              <p14:cNvPr id="1053654" name="墨迹 1053653"/>
              <p14:cNvContentPartPr/>
              <p14:nvPr/>
            </p14:nvContentPartPr>
            <p14:xfrm>
              <a:off x="2244394" y="2470457"/>
              <a:ext cx="75561" cy="31243"/>
            </p14:xfrm>
          </p:contentPart>
        </mc:Choice>
        <mc:Fallback xmlns="">
          <p:sp>
            <p:nvSpPr>
              <p:cNvPr id="1053654" name=""/>
              <p:cNvSpPr/>
              <p:nvPr/>
            </p:nvSpPr>
            <p:spPr>
              <a:xfrm>
                <a:off x="2244394" y="2470457"/>
                <a:ext cx="75561" cy="31243"/>
              </a:xfrm>
            </p:spPr>
          </p:sp>
        </mc:Fallback>
      </mc:AlternateContent>
      <mc:AlternateContent xmlns:mc="http://schemas.openxmlformats.org/markup-compatibility/2006" xmlns:p14="http://schemas.microsoft.com/office/powerpoint/2010/main">
        <mc:Choice Requires="p14">
          <p:contentPart p14:bwMode="auto" r:id="rId3">
            <p14:nvContentPartPr>
              <p14:cNvPr id="1053655" name="墨迹 1053654"/>
              <p14:cNvContentPartPr/>
              <p14:nvPr/>
            </p14:nvContentPartPr>
            <p14:xfrm>
              <a:off x="2220294" y="2567934"/>
              <a:ext cx="337167" cy="327527"/>
            </p14:xfrm>
          </p:contentPart>
        </mc:Choice>
        <mc:Fallback xmlns="">
          <p:sp>
            <p:nvSpPr>
              <p:cNvPr id="1053655" name=""/>
              <p:cNvSpPr/>
              <p:nvPr/>
            </p:nvSpPr>
            <p:spPr>
              <a:xfrm>
                <a:off x="2220294" y="2567934"/>
                <a:ext cx="337167" cy="327527"/>
              </a:xfrm>
            </p:spPr>
          </p:sp>
        </mc:Fallback>
      </mc:AlternateContent>
      <mc:AlternateContent xmlns:mc="http://schemas.openxmlformats.org/markup-compatibility/2006" xmlns:p14="http://schemas.microsoft.com/office/powerpoint/2010/main">
        <mc:Choice Requires="p14">
          <p:contentPart p14:bwMode="auto" r:id="rId4">
            <p14:nvContentPartPr>
              <p14:cNvPr id="1053656" name="墨迹 1053655"/>
              <p14:cNvContentPartPr/>
              <p14:nvPr/>
            </p14:nvContentPartPr>
            <p14:xfrm>
              <a:off x="2383784" y="2575691"/>
              <a:ext cx="239332" cy="181964"/>
            </p14:xfrm>
          </p:contentPart>
        </mc:Choice>
        <mc:Fallback xmlns="">
          <p:sp>
            <p:nvSpPr>
              <p:cNvPr id="1053656" name=""/>
              <p:cNvSpPr/>
              <p:nvPr/>
            </p:nvSpPr>
            <p:spPr>
              <a:xfrm>
                <a:off x="2383784" y="2575691"/>
                <a:ext cx="239332" cy="181964"/>
              </a:xfrm>
            </p:spPr>
          </p:sp>
        </mc:Fallback>
      </mc:AlternateContent>
      <mc:AlternateContent xmlns:mc="http://schemas.openxmlformats.org/markup-compatibility/2006" xmlns:p14="http://schemas.microsoft.com/office/powerpoint/2010/main">
        <mc:Choice Requires="p14">
          <p:contentPart p14:bwMode="auto" r:id="rId5">
            <p14:nvContentPartPr>
              <p14:cNvPr id="1053657" name="墨迹 1053656"/>
              <p14:cNvContentPartPr/>
              <p14:nvPr/>
            </p14:nvContentPartPr>
            <p14:xfrm>
              <a:off x="2358423" y="2509152"/>
              <a:ext cx="125046" cy="274528"/>
            </p14:xfrm>
          </p:contentPart>
        </mc:Choice>
        <mc:Fallback xmlns="">
          <p:sp>
            <p:nvSpPr>
              <p:cNvPr id="1053657" name=""/>
              <p:cNvSpPr/>
              <p:nvPr/>
            </p:nvSpPr>
            <p:spPr>
              <a:xfrm>
                <a:off x="2358423" y="2509152"/>
                <a:ext cx="125046" cy="274528"/>
              </a:xfrm>
            </p:spPr>
          </p:sp>
        </mc:Fallback>
      </mc:AlternateContent>
      <mc:AlternateContent xmlns:mc="http://schemas.openxmlformats.org/markup-compatibility/2006" xmlns:p14="http://schemas.microsoft.com/office/powerpoint/2010/main">
        <mc:Choice Requires="p14">
          <p:contentPart p14:bwMode="auto" r:id="rId6">
            <p14:nvContentPartPr>
              <p14:cNvPr id="1053658" name="墨迹 1053657"/>
              <p14:cNvContentPartPr/>
              <p14:nvPr/>
            </p14:nvContentPartPr>
            <p14:xfrm>
              <a:off x="2810403" y="2510808"/>
              <a:ext cx="221024" cy="27321"/>
            </p14:xfrm>
          </p:contentPart>
        </mc:Choice>
        <mc:Fallback xmlns="">
          <p:sp>
            <p:nvSpPr>
              <p:cNvPr id="1053658" name=""/>
              <p:cNvSpPr/>
              <p:nvPr/>
            </p:nvSpPr>
            <p:spPr>
              <a:xfrm>
                <a:off x="2810403" y="2510808"/>
                <a:ext cx="221024" cy="27321"/>
              </a:xfrm>
            </p:spPr>
          </p:sp>
        </mc:Fallback>
      </mc:AlternateContent>
      <mc:AlternateContent xmlns:mc="http://schemas.openxmlformats.org/markup-compatibility/2006" xmlns:p14="http://schemas.microsoft.com/office/powerpoint/2010/main">
        <mc:Choice Requires="p14">
          <p:contentPart p14:bwMode="auto" r:id="rId7">
            <p14:nvContentPartPr>
              <p14:cNvPr id="1053659" name="墨迹 1053658"/>
              <p14:cNvContentPartPr/>
              <p14:nvPr/>
            </p14:nvContentPartPr>
            <p14:xfrm>
              <a:off x="2827821" y="2379171"/>
              <a:ext cx="126299" cy="576764"/>
            </p14:xfrm>
          </p:contentPart>
        </mc:Choice>
        <mc:Fallback xmlns="">
          <p:sp>
            <p:nvSpPr>
              <p:cNvPr id="1053659" name=""/>
              <p:cNvSpPr/>
              <p:nvPr/>
            </p:nvSpPr>
            <p:spPr>
              <a:xfrm>
                <a:off x="2827821" y="2379171"/>
                <a:ext cx="126299" cy="576764"/>
              </a:xfrm>
            </p:spPr>
          </p:sp>
        </mc:Fallback>
      </mc:AlternateContent>
      <mc:AlternateContent xmlns:mc="http://schemas.openxmlformats.org/markup-compatibility/2006" xmlns:p14="http://schemas.microsoft.com/office/powerpoint/2010/main">
        <mc:Choice Requires="p14">
          <p:contentPart p14:bwMode="auto" r:id="rId8">
            <p14:nvContentPartPr>
              <p14:cNvPr id="1053660" name="墨迹 1053659"/>
              <p14:cNvContentPartPr/>
              <p14:nvPr/>
            </p14:nvContentPartPr>
            <p14:xfrm>
              <a:off x="2697245" y="2565450"/>
              <a:ext cx="196792" cy="305781"/>
            </p14:xfrm>
          </p:contentPart>
        </mc:Choice>
        <mc:Fallback xmlns="">
          <p:sp>
            <p:nvSpPr>
              <p:cNvPr id="1053660" name=""/>
              <p:cNvSpPr/>
              <p:nvPr/>
            </p:nvSpPr>
            <p:spPr>
              <a:xfrm>
                <a:off x="2697245" y="2565450"/>
                <a:ext cx="196792" cy="305781"/>
              </a:xfrm>
            </p:spPr>
          </p:sp>
        </mc:Fallback>
      </mc:AlternateContent>
      <mc:AlternateContent xmlns:mc="http://schemas.openxmlformats.org/markup-compatibility/2006" xmlns:p14="http://schemas.microsoft.com/office/powerpoint/2010/main">
        <mc:Choice Requires="p14">
          <p:contentPart p14:bwMode="auto" r:id="rId9">
            <p14:nvContentPartPr>
              <p14:cNvPr id="1053661" name="墨迹 1053660"/>
              <p14:cNvContentPartPr/>
              <p14:nvPr/>
            </p14:nvContentPartPr>
            <p14:xfrm>
              <a:off x="2968378" y="2610985"/>
              <a:ext cx="29730" cy="113693"/>
            </p14:xfrm>
          </p:contentPart>
        </mc:Choice>
        <mc:Fallback xmlns="">
          <p:sp>
            <p:nvSpPr>
              <p:cNvPr id="1053661" name=""/>
              <p:cNvSpPr/>
              <p:nvPr/>
            </p:nvSpPr>
            <p:spPr>
              <a:xfrm>
                <a:off x="2968378" y="2610985"/>
                <a:ext cx="29730" cy="113693"/>
              </a:xfrm>
            </p:spPr>
          </p:sp>
        </mc:Fallback>
      </mc:AlternateContent>
      <mc:AlternateContent xmlns:mc="http://schemas.openxmlformats.org/markup-compatibility/2006" xmlns:p14="http://schemas.microsoft.com/office/powerpoint/2010/main">
        <mc:Choice Requires="p14">
          <p:contentPart p14:bwMode="auto" r:id="rId10">
            <p14:nvContentPartPr>
              <p14:cNvPr id="1053662" name="墨迹 1053661"/>
              <p14:cNvContentPartPr/>
              <p14:nvPr/>
            </p14:nvContentPartPr>
            <p14:xfrm>
              <a:off x="3040496" y="2404836"/>
              <a:ext cx="36860" cy="484272"/>
            </p14:xfrm>
          </p:contentPart>
        </mc:Choice>
        <mc:Fallback xmlns="">
          <p:sp>
            <p:nvSpPr>
              <p:cNvPr id="1053662" name=""/>
              <p:cNvSpPr/>
              <p:nvPr/>
            </p:nvSpPr>
            <p:spPr>
              <a:xfrm>
                <a:off x="3040496" y="2404836"/>
                <a:ext cx="36860" cy="484272"/>
              </a:xfrm>
            </p:spPr>
          </p:sp>
        </mc:Fallback>
      </mc:AlternateContent>
      <mc:AlternateContent xmlns:mc="http://schemas.openxmlformats.org/markup-compatibility/2006" xmlns:p14="http://schemas.microsoft.com/office/powerpoint/2010/main">
        <mc:Choice Requires="p14">
          <p:contentPart p14:bwMode="auto" r:id="rId11">
            <p14:nvContentPartPr>
              <p14:cNvPr id="1053663" name="墨迹 1053662"/>
              <p14:cNvContentPartPr/>
              <p14:nvPr/>
            </p14:nvContentPartPr>
            <p14:xfrm>
              <a:off x="3092562" y="2392901"/>
              <a:ext cx="187768" cy="539809"/>
            </p14:xfrm>
          </p:contentPart>
        </mc:Choice>
        <mc:Fallback xmlns="">
          <p:sp>
            <p:nvSpPr>
              <p:cNvPr id="1053663" name=""/>
              <p:cNvSpPr/>
              <p:nvPr/>
            </p:nvSpPr>
            <p:spPr>
              <a:xfrm>
                <a:off x="3092562" y="2392901"/>
                <a:ext cx="187768" cy="539809"/>
              </a:xfrm>
            </p:spPr>
          </p:sp>
        </mc:Fallback>
      </mc:AlternateContent>
      <mc:AlternateContent xmlns:mc="http://schemas.openxmlformats.org/markup-compatibility/2006" xmlns:p14="http://schemas.microsoft.com/office/powerpoint/2010/main">
        <mc:Choice Requires="p14">
          <p:contentPart p14:bwMode="auto" r:id="rId12">
            <p14:nvContentPartPr>
              <p14:cNvPr id="1053664" name="墨迹 1053663"/>
              <p14:cNvContentPartPr/>
              <p14:nvPr/>
            </p14:nvContentPartPr>
            <p14:xfrm>
              <a:off x="3085913" y="2589200"/>
              <a:ext cx="167657" cy="326341"/>
            </p14:xfrm>
          </p:contentPart>
        </mc:Choice>
        <mc:Fallback xmlns="">
          <p:sp>
            <p:nvSpPr>
              <p:cNvPr id="1053664" name=""/>
              <p:cNvSpPr/>
              <p:nvPr/>
            </p:nvSpPr>
            <p:spPr>
              <a:xfrm>
                <a:off x="3085913" y="2589200"/>
                <a:ext cx="167657" cy="326341"/>
              </a:xfrm>
            </p:spPr>
          </p:sp>
        </mc:Fallback>
      </mc:AlternateContent>
      <mc:AlternateContent xmlns:mc="http://schemas.openxmlformats.org/markup-compatibility/2006" xmlns:p14="http://schemas.microsoft.com/office/powerpoint/2010/main">
        <mc:Choice Requires="p14">
          <p:contentPart p14:bwMode="auto" r:id="rId13">
            <p14:nvContentPartPr>
              <p14:cNvPr id="1053665" name="墨迹 1053664"/>
              <p14:cNvContentPartPr/>
              <p14:nvPr/>
            </p14:nvContentPartPr>
            <p14:xfrm>
              <a:off x="3297846" y="2615842"/>
              <a:ext cx="261287" cy="58064"/>
            </p14:xfrm>
          </p:contentPart>
        </mc:Choice>
        <mc:Fallback xmlns="">
          <p:sp>
            <p:nvSpPr>
              <p:cNvPr id="1053665" name=""/>
              <p:cNvSpPr/>
              <p:nvPr/>
            </p:nvSpPr>
            <p:spPr>
              <a:xfrm>
                <a:off x="3297846" y="2615842"/>
                <a:ext cx="261287" cy="58064"/>
              </a:xfrm>
            </p:spPr>
          </p:sp>
        </mc:Fallback>
      </mc:AlternateContent>
      <mc:AlternateContent xmlns:mc="http://schemas.openxmlformats.org/markup-compatibility/2006" xmlns:p14="http://schemas.microsoft.com/office/powerpoint/2010/main">
        <mc:Choice Requires="p14">
          <p:contentPart p14:bwMode="auto" r:id="rId14">
            <p14:nvContentPartPr>
              <p14:cNvPr id="1053666" name="墨迹 1053665"/>
              <p14:cNvContentPartPr/>
              <p14:nvPr/>
            </p14:nvContentPartPr>
            <p14:xfrm>
              <a:off x="3401110" y="2490110"/>
              <a:ext cx="69073" cy="400669"/>
            </p14:xfrm>
          </p:contentPart>
        </mc:Choice>
        <mc:Fallback xmlns="">
          <p:sp>
            <p:nvSpPr>
              <p:cNvPr id="1053666" name=""/>
              <p:cNvSpPr/>
              <p:nvPr/>
            </p:nvSpPr>
            <p:spPr>
              <a:xfrm>
                <a:off x="3401110" y="2490110"/>
                <a:ext cx="69073" cy="400669"/>
              </a:xfrm>
            </p:spPr>
          </p:sp>
        </mc:Fallback>
      </mc:AlternateContent>
      <mc:AlternateContent xmlns:mc="http://schemas.openxmlformats.org/markup-compatibility/2006" xmlns:p14="http://schemas.microsoft.com/office/powerpoint/2010/main">
        <mc:Choice Requires="p14">
          <p:contentPart p14:bwMode="auto" r:id="rId15">
            <p14:nvContentPartPr>
              <p14:cNvPr id="1053667" name="墨迹 1053666"/>
              <p14:cNvContentPartPr/>
              <p14:nvPr/>
            </p14:nvContentPartPr>
            <p14:xfrm>
              <a:off x="3485364" y="2527391"/>
              <a:ext cx="220154" cy="386861"/>
            </p14:xfrm>
          </p:contentPart>
        </mc:Choice>
        <mc:Fallback xmlns="">
          <p:sp>
            <p:nvSpPr>
              <p:cNvPr id="1053667" name=""/>
              <p:cNvSpPr/>
              <p:nvPr/>
            </p:nvSpPr>
            <p:spPr>
              <a:xfrm>
                <a:off x="3485364" y="2527391"/>
                <a:ext cx="220154" cy="386861"/>
              </a:xfrm>
            </p:spPr>
          </p:sp>
        </mc:Fallback>
      </mc:AlternateContent>
      <mc:AlternateContent xmlns:mc="http://schemas.openxmlformats.org/markup-compatibility/2006" xmlns:p14="http://schemas.microsoft.com/office/powerpoint/2010/main">
        <mc:Choice Requires="p14">
          <p:contentPart p14:bwMode="auto" r:id="rId16">
            <p14:nvContentPartPr>
              <p14:cNvPr id="1053668" name="墨迹 1053667"/>
              <p14:cNvContentPartPr/>
              <p14:nvPr/>
            </p14:nvContentPartPr>
            <p14:xfrm>
              <a:off x="3935422" y="2356254"/>
              <a:ext cx="215661" cy="439311"/>
            </p14:xfrm>
          </p:contentPart>
        </mc:Choice>
        <mc:Fallback xmlns="">
          <p:sp>
            <p:nvSpPr>
              <p:cNvPr id="1053668" name=""/>
              <p:cNvSpPr/>
              <p:nvPr/>
            </p:nvSpPr>
            <p:spPr>
              <a:xfrm>
                <a:off x="3935422" y="2356254"/>
                <a:ext cx="215661" cy="439311"/>
              </a:xfrm>
            </p:spPr>
          </p:sp>
        </mc:Fallback>
      </mc:AlternateContent>
      <mc:AlternateContent xmlns:mc="http://schemas.openxmlformats.org/markup-compatibility/2006" xmlns:p14="http://schemas.microsoft.com/office/powerpoint/2010/main">
        <mc:Choice Requires="p14">
          <p:contentPart p14:bwMode="auto" r:id="rId17">
            <p14:nvContentPartPr>
              <p14:cNvPr id="1053669" name="墨迹 1053668"/>
              <p14:cNvContentPartPr/>
              <p14:nvPr/>
            </p14:nvContentPartPr>
            <p14:xfrm>
              <a:off x="3974523" y="2471864"/>
              <a:ext cx="208702" cy="324150"/>
            </p14:xfrm>
          </p:contentPart>
        </mc:Choice>
        <mc:Fallback xmlns="">
          <p:sp>
            <p:nvSpPr>
              <p:cNvPr id="1053669" name=""/>
              <p:cNvSpPr/>
              <p:nvPr/>
            </p:nvSpPr>
            <p:spPr>
              <a:xfrm>
                <a:off x="3974523" y="2471864"/>
                <a:ext cx="208702" cy="324150"/>
              </a:xfrm>
            </p:spPr>
          </p:sp>
        </mc:Fallback>
      </mc:AlternateContent>
      <mc:AlternateContent xmlns:mc="http://schemas.openxmlformats.org/markup-compatibility/2006" xmlns:p14="http://schemas.microsoft.com/office/powerpoint/2010/main">
        <mc:Choice Requires="p14">
          <p:contentPart p14:bwMode="auto" r:id="rId18">
            <p14:nvContentPartPr>
              <p14:cNvPr id="1053670" name="墨迹 1053669"/>
              <p14:cNvContentPartPr/>
              <p14:nvPr/>
            </p14:nvContentPartPr>
            <p14:xfrm>
              <a:off x="4038727" y="2598567"/>
              <a:ext cx="73670" cy="121566"/>
            </p14:xfrm>
          </p:contentPart>
        </mc:Choice>
        <mc:Fallback xmlns="">
          <p:sp>
            <p:nvSpPr>
              <p:cNvPr id="1053670" name=""/>
              <p:cNvSpPr/>
              <p:nvPr/>
            </p:nvSpPr>
            <p:spPr>
              <a:xfrm>
                <a:off x="4038727" y="2598567"/>
                <a:ext cx="73670" cy="121566"/>
              </a:xfrm>
            </p:spPr>
          </p:sp>
        </mc:Fallback>
      </mc:AlternateContent>
      <mc:AlternateContent xmlns:mc="http://schemas.openxmlformats.org/markup-compatibility/2006" xmlns:p14="http://schemas.microsoft.com/office/powerpoint/2010/main">
        <mc:Choice Requires="p14">
          <p:contentPart p14:bwMode="auto" r:id="rId19">
            <p14:nvContentPartPr>
              <p14:cNvPr id="1053671" name="墨迹 1053670"/>
              <p14:cNvContentPartPr/>
              <p14:nvPr/>
            </p14:nvContentPartPr>
            <p14:xfrm>
              <a:off x="4248904" y="2306315"/>
              <a:ext cx="144365" cy="433178"/>
            </p14:xfrm>
          </p:contentPart>
        </mc:Choice>
        <mc:Fallback xmlns="">
          <p:sp>
            <p:nvSpPr>
              <p:cNvPr id="1053671" name=""/>
              <p:cNvSpPr/>
              <p:nvPr/>
            </p:nvSpPr>
            <p:spPr>
              <a:xfrm>
                <a:off x="4248904" y="2306315"/>
                <a:ext cx="144365" cy="433178"/>
              </a:xfrm>
            </p:spPr>
          </p:sp>
        </mc:Fallback>
      </mc:AlternateContent>
      <mc:AlternateContent xmlns:mc="http://schemas.openxmlformats.org/markup-compatibility/2006" xmlns:p14="http://schemas.microsoft.com/office/powerpoint/2010/main">
        <mc:Choice Requires="p14">
          <p:contentPart p14:bwMode="auto" r:id="rId20">
            <p14:nvContentPartPr>
              <p14:cNvPr id="1053672" name="墨迹 1053671"/>
              <p14:cNvContentPartPr/>
              <p14:nvPr/>
            </p14:nvContentPartPr>
            <p14:xfrm>
              <a:off x="4730009" y="2082779"/>
              <a:ext cx="32702" cy="102527"/>
            </p14:xfrm>
          </p:contentPart>
        </mc:Choice>
        <mc:Fallback xmlns="">
          <p:sp>
            <p:nvSpPr>
              <p:cNvPr id="1053672" name=""/>
              <p:cNvSpPr/>
              <p:nvPr/>
            </p:nvSpPr>
            <p:spPr>
              <a:xfrm>
                <a:off x="4730009" y="2082779"/>
                <a:ext cx="32702" cy="102527"/>
              </a:xfrm>
            </p:spPr>
          </p:sp>
        </mc:Fallback>
      </mc:AlternateContent>
      <mc:AlternateContent xmlns:mc="http://schemas.openxmlformats.org/markup-compatibility/2006" xmlns:p14="http://schemas.microsoft.com/office/powerpoint/2010/main">
        <mc:Choice Requires="p14">
          <p:contentPart p14:bwMode="auto" r:id="rId21">
            <p14:nvContentPartPr>
              <p14:cNvPr id="1053673" name="墨迹 1053672"/>
              <p14:cNvContentPartPr/>
              <p14:nvPr/>
            </p14:nvContentPartPr>
            <p14:xfrm>
              <a:off x="4604735" y="2199705"/>
              <a:ext cx="329164" cy="47000"/>
            </p14:xfrm>
          </p:contentPart>
        </mc:Choice>
        <mc:Fallback xmlns="">
          <p:sp>
            <p:nvSpPr>
              <p:cNvPr id="1053673" name=""/>
              <p:cNvSpPr/>
              <p:nvPr/>
            </p:nvSpPr>
            <p:spPr>
              <a:xfrm>
                <a:off x="4604735" y="2199705"/>
                <a:ext cx="329164" cy="47000"/>
              </a:xfrm>
            </p:spPr>
          </p:sp>
        </mc:Fallback>
      </mc:AlternateContent>
      <mc:AlternateContent xmlns:mc="http://schemas.openxmlformats.org/markup-compatibility/2006" xmlns:p14="http://schemas.microsoft.com/office/powerpoint/2010/main">
        <mc:Choice Requires="p14">
          <p:contentPart p14:bwMode="auto" r:id="rId22">
            <p14:nvContentPartPr>
              <p14:cNvPr id="1053674" name="墨迹 1053673"/>
              <p14:cNvContentPartPr/>
              <p14:nvPr/>
            </p14:nvContentPartPr>
            <p14:xfrm>
              <a:off x="4448529" y="2257468"/>
              <a:ext cx="216186" cy="675036"/>
            </p14:xfrm>
          </p:contentPart>
        </mc:Choice>
        <mc:Fallback xmlns="">
          <p:sp>
            <p:nvSpPr>
              <p:cNvPr id="1053674" name=""/>
              <p:cNvSpPr/>
              <p:nvPr/>
            </p:nvSpPr>
            <p:spPr>
              <a:xfrm>
                <a:off x="4448529" y="2257468"/>
                <a:ext cx="216186" cy="675036"/>
              </a:xfrm>
            </p:spPr>
          </p:sp>
        </mc:Fallback>
      </mc:AlternateContent>
      <mc:AlternateContent xmlns:mc="http://schemas.openxmlformats.org/markup-compatibility/2006" xmlns:p14="http://schemas.microsoft.com/office/powerpoint/2010/main">
        <mc:Choice Requires="p14">
          <p:contentPart p14:bwMode="auto" r:id="rId23">
            <p14:nvContentPartPr>
              <p14:cNvPr id="1053675" name="墨迹 1053674"/>
              <p14:cNvContentPartPr/>
              <p14:nvPr/>
            </p14:nvContentPartPr>
            <p14:xfrm>
              <a:off x="4610422" y="2302175"/>
              <a:ext cx="156513" cy="228577"/>
            </p14:xfrm>
          </p:contentPart>
        </mc:Choice>
        <mc:Fallback xmlns="">
          <p:sp>
            <p:nvSpPr>
              <p:cNvPr id="1053675" name=""/>
              <p:cNvSpPr/>
              <p:nvPr/>
            </p:nvSpPr>
            <p:spPr>
              <a:xfrm>
                <a:off x="4610422" y="2302175"/>
                <a:ext cx="156513" cy="228577"/>
              </a:xfrm>
            </p:spPr>
          </p:sp>
        </mc:Fallback>
      </mc:AlternateContent>
      <mc:AlternateContent xmlns:mc="http://schemas.openxmlformats.org/markup-compatibility/2006" xmlns:p14="http://schemas.microsoft.com/office/powerpoint/2010/main">
        <mc:Choice Requires="p14">
          <p:contentPart p14:bwMode="auto" r:id="rId24">
            <p14:nvContentPartPr>
              <p14:cNvPr id="1053676" name="墨迹 1053675"/>
              <p14:cNvContentPartPr/>
              <p14:nvPr/>
            </p14:nvContentPartPr>
            <p14:xfrm>
              <a:off x="4696384" y="2371719"/>
              <a:ext cx="35368" cy="210595"/>
            </p14:xfrm>
          </p:contentPart>
        </mc:Choice>
        <mc:Fallback xmlns="">
          <p:sp>
            <p:nvSpPr>
              <p:cNvPr id="1053676" name=""/>
              <p:cNvSpPr/>
              <p:nvPr/>
            </p:nvSpPr>
            <p:spPr>
              <a:xfrm>
                <a:off x="4696384" y="2371719"/>
                <a:ext cx="35368" cy="210595"/>
              </a:xfrm>
            </p:spPr>
          </p:sp>
        </mc:Fallback>
      </mc:AlternateContent>
      <mc:AlternateContent xmlns:mc="http://schemas.openxmlformats.org/markup-compatibility/2006" xmlns:p14="http://schemas.microsoft.com/office/powerpoint/2010/main">
        <mc:Choice Requires="p14">
          <p:contentPart p14:bwMode="auto" r:id="rId25">
            <p14:nvContentPartPr>
              <p14:cNvPr id="1053677" name="墨迹 1053676"/>
              <p14:cNvContentPartPr/>
              <p14:nvPr/>
            </p14:nvContentPartPr>
            <p14:xfrm>
              <a:off x="4774538" y="2354683"/>
              <a:ext cx="91378" cy="64226"/>
            </p14:xfrm>
          </p:contentPart>
        </mc:Choice>
        <mc:Fallback xmlns="">
          <p:sp>
            <p:nvSpPr>
              <p:cNvPr id="1053677" name=""/>
              <p:cNvSpPr/>
              <p:nvPr/>
            </p:nvSpPr>
            <p:spPr>
              <a:xfrm>
                <a:off x="4774538" y="2354683"/>
                <a:ext cx="91378" cy="64226"/>
              </a:xfrm>
            </p:spPr>
          </p:sp>
        </mc:Fallback>
      </mc:AlternateContent>
      <mc:AlternateContent xmlns:mc="http://schemas.openxmlformats.org/markup-compatibility/2006" xmlns:p14="http://schemas.microsoft.com/office/powerpoint/2010/main">
        <mc:Choice Requires="p14">
          <p:contentPart p14:bwMode="auto" r:id="rId26">
            <p14:nvContentPartPr>
              <p14:cNvPr id="1053678" name="墨迹 1053677"/>
              <p14:cNvContentPartPr/>
              <p14:nvPr/>
            </p14:nvContentPartPr>
            <p14:xfrm>
              <a:off x="4816235" y="2306315"/>
              <a:ext cx="41936" cy="252827"/>
            </p14:xfrm>
          </p:contentPart>
        </mc:Choice>
        <mc:Fallback xmlns="">
          <p:sp>
            <p:nvSpPr>
              <p:cNvPr id="1053678" name=""/>
              <p:cNvSpPr/>
              <p:nvPr/>
            </p:nvSpPr>
            <p:spPr>
              <a:xfrm>
                <a:off x="4816235" y="2306315"/>
                <a:ext cx="41936" cy="252827"/>
              </a:xfrm>
            </p:spPr>
          </p:sp>
        </mc:Fallback>
      </mc:AlternateContent>
      <mc:AlternateContent xmlns:mc="http://schemas.openxmlformats.org/markup-compatibility/2006" xmlns:p14="http://schemas.microsoft.com/office/powerpoint/2010/main">
        <mc:Choice Requires="p14">
          <p:contentPart p14:bwMode="auto" r:id="rId27">
            <p14:nvContentPartPr>
              <p14:cNvPr id="1053679" name="墨迹 1053678"/>
              <p14:cNvContentPartPr/>
              <p14:nvPr/>
            </p14:nvContentPartPr>
            <p14:xfrm>
              <a:off x="4622458" y="2535645"/>
              <a:ext cx="87875" cy="374604"/>
            </p14:xfrm>
          </p:contentPart>
        </mc:Choice>
        <mc:Fallback xmlns="">
          <p:sp>
            <p:nvSpPr>
              <p:cNvPr id="1053679" name=""/>
              <p:cNvSpPr/>
              <p:nvPr/>
            </p:nvSpPr>
            <p:spPr>
              <a:xfrm>
                <a:off x="4622458" y="2535645"/>
                <a:ext cx="87875" cy="374604"/>
              </a:xfrm>
            </p:spPr>
          </p:sp>
        </mc:Fallback>
      </mc:AlternateContent>
      <mc:AlternateContent xmlns:mc="http://schemas.openxmlformats.org/markup-compatibility/2006" xmlns:p14="http://schemas.microsoft.com/office/powerpoint/2010/main">
        <mc:Choice Requires="p14">
          <p:contentPart p14:bwMode="auto" r:id="rId28">
            <p14:nvContentPartPr>
              <p14:cNvPr id="1053680" name="墨迹 1053679"/>
              <p14:cNvContentPartPr/>
              <p14:nvPr/>
            </p14:nvContentPartPr>
            <p14:xfrm>
              <a:off x="4644440" y="2544170"/>
              <a:ext cx="281251" cy="305528"/>
            </p14:xfrm>
          </p:contentPart>
        </mc:Choice>
        <mc:Fallback xmlns="">
          <p:sp>
            <p:nvSpPr>
              <p:cNvPr id="1053680" name=""/>
              <p:cNvSpPr/>
              <p:nvPr/>
            </p:nvSpPr>
            <p:spPr>
              <a:xfrm>
                <a:off x="4644440" y="2544170"/>
                <a:ext cx="281251" cy="305528"/>
              </a:xfrm>
            </p:spPr>
          </p:sp>
        </mc:Fallback>
      </mc:AlternateContent>
      <mc:AlternateContent xmlns:mc="http://schemas.openxmlformats.org/markup-compatibility/2006" xmlns:p14="http://schemas.microsoft.com/office/powerpoint/2010/main">
        <mc:Choice Requires="p14">
          <p:contentPart p14:bwMode="auto" r:id="rId29">
            <p14:nvContentPartPr>
              <p14:cNvPr id="1053681" name="墨迹 1053680"/>
              <p14:cNvContentPartPr/>
              <p14:nvPr/>
            </p14:nvContentPartPr>
            <p14:xfrm>
              <a:off x="4742882" y="2468585"/>
              <a:ext cx="145622" cy="309125"/>
            </p14:xfrm>
          </p:contentPart>
        </mc:Choice>
        <mc:Fallback xmlns="">
          <p:sp>
            <p:nvSpPr>
              <p:cNvPr id="1053681" name=""/>
              <p:cNvSpPr/>
              <p:nvPr/>
            </p:nvSpPr>
            <p:spPr>
              <a:xfrm>
                <a:off x="4742882" y="2468585"/>
                <a:ext cx="145622" cy="309125"/>
              </a:xfrm>
            </p:spPr>
          </p:sp>
        </mc:Fallback>
      </mc:AlternateContent>
      <mc:AlternateContent xmlns:mc="http://schemas.openxmlformats.org/markup-compatibility/2006" xmlns:p14="http://schemas.microsoft.com/office/powerpoint/2010/main">
        <mc:Choice Requires="p14">
          <p:contentPart p14:bwMode="auto" r:id="rId30">
            <p14:nvContentPartPr>
              <p14:cNvPr id="1053682" name="墨迹 1053681"/>
              <p14:cNvContentPartPr/>
              <p14:nvPr/>
            </p14:nvContentPartPr>
            <p14:xfrm>
              <a:off x="5090515" y="2194547"/>
              <a:ext cx="157225" cy="547760"/>
            </p14:xfrm>
          </p:contentPart>
        </mc:Choice>
        <mc:Fallback xmlns="">
          <p:sp>
            <p:nvSpPr>
              <p:cNvPr id="1053682" name=""/>
              <p:cNvSpPr/>
              <p:nvPr/>
            </p:nvSpPr>
            <p:spPr>
              <a:xfrm>
                <a:off x="5090515" y="2194547"/>
                <a:ext cx="157225" cy="547760"/>
              </a:xfrm>
            </p:spPr>
          </p:sp>
        </mc:Fallback>
      </mc:AlternateContent>
      <mc:AlternateContent xmlns:mc="http://schemas.openxmlformats.org/markup-compatibility/2006" xmlns:p14="http://schemas.microsoft.com/office/powerpoint/2010/main">
        <mc:Choice Requires="p14">
          <p:contentPart p14:bwMode="auto" r:id="rId31">
            <p14:nvContentPartPr>
              <p14:cNvPr id="1053683" name="墨迹 1053682"/>
              <p14:cNvContentPartPr/>
              <p14:nvPr/>
            </p14:nvContentPartPr>
            <p14:xfrm>
              <a:off x="5259447" y="2405588"/>
              <a:ext cx="211251" cy="174150"/>
            </p14:xfrm>
          </p:contentPart>
        </mc:Choice>
        <mc:Fallback xmlns="">
          <p:sp>
            <p:nvSpPr>
              <p:cNvPr id="1053683" name=""/>
              <p:cNvSpPr/>
              <p:nvPr/>
            </p:nvSpPr>
            <p:spPr>
              <a:xfrm>
                <a:off x="5259447" y="2405588"/>
                <a:ext cx="211251" cy="174150"/>
              </a:xfrm>
            </p:spPr>
          </p:sp>
        </mc:Fallback>
      </mc:AlternateContent>
      <mc:AlternateContent xmlns:mc="http://schemas.openxmlformats.org/markup-compatibility/2006" xmlns:p14="http://schemas.microsoft.com/office/powerpoint/2010/main">
        <mc:Choice Requires="p14">
          <p:contentPart p14:bwMode="auto" r:id="rId32">
            <p14:nvContentPartPr>
              <p14:cNvPr id="1053684" name="墨迹 1053683"/>
              <p14:cNvContentPartPr/>
              <p14:nvPr/>
            </p14:nvContentPartPr>
            <p14:xfrm>
              <a:off x="5215807" y="2267403"/>
              <a:ext cx="234013" cy="510677"/>
            </p14:xfrm>
          </p:contentPart>
        </mc:Choice>
        <mc:Fallback xmlns="">
          <p:sp>
            <p:nvSpPr>
              <p:cNvPr id="1053684" name=""/>
              <p:cNvSpPr/>
              <p:nvPr/>
            </p:nvSpPr>
            <p:spPr>
              <a:xfrm>
                <a:off x="5215807" y="2267403"/>
                <a:ext cx="234013" cy="510677"/>
              </a:xfrm>
            </p:spPr>
          </p:sp>
        </mc:Fallback>
      </mc:AlternateContent>
      <mc:AlternateContent xmlns:mc="http://schemas.openxmlformats.org/markup-compatibility/2006" xmlns:p14="http://schemas.microsoft.com/office/powerpoint/2010/main">
        <mc:Choice Requires="p14">
          <p:contentPart p14:bwMode="auto" r:id="rId33">
            <p14:nvContentPartPr>
              <p14:cNvPr id="1053685" name="墨迹 1053684"/>
              <p14:cNvContentPartPr/>
              <p14:nvPr/>
            </p14:nvContentPartPr>
            <p14:xfrm>
              <a:off x="5764631" y="2348538"/>
              <a:ext cx="179669" cy="366776"/>
            </p14:xfrm>
          </p:contentPart>
        </mc:Choice>
        <mc:Fallback xmlns="">
          <p:sp>
            <p:nvSpPr>
              <p:cNvPr id="1053685" name=""/>
              <p:cNvSpPr/>
              <p:nvPr/>
            </p:nvSpPr>
            <p:spPr>
              <a:xfrm>
                <a:off x="5764631" y="2348538"/>
                <a:ext cx="179669" cy="366776"/>
              </a:xfrm>
            </p:spPr>
          </p:sp>
        </mc:Fallback>
      </mc:AlternateContent>
      <mc:AlternateContent xmlns:mc="http://schemas.openxmlformats.org/markup-compatibility/2006" xmlns:p14="http://schemas.microsoft.com/office/powerpoint/2010/main">
        <mc:Choice Requires="p14">
          <p:contentPart p14:bwMode="auto" r:id="rId34">
            <p14:nvContentPartPr>
              <p14:cNvPr id="1053686" name="墨迹 1053685"/>
              <p14:cNvContentPartPr/>
              <p14:nvPr/>
            </p14:nvContentPartPr>
            <p14:xfrm>
              <a:off x="6303911" y="2052146"/>
              <a:ext cx="162740" cy="557449"/>
            </p14:xfrm>
          </p:contentPart>
        </mc:Choice>
        <mc:Fallback xmlns="">
          <p:sp>
            <p:nvSpPr>
              <p:cNvPr id="1053686" name=""/>
              <p:cNvSpPr/>
              <p:nvPr/>
            </p:nvSpPr>
            <p:spPr>
              <a:xfrm>
                <a:off x="6303911" y="2052146"/>
                <a:ext cx="162740" cy="557449"/>
              </a:xfrm>
            </p:spPr>
          </p:sp>
        </mc:Fallback>
      </mc:AlternateContent>
      <mc:AlternateContent xmlns:mc="http://schemas.openxmlformats.org/markup-compatibility/2006" xmlns:p14="http://schemas.microsoft.com/office/powerpoint/2010/main">
        <mc:Choice Requires="p14">
          <p:contentPart p14:bwMode="auto" r:id="rId35">
            <p14:nvContentPartPr>
              <p14:cNvPr id="1053687" name="墨迹 1053686"/>
              <p14:cNvContentPartPr/>
              <p14:nvPr/>
            </p14:nvContentPartPr>
            <p14:xfrm>
              <a:off x="6430372" y="2018202"/>
              <a:ext cx="291603" cy="352446"/>
            </p14:xfrm>
          </p:contentPart>
        </mc:Choice>
        <mc:Fallback xmlns="">
          <p:sp>
            <p:nvSpPr>
              <p:cNvPr id="1053687" name=""/>
              <p:cNvSpPr/>
              <p:nvPr/>
            </p:nvSpPr>
            <p:spPr>
              <a:xfrm>
                <a:off x="6430372" y="2018202"/>
                <a:ext cx="291603" cy="352446"/>
              </a:xfrm>
            </p:spPr>
          </p:sp>
        </mc:Fallback>
      </mc:AlternateContent>
      <mc:AlternateContent xmlns:mc="http://schemas.openxmlformats.org/markup-compatibility/2006" xmlns:p14="http://schemas.microsoft.com/office/powerpoint/2010/main">
        <mc:Choice Requires="p14">
          <p:contentPart p14:bwMode="auto" r:id="rId36">
            <p14:nvContentPartPr>
              <p14:cNvPr id="1053688" name="墨迹 1053687"/>
              <p14:cNvContentPartPr/>
              <p14:nvPr/>
            </p14:nvContentPartPr>
            <p14:xfrm>
              <a:off x="6505438" y="2186268"/>
              <a:ext cx="235877" cy="392077"/>
            </p14:xfrm>
          </p:contentPart>
        </mc:Choice>
        <mc:Fallback xmlns="">
          <p:sp>
            <p:nvSpPr>
              <p:cNvPr id="1053688" name=""/>
              <p:cNvSpPr/>
              <p:nvPr/>
            </p:nvSpPr>
            <p:spPr>
              <a:xfrm>
                <a:off x="6505438" y="2186268"/>
                <a:ext cx="235877" cy="392077"/>
              </a:xfrm>
            </p:spPr>
          </p:sp>
        </mc:Fallback>
      </mc:AlternateContent>
      <mc:AlternateContent xmlns:mc="http://schemas.openxmlformats.org/markup-compatibility/2006" xmlns:p14="http://schemas.microsoft.com/office/powerpoint/2010/main">
        <mc:Choice Requires="p14">
          <p:contentPart p14:bwMode="auto" r:id="rId37">
            <p14:nvContentPartPr>
              <p14:cNvPr id="1053689" name="墨迹 1053688"/>
              <p14:cNvContentPartPr/>
              <p14:nvPr/>
            </p14:nvContentPartPr>
            <p14:xfrm>
              <a:off x="6551464" y="2455195"/>
              <a:ext cx="125117" cy="22669"/>
            </p14:xfrm>
          </p:contentPart>
        </mc:Choice>
        <mc:Fallback xmlns="">
          <p:sp>
            <p:nvSpPr>
              <p:cNvPr id="1053689" name=""/>
              <p:cNvSpPr/>
              <p:nvPr/>
            </p:nvSpPr>
            <p:spPr>
              <a:xfrm>
                <a:off x="6551464" y="2455195"/>
                <a:ext cx="125117" cy="22669"/>
              </a:xfrm>
            </p:spPr>
          </p:sp>
        </mc:Fallback>
      </mc:AlternateContent>
      <mc:AlternateContent xmlns:mc="http://schemas.openxmlformats.org/markup-compatibility/2006" xmlns:p14="http://schemas.microsoft.com/office/powerpoint/2010/main">
        <mc:Choice Requires="p14">
          <p:contentPart p14:bwMode="auto" r:id="rId38">
            <p14:nvContentPartPr>
              <p14:cNvPr id="1053690" name="墨迹 1053689"/>
              <p14:cNvContentPartPr/>
              <p14:nvPr/>
            </p14:nvContentPartPr>
            <p14:xfrm>
              <a:off x="6513543" y="2466929"/>
              <a:ext cx="304814" cy="77670"/>
            </p14:xfrm>
          </p:contentPart>
        </mc:Choice>
        <mc:Fallback xmlns="">
          <p:sp>
            <p:nvSpPr>
              <p:cNvPr id="1053690" name=""/>
              <p:cNvSpPr/>
              <p:nvPr/>
            </p:nvSpPr>
            <p:spPr>
              <a:xfrm>
                <a:off x="6513543" y="2466929"/>
                <a:ext cx="304814" cy="77670"/>
              </a:xfrm>
            </p:spPr>
          </p:sp>
        </mc:Fallback>
      </mc:AlternateContent>
      <mc:AlternateContent xmlns:mc="http://schemas.openxmlformats.org/markup-compatibility/2006" xmlns:p14="http://schemas.microsoft.com/office/powerpoint/2010/main">
        <mc:Choice Requires="p14">
          <p:contentPart p14:bwMode="auto" r:id="rId39">
            <p14:nvContentPartPr>
              <p14:cNvPr id="1053691" name="墨迹 1053690"/>
              <p14:cNvContentPartPr/>
              <p14:nvPr/>
            </p14:nvContentPartPr>
            <p14:xfrm>
              <a:off x="6865677" y="2107616"/>
              <a:ext cx="198240" cy="207462"/>
            </p14:xfrm>
          </p:contentPart>
        </mc:Choice>
        <mc:Fallback xmlns="">
          <p:sp>
            <p:nvSpPr>
              <p:cNvPr id="1053691" name=""/>
              <p:cNvSpPr/>
              <p:nvPr/>
            </p:nvSpPr>
            <p:spPr>
              <a:xfrm>
                <a:off x="6865677" y="2107616"/>
                <a:ext cx="198240" cy="207462"/>
              </a:xfrm>
            </p:spPr>
          </p:sp>
        </mc:Fallback>
      </mc:AlternateContent>
      <mc:AlternateContent xmlns:mc="http://schemas.openxmlformats.org/markup-compatibility/2006" xmlns:p14="http://schemas.microsoft.com/office/powerpoint/2010/main">
        <mc:Choice Requires="p14">
          <p:contentPart p14:bwMode="auto" r:id="rId40">
            <p14:nvContentPartPr>
              <p14:cNvPr id="1053692" name="墨迹 1053691"/>
              <p14:cNvContentPartPr/>
              <p14:nvPr/>
            </p14:nvContentPartPr>
            <p14:xfrm>
              <a:off x="6988097" y="2219384"/>
              <a:ext cx="28512" cy="329077"/>
            </p14:xfrm>
          </p:contentPart>
        </mc:Choice>
        <mc:Fallback xmlns="">
          <p:sp>
            <p:nvSpPr>
              <p:cNvPr id="1053692" name=""/>
              <p:cNvSpPr/>
              <p:nvPr/>
            </p:nvSpPr>
            <p:spPr>
              <a:xfrm>
                <a:off x="6988097" y="2219384"/>
                <a:ext cx="28512" cy="329077"/>
              </a:xfrm>
            </p:spPr>
          </p:sp>
        </mc:Fallback>
      </mc:AlternateContent>
      <mc:AlternateContent xmlns:mc="http://schemas.openxmlformats.org/markup-compatibility/2006" xmlns:p14="http://schemas.microsoft.com/office/powerpoint/2010/main">
        <mc:Choice Requires="p14">
          <p:contentPart p14:bwMode="auto" r:id="rId41">
            <p14:nvContentPartPr>
              <p14:cNvPr id="1053693" name="墨迹 1053692"/>
              <p14:cNvContentPartPr/>
              <p14:nvPr/>
            </p14:nvContentPartPr>
            <p14:xfrm>
              <a:off x="7048749" y="2106788"/>
              <a:ext cx="221145" cy="356525"/>
            </p14:xfrm>
          </p:contentPart>
        </mc:Choice>
        <mc:Fallback xmlns="">
          <p:sp>
            <p:nvSpPr>
              <p:cNvPr id="1053693" name=""/>
              <p:cNvSpPr/>
              <p:nvPr/>
            </p:nvSpPr>
            <p:spPr>
              <a:xfrm>
                <a:off x="7048749" y="2106788"/>
                <a:ext cx="221145" cy="356525"/>
              </a:xfrm>
            </p:spPr>
          </p:sp>
        </mc:Fallback>
      </mc:AlternateContent>
      <mc:AlternateContent xmlns:mc="http://schemas.openxmlformats.org/markup-compatibility/2006" xmlns:p14="http://schemas.microsoft.com/office/powerpoint/2010/main">
        <mc:Choice Requires="p14">
          <p:contentPart p14:bwMode="auto" r:id="rId42">
            <p14:nvContentPartPr>
              <p14:cNvPr id="1053694" name="墨迹 1053693"/>
              <p14:cNvContentPartPr/>
              <p14:nvPr/>
            </p14:nvContentPartPr>
            <p14:xfrm>
              <a:off x="7174915" y="2125002"/>
              <a:ext cx="54581" cy="675530"/>
            </p14:xfrm>
          </p:contentPart>
        </mc:Choice>
        <mc:Fallback xmlns="">
          <p:sp>
            <p:nvSpPr>
              <p:cNvPr id="1053694" name=""/>
              <p:cNvSpPr/>
              <p:nvPr/>
            </p:nvSpPr>
            <p:spPr>
              <a:xfrm>
                <a:off x="7174915" y="2125002"/>
                <a:ext cx="54581" cy="675530"/>
              </a:xfrm>
            </p:spPr>
          </p:sp>
        </mc:Fallback>
      </mc:AlternateContent>
      <mc:AlternateContent xmlns:mc="http://schemas.openxmlformats.org/markup-compatibility/2006" xmlns:p14="http://schemas.microsoft.com/office/powerpoint/2010/main">
        <mc:Choice Requires="p14">
          <p:contentPart p14:bwMode="auto" r:id="rId43">
            <p14:nvContentPartPr>
              <p14:cNvPr id="1053695" name="墨迹 1053694"/>
              <p14:cNvContentPartPr/>
              <p14:nvPr/>
            </p14:nvContentPartPr>
            <p14:xfrm>
              <a:off x="7566453" y="1921337"/>
              <a:ext cx="9406" cy="81184"/>
            </p14:xfrm>
          </p:contentPart>
        </mc:Choice>
        <mc:Fallback xmlns="">
          <p:sp>
            <p:nvSpPr>
              <p:cNvPr id="1053695" name=""/>
              <p:cNvSpPr/>
              <p:nvPr/>
            </p:nvSpPr>
            <p:spPr>
              <a:xfrm>
                <a:off x="7566453" y="1921337"/>
                <a:ext cx="9406" cy="81184"/>
              </a:xfrm>
            </p:spPr>
          </p:sp>
        </mc:Fallback>
      </mc:AlternateContent>
      <mc:AlternateContent xmlns:mc="http://schemas.openxmlformats.org/markup-compatibility/2006" xmlns:p14="http://schemas.microsoft.com/office/powerpoint/2010/main">
        <mc:Choice Requires="p14">
          <p:contentPart p14:bwMode="auto" r:id="rId44">
            <p14:nvContentPartPr>
              <p14:cNvPr id="1053696" name="墨迹 1053695"/>
              <p14:cNvContentPartPr/>
              <p14:nvPr/>
            </p14:nvContentPartPr>
            <p14:xfrm>
              <a:off x="7498984" y="2017910"/>
              <a:ext cx="242622" cy="25957"/>
            </p14:xfrm>
          </p:contentPart>
        </mc:Choice>
        <mc:Fallback xmlns="">
          <p:sp>
            <p:nvSpPr>
              <p:cNvPr id="1053696" name=""/>
              <p:cNvSpPr/>
              <p:nvPr/>
            </p:nvSpPr>
            <p:spPr>
              <a:xfrm>
                <a:off x="7498984" y="2017910"/>
                <a:ext cx="242622" cy="25957"/>
              </a:xfrm>
            </p:spPr>
          </p:sp>
        </mc:Fallback>
      </mc:AlternateContent>
      <mc:AlternateContent xmlns:mc="http://schemas.openxmlformats.org/markup-compatibility/2006" xmlns:p14="http://schemas.microsoft.com/office/powerpoint/2010/main">
        <mc:Choice Requires="p14">
          <p:contentPart p14:bwMode="auto" r:id="rId45">
            <p14:nvContentPartPr>
              <p14:cNvPr id="1053697" name="墨迹 1053696"/>
              <p14:cNvContentPartPr/>
              <p14:nvPr/>
            </p14:nvContentPartPr>
            <p14:xfrm>
              <a:off x="7294364" y="2076156"/>
              <a:ext cx="185189" cy="701871"/>
            </p14:xfrm>
          </p:contentPart>
        </mc:Choice>
        <mc:Fallback xmlns="">
          <p:sp>
            <p:nvSpPr>
              <p:cNvPr id="1053697" name=""/>
              <p:cNvSpPr/>
              <p:nvPr/>
            </p:nvSpPr>
            <p:spPr>
              <a:xfrm>
                <a:off x="7294364" y="2076156"/>
                <a:ext cx="185189" cy="701871"/>
              </a:xfrm>
            </p:spPr>
          </p:sp>
        </mc:Fallback>
      </mc:AlternateContent>
      <mc:AlternateContent xmlns:mc="http://schemas.openxmlformats.org/markup-compatibility/2006" xmlns:p14="http://schemas.microsoft.com/office/powerpoint/2010/main">
        <mc:Choice Requires="p14">
          <p:contentPart p14:bwMode="auto" r:id="rId46">
            <p14:nvContentPartPr>
              <p14:cNvPr id="1053698" name="墨迹 1053697"/>
              <p14:cNvContentPartPr/>
              <p14:nvPr/>
            </p14:nvContentPartPr>
            <p14:xfrm>
              <a:off x="7425312" y="2111756"/>
              <a:ext cx="157306" cy="166679"/>
            </p14:xfrm>
          </p:contentPart>
        </mc:Choice>
        <mc:Fallback xmlns="">
          <p:sp>
            <p:nvSpPr>
              <p:cNvPr id="1053698" name=""/>
              <p:cNvSpPr/>
              <p:nvPr/>
            </p:nvSpPr>
            <p:spPr>
              <a:xfrm>
                <a:off x="7425312" y="2111756"/>
                <a:ext cx="157306" cy="166679"/>
              </a:xfrm>
            </p:spPr>
          </p:sp>
        </mc:Fallback>
      </mc:AlternateContent>
      <mc:AlternateContent xmlns:mc="http://schemas.openxmlformats.org/markup-compatibility/2006" xmlns:p14="http://schemas.microsoft.com/office/powerpoint/2010/main">
        <mc:Choice Requires="p14">
          <p:contentPart p14:bwMode="auto" r:id="rId47">
            <p14:nvContentPartPr>
              <p14:cNvPr id="1053699" name="墨迹 1053698"/>
              <p14:cNvContentPartPr/>
              <p14:nvPr/>
            </p14:nvContentPartPr>
            <p14:xfrm>
              <a:off x="7553453" y="2163914"/>
              <a:ext cx="24095" cy="194481"/>
            </p14:xfrm>
          </p:contentPart>
        </mc:Choice>
        <mc:Fallback xmlns="">
          <p:sp>
            <p:nvSpPr>
              <p:cNvPr id="1053699" name=""/>
              <p:cNvSpPr/>
              <p:nvPr/>
            </p:nvSpPr>
            <p:spPr>
              <a:xfrm>
                <a:off x="7553453" y="2163914"/>
                <a:ext cx="24095" cy="194481"/>
              </a:xfrm>
            </p:spPr>
          </p:sp>
        </mc:Fallback>
      </mc:AlternateContent>
      <mc:AlternateContent xmlns:mc="http://schemas.openxmlformats.org/markup-compatibility/2006" xmlns:p14="http://schemas.microsoft.com/office/powerpoint/2010/main">
        <mc:Choice Requires="p14">
          <p:contentPart p14:bwMode="auto" r:id="rId48">
            <p14:nvContentPartPr>
              <p14:cNvPr id="1053700" name="墨迹 1053699"/>
              <p14:cNvContentPartPr/>
              <p14:nvPr/>
            </p14:nvContentPartPr>
            <p14:xfrm>
              <a:off x="7591066" y="2151797"/>
              <a:ext cx="115341" cy="56824"/>
            </p14:xfrm>
          </p:contentPart>
        </mc:Choice>
        <mc:Fallback xmlns="">
          <p:sp>
            <p:nvSpPr>
              <p:cNvPr id="1053700" name=""/>
              <p:cNvSpPr/>
              <p:nvPr/>
            </p:nvSpPr>
            <p:spPr>
              <a:xfrm>
                <a:off x="7591066" y="2151797"/>
                <a:ext cx="115341" cy="56824"/>
              </a:xfrm>
            </p:spPr>
          </p:sp>
        </mc:Fallback>
      </mc:AlternateContent>
      <mc:AlternateContent xmlns:mc="http://schemas.openxmlformats.org/markup-compatibility/2006" xmlns:p14="http://schemas.microsoft.com/office/powerpoint/2010/main">
        <mc:Choice Requires="p14">
          <p:contentPart p14:bwMode="auto" r:id="rId49">
            <p14:nvContentPartPr>
              <p14:cNvPr id="1053701" name="墨迹 1053700"/>
              <p14:cNvContentPartPr/>
              <p14:nvPr/>
            </p14:nvContentPartPr>
            <p14:xfrm>
              <a:off x="7604614" y="2093542"/>
              <a:ext cx="72620" cy="272721"/>
            </p14:xfrm>
          </p:contentPart>
        </mc:Choice>
        <mc:Fallback xmlns="">
          <p:sp>
            <p:nvSpPr>
              <p:cNvPr id="1053701" name=""/>
              <p:cNvSpPr/>
              <p:nvPr/>
            </p:nvSpPr>
            <p:spPr>
              <a:xfrm>
                <a:off x="7604614" y="2093542"/>
                <a:ext cx="72620" cy="272721"/>
              </a:xfrm>
            </p:spPr>
          </p:sp>
        </mc:Fallback>
      </mc:AlternateContent>
      <mc:AlternateContent xmlns:mc="http://schemas.openxmlformats.org/markup-compatibility/2006" xmlns:p14="http://schemas.microsoft.com/office/powerpoint/2010/main">
        <mc:Choice Requires="p14">
          <p:contentPart p14:bwMode="auto" r:id="rId50">
            <p14:nvContentPartPr>
              <p14:cNvPr id="1053702" name="墨迹 1053701"/>
              <p14:cNvContentPartPr/>
              <p14:nvPr/>
            </p14:nvContentPartPr>
            <p14:xfrm>
              <a:off x="7456524" y="2347710"/>
              <a:ext cx="37390" cy="306319"/>
            </p14:xfrm>
          </p:contentPart>
        </mc:Choice>
        <mc:Fallback xmlns="">
          <p:sp>
            <p:nvSpPr>
              <p:cNvPr id="1053702" name=""/>
              <p:cNvSpPr/>
              <p:nvPr/>
            </p:nvSpPr>
            <p:spPr>
              <a:xfrm>
                <a:off x="7456524" y="2347710"/>
                <a:ext cx="37390" cy="306319"/>
              </a:xfrm>
            </p:spPr>
          </p:sp>
        </mc:Fallback>
      </mc:AlternateContent>
      <mc:AlternateContent xmlns:mc="http://schemas.openxmlformats.org/markup-compatibility/2006" xmlns:p14="http://schemas.microsoft.com/office/powerpoint/2010/main">
        <mc:Choice Requires="p14">
          <p:contentPart p14:bwMode="auto" r:id="rId51">
            <p14:nvContentPartPr>
              <p14:cNvPr id="1053703" name="墨迹 1053702"/>
              <p14:cNvContentPartPr/>
              <p14:nvPr/>
            </p14:nvContentPartPr>
            <p14:xfrm>
              <a:off x="7519259" y="2347299"/>
              <a:ext cx="225880" cy="367789"/>
            </p14:xfrm>
          </p:contentPart>
        </mc:Choice>
        <mc:Fallback xmlns="">
          <p:sp>
            <p:nvSpPr>
              <p:cNvPr id="1053703" name=""/>
              <p:cNvSpPr/>
              <p:nvPr/>
            </p:nvSpPr>
            <p:spPr>
              <a:xfrm>
                <a:off x="7519259" y="2347299"/>
                <a:ext cx="225880" cy="367789"/>
              </a:xfrm>
            </p:spPr>
          </p:sp>
        </mc:Fallback>
      </mc:AlternateContent>
      <mc:AlternateContent xmlns:mc="http://schemas.openxmlformats.org/markup-compatibility/2006" xmlns:p14="http://schemas.microsoft.com/office/powerpoint/2010/main">
        <mc:Choice Requires="p14">
          <p:contentPart p14:bwMode="auto" r:id="rId52">
            <p14:nvContentPartPr>
              <p14:cNvPr id="1053704" name="墨迹 1053703"/>
              <p14:cNvContentPartPr/>
              <p14:nvPr/>
            </p14:nvContentPartPr>
            <p14:xfrm>
              <a:off x="7568883" y="2204482"/>
              <a:ext cx="165009" cy="350787"/>
            </p14:xfrm>
          </p:contentPart>
        </mc:Choice>
        <mc:Fallback xmlns="">
          <p:sp>
            <p:nvSpPr>
              <p:cNvPr id="1053704" name=""/>
              <p:cNvSpPr/>
              <p:nvPr/>
            </p:nvSpPr>
            <p:spPr>
              <a:xfrm>
                <a:off x="7568883" y="2204482"/>
                <a:ext cx="165009" cy="350787"/>
              </a:xfrm>
            </p:spPr>
          </p:sp>
        </mc:Fallback>
      </mc:AlternateContent>
      <mc:AlternateContent xmlns:mc="http://schemas.openxmlformats.org/markup-compatibility/2006" xmlns:p14="http://schemas.microsoft.com/office/powerpoint/2010/main">
        <mc:Choice Requires="p14">
          <p:contentPart p14:bwMode="auto" r:id="rId53">
            <p14:nvContentPartPr>
              <p14:cNvPr id="1053705" name="墨迹 1053704"/>
              <p14:cNvContentPartPr/>
              <p14:nvPr/>
            </p14:nvContentPartPr>
            <p14:xfrm>
              <a:off x="7825868" y="2011579"/>
              <a:ext cx="187592" cy="296109"/>
            </p14:xfrm>
          </p:contentPart>
        </mc:Choice>
        <mc:Fallback xmlns="">
          <p:sp>
            <p:nvSpPr>
              <p:cNvPr id="1053705" name=""/>
              <p:cNvSpPr/>
              <p:nvPr/>
            </p:nvSpPr>
            <p:spPr>
              <a:xfrm>
                <a:off x="7825868" y="2011579"/>
                <a:ext cx="187592" cy="296109"/>
              </a:xfrm>
            </p:spPr>
          </p:sp>
        </mc:Fallback>
      </mc:AlternateContent>
      <mc:AlternateContent xmlns:mc="http://schemas.openxmlformats.org/markup-compatibility/2006" xmlns:p14="http://schemas.microsoft.com/office/powerpoint/2010/main">
        <mc:Choice Requires="p14">
          <p:contentPart p14:bwMode="auto" r:id="rId54">
            <p14:nvContentPartPr>
              <p14:cNvPr id="1053706" name="墨迹 1053705"/>
              <p14:cNvContentPartPr/>
              <p14:nvPr/>
            </p14:nvContentPartPr>
            <p14:xfrm>
              <a:off x="7911211" y="2153437"/>
              <a:ext cx="189269" cy="414465"/>
            </p14:xfrm>
          </p:contentPart>
        </mc:Choice>
        <mc:Fallback xmlns="">
          <p:sp>
            <p:nvSpPr>
              <p:cNvPr id="1053706" name=""/>
              <p:cNvSpPr/>
              <p:nvPr/>
            </p:nvSpPr>
            <p:spPr>
              <a:xfrm>
                <a:off x="7911211" y="2153437"/>
                <a:ext cx="189269" cy="414465"/>
              </a:xfrm>
            </p:spPr>
          </p:sp>
        </mc:Fallback>
      </mc:AlternateContent>
      <mc:AlternateContent xmlns:mc="http://schemas.openxmlformats.org/markup-compatibility/2006" xmlns:p14="http://schemas.microsoft.com/office/powerpoint/2010/main">
        <mc:Choice Requires="p14">
          <p:contentPart p14:bwMode="auto" r:id="rId55">
            <p14:nvContentPartPr>
              <p14:cNvPr id="1053707" name="墨迹 1053706"/>
              <p14:cNvContentPartPr/>
              <p14:nvPr/>
            </p14:nvContentPartPr>
            <p14:xfrm>
              <a:off x="8014623" y="2248361"/>
              <a:ext cx="25989" cy="202519"/>
            </p14:xfrm>
          </p:contentPart>
        </mc:Choice>
        <mc:Fallback xmlns="">
          <p:sp>
            <p:nvSpPr>
              <p:cNvPr id="1053707" name=""/>
              <p:cNvSpPr/>
              <p:nvPr/>
            </p:nvSpPr>
            <p:spPr>
              <a:xfrm>
                <a:off x="8014623" y="2248361"/>
                <a:ext cx="25989" cy="202519"/>
              </a:xfrm>
            </p:spPr>
          </p:sp>
        </mc:Fallback>
      </mc:AlternateContent>
      <mc:AlternateContent xmlns:mc="http://schemas.openxmlformats.org/markup-compatibility/2006" xmlns:p14="http://schemas.microsoft.com/office/powerpoint/2010/main">
        <mc:Choice Requires="p14">
          <p:contentPart p14:bwMode="auto" r:id="rId56">
            <p14:nvContentPartPr>
              <p14:cNvPr id="1053708" name="墨迹 1053707"/>
              <p14:cNvContentPartPr/>
              <p14:nvPr/>
            </p14:nvContentPartPr>
            <p14:xfrm>
              <a:off x="8019859" y="2274810"/>
              <a:ext cx="227269" cy="193211"/>
            </p14:xfrm>
          </p:contentPart>
        </mc:Choice>
        <mc:Fallback xmlns="">
          <p:sp>
            <p:nvSpPr>
              <p:cNvPr id="1053708" name=""/>
              <p:cNvSpPr/>
              <p:nvPr/>
            </p:nvSpPr>
            <p:spPr>
              <a:xfrm>
                <a:off x="8019859" y="2274810"/>
                <a:ext cx="227269" cy="193211"/>
              </a:xfrm>
            </p:spPr>
          </p:sp>
        </mc:Fallback>
      </mc:AlternateContent>
      <mc:AlternateContent xmlns:mc="http://schemas.openxmlformats.org/markup-compatibility/2006" xmlns:p14="http://schemas.microsoft.com/office/powerpoint/2010/main">
        <mc:Choice Requires="p14">
          <p:contentPart p14:bwMode="auto" r:id="rId57">
            <p14:nvContentPartPr>
              <p14:cNvPr id="1053709" name="墨迹 1053708"/>
              <p14:cNvContentPartPr/>
              <p14:nvPr/>
            </p14:nvContentPartPr>
            <p14:xfrm>
              <a:off x="7992490" y="2149012"/>
              <a:ext cx="293079" cy="394200"/>
            </p14:xfrm>
          </p:contentPart>
        </mc:Choice>
        <mc:Fallback xmlns="">
          <p:sp>
            <p:nvSpPr>
              <p:cNvPr id="1053709" name=""/>
              <p:cNvSpPr/>
              <p:nvPr/>
            </p:nvSpPr>
            <p:spPr>
              <a:xfrm>
                <a:off x="7992490" y="2149012"/>
                <a:ext cx="293079" cy="394200"/>
              </a:xfrm>
            </p:spPr>
          </p:sp>
        </mc:Fallback>
      </mc:AlternateContent>
      <mc:AlternateContent xmlns:mc="http://schemas.openxmlformats.org/markup-compatibility/2006" xmlns:p14="http://schemas.microsoft.com/office/powerpoint/2010/main">
        <mc:Choice Requires="p14">
          <p:contentPart p14:bwMode="auto" r:id="rId58">
            <p14:nvContentPartPr>
              <p14:cNvPr id="1053710" name="墨迹 1053709"/>
              <p14:cNvContentPartPr/>
              <p14:nvPr/>
            </p14:nvContentPartPr>
            <p14:xfrm>
              <a:off x="8412201" y="2188751"/>
              <a:ext cx="183413" cy="350478"/>
            </p14:xfrm>
          </p:contentPart>
        </mc:Choice>
        <mc:Fallback xmlns="">
          <p:sp>
            <p:nvSpPr>
              <p:cNvPr id="1053710" name=""/>
              <p:cNvSpPr/>
              <p:nvPr/>
            </p:nvSpPr>
            <p:spPr>
              <a:xfrm>
                <a:off x="8412201" y="2188751"/>
                <a:ext cx="183413" cy="350478"/>
              </a:xfrm>
            </p:spPr>
          </p:sp>
        </mc:Fallback>
      </mc:AlternateContent>
      <mc:AlternateContent xmlns:mc="http://schemas.openxmlformats.org/markup-compatibility/2006" xmlns:p14="http://schemas.microsoft.com/office/powerpoint/2010/main">
        <mc:Choice Requires="p14">
          <p:contentPart p14:bwMode="auto" r:id="rId59">
            <p14:nvContentPartPr>
              <p14:cNvPr id="1053711" name="墨迹 1053710"/>
              <p14:cNvContentPartPr/>
              <p14:nvPr/>
            </p14:nvContentPartPr>
            <p14:xfrm>
              <a:off x="8620845" y="2052974"/>
              <a:ext cx="169776" cy="660394"/>
            </p14:xfrm>
          </p:contentPart>
        </mc:Choice>
        <mc:Fallback xmlns="">
          <p:sp>
            <p:nvSpPr>
              <p:cNvPr id="1053711" name=""/>
              <p:cNvSpPr/>
              <p:nvPr/>
            </p:nvSpPr>
            <p:spPr>
              <a:xfrm>
                <a:off x="8620845" y="2052974"/>
                <a:ext cx="169776" cy="660394"/>
              </a:xfrm>
            </p:spPr>
          </p:sp>
        </mc:Fallback>
      </mc:AlternateContent>
      <mc:AlternateContent xmlns:mc="http://schemas.openxmlformats.org/markup-compatibility/2006" xmlns:p14="http://schemas.microsoft.com/office/powerpoint/2010/main">
        <mc:Choice Requires="p14">
          <p:contentPart p14:bwMode="auto" r:id="rId60">
            <p14:nvContentPartPr>
              <p14:cNvPr id="1053712" name="墨迹 1053711"/>
              <p14:cNvContentPartPr/>
              <p14:nvPr/>
            </p14:nvContentPartPr>
            <p14:xfrm>
              <a:off x="1504358" y="2401119"/>
              <a:ext cx="404550" cy="60015"/>
            </p14:xfrm>
          </p:contentPart>
        </mc:Choice>
        <mc:Fallback xmlns="">
          <p:sp>
            <p:nvSpPr>
              <p:cNvPr id="1053712" name=""/>
              <p:cNvSpPr/>
              <p:nvPr/>
            </p:nvSpPr>
            <p:spPr>
              <a:xfrm>
                <a:off x="1504358" y="2401119"/>
                <a:ext cx="404550" cy="60015"/>
              </a:xfrm>
            </p:spPr>
          </p:sp>
        </mc:Fallback>
      </mc:AlternateContent>
      <mc:AlternateContent xmlns:mc="http://schemas.openxmlformats.org/markup-compatibility/2006" xmlns:p14="http://schemas.microsoft.com/office/powerpoint/2010/main">
        <mc:Choice Requires="p14">
          <p:contentPart p14:bwMode="auto" r:id="rId61">
            <p14:nvContentPartPr>
              <p14:cNvPr id="1053713" name="墨迹 1053712"/>
              <p14:cNvContentPartPr/>
              <p14:nvPr/>
            </p14:nvContentPartPr>
            <p14:xfrm>
              <a:off x="1480623" y="2574557"/>
              <a:ext cx="9373" cy="435497"/>
            </p14:xfrm>
          </p:contentPart>
        </mc:Choice>
        <mc:Fallback xmlns="">
          <p:sp>
            <p:nvSpPr>
              <p:cNvPr id="1053713" name=""/>
              <p:cNvSpPr/>
              <p:nvPr/>
            </p:nvSpPr>
            <p:spPr>
              <a:xfrm>
                <a:off x="1480623" y="2574557"/>
                <a:ext cx="9373" cy="435497"/>
              </a:xfrm>
            </p:spPr>
          </p:sp>
        </mc:Fallback>
      </mc:AlternateContent>
      <mc:AlternateContent xmlns:mc="http://schemas.openxmlformats.org/markup-compatibility/2006" xmlns:p14="http://schemas.microsoft.com/office/powerpoint/2010/main">
        <mc:Choice Requires="p14">
          <p:contentPart p14:bwMode="auto" r:id="rId62">
            <p14:nvContentPartPr>
              <p14:cNvPr id="1053714" name="墨迹 1053713"/>
              <p14:cNvContentPartPr/>
              <p14:nvPr/>
            </p14:nvContentPartPr>
            <p14:xfrm>
              <a:off x="1537305" y="2563749"/>
              <a:ext cx="408031" cy="336819"/>
            </p14:xfrm>
          </p:contentPart>
        </mc:Choice>
        <mc:Fallback xmlns="">
          <p:sp>
            <p:nvSpPr>
              <p:cNvPr id="1053714" name=""/>
              <p:cNvSpPr/>
              <p:nvPr/>
            </p:nvSpPr>
            <p:spPr>
              <a:xfrm>
                <a:off x="1537305" y="2563749"/>
                <a:ext cx="408031" cy="336819"/>
              </a:xfrm>
            </p:spPr>
          </p:sp>
        </mc:Fallback>
      </mc:AlternateContent>
      <mc:AlternateContent xmlns:mc="http://schemas.openxmlformats.org/markup-compatibility/2006" xmlns:p14="http://schemas.microsoft.com/office/powerpoint/2010/main">
        <mc:Choice Requires="p14">
          <p:contentPart p14:bwMode="auto" r:id="rId63">
            <p14:nvContentPartPr>
              <p14:cNvPr id="1053715" name="墨迹 1053714"/>
              <p14:cNvContentPartPr/>
              <p14:nvPr/>
            </p14:nvContentPartPr>
            <p14:xfrm>
              <a:off x="1579095" y="2445403"/>
              <a:ext cx="113650" cy="307752"/>
            </p14:xfrm>
          </p:contentPart>
        </mc:Choice>
        <mc:Fallback xmlns="">
          <p:sp>
            <p:nvSpPr>
              <p:cNvPr id="1053715" name=""/>
              <p:cNvSpPr/>
              <p:nvPr/>
            </p:nvSpPr>
            <p:spPr>
              <a:xfrm>
                <a:off x="1579095" y="2445403"/>
                <a:ext cx="113650" cy="307752"/>
              </a:xfrm>
            </p:spPr>
          </p:sp>
        </mc:Fallback>
      </mc:AlternateContent>
      <mc:AlternateContent xmlns:mc="http://schemas.openxmlformats.org/markup-compatibility/2006" xmlns:p14="http://schemas.microsoft.com/office/powerpoint/2010/main">
        <mc:Choice Requires="p14">
          <p:contentPart p14:bwMode="auto" r:id="rId64">
            <p14:nvContentPartPr>
              <p14:cNvPr id="1053716" name="墨迹 1053715"/>
              <p14:cNvContentPartPr/>
              <p14:nvPr/>
            </p14:nvContentPartPr>
            <p14:xfrm>
              <a:off x="1654731" y="2615172"/>
              <a:ext cx="103031" cy="86055"/>
            </p14:xfrm>
          </p:contentPart>
        </mc:Choice>
        <mc:Fallback xmlns="">
          <p:sp>
            <p:nvSpPr>
              <p:cNvPr id="1053716" name=""/>
              <p:cNvSpPr/>
              <p:nvPr/>
            </p:nvSpPr>
            <p:spPr>
              <a:xfrm>
                <a:off x="1654731" y="2615172"/>
                <a:ext cx="103031" cy="86055"/>
              </a:xfrm>
            </p:spPr>
          </p:sp>
        </mc:Fallback>
      </mc:AlternateContent>
      <mc:AlternateContent xmlns:mc="http://schemas.openxmlformats.org/markup-compatibility/2006" xmlns:p14="http://schemas.microsoft.com/office/powerpoint/2010/main">
        <mc:Choice Requires="p14">
          <p:contentPart p14:bwMode="auto" r:id="rId65">
            <p14:nvContentPartPr>
              <p14:cNvPr id="1053717" name="墨迹 1053716"/>
              <p14:cNvContentPartPr/>
              <p14:nvPr/>
            </p14:nvContentPartPr>
            <p14:xfrm>
              <a:off x="1720067" y="2471896"/>
              <a:ext cx="101086" cy="231551"/>
            </p14:xfrm>
          </p:contentPart>
        </mc:Choice>
        <mc:Fallback xmlns="">
          <p:sp>
            <p:nvSpPr>
              <p:cNvPr id="1053717" name=""/>
              <p:cNvSpPr/>
              <p:nvPr/>
            </p:nvSpPr>
            <p:spPr>
              <a:xfrm>
                <a:off x="1720067" y="2471896"/>
                <a:ext cx="101086" cy="231551"/>
              </a:xfrm>
            </p:spPr>
          </p:sp>
        </mc:Fallback>
      </mc:AlternateContent>
      <mc:AlternateContent xmlns:mc="http://schemas.openxmlformats.org/markup-compatibility/2006" xmlns:p14="http://schemas.microsoft.com/office/powerpoint/2010/main">
        <mc:Choice Requires="p14">
          <p:contentPart p14:bwMode="auto" r:id="rId66">
            <p14:nvContentPartPr>
              <p14:cNvPr id="1053718" name="墨迹 1053717"/>
              <p14:cNvContentPartPr/>
              <p14:nvPr/>
            </p14:nvContentPartPr>
            <p14:xfrm>
              <a:off x="1785673" y="2642446"/>
              <a:ext cx="103064" cy="77823"/>
            </p14:xfrm>
          </p:contentPart>
        </mc:Choice>
        <mc:Fallback xmlns="">
          <p:sp>
            <p:nvSpPr>
              <p:cNvPr id="1053718" name=""/>
              <p:cNvSpPr/>
              <p:nvPr/>
            </p:nvSpPr>
            <p:spPr>
              <a:xfrm>
                <a:off x="1785673" y="2642446"/>
                <a:ext cx="103064" cy="77823"/>
              </a:xfrm>
            </p:spPr>
          </p:sp>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5" name="Group 3"/>
          <p:cNvGrpSpPr/>
          <p:nvPr/>
        </p:nvGrpSpPr>
        <p:grpSpPr bwMode="auto">
          <a:xfrm>
            <a:off x="4267200" y="2133600"/>
            <a:ext cx="1828800" cy="1219200"/>
            <a:chOff x="768" y="2928"/>
            <a:chExt cx="1392" cy="1056"/>
          </a:xfrm>
        </p:grpSpPr>
        <p:grpSp>
          <p:nvGrpSpPr>
            <p:cNvPr id="516" name="Group 4"/>
            <p:cNvGrpSpPr/>
            <p:nvPr/>
          </p:nvGrpSpPr>
          <p:grpSpPr bwMode="auto">
            <a:xfrm>
              <a:off x="768" y="2928"/>
              <a:ext cx="1392" cy="1056"/>
              <a:chOff x="576" y="2016"/>
              <a:chExt cx="1392" cy="1056"/>
            </a:xfrm>
          </p:grpSpPr>
          <p:grpSp>
            <p:nvGrpSpPr>
              <p:cNvPr id="517" name="Group 5"/>
              <p:cNvGrpSpPr/>
              <p:nvPr/>
            </p:nvGrpSpPr>
            <p:grpSpPr bwMode="auto">
              <a:xfrm>
                <a:off x="576" y="2112"/>
                <a:ext cx="1392" cy="864"/>
                <a:chOff x="528" y="2112"/>
                <a:chExt cx="960" cy="864"/>
              </a:xfrm>
            </p:grpSpPr>
            <p:sp>
              <p:nvSpPr>
                <p:cNvPr id="1051630" name="Line 6"/>
                <p:cNvSpPr>
                  <a:spLocks noChangeShapeType="1"/>
                </p:cNvSpPr>
                <p:nvPr/>
              </p:nvSpPr>
              <p:spPr bwMode="auto">
                <a:xfrm>
                  <a:off x="528" y="211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631" name="Line 7"/>
                <p:cNvSpPr>
                  <a:spLocks noChangeShapeType="1"/>
                </p:cNvSpPr>
                <p:nvPr/>
              </p:nvSpPr>
              <p:spPr bwMode="auto">
                <a:xfrm>
                  <a:off x="528" y="2256"/>
                  <a:ext cx="960" cy="0"/>
                </a:xfrm>
                <a:prstGeom prst="line">
                  <a:avLst/>
                </a:prstGeom>
                <a:noFill/>
                <a:ln w="9525">
                  <a:solidFill>
                    <a:schemeClr val="tx1"/>
                  </a:solidFill>
                  <a:miter lim="800000"/>
                  <a:headEnd/>
                  <a:tailEnd/>
                </a:ln>
                <a:effectLst/>
              </p:spPr>
              <p:txBody>
                <a:bodyPr wrap="none"/>
                <a:lstStyle/>
                <a:p>
                  <a:endParaRPr lang="zh-CN" altLang="en-US"/>
                </a:p>
              </p:txBody>
            </p:sp>
            <p:sp>
              <p:nvSpPr>
                <p:cNvPr id="1051632" name="Line 8"/>
                <p:cNvSpPr>
                  <a:spLocks noChangeShapeType="1"/>
                </p:cNvSpPr>
                <p:nvPr/>
              </p:nvSpPr>
              <p:spPr bwMode="auto">
                <a:xfrm>
                  <a:off x="528" y="2544"/>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633" name="Line 9"/>
                <p:cNvSpPr>
                  <a:spLocks noChangeShapeType="1"/>
                </p:cNvSpPr>
                <p:nvPr/>
              </p:nvSpPr>
              <p:spPr bwMode="auto">
                <a:xfrm>
                  <a:off x="528" y="2400"/>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634" name="Line 10"/>
                <p:cNvSpPr>
                  <a:spLocks noChangeShapeType="1"/>
                </p:cNvSpPr>
                <p:nvPr/>
              </p:nvSpPr>
              <p:spPr bwMode="auto">
                <a:xfrm>
                  <a:off x="528" y="2688"/>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635" name="Line 11"/>
                <p:cNvSpPr>
                  <a:spLocks noChangeShapeType="1"/>
                </p:cNvSpPr>
                <p:nvPr/>
              </p:nvSpPr>
              <p:spPr bwMode="auto">
                <a:xfrm>
                  <a:off x="528" y="283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636" name="Line 12"/>
                <p:cNvSpPr>
                  <a:spLocks noChangeShapeType="1"/>
                </p:cNvSpPr>
                <p:nvPr/>
              </p:nvSpPr>
              <p:spPr bwMode="auto">
                <a:xfrm>
                  <a:off x="528" y="2976"/>
                  <a:ext cx="939"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518" name="Group 13"/>
              <p:cNvGrpSpPr/>
              <p:nvPr/>
            </p:nvGrpSpPr>
            <p:grpSpPr bwMode="auto">
              <a:xfrm>
                <a:off x="672" y="2016"/>
                <a:ext cx="1152" cy="1056"/>
                <a:chOff x="672" y="2016"/>
                <a:chExt cx="1152" cy="1056"/>
              </a:xfrm>
            </p:grpSpPr>
            <p:sp>
              <p:nvSpPr>
                <p:cNvPr id="1051637" name="Line 14"/>
                <p:cNvSpPr>
                  <a:spLocks noChangeShapeType="1"/>
                </p:cNvSpPr>
                <p:nvPr/>
              </p:nvSpPr>
              <p:spPr bwMode="auto">
                <a:xfrm>
                  <a:off x="67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638" name="Line 15"/>
                <p:cNvSpPr>
                  <a:spLocks noChangeShapeType="1"/>
                </p:cNvSpPr>
                <p:nvPr/>
              </p:nvSpPr>
              <p:spPr bwMode="auto">
                <a:xfrm>
                  <a:off x="81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639" name="Line 16"/>
                <p:cNvSpPr>
                  <a:spLocks noChangeShapeType="1"/>
                </p:cNvSpPr>
                <p:nvPr/>
              </p:nvSpPr>
              <p:spPr bwMode="auto">
                <a:xfrm>
                  <a:off x="96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640" name="Line 17"/>
                <p:cNvSpPr>
                  <a:spLocks noChangeShapeType="1"/>
                </p:cNvSpPr>
                <p:nvPr/>
              </p:nvSpPr>
              <p:spPr bwMode="auto">
                <a:xfrm>
                  <a:off x="1104"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641" name="Line 18"/>
                <p:cNvSpPr>
                  <a:spLocks noChangeShapeType="1"/>
                </p:cNvSpPr>
                <p:nvPr/>
              </p:nvSpPr>
              <p:spPr bwMode="auto">
                <a:xfrm>
                  <a:off x="1248"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642" name="Line 19"/>
                <p:cNvSpPr>
                  <a:spLocks noChangeShapeType="1"/>
                </p:cNvSpPr>
                <p:nvPr/>
              </p:nvSpPr>
              <p:spPr bwMode="auto">
                <a:xfrm>
                  <a:off x="139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643" name="Line 20"/>
                <p:cNvSpPr>
                  <a:spLocks noChangeShapeType="1"/>
                </p:cNvSpPr>
                <p:nvPr/>
              </p:nvSpPr>
              <p:spPr bwMode="auto">
                <a:xfrm>
                  <a:off x="153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644" name="Line 21"/>
                <p:cNvSpPr>
                  <a:spLocks noChangeShapeType="1"/>
                </p:cNvSpPr>
                <p:nvPr/>
              </p:nvSpPr>
              <p:spPr bwMode="auto">
                <a:xfrm>
                  <a:off x="168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645" name="Line 22"/>
                <p:cNvSpPr>
                  <a:spLocks noChangeShapeType="1"/>
                </p:cNvSpPr>
                <p:nvPr/>
              </p:nvSpPr>
              <p:spPr bwMode="auto">
                <a:xfrm>
                  <a:off x="1824" y="2016"/>
                  <a:ext cx="0" cy="1056"/>
                </a:xfrm>
                <a:prstGeom prst="line">
                  <a:avLst/>
                </a:prstGeom>
                <a:noFill/>
                <a:ln w="9525">
                  <a:solidFill>
                    <a:schemeClr val="tx1"/>
                  </a:solidFill>
                  <a:miter lim="800000"/>
                  <a:headEnd/>
                  <a:tailEnd/>
                </a:ln>
                <a:effectLst/>
              </p:spPr>
              <p:txBody>
                <a:bodyPr wrap="none"/>
                <a:lstStyle/>
                <a:p>
                  <a:endParaRPr lang="zh-CN" altLang="en-US"/>
                </a:p>
              </p:txBody>
            </p:sp>
          </p:grpSp>
        </p:grpSp>
        <p:sp>
          <p:nvSpPr>
            <p:cNvPr id="1051646" name="Oval 23"/>
            <p:cNvSpPr>
              <a:spLocks noChangeArrowheads="1"/>
            </p:cNvSpPr>
            <p:nvPr/>
          </p:nvSpPr>
          <p:spPr bwMode="auto">
            <a:xfrm>
              <a:off x="1414" y="300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47" name="Oval 24"/>
            <p:cNvSpPr>
              <a:spLocks noChangeArrowheads="1"/>
            </p:cNvSpPr>
            <p:nvPr/>
          </p:nvSpPr>
          <p:spPr bwMode="auto">
            <a:xfrm>
              <a:off x="1990" y="35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48" name="Oval 25"/>
            <p:cNvSpPr>
              <a:spLocks noChangeArrowheads="1"/>
            </p:cNvSpPr>
            <p:nvPr/>
          </p:nvSpPr>
          <p:spPr bwMode="auto">
            <a:xfrm>
              <a:off x="838" y="35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519" name="Group 26"/>
            <p:cNvGrpSpPr/>
            <p:nvPr/>
          </p:nvGrpSpPr>
          <p:grpSpPr bwMode="auto">
            <a:xfrm>
              <a:off x="982" y="3146"/>
              <a:ext cx="912" cy="768"/>
              <a:chOff x="886" y="3050"/>
              <a:chExt cx="912" cy="768"/>
            </a:xfrm>
          </p:grpSpPr>
          <p:sp>
            <p:nvSpPr>
              <p:cNvPr id="1051649" name="Oval 27"/>
              <p:cNvSpPr>
                <a:spLocks noChangeArrowheads="1"/>
              </p:cNvSpPr>
              <p:nvPr/>
            </p:nvSpPr>
            <p:spPr bwMode="auto">
              <a:xfrm>
                <a:off x="1318" y="305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50" name="Oval 28"/>
              <p:cNvSpPr>
                <a:spLocks noChangeArrowheads="1"/>
              </p:cNvSpPr>
              <p:nvPr/>
            </p:nvSpPr>
            <p:spPr bwMode="auto">
              <a:xfrm>
                <a:off x="1462" y="305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51" name="Oval 29"/>
              <p:cNvSpPr>
                <a:spLocks noChangeArrowheads="1"/>
              </p:cNvSpPr>
              <p:nvPr/>
            </p:nvSpPr>
            <p:spPr bwMode="auto">
              <a:xfrm>
                <a:off x="1174" y="305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52" name="Oval 30"/>
              <p:cNvSpPr>
                <a:spLocks noChangeArrowheads="1"/>
              </p:cNvSpPr>
              <p:nvPr/>
            </p:nvSpPr>
            <p:spPr bwMode="auto">
              <a:xfrm>
                <a:off x="1174" y="31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53" name="Oval 31"/>
              <p:cNvSpPr>
                <a:spLocks noChangeArrowheads="1"/>
              </p:cNvSpPr>
              <p:nvPr/>
            </p:nvSpPr>
            <p:spPr bwMode="auto">
              <a:xfrm>
                <a:off x="1030" y="31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54" name="Oval 32"/>
              <p:cNvSpPr>
                <a:spLocks noChangeArrowheads="1"/>
              </p:cNvSpPr>
              <p:nvPr/>
            </p:nvSpPr>
            <p:spPr bwMode="auto">
              <a:xfrm>
                <a:off x="1318" y="31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55" name="Oval 33"/>
              <p:cNvSpPr>
                <a:spLocks noChangeArrowheads="1"/>
              </p:cNvSpPr>
              <p:nvPr/>
            </p:nvSpPr>
            <p:spPr bwMode="auto">
              <a:xfrm>
                <a:off x="1462" y="31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56" name="Oval 34"/>
              <p:cNvSpPr>
                <a:spLocks noChangeArrowheads="1"/>
              </p:cNvSpPr>
              <p:nvPr/>
            </p:nvSpPr>
            <p:spPr bwMode="auto">
              <a:xfrm>
                <a:off x="1606" y="31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57" name="Oval 35"/>
              <p:cNvSpPr>
                <a:spLocks noChangeArrowheads="1"/>
              </p:cNvSpPr>
              <p:nvPr/>
            </p:nvSpPr>
            <p:spPr bwMode="auto">
              <a:xfrm>
                <a:off x="1750"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58" name="Oval 36"/>
              <p:cNvSpPr>
                <a:spLocks noChangeArrowheads="1"/>
              </p:cNvSpPr>
              <p:nvPr/>
            </p:nvSpPr>
            <p:spPr bwMode="auto">
              <a:xfrm>
                <a:off x="1606"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59" name="Oval 37"/>
              <p:cNvSpPr>
                <a:spLocks noChangeArrowheads="1"/>
              </p:cNvSpPr>
              <p:nvPr/>
            </p:nvSpPr>
            <p:spPr bwMode="auto">
              <a:xfrm>
                <a:off x="1462"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60" name="Oval 38"/>
              <p:cNvSpPr>
                <a:spLocks noChangeArrowheads="1"/>
              </p:cNvSpPr>
              <p:nvPr/>
            </p:nvSpPr>
            <p:spPr bwMode="auto">
              <a:xfrm>
                <a:off x="1318"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61" name="Oval 39"/>
              <p:cNvSpPr>
                <a:spLocks noChangeArrowheads="1"/>
              </p:cNvSpPr>
              <p:nvPr/>
            </p:nvSpPr>
            <p:spPr bwMode="auto">
              <a:xfrm>
                <a:off x="1174"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62" name="Oval 40"/>
              <p:cNvSpPr>
                <a:spLocks noChangeArrowheads="1"/>
              </p:cNvSpPr>
              <p:nvPr/>
            </p:nvSpPr>
            <p:spPr bwMode="auto">
              <a:xfrm>
                <a:off x="1030"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63" name="Oval 41"/>
              <p:cNvSpPr>
                <a:spLocks noChangeArrowheads="1"/>
              </p:cNvSpPr>
              <p:nvPr/>
            </p:nvSpPr>
            <p:spPr bwMode="auto">
              <a:xfrm>
                <a:off x="886"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64" name="Oval 42"/>
              <p:cNvSpPr>
                <a:spLocks noChangeArrowheads="1"/>
              </p:cNvSpPr>
              <p:nvPr/>
            </p:nvSpPr>
            <p:spPr bwMode="auto">
              <a:xfrm>
                <a:off x="1750"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65" name="Oval 43"/>
              <p:cNvSpPr>
                <a:spLocks noChangeArrowheads="1"/>
              </p:cNvSpPr>
              <p:nvPr/>
            </p:nvSpPr>
            <p:spPr bwMode="auto">
              <a:xfrm>
                <a:off x="1606"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66" name="Oval 44"/>
              <p:cNvSpPr>
                <a:spLocks noChangeArrowheads="1"/>
              </p:cNvSpPr>
              <p:nvPr/>
            </p:nvSpPr>
            <p:spPr bwMode="auto">
              <a:xfrm>
                <a:off x="1462"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67" name="Oval 45"/>
              <p:cNvSpPr>
                <a:spLocks noChangeArrowheads="1"/>
              </p:cNvSpPr>
              <p:nvPr/>
            </p:nvSpPr>
            <p:spPr bwMode="auto">
              <a:xfrm>
                <a:off x="1318"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68" name="Oval 46"/>
              <p:cNvSpPr>
                <a:spLocks noChangeArrowheads="1"/>
              </p:cNvSpPr>
              <p:nvPr/>
            </p:nvSpPr>
            <p:spPr bwMode="auto">
              <a:xfrm>
                <a:off x="1174"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69" name="Oval 47"/>
              <p:cNvSpPr>
                <a:spLocks noChangeArrowheads="1"/>
              </p:cNvSpPr>
              <p:nvPr/>
            </p:nvSpPr>
            <p:spPr bwMode="auto">
              <a:xfrm>
                <a:off x="1030"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70" name="Oval 48"/>
              <p:cNvSpPr>
                <a:spLocks noChangeArrowheads="1"/>
              </p:cNvSpPr>
              <p:nvPr/>
            </p:nvSpPr>
            <p:spPr bwMode="auto">
              <a:xfrm>
                <a:off x="886"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71" name="Oval 49"/>
              <p:cNvSpPr>
                <a:spLocks noChangeArrowheads="1"/>
              </p:cNvSpPr>
              <p:nvPr/>
            </p:nvSpPr>
            <p:spPr bwMode="auto">
              <a:xfrm>
                <a:off x="1750"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72" name="Oval 50"/>
              <p:cNvSpPr>
                <a:spLocks noChangeArrowheads="1"/>
              </p:cNvSpPr>
              <p:nvPr/>
            </p:nvSpPr>
            <p:spPr bwMode="auto">
              <a:xfrm>
                <a:off x="1606"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73" name="Oval 51"/>
              <p:cNvSpPr>
                <a:spLocks noChangeArrowheads="1"/>
              </p:cNvSpPr>
              <p:nvPr/>
            </p:nvSpPr>
            <p:spPr bwMode="auto">
              <a:xfrm>
                <a:off x="1462"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74" name="Oval 52"/>
              <p:cNvSpPr>
                <a:spLocks noChangeArrowheads="1"/>
              </p:cNvSpPr>
              <p:nvPr/>
            </p:nvSpPr>
            <p:spPr bwMode="auto">
              <a:xfrm>
                <a:off x="1318"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75" name="Oval 53"/>
              <p:cNvSpPr>
                <a:spLocks noChangeArrowheads="1"/>
              </p:cNvSpPr>
              <p:nvPr/>
            </p:nvSpPr>
            <p:spPr bwMode="auto">
              <a:xfrm>
                <a:off x="1174"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76" name="Oval 54"/>
              <p:cNvSpPr>
                <a:spLocks noChangeArrowheads="1"/>
              </p:cNvSpPr>
              <p:nvPr/>
            </p:nvSpPr>
            <p:spPr bwMode="auto">
              <a:xfrm>
                <a:off x="1030"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77" name="Oval 55"/>
              <p:cNvSpPr>
                <a:spLocks noChangeArrowheads="1"/>
              </p:cNvSpPr>
              <p:nvPr/>
            </p:nvSpPr>
            <p:spPr bwMode="auto">
              <a:xfrm>
                <a:off x="886"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78" name="Oval 56"/>
              <p:cNvSpPr>
                <a:spLocks noChangeArrowheads="1"/>
              </p:cNvSpPr>
              <p:nvPr/>
            </p:nvSpPr>
            <p:spPr bwMode="auto">
              <a:xfrm>
                <a:off x="1606" y="377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79" name="Oval 57"/>
              <p:cNvSpPr>
                <a:spLocks noChangeArrowheads="1"/>
              </p:cNvSpPr>
              <p:nvPr/>
            </p:nvSpPr>
            <p:spPr bwMode="auto">
              <a:xfrm>
                <a:off x="1462" y="377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80" name="Oval 58"/>
              <p:cNvSpPr>
                <a:spLocks noChangeArrowheads="1"/>
              </p:cNvSpPr>
              <p:nvPr/>
            </p:nvSpPr>
            <p:spPr bwMode="auto">
              <a:xfrm>
                <a:off x="1318" y="377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81" name="Oval 59"/>
              <p:cNvSpPr>
                <a:spLocks noChangeArrowheads="1"/>
              </p:cNvSpPr>
              <p:nvPr/>
            </p:nvSpPr>
            <p:spPr bwMode="auto">
              <a:xfrm>
                <a:off x="1174" y="377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682" name="Oval 60"/>
              <p:cNvSpPr>
                <a:spLocks noChangeArrowheads="1"/>
              </p:cNvSpPr>
              <p:nvPr/>
            </p:nvSpPr>
            <p:spPr bwMode="auto">
              <a:xfrm>
                <a:off x="1030" y="377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520" name="Group 61"/>
          <p:cNvGrpSpPr/>
          <p:nvPr/>
        </p:nvGrpSpPr>
        <p:grpSpPr bwMode="auto">
          <a:xfrm>
            <a:off x="6400800" y="2133600"/>
            <a:ext cx="1828800" cy="1219200"/>
            <a:chOff x="3072" y="2592"/>
            <a:chExt cx="1392" cy="1056"/>
          </a:xfrm>
        </p:grpSpPr>
        <p:grpSp>
          <p:nvGrpSpPr>
            <p:cNvPr id="521" name="Group 62"/>
            <p:cNvGrpSpPr/>
            <p:nvPr/>
          </p:nvGrpSpPr>
          <p:grpSpPr bwMode="auto">
            <a:xfrm>
              <a:off x="3072" y="2592"/>
              <a:ext cx="1392" cy="1056"/>
              <a:chOff x="576" y="2016"/>
              <a:chExt cx="1392" cy="1056"/>
            </a:xfrm>
          </p:grpSpPr>
          <p:grpSp>
            <p:nvGrpSpPr>
              <p:cNvPr id="522" name="Group 63"/>
              <p:cNvGrpSpPr/>
              <p:nvPr/>
            </p:nvGrpSpPr>
            <p:grpSpPr bwMode="auto">
              <a:xfrm>
                <a:off x="576" y="2112"/>
                <a:ext cx="1392" cy="864"/>
                <a:chOff x="528" y="2112"/>
                <a:chExt cx="960" cy="864"/>
              </a:xfrm>
            </p:grpSpPr>
            <p:sp>
              <p:nvSpPr>
                <p:cNvPr id="1051683" name="Line 64"/>
                <p:cNvSpPr>
                  <a:spLocks noChangeShapeType="1"/>
                </p:cNvSpPr>
                <p:nvPr/>
              </p:nvSpPr>
              <p:spPr bwMode="auto">
                <a:xfrm>
                  <a:off x="528" y="211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684" name="Line 65"/>
                <p:cNvSpPr>
                  <a:spLocks noChangeShapeType="1"/>
                </p:cNvSpPr>
                <p:nvPr/>
              </p:nvSpPr>
              <p:spPr bwMode="auto">
                <a:xfrm>
                  <a:off x="528" y="2256"/>
                  <a:ext cx="960" cy="0"/>
                </a:xfrm>
                <a:prstGeom prst="line">
                  <a:avLst/>
                </a:prstGeom>
                <a:noFill/>
                <a:ln w="9525">
                  <a:solidFill>
                    <a:schemeClr val="tx1"/>
                  </a:solidFill>
                  <a:miter lim="800000"/>
                  <a:headEnd/>
                  <a:tailEnd/>
                </a:ln>
                <a:effectLst/>
              </p:spPr>
              <p:txBody>
                <a:bodyPr wrap="none"/>
                <a:lstStyle/>
                <a:p>
                  <a:endParaRPr lang="zh-CN" altLang="en-US"/>
                </a:p>
              </p:txBody>
            </p:sp>
            <p:sp>
              <p:nvSpPr>
                <p:cNvPr id="1051685" name="Line 66"/>
                <p:cNvSpPr>
                  <a:spLocks noChangeShapeType="1"/>
                </p:cNvSpPr>
                <p:nvPr/>
              </p:nvSpPr>
              <p:spPr bwMode="auto">
                <a:xfrm>
                  <a:off x="528" y="2544"/>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686" name="Line 67"/>
                <p:cNvSpPr>
                  <a:spLocks noChangeShapeType="1"/>
                </p:cNvSpPr>
                <p:nvPr/>
              </p:nvSpPr>
              <p:spPr bwMode="auto">
                <a:xfrm>
                  <a:off x="528" y="2400"/>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687" name="Line 68"/>
                <p:cNvSpPr>
                  <a:spLocks noChangeShapeType="1"/>
                </p:cNvSpPr>
                <p:nvPr/>
              </p:nvSpPr>
              <p:spPr bwMode="auto">
                <a:xfrm>
                  <a:off x="528" y="2688"/>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688" name="Line 69"/>
                <p:cNvSpPr>
                  <a:spLocks noChangeShapeType="1"/>
                </p:cNvSpPr>
                <p:nvPr/>
              </p:nvSpPr>
              <p:spPr bwMode="auto">
                <a:xfrm>
                  <a:off x="528" y="283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689" name="Line 70"/>
                <p:cNvSpPr>
                  <a:spLocks noChangeShapeType="1"/>
                </p:cNvSpPr>
                <p:nvPr/>
              </p:nvSpPr>
              <p:spPr bwMode="auto">
                <a:xfrm>
                  <a:off x="528" y="2976"/>
                  <a:ext cx="939"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523" name="Group 71"/>
              <p:cNvGrpSpPr/>
              <p:nvPr/>
            </p:nvGrpSpPr>
            <p:grpSpPr bwMode="auto">
              <a:xfrm>
                <a:off x="672" y="2016"/>
                <a:ext cx="1152" cy="1056"/>
                <a:chOff x="672" y="2016"/>
                <a:chExt cx="1152" cy="1056"/>
              </a:xfrm>
            </p:grpSpPr>
            <p:sp>
              <p:nvSpPr>
                <p:cNvPr id="1051690" name="Line 72"/>
                <p:cNvSpPr>
                  <a:spLocks noChangeShapeType="1"/>
                </p:cNvSpPr>
                <p:nvPr/>
              </p:nvSpPr>
              <p:spPr bwMode="auto">
                <a:xfrm>
                  <a:off x="67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691" name="Line 73"/>
                <p:cNvSpPr>
                  <a:spLocks noChangeShapeType="1"/>
                </p:cNvSpPr>
                <p:nvPr/>
              </p:nvSpPr>
              <p:spPr bwMode="auto">
                <a:xfrm>
                  <a:off x="81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692" name="Line 74"/>
                <p:cNvSpPr>
                  <a:spLocks noChangeShapeType="1"/>
                </p:cNvSpPr>
                <p:nvPr/>
              </p:nvSpPr>
              <p:spPr bwMode="auto">
                <a:xfrm>
                  <a:off x="96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693" name="Line 75"/>
                <p:cNvSpPr>
                  <a:spLocks noChangeShapeType="1"/>
                </p:cNvSpPr>
                <p:nvPr/>
              </p:nvSpPr>
              <p:spPr bwMode="auto">
                <a:xfrm>
                  <a:off x="1104"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694" name="Line 76"/>
                <p:cNvSpPr>
                  <a:spLocks noChangeShapeType="1"/>
                </p:cNvSpPr>
                <p:nvPr/>
              </p:nvSpPr>
              <p:spPr bwMode="auto">
                <a:xfrm>
                  <a:off x="1248"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695" name="Line 77"/>
                <p:cNvSpPr>
                  <a:spLocks noChangeShapeType="1"/>
                </p:cNvSpPr>
                <p:nvPr/>
              </p:nvSpPr>
              <p:spPr bwMode="auto">
                <a:xfrm>
                  <a:off x="139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696" name="Line 78"/>
                <p:cNvSpPr>
                  <a:spLocks noChangeShapeType="1"/>
                </p:cNvSpPr>
                <p:nvPr/>
              </p:nvSpPr>
              <p:spPr bwMode="auto">
                <a:xfrm>
                  <a:off x="153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697" name="Line 79"/>
                <p:cNvSpPr>
                  <a:spLocks noChangeShapeType="1"/>
                </p:cNvSpPr>
                <p:nvPr/>
              </p:nvSpPr>
              <p:spPr bwMode="auto">
                <a:xfrm>
                  <a:off x="168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698" name="Line 80"/>
                <p:cNvSpPr>
                  <a:spLocks noChangeShapeType="1"/>
                </p:cNvSpPr>
                <p:nvPr/>
              </p:nvSpPr>
              <p:spPr bwMode="auto">
                <a:xfrm>
                  <a:off x="1824" y="2016"/>
                  <a:ext cx="0" cy="1056"/>
                </a:xfrm>
                <a:prstGeom prst="line">
                  <a:avLst/>
                </a:prstGeom>
                <a:noFill/>
                <a:ln w="9525">
                  <a:solidFill>
                    <a:schemeClr val="tx1"/>
                  </a:solidFill>
                  <a:miter lim="800000"/>
                  <a:headEnd/>
                  <a:tailEnd/>
                </a:ln>
                <a:effectLst/>
              </p:spPr>
              <p:txBody>
                <a:bodyPr wrap="none"/>
                <a:lstStyle/>
                <a:p>
                  <a:endParaRPr lang="zh-CN" altLang="en-US"/>
                </a:p>
              </p:txBody>
            </p:sp>
          </p:grpSp>
        </p:grpSp>
        <p:sp>
          <p:nvSpPr>
            <p:cNvPr id="1051699" name="Oval 81"/>
            <p:cNvSpPr>
              <a:spLocks noChangeArrowheads="1"/>
            </p:cNvSpPr>
            <p:nvPr/>
          </p:nvSpPr>
          <p:spPr bwMode="auto">
            <a:xfrm>
              <a:off x="3718" y="295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00" name="Oval 82"/>
            <p:cNvSpPr>
              <a:spLocks noChangeArrowheads="1"/>
            </p:cNvSpPr>
            <p:nvPr/>
          </p:nvSpPr>
          <p:spPr bwMode="auto">
            <a:xfrm>
              <a:off x="4006" y="324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01" name="Oval 83"/>
            <p:cNvSpPr>
              <a:spLocks noChangeArrowheads="1"/>
            </p:cNvSpPr>
            <p:nvPr/>
          </p:nvSpPr>
          <p:spPr bwMode="auto">
            <a:xfrm>
              <a:off x="3430" y="324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524" name="Group 84"/>
            <p:cNvGrpSpPr/>
            <p:nvPr/>
          </p:nvGrpSpPr>
          <p:grpSpPr bwMode="auto">
            <a:xfrm>
              <a:off x="3574" y="3098"/>
              <a:ext cx="336" cy="336"/>
              <a:chOff x="3574" y="3098"/>
              <a:chExt cx="336" cy="336"/>
            </a:xfrm>
          </p:grpSpPr>
          <p:sp>
            <p:nvSpPr>
              <p:cNvPr id="1051702" name="Oval 85"/>
              <p:cNvSpPr>
                <a:spLocks noChangeArrowheads="1"/>
              </p:cNvSpPr>
              <p:nvPr/>
            </p:nvSpPr>
            <p:spPr bwMode="auto">
              <a:xfrm>
                <a:off x="3862" y="309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03" name="Oval 86"/>
              <p:cNvSpPr>
                <a:spLocks noChangeArrowheads="1"/>
              </p:cNvSpPr>
              <p:nvPr/>
            </p:nvSpPr>
            <p:spPr bwMode="auto">
              <a:xfrm>
                <a:off x="3718" y="309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04" name="Oval 87"/>
              <p:cNvSpPr>
                <a:spLocks noChangeArrowheads="1"/>
              </p:cNvSpPr>
              <p:nvPr/>
            </p:nvSpPr>
            <p:spPr bwMode="auto">
              <a:xfrm>
                <a:off x="3574" y="309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05" name="Oval 88"/>
              <p:cNvSpPr>
                <a:spLocks noChangeArrowheads="1"/>
              </p:cNvSpPr>
              <p:nvPr/>
            </p:nvSpPr>
            <p:spPr bwMode="auto">
              <a:xfrm>
                <a:off x="3862" y="324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06" name="Oval 89"/>
              <p:cNvSpPr>
                <a:spLocks noChangeArrowheads="1"/>
              </p:cNvSpPr>
              <p:nvPr/>
            </p:nvSpPr>
            <p:spPr bwMode="auto">
              <a:xfrm>
                <a:off x="3718" y="324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07" name="Oval 90"/>
              <p:cNvSpPr>
                <a:spLocks noChangeArrowheads="1"/>
              </p:cNvSpPr>
              <p:nvPr/>
            </p:nvSpPr>
            <p:spPr bwMode="auto">
              <a:xfrm>
                <a:off x="3574" y="324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08" name="Oval 91"/>
              <p:cNvSpPr>
                <a:spLocks noChangeArrowheads="1"/>
              </p:cNvSpPr>
              <p:nvPr/>
            </p:nvSpPr>
            <p:spPr bwMode="auto">
              <a:xfrm>
                <a:off x="3862" y="338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09" name="Oval 92"/>
              <p:cNvSpPr>
                <a:spLocks noChangeArrowheads="1"/>
              </p:cNvSpPr>
              <p:nvPr/>
            </p:nvSpPr>
            <p:spPr bwMode="auto">
              <a:xfrm>
                <a:off x="3718" y="338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10" name="Oval 93"/>
              <p:cNvSpPr>
                <a:spLocks noChangeArrowheads="1"/>
              </p:cNvSpPr>
              <p:nvPr/>
            </p:nvSpPr>
            <p:spPr bwMode="auto">
              <a:xfrm>
                <a:off x="3574" y="338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525" name="Group 94"/>
            <p:cNvGrpSpPr/>
            <p:nvPr/>
          </p:nvGrpSpPr>
          <p:grpSpPr bwMode="auto">
            <a:xfrm>
              <a:off x="3142" y="2666"/>
              <a:ext cx="1200" cy="912"/>
              <a:chOff x="3190" y="362"/>
              <a:chExt cx="1200" cy="912"/>
            </a:xfrm>
          </p:grpSpPr>
          <p:sp>
            <p:nvSpPr>
              <p:cNvPr id="1051711" name="Oval 95"/>
              <p:cNvSpPr>
                <a:spLocks noChangeArrowheads="1"/>
              </p:cNvSpPr>
              <p:nvPr/>
            </p:nvSpPr>
            <p:spPr bwMode="auto">
              <a:xfrm>
                <a:off x="3766" y="36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12" name="Oval 96"/>
              <p:cNvSpPr>
                <a:spLocks noChangeArrowheads="1"/>
              </p:cNvSpPr>
              <p:nvPr/>
            </p:nvSpPr>
            <p:spPr bwMode="auto">
              <a:xfrm>
                <a:off x="3766" y="50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13" name="Oval 97"/>
              <p:cNvSpPr>
                <a:spLocks noChangeArrowheads="1"/>
              </p:cNvSpPr>
              <p:nvPr/>
            </p:nvSpPr>
            <p:spPr bwMode="auto">
              <a:xfrm>
                <a:off x="3910" y="50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14" name="Oval 98"/>
              <p:cNvSpPr>
                <a:spLocks noChangeArrowheads="1"/>
              </p:cNvSpPr>
              <p:nvPr/>
            </p:nvSpPr>
            <p:spPr bwMode="auto">
              <a:xfrm>
                <a:off x="3622" y="50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15" name="Oval 99"/>
              <p:cNvSpPr>
                <a:spLocks noChangeArrowheads="1"/>
              </p:cNvSpPr>
              <p:nvPr/>
            </p:nvSpPr>
            <p:spPr bwMode="auto">
              <a:xfrm>
                <a:off x="3622" y="65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16" name="Oval 100"/>
              <p:cNvSpPr>
                <a:spLocks noChangeArrowheads="1"/>
              </p:cNvSpPr>
              <p:nvPr/>
            </p:nvSpPr>
            <p:spPr bwMode="auto">
              <a:xfrm>
                <a:off x="3478" y="65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17" name="Oval 101"/>
              <p:cNvSpPr>
                <a:spLocks noChangeArrowheads="1"/>
              </p:cNvSpPr>
              <p:nvPr/>
            </p:nvSpPr>
            <p:spPr bwMode="auto">
              <a:xfrm>
                <a:off x="3910" y="65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18" name="Oval 102"/>
              <p:cNvSpPr>
                <a:spLocks noChangeArrowheads="1"/>
              </p:cNvSpPr>
              <p:nvPr/>
            </p:nvSpPr>
            <p:spPr bwMode="auto">
              <a:xfrm>
                <a:off x="4054" y="65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19" name="Oval 103"/>
              <p:cNvSpPr>
                <a:spLocks noChangeArrowheads="1"/>
              </p:cNvSpPr>
              <p:nvPr/>
            </p:nvSpPr>
            <p:spPr bwMode="auto">
              <a:xfrm>
                <a:off x="4198" y="7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20" name="Oval 104"/>
              <p:cNvSpPr>
                <a:spLocks noChangeArrowheads="1"/>
              </p:cNvSpPr>
              <p:nvPr/>
            </p:nvSpPr>
            <p:spPr bwMode="auto">
              <a:xfrm>
                <a:off x="4054" y="7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21" name="Oval 105"/>
              <p:cNvSpPr>
                <a:spLocks noChangeArrowheads="1"/>
              </p:cNvSpPr>
              <p:nvPr/>
            </p:nvSpPr>
            <p:spPr bwMode="auto">
              <a:xfrm>
                <a:off x="3478" y="7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22" name="Oval 106"/>
              <p:cNvSpPr>
                <a:spLocks noChangeArrowheads="1"/>
              </p:cNvSpPr>
              <p:nvPr/>
            </p:nvSpPr>
            <p:spPr bwMode="auto">
              <a:xfrm>
                <a:off x="3334" y="7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23" name="Oval 107"/>
              <p:cNvSpPr>
                <a:spLocks noChangeArrowheads="1"/>
              </p:cNvSpPr>
              <p:nvPr/>
            </p:nvSpPr>
            <p:spPr bwMode="auto">
              <a:xfrm>
                <a:off x="4342" y="9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24" name="Oval 108"/>
              <p:cNvSpPr>
                <a:spLocks noChangeArrowheads="1"/>
              </p:cNvSpPr>
              <p:nvPr/>
            </p:nvSpPr>
            <p:spPr bwMode="auto">
              <a:xfrm>
                <a:off x="4198" y="9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25" name="Oval 109"/>
              <p:cNvSpPr>
                <a:spLocks noChangeArrowheads="1"/>
              </p:cNvSpPr>
              <p:nvPr/>
            </p:nvSpPr>
            <p:spPr bwMode="auto">
              <a:xfrm>
                <a:off x="3334" y="9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26" name="Oval 110"/>
              <p:cNvSpPr>
                <a:spLocks noChangeArrowheads="1"/>
              </p:cNvSpPr>
              <p:nvPr/>
            </p:nvSpPr>
            <p:spPr bwMode="auto">
              <a:xfrm>
                <a:off x="3190" y="9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27" name="Oval 111"/>
              <p:cNvSpPr>
                <a:spLocks noChangeArrowheads="1"/>
              </p:cNvSpPr>
              <p:nvPr/>
            </p:nvSpPr>
            <p:spPr bwMode="auto">
              <a:xfrm>
                <a:off x="4198" y="10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28" name="Oval 112"/>
              <p:cNvSpPr>
                <a:spLocks noChangeArrowheads="1"/>
              </p:cNvSpPr>
              <p:nvPr/>
            </p:nvSpPr>
            <p:spPr bwMode="auto">
              <a:xfrm>
                <a:off x="4054" y="10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29" name="Oval 113"/>
              <p:cNvSpPr>
                <a:spLocks noChangeArrowheads="1"/>
              </p:cNvSpPr>
              <p:nvPr/>
            </p:nvSpPr>
            <p:spPr bwMode="auto">
              <a:xfrm>
                <a:off x="3478" y="10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30" name="Oval 114"/>
              <p:cNvSpPr>
                <a:spLocks noChangeArrowheads="1"/>
              </p:cNvSpPr>
              <p:nvPr/>
            </p:nvSpPr>
            <p:spPr bwMode="auto">
              <a:xfrm>
                <a:off x="3334" y="10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31" name="Oval 115"/>
              <p:cNvSpPr>
                <a:spLocks noChangeArrowheads="1"/>
              </p:cNvSpPr>
              <p:nvPr/>
            </p:nvSpPr>
            <p:spPr bwMode="auto">
              <a:xfrm>
                <a:off x="4054" y="12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32" name="Oval 116"/>
              <p:cNvSpPr>
                <a:spLocks noChangeArrowheads="1"/>
              </p:cNvSpPr>
              <p:nvPr/>
            </p:nvSpPr>
            <p:spPr bwMode="auto">
              <a:xfrm>
                <a:off x="3910" y="12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33" name="Oval 117"/>
              <p:cNvSpPr>
                <a:spLocks noChangeArrowheads="1"/>
              </p:cNvSpPr>
              <p:nvPr/>
            </p:nvSpPr>
            <p:spPr bwMode="auto">
              <a:xfrm>
                <a:off x="3766" y="12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34" name="Oval 118"/>
              <p:cNvSpPr>
                <a:spLocks noChangeArrowheads="1"/>
              </p:cNvSpPr>
              <p:nvPr/>
            </p:nvSpPr>
            <p:spPr bwMode="auto">
              <a:xfrm>
                <a:off x="3622" y="12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35" name="Oval 119"/>
              <p:cNvSpPr>
                <a:spLocks noChangeArrowheads="1"/>
              </p:cNvSpPr>
              <p:nvPr/>
            </p:nvSpPr>
            <p:spPr bwMode="auto">
              <a:xfrm>
                <a:off x="3478" y="12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526" name="Group 120"/>
          <p:cNvGrpSpPr/>
          <p:nvPr/>
        </p:nvGrpSpPr>
        <p:grpSpPr bwMode="auto">
          <a:xfrm>
            <a:off x="8534400" y="2133600"/>
            <a:ext cx="1828800" cy="1219200"/>
            <a:chOff x="3840" y="240"/>
            <a:chExt cx="1392" cy="1056"/>
          </a:xfrm>
        </p:grpSpPr>
        <p:grpSp>
          <p:nvGrpSpPr>
            <p:cNvPr id="527" name="Group 121"/>
            <p:cNvGrpSpPr/>
            <p:nvPr/>
          </p:nvGrpSpPr>
          <p:grpSpPr bwMode="auto">
            <a:xfrm>
              <a:off x="3840" y="240"/>
              <a:ext cx="1392" cy="1056"/>
              <a:chOff x="576" y="2016"/>
              <a:chExt cx="1392" cy="1056"/>
            </a:xfrm>
          </p:grpSpPr>
          <p:grpSp>
            <p:nvGrpSpPr>
              <p:cNvPr id="528" name="Group 122"/>
              <p:cNvGrpSpPr/>
              <p:nvPr/>
            </p:nvGrpSpPr>
            <p:grpSpPr bwMode="auto">
              <a:xfrm>
                <a:off x="576" y="2112"/>
                <a:ext cx="1392" cy="864"/>
                <a:chOff x="528" y="2112"/>
                <a:chExt cx="960" cy="864"/>
              </a:xfrm>
            </p:grpSpPr>
            <p:sp>
              <p:nvSpPr>
                <p:cNvPr id="1051736" name="Line 123"/>
                <p:cNvSpPr>
                  <a:spLocks noChangeShapeType="1"/>
                </p:cNvSpPr>
                <p:nvPr/>
              </p:nvSpPr>
              <p:spPr bwMode="auto">
                <a:xfrm>
                  <a:off x="528" y="211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737" name="Line 124"/>
                <p:cNvSpPr>
                  <a:spLocks noChangeShapeType="1"/>
                </p:cNvSpPr>
                <p:nvPr/>
              </p:nvSpPr>
              <p:spPr bwMode="auto">
                <a:xfrm>
                  <a:off x="528" y="2256"/>
                  <a:ext cx="960" cy="0"/>
                </a:xfrm>
                <a:prstGeom prst="line">
                  <a:avLst/>
                </a:prstGeom>
                <a:noFill/>
                <a:ln w="9525">
                  <a:solidFill>
                    <a:schemeClr val="tx1"/>
                  </a:solidFill>
                  <a:miter lim="800000"/>
                  <a:headEnd/>
                  <a:tailEnd/>
                </a:ln>
                <a:effectLst/>
              </p:spPr>
              <p:txBody>
                <a:bodyPr wrap="none"/>
                <a:lstStyle/>
                <a:p>
                  <a:endParaRPr lang="zh-CN" altLang="en-US"/>
                </a:p>
              </p:txBody>
            </p:sp>
            <p:sp>
              <p:nvSpPr>
                <p:cNvPr id="1051738" name="Line 125"/>
                <p:cNvSpPr>
                  <a:spLocks noChangeShapeType="1"/>
                </p:cNvSpPr>
                <p:nvPr/>
              </p:nvSpPr>
              <p:spPr bwMode="auto">
                <a:xfrm>
                  <a:off x="528" y="2544"/>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739" name="Line 126"/>
                <p:cNvSpPr>
                  <a:spLocks noChangeShapeType="1"/>
                </p:cNvSpPr>
                <p:nvPr/>
              </p:nvSpPr>
              <p:spPr bwMode="auto">
                <a:xfrm>
                  <a:off x="528" y="2400"/>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740" name="Line 127"/>
                <p:cNvSpPr>
                  <a:spLocks noChangeShapeType="1"/>
                </p:cNvSpPr>
                <p:nvPr/>
              </p:nvSpPr>
              <p:spPr bwMode="auto">
                <a:xfrm>
                  <a:off x="528" y="2688"/>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741" name="Line 128"/>
                <p:cNvSpPr>
                  <a:spLocks noChangeShapeType="1"/>
                </p:cNvSpPr>
                <p:nvPr/>
              </p:nvSpPr>
              <p:spPr bwMode="auto">
                <a:xfrm>
                  <a:off x="528" y="283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742" name="Line 129"/>
                <p:cNvSpPr>
                  <a:spLocks noChangeShapeType="1"/>
                </p:cNvSpPr>
                <p:nvPr/>
              </p:nvSpPr>
              <p:spPr bwMode="auto">
                <a:xfrm>
                  <a:off x="528" y="2976"/>
                  <a:ext cx="939"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529" name="Group 130"/>
              <p:cNvGrpSpPr/>
              <p:nvPr/>
            </p:nvGrpSpPr>
            <p:grpSpPr bwMode="auto">
              <a:xfrm>
                <a:off x="672" y="2016"/>
                <a:ext cx="1152" cy="1056"/>
                <a:chOff x="672" y="2016"/>
                <a:chExt cx="1152" cy="1056"/>
              </a:xfrm>
            </p:grpSpPr>
            <p:sp>
              <p:nvSpPr>
                <p:cNvPr id="1051743" name="Line 131"/>
                <p:cNvSpPr>
                  <a:spLocks noChangeShapeType="1"/>
                </p:cNvSpPr>
                <p:nvPr/>
              </p:nvSpPr>
              <p:spPr bwMode="auto">
                <a:xfrm>
                  <a:off x="67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744" name="Line 132"/>
                <p:cNvSpPr>
                  <a:spLocks noChangeShapeType="1"/>
                </p:cNvSpPr>
                <p:nvPr/>
              </p:nvSpPr>
              <p:spPr bwMode="auto">
                <a:xfrm>
                  <a:off x="81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745" name="Line 133"/>
                <p:cNvSpPr>
                  <a:spLocks noChangeShapeType="1"/>
                </p:cNvSpPr>
                <p:nvPr/>
              </p:nvSpPr>
              <p:spPr bwMode="auto">
                <a:xfrm>
                  <a:off x="96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746" name="Line 134"/>
                <p:cNvSpPr>
                  <a:spLocks noChangeShapeType="1"/>
                </p:cNvSpPr>
                <p:nvPr/>
              </p:nvSpPr>
              <p:spPr bwMode="auto">
                <a:xfrm>
                  <a:off x="1104"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747" name="Line 135"/>
                <p:cNvSpPr>
                  <a:spLocks noChangeShapeType="1"/>
                </p:cNvSpPr>
                <p:nvPr/>
              </p:nvSpPr>
              <p:spPr bwMode="auto">
                <a:xfrm>
                  <a:off x="1248"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748" name="Line 136"/>
                <p:cNvSpPr>
                  <a:spLocks noChangeShapeType="1"/>
                </p:cNvSpPr>
                <p:nvPr/>
              </p:nvSpPr>
              <p:spPr bwMode="auto">
                <a:xfrm>
                  <a:off x="139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749" name="Line 137"/>
                <p:cNvSpPr>
                  <a:spLocks noChangeShapeType="1"/>
                </p:cNvSpPr>
                <p:nvPr/>
              </p:nvSpPr>
              <p:spPr bwMode="auto">
                <a:xfrm>
                  <a:off x="153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750" name="Line 138"/>
                <p:cNvSpPr>
                  <a:spLocks noChangeShapeType="1"/>
                </p:cNvSpPr>
                <p:nvPr/>
              </p:nvSpPr>
              <p:spPr bwMode="auto">
                <a:xfrm>
                  <a:off x="168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751" name="Line 139"/>
                <p:cNvSpPr>
                  <a:spLocks noChangeShapeType="1"/>
                </p:cNvSpPr>
                <p:nvPr/>
              </p:nvSpPr>
              <p:spPr bwMode="auto">
                <a:xfrm>
                  <a:off x="1824" y="2016"/>
                  <a:ext cx="0" cy="1056"/>
                </a:xfrm>
                <a:prstGeom prst="line">
                  <a:avLst/>
                </a:prstGeom>
                <a:noFill/>
                <a:ln w="9525">
                  <a:solidFill>
                    <a:schemeClr val="tx1"/>
                  </a:solidFill>
                  <a:miter lim="800000"/>
                  <a:headEnd/>
                  <a:tailEnd/>
                </a:ln>
                <a:effectLst/>
              </p:spPr>
              <p:txBody>
                <a:bodyPr wrap="none"/>
                <a:lstStyle/>
                <a:p>
                  <a:endParaRPr lang="zh-CN" altLang="en-US"/>
                </a:p>
              </p:txBody>
            </p:sp>
          </p:grpSp>
        </p:grpSp>
        <p:sp>
          <p:nvSpPr>
            <p:cNvPr id="1051752" name="Oval 140"/>
            <p:cNvSpPr>
              <a:spLocks noChangeArrowheads="1"/>
            </p:cNvSpPr>
            <p:nvPr/>
          </p:nvSpPr>
          <p:spPr bwMode="auto">
            <a:xfrm>
              <a:off x="4486" y="31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53" name="Oval 141"/>
            <p:cNvSpPr>
              <a:spLocks noChangeArrowheads="1"/>
            </p:cNvSpPr>
            <p:nvPr/>
          </p:nvSpPr>
          <p:spPr bwMode="auto">
            <a:xfrm>
              <a:off x="4486" y="45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54" name="Oval 142"/>
            <p:cNvSpPr>
              <a:spLocks noChangeArrowheads="1"/>
            </p:cNvSpPr>
            <p:nvPr/>
          </p:nvSpPr>
          <p:spPr bwMode="auto">
            <a:xfrm>
              <a:off x="4630" y="45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55" name="Oval 143"/>
            <p:cNvSpPr>
              <a:spLocks noChangeArrowheads="1"/>
            </p:cNvSpPr>
            <p:nvPr/>
          </p:nvSpPr>
          <p:spPr bwMode="auto">
            <a:xfrm>
              <a:off x="4342" y="45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56" name="Oval 144"/>
            <p:cNvSpPr>
              <a:spLocks noChangeArrowheads="1"/>
            </p:cNvSpPr>
            <p:nvPr/>
          </p:nvSpPr>
          <p:spPr bwMode="auto">
            <a:xfrm>
              <a:off x="4342" y="60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57" name="Oval 145"/>
            <p:cNvSpPr>
              <a:spLocks noChangeArrowheads="1"/>
            </p:cNvSpPr>
            <p:nvPr/>
          </p:nvSpPr>
          <p:spPr bwMode="auto">
            <a:xfrm>
              <a:off x="4198" y="60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58" name="Oval 146"/>
            <p:cNvSpPr>
              <a:spLocks noChangeArrowheads="1"/>
            </p:cNvSpPr>
            <p:nvPr/>
          </p:nvSpPr>
          <p:spPr bwMode="auto">
            <a:xfrm>
              <a:off x="4486" y="60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59" name="Oval 147"/>
            <p:cNvSpPr>
              <a:spLocks noChangeArrowheads="1"/>
            </p:cNvSpPr>
            <p:nvPr/>
          </p:nvSpPr>
          <p:spPr bwMode="auto">
            <a:xfrm>
              <a:off x="4630" y="60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60" name="Oval 148"/>
            <p:cNvSpPr>
              <a:spLocks noChangeArrowheads="1"/>
            </p:cNvSpPr>
            <p:nvPr/>
          </p:nvSpPr>
          <p:spPr bwMode="auto">
            <a:xfrm>
              <a:off x="4774" y="60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61" name="Oval 149"/>
            <p:cNvSpPr>
              <a:spLocks noChangeArrowheads="1"/>
            </p:cNvSpPr>
            <p:nvPr/>
          </p:nvSpPr>
          <p:spPr bwMode="auto">
            <a:xfrm>
              <a:off x="4918" y="74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62" name="Oval 150"/>
            <p:cNvSpPr>
              <a:spLocks noChangeArrowheads="1"/>
            </p:cNvSpPr>
            <p:nvPr/>
          </p:nvSpPr>
          <p:spPr bwMode="auto">
            <a:xfrm>
              <a:off x="4774" y="74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63" name="Oval 151"/>
            <p:cNvSpPr>
              <a:spLocks noChangeArrowheads="1"/>
            </p:cNvSpPr>
            <p:nvPr/>
          </p:nvSpPr>
          <p:spPr bwMode="auto">
            <a:xfrm>
              <a:off x="4630" y="74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64" name="Oval 152"/>
            <p:cNvSpPr>
              <a:spLocks noChangeArrowheads="1"/>
            </p:cNvSpPr>
            <p:nvPr/>
          </p:nvSpPr>
          <p:spPr bwMode="auto">
            <a:xfrm>
              <a:off x="4486" y="74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65" name="Oval 153"/>
            <p:cNvSpPr>
              <a:spLocks noChangeArrowheads="1"/>
            </p:cNvSpPr>
            <p:nvPr/>
          </p:nvSpPr>
          <p:spPr bwMode="auto">
            <a:xfrm>
              <a:off x="4342" y="74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66" name="Oval 154"/>
            <p:cNvSpPr>
              <a:spLocks noChangeArrowheads="1"/>
            </p:cNvSpPr>
            <p:nvPr/>
          </p:nvSpPr>
          <p:spPr bwMode="auto">
            <a:xfrm>
              <a:off x="4198" y="74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67" name="Oval 155"/>
            <p:cNvSpPr>
              <a:spLocks noChangeArrowheads="1"/>
            </p:cNvSpPr>
            <p:nvPr/>
          </p:nvSpPr>
          <p:spPr bwMode="auto">
            <a:xfrm>
              <a:off x="4054" y="74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68" name="Oval 156"/>
            <p:cNvSpPr>
              <a:spLocks noChangeArrowheads="1"/>
            </p:cNvSpPr>
            <p:nvPr/>
          </p:nvSpPr>
          <p:spPr bwMode="auto">
            <a:xfrm>
              <a:off x="5062" y="89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69" name="Oval 157"/>
            <p:cNvSpPr>
              <a:spLocks noChangeArrowheads="1"/>
            </p:cNvSpPr>
            <p:nvPr/>
          </p:nvSpPr>
          <p:spPr bwMode="auto">
            <a:xfrm>
              <a:off x="4918" y="89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70" name="Oval 158"/>
            <p:cNvSpPr>
              <a:spLocks noChangeArrowheads="1"/>
            </p:cNvSpPr>
            <p:nvPr/>
          </p:nvSpPr>
          <p:spPr bwMode="auto">
            <a:xfrm>
              <a:off x="4774" y="89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71" name="Oval 159"/>
            <p:cNvSpPr>
              <a:spLocks noChangeArrowheads="1"/>
            </p:cNvSpPr>
            <p:nvPr/>
          </p:nvSpPr>
          <p:spPr bwMode="auto">
            <a:xfrm>
              <a:off x="4630" y="89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72" name="Oval 160"/>
            <p:cNvSpPr>
              <a:spLocks noChangeArrowheads="1"/>
            </p:cNvSpPr>
            <p:nvPr/>
          </p:nvSpPr>
          <p:spPr bwMode="auto">
            <a:xfrm>
              <a:off x="4486" y="89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73" name="Oval 161"/>
            <p:cNvSpPr>
              <a:spLocks noChangeArrowheads="1"/>
            </p:cNvSpPr>
            <p:nvPr/>
          </p:nvSpPr>
          <p:spPr bwMode="auto">
            <a:xfrm>
              <a:off x="4342" y="89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74" name="Oval 162"/>
            <p:cNvSpPr>
              <a:spLocks noChangeArrowheads="1"/>
            </p:cNvSpPr>
            <p:nvPr/>
          </p:nvSpPr>
          <p:spPr bwMode="auto">
            <a:xfrm>
              <a:off x="4198" y="89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75" name="Oval 163"/>
            <p:cNvSpPr>
              <a:spLocks noChangeArrowheads="1"/>
            </p:cNvSpPr>
            <p:nvPr/>
          </p:nvSpPr>
          <p:spPr bwMode="auto">
            <a:xfrm>
              <a:off x="4054" y="89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76" name="Oval 164"/>
            <p:cNvSpPr>
              <a:spLocks noChangeArrowheads="1"/>
            </p:cNvSpPr>
            <p:nvPr/>
          </p:nvSpPr>
          <p:spPr bwMode="auto">
            <a:xfrm>
              <a:off x="3910" y="89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77" name="Oval 165"/>
            <p:cNvSpPr>
              <a:spLocks noChangeArrowheads="1"/>
            </p:cNvSpPr>
            <p:nvPr/>
          </p:nvSpPr>
          <p:spPr bwMode="auto">
            <a:xfrm>
              <a:off x="4918" y="103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78" name="Oval 166"/>
            <p:cNvSpPr>
              <a:spLocks noChangeArrowheads="1"/>
            </p:cNvSpPr>
            <p:nvPr/>
          </p:nvSpPr>
          <p:spPr bwMode="auto">
            <a:xfrm>
              <a:off x="4774" y="103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79" name="Oval 167"/>
            <p:cNvSpPr>
              <a:spLocks noChangeArrowheads="1"/>
            </p:cNvSpPr>
            <p:nvPr/>
          </p:nvSpPr>
          <p:spPr bwMode="auto">
            <a:xfrm>
              <a:off x="4630" y="103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80" name="Oval 168"/>
            <p:cNvSpPr>
              <a:spLocks noChangeArrowheads="1"/>
            </p:cNvSpPr>
            <p:nvPr/>
          </p:nvSpPr>
          <p:spPr bwMode="auto">
            <a:xfrm>
              <a:off x="4486" y="103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81" name="Oval 169"/>
            <p:cNvSpPr>
              <a:spLocks noChangeArrowheads="1"/>
            </p:cNvSpPr>
            <p:nvPr/>
          </p:nvSpPr>
          <p:spPr bwMode="auto">
            <a:xfrm>
              <a:off x="4342" y="103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82" name="Oval 170"/>
            <p:cNvSpPr>
              <a:spLocks noChangeArrowheads="1"/>
            </p:cNvSpPr>
            <p:nvPr/>
          </p:nvSpPr>
          <p:spPr bwMode="auto">
            <a:xfrm>
              <a:off x="4198" y="103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83" name="Oval 171"/>
            <p:cNvSpPr>
              <a:spLocks noChangeArrowheads="1"/>
            </p:cNvSpPr>
            <p:nvPr/>
          </p:nvSpPr>
          <p:spPr bwMode="auto">
            <a:xfrm>
              <a:off x="4054" y="103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84" name="Oval 172"/>
            <p:cNvSpPr>
              <a:spLocks noChangeArrowheads="1"/>
            </p:cNvSpPr>
            <p:nvPr/>
          </p:nvSpPr>
          <p:spPr bwMode="auto">
            <a:xfrm>
              <a:off x="4774" y="117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85" name="Oval 173"/>
            <p:cNvSpPr>
              <a:spLocks noChangeArrowheads="1"/>
            </p:cNvSpPr>
            <p:nvPr/>
          </p:nvSpPr>
          <p:spPr bwMode="auto">
            <a:xfrm>
              <a:off x="4630" y="117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86" name="Oval 174"/>
            <p:cNvSpPr>
              <a:spLocks noChangeArrowheads="1"/>
            </p:cNvSpPr>
            <p:nvPr/>
          </p:nvSpPr>
          <p:spPr bwMode="auto">
            <a:xfrm>
              <a:off x="4486" y="117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87" name="Oval 175"/>
            <p:cNvSpPr>
              <a:spLocks noChangeArrowheads="1"/>
            </p:cNvSpPr>
            <p:nvPr/>
          </p:nvSpPr>
          <p:spPr bwMode="auto">
            <a:xfrm>
              <a:off x="4342" y="117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788" name="Oval 176"/>
            <p:cNvSpPr>
              <a:spLocks noChangeArrowheads="1"/>
            </p:cNvSpPr>
            <p:nvPr/>
          </p:nvSpPr>
          <p:spPr bwMode="auto">
            <a:xfrm>
              <a:off x="4198" y="117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aphicFrame>
        <p:nvGraphicFramePr>
          <p:cNvPr id="4194346" name="Object 177"/>
          <p:cNvGraphicFramePr>
            <a:graphicFrameLocks noChangeAspect="1"/>
          </p:cNvGraphicFramePr>
          <p:nvPr/>
        </p:nvGraphicFramePr>
        <p:xfrm>
          <a:off x="2133600" y="2667000"/>
          <a:ext cx="1174213" cy="368301"/>
        </p:xfrm>
        <a:graphic>
          <a:graphicData uri="http://schemas.openxmlformats.org/presentationml/2006/ole">
            <mc:AlternateContent xmlns:mc="http://schemas.openxmlformats.org/markup-compatibility/2006">
              <mc:Choice xmlns:v="urn:schemas-microsoft-com:vml" Requires="v">
                <p:oleObj name="Equation" r:id="rId2" imgW="647419" imgH="203112" progId="Equation.3">
                  <p:embed/>
                </p:oleObj>
              </mc:Choice>
              <mc:Fallback>
                <p:oleObj name="Equation" r:id="rId2" imgW="647419" imgH="203112" progId="Equation.3">
                  <p:embed/>
                  <p:pic>
                    <p:nvPicPr>
                      <p:cNvPr id="2097240" name="Object 177"/>
                      <p:cNvPicPr>
                        <a:picLocks noChangeAspect="1" noChangeArrowheads="1"/>
                      </p:cNvPicPr>
                      <p:nvPr/>
                    </p:nvPicPr>
                    <p:blipFill>
                      <a:blip r:embed="rId3"/>
                      <a:srcRect/>
                      <a:stretch>
                        <a:fillRect/>
                      </a:stretch>
                    </p:blipFill>
                    <p:spPr bwMode="auto">
                      <a:xfrm>
                        <a:off x="2133600" y="2667000"/>
                        <a:ext cx="1174213" cy="368301"/>
                      </a:xfrm>
                      <a:prstGeom prst="rect">
                        <a:avLst/>
                      </a:prstGeom>
                      <a:noFill/>
                      <a:ln>
                        <a:noFill/>
                      </a:ln>
                      <a:effectLst/>
                    </p:spPr>
                  </p:pic>
                </p:oleObj>
              </mc:Fallback>
            </mc:AlternateContent>
          </a:graphicData>
        </a:graphic>
      </p:graphicFrame>
      <p:grpSp>
        <p:nvGrpSpPr>
          <p:cNvPr id="530" name="Group 178"/>
          <p:cNvGrpSpPr/>
          <p:nvPr/>
        </p:nvGrpSpPr>
        <p:grpSpPr bwMode="auto">
          <a:xfrm>
            <a:off x="6400800" y="3657600"/>
            <a:ext cx="1828800" cy="1219200"/>
            <a:chOff x="2784" y="3312"/>
            <a:chExt cx="1152" cy="768"/>
          </a:xfrm>
        </p:grpSpPr>
        <p:grpSp>
          <p:nvGrpSpPr>
            <p:cNvPr id="531" name="Group 179"/>
            <p:cNvGrpSpPr/>
            <p:nvPr/>
          </p:nvGrpSpPr>
          <p:grpSpPr bwMode="auto">
            <a:xfrm>
              <a:off x="2784" y="3312"/>
              <a:ext cx="1152" cy="768"/>
              <a:chOff x="576" y="2016"/>
              <a:chExt cx="1392" cy="1056"/>
            </a:xfrm>
          </p:grpSpPr>
          <p:grpSp>
            <p:nvGrpSpPr>
              <p:cNvPr id="532" name="Group 180"/>
              <p:cNvGrpSpPr/>
              <p:nvPr/>
            </p:nvGrpSpPr>
            <p:grpSpPr bwMode="auto">
              <a:xfrm>
                <a:off x="576" y="2112"/>
                <a:ext cx="1392" cy="864"/>
                <a:chOff x="528" y="2112"/>
                <a:chExt cx="960" cy="864"/>
              </a:xfrm>
            </p:grpSpPr>
            <p:sp>
              <p:nvSpPr>
                <p:cNvPr id="1051789" name="Line 181"/>
                <p:cNvSpPr>
                  <a:spLocks noChangeShapeType="1"/>
                </p:cNvSpPr>
                <p:nvPr/>
              </p:nvSpPr>
              <p:spPr bwMode="auto">
                <a:xfrm>
                  <a:off x="528" y="211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790" name="Line 182"/>
                <p:cNvSpPr>
                  <a:spLocks noChangeShapeType="1"/>
                </p:cNvSpPr>
                <p:nvPr/>
              </p:nvSpPr>
              <p:spPr bwMode="auto">
                <a:xfrm>
                  <a:off x="528" y="2256"/>
                  <a:ext cx="960" cy="0"/>
                </a:xfrm>
                <a:prstGeom prst="line">
                  <a:avLst/>
                </a:prstGeom>
                <a:noFill/>
                <a:ln w="9525">
                  <a:solidFill>
                    <a:schemeClr val="tx1"/>
                  </a:solidFill>
                  <a:miter lim="800000"/>
                  <a:headEnd/>
                  <a:tailEnd/>
                </a:ln>
                <a:effectLst/>
              </p:spPr>
              <p:txBody>
                <a:bodyPr wrap="none"/>
                <a:lstStyle/>
                <a:p>
                  <a:endParaRPr lang="zh-CN" altLang="en-US"/>
                </a:p>
              </p:txBody>
            </p:sp>
            <p:sp>
              <p:nvSpPr>
                <p:cNvPr id="1051791" name="Line 183"/>
                <p:cNvSpPr>
                  <a:spLocks noChangeShapeType="1"/>
                </p:cNvSpPr>
                <p:nvPr/>
              </p:nvSpPr>
              <p:spPr bwMode="auto">
                <a:xfrm>
                  <a:off x="528" y="2544"/>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792" name="Line 184"/>
                <p:cNvSpPr>
                  <a:spLocks noChangeShapeType="1"/>
                </p:cNvSpPr>
                <p:nvPr/>
              </p:nvSpPr>
              <p:spPr bwMode="auto">
                <a:xfrm>
                  <a:off x="528" y="2400"/>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793" name="Line 185"/>
                <p:cNvSpPr>
                  <a:spLocks noChangeShapeType="1"/>
                </p:cNvSpPr>
                <p:nvPr/>
              </p:nvSpPr>
              <p:spPr bwMode="auto">
                <a:xfrm>
                  <a:off x="528" y="2688"/>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794" name="Line 186"/>
                <p:cNvSpPr>
                  <a:spLocks noChangeShapeType="1"/>
                </p:cNvSpPr>
                <p:nvPr/>
              </p:nvSpPr>
              <p:spPr bwMode="auto">
                <a:xfrm>
                  <a:off x="528" y="283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795" name="Line 187"/>
                <p:cNvSpPr>
                  <a:spLocks noChangeShapeType="1"/>
                </p:cNvSpPr>
                <p:nvPr/>
              </p:nvSpPr>
              <p:spPr bwMode="auto">
                <a:xfrm>
                  <a:off x="528" y="2976"/>
                  <a:ext cx="939"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533" name="Group 188"/>
              <p:cNvGrpSpPr/>
              <p:nvPr/>
            </p:nvGrpSpPr>
            <p:grpSpPr bwMode="auto">
              <a:xfrm>
                <a:off x="672" y="2016"/>
                <a:ext cx="1152" cy="1056"/>
                <a:chOff x="672" y="2016"/>
                <a:chExt cx="1152" cy="1056"/>
              </a:xfrm>
            </p:grpSpPr>
            <p:sp>
              <p:nvSpPr>
                <p:cNvPr id="1051796" name="Line 189"/>
                <p:cNvSpPr>
                  <a:spLocks noChangeShapeType="1"/>
                </p:cNvSpPr>
                <p:nvPr/>
              </p:nvSpPr>
              <p:spPr bwMode="auto">
                <a:xfrm>
                  <a:off x="67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797" name="Line 190"/>
                <p:cNvSpPr>
                  <a:spLocks noChangeShapeType="1"/>
                </p:cNvSpPr>
                <p:nvPr/>
              </p:nvSpPr>
              <p:spPr bwMode="auto">
                <a:xfrm>
                  <a:off x="81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798" name="Line 191"/>
                <p:cNvSpPr>
                  <a:spLocks noChangeShapeType="1"/>
                </p:cNvSpPr>
                <p:nvPr/>
              </p:nvSpPr>
              <p:spPr bwMode="auto">
                <a:xfrm>
                  <a:off x="96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799" name="Line 192"/>
                <p:cNvSpPr>
                  <a:spLocks noChangeShapeType="1"/>
                </p:cNvSpPr>
                <p:nvPr/>
              </p:nvSpPr>
              <p:spPr bwMode="auto">
                <a:xfrm>
                  <a:off x="1104"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800" name="Line 193"/>
                <p:cNvSpPr>
                  <a:spLocks noChangeShapeType="1"/>
                </p:cNvSpPr>
                <p:nvPr/>
              </p:nvSpPr>
              <p:spPr bwMode="auto">
                <a:xfrm>
                  <a:off x="1248"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801" name="Line 194"/>
                <p:cNvSpPr>
                  <a:spLocks noChangeShapeType="1"/>
                </p:cNvSpPr>
                <p:nvPr/>
              </p:nvSpPr>
              <p:spPr bwMode="auto">
                <a:xfrm>
                  <a:off x="139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802" name="Line 195"/>
                <p:cNvSpPr>
                  <a:spLocks noChangeShapeType="1"/>
                </p:cNvSpPr>
                <p:nvPr/>
              </p:nvSpPr>
              <p:spPr bwMode="auto">
                <a:xfrm>
                  <a:off x="153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803" name="Line 196"/>
                <p:cNvSpPr>
                  <a:spLocks noChangeShapeType="1"/>
                </p:cNvSpPr>
                <p:nvPr/>
              </p:nvSpPr>
              <p:spPr bwMode="auto">
                <a:xfrm>
                  <a:off x="168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804" name="Line 197"/>
                <p:cNvSpPr>
                  <a:spLocks noChangeShapeType="1"/>
                </p:cNvSpPr>
                <p:nvPr/>
              </p:nvSpPr>
              <p:spPr bwMode="auto">
                <a:xfrm>
                  <a:off x="1824" y="2016"/>
                  <a:ext cx="0" cy="1056"/>
                </a:xfrm>
                <a:prstGeom prst="line">
                  <a:avLst/>
                </a:prstGeom>
                <a:noFill/>
                <a:ln w="9525">
                  <a:solidFill>
                    <a:schemeClr val="tx1"/>
                  </a:solidFill>
                  <a:miter lim="800000"/>
                  <a:headEnd/>
                  <a:tailEnd/>
                </a:ln>
                <a:effectLst/>
              </p:spPr>
              <p:txBody>
                <a:bodyPr wrap="none"/>
                <a:lstStyle/>
                <a:p>
                  <a:endParaRPr lang="zh-CN" altLang="en-US"/>
                </a:p>
              </p:txBody>
            </p:sp>
          </p:grpSp>
        </p:grpSp>
        <p:sp>
          <p:nvSpPr>
            <p:cNvPr id="1051805" name="Oval 198"/>
            <p:cNvSpPr>
              <a:spLocks noChangeArrowheads="1"/>
            </p:cNvSpPr>
            <p:nvPr/>
          </p:nvSpPr>
          <p:spPr bwMode="auto">
            <a:xfrm>
              <a:off x="3319" y="3785"/>
              <a:ext cx="39" cy="34"/>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06" name="Oval 199"/>
            <p:cNvSpPr>
              <a:spLocks noChangeArrowheads="1"/>
            </p:cNvSpPr>
            <p:nvPr/>
          </p:nvSpPr>
          <p:spPr bwMode="auto">
            <a:xfrm>
              <a:off x="3319" y="3889"/>
              <a:ext cx="39"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07" name="Oval 200"/>
            <p:cNvSpPr>
              <a:spLocks noChangeArrowheads="1"/>
            </p:cNvSpPr>
            <p:nvPr/>
          </p:nvSpPr>
          <p:spPr bwMode="auto">
            <a:xfrm>
              <a:off x="3319" y="3366"/>
              <a:ext cx="39"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08" name="Oval 201"/>
            <p:cNvSpPr>
              <a:spLocks noChangeArrowheads="1"/>
            </p:cNvSpPr>
            <p:nvPr/>
          </p:nvSpPr>
          <p:spPr bwMode="auto">
            <a:xfrm>
              <a:off x="3080" y="3575"/>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534" name="Group 202"/>
            <p:cNvGrpSpPr/>
            <p:nvPr/>
          </p:nvGrpSpPr>
          <p:grpSpPr bwMode="auto">
            <a:xfrm>
              <a:off x="3199" y="3471"/>
              <a:ext cx="279" cy="244"/>
              <a:chOff x="3199" y="3471"/>
              <a:chExt cx="279" cy="244"/>
            </a:xfrm>
          </p:grpSpPr>
          <p:sp>
            <p:nvSpPr>
              <p:cNvPr id="1051809" name="Oval 203"/>
              <p:cNvSpPr>
                <a:spLocks noChangeArrowheads="1"/>
              </p:cNvSpPr>
              <p:nvPr/>
            </p:nvSpPr>
            <p:spPr bwMode="auto">
              <a:xfrm>
                <a:off x="3319" y="3575"/>
                <a:ext cx="39"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10" name="Oval 204"/>
              <p:cNvSpPr>
                <a:spLocks noChangeArrowheads="1"/>
              </p:cNvSpPr>
              <p:nvPr/>
            </p:nvSpPr>
            <p:spPr bwMode="auto">
              <a:xfrm>
                <a:off x="3438" y="3680"/>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11" name="Oval 205"/>
              <p:cNvSpPr>
                <a:spLocks noChangeArrowheads="1"/>
              </p:cNvSpPr>
              <p:nvPr/>
            </p:nvSpPr>
            <p:spPr bwMode="auto">
              <a:xfrm>
                <a:off x="3319" y="3680"/>
                <a:ext cx="39"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12" name="Oval 206"/>
              <p:cNvSpPr>
                <a:spLocks noChangeArrowheads="1"/>
              </p:cNvSpPr>
              <p:nvPr/>
            </p:nvSpPr>
            <p:spPr bwMode="auto">
              <a:xfrm>
                <a:off x="3199" y="3680"/>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13" name="Oval 207"/>
              <p:cNvSpPr>
                <a:spLocks noChangeArrowheads="1"/>
              </p:cNvSpPr>
              <p:nvPr/>
            </p:nvSpPr>
            <p:spPr bwMode="auto">
              <a:xfrm>
                <a:off x="3319" y="3471"/>
                <a:ext cx="39"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14" name="Oval 208"/>
              <p:cNvSpPr>
                <a:spLocks noChangeArrowheads="1"/>
              </p:cNvSpPr>
              <p:nvPr/>
            </p:nvSpPr>
            <p:spPr bwMode="auto">
              <a:xfrm>
                <a:off x="3438" y="3471"/>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15" name="Oval 209"/>
              <p:cNvSpPr>
                <a:spLocks noChangeArrowheads="1"/>
              </p:cNvSpPr>
              <p:nvPr/>
            </p:nvSpPr>
            <p:spPr bwMode="auto">
              <a:xfrm>
                <a:off x="3199" y="3471"/>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16" name="Oval 210"/>
              <p:cNvSpPr>
                <a:spLocks noChangeArrowheads="1"/>
              </p:cNvSpPr>
              <p:nvPr/>
            </p:nvSpPr>
            <p:spPr bwMode="auto">
              <a:xfrm>
                <a:off x="3199" y="3575"/>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17" name="Oval 211"/>
              <p:cNvSpPr>
                <a:spLocks noChangeArrowheads="1"/>
              </p:cNvSpPr>
              <p:nvPr/>
            </p:nvSpPr>
            <p:spPr bwMode="auto">
              <a:xfrm>
                <a:off x="3438" y="3575"/>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1818" name="Oval 212"/>
            <p:cNvSpPr>
              <a:spLocks noChangeArrowheads="1"/>
            </p:cNvSpPr>
            <p:nvPr/>
          </p:nvSpPr>
          <p:spPr bwMode="auto">
            <a:xfrm>
              <a:off x="3557" y="3575"/>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19" name="Oval 213"/>
            <p:cNvSpPr>
              <a:spLocks noChangeArrowheads="1"/>
            </p:cNvSpPr>
            <p:nvPr/>
          </p:nvSpPr>
          <p:spPr bwMode="auto">
            <a:xfrm>
              <a:off x="3795" y="3785"/>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20" name="Oval 214"/>
            <p:cNvSpPr>
              <a:spLocks noChangeArrowheads="1"/>
            </p:cNvSpPr>
            <p:nvPr/>
          </p:nvSpPr>
          <p:spPr bwMode="auto">
            <a:xfrm>
              <a:off x="2842" y="3785"/>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535" name="Group 215"/>
            <p:cNvGrpSpPr/>
            <p:nvPr/>
          </p:nvGrpSpPr>
          <p:grpSpPr bwMode="auto">
            <a:xfrm>
              <a:off x="3438" y="3680"/>
              <a:ext cx="278" cy="244"/>
              <a:chOff x="3438" y="3680"/>
              <a:chExt cx="278" cy="244"/>
            </a:xfrm>
          </p:grpSpPr>
          <p:sp>
            <p:nvSpPr>
              <p:cNvPr id="1051821" name="Oval 216"/>
              <p:cNvSpPr>
                <a:spLocks noChangeArrowheads="1"/>
              </p:cNvSpPr>
              <p:nvPr/>
            </p:nvSpPr>
            <p:spPr bwMode="auto">
              <a:xfrm>
                <a:off x="3557" y="3785"/>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22" name="Oval 217"/>
              <p:cNvSpPr>
                <a:spLocks noChangeArrowheads="1"/>
              </p:cNvSpPr>
              <p:nvPr/>
            </p:nvSpPr>
            <p:spPr bwMode="auto">
              <a:xfrm>
                <a:off x="3438" y="3785"/>
                <a:ext cx="40" cy="34"/>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23" name="Oval 218"/>
              <p:cNvSpPr>
                <a:spLocks noChangeArrowheads="1"/>
              </p:cNvSpPr>
              <p:nvPr/>
            </p:nvSpPr>
            <p:spPr bwMode="auto">
              <a:xfrm>
                <a:off x="3438" y="3889"/>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24" name="Oval 219"/>
              <p:cNvSpPr>
                <a:spLocks noChangeArrowheads="1"/>
              </p:cNvSpPr>
              <p:nvPr/>
            </p:nvSpPr>
            <p:spPr bwMode="auto">
              <a:xfrm>
                <a:off x="3676" y="3680"/>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25" name="Oval 220"/>
              <p:cNvSpPr>
                <a:spLocks noChangeArrowheads="1"/>
              </p:cNvSpPr>
              <p:nvPr/>
            </p:nvSpPr>
            <p:spPr bwMode="auto">
              <a:xfrm>
                <a:off x="3557" y="3680"/>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26" name="Oval 221"/>
              <p:cNvSpPr>
                <a:spLocks noChangeArrowheads="1"/>
              </p:cNvSpPr>
              <p:nvPr/>
            </p:nvSpPr>
            <p:spPr bwMode="auto">
              <a:xfrm>
                <a:off x="3676" y="3785"/>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27" name="Oval 222"/>
              <p:cNvSpPr>
                <a:spLocks noChangeArrowheads="1"/>
              </p:cNvSpPr>
              <p:nvPr/>
            </p:nvSpPr>
            <p:spPr bwMode="auto">
              <a:xfrm>
                <a:off x="3676" y="3889"/>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28" name="Oval 223"/>
              <p:cNvSpPr>
                <a:spLocks noChangeArrowheads="1"/>
              </p:cNvSpPr>
              <p:nvPr/>
            </p:nvSpPr>
            <p:spPr bwMode="auto">
              <a:xfrm>
                <a:off x="3557" y="3889"/>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536" name="Group 224"/>
            <p:cNvGrpSpPr/>
            <p:nvPr/>
          </p:nvGrpSpPr>
          <p:grpSpPr bwMode="auto">
            <a:xfrm>
              <a:off x="2961" y="3680"/>
              <a:ext cx="278" cy="244"/>
              <a:chOff x="2961" y="3680"/>
              <a:chExt cx="278" cy="244"/>
            </a:xfrm>
          </p:grpSpPr>
          <p:sp>
            <p:nvSpPr>
              <p:cNvPr id="1051829" name="Oval 225"/>
              <p:cNvSpPr>
                <a:spLocks noChangeArrowheads="1"/>
              </p:cNvSpPr>
              <p:nvPr/>
            </p:nvSpPr>
            <p:spPr bwMode="auto">
              <a:xfrm>
                <a:off x="3080" y="3785"/>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30" name="Oval 226"/>
              <p:cNvSpPr>
                <a:spLocks noChangeArrowheads="1"/>
              </p:cNvSpPr>
              <p:nvPr/>
            </p:nvSpPr>
            <p:spPr bwMode="auto">
              <a:xfrm>
                <a:off x="3199" y="3785"/>
                <a:ext cx="40" cy="34"/>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31" name="Oval 227"/>
              <p:cNvSpPr>
                <a:spLocks noChangeArrowheads="1"/>
              </p:cNvSpPr>
              <p:nvPr/>
            </p:nvSpPr>
            <p:spPr bwMode="auto">
              <a:xfrm>
                <a:off x="3199" y="3889"/>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32" name="Oval 228"/>
              <p:cNvSpPr>
                <a:spLocks noChangeArrowheads="1"/>
              </p:cNvSpPr>
              <p:nvPr/>
            </p:nvSpPr>
            <p:spPr bwMode="auto">
              <a:xfrm>
                <a:off x="3080" y="3680"/>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33" name="Oval 229"/>
              <p:cNvSpPr>
                <a:spLocks noChangeArrowheads="1"/>
              </p:cNvSpPr>
              <p:nvPr/>
            </p:nvSpPr>
            <p:spPr bwMode="auto">
              <a:xfrm>
                <a:off x="2961" y="3680"/>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34" name="Oval 230"/>
              <p:cNvSpPr>
                <a:spLocks noChangeArrowheads="1"/>
              </p:cNvSpPr>
              <p:nvPr/>
            </p:nvSpPr>
            <p:spPr bwMode="auto">
              <a:xfrm>
                <a:off x="2961" y="3785"/>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35" name="Oval 231"/>
              <p:cNvSpPr>
                <a:spLocks noChangeArrowheads="1"/>
              </p:cNvSpPr>
              <p:nvPr/>
            </p:nvSpPr>
            <p:spPr bwMode="auto">
              <a:xfrm>
                <a:off x="3080" y="3889"/>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36" name="Oval 232"/>
              <p:cNvSpPr>
                <a:spLocks noChangeArrowheads="1"/>
              </p:cNvSpPr>
              <p:nvPr/>
            </p:nvSpPr>
            <p:spPr bwMode="auto">
              <a:xfrm>
                <a:off x="2961" y="3889"/>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1837" name="Oval 233"/>
            <p:cNvSpPr>
              <a:spLocks noChangeArrowheads="1"/>
            </p:cNvSpPr>
            <p:nvPr/>
          </p:nvSpPr>
          <p:spPr bwMode="auto">
            <a:xfrm>
              <a:off x="3557" y="3994"/>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38" name="Oval 234"/>
            <p:cNvSpPr>
              <a:spLocks noChangeArrowheads="1"/>
            </p:cNvSpPr>
            <p:nvPr/>
          </p:nvSpPr>
          <p:spPr bwMode="auto">
            <a:xfrm>
              <a:off x="3438" y="3994"/>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39" name="Oval 235"/>
            <p:cNvSpPr>
              <a:spLocks noChangeArrowheads="1"/>
            </p:cNvSpPr>
            <p:nvPr/>
          </p:nvSpPr>
          <p:spPr bwMode="auto">
            <a:xfrm>
              <a:off x="3319" y="3994"/>
              <a:ext cx="39"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40" name="Oval 236"/>
            <p:cNvSpPr>
              <a:spLocks noChangeArrowheads="1"/>
            </p:cNvSpPr>
            <p:nvPr/>
          </p:nvSpPr>
          <p:spPr bwMode="auto">
            <a:xfrm>
              <a:off x="3199" y="3994"/>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41" name="Oval 237"/>
            <p:cNvSpPr>
              <a:spLocks noChangeArrowheads="1"/>
            </p:cNvSpPr>
            <p:nvPr/>
          </p:nvSpPr>
          <p:spPr bwMode="auto">
            <a:xfrm>
              <a:off x="3080" y="3994"/>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537" name="Group 238"/>
          <p:cNvGrpSpPr/>
          <p:nvPr/>
        </p:nvGrpSpPr>
        <p:grpSpPr bwMode="auto">
          <a:xfrm>
            <a:off x="8534400" y="3657600"/>
            <a:ext cx="1828800" cy="1219200"/>
            <a:chOff x="4368" y="3360"/>
            <a:chExt cx="1152" cy="768"/>
          </a:xfrm>
        </p:grpSpPr>
        <p:grpSp>
          <p:nvGrpSpPr>
            <p:cNvPr id="538" name="Group 239"/>
            <p:cNvGrpSpPr/>
            <p:nvPr/>
          </p:nvGrpSpPr>
          <p:grpSpPr bwMode="auto">
            <a:xfrm>
              <a:off x="4368" y="3360"/>
              <a:ext cx="1152" cy="768"/>
              <a:chOff x="576" y="2016"/>
              <a:chExt cx="1392" cy="1056"/>
            </a:xfrm>
          </p:grpSpPr>
          <p:grpSp>
            <p:nvGrpSpPr>
              <p:cNvPr id="539" name="Group 240"/>
              <p:cNvGrpSpPr/>
              <p:nvPr/>
            </p:nvGrpSpPr>
            <p:grpSpPr bwMode="auto">
              <a:xfrm>
                <a:off x="576" y="2112"/>
                <a:ext cx="1392" cy="864"/>
                <a:chOff x="528" y="2112"/>
                <a:chExt cx="960" cy="864"/>
              </a:xfrm>
            </p:grpSpPr>
            <p:sp>
              <p:nvSpPr>
                <p:cNvPr id="1051842" name="Line 241"/>
                <p:cNvSpPr>
                  <a:spLocks noChangeShapeType="1"/>
                </p:cNvSpPr>
                <p:nvPr/>
              </p:nvSpPr>
              <p:spPr bwMode="auto">
                <a:xfrm>
                  <a:off x="528" y="211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843" name="Line 242"/>
                <p:cNvSpPr>
                  <a:spLocks noChangeShapeType="1"/>
                </p:cNvSpPr>
                <p:nvPr/>
              </p:nvSpPr>
              <p:spPr bwMode="auto">
                <a:xfrm>
                  <a:off x="528" y="2256"/>
                  <a:ext cx="960" cy="0"/>
                </a:xfrm>
                <a:prstGeom prst="line">
                  <a:avLst/>
                </a:prstGeom>
                <a:noFill/>
                <a:ln w="9525">
                  <a:solidFill>
                    <a:schemeClr val="tx1"/>
                  </a:solidFill>
                  <a:miter lim="800000"/>
                  <a:headEnd/>
                  <a:tailEnd/>
                </a:ln>
                <a:effectLst/>
              </p:spPr>
              <p:txBody>
                <a:bodyPr wrap="none"/>
                <a:lstStyle/>
                <a:p>
                  <a:endParaRPr lang="zh-CN" altLang="en-US"/>
                </a:p>
              </p:txBody>
            </p:sp>
            <p:sp>
              <p:nvSpPr>
                <p:cNvPr id="1051844" name="Line 243"/>
                <p:cNvSpPr>
                  <a:spLocks noChangeShapeType="1"/>
                </p:cNvSpPr>
                <p:nvPr/>
              </p:nvSpPr>
              <p:spPr bwMode="auto">
                <a:xfrm>
                  <a:off x="528" y="2544"/>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845" name="Line 244"/>
                <p:cNvSpPr>
                  <a:spLocks noChangeShapeType="1"/>
                </p:cNvSpPr>
                <p:nvPr/>
              </p:nvSpPr>
              <p:spPr bwMode="auto">
                <a:xfrm>
                  <a:off x="528" y="2400"/>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846" name="Line 245"/>
                <p:cNvSpPr>
                  <a:spLocks noChangeShapeType="1"/>
                </p:cNvSpPr>
                <p:nvPr/>
              </p:nvSpPr>
              <p:spPr bwMode="auto">
                <a:xfrm>
                  <a:off x="528" y="2688"/>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847" name="Line 246"/>
                <p:cNvSpPr>
                  <a:spLocks noChangeShapeType="1"/>
                </p:cNvSpPr>
                <p:nvPr/>
              </p:nvSpPr>
              <p:spPr bwMode="auto">
                <a:xfrm>
                  <a:off x="528" y="283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848" name="Line 247"/>
                <p:cNvSpPr>
                  <a:spLocks noChangeShapeType="1"/>
                </p:cNvSpPr>
                <p:nvPr/>
              </p:nvSpPr>
              <p:spPr bwMode="auto">
                <a:xfrm>
                  <a:off x="528" y="2976"/>
                  <a:ext cx="939"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540" name="Group 248"/>
              <p:cNvGrpSpPr/>
              <p:nvPr/>
            </p:nvGrpSpPr>
            <p:grpSpPr bwMode="auto">
              <a:xfrm>
                <a:off x="672" y="2016"/>
                <a:ext cx="1152" cy="1056"/>
                <a:chOff x="672" y="2016"/>
                <a:chExt cx="1152" cy="1056"/>
              </a:xfrm>
            </p:grpSpPr>
            <p:sp>
              <p:nvSpPr>
                <p:cNvPr id="1051849" name="Line 249"/>
                <p:cNvSpPr>
                  <a:spLocks noChangeShapeType="1"/>
                </p:cNvSpPr>
                <p:nvPr/>
              </p:nvSpPr>
              <p:spPr bwMode="auto">
                <a:xfrm>
                  <a:off x="67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850" name="Line 250"/>
                <p:cNvSpPr>
                  <a:spLocks noChangeShapeType="1"/>
                </p:cNvSpPr>
                <p:nvPr/>
              </p:nvSpPr>
              <p:spPr bwMode="auto">
                <a:xfrm>
                  <a:off x="81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851" name="Line 251"/>
                <p:cNvSpPr>
                  <a:spLocks noChangeShapeType="1"/>
                </p:cNvSpPr>
                <p:nvPr/>
              </p:nvSpPr>
              <p:spPr bwMode="auto">
                <a:xfrm>
                  <a:off x="96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852" name="Line 252"/>
                <p:cNvSpPr>
                  <a:spLocks noChangeShapeType="1"/>
                </p:cNvSpPr>
                <p:nvPr/>
              </p:nvSpPr>
              <p:spPr bwMode="auto">
                <a:xfrm>
                  <a:off x="1104"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853" name="Line 253"/>
                <p:cNvSpPr>
                  <a:spLocks noChangeShapeType="1"/>
                </p:cNvSpPr>
                <p:nvPr/>
              </p:nvSpPr>
              <p:spPr bwMode="auto">
                <a:xfrm>
                  <a:off x="1248"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854" name="Line 254"/>
                <p:cNvSpPr>
                  <a:spLocks noChangeShapeType="1"/>
                </p:cNvSpPr>
                <p:nvPr/>
              </p:nvSpPr>
              <p:spPr bwMode="auto">
                <a:xfrm>
                  <a:off x="139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855" name="Line 255"/>
                <p:cNvSpPr>
                  <a:spLocks noChangeShapeType="1"/>
                </p:cNvSpPr>
                <p:nvPr/>
              </p:nvSpPr>
              <p:spPr bwMode="auto">
                <a:xfrm>
                  <a:off x="153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856" name="Line 256"/>
                <p:cNvSpPr>
                  <a:spLocks noChangeShapeType="1"/>
                </p:cNvSpPr>
                <p:nvPr/>
              </p:nvSpPr>
              <p:spPr bwMode="auto">
                <a:xfrm>
                  <a:off x="168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857" name="Line 257"/>
                <p:cNvSpPr>
                  <a:spLocks noChangeShapeType="1"/>
                </p:cNvSpPr>
                <p:nvPr/>
              </p:nvSpPr>
              <p:spPr bwMode="auto">
                <a:xfrm>
                  <a:off x="1824" y="2016"/>
                  <a:ext cx="0" cy="1056"/>
                </a:xfrm>
                <a:prstGeom prst="line">
                  <a:avLst/>
                </a:prstGeom>
                <a:noFill/>
                <a:ln w="9525">
                  <a:solidFill>
                    <a:schemeClr val="tx1"/>
                  </a:solidFill>
                  <a:miter lim="800000"/>
                  <a:headEnd/>
                  <a:tailEnd/>
                </a:ln>
                <a:effectLst/>
              </p:spPr>
              <p:txBody>
                <a:bodyPr wrap="none"/>
                <a:lstStyle/>
                <a:p>
                  <a:endParaRPr lang="zh-CN" altLang="en-US"/>
                </a:p>
              </p:txBody>
            </p:sp>
          </p:grpSp>
        </p:grpSp>
        <p:sp>
          <p:nvSpPr>
            <p:cNvPr id="1051858" name="Oval 258"/>
            <p:cNvSpPr>
              <a:spLocks noChangeArrowheads="1"/>
            </p:cNvSpPr>
            <p:nvPr/>
          </p:nvSpPr>
          <p:spPr bwMode="auto">
            <a:xfrm>
              <a:off x="4903" y="3414"/>
              <a:ext cx="39"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59" name="Oval 259"/>
            <p:cNvSpPr>
              <a:spLocks noChangeArrowheads="1"/>
            </p:cNvSpPr>
            <p:nvPr/>
          </p:nvSpPr>
          <p:spPr bwMode="auto">
            <a:xfrm>
              <a:off x="4903" y="3519"/>
              <a:ext cx="39" cy="34"/>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60" name="Oval 260"/>
            <p:cNvSpPr>
              <a:spLocks noChangeArrowheads="1"/>
            </p:cNvSpPr>
            <p:nvPr/>
          </p:nvSpPr>
          <p:spPr bwMode="auto">
            <a:xfrm>
              <a:off x="5022" y="3519"/>
              <a:ext cx="40" cy="34"/>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61" name="Oval 261"/>
            <p:cNvSpPr>
              <a:spLocks noChangeArrowheads="1"/>
            </p:cNvSpPr>
            <p:nvPr/>
          </p:nvSpPr>
          <p:spPr bwMode="auto">
            <a:xfrm>
              <a:off x="4783" y="3519"/>
              <a:ext cx="40" cy="34"/>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62" name="Oval 262"/>
            <p:cNvSpPr>
              <a:spLocks noChangeArrowheads="1"/>
            </p:cNvSpPr>
            <p:nvPr/>
          </p:nvSpPr>
          <p:spPr bwMode="auto">
            <a:xfrm>
              <a:off x="5260" y="3728"/>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63" name="Oval 263"/>
            <p:cNvSpPr>
              <a:spLocks noChangeArrowheads="1"/>
            </p:cNvSpPr>
            <p:nvPr/>
          </p:nvSpPr>
          <p:spPr bwMode="auto">
            <a:xfrm>
              <a:off x="4545" y="3728"/>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64" name="Oval 264"/>
            <p:cNvSpPr>
              <a:spLocks noChangeArrowheads="1"/>
            </p:cNvSpPr>
            <p:nvPr/>
          </p:nvSpPr>
          <p:spPr bwMode="auto">
            <a:xfrm>
              <a:off x="5379" y="3833"/>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65" name="Oval 265"/>
            <p:cNvSpPr>
              <a:spLocks noChangeArrowheads="1"/>
            </p:cNvSpPr>
            <p:nvPr/>
          </p:nvSpPr>
          <p:spPr bwMode="auto">
            <a:xfrm>
              <a:off x="5260" y="3833"/>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66" name="Oval 266"/>
            <p:cNvSpPr>
              <a:spLocks noChangeArrowheads="1"/>
            </p:cNvSpPr>
            <p:nvPr/>
          </p:nvSpPr>
          <p:spPr bwMode="auto">
            <a:xfrm>
              <a:off x="4545" y="3833"/>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67" name="Oval 267"/>
            <p:cNvSpPr>
              <a:spLocks noChangeArrowheads="1"/>
            </p:cNvSpPr>
            <p:nvPr/>
          </p:nvSpPr>
          <p:spPr bwMode="auto">
            <a:xfrm>
              <a:off x="4426" y="3833"/>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68" name="Oval 268"/>
            <p:cNvSpPr>
              <a:spLocks noChangeArrowheads="1"/>
            </p:cNvSpPr>
            <p:nvPr/>
          </p:nvSpPr>
          <p:spPr bwMode="auto">
            <a:xfrm>
              <a:off x="5260" y="3937"/>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69" name="Oval 269"/>
            <p:cNvSpPr>
              <a:spLocks noChangeArrowheads="1"/>
            </p:cNvSpPr>
            <p:nvPr/>
          </p:nvSpPr>
          <p:spPr bwMode="auto">
            <a:xfrm>
              <a:off x="4545" y="3937"/>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541" name="Group 270"/>
            <p:cNvGrpSpPr/>
            <p:nvPr/>
          </p:nvGrpSpPr>
          <p:grpSpPr bwMode="auto">
            <a:xfrm>
              <a:off x="4664" y="3623"/>
              <a:ext cx="517" cy="454"/>
              <a:chOff x="4664" y="3623"/>
              <a:chExt cx="517" cy="454"/>
            </a:xfrm>
          </p:grpSpPr>
          <p:sp>
            <p:nvSpPr>
              <p:cNvPr id="1051870" name="Oval 271"/>
              <p:cNvSpPr>
                <a:spLocks noChangeArrowheads="1"/>
              </p:cNvSpPr>
              <p:nvPr/>
            </p:nvSpPr>
            <p:spPr bwMode="auto">
              <a:xfrm>
                <a:off x="4783" y="3623"/>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71" name="Oval 272"/>
              <p:cNvSpPr>
                <a:spLocks noChangeArrowheads="1"/>
              </p:cNvSpPr>
              <p:nvPr/>
            </p:nvSpPr>
            <p:spPr bwMode="auto">
              <a:xfrm>
                <a:off x="4664" y="3623"/>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72" name="Oval 273"/>
              <p:cNvSpPr>
                <a:spLocks noChangeArrowheads="1"/>
              </p:cNvSpPr>
              <p:nvPr/>
            </p:nvSpPr>
            <p:spPr bwMode="auto">
              <a:xfrm>
                <a:off x="4903" y="3623"/>
                <a:ext cx="39"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73" name="Oval 274"/>
              <p:cNvSpPr>
                <a:spLocks noChangeArrowheads="1"/>
              </p:cNvSpPr>
              <p:nvPr/>
            </p:nvSpPr>
            <p:spPr bwMode="auto">
              <a:xfrm>
                <a:off x="5022" y="3623"/>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74" name="Oval 275"/>
              <p:cNvSpPr>
                <a:spLocks noChangeArrowheads="1"/>
              </p:cNvSpPr>
              <p:nvPr/>
            </p:nvSpPr>
            <p:spPr bwMode="auto">
              <a:xfrm>
                <a:off x="5141" y="3623"/>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75" name="Oval 276"/>
              <p:cNvSpPr>
                <a:spLocks noChangeArrowheads="1"/>
              </p:cNvSpPr>
              <p:nvPr/>
            </p:nvSpPr>
            <p:spPr bwMode="auto">
              <a:xfrm>
                <a:off x="5141" y="3728"/>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76" name="Oval 277"/>
              <p:cNvSpPr>
                <a:spLocks noChangeArrowheads="1"/>
              </p:cNvSpPr>
              <p:nvPr/>
            </p:nvSpPr>
            <p:spPr bwMode="auto">
              <a:xfrm>
                <a:off x="5022" y="3728"/>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77" name="Oval 278"/>
              <p:cNvSpPr>
                <a:spLocks noChangeArrowheads="1"/>
              </p:cNvSpPr>
              <p:nvPr/>
            </p:nvSpPr>
            <p:spPr bwMode="auto">
              <a:xfrm>
                <a:off x="4903" y="3728"/>
                <a:ext cx="39"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78" name="Oval 279"/>
              <p:cNvSpPr>
                <a:spLocks noChangeArrowheads="1"/>
              </p:cNvSpPr>
              <p:nvPr/>
            </p:nvSpPr>
            <p:spPr bwMode="auto">
              <a:xfrm>
                <a:off x="4783" y="3728"/>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79" name="Oval 280"/>
              <p:cNvSpPr>
                <a:spLocks noChangeArrowheads="1"/>
              </p:cNvSpPr>
              <p:nvPr/>
            </p:nvSpPr>
            <p:spPr bwMode="auto">
              <a:xfrm>
                <a:off x="4664" y="3728"/>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80" name="Oval 281"/>
              <p:cNvSpPr>
                <a:spLocks noChangeArrowheads="1"/>
              </p:cNvSpPr>
              <p:nvPr/>
            </p:nvSpPr>
            <p:spPr bwMode="auto">
              <a:xfrm>
                <a:off x="5141" y="3833"/>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81" name="Oval 282"/>
              <p:cNvSpPr>
                <a:spLocks noChangeArrowheads="1"/>
              </p:cNvSpPr>
              <p:nvPr/>
            </p:nvSpPr>
            <p:spPr bwMode="auto">
              <a:xfrm>
                <a:off x="5022" y="3833"/>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82" name="Oval 283"/>
              <p:cNvSpPr>
                <a:spLocks noChangeArrowheads="1"/>
              </p:cNvSpPr>
              <p:nvPr/>
            </p:nvSpPr>
            <p:spPr bwMode="auto">
              <a:xfrm>
                <a:off x="4903" y="3833"/>
                <a:ext cx="39"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83" name="Oval 284"/>
              <p:cNvSpPr>
                <a:spLocks noChangeArrowheads="1"/>
              </p:cNvSpPr>
              <p:nvPr/>
            </p:nvSpPr>
            <p:spPr bwMode="auto">
              <a:xfrm>
                <a:off x="4783" y="3833"/>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84" name="Oval 285"/>
              <p:cNvSpPr>
                <a:spLocks noChangeArrowheads="1"/>
              </p:cNvSpPr>
              <p:nvPr/>
            </p:nvSpPr>
            <p:spPr bwMode="auto">
              <a:xfrm>
                <a:off x="4664" y="3833"/>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85" name="Oval 286"/>
              <p:cNvSpPr>
                <a:spLocks noChangeArrowheads="1"/>
              </p:cNvSpPr>
              <p:nvPr/>
            </p:nvSpPr>
            <p:spPr bwMode="auto">
              <a:xfrm>
                <a:off x="5141" y="3937"/>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86" name="Oval 287"/>
              <p:cNvSpPr>
                <a:spLocks noChangeArrowheads="1"/>
              </p:cNvSpPr>
              <p:nvPr/>
            </p:nvSpPr>
            <p:spPr bwMode="auto">
              <a:xfrm>
                <a:off x="5022" y="3937"/>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87" name="Oval 288"/>
              <p:cNvSpPr>
                <a:spLocks noChangeArrowheads="1"/>
              </p:cNvSpPr>
              <p:nvPr/>
            </p:nvSpPr>
            <p:spPr bwMode="auto">
              <a:xfrm>
                <a:off x="4903" y="3937"/>
                <a:ext cx="39"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88" name="Oval 289"/>
              <p:cNvSpPr>
                <a:spLocks noChangeArrowheads="1"/>
              </p:cNvSpPr>
              <p:nvPr/>
            </p:nvSpPr>
            <p:spPr bwMode="auto">
              <a:xfrm>
                <a:off x="4783" y="3937"/>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89" name="Oval 290"/>
              <p:cNvSpPr>
                <a:spLocks noChangeArrowheads="1"/>
              </p:cNvSpPr>
              <p:nvPr/>
            </p:nvSpPr>
            <p:spPr bwMode="auto">
              <a:xfrm>
                <a:off x="4664" y="3937"/>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90" name="Oval 291"/>
              <p:cNvSpPr>
                <a:spLocks noChangeArrowheads="1"/>
              </p:cNvSpPr>
              <p:nvPr/>
            </p:nvSpPr>
            <p:spPr bwMode="auto">
              <a:xfrm>
                <a:off x="5141" y="4042"/>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91" name="Oval 292"/>
              <p:cNvSpPr>
                <a:spLocks noChangeArrowheads="1"/>
              </p:cNvSpPr>
              <p:nvPr/>
            </p:nvSpPr>
            <p:spPr bwMode="auto">
              <a:xfrm>
                <a:off x="5022" y="4042"/>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92" name="Oval 293"/>
              <p:cNvSpPr>
                <a:spLocks noChangeArrowheads="1"/>
              </p:cNvSpPr>
              <p:nvPr/>
            </p:nvSpPr>
            <p:spPr bwMode="auto">
              <a:xfrm>
                <a:off x="4903" y="4042"/>
                <a:ext cx="39"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93" name="Oval 294"/>
              <p:cNvSpPr>
                <a:spLocks noChangeArrowheads="1"/>
              </p:cNvSpPr>
              <p:nvPr/>
            </p:nvSpPr>
            <p:spPr bwMode="auto">
              <a:xfrm>
                <a:off x="4783" y="4042"/>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894" name="Oval 295"/>
              <p:cNvSpPr>
                <a:spLocks noChangeArrowheads="1"/>
              </p:cNvSpPr>
              <p:nvPr/>
            </p:nvSpPr>
            <p:spPr bwMode="auto">
              <a:xfrm>
                <a:off x="4664" y="4042"/>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542" name="Group 296"/>
          <p:cNvGrpSpPr/>
          <p:nvPr/>
        </p:nvGrpSpPr>
        <p:grpSpPr bwMode="auto">
          <a:xfrm>
            <a:off x="8534400" y="5105400"/>
            <a:ext cx="1828800" cy="1219200"/>
            <a:chOff x="576" y="2016"/>
            <a:chExt cx="1392" cy="1056"/>
          </a:xfrm>
        </p:grpSpPr>
        <p:grpSp>
          <p:nvGrpSpPr>
            <p:cNvPr id="543" name="Group 297"/>
            <p:cNvGrpSpPr/>
            <p:nvPr/>
          </p:nvGrpSpPr>
          <p:grpSpPr bwMode="auto">
            <a:xfrm>
              <a:off x="576" y="2016"/>
              <a:ext cx="1392" cy="1056"/>
              <a:chOff x="576" y="2016"/>
              <a:chExt cx="1392" cy="1056"/>
            </a:xfrm>
          </p:grpSpPr>
          <p:grpSp>
            <p:nvGrpSpPr>
              <p:cNvPr id="544" name="Group 298"/>
              <p:cNvGrpSpPr/>
              <p:nvPr/>
            </p:nvGrpSpPr>
            <p:grpSpPr bwMode="auto">
              <a:xfrm>
                <a:off x="576" y="2112"/>
                <a:ext cx="1392" cy="864"/>
                <a:chOff x="528" y="2112"/>
                <a:chExt cx="960" cy="864"/>
              </a:xfrm>
            </p:grpSpPr>
            <p:sp>
              <p:nvSpPr>
                <p:cNvPr id="1051895" name="Line 299"/>
                <p:cNvSpPr>
                  <a:spLocks noChangeShapeType="1"/>
                </p:cNvSpPr>
                <p:nvPr/>
              </p:nvSpPr>
              <p:spPr bwMode="auto">
                <a:xfrm>
                  <a:off x="528" y="211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896" name="Line 300"/>
                <p:cNvSpPr>
                  <a:spLocks noChangeShapeType="1"/>
                </p:cNvSpPr>
                <p:nvPr/>
              </p:nvSpPr>
              <p:spPr bwMode="auto">
                <a:xfrm>
                  <a:off x="528" y="2256"/>
                  <a:ext cx="960" cy="0"/>
                </a:xfrm>
                <a:prstGeom prst="line">
                  <a:avLst/>
                </a:prstGeom>
                <a:noFill/>
                <a:ln w="9525">
                  <a:solidFill>
                    <a:schemeClr val="tx1"/>
                  </a:solidFill>
                  <a:miter lim="800000"/>
                  <a:headEnd/>
                  <a:tailEnd/>
                </a:ln>
                <a:effectLst/>
              </p:spPr>
              <p:txBody>
                <a:bodyPr wrap="none"/>
                <a:lstStyle/>
                <a:p>
                  <a:endParaRPr lang="zh-CN" altLang="en-US"/>
                </a:p>
              </p:txBody>
            </p:sp>
            <p:sp>
              <p:nvSpPr>
                <p:cNvPr id="1051897" name="Line 301"/>
                <p:cNvSpPr>
                  <a:spLocks noChangeShapeType="1"/>
                </p:cNvSpPr>
                <p:nvPr/>
              </p:nvSpPr>
              <p:spPr bwMode="auto">
                <a:xfrm>
                  <a:off x="528" y="2544"/>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898" name="Line 302"/>
                <p:cNvSpPr>
                  <a:spLocks noChangeShapeType="1"/>
                </p:cNvSpPr>
                <p:nvPr/>
              </p:nvSpPr>
              <p:spPr bwMode="auto">
                <a:xfrm>
                  <a:off x="528" y="2400"/>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899" name="Line 303"/>
                <p:cNvSpPr>
                  <a:spLocks noChangeShapeType="1"/>
                </p:cNvSpPr>
                <p:nvPr/>
              </p:nvSpPr>
              <p:spPr bwMode="auto">
                <a:xfrm>
                  <a:off x="528" y="2688"/>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900" name="Line 304"/>
                <p:cNvSpPr>
                  <a:spLocks noChangeShapeType="1"/>
                </p:cNvSpPr>
                <p:nvPr/>
              </p:nvSpPr>
              <p:spPr bwMode="auto">
                <a:xfrm>
                  <a:off x="528" y="283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901" name="Line 305"/>
                <p:cNvSpPr>
                  <a:spLocks noChangeShapeType="1"/>
                </p:cNvSpPr>
                <p:nvPr/>
              </p:nvSpPr>
              <p:spPr bwMode="auto">
                <a:xfrm>
                  <a:off x="528" y="2976"/>
                  <a:ext cx="939"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545" name="Group 306"/>
              <p:cNvGrpSpPr/>
              <p:nvPr/>
            </p:nvGrpSpPr>
            <p:grpSpPr bwMode="auto">
              <a:xfrm>
                <a:off x="672" y="2016"/>
                <a:ext cx="1152" cy="1056"/>
                <a:chOff x="672" y="2016"/>
                <a:chExt cx="1152" cy="1056"/>
              </a:xfrm>
            </p:grpSpPr>
            <p:sp>
              <p:nvSpPr>
                <p:cNvPr id="1051902" name="Line 307"/>
                <p:cNvSpPr>
                  <a:spLocks noChangeShapeType="1"/>
                </p:cNvSpPr>
                <p:nvPr/>
              </p:nvSpPr>
              <p:spPr bwMode="auto">
                <a:xfrm>
                  <a:off x="67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903" name="Line 308"/>
                <p:cNvSpPr>
                  <a:spLocks noChangeShapeType="1"/>
                </p:cNvSpPr>
                <p:nvPr/>
              </p:nvSpPr>
              <p:spPr bwMode="auto">
                <a:xfrm>
                  <a:off x="81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904" name="Line 309"/>
                <p:cNvSpPr>
                  <a:spLocks noChangeShapeType="1"/>
                </p:cNvSpPr>
                <p:nvPr/>
              </p:nvSpPr>
              <p:spPr bwMode="auto">
                <a:xfrm>
                  <a:off x="96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905" name="Line 310"/>
                <p:cNvSpPr>
                  <a:spLocks noChangeShapeType="1"/>
                </p:cNvSpPr>
                <p:nvPr/>
              </p:nvSpPr>
              <p:spPr bwMode="auto">
                <a:xfrm>
                  <a:off x="1104"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906" name="Line 311"/>
                <p:cNvSpPr>
                  <a:spLocks noChangeShapeType="1"/>
                </p:cNvSpPr>
                <p:nvPr/>
              </p:nvSpPr>
              <p:spPr bwMode="auto">
                <a:xfrm>
                  <a:off x="1248"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907" name="Line 312"/>
                <p:cNvSpPr>
                  <a:spLocks noChangeShapeType="1"/>
                </p:cNvSpPr>
                <p:nvPr/>
              </p:nvSpPr>
              <p:spPr bwMode="auto">
                <a:xfrm>
                  <a:off x="139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908" name="Line 313"/>
                <p:cNvSpPr>
                  <a:spLocks noChangeShapeType="1"/>
                </p:cNvSpPr>
                <p:nvPr/>
              </p:nvSpPr>
              <p:spPr bwMode="auto">
                <a:xfrm>
                  <a:off x="153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909" name="Line 314"/>
                <p:cNvSpPr>
                  <a:spLocks noChangeShapeType="1"/>
                </p:cNvSpPr>
                <p:nvPr/>
              </p:nvSpPr>
              <p:spPr bwMode="auto">
                <a:xfrm>
                  <a:off x="168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910" name="Line 315"/>
                <p:cNvSpPr>
                  <a:spLocks noChangeShapeType="1"/>
                </p:cNvSpPr>
                <p:nvPr/>
              </p:nvSpPr>
              <p:spPr bwMode="auto">
                <a:xfrm>
                  <a:off x="1824" y="2016"/>
                  <a:ext cx="0" cy="1056"/>
                </a:xfrm>
                <a:prstGeom prst="line">
                  <a:avLst/>
                </a:prstGeom>
                <a:noFill/>
                <a:ln w="9525">
                  <a:solidFill>
                    <a:schemeClr val="tx1"/>
                  </a:solidFill>
                  <a:miter lim="800000"/>
                  <a:headEnd/>
                  <a:tailEnd/>
                </a:ln>
                <a:effectLst/>
              </p:spPr>
              <p:txBody>
                <a:bodyPr wrap="none"/>
                <a:lstStyle/>
                <a:p>
                  <a:endParaRPr lang="zh-CN" altLang="en-US"/>
                </a:p>
              </p:txBody>
            </p:sp>
          </p:grpSp>
        </p:grpSp>
        <p:grpSp>
          <p:nvGrpSpPr>
            <p:cNvPr id="546" name="Group 316"/>
            <p:cNvGrpSpPr/>
            <p:nvPr/>
          </p:nvGrpSpPr>
          <p:grpSpPr bwMode="auto">
            <a:xfrm>
              <a:off x="646" y="2090"/>
              <a:ext cx="1200" cy="912"/>
              <a:chOff x="624" y="2112"/>
              <a:chExt cx="1200" cy="912"/>
            </a:xfrm>
          </p:grpSpPr>
          <p:sp>
            <p:nvSpPr>
              <p:cNvPr id="1051911" name="Oval 317"/>
              <p:cNvSpPr>
                <a:spLocks noChangeArrowheads="1"/>
              </p:cNvSpPr>
              <p:nvPr/>
            </p:nvSpPr>
            <p:spPr bwMode="auto">
              <a:xfrm>
                <a:off x="1200" y="211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12" name="Oval 318"/>
              <p:cNvSpPr>
                <a:spLocks noChangeArrowheads="1"/>
              </p:cNvSpPr>
              <p:nvPr/>
            </p:nvSpPr>
            <p:spPr bwMode="auto">
              <a:xfrm>
                <a:off x="1200"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13" name="Oval 319"/>
              <p:cNvSpPr>
                <a:spLocks noChangeArrowheads="1"/>
              </p:cNvSpPr>
              <p:nvPr/>
            </p:nvSpPr>
            <p:spPr bwMode="auto">
              <a:xfrm>
                <a:off x="1344"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14" name="Oval 320"/>
              <p:cNvSpPr>
                <a:spLocks noChangeArrowheads="1"/>
              </p:cNvSpPr>
              <p:nvPr/>
            </p:nvSpPr>
            <p:spPr bwMode="auto">
              <a:xfrm>
                <a:off x="1056" y="225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15" name="Oval 321"/>
              <p:cNvSpPr>
                <a:spLocks noChangeArrowheads="1"/>
              </p:cNvSpPr>
              <p:nvPr/>
            </p:nvSpPr>
            <p:spPr bwMode="auto">
              <a:xfrm>
                <a:off x="1056"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16" name="Oval 322"/>
              <p:cNvSpPr>
                <a:spLocks noChangeArrowheads="1"/>
              </p:cNvSpPr>
              <p:nvPr/>
            </p:nvSpPr>
            <p:spPr bwMode="auto">
              <a:xfrm>
                <a:off x="912"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17" name="Oval 323"/>
              <p:cNvSpPr>
                <a:spLocks noChangeArrowheads="1"/>
              </p:cNvSpPr>
              <p:nvPr/>
            </p:nvSpPr>
            <p:spPr bwMode="auto">
              <a:xfrm>
                <a:off x="1200"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18" name="Oval 324"/>
              <p:cNvSpPr>
                <a:spLocks noChangeArrowheads="1"/>
              </p:cNvSpPr>
              <p:nvPr/>
            </p:nvSpPr>
            <p:spPr bwMode="auto">
              <a:xfrm>
                <a:off x="1344"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19" name="Oval 325"/>
              <p:cNvSpPr>
                <a:spLocks noChangeArrowheads="1"/>
              </p:cNvSpPr>
              <p:nvPr/>
            </p:nvSpPr>
            <p:spPr bwMode="auto">
              <a:xfrm>
                <a:off x="1488" y="2400"/>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20" name="Oval 326"/>
              <p:cNvSpPr>
                <a:spLocks noChangeArrowheads="1"/>
              </p:cNvSpPr>
              <p:nvPr/>
            </p:nvSpPr>
            <p:spPr bwMode="auto">
              <a:xfrm>
                <a:off x="1632"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21" name="Oval 327"/>
              <p:cNvSpPr>
                <a:spLocks noChangeArrowheads="1"/>
              </p:cNvSpPr>
              <p:nvPr/>
            </p:nvSpPr>
            <p:spPr bwMode="auto">
              <a:xfrm>
                <a:off x="1488"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22" name="Oval 328"/>
              <p:cNvSpPr>
                <a:spLocks noChangeArrowheads="1"/>
              </p:cNvSpPr>
              <p:nvPr/>
            </p:nvSpPr>
            <p:spPr bwMode="auto">
              <a:xfrm>
                <a:off x="1344"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23" name="Oval 329"/>
              <p:cNvSpPr>
                <a:spLocks noChangeArrowheads="1"/>
              </p:cNvSpPr>
              <p:nvPr/>
            </p:nvSpPr>
            <p:spPr bwMode="auto">
              <a:xfrm>
                <a:off x="1200"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24" name="Oval 330"/>
              <p:cNvSpPr>
                <a:spLocks noChangeArrowheads="1"/>
              </p:cNvSpPr>
              <p:nvPr/>
            </p:nvSpPr>
            <p:spPr bwMode="auto">
              <a:xfrm>
                <a:off x="1056"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25" name="Oval 331"/>
              <p:cNvSpPr>
                <a:spLocks noChangeArrowheads="1"/>
              </p:cNvSpPr>
              <p:nvPr/>
            </p:nvSpPr>
            <p:spPr bwMode="auto">
              <a:xfrm>
                <a:off x="912"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26" name="Oval 332"/>
              <p:cNvSpPr>
                <a:spLocks noChangeArrowheads="1"/>
              </p:cNvSpPr>
              <p:nvPr/>
            </p:nvSpPr>
            <p:spPr bwMode="auto">
              <a:xfrm>
                <a:off x="768" y="2544"/>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27" name="Oval 333"/>
              <p:cNvSpPr>
                <a:spLocks noChangeArrowheads="1"/>
              </p:cNvSpPr>
              <p:nvPr/>
            </p:nvSpPr>
            <p:spPr bwMode="auto">
              <a:xfrm>
                <a:off x="1776" y="268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28" name="Oval 334"/>
              <p:cNvSpPr>
                <a:spLocks noChangeArrowheads="1"/>
              </p:cNvSpPr>
              <p:nvPr/>
            </p:nvSpPr>
            <p:spPr bwMode="auto">
              <a:xfrm>
                <a:off x="1632" y="268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29" name="Oval 335"/>
              <p:cNvSpPr>
                <a:spLocks noChangeArrowheads="1"/>
              </p:cNvSpPr>
              <p:nvPr/>
            </p:nvSpPr>
            <p:spPr bwMode="auto">
              <a:xfrm>
                <a:off x="1488" y="268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30" name="Oval 336"/>
              <p:cNvSpPr>
                <a:spLocks noChangeArrowheads="1"/>
              </p:cNvSpPr>
              <p:nvPr/>
            </p:nvSpPr>
            <p:spPr bwMode="auto">
              <a:xfrm>
                <a:off x="1344" y="268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31" name="Oval 337"/>
              <p:cNvSpPr>
                <a:spLocks noChangeArrowheads="1"/>
              </p:cNvSpPr>
              <p:nvPr/>
            </p:nvSpPr>
            <p:spPr bwMode="auto">
              <a:xfrm>
                <a:off x="1200" y="268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32" name="Oval 338"/>
              <p:cNvSpPr>
                <a:spLocks noChangeArrowheads="1"/>
              </p:cNvSpPr>
              <p:nvPr/>
            </p:nvSpPr>
            <p:spPr bwMode="auto">
              <a:xfrm>
                <a:off x="1056" y="268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33" name="Oval 339"/>
              <p:cNvSpPr>
                <a:spLocks noChangeArrowheads="1"/>
              </p:cNvSpPr>
              <p:nvPr/>
            </p:nvSpPr>
            <p:spPr bwMode="auto">
              <a:xfrm>
                <a:off x="912" y="268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34" name="Oval 340"/>
              <p:cNvSpPr>
                <a:spLocks noChangeArrowheads="1"/>
              </p:cNvSpPr>
              <p:nvPr/>
            </p:nvSpPr>
            <p:spPr bwMode="auto">
              <a:xfrm>
                <a:off x="768" y="268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35" name="Oval 341"/>
              <p:cNvSpPr>
                <a:spLocks noChangeArrowheads="1"/>
              </p:cNvSpPr>
              <p:nvPr/>
            </p:nvSpPr>
            <p:spPr bwMode="auto">
              <a:xfrm>
                <a:off x="624" y="268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36" name="Oval 342"/>
              <p:cNvSpPr>
                <a:spLocks noChangeArrowheads="1"/>
              </p:cNvSpPr>
              <p:nvPr/>
            </p:nvSpPr>
            <p:spPr bwMode="auto">
              <a:xfrm>
                <a:off x="1632" y="283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37" name="Oval 343"/>
              <p:cNvSpPr>
                <a:spLocks noChangeArrowheads="1"/>
              </p:cNvSpPr>
              <p:nvPr/>
            </p:nvSpPr>
            <p:spPr bwMode="auto">
              <a:xfrm>
                <a:off x="1488" y="283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38" name="Oval 344"/>
              <p:cNvSpPr>
                <a:spLocks noChangeArrowheads="1"/>
              </p:cNvSpPr>
              <p:nvPr/>
            </p:nvSpPr>
            <p:spPr bwMode="auto">
              <a:xfrm>
                <a:off x="1344" y="283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39" name="Oval 345"/>
              <p:cNvSpPr>
                <a:spLocks noChangeArrowheads="1"/>
              </p:cNvSpPr>
              <p:nvPr/>
            </p:nvSpPr>
            <p:spPr bwMode="auto">
              <a:xfrm>
                <a:off x="1200" y="283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40" name="Oval 346"/>
              <p:cNvSpPr>
                <a:spLocks noChangeArrowheads="1"/>
              </p:cNvSpPr>
              <p:nvPr/>
            </p:nvSpPr>
            <p:spPr bwMode="auto">
              <a:xfrm>
                <a:off x="1056" y="283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41" name="Oval 347"/>
              <p:cNvSpPr>
                <a:spLocks noChangeArrowheads="1"/>
              </p:cNvSpPr>
              <p:nvPr/>
            </p:nvSpPr>
            <p:spPr bwMode="auto">
              <a:xfrm>
                <a:off x="912" y="283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42" name="Oval 348"/>
              <p:cNvSpPr>
                <a:spLocks noChangeArrowheads="1"/>
              </p:cNvSpPr>
              <p:nvPr/>
            </p:nvSpPr>
            <p:spPr bwMode="auto">
              <a:xfrm>
                <a:off x="768" y="283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43" name="Oval 349"/>
              <p:cNvSpPr>
                <a:spLocks noChangeArrowheads="1"/>
              </p:cNvSpPr>
              <p:nvPr/>
            </p:nvSpPr>
            <p:spPr bwMode="auto">
              <a:xfrm>
                <a:off x="1488" y="297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44" name="Oval 350"/>
              <p:cNvSpPr>
                <a:spLocks noChangeArrowheads="1"/>
              </p:cNvSpPr>
              <p:nvPr/>
            </p:nvSpPr>
            <p:spPr bwMode="auto">
              <a:xfrm>
                <a:off x="1344" y="297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45" name="Oval 351"/>
              <p:cNvSpPr>
                <a:spLocks noChangeArrowheads="1"/>
              </p:cNvSpPr>
              <p:nvPr/>
            </p:nvSpPr>
            <p:spPr bwMode="auto">
              <a:xfrm>
                <a:off x="1200" y="297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46" name="Oval 352"/>
              <p:cNvSpPr>
                <a:spLocks noChangeArrowheads="1"/>
              </p:cNvSpPr>
              <p:nvPr/>
            </p:nvSpPr>
            <p:spPr bwMode="auto">
              <a:xfrm>
                <a:off x="1056" y="297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47" name="Oval 353"/>
              <p:cNvSpPr>
                <a:spLocks noChangeArrowheads="1"/>
              </p:cNvSpPr>
              <p:nvPr/>
            </p:nvSpPr>
            <p:spPr bwMode="auto">
              <a:xfrm>
                <a:off x="912" y="2976"/>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547" name="Group 354"/>
          <p:cNvGrpSpPr/>
          <p:nvPr/>
        </p:nvGrpSpPr>
        <p:grpSpPr bwMode="auto">
          <a:xfrm>
            <a:off x="4267200" y="3657600"/>
            <a:ext cx="1828800" cy="1219200"/>
            <a:chOff x="768" y="2928"/>
            <a:chExt cx="1392" cy="1056"/>
          </a:xfrm>
        </p:grpSpPr>
        <p:grpSp>
          <p:nvGrpSpPr>
            <p:cNvPr id="548" name="Group 355"/>
            <p:cNvGrpSpPr/>
            <p:nvPr/>
          </p:nvGrpSpPr>
          <p:grpSpPr bwMode="auto">
            <a:xfrm>
              <a:off x="768" y="2928"/>
              <a:ext cx="1392" cy="1056"/>
              <a:chOff x="576" y="2016"/>
              <a:chExt cx="1392" cy="1056"/>
            </a:xfrm>
          </p:grpSpPr>
          <p:grpSp>
            <p:nvGrpSpPr>
              <p:cNvPr id="549" name="Group 356"/>
              <p:cNvGrpSpPr/>
              <p:nvPr/>
            </p:nvGrpSpPr>
            <p:grpSpPr bwMode="auto">
              <a:xfrm>
                <a:off x="576" y="2112"/>
                <a:ext cx="1392" cy="864"/>
                <a:chOff x="528" y="2112"/>
                <a:chExt cx="960" cy="864"/>
              </a:xfrm>
            </p:grpSpPr>
            <p:sp>
              <p:nvSpPr>
                <p:cNvPr id="1051948" name="Line 357"/>
                <p:cNvSpPr>
                  <a:spLocks noChangeShapeType="1"/>
                </p:cNvSpPr>
                <p:nvPr/>
              </p:nvSpPr>
              <p:spPr bwMode="auto">
                <a:xfrm>
                  <a:off x="528" y="211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949" name="Line 358"/>
                <p:cNvSpPr>
                  <a:spLocks noChangeShapeType="1"/>
                </p:cNvSpPr>
                <p:nvPr/>
              </p:nvSpPr>
              <p:spPr bwMode="auto">
                <a:xfrm>
                  <a:off x="528" y="2256"/>
                  <a:ext cx="960" cy="0"/>
                </a:xfrm>
                <a:prstGeom prst="line">
                  <a:avLst/>
                </a:prstGeom>
                <a:noFill/>
                <a:ln w="9525">
                  <a:solidFill>
                    <a:schemeClr val="tx1"/>
                  </a:solidFill>
                  <a:miter lim="800000"/>
                  <a:headEnd/>
                  <a:tailEnd/>
                </a:ln>
                <a:effectLst/>
              </p:spPr>
              <p:txBody>
                <a:bodyPr wrap="none"/>
                <a:lstStyle/>
                <a:p>
                  <a:endParaRPr lang="zh-CN" altLang="en-US"/>
                </a:p>
              </p:txBody>
            </p:sp>
            <p:sp>
              <p:nvSpPr>
                <p:cNvPr id="1051950" name="Line 359"/>
                <p:cNvSpPr>
                  <a:spLocks noChangeShapeType="1"/>
                </p:cNvSpPr>
                <p:nvPr/>
              </p:nvSpPr>
              <p:spPr bwMode="auto">
                <a:xfrm>
                  <a:off x="528" y="2544"/>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951" name="Line 360"/>
                <p:cNvSpPr>
                  <a:spLocks noChangeShapeType="1"/>
                </p:cNvSpPr>
                <p:nvPr/>
              </p:nvSpPr>
              <p:spPr bwMode="auto">
                <a:xfrm>
                  <a:off x="528" y="2400"/>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952" name="Line 361"/>
                <p:cNvSpPr>
                  <a:spLocks noChangeShapeType="1"/>
                </p:cNvSpPr>
                <p:nvPr/>
              </p:nvSpPr>
              <p:spPr bwMode="auto">
                <a:xfrm>
                  <a:off x="528" y="2688"/>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953" name="Line 362"/>
                <p:cNvSpPr>
                  <a:spLocks noChangeShapeType="1"/>
                </p:cNvSpPr>
                <p:nvPr/>
              </p:nvSpPr>
              <p:spPr bwMode="auto">
                <a:xfrm>
                  <a:off x="528" y="283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1954" name="Line 363"/>
                <p:cNvSpPr>
                  <a:spLocks noChangeShapeType="1"/>
                </p:cNvSpPr>
                <p:nvPr/>
              </p:nvSpPr>
              <p:spPr bwMode="auto">
                <a:xfrm>
                  <a:off x="528" y="2976"/>
                  <a:ext cx="939"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550" name="Group 364"/>
              <p:cNvGrpSpPr/>
              <p:nvPr/>
            </p:nvGrpSpPr>
            <p:grpSpPr bwMode="auto">
              <a:xfrm>
                <a:off x="672" y="2016"/>
                <a:ext cx="1152" cy="1056"/>
                <a:chOff x="672" y="2016"/>
                <a:chExt cx="1152" cy="1056"/>
              </a:xfrm>
            </p:grpSpPr>
            <p:sp>
              <p:nvSpPr>
                <p:cNvPr id="1051955" name="Line 365"/>
                <p:cNvSpPr>
                  <a:spLocks noChangeShapeType="1"/>
                </p:cNvSpPr>
                <p:nvPr/>
              </p:nvSpPr>
              <p:spPr bwMode="auto">
                <a:xfrm>
                  <a:off x="67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956" name="Line 366"/>
                <p:cNvSpPr>
                  <a:spLocks noChangeShapeType="1"/>
                </p:cNvSpPr>
                <p:nvPr/>
              </p:nvSpPr>
              <p:spPr bwMode="auto">
                <a:xfrm>
                  <a:off x="81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957" name="Line 367"/>
                <p:cNvSpPr>
                  <a:spLocks noChangeShapeType="1"/>
                </p:cNvSpPr>
                <p:nvPr/>
              </p:nvSpPr>
              <p:spPr bwMode="auto">
                <a:xfrm>
                  <a:off x="96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958" name="Line 368"/>
                <p:cNvSpPr>
                  <a:spLocks noChangeShapeType="1"/>
                </p:cNvSpPr>
                <p:nvPr/>
              </p:nvSpPr>
              <p:spPr bwMode="auto">
                <a:xfrm>
                  <a:off x="1104"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959" name="Line 369"/>
                <p:cNvSpPr>
                  <a:spLocks noChangeShapeType="1"/>
                </p:cNvSpPr>
                <p:nvPr/>
              </p:nvSpPr>
              <p:spPr bwMode="auto">
                <a:xfrm>
                  <a:off x="1248"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960" name="Line 370"/>
                <p:cNvSpPr>
                  <a:spLocks noChangeShapeType="1"/>
                </p:cNvSpPr>
                <p:nvPr/>
              </p:nvSpPr>
              <p:spPr bwMode="auto">
                <a:xfrm>
                  <a:off x="139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961" name="Line 371"/>
                <p:cNvSpPr>
                  <a:spLocks noChangeShapeType="1"/>
                </p:cNvSpPr>
                <p:nvPr/>
              </p:nvSpPr>
              <p:spPr bwMode="auto">
                <a:xfrm>
                  <a:off x="153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962" name="Line 372"/>
                <p:cNvSpPr>
                  <a:spLocks noChangeShapeType="1"/>
                </p:cNvSpPr>
                <p:nvPr/>
              </p:nvSpPr>
              <p:spPr bwMode="auto">
                <a:xfrm>
                  <a:off x="168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1963" name="Line 373"/>
                <p:cNvSpPr>
                  <a:spLocks noChangeShapeType="1"/>
                </p:cNvSpPr>
                <p:nvPr/>
              </p:nvSpPr>
              <p:spPr bwMode="auto">
                <a:xfrm>
                  <a:off x="1824" y="2016"/>
                  <a:ext cx="0" cy="1056"/>
                </a:xfrm>
                <a:prstGeom prst="line">
                  <a:avLst/>
                </a:prstGeom>
                <a:noFill/>
                <a:ln w="9525">
                  <a:solidFill>
                    <a:schemeClr val="tx1"/>
                  </a:solidFill>
                  <a:miter lim="800000"/>
                  <a:headEnd/>
                  <a:tailEnd/>
                </a:ln>
                <a:effectLst/>
              </p:spPr>
              <p:txBody>
                <a:bodyPr wrap="none"/>
                <a:lstStyle/>
                <a:p>
                  <a:endParaRPr lang="zh-CN" altLang="en-US"/>
                </a:p>
              </p:txBody>
            </p:sp>
          </p:grpSp>
        </p:grpSp>
        <p:sp>
          <p:nvSpPr>
            <p:cNvPr id="1051964" name="Oval 374"/>
            <p:cNvSpPr>
              <a:spLocks noChangeArrowheads="1"/>
            </p:cNvSpPr>
            <p:nvPr/>
          </p:nvSpPr>
          <p:spPr bwMode="auto">
            <a:xfrm>
              <a:off x="1414" y="300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65" name="Oval 375"/>
            <p:cNvSpPr>
              <a:spLocks noChangeArrowheads="1"/>
            </p:cNvSpPr>
            <p:nvPr/>
          </p:nvSpPr>
          <p:spPr bwMode="auto">
            <a:xfrm>
              <a:off x="1990" y="35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66" name="Oval 376"/>
            <p:cNvSpPr>
              <a:spLocks noChangeArrowheads="1"/>
            </p:cNvSpPr>
            <p:nvPr/>
          </p:nvSpPr>
          <p:spPr bwMode="auto">
            <a:xfrm>
              <a:off x="838" y="35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551" name="Group 377"/>
            <p:cNvGrpSpPr/>
            <p:nvPr/>
          </p:nvGrpSpPr>
          <p:grpSpPr bwMode="auto">
            <a:xfrm>
              <a:off x="982" y="3146"/>
              <a:ext cx="912" cy="768"/>
              <a:chOff x="886" y="3050"/>
              <a:chExt cx="912" cy="768"/>
            </a:xfrm>
          </p:grpSpPr>
          <p:sp>
            <p:nvSpPr>
              <p:cNvPr id="1051967" name="Oval 378"/>
              <p:cNvSpPr>
                <a:spLocks noChangeArrowheads="1"/>
              </p:cNvSpPr>
              <p:nvPr/>
            </p:nvSpPr>
            <p:spPr bwMode="auto">
              <a:xfrm>
                <a:off x="1318" y="305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68" name="Oval 379"/>
              <p:cNvSpPr>
                <a:spLocks noChangeArrowheads="1"/>
              </p:cNvSpPr>
              <p:nvPr/>
            </p:nvSpPr>
            <p:spPr bwMode="auto">
              <a:xfrm>
                <a:off x="1462" y="305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69" name="Oval 380"/>
              <p:cNvSpPr>
                <a:spLocks noChangeArrowheads="1"/>
              </p:cNvSpPr>
              <p:nvPr/>
            </p:nvSpPr>
            <p:spPr bwMode="auto">
              <a:xfrm>
                <a:off x="1174" y="305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70" name="Oval 381"/>
              <p:cNvSpPr>
                <a:spLocks noChangeArrowheads="1"/>
              </p:cNvSpPr>
              <p:nvPr/>
            </p:nvSpPr>
            <p:spPr bwMode="auto">
              <a:xfrm>
                <a:off x="1174" y="31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71" name="Oval 382"/>
              <p:cNvSpPr>
                <a:spLocks noChangeArrowheads="1"/>
              </p:cNvSpPr>
              <p:nvPr/>
            </p:nvSpPr>
            <p:spPr bwMode="auto">
              <a:xfrm>
                <a:off x="1030" y="31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72" name="Oval 383"/>
              <p:cNvSpPr>
                <a:spLocks noChangeArrowheads="1"/>
              </p:cNvSpPr>
              <p:nvPr/>
            </p:nvSpPr>
            <p:spPr bwMode="auto">
              <a:xfrm>
                <a:off x="1318" y="31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73" name="Oval 384"/>
              <p:cNvSpPr>
                <a:spLocks noChangeArrowheads="1"/>
              </p:cNvSpPr>
              <p:nvPr/>
            </p:nvSpPr>
            <p:spPr bwMode="auto">
              <a:xfrm>
                <a:off x="1462" y="31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74" name="Oval 385"/>
              <p:cNvSpPr>
                <a:spLocks noChangeArrowheads="1"/>
              </p:cNvSpPr>
              <p:nvPr/>
            </p:nvSpPr>
            <p:spPr bwMode="auto">
              <a:xfrm>
                <a:off x="1606" y="31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75" name="Oval 386"/>
              <p:cNvSpPr>
                <a:spLocks noChangeArrowheads="1"/>
              </p:cNvSpPr>
              <p:nvPr/>
            </p:nvSpPr>
            <p:spPr bwMode="auto">
              <a:xfrm>
                <a:off x="1750"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76" name="Oval 387"/>
              <p:cNvSpPr>
                <a:spLocks noChangeArrowheads="1"/>
              </p:cNvSpPr>
              <p:nvPr/>
            </p:nvSpPr>
            <p:spPr bwMode="auto">
              <a:xfrm>
                <a:off x="1606"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77" name="Oval 388"/>
              <p:cNvSpPr>
                <a:spLocks noChangeArrowheads="1"/>
              </p:cNvSpPr>
              <p:nvPr/>
            </p:nvSpPr>
            <p:spPr bwMode="auto">
              <a:xfrm>
                <a:off x="1462"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78" name="Oval 389"/>
              <p:cNvSpPr>
                <a:spLocks noChangeArrowheads="1"/>
              </p:cNvSpPr>
              <p:nvPr/>
            </p:nvSpPr>
            <p:spPr bwMode="auto">
              <a:xfrm>
                <a:off x="1318"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79" name="Oval 390"/>
              <p:cNvSpPr>
                <a:spLocks noChangeArrowheads="1"/>
              </p:cNvSpPr>
              <p:nvPr/>
            </p:nvSpPr>
            <p:spPr bwMode="auto">
              <a:xfrm>
                <a:off x="1174"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80" name="Oval 391"/>
              <p:cNvSpPr>
                <a:spLocks noChangeArrowheads="1"/>
              </p:cNvSpPr>
              <p:nvPr/>
            </p:nvSpPr>
            <p:spPr bwMode="auto">
              <a:xfrm>
                <a:off x="1030"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81" name="Oval 392"/>
              <p:cNvSpPr>
                <a:spLocks noChangeArrowheads="1"/>
              </p:cNvSpPr>
              <p:nvPr/>
            </p:nvSpPr>
            <p:spPr bwMode="auto">
              <a:xfrm>
                <a:off x="886"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82" name="Oval 393"/>
              <p:cNvSpPr>
                <a:spLocks noChangeArrowheads="1"/>
              </p:cNvSpPr>
              <p:nvPr/>
            </p:nvSpPr>
            <p:spPr bwMode="auto">
              <a:xfrm>
                <a:off x="1750"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83" name="Oval 394"/>
              <p:cNvSpPr>
                <a:spLocks noChangeArrowheads="1"/>
              </p:cNvSpPr>
              <p:nvPr/>
            </p:nvSpPr>
            <p:spPr bwMode="auto">
              <a:xfrm>
                <a:off x="1606"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84" name="Oval 395"/>
              <p:cNvSpPr>
                <a:spLocks noChangeArrowheads="1"/>
              </p:cNvSpPr>
              <p:nvPr/>
            </p:nvSpPr>
            <p:spPr bwMode="auto">
              <a:xfrm>
                <a:off x="1462"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85" name="Oval 396"/>
              <p:cNvSpPr>
                <a:spLocks noChangeArrowheads="1"/>
              </p:cNvSpPr>
              <p:nvPr/>
            </p:nvSpPr>
            <p:spPr bwMode="auto">
              <a:xfrm>
                <a:off x="1318"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86" name="Oval 397"/>
              <p:cNvSpPr>
                <a:spLocks noChangeArrowheads="1"/>
              </p:cNvSpPr>
              <p:nvPr/>
            </p:nvSpPr>
            <p:spPr bwMode="auto">
              <a:xfrm>
                <a:off x="1174"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87" name="Oval 398"/>
              <p:cNvSpPr>
                <a:spLocks noChangeArrowheads="1"/>
              </p:cNvSpPr>
              <p:nvPr/>
            </p:nvSpPr>
            <p:spPr bwMode="auto">
              <a:xfrm>
                <a:off x="1030"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88" name="Oval 399"/>
              <p:cNvSpPr>
                <a:spLocks noChangeArrowheads="1"/>
              </p:cNvSpPr>
              <p:nvPr/>
            </p:nvSpPr>
            <p:spPr bwMode="auto">
              <a:xfrm>
                <a:off x="886"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89" name="Oval 400"/>
              <p:cNvSpPr>
                <a:spLocks noChangeArrowheads="1"/>
              </p:cNvSpPr>
              <p:nvPr/>
            </p:nvSpPr>
            <p:spPr bwMode="auto">
              <a:xfrm>
                <a:off x="1750"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90" name="Oval 401"/>
              <p:cNvSpPr>
                <a:spLocks noChangeArrowheads="1"/>
              </p:cNvSpPr>
              <p:nvPr/>
            </p:nvSpPr>
            <p:spPr bwMode="auto">
              <a:xfrm>
                <a:off x="1606"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91" name="Oval 402"/>
              <p:cNvSpPr>
                <a:spLocks noChangeArrowheads="1"/>
              </p:cNvSpPr>
              <p:nvPr/>
            </p:nvSpPr>
            <p:spPr bwMode="auto">
              <a:xfrm>
                <a:off x="1462"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92" name="Oval 403"/>
              <p:cNvSpPr>
                <a:spLocks noChangeArrowheads="1"/>
              </p:cNvSpPr>
              <p:nvPr/>
            </p:nvSpPr>
            <p:spPr bwMode="auto">
              <a:xfrm>
                <a:off x="1318"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93" name="Oval 404"/>
              <p:cNvSpPr>
                <a:spLocks noChangeArrowheads="1"/>
              </p:cNvSpPr>
              <p:nvPr/>
            </p:nvSpPr>
            <p:spPr bwMode="auto">
              <a:xfrm>
                <a:off x="1174"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94" name="Oval 405"/>
              <p:cNvSpPr>
                <a:spLocks noChangeArrowheads="1"/>
              </p:cNvSpPr>
              <p:nvPr/>
            </p:nvSpPr>
            <p:spPr bwMode="auto">
              <a:xfrm>
                <a:off x="1030"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95" name="Oval 406"/>
              <p:cNvSpPr>
                <a:spLocks noChangeArrowheads="1"/>
              </p:cNvSpPr>
              <p:nvPr/>
            </p:nvSpPr>
            <p:spPr bwMode="auto">
              <a:xfrm>
                <a:off x="886"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96" name="Oval 407"/>
              <p:cNvSpPr>
                <a:spLocks noChangeArrowheads="1"/>
              </p:cNvSpPr>
              <p:nvPr/>
            </p:nvSpPr>
            <p:spPr bwMode="auto">
              <a:xfrm>
                <a:off x="1606" y="377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97" name="Oval 408"/>
              <p:cNvSpPr>
                <a:spLocks noChangeArrowheads="1"/>
              </p:cNvSpPr>
              <p:nvPr/>
            </p:nvSpPr>
            <p:spPr bwMode="auto">
              <a:xfrm>
                <a:off x="1462" y="377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98" name="Oval 409"/>
              <p:cNvSpPr>
                <a:spLocks noChangeArrowheads="1"/>
              </p:cNvSpPr>
              <p:nvPr/>
            </p:nvSpPr>
            <p:spPr bwMode="auto">
              <a:xfrm>
                <a:off x="1318" y="377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1999" name="Oval 410"/>
              <p:cNvSpPr>
                <a:spLocks noChangeArrowheads="1"/>
              </p:cNvSpPr>
              <p:nvPr/>
            </p:nvSpPr>
            <p:spPr bwMode="auto">
              <a:xfrm>
                <a:off x="1174" y="377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00" name="Oval 411"/>
              <p:cNvSpPr>
                <a:spLocks noChangeArrowheads="1"/>
              </p:cNvSpPr>
              <p:nvPr/>
            </p:nvSpPr>
            <p:spPr bwMode="auto">
              <a:xfrm>
                <a:off x="1030" y="377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pSp>
        <p:nvGrpSpPr>
          <p:cNvPr id="552" name="Group 412"/>
          <p:cNvGrpSpPr/>
          <p:nvPr/>
        </p:nvGrpSpPr>
        <p:grpSpPr bwMode="auto">
          <a:xfrm>
            <a:off x="6400800" y="5105400"/>
            <a:ext cx="1828800" cy="1219200"/>
            <a:chOff x="2928" y="3408"/>
            <a:chExt cx="1152" cy="768"/>
          </a:xfrm>
        </p:grpSpPr>
        <p:grpSp>
          <p:nvGrpSpPr>
            <p:cNvPr id="553" name="Group 413"/>
            <p:cNvGrpSpPr/>
            <p:nvPr/>
          </p:nvGrpSpPr>
          <p:grpSpPr bwMode="auto">
            <a:xfrm>
              <a:off x="2928" y="3408"/>
              <a:ext cx="1152" cy="768"/>
              <a:chOff x="576" y="2016"/>
              <a:chExt cx="1392" cy="1056"/>
            </a:xfrm>
          </p:grpSpPr>
          <p:grpSp>
            <p:nvGrpSpPr>
              <p:cNvPr id="554" name="Group 414"/>
              <p:cNvGrpSpPr/>
              <p:nvPr/>
            </p:nvGrpSpPr>
            <p:grpSpPr bwMode="auto">
              <a:xfrm>
                <a:off x="576" y="2112"/>
                <a:ext cx="1392" cy="864"/>
                <a:chOff x="528" y="2112"/>
                <a:chExt cx="960" cy="864"/>
              </a:xfrm>
            </p:grpSpPr>
            <p:sp>
              <p:nvSpPr>
                <p:cNvPr id="1052001" name="Line 415"/>
                <p:cNvSpPr>
                  <a:spLocks noChangeShapeType="1"/>
                </p:cNvSpPr>
                <p:nvPr/>
              </p:nvSpPr>
              <p:spPr bwMode="auto">
                <a:xfrm>
                  <a:off x="528" y="211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2002" name="Line 416"/>
                <p:cNvSpPr>
                  <a:spLocks noChangeShapeType="1"/>
                </p:cNvSpPr>
                <p:nvPr/>
              </p:nvSpPr>
              <p:spPr bwMode="auto">
                <a:xfrm>
                  <a:off x="528" y="2256"/>
                  <a:ext cx="960" cy="0"/>
                </a:xfrm>
                <a:prstGeom prst="line">
                  <a:avLst/>
                </a:prstGeom>
                <a:noFill/>
                <a:ln w="9525">
                  <a:solidFill>
                    <a:schemeClr val="tx1"/>
                  </a:solidFill>
                  <a:miter lim="800000"/>
                  <a:headEnd/>
                  <a:tailEnd/>
                </a:ln>
                <a:effectLst/>
              </p:spPr>
              <p:txBody>
                <a:bodyPr wrap="none"/>
                <a:lstStyle/>
                <a:p>
                  <a:endParaRPr lang="zh-CN" altLang="en-US"/>
                </a:p>
              </p:txBody>
            </p:sp>
            <p:sp>
              <p:nvSpPr>
                <p:cNvPr id="1052003" name="Line 417"/>
                <p:cNvSpPr>
                  <a:spLocks noChangeShapeType="1"/>
                </p:cNvSpPr>
                <p:nvPr/>
              </p:nvSpPr>
              <p:spPr bwMode="auto">
                <a:xfrm>
                  <a:off x="528" y="2544"/>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2004" name="Line 418"/>
                <p:cNvSpPr>
                  <a:spLocks noChangeShapeType="1"/>
                </p:cNvSpPr>
                <p:nvPr/>
              </p:nvSpPr>
              <p:spPr bwMode="auto">
                <a:xfrm>
                  <a:off x="528" y="2400"/>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2005" name="Line 419"/>
                <p:cNvSpPr>
                  <a:spLocks noChangeShapeType="1"/>
                </p:cNvSpPr>
                <p:nvPr/>
              </p:nvSpPr>
              <p:spPr bwMode="auto">
                <a:xfrm>
                  <a:off x="528" y="2688"/>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2006" name="Line 420"/>
                <p:cNvSpPr>
                  <a:spLocks noChangeShapeType="1"/>
                </p:cNvSpPr>
                <p:nvPr/>
              </p:nvSpPr>
              <p:spPr bwMode="auto">
                <a:xfrm>
                  <a:off x="528" y="283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2007" name="Line 421"/>
                <p:cNvSpPr>
                  <a:spLocks noChangeShapeType="1"/>
                </p:cNvSpPr>
                <p:nvPr/>
              </p:nvSpPr>
              <p:spPr bwMode="auto">
                <a:xfrm>
                  <a:off x="528" y="2976"/>
                  <a:ext cx="939"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555" name="Group 422"/>
              <p:cNvGrpSpPr/>
              <p:nvPr/>
            </p:nvGrpSpPr>
            <p:grpSpPr bwMode="auto">
              <a:xfrm>
                <a:off x="672" y="2016"/>
                <a:ext cx="1152" cy="1056"/>
                <a:chOff x="672" y="2016"/>
                <a:chExt cx="1152" cy="1056"/>
              </a:xfrm>
            </p:grpSpPr>
            <p:sp>
              <p:nvSpPr>
                <p:cNvPr id="1052008" name="Line 423"/>
                <p:cNvSpPr>
                  <a:spLocks noChangeShapeType="1"/>
                </p:cNvSpPr>
                <p:nvPr/>
              </p:nvSpPr>
              <p:spPr bwMode="auto">
                <a:xfrm>
                  <a:off x="67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2009" name="Line 424"/>
                <p:cNvSpPr>
                  <a:spLocks noChangeShapeType="1"/>
                </p:cNvSpPr>
                <p:nvPr/>
              </p:nvSpPr>
              <p:spPr bwMode="auto">
                <a:xfrm>
                  <a:off x="81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2010" name="Line 425"/>
                <p:cNvSpPr>
                  <a:spLocks noChangeShapeType="1"/>
                </p:cNvSpPr>
                <p:nvPr/>
              </p:nvSpPr>
              <p:spPr bwMode="auto">
                <a:xfrm>
                  <a:off x="96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2011" name="Line 426"/>
                <p:cNvSpPr>
                  <a:spLocks noChangeShapeType="1"/>
                </p:cNvSpPr>
                <p:nvPr/>
              </p:nvSpPr>
              <p:spPr bwMode="auto">
                <a:xfrm>
                  <a:off x="1104"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2012" name="Line 427"/>
                <p:cNvSpPr>
                  <a:spLocks noChangeShapeType="1"/>
                </p:cNvSpPr>
                <p:nvPr/>
              </p:nvSpPr>
              <p:spPr bwMode="auto">
                <a:xfrm>
                  <a:off x="1248"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2013" name="Line 428"/>
                <p:cNvSpPr>
                  <a:spLocks noChangeShapeType="1"/>
                </p:cNvSpPr>
                <p:nvPr/>
              </p:nvSpPr>
              <p:spPr bwMode="auto">
                <a:xfrm>
                  <a:off x="139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2014" name="Line 429"/>
                <p:cNvSpPr>
                  <a:spLocks noChangeShapeType="1"/>
                </p:cNvSpPr>
                <p:nvPr/>
              </p:nvSpPr>
              <p:spPr bwMode="auto">
                <a:xfrm>
                  <a:off x="153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2015" name="Line 430"/>
                <p:cNvSpPr>
                  <a:spLocks noChangeShapeType="1"/>
                </p:cNvSpPr>
                <p:nvPr/>
              </p:nvSpPr>
              <p:spPr bwMode="auto">
                <a:xfrm>
                  <a:off x="168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2016" name="Line 431"/>
                <p:cNvSpPr>
                  <a:spLocks noChangeShapeType="1"/>
                </p:cNvSpPr>
                <p:nvPr/>
              </p:nvSpPr>
              <p:spPr bwMode="auto">
                <a:xfrm>
                  <a:off x="1824" y="2016"/>
                  <a:ext cx="0" cy="1056"/>
                </a:xfrm>
                <a:prstGeom prst="line">
                  <a:avLst/>
                </a:prstGeom>
                <a:noFill/>
                <a:ln w="9525">
                  <a:solidFill>
                    <a:schemeClr val="tx1"/>
                  </a:solidFill>
                  <a:miter lim="800000"/>
                  <a:headEnd/>
                  <a:tailEnd/>
                </a:ln>
                <a:effectLst/>
              </p:spPr>
              <p:txBody>
                <a:bodyPr wrap="none"/>
                <a:lstStyle/>
                <a:p>
                  <a:endParaRPr lang="zh-CN" altLang="en-US"/>
                </a:p>
              </p:txBody>
            </p:sp>
          </p:grpSp>
        </p:grpSp>
        <p:sp>
          <p:nvSpPr>
            <p:cNvPr id="1052017" name="Oval 432"/>
            <p:cNvSpPr>
              <a:spLocks noChangeArrowheads="1"/>
            </p:cNvSpPr>
            <p:nvPr/>
          </p:nvSpPr>
          <p:spPr bwMode="auto">
            <a:xfrm>
              <a:off x="3463" y="3881"/>
              <a:ext cx="39" cy="34"/>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18" name="Oval 433"/>
            <p:cNvSpPr>
              <a:spLocks noChangeArrowheads="1"/>
            </p:cNvSpPr>
            <p:nvPr/>
          </p:nvSpPr>
          <p:spPr bwMode="auto">
            <a:xfrm>
              <a:off x="3463" y="3985"/>
              <a:ext cx="39"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19" name="Oval 434"/>
            <p:cNvSpPr>
              <a:spLocks noChangeArrowheads="1"/>
            </p:cNvSpPr>
            <p:nvPr/>
          </p:nvSpPr>
          <p:spPr bwMode="auto">
            <a:xfrm>
              <a:off x="3224" y="3671"/>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556" name="Group 435"/>
            <p:cNvGrpSpPr/>
            <p:nvPr/>
          </p:nvGrpSpPr>
          <p:grpSpPr bwMode="auto">
            <a:xfrm>
              <a:off x="3343" y="3567"/>
              <a:ext cx="279" cy="244"/>
              <a:chOff x="3199" y="3471"/>
              <a:chExt cx="279" cy="244"/>
            </a:xfrm>
          </p:grpSpPr>
          <p:sp>
            <p:nvSpPr>
              <p:cNvPr id="1052020" name="Oval 436"/>
              <p:cNvSpPr>
                <a:spLocks noChangeArrowheads="1"/>
              </p:cNvSpPr>
              <p:nvPr/>
            </p:nvSpPr>
            <p:spPr bwMode="auto">
              <a:xfrm>
                <a:off x="3319" y="3575"/>
                <a:ext cx="39"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21" name="Oval 437"/>
              <p:cNvSpPr>
                <a:spLocks noChangeArrowheads="1"/>
              </p:cNvSpPr>
              <p:nvPr/>
            </p:nvSpPr>
            <p:spPr bwMode="auto">
              <a:xfrm>
                <a:off x="3438" y="3680"/>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22" name="Oval 438"/>
              <p:cNvSpPr>
                <a:spLocks noChangeArrowheads="1"/>
              </p:cNvSpPr>
              <p:nvPr/>
            </p:nvSpPr>
            <p:spPr bwMode="auto">
              <a:xfrm>
                <a:off x="3319" y="3680"/>
                <a:ext cx="39"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23" name="Oval 439"/>
              <p:cNvSpPr>
                <a:spLocks noChangeArrowheads="1"/>
              </p:cNvSpPr>
              <p:nvPr/>
            </p:nvSpPr>
            <p:spPr bwMode="auto">
              <a:xfrm>
                <a:off x="3199" y="3680"/>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24" name="Oval 440"/>
              <p:cNvSpPr>
                <a:spLocks noChangeArrowheads="1"/>
              </p:cNvSpPr>
              <p:nvPr/>
            </p:nvSpPr>
            <p:spPr bwMode="auto">
              <a:xfrm>
                <a:off x="3319" y="3471"/>
                <a:ext cx="39"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25" name="Oval 441"/>
              <p:cNvSpPr>
                <a:spLocks noChangeArrowheads="1"/>
              </p:cNvSpPr>
              <p:nvPr/>
            </p:nvSpPr>
            <p:spPr bwMode="auto">
              <a:xfrm>
                <a:off x="3438" y="3471"/>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26" name="Oval 442"/>
              <p:cNvSpPr>
                <a:spLocks noChangeArrowheads="1"/>
              </p:cNvSpPr>
              <p:nvPr/>
            </p:nvSpPr>
            <p:spPr bwMode="auto">
              <a:xfrm>
                <a:off x="3199" y="3471"/>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27" name="Oval 443"/>
              <p:cNvSpPr>
                <a:spLocks noChangeArrowheads="1"/>
              </p:cNvSpPr>
              <p:nvPr/>
            </p:nvSpPr>
            <p:spPr bwMode="auto">
              <a:xfrm>
                <a:off x="3199" y="3575"/>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28" name="Oval 444"/>
              <p:cNvSpPr>
                <a:spLocks noChangeArrowheads="1"/>
              </p:cNvSpPr>
              <p:nvPr/>
            </p:nvSpPr>
            <p:spPr bwMode="auto">
              <a:xfrm>
                <a:off x="3438" y="3575"/>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2029" name="Oval 445"/>
            <p:cNvSpPr>
              <a:spLocks noChangeArrowheads="1"/>
            </p:cNvSpPr>
            <p:nvPr/>
          </p:nvSpPr>
          <p:spPr bwMode="auto">
            <a:xfrm>
              <a:off x="3701" y="3671"/>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557" name="Group 446"/>
            <p:cNvGrpSpPr/>
            <p:nvPr/>
          </p:nvGrpSpPr>
          <p:grpSpPr bwMode="auto">
            <a:xfrm>
              <a:off x="2986" y="3462"/>
              <a:ext cx="993" cy="454"/>
              <a:chOff x="2986" y="3462"/>
              <a:chExt cx="993" cy="454"/>
            </a:xfrm>
          </p:grpSpPr>
          <p:sp>
            <p:nvSpPr>
              <p:cNvPr id="1052030" name="Oval 447"/>
              <p:cNvSpPr>
                <a:spLocks noChangeArrowheads="1"/>
              </p:cNvSpPr>
              <p:nvPr/>
            </p:nvSpPr>
            <p:spPr bwMode="auto">
              <a:xfrm>
                <a:off x="3463" y="3462"/>
                <a:ext cx="39"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31" name="Oval 448"/>
              <p:cNvSpPr>
                <a:spLocks noChangeArrowheads="1"/>
              </p:cNvSpPr>
              <p:nvPr/>
            </p:nvSpPr>
            <p:spPr bwMode="auto">
              <a:xfrm>
                <a:off x="3939" y="3881"/>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32" name="Oval 449"/>
              <p:cNvSpPr>
                <a:spLocks noChangeArrowheads="1"/>
              </p:cNvSpPr>
              <p:nvPr/>
            </p:nvSpPr>
            <p:spPr bwMode="auto">
              <a:xfrm>
                <a:off x="2986" y="3881"/>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558" name="Group 450"/>
            <p:cNvGrpSpPr/>
            <p:nvPr/>
          </p:nvGrpSpPr>
          <p:grpSpPr bwMode="auto">
            <a:xfrm>
              <a:off x="3582" y="3776"/>
              <a:ext cx="278" cy="244"/>
              <a:chOff x="3438" y="3680"/>
              <a:chExt cx="278" cy="244"/>
            </a:xfrm>
          </p:grpSpPr>
          <p:sp>
            <p:nvSpPr>
              <p:cNvPr id="1052033" name="Oval 451"/>
              <p:cNvSpPr>
                <a:spLocks noChangeArrowheads="1"/>
              </p:cNvSpPr>
              <p:nvPr/>
            </p:nvSpPr>
            <p:spPr bwMode="auto">
              <a:xfrm>
                <a:off x="3557" y="3785"/>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34" name="Oval 452"/>
              <p:cNvSpPr>
                <a:spLocks noChangeArrowheads="1"/>
              </p:cNvSpPr>
              <p:nvPr/>
            </p:nvSpPr>
            <p:spPr bwMode="auto">
              <a:xfrm>
                <a:off x="3438" y="3785"/>
                <a:ext cx="40" cy="34"/>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35" name="Oval 453"/>
              <p:cNvSpPr>
                <a:spLocks noChangeArrowheads="1"/>
              </p:cNvSpPr>
              <p:nvPr/>
            </p:nvSpPr>
            <p:spPr bwMode="auto">
              <a:xfrm>
                <a:off x="3438" y="3889"/>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36" name="Oval 454"/>
              <p:cNvSpPr>
                <a:spLocks noChangeArrowheads="1"/>
              </p:cNvSpPr>
              <p:nvPr/>
            </p:nvSpPr>
            <p:spPr bwMode="auto">
              <a:xfrm>
                <a:off x="3676" y="3680"/>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37" name="Oval 455"/>
              <p:cNvSpPr>
                <a:spLocks noChangeArrowheads="1"/>
              </p:cNvSpPr>
              <p:nvPr/>
            </p:nvSpPr>
            <p:spPr bwMode="auto">
              <a:xfrm>
                <a:off x="3557" y="3680"/>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38" name="Oval 456"/>
              <p:cNvSpPr>
                <a:spLocks noChangeArrowheads="1"/>
              </p:cNvSpPr>
              <p:nvPr/>
            </p:nvSpPr>
            <p:spPr bwMode="auto">
              <a:xfrm>
                <a:off x="3676" y="3785"/>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39" name="Oval 457"/>
              <p:cNvSpPr>
                <a:spLocks noChangeArrowheads="1"/>
              </p:cNvSpPr>
              <p:nvPr/>
            </p:nvSpPr>
            <p:spPr bwMode="auto">
              <a:xfrm>
                <a:off x="3676" y="3889"/>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40" name="Oval 458"/>
              <p:cNvSpPr>
                <a:spLocks noChangeArrowheads="1"/>
              </p:cNvSpPr>
              <p:nvPr/>
            </p:nvSpPr>
            <p:spPr bwMode="auto">
              <a:xfrm>
                <a:off x="3557" y="3889"/>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559" name="Group 459"/>
            <p:cNvGrpSpPr/>
            <p:nvPr/>
          </p:nvGrpSpPr>
          <p:grpSpPr bwMode="auto">
            <a:xfrm>
              <a:off x="3105" y="3776"/>
              <a:ext cx="278" cy="244"/>
              <a:chOff x="2961" y="3680"/>
              <a:chExt cx="278" cy="244"/>
            </a:xfrm>
          </p:grpSpPr>
          <p:sp>
            <p:nvSpPr>
              <p:cNvPr id="1052041" name="Oval 460"/>
              <p:cNvSpPr>
                <a:spLocks noChangeArrowheads="1"/>
              </p:cNvSpPr>
              <p:nvPr/>
            </p:nvSpPr>
            <p:spPr bwMode="auto">
              <a:xfrm>
                <a:off x="3080" y="3785"/>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42" name="Oval 461"/>
              <p:cNvSpPr>
                <a:spLocks noChangeArrowheads="1"/>
              </p:cNvSpPr>
              <p:nvPr/>
            </p:nvSpPr>
            <p:spPr bwMode="auto">
              <a:xfrm>
                <a:off x="3199" y="3785"/>
                <a:ext cx="40" cy="34"/>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43" name="Oval 462"/>
              <p:cNvSpPr>
                <a:spLocks noChangeArrowheads="1"/>
              </p:cNvSpPr>
              <p:nvPr/>
            </p:nvSpPr>
            <p:spPr bwMode="auto">
              <a:xfrm>
                <a:off x="3199" y="3889"/>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44" name="Oval 463"/>
              <p:cNvSpPr>
                <a:spLocks noChangeArrowheads="1"/>
              </p:cNvSpPr>
              <p:nvPr/>
            </p:nvSpPr>
            <p:spPr bwMode="auto">
              <a:xfrm>
                <a:off x="3080" y="3680"/>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45" name="Oval 464"/>
              <p:cNvSpPr>
                <a:spLocks noChangeArrowheads="1"/>
              </p:cNvSpPr>
              <p:nvPr/>
            </p:nvSpPr>
            <p:spPr bwMode="auto">
              <a:xfrm>
                <a:off x="2961" y="3680"/>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46" name="Oval 465"/>
              <p:cNvSpPr>
                <a:spLocks noChangeArrowheads="1"/>
              </p:cNvSpPr>
              <p:nvPr/>
            </p:nvSpPr>
            <p:spPr bwMode="auto">
              <a:xfrm>
                <a:off x="2961" y="3785"/>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47" name="Oval 466"/>
              <p:cNvSpPr>
                <a:spLocks noChangeArrowheads="1"/>
              </p:cNvSpPr>
              <p:nvPr/>
            </p:nvSpPr>
            <p:spPr bwMode="auto">
              <a:xfrm>
                <a:off x="3080" y="3889"/>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48" name="Oval 467"/>
              <p:cNvSpPr>
                <a:spLocks noChangeArrowheads="1"/>
              </p:cNvSpPr>
              <p:nvPr/>
            </p:nvSpPr>
            <p:spPr bwMode="auto">
              <a:xfrm>
                <a:off x="2961" y="3889"/>
                <a:ext cx="40" cy="35"/>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2049" name="Oval 468"/>
            <p:cNvSpPr>
              <a:spLocks noChangeArrowheads="1"/>
            </p:cNvSpPr>
            <p:nvPr/>
          </p:nvSpPr>
          <p:spPr bwMode="auto">
            <a:xfrm>
              <a:off x="3701" y="4090"/>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50" name="Oval 469"/>
            <p:cNvSpPr>
              <a:spLocks noChangeArrowheads="1"/>
            </p:cNvSpPr>
            <p:nvPr/>
          </p:nvSpPr>
          <p:spPr bwMode="auto">
            <a:xfrm>
              <a:off x="3582" y="4090"/>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51" name="Oval 470"/>
            <p:cNvSpPr>
              <a:spLocks noChangeArrowheads="1"/>
            </p:cNvSpPr>
            <p:nvPr/>
          </p:nvSpPr>
          <p:spPr bwMode="auto">
            <a:xfrm>
              <a:off x="3463" y="4090"/>
              <a:ext cx="39"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52" name="Oval 471"/>
            <p:cNvSpPr>
              <a:spLocks noChangeArrowheads="1"/>
            </p:cNvSpPr>
            <p:nvPr/>
          </p:nvSpPr>
          <p:spPr bwMode="auto">
            <a:xfrm>
              <a:off x="3343" y="4090"/>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53" name="Oval 472"/>
            <p:cNvSpPr>
              <a:spLocks noChangeArrowheads="1"/>
            </p:cNvSpPr>
            <p:nvPr/>
          </p:nvSpPr>
          <p:spPr bwMode="auto">
            <a:xfrm>
              <a:off x="3224" y="4090"/>
              <a:ext cx="40" cy="35"/>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560" name="Group 473"/>
          <p:cNvGrpSpPr/>
          <p:nvPr/>
        </p:nvGrpSpPr>
        <p:grpSpPr bwMode="auto">
          <a:xfrm>
            <a:off x="4267200" y="5029200"/>
            <a:ext cx="1828800" cy="1219200"/>
            <a:chOff x="768" y="2928"/>
            <a:chExt cx="1392" cy="1056"/>
          </a:xfrm>
        </p:grpSpPr>
        <p:grpSp>
          <p:nvGrpSpPr>
            <p:cNvPr id="561" name="Group 474"/>
            <p:cNvGrpSpPr/>
            <p:nvPr/>
          </p:nvGrpSpPr>
          <p:grpSpPr bwMode="auto">
            <a:xfrm>
              <a:off x="768" y="2928"/>
              <a:ext cx="1392" cy="1056"/>
              <a:chOff x="576" y="2016"/>
              <a:chExt cx="1392" cy="1056"/>
            </a:xfrm>
          </p:grpSpPr>
          <p:grpSp>
            <p:nvGrpSpPr>
              <p:cNvPr id="562" name="Group 475"/>
              <p:cNvGrpSpPr/>
              <p:nvPr/>
            </p:nvGrpSpPr>
            <p:grpSpPr bwMode="auto">
              <a:xfrm>
                <a:off x="576" y="2112"/>
                <a:ext cx="1392" cy="864"/>
                <a:chOff x="528" y="2112"/>
                <a:chExt cx="960" cy="864"/>
              </a:xfrm>
            </p:grpSpPr>
            <p:sp>
              <p:nvSpPr>
                <p:cNvPr id="1052054" name="Line 476"/>
                <p:cNvSpPr>
                  <a:spLocks noChangeShapeType="1"/>
                </p:cNvSpPr>
                <p:nvPr/>
              </p:nvSpPr>
              <p:spPr bwMode="auto">
                <a:xfrm>
                  <a:off x="528" y="211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2055" name="Line 477"/>
                <p:cNvSpPr>
                  <a:spLocks noChangeShapeType="1"/>
                </p:cNvSpPr>
                <p:nvPr/>
              </p:nvSpPr>
              <p:spPr bwMode="auto">
                <a:xfrm>
                  <a:off x="528" y="2256"/>
                  <a:ext cx="960" cy="0"/>
                </a:xfrm>
                <a:prstGeom prst="line">
                  <a:avLst/>
                </a:prstGeom>
                <a:noFill/>
                <a:ln w="9525">
                  <a:solidFill>
                    <a:schemeClr val="tx1"/>
                  </a:solidFill>
                  <a:miter lim="800000"/>
                  <a:headEnd/>
                  <a:tailEnd/>
                </a:ln>
                <a:effectLst/>
              </p:spPr>
              <p:txBody>
                <a:bodyPr wrap="none"/>
                <a:lstStyle/>
                <a:p>
                  <a:endParaRPr lang="zh-CN" altLang="en-US"/>
                </a:p>
              </p:txBody>
            </p:sp>
            <p:sp>
              <p:nvSpPr>
                <p:cNvPr id="1052056" name="Line 478"/>
                <p:cNvSpPr>
                  <a:spLocks noChangeShapeType="1"/>
                </p:cNvSpPr>
                <p:nvPr/>
              </p:nvSpPr>
              <p:spPr bwMode="auto">
                <a:xfrm>
                  <a:off x="528" y="2544"/>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2057" name="Line 479"/>
                <p:cNvSpPr>
                  <a:spLocks noChangeShapeType="1"/>
                </p:cNvSpPr>
                <p:nvPr/>
              </p:nvSpPr>
              <p:spPr bwMode="auto">
                <a:xfrm>
                  <a:off x="528" y="2400"/>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2058" name="Line 480"/>
                <p:cNvSpPr>
                  <a:spLocks noChangeShapeType="1"/>
                </p:cNvSpPr>
                <p:nvPr/>
              </p:nvSpPr>
              <p:spPr bwMode="auto">
                <a:xfrm>
                  <a:off x="528" y="2688"/>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2059" name="Line 481"/>
                <p:cNvSpPr>
                  <a:spLocks noChangeShapeType="1"/>
                </p:cNvSpPr>
                <p:nvPr/>
              </p:nvSpPr>
              <p:spPr bwMode="auto">
                <a:xfrm>
                  <a:off x="528" y="2832"/>
                  <a:ext cx="939" cy="0"/>
                </a:xfrm>
                <a:prstGeom prst="line">
                  <a:avLst/>
                </a:prstGeom>
                <a:noFill/>
                <a:ln w="9525">
                  <a:solidFill>
                    <a:schemeClr val="tx1"/>
                  </a:solidFill>
                  <a:miter lim="800000"/>
                  <a:headEnd/>
                  <a:tailEnd/>
                </a:ln>
                <a:effectLst/>
              </p:spPr>
              <p:txBody>
                <a:bodyPr wrap="none"/>
                <a:lstStyle/>
                <a:p>
                  <a:endParaRPr lang="zh-CN" altLang="en-US"/>
                </a:p>
              </p:txBody>
            </p:sp>
            <p:sp>
              <p:nvSpPr>
                <p:cNvPr id="1052060" name="Line 482"/>
                <p:cNvSpPr>
                  <a:spLocks noChangeShapeType="1"/>
                </p:cNvSpPr>
                <p:nvPr/>
              </p:nvSpPr>
              <p:spPr bwMode="auto">
                <a:xfrm>
                  <a:off x="528" y="2976"/>
                  <a:ext cx="939"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563" name="Group 483"/>
              <p:cNvGrpSpPr/>
              <p:nvPr/>
            </p:nvGrpSpPr>
            <p:grpSpPr bwMode="auto">
              <a:xfrm>
                <a:off x="672" y="2016"/>
                <a:ext cx="1152" cy="1056"/>
                <a:chOff x="672" y="2016"/>
                <a:chExt cx="1152" cy="1056"/>
              </a:xfrm>
            </p:grpSpPr>
            <p:sp>
              <p:nvSpPr>
                <p:cNvPr id="1052061" name="Line 484"/>
                <p:cNvSpPr>
                  <a:spLocks noChangeShapeType="1"/>
                </p:cNvSpPr>
                <p:nvPr/>
              </p:nvSpPr>
              <p:spPr bwMode="auto">
                <a:xfrm>
                  <a:off x="67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2062" name="Line 485"/>
                <p:cNvSpPr>
                  <a:spLocks noChangeShapeType="1"/>
                </p:cNvSpPr>
                <p:nvPr/>
              </p:nvSpPr>
              <p:spPr bwMode="auto">
                <a:xfrm>
                  <a:off x="81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2063" name="Line 486"/>
                <p:cNvSpPr>
                  <a:spLocks noChangeShapeType="1"/>
                </p:cNvSpPr>
                <p:nvPr/>
              </p:nvSpPr>
              <p:spPr bwMode="auto">
                <a:xfrm>
                  <a:off x="96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2064" name="Line 487"/>
                <p:cNvSpPr>
                  <a:spLocks noChangeShapeType="1"/>
                </p:cNvSpPr>
                <p:nvPr/>
              </p:nvSpPr>
              <p:spPr bwMode="auto">
                <a:xfrm>
                  <a:off x="1104"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2065" name="Line 488"/>
                <p:cNvSpPr>
                  <a:spLocks noChangeShapeType="1"/>
                </p:cNvSpPr>
                <p:nvPr/>
              </p:nvSpPr>
              <p:spPr bwMode="auto">
                <a:xfrm>
                  <a:off x="1248"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2066" name="Line 489"/>
                <p:cNvSpPr>
                  <a:spLocks noChangeShapeType="1"/>
                </p:cNvSpPr>
                <p:nvPr/>
              </p:nvSpPr>
              <p:spPr bwMode="auto">
                <a:xfrm>
                  <a:off x="1392"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2067" name="Line 490"/>
                <p:cNvSpPr>
                  <a:spLocks noChangeShapeType="1"/>
                </p:cNvSpPr>
                <p:nvPr/>
              </p:nvSpPr>
              <p:spPr bwMode="auto">
                <a:xfrm>
                  <a:off x="1536"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2068" name="Line 491"/>
                <p:cNvSpPr>
                  <a:spLocks noChangeShapeType="1"/>
                </p:cNvSpPr>
                <p:nvPr/>
              </p:nvSpPr>
              <p:spPr bwMode="auto">
                <a:xfrm>
                  <a:off x="1680" y="2016"/>
                  <a:ext cx="0" cy="1056"/>
                </a:xfrm>
                <a:prstGeom prst="line">
                  <a:avLst/>
                </a:prstGeom>
                <a:noFill/>
                <a:ln w="9525">
                  <a:solidFill>
                    <a:schemeClr val="tx1"/>
                  </a:solidFill>
                  <a:miter lim="800000"/>
                  <a:headEnd/>
                  <a:tailEnd/>
                </a:ln>
                <a:effectLst/>
              </p:spPr>
              <p:txBody>
                <a:bodyPr wrap="none"/>
                <a:lstStyle/>
                <a:p>
                  <a:endParaRPr lang="zh-CN" altLang="en-US"/>
                </a:p>
              </p:txBody>
            </p:sp>
            <p:sp>
              <p:nvSpPr>
                <p:cNvPr id="1052069" name="Line 492"/>
                <p:cNvSpPr>
                  <a:spLocks noChangeShapeType="1"/>
                </p:cNvSpPr>
                <p:nvPr/>
              </p:nvSpPr>
              <p:spPr bwMode="auto">
                <a:xfrm>
                  <a:off x="1824" y="2016"/>
                  <a:ext cx="0" cy="1056"/>
                </a:xfrm>
                <a:prstGeom prst="line">
                  <a:avLst/>
                </a:prstGeom>
                <a:noFill/>
                <a:ln w="9525">
                  <a:solidFill>
                    <a:schemeClr val="tx1"/>
                  </a:solidFill>
                  <a:miter lim="800000"/>
                  <a:headEnd/>
                  <a:tailEnd/>
                </a:ln>
                <a:effectLst/>
              </p:spPr>
              <p:txBody>
                <a:bodyPr wrap="none"/>
                <a:lstStyle/>
                <a:p>
                  <a:endParaRPr lang="zh-CN" altLang="en-US"/>
                </a:p>
              </p:txBody>
            </p:sp>
          </p:grpSp>
        </p:grpSp>
        <p:sp>
          <p:nvSpPr>
            <p:cNvPr id="1052070" name="Oval 493"/>
            <p:cNvSpPr>
              <a:spLocks noChangeArrowheads="1"/>
            </p:cNvSpPr>
            <p:nvPr/>
          </p:nvSpPr>
          <p:spPr bwMode="auto">
            <a:xfrm>
              <a:off x="1414" y="3002"/>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71" name="Oval 494"/>
            <p:cNvSpPr>
              <a:spLocks noChangeArrowheads="1"/>
            </p:cNvSpPr>
            <p:nvPr/>
          </p:nvSpPr>
          <p:spPr bwMode="auto">
            <a:xfrm>
              <a:off x="1990" y="35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72" name="Oval 495"/>
            <p:cNvSpPr>
              <a:spLocks noChangeArrowheads="1"/>
            </p:cNvSpPr>
            <p:nvPr/>
          </p:nvSpPr>
          <p:spPr bwMode="auto">
            <a:xfrm>
              <a:off x="838" y="3578"/>
              <a:ext cx="48" cy="48"/>
            </a:xfrm>
            <a:prstGeom prst="ellipse">
              <a:avLst/>
            </a:prstGeom>
            <a:solidFill>
              <a:srgbClr val="0000FF"/>
            </a:solidFill>
            <a:ln w="9525">
              <a:solidFill>
                <a:srgbClr val="0000FF"/>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564" name="Group 496"/>
            <p:cNvGrpSpPr/>
            <p:nvPr/>
          </p:nvGrpSpPr>
          <p:grpSpPr bwMode="auto">
            <a:xfrm>
              <a:off x="982" y="3146"/>
              <a:ext cx="912" cy="768"/>
              <a:chOff x="886" y="3050"/>
              <a:chExt cx="912" cy="768"/>
            </a:xfrm>
          </p:grpSpPr>
          <p:sp>
            <p:nvSpPr>
              <p:cNvPr id="1052073" name="Oval 497"/>
              <p:cNvSpPr>
                <a:spLocks noChangeArrowheads="1"/>
              </p:cNvSpPr>
              <p:nvPr/>
            </p:nvSpPr>
            <p:spPr bwMode="auto">
              <a:xfrm>
                <a:off x="1318" y="305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74" name="Oval 498"/>
              <p:cNvSpPr>
                <a:spLocks noChangeArrowheads="1"/>
              </p:cNvSpPr>
              <p:nvPr/>
            </p:nvSpPr>
            <p:spPr bwMode="auto">
              <a:xfrm>
                <a:off x="1462" y="305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75" name="Oval 499"/>
              <p:cNvSpPr>
                <a:spLocks noChangeArrowheads="1"/>
              </p:cNvSpPr>
              <p:nvPr/>
            </p:nvSpPr>
            <p:spPr bwMode="auto">
              <a:xfrm>
                <a:off x="1174" y="305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76" name="Oval 500"/>
              <p:cNvSpPr>
                <a:spLocks noChangeArrowheads="1"/>
              </p:cNvSpPr>
              <p:nvPr/>
            </p:nvSpPr>
            <p:spPr bwMode="auto">
              <a:xfrm>
                <a:off x="1174" y="31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77" name="Oval 501"/>
              <p:cNvSpPr>
                <a:spLocks noChangeArrowheads="1"/>
              </p:cNvSpPr>
              <p:nvPr/>
            </p:nvSpPr>
            <p:spPr bwMode="auto">
              <a:xfrm>
                <a:off x="1030" y="31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78" name="Oval 502"/>
              <p:cNvSpPr>
                <a:spLocks noChangeArrowheads="1"/>
              </p:cNvSpPr>
              <p:nvPr/>
            </p:nvSpPr>
            <p:spPr bwMode="auto">
              <a:xfrm>
                <a:off x="1318" y="31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79" name="Oval 503"/>
              <p:cNvSpPr>
                <a:spLocks noChangeArrowheads="1"/>
              </p:cNvSpPr>
              <p:nvPr/>
            </p:nvSpPr>
            <p:spPr bwMode="auto">
              <a:xfrm>
                <a:off x="1462" y="31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80" name="Oval 504"/>
              <p:cNvSpPr>
                <a:spLocks noChangeArrowheads="1"/>
              </p:cNvSpPr>
              <p:nvPr/>
            </p:nvSpPr>
            <p:spPr bwMode="auto">
              <a:xfrm>
                <a:off x="1606" y="3194"/>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81" name="Oval 505"/>
              <p:cNvSpPr>
                <a:spLocks noChangeArrowheads="1"/>
              </p:cNvSpPr>
              <p:nvPr/>
            </p:nvSpPr>
            <p:spPr bwMode="auto">
              <a:xfrm>
                <a:off x="1750"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82" name="Oval 506"/>
              <p:cNvSpPr>
                <a:spLocks noChangeArrowheads="1"/>
              </p:cNvSpPr>
              <p:nvPr/>
            </p:nvSpPr>
            <p:spPr bwMode="auto">
              <a:xfrm>
                <a:off x="1606"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83" name="Oval 507"/>
              <p:cNvSpPr>
                <a:spLocks noChangeArrowheads="1"/>
              </p:cNvSpPr>
              <p:nvPr/>
            </p:nvSpPr>
            <p:spPr bwMode="auto">
              <a:xfrm>
                <a:off x="1462"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84" name="Oval 508"/>
              <p:cNvSpPr>
                <a:spLocks noChangeArrowheads="1"/>
              </p:cNvSpPr>
              <p:nvPr/>
            </p:nvSpPr>
            <p:spPr bwMode="auto">
              <a:xfrm>
                <a:off x="1318"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85" name="Oval 509"/>
              <p:cNvSpPr>
                <a:spLocks noChangeArrowheads="1"/>
              </p:cNvSpPr>
              <p:nvPr/>
            </p:nvSpPr>
            <p:spPr bwMode="auto">
              <a:xfrm>
                <a:off x="1174"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86" name="Oval 510"/>
              <p:cNvSpPr>
                <a:spLocks noChangeArrowheads="1"/>
              </p:cNvSpPr>
              <p:nvPr/>
            </p:nvSpPr>
            <p:spPr bwMode="auto">
              <a:xfrm>
                <a:off x="1030"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87" name="Oval 511"/>
              <p:cNvSpPr>
                <a:spLocks noChangeArrowheads="1"/>
              </p:cNvSpPr>
              <p:nvPr/>
            </p:nvSpPr>
            <p:spPr bwMode="auto">
              <a:xfrm>
                <a:off x="886" y="3338"/>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88" name="Oval 512"/>
              <p:cNvSpPr>
                <a:spLocks noChangeArrowheads="1"/>
              </p:cNvSpPr>
              <p:nvPr/>
            </p:nvSpPr>
            <p:spPr bwMode="auto">
              <a:xfrm>
                <a:off x="1750"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89" name="Oval 513"/>
              <p:cNvSpPr>
                <a:spLocks noChangeArrowheads="1"/>
              </p:cNvSpPr>
              <p:nvPr/>
            </p:nvSpPr>
            <p:spPr bwMode="auto">
              <a:xfrm>
                <a:off x="1606"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90" name="Oval 514"/>
              <p:cNvSpPr>
                <a:spLocks noChangeArrowheads="1"/>
              </p:cNvSpPr>
              <p:nvPr/>
            </p:nvSpPr>
            <p:spPr bwMode="auto">
              <a:xfrm>
                <a:off x="1462"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91" name="Oval 515"/>
              <p:cNvSpPr>
                <a:spLocks noChangeArrowheads="1"/>
              </p:cNvSpPr>
              <p:nvPr/>
            </p:nvSpPr>
            <p:spPr bwMode="auto">
              <a:xfrm>
                <a:off x="1318"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92" name="Oval 516"/>
              <p:cNvSpPr>
                <a:spLocks noChangeArrowheads="1"/>
              </p:cNvSpPr>
              <p:nvPr/>
            </p:nvSpPr>
            <p:spPr bwMode="auto">
              <a:xfrm>
                <a:off x="1174"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93" name="Oval 517"/>
              <p:cNvSpPr>
                <a:spLocks noChangeArrowheads="1"/>
              </p:cNvSpPr>
              <p:nvPr/>
            </p:nvSpPr>
            <p:spPr bwMode="auto">
              <a:xfrm>
                <a:off x="1030"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94" name="Oval 518"/>
              <p:cNvSpPr>
                <a:spLocks noChangeArrowheads="1"/>
              </p:cNvSpPr>
              <p:nvPr/>
            </p:nvSpPr>
            <p:spPr bwMode="auto">
              <a:xfrm>
                <a:off x="886" y="3482"/>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95" name="Oval 519"/>
              <p:cNvSpPr>
                <a:spLocks noChangeArrowheads="1"/>
              </p:cNvSpPr>
              <p:nvPr/>
            </p:nvSpPr>
            <p:spPr bwMode="auto">
              <a:xfrm>
                <a:off x="1750"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96" name="Oval 520"/>
              <p:cNvSpPr>
                <a:spLocks noChangeArrowheads="1"/>
              </p:cNvSpPr>
              <p:nvPr/>
            </p:nvSpPr>
            <p:spPr bwMode="auto">
              <a:xfrm>
                <a:off x="1606"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97" name="Oval 521"/>
              <p:cNvSpPr>
                <a:spLocks noChangeArrowheads="1"/>
              </p:cNvSpPr>
              <p:nvPr/>
            </p:nvSpPr>
            <p:spPr bwMode="auto">
              <a:xfrm>
                <a:off x="1462"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98" name="Oval 522"/>
              <p:cNvSpPr>
                <a:spLocks noChangeArrowheads="1"/>
              </p:cNvSpPr>
              <p:nvPr/>
            </p:nvSpPr>
            <p:spPr bwMode="auto">
              <a:xfrm>
                <a:off x="1318"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099" name="Oval 523"/>
              <p:cNvSpPr>
                <a:spLocks noChangeArrowheads="1"/>
              </p:cNvSpPr>
              <p:nvPr/>
            </p:nvSpPr>
            <p:spPr bwMode="auto">
              <a:xfrm>
                <a:off x="1174"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100" name="Oval 524"/>
              <p:cNvSpPr>
                <a:spLocks noChangeArrowheads="1"/>
              </p:cNvSpPr>
              <p:nvPr/>
            </p:nvSpPr>
            <p:spPr bwMode="auto">
              <a:xfrm>
                <a:off x="1030"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101" name="Oval 525"/>
              <p:cNvSpPr>
                <a:spLocks noChangeArrowheads="1"/>
              </p:cNvSpPr>
              <p:nvPr/>
            </p:nvSpPr>
            <p:spPr bwMode="auto">
              <a:xfrm>
                <a:off x="886" y="3626"/>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102" name="Oval 526"/>
              <p:cNvSpPr>
                <a:spLocks noChangeArrowheads="1"/>
              </p:cNvSpPr>
              <p:nvPr/>
            </p:nvSpPr>
            <p:spPr bwMode="auto">
              <a:xfrm>
                <a:off x="1606" y="377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103" name="Oval 527"/>
              <p:cNvSpPr>
                <a:spLocks noChangeArrowheads="1"/>
              </p:cNvSpPr>
              <p:nvPr/>
            </p:nvSpPr>
            <p:spPr bwMode="auto">
              <a:xfrm>
                <a:off x="1462" y="377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104" name="Oval 528"/>
              <p:cNvSpPr>
                <a:spLocks noChangeArrowheads="1"/>
              </p:cNvSpPr>
              <p:nvPr/>
            </p:nvSpPr>
            <p:spPr bwMode="auto">
              <a:xfrm>
                <a:off x="1318" y="377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105" name="Oval 529"/>
              <p:cNvSpPr>
                <a:spLocks noChangeArrowheads="1"/>
              </p:cNvSpPr>
              <p:nvPr/>
            </p:nvSpPr>
            <p:spPr bwMode="auto">
              <a:xfrm>
                <a:off x="1174" y="377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106" name="Oval 530"/>
              <p:cNvSpPr>
                <a:spLocks noChangeArrowheads="1"/>
              </p:cNvSpPr>
              <p:nvPr/>
            </p:nvSpPr>
            <p:spPr bwMode="auto">
              <a:xfrm>
                <a:off x="1030" y="3770"/>
                <a:ext cx="48" cy="48"/>
              </a:xfrm>
              <a:prstGeom prst="ellipse">
                <a:avLst/>
              </a:prstGeom>
              <a:solidFill>
                <a:srgbClr val="00FF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graphicFrame>
        <p:nvGraphicFramePr>
          <p:cNvPr id="4194347" name="Object 531"/>
          <p:cNvGraphicFramePr>
            <a:graphicFrameLocks noChangeAspect="1"/>
          </p:cNvGraphicFramePr>
          <p:nvPr/>
        </p:nvGraphicFramePr>
        <p:xfrm>
          <a:off x="1881092" y="4013201"/>
          <a:ext cx="1765890" cy="367894"/>
        </p:xfrm>
        <a:graphic>
          <a:graphicData uri="http://schemas.openxmlformats.org/presentationml/2006/ole">
            <mc:AlternateContent xmlns:mc="http://schemas.openxmlformats.org/markup-compatibility/2006">
              <mc:Choice xmlns:v="urn:schemas-microsoft-com:vml" Requires="v">
                <p:oleObj name="Equation" r:id="rId4" imgW="977476" imgH="203112" progId="Equation.3">
                  <p:embed/>
                </p:oleObj>
              </mc:Choice>
              <mc:Fallback>
                <p:oleObj name="Equation" r:id="rId4" imgW="977476" imgH="203112" progId="Equation.3">
                  <p:embed/>
                  <p:pic>
                    <p:nvPicPr>
                      <p:cNvPr id="2097241" name="Object 531"/>
                      <p:cNvPicPr>
                        <a:picLocks noChangeAspect="1" noChangeArrowheads="1"/>
                      </p:cNvPicPr>
                      <p:nvPr/>
                    </p:nvPicPr>
                    <p:blipFill>
                      <a:blip r:embed="rId5"/>
                      <a:srcRect/>
                      <a:stretch>
                        <a:fillRect/>
                      </a:stretch>
                    </p:blipFill>
                    <p:spPr bwMode="auto">
                      <a:xfrm>
                        <a:off x="1881092" y="4013201"/>
                        <a:ext cx="1765890" cy="367894"/>
                      </a:xfrm>
                      <a:prstGeom prst="rect">
                        <a:avLst/>
                      </a:prstGeom>
                      <a:noFill/>
                      <a:ln>
                        <a:noFill/>
                      </a:ln>
                      <a:effectLst/>
                    </p:spPr>
                  </p:pic>
                </p:oleObj>
              </mc:Fallback>
            </mc:AlternateContent>
          </a:graphicData>
        </a:graphic>
      </p:graphicFrame>
      <p:graphicFrame>
        <p:nvGraphicFramePr>
          <p:cNvPr id="4194348" name="Object 532"/>
          <p:cNvGraphicFramePr>
            <a:graphicFrameLocks noChangeAspect="1"/>
          </p:cNvGraphicFramePr>
          <p:nvPr/>
        </p:nvGraphicFramePr>
        <p:xfrm>
          <a:off x="1664308" y="5058413"/>
          <a:ext cx="2052090" cy="776660"/>
        </p:xfrm>
        <a:graphic>
          <a:graphicData uri="http://schemas.openxmlformats.org/presentationml/2006/ole">
            <mc:AlternateContent xmlns:mc="http://schemas.openxmlformats.org/markup-compatibility/2006">
              <mc:Choice xmlns:v="urn:schemas-microsoft-com:vml" Requires="v">
                <p:oleObj name="Equation" r:id="rId6" imgW="1143000" imgH="431800" progId="Equation.3">
                  <p:embed/>
                </p:oleObj>
              </mc:Choice>
              <mc:Fallback>
                <p:oleObj name="Equation" r:id="rId6" imgW="1143000" imgH="431800" progId="Equation.3">
                  <p:embed/>
                  <p:pic>
                    <p:nvPicPr>
                      <p:cNvPr id="2097242" name="Object 532"/>
                      <p:cNvPicPr>
                        <a:picLocks noChangeAspect="1" noChangeArrowheads="1"/>
                      </p:cNvPicPr>
                      <p:nvPr/>
                    </p:nvPicPr>
                    <p:blipFill>
                      <a:blip r:embed="rId7"/>
                      <a:srcRect/>
                      <a:stretch>
                        <a:fillRect/>
                      </a:stretch>
                    </p:blipFill>
                    <p:spPr bwMode="auto">
                      <a:xfrm>
                        <a:off x="1664308" y="5058413"/>
                        <a:ext cx="2052090" cy="776660"/>
                      </a:xfrm>
                      <a:prstGeom prst="rect">
                        <a:avLst/>
                      </a:prstGeom>
                      <a:noFill/>
                      <a:ln>
                        <a:noFill/>
                      </a:ln>
                      <a:effectLst/>
                    </p:spPr>
                  </p:pic>
                </p:oleObj>
              </mc:Fallback>
            </mc:AlternateContent>
          </a:graphicData>
        </a:graphic>
      </p:graphicFrame>
      <p:sp>
        <p:nvSpPr>
          <p:cNvPr id="1052107" name="Text Box 533"/>
          <p:cNvSpPr txBox="1">
            <a:spLocks noChangeArrowheads="1"/>
          </p:cNvSpPr>
          <p:nvPr/>
        </p:nvSpPr>
        <p:spPr bwMode="auto">
          <a:xfrm>
            <a:off x="4800600" y="1600200"/>
            <a:ext cx="5018951" cy="39624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dirty="0">
                <a:latin typeface="Times New Roman" panose="02020603050405020304" pitchFamily="18" charset="0"/>
                <a:cs typeface="Times New Roman" panose="02020603050405020304" pitchFamily="18" charset="0"/>
              </a:rPr>
              <a:t>n</a:t>
            </a:r>
            <a:r>
              <a:rPr lang="en-US" altLang="zh-CN" sz="2000" dirty="0">
                <a:latin typeface="Times New Roman" panose="02020603050405020304" pitchFamily="18" charset="0"/>
                <a:cs typeface="Times New Roman" panose="02020603050405020304" pitchFamily="18" charset="0"/>
              </a:rPr>
              <a:t>=0                            </a:t>
            </a:r>
            <a:r>
              <a:rPr lang="en-US" altLang="zh-CN" sz="2000" i="1" dirty="0">
                <a:latin typeface="Times New Roman" panose="02020603050405020304" pitchFamily="18" charset="0"/>
                <a:cs typeface="Times New Roman" panose="02020603050405020304" pitchFamily="18" charset="0"/>
              </a:rPr>
              <a:t>n</a:t>
            </a:r>
            <a:r>
              <a:rPr lang="en-US" altLang="zh-CN" sz="2000" dirty="0">
                <a:latin typeface="Times New Roman" panose="02020603050405020304" pitchFamily="18" charset="0"/>
                <a:cs typeface="Times New Roman" panose="02020603050405020304" pitchFamily="18" charset="0"/>
              </a:rPr>
              <a:t>=1                            </a:t>
            </a:r>
            <a:r>
              <a:rPr lang="en-US" altLang="zh-CN" sz="2000" i="1" dirty="0">
                <a:latin typeface="Times New Roman" panose="02020603050405020304" pitchFamily="18" charset="0"/>
                <a:cs typeface="Times New Roman" panose="02020603050405020304" pitchFamily="18" charset="0"/>
              </a:rPr>
              <a:t>n</a:t>
            </a:r>
            <a:r>
              <a:rPr lang="en-US" altLang="zh-CN" sz="2000" dirty="0">
                <a:latin typeface="Times New Roman" panose="02020603050405020304" pitchFamily="18" charset="0"/>
                <a:cs typeface="Times New Roman" panose="02020603050405020304" pitchFamily="18" charset="0"/>
              </a:rPr>
              <a:t>=2</a:t>
            </a:r>
          </a:p>
        </p:txBody>
      </p:sp>
      <p:sp>
        <p:nvSpPr>
          <p:cNvPr id="1052108" name="Text Box 534"/>
          <p:cNvSpPr txBox="1">
            <a:spLocks noChangeArrowheads="1"/>
          </p:cNvSpPr>
          <p:nvPr/>
        </p:nvSpPr>
        <p:spPr bwMode="auto">
          <a:xfrm>
            <a:off x="427038" y="1616075"/>
            <a:ext cx="3611881" cy="35814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ea typeface="黑体" panose="02010609060101010101" pitchFamily="49" charset="-122"/>
              </a:rPr>
              <a:t>利用骨架子集进行数据重建的过程</a:t>
            </a:r>
          </a:p>
        </p:txBody>
      </p:sp>
      <p:sp>
        <p:nvSpPr>
          <p:cNvPr id="1052109"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4.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骨架化</a:t>
            </a:r>
          </a:p>
        </p:txBody>
      </p:sp>
      <p:sp>
        <p:nvSpPr>
          <p:cNvPr id="1052110" name="TextBox 534"/>
          <p:cNvSpPr txBox="1"/>
          <p:nvPr/>
        </p:nvSpPr>
        <p:spPr>
          <a:xfrm>
            <a:off x="1012825" y="177800"/>
            <a:ext cx="49072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三、二值图像的形态学处理</a:t>
            </a:r>
          </a:p>
        </p:txBody>
      </p:sp>
      <p:sp>
        <p:nvSpPr>
          <p:cNvPr id="1052111"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mc:AlternateContent xmlns:mc="http://schemas.openxmlformats.org/markup-compatibility/2006" xmlns:p14="http://schemas.microsoft.com/office/powerpoint/2010/main">
        <mc:Choice Requires="p14">
          <p:contentPart p14:bwMode="auto" r:id="rId8">
            <p14:nvContentPartPr>
              <p14:cNvPr id="1053719" name="墨迹 1053718"/>
              <p14:cNvContentPartPr/>
              <p14:nvPr/>
            </p14:nvContentPartPr>
            <p14:xfrm>
              <a:off x="2710189" y="1523729"/>
              <a:ext cx="547387" cy="556148"/>
            </p14:xfrm>
          </p:contentPart>
        </mc:Choice>
        <mc:Fallback xmlns="">
          <p:sp>
            <p:nvSpPr>
              <p:cNvPr id="1053719" name=""/>
              <p:cNvSpPr/>
              <p:nvPr/>
            </p:nvSpPr>
            <p:spPr>
              <a:xfrm>
                <a:off x="2710189" y="1523729"/>
                <a:ext cx="547387" cy="556148"/>
              </a:xfrm>
            </p:spPr>
          </p:sp>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112" name="Text Box 2"/>
          <p:cNvSpPr txBox="1">
            <a:spLocks noChangeArrowheads="1"/>
          </p:cNvSpPr>
          <p:nvPr/>
        </p:nvSpPr>
        <p:spPr bwMode="auto">
          <a:xfrm>
            <a:off x="1611313" y="1516063"/>
            <a:ext cx="5791200" cy="487679"/>
          </a:xfrm>
          <a:prstGeom prst="rect">
            <a:avLst/>
          </a:prstGeom>
          <a:noFill/>
          <a:ln>
            <a:noFill/>
          </a:ln>
          <a:effec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Font typeface="Arial" panose="020B0604020202020204" pitchFamily="34" charset="0"/>
              <a:buChar char="•"/>
            </a:pPr>
            <a:r>
              <a:rPr lang="zh-CN" altLang="en-US" sz="2000">
                <a:latin typeface="黑体" panose="02010609060101010101" pitchFamily="49" charset="-122"/>
                <a:ea typeface="黑体" panose="02010609060101010101" pitchFamily="49" charset="-122"/>
              </a:rPr>
              <a:t>问题：分割下面两个互相重叠的球状物体</a:t>
            </a:r>
          </a:p>
        </p:txBody>
      </p:sp>
      <p:grpSp>
        <p:nvGrpSpPr>
          <p:cNvPr id="566" name="Group 19"/>
          <p:cNvGrpSpPr/>
          <p:nvPr/>
        </p:nvGrpSpPr>
        <p:grpSpPr bwMode="auto">
          <a:xfrm>
            <a:off x="2965450" y="3970338"/>
            <a:ext cx="5715000" cy="1817687"/>
            <a:chOff x="960" y="2544"/>
            <a:chExt cx="3600" cy="1145"/>
          </a:xfrm>
        </p:grpSpPr>
        <p:grpSp>
          <p:nvGrpSpPr>
            <p:cNvPr id="567" name="Group 5"/>
            <p:cNvGrpSpPr/>
            <p:nvPr/>
          </p:nvGrpSpPr>
          <p:grpSpPr bwMode="auto">
            <a:xfrm>
              <a:off x="960" y="2544"/>
              <a:ext cx="1680" cy="768"/>
              <a:chOff x="1872" y="1536"/>
              <a:chExt cx="1680" cy="768"/>
            </a:xfrm>
          </p:grpSpPr>
          <p:sp>
            <p:nvSpPr>
              <p:cNvPr id="1052113" name="Oval 6"/>
              <p:cNvSpPr>
                <a:spLocks noChangeArrowheads="1"/>
              </p:cNvSpPr>
              <p:nvPr/>
            </p:nvSpPr>
            <p:spPr bwMode="auto">
              <a:xfrm>
                <a:off x="1872" y="1536"/>
                <a:ext cx="912" cy="768"/>
              </a:xfrm>
              <a:prstGeom prst="ellipse">
                <a:avLst/>
              </a:prstGeom>
              <a:solidFill>
                <a:schemeClr val="accent1">
                  <a:alpha val="50195"/>
                </a:schemeClr>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114" name="Oval 7"/>
              <p:cNvSpPr>
                <a:spLocks noChangeArrowheads="1"/>
              </p:cNvSpPr>
              <p:nvPr/>
            </p:nvSpPr>
            <p:spPr bwMode="auto">
              <a:xfrm>
                <a:off x="2640" y="1536"/>
                <a:ext cx="912" cy="768"/>
              </a:xfrm>
              <a:prstGeom prst="ellipse">
                <a:avLst/>
              </a:prstGeom>
              <a:solidFill>
                <a:schemeClr val="accent1">
                  <a:alpha val="50195"/>
                </a:schemeClr>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568" name="Group 16"/>
            <p:cNvGrpSpPr/>
            <p:nvPr/>
          </p:nvGrpSpPr>
          <p:grpSpPr bwMode="auto">
            <a:xfrm>
              <a:off x="3504" y="2544"/>
              <a:ext cx="1056" cy="720"/>
              <a:chOff x="3312" y="2352"/>
              <a:chExt cx="1056" cy="720"/>
            </a:xfrm>
          </p:grpSpPr>
          <p:grpSp>
            <p:nvGrpSpPr>
              <p:cNvPr id="569" name="Group 9"/>
              <p:cNvGrpSpPr/>
              <p:nvPr/>
            </p:nvGrpSpPr>
            <p:grpSpPr bwMode="auto">
              <a:xfrm>
                <a:off x="3312" y="2352"/>
                <a:ext cx="1056" cy="720"/>
                <a:chOff x="2976" y="1776"/>
                <a:chExt cx="1776" cy="1200"/>
              </a:xfrm>
            </p:grpSpPr>
            <p:sp>
              <p:nvSpPr>
                <p:cNvPr id="1052115" name="Oval 10"/>
                <p:cNvSpPr>
                  <a:spLocks noChangeArrowheads="1"/>
                </p:cNvSpPr>
                <p:nvPr/>
              </p:nvSpPr>
              <p:spPr bwMode="auto">
                <a:xfrm>
                  <a:off x="2976" y="1968"/>
                  <a:ext cx="672" cy="672"/>
                </a:xfrm>
                <a:prstGeom prst="ellipse">
                  <a:avLst/>
                </a:prstGeom>
                <a:solidFill>
                  <a:schemeClr val="accent1">
                    <a:alpha val="50195"/>
                  </a:schemeClr>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116" name="Oval 11"/>
                <p:cNvSpPr>
                  <a:spLocks noChangeArrowheads="1"/>
                </p:cNvSpPr>
                <p:nvPr/>
              </p:nvSpPr>
              <p:spPr bwMode="auto">
                <a:xfrm>
                  <a:off x="3504" y="1776"/>
                  <a:ext cx="1248" cy="1200"/>
                </a:xfrm>
                <a:prstGeom prst="ellipse">
                  <a:avLst/>
                </a:prstGeom>
                <a:solidFill>
                  <a:schemeClr val="accent1">
                    <a:alpha val="50195"/>
                  </a:schemeClr>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2117" name="Oval 12"/>
              <p:cNvSpPr>
                <a:spLocks noChangeArrowheads="1"/>
              </p:cNvSpPr>
              <p:nvPr/>
            </p:nvSpPr>
            <p:spPr bwMode="auto">
              <a:xfrm>
                <a:off x="3997" y="2698"/>
                <a:ext cx="29" cy="28"/>
              </a:xfrm>
              <a:prstGeom prst="ellipse">
                <a:avLst/>
              </a:prstGeom>
              <a:solidFill>
                <a:srgbClr val="0000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118" name="Oval 13"/>
              <p:cNvSpPr>
                <a:spLocks noChangeArrowheads="1"/>
              </p:cNvSpPr>
              <p:nvPr/>
            </p:nvSpPr>
            <p:spPr bwMode="auto">
              <a:xfrm>
                <a:off x="3498" y="2654"/>
                <a:ext cx="29" cy="29"/>
              </a:xfrm>
              <a:prstGeom prst="ellipse">
                <a:avLst/>
              </a:prstGeom>
              <a:solidFill>
                <a:schemeClr val="tx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2119" name="Text Box 17"/>
            <p:cNvSpPr txBox="1">
              <a:spLocks noChangeArrowheads="1"/>
            </p:cNvSpPr>
            <p:nvPr/>
          </p:nvSpPr>
          <p:spPr bwMode="auto">
            <a:xfrm>
              <a:off x="1632" y="3456"/>
              <a:ext cx="181" cy="233"/>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latin typeface="Times New Roman" panose="02020603050405020304" pitchFamily="18" charset="0"/>
                  <a:cs typeface="Times New Roman" panose="02020603050405020304" pitchFamily="18" charset="0"/>
                </a:rPr>
                <a:t>a</a:t>
              </a:r>
            </a:p>
          </p:txBody>
        </p:sp>
        <p:sp>
          <p:nvSpPr>
            <p:cNvPr id="1052120" name="Text Box 18"/>
            <p:cNvSpPr txBox="1">
              <a:spLocks noChangeArrowheads="1"/>
            </p:cNvSpPr>
            <p:nvPr/>
          </p:nvSpPr>
          <p:spPr bwMode="auto">
            <a:xfrm>
              <a:off x="3888" y="3456"/>
              <a:ext cx="189" cy="233"/>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latin typeface="Times New Roman" panose="02020603050405020304" pitchFamily="18" charset="0"/>
                  <a:cs typeface="Times New Roman" panose="02020603050405020304" pitchFamily="18" charset="0"/>
                </a:rPr>
                <a:t>b</a:t>
              </a:r>
            </a:p>
          </p:txBody>
        </p:sp>
      </p:grpSp>
      <p:sp>
        <p:nvSpPr>
          <p:cNvPr id="1052121" name="TextBox 19"/>
          <p:cNvSpPr txBox="1"/>
          <p:nvPr/>
        </p:nvSpPr>
        <p:spPr>
          <a:xfrm>
            <a:off x="1012825" y="177800"/>
            <a:ext cx="49072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三、二值图像的形态学处理</a:t>
            </a:r>
          </a:p>
        </p:txBody>
      </p:sp>
      <p:sp>
        <p:nvSpPr>
          <p:cNvPr id="1052122"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123" name="Rectangle 9"/>
          <p:cNvSpPr>
            <a:spLocks noChangeArrowheads="1"/>
          </p:cNvSpPr>
          <p:nvPr/>
        </p:nvSpPr>
        <p:spPr bwMode="auto">
          <a:xfrm>
            <a:off x="1181100" y="1014413"/>
            <a:ext cx="2322513"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5.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分水岭算法</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124" name="Text Box 1026"/>
          <p:cNvSpPr txBox="1">
            <a:spLocks noChangeArrowheads="1"/>
          </p:cNvSpPr>
          <p:nvPr/>
        </p:nvSpPr>
        <p:spPr bwMode="auto">
          <a:xfrm>
            <a:off x="1949450" y="2078038"/>
            <a:ext cx="8826500" cy="1676400"/>
          </a:xfrm>
          <a:prstGeom prst="rect">
            <a:avLst/>
          </a:prstGeom>
          <a:noFill/>
          <a:ln>
            <a:noFill/>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极限腐蚀：对于给定图像</a:t>
            </a:r>
            <a:r>
              <a:rPr lang="en-US" altLang="zh-CN" sz="2000" i="1" dirty="0">
                <a:latin typeface="Times New Roman" panose="02020603050405020304" pitchFamily="18" charset="0"/>
                <a:ea typeface="黑体" panose="02010609060101010101" pitchFamily="49" charset="-122"/>
                <a:cs typeface="Times New Roman" panose="02020603050405020304" pitchFamily="18" charset="0"/>
              </a:rPr>
              <a:t>A</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，用结构元素</a:t>
            </a:r>
            <a:r>
              <a:rPr lang="en-US" altLang="zh-CN" sz="2000" i="1"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对其不断进行腐蚀，在腐蚀过程中，不连通的区域不断产生，某些区域又不断消失，一个连通成分在消失前的最后一步，称为最终连通成分。所有最终连通成分的并就是相对</a:t>
            </a:r>
            <a:r>
              <a:rPr lang="en-US" altLang="zh-CN" sz="2000" i="1"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的极限腐蚀，用       来    表示。</a:t>
            </a:r>
          </a:p>
        </p:txBody>
      </p:sp>
      <p:graphicFrame>
        <p:nvGraphicFramePr>
          <p:cNvPr id="4194349" name="Object 1030"/>
          <p:cNvGraphicFramePr>
            <a:graphicFrameLocks noChangeAspect="1"/>
          </p:cNvGraphicFramePr>
          <p:nvPr/>
        </p:nvGraphicFramePr>
        <p:xfrm>
          <a:off x="2392363" y="3348038"/>
          <a:ext cx="762000" cy="347662"/>
        </p:xfrm>
        <a:graphic>
          <a:graphicData uri="http://schemas.openxmlformats.org/presentationml/2006/ole">
            <mc:AlternateContent xmlns:mc="http://schemas.openxmlformats.org/markup-compatibility/2006">
              <mc:Choice xmlns:v="urn:schemas-microsoft-com:vml" Requires="v">
                <p:oleObj name="Equation" r:id="rId2" imgW="444307" imgH="203112" progId="Equation.3">
                  <p:embed/>
                </p:oleObj>
              </mc:Choice>
              <mc:Fallback>
                <p:oleObj name="Equation" r:id="rId2" imgW="444307" imgH="203112" progId="Equation.3">
                  <p:embed/>
                  <p:pic>
                    <p:nvPicPr>
                      <p:cNvPr id="2097246" name="Object 1030"/>
                      <p:cNvPicPr>
                        <a:picLocks noChangeAspect="1" noChangeArrowheads="1"/>
                      </p:cNvPicPr>
                      <p:nvPr/>
                    </p:nvPicPr>
                    <p:blipFill>
                      <a:blip r:embed="rId3"/>
                      <a:srcRect/>
                      <a:stretch>
                        <a:fillRect/>
                      </a:stretch>
                    </p:blipFill>
                    <p:spPr bwMode="auto">
                      <a:xfrm>
                        <a:off x="2392363" y="3348038"/>
                        <a:ext cx="762000" cy="347662"/>
                      </a:xfrm>
                      <a:prstGeom prst="rect">
                        <a:avLst/>
                      </a:prstGeom>
                      <a:solidFill>
                        <a:srgbClr val="C0C0C0"/>
                      </a:solidFill>
                      <a:ln>
                        <a:noFill/>
                      </a:ln>
                      <a:effectLst/>
                    </p:spPr>
                  </p:pic>
                </p:oleObj>
              </mc:Fallback>
            </mc:AlternateContent>
          </a:graphicData>
        </a:graphic>
      </p:graphicFrame>
      <p:grpSp>
        <p:nvGrpSpPr>
          <p:cNvPr id="571" name="Group 1045"/>
          <p:cNvGrpSpPr/>
          <p:nvPr/>
        </p:nvGrpSpPr>
        <p:grpSpPr bwMode="auto">
          <a:xfrm>
            <a:off x="6888163" y="4421188"/>
            <a:ext cx="1676400" cy="1143000"/>
            <a:chOff x="3504" y="3264"/>
            <a:chExt cx="1056" cy="720"/>
          </a:xfrm>
        </p:grpSpPr>
        <p:grpSp>
          <p:nvGrpSpPr>
            <p:cNvPr id="572" name="Group 1032"/>
            <p:cNvGrpSpPr/>
            <p:nvPr/>
          </p:nvGrpSpPr>
          <p:grpSpPr bwMode="auto">
            <a:xfrm>
              <a:off x="3504" y="3264"/>
              <a:ext cx="1056" cy="720"/>
              <a:chOff x="2976" y="1776"/>
              <a:chExt cx="1776" cy="1200"/>
            </a:xfrm>
          </p:grpSpPr>
          <p:sp>
            <p:nvSpPr>
              <p:cNvPr id="1052125" name="Oval 1033"/>
              <p:cNvSpPr>
                <a:spLocks noChangeArrowheads="1"/>
              </p:cNvSpPr>
              <p:nvPr/>
            </p:nvSpPr>
            <p:spPr bwMode="auto">
              <a:xfrm>
                <a:off x="2976" y="1968"/>
                <a:ext cx="672" cy="672"/>
              </a:xfrm>
              <a:prstGeom prst="ellipse">
                <a:avLst/>
              </a:prstGeom>
              <a:no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126" name="Oval 1034"/>
              <p:cNvSpPr>
                <a:spLocks noChangeArrowheads="1"/>
              </p:cNvSpPr>
              <p:nvPr/>
            </p:nvSpPr>
            <p:spPr bwMode="auto">
              <a:xfrm>
                <a:off x="3504" y="1776"/>
                <a:ext cx="1248" cy="1200"/>
              </a:xfrm>
              <a:prstGeom prst="ellipse">
                <a:avLst/>
              </a:prstGeom>
              <a:no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2127" name="Oval 1035"/>
            <p:cNvSpPr>
              <a:spLocks noChangeArrowheads="1"/>
            </p:cNvSpPr>
            <p:nvPr/>
          </p:nvSpPr>
          <p:spPr bwMode="auto">
            <a:xfrm>
              <a:off x="4189" y="3610"/>
              <a:ext cx="29" cy="28"/>
            </a:xfrm>
            <a:prstGeom prst="ellipse">
              <a:avLst/>
            </a:prstGeom>
            <a:solidFill>
              <a:srgbClr val="00000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128" name="Oval 1036"/>
            <p:cNvSpPr>
              <a:spLocks noChangeArrowheads="1"/>
            </p:cNvSpPr>
            <p:nvPr/>
          </p:nvSpPr>
          <p:spPr bwMode="auto">
            <a:xfrm>
              <a:off x="3690" y="3566"/>
              <a:ext cx="29" cy="29"/>
            </a:xfrm>
            <a:prstGeom prst="ellipse">
              <a:avLst/>
            </a:prstGeom>
            <a:solidFill>
              <a:schemeClr val="tx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573" name="Group 1044"/>
          <p:cNvGrpSpPr/>
          <p:nvPr/>
        </p:nvGrpSpPr>
        <p:grpSpPr bwMode="auto">
          <a:xfrm>
            <a:off x="2773363" y="4268788"/>
            <a:ext cx="2667000" cy="1219200"/>
            <a:chOff x="912" y="3216"/>
            <a:chExt cx="1680" cy="768"/>
          </a:xfrm>
        </p:grpSpPr>
        <p:grpSp>
          <p:nvGrpSpPr>
            <p:cNvPr id="574" name="Group 1038"/>
            <p:cNvGrpSpPr/>
            <p:nvPr/>
          </p:nvGrpSpPr>
          <p:grpSpPr bwMode="auto">
            <a:xfrm>
              <a:off x="912" y="3216"/>
              <a:ext cx="1680" cy="768"/>
              <a:chOff x="1872" y="1536"/>
              <a:chExt cx="1680" cy="768"/>
            </a:xfrm>
          </p:grpSpPr>
          <p:sp>
            <p:nvSpPr>
              <p:cNvPr id="1052129" name="Oval 1039"/>
              <p:cNvSpPr>
                <a:spLocks noChangeArrowheads="1"/>
              </p:cNvSpPr>
              <p:nvPr/>
            </p:nvSpPr>
            <p:spPr bwMode="auto">
              <a:xfrm>
                <a:off x="1872" y="1536"/>
                <a:ext cx="912" cy="768"/>
              </a:xfrm>
              <a:prstGeom prst="ellipse">
                <a:avLst/>
              </a:prstGeom>
              <a:no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130" name="Oval 1040"/>
              <p:cNvSpPr>
                <a:spLocks noChangeArrowheads="1"/>
              </p:cNvSpPr>
              <p:nvPr/>
            </p:nvSpPr>
            <p:spPr bwMode="auto">
              <a:xfrm>
                <a:off x="2640" y="1536"/>
                <a:ext cx="912" cy="768"/>
              </a:xfrm>
              <a:prstGeom prst="ellipse">
                <a:avLst/>
              </a:prstGeom>
              <a:no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2131" name="Oval 1041"/>
            <p:cNvSpPr>
              <a:spLocks noChangeArrowheads="1"/>
            </p:cNvSpPr>
            <p:nvPr/>
          </p:nvSpPr>
          <p:spPr bwMode="auto">
            <a:xfrm>
              <a:off x="2064" y="3573"/>
              <a:ext cx="144" cy="48"/>
            </a:xfrm>
            <a:prstGeom prst="ellipse">
              <a:avLst/>
            </a:prstGeom>
            <a:solidFill>
              <a:srgbClr val="C0C0C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132" name="Oval 1042"/>
            <p:cNvSpPr>
              <a:spLocks noChangeArrowheads="1"/>
            </p:cNvSpPr>
            <p:nvPr/>
          </p:nvSpPr>
          <p:spPr bwMode="auto">
            <a:xfrm>
              <a:off x="1296" y="3573"/>
              <a:ext cx="144" cy="48"/>
            </a:xfrm>
            <a:prstGeom prst="ellipse">
              <a:avLst/>
            </a:prstGeom>
            <a:solidFill>
              <a:srgbClr val="C0C0C0"/>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2133" name="Text Box 2"/>
          <p:cNvSpPr txBox="1">
            <a:spLocks noChangeArrowheads="1"/>
          </p:cNvSpPr>
          <p:nvPr/>
        </p:nvSpPr>
        <p:spPr bwMode="auto">
          <a:xfrm>
            <a:off x="1611313" y="1516063"/>
            <a:ext cx="5791200" cy="487679"/>
          </a:xfrm>
          <a:prstGeom prst="rect">
            <a:avLst/>
          </a:prstGeom>
          <a:noFill/>
          <a:ln>
            <a:noFill/>
          </a:ln>
          <a:effectLst/>
        </p:spPr>
        <p:txBody>
          <a:bodyPr>
            <a:spAutoFit/>
          </a:bodyPr>
          <a:lstStyle/>
          <a:p>
            <a:pPr marL="342900" indent="-342900" eaLnBrk="1" hangingPunct="1">
              <a:lnSpc>
                <a:spcPct val="130000"/>
              </a:lnSpc>
              <a:buFont typeface="Arial" panose="020B0604020202020204" pitchFamily="34" charset="0"/>
              <a:buChar char="•"/>
            </a:pPr>
            <a:r>
              <a:rPr lang="zh-CN" altLang="en-US" sz="2000" dirty="0">
                <a:solidFill>
                  <a:schemeClr val="bg1">
                    <a:lumMod val="50000"/>
                  </a:schemeClr>
                </a:solidFill>
                <a:latin typeface="黑体" panose="02010609060101010101" pitchFamily="49" charset="-122"/>
                <a:ea typeface="黑体" panose="02010609060101010101" pitchFamily="49" charset="-122"/>
              </a:rPr>
              <a:t>基本概念</a:t>
            </a:r>
          </a:p>
        </p:txBody>
      </p:sp>
      <p:sp>
        <p:nvSpPr>
          <p:cNvPr id="1052134" name="TextBox 22"/>
          <p:cNvSpPr txBox="1"/>
          <p:nvPr/>
        </p:nvSpPr>
        <p:spPr>
          <a:xfrm>
            <a:off x="1012825" y="177800"/>
            <a:ext cx="49072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三、二值图像的形态学处理</a:t>
            </a:r>
          </a:p>
        </p:txBody>
      </p:sp>
      <p:sp>
        <p:nvSpPr>
          <p:cNvPr id="1052135"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136" name="Rectangle 9"/>
          <p:cNvSpPr>
            <a:spLocks noChangeArrowheads="1"/>
          </p:cNvSpPr>
          <p:nvPr/>
        </p:nvSpPr>
        <p:spPr bwMode="auto">
          <a:xfrm>
            <a:off x="1181100" y="1014413"/>
            <a:ext cx="2322513"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5.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分水岭算法</a:t>
            </a:r>
          </a:p>
        </p:txBody>
      </p:sp>
      <mc:AlternateContent xmlns:mc="http://schemas.openxmlformats.org/markup-compatibility/2006" xmlns:p14="http://schemas.microsoft.com/office/powerpoint/2010/main">
        <mc:Choice Requires="p14">
          <p:contentPart p14:bwMode="auto" r:id="rId4">
            <p14:nvContentPartPr>
              <p14:cNvPr id="1053778" name="墨迹 1053777"/>
              <p14:cNvContentPartPr/>
              <p14:nvPr/>
            </p14:nvContentPartPr>
            <p14:xfrm>
              <a:off x="6766725" y="3638159"/>
              <a:ext cx="0" cy="0"/>
            </p14:xfrm>
          </p:contentPart>
        </mc:Choice>
        <mc:Fallback xmlns="">
          <p:sp>
            <p:nvSpPr>
              <p:cNvPr id="1053778" name=""/>
              <p:cNvSpPr/>
              <p:nvPr/>
            </p:nvSpPr>
            <p:spPr>
              <a:xfrm>
                <a:off x="6766725" y="3638159"/>
                <a:ext cx="0" cy="0"/>
              </a:xfrm>
            </p:spPr>
          </p:sp>
        </mc:Fallback>
      </mc:AlternateContent>
      <mc:AlternateContent xmlns:mc="http://schemas.openxmlformats.org/markup-compatibility/2006" xmlns:p14="http://schemas.microsoft.com/office/powerpoint/2010/main">
        <mc:Choice Requires="p14">
          <p:contentPart p14:bwMode="auto" r:id="rId5">
            <p14:nvContentPartPr>
              <p14:cNvPr id="1053779" name="墨迹 1053778"/>
              <p14:cNvContentPartPr/>
              <p14:nvPr/>
            </p14:nvContentPartPr>
            <p14:xfrm>
              <a:off x="6733341" y="3813835"/>
              <a:ext cx="38364" cy="218190"/>
            </p14:xfrm>
          </p:contentPart>
        </mc:Choice>
        <mc:Fallback xmlns="">
          <p:sp>
            <p:nvSpPr>
              <p:cNvPr id="1053779" name=""/>
              <p:cNvSpPr/>
              <p:nvPr/>
            </p:nvSpPr>
            <p:spPr>
              <a:xfrm>
                <a:off x="6733341" y="3813835"/>
                <a:ext cx="38364" cy="218190"/>
              </a:xfrm>
            </p:spPr>
          </p:sp>
        </mc:Fallback>
      </mc:AlternateContent>
      <mc:AlternateContent xmlns:mc="http://schemas.openxmlformats.org/markup-compatibility/2006" xmlns:p14="http://schemas.microsoft.com/office/powerpoint/2010/main">
        <mc:Choice Requires="p14">
          <p:contentPart p14:bwMode="auto" r:id="rId6">
            <p14:nvContentPartPr>
              <p14:cNvPr id="1053780" name="墨迹 1053779"/>
              <p14:cNvContentPartPr/>
              <p14:nvPr/>
            </p14:nvContentPartPr>
            <p14:xfrm>
              <a:off x="6905152" y="3773020"/>
              <a:ext cx="68476" cy="41790"/>
            </p14:xfrm>
          </p:contentPart>
        </mc:Choice>
        <mc:Fallback xmlns="">
          <p:sp>
            <p:nvSpPr>
              <p:cNvPr id="1053780" name=""/>
              <p:cNvSpPr/>
              <p:nvPr/>
            </p:nvSpPr>
            <p:spPr>
              <a:xfrm>
                <a:off x="6905152" y="3773020"/>
                <a:ext cx="68476" cy="41790"/>
              </a:xfrm>
            </p:spPr>
          </p:sp>
        </mc:Fallback>
      </mc:AlternateContent>
      <mc:AlternateContent xmlns:mc="http://schemas.openxmlformats.org/markup-compatibility/2006" xmlns:p14="http://schemas.microsoft.com/office/powerpoint/2010/main">
        <mc:Choice Requires="p14">
          <p:contentPart p14:bwMode="auto" r:id="rId7">
            <p14:nvContentPartPr>
              <p14:cNvPr id="1053781" name="墨迹 1053780"/>
              <p14:cNvContentPartPr/>
              <p14:nvPr/>
            </p14:nvContentPartPr>
            <p14:xfrm>
              <a:off x="6750091" y="3560081"/>
              <a:ext cx="321372" cy="823860"/>
            </p14:xfrm>
          </p:contentPart>
        </mc:Choice>
        <mc:Fallback xmlns="">
          <p:sp>
            <p:nvSpPr>
              <p:cNvPr id="1053781" name=""/>
              <p:cNvSpPr/>
              <p:nvPr/>
            </p:nvSpPr>
            <p:spPr>
              <a:xfrm>
                <a:off x="6750091" y="3560081"/>
                <a:ext cx="321372" cy="823860"/>
              </a:xfrm>
            </p:spPr>
          </p:sp>
        </mc:Fallback>
      </mc:AlternateContent>
      <mc:AlternateContent xmlns:mc="http://schemas.openxmlformats.org/markup-compatibility/2006" xmlns:p14="http://schemas.microsoft.com/office/powerpoint/2010/main">
        <mc:Choice Requires="p14">
          <p:contentPart p14:bwMode="auto" r:id="rId8">
            <p14:nvContentPartPr>
              <p14:cNvPr id="1053782" name="墨迹 1053781"/>
              <p14:cNvContentPartPr/>
              <p14:nvPr/>
            </p14:nvContentPartPr>
            <p14:xfrm>
              <a:off x="7267761" y="3504450"/>
              <a:ext cx="140308" cy="683165"/>
            </p14:xfrm>
          </p:contentPart>
        </mc:Choice>
        <mc:Fallback xmlns="">
          <p:sp>
            <p:nvSpPr>
              <p:cNvPr id="1053782" name=""/>
              <p:cNvSpPr/>
              <p:nvPr/>
            </p:nvSpPr>
            <p:spPr>
              <a:xfrm>
                <a:off x="7267761" y="3504450"/>
                <a:ext cx="140308" cy="683165"/>
              </a:xfrm>
            </p:spPr>
          </p:sp>
        </mc:Fallback>
      </mc:AlternateContent>
      <mc:AlternateContent xmlns:mc="http://schemas.openxmlformats.org/markup-compatibility/2006" xmlns:p14="http://schemas.microsoft.com/office/powerpoint/2010/main">
        <mc:Choice Requires="p14">
          <p:contentPart p14:bwMode="auto" r:id="rId9">
            <p14:nvContentPartPr>
              <p14:cNvPr id="1053783" name="墨迹 1053782"/>
              <p14:cNvContentPartPr/>
              <p14:nvPr/>
            </p14:nvContentPartPr>
            <p14:xfrm>
              <a:off x="7223832" y="3417500"/>
              <a:ext cx="468178" cy="740615"/>
            </p14:xfrm>
          </p:contentPart>
        </mc:Choice>
        <mc:Fallback xmlns="">
          <p:sp>
            <p:nvSpPr>
              <p:cNvPr id="1053783" name=""/>
              <p:cNvSpPr/>
              <p:nvPr/>
            </p:nvSpPr>
            <p:spPr>
              <a:xfrm>
                <a:off x="7223832" y="3417500"/>
                <a:ext cx="468178" cy="740615"/>
              </a:xfrm>
            </p:spPr>
          </p:sp>
        </mc:Fallback>
      </mc:AlternateContent>
      <mc:AlternateContent xmlns:mc="http://schemas.openxmlformats.org/markup-compatibility/2006" xmlns:p14="http://schemas.microsoft.com/office/powerpoint/2010/main">
        <mc:Choice Requires="p14">
          <p:contentPart p14:bwMode="auto" r:id="rId10">
            <p14:nvContentPartPr>
              <p14:cNvPr id="1053784" name="墨迹 1053783"/>
              <p14:cNvContentPartPr/>
              <p14:nvPr/>
            </p14:nvContentPartPr>
            <p14:xfrm>
              <a:off x="7412008" y="3540562"/>
              <a:ext cx="60793" cy="267622"/>
            </p14:xfrm>
          </p:contentPart>
        </mc:Choice>
        <mc:Fallback xmlns="">
          <p:sp>
            <p:nvSpPr>
              <p:cNvPr id="1053784" name=""/>
              <p:cNvSpPr/>
              <p:nvPr/>
            </p:nvSpPr>
            <p:spPr>
              <a:xfrm>
                <a:off x="7412008" y="3540562"/>
                <a:ext cx="60793" cy="267622"/>
              </a:xfrm>
            </p:spPr>
          </p:sp>
        </mc:Fallback>
      </mc:AlternateContent>
      <mc:AlternateContent xmlns:mc="http://schemas.openxmlformats.org/markup-compatibility/2006" xmlns:p14="http://schemas.microsoft.com/office/powerpoint/2010/main">
        <mc:Choice Requires="p14">
          <p:contentPart p14:bwMode="auto" r:id="rId11">
            <p14:nvContentPartPr>
              <p14:cNvPr id="1053785" name="墨迹 1053784"/>
              <p14:cNvContentPartPr/>
              <p14:nvPr/>
            </p14:nvContentPartPr>
            <p14:xfrm>
              <a:off x="7372495" y="3571352"/>
              <a:ext cx="198437" cy="376319"/>
            </p14:xfrm>
          </p:contentPart>
        </mc:Choice>
        <mc:Fallback xmlns="">
          <p:sp>
            <p:nvSpPr>
              <p:cNvPr id="1053785" name=""/>
              <p:cNvSpPr/>
              <p:nvPr/>
            </p:nvSpPr>
            <p:spPr>
              <a:xfrm>
                <a:off x="7372495" y="3571352"/>
                <a:ext cx="198437" cy="376319"/>
              </a:xfrm>
            </p:spPr>
          </p:sp>
        </mc:Fallback>
      </mc:AlternateContent>
      <mc:AlternateContent xmlns:mc="http://schemas.openxmlformats.org/markup-compatibility/2006" xmlns:p14="http://schemas.microsoft.com/office/powerpoint/2010/main">
        <mc:Choice Requires="p14">
          <p:contentPart p14:bwMode="auto" r:id="rId12">
            <p14:nvContentPartPr>
              <p14:cNvPr id="1053786" name="墨迹 1053785"/>
              <p14:cNvContentPartPr/>
              <p14:nvPr/>
            </p14:nvContentPartPr>
            <p14:xfrm>
              <a:off x="7482024" y="3760736"/>
              <a:ext cx="66070" cy="195935"/>
            </p14:xfrm>
          </p:contentPart>
        </mc:Choice>
        <mc:Fallback xmlns="">
          <p:sp>
            <p:nvSpPr>
              <p:cNvPr id="1053786" name=""/>
              <p:cNvSpPr/>
              <p:nvPr/>
            </p:nvSpPr>
            <p:spPr>
              <a:xfrm>
                <a:off x="7482024" y="3760736"/>
                <a:ext cx="66070" cy="195935"/>
              </a:xfrm>
            </p:spPr>
          </p:sp>
        </mc:Fallback>
      </mc:AlternateContent>
      <mc:AlternateContent xmlns:mc="http://schemas.openxmlformats.org/markup-compatibility/2006" xmlns:p14="http://schemas.microsoft.com/office/powerpoint/2010/main">
        <mc:Choice Requires="p14">
          <p:contentPart p14:bwMode="auto" r:id="rId13">
            <p14:nvContentPartPr>
              <p14:cNvPr id="1053787" name="墨迹 1053786"/>
              <p14:cNvContentPartPr/>
              <p14:nvPr/>
            </p14:nvContentPartPr>
            <p14:xfrm>
              <a:off x="7387019" y="3786508"/>
              <a:ext cx="200307" cy="306082"/>
            </p14:xfrm>
          </p:contentPart>
        </mc:Choice>
        <mc:Fallback xmlns="">
          <p:sp>
            <p:nvSpPr>
              <p:cNvPr id="1053787" name=""/>
              <p:cNvSpPr/>
              <p:nvPr/>
            </p:nvSpPr>
            <p:spPr>
              <a:xfrm>
                <a:off x="7387019" y="3786508"/>
                <a:ext cx="200307" cy="306082"/>
              </a:xfrm>
            </p:spPr>
          </p:sp>
        </mc:Fallback>
      </mc:AlternateContent>
      <mc:AlternateContent xmlns:mc="http://schemas.openxmlformats.org/markup-compatibility/2006" xmlns:p14="http://schemas.microsoft.com/office/powerpoint/2010/main">
        <mc:Choice Requires="p14">
          <p:contentPart p14:bwMode="auto" r:id="rId14">
            <p14:nvContentPartPr>
              <p14:cNvPr id="1053788" name="墨迹 1053787"/>
              <p14:cNvContentPartPr/>
              <p14:nvPr/>
            </p14:nvContentPartPr>
            <p14:xfrm>
              <a:off x="7767330" y="3740637"/>
              <a:ext cx="105812" cy="238268"/>
            </p14:xfrm>
          </p:contentPart>
        </mc:Choice>
        <mc:Fallback xmlns="">
          <p:sp>
            <p:nvSpPr>
              <p:cNvPr id="1053788" name=""/>
              <p:cNvSpPr/>
              <p:nvPr/>
            </p:nvSpPr>
            <p:spPr>
              <a:xfrm>
                <a:off x="7767330" y="3740637"/>
                <a:ext cx="105812" cy="238268"/>
              </a:xfrm>
            </p:spPr>
          </p:sp>
        </mc:Fallback>
      </mc:AlternateContent>
      <mc:AlternateContent xmlns:mc="http://schemas.openxmlformats.org/markup-compatibility/2006" xmlns:p14="http://schemas.microsoft.com/office/powerpoint/2010/main">
        <mc:Choice Requires="p14">
          <p:contentPart p14:bwMode="auto" r:id="rId15">
            <p14:nvContentPartPr>
              <p14:cNvPr id="1053789" name="墨迹 1053788"/>
              <p14:cNvContentPartPr/>
              <p14:nvPr/>
            </p14:nvContentPartPr>
            <p14:xfrm>
              <a:off x="7938872" y="3753936"/>
              <a:ext cx="209226" cy="214353"/>
            </p14:xfrm>
          </p:contentPart>
        </mc:Choice>
        <mc:Fallback xmlns="">
          <p:sp>
            <p:nvSpPr>
              <p:cNvPr id="1053789" name=""/>
              <p:cNvSpPr/>
              <p:nvPr/>
            </p:nvSpPr>
            <p:spPr>
              <a:xfrm>
                <a:off x="7938872" y="3753936"/>
                <a:ext cx="209226" cy="214353"/>
              </a:xfrm>
            </p:spPr>
          </p:sp>
        </mc:Fallback>
      </mc:AlternateContent>
      <mc:AlternateContent xmlns:mc="http://schemas.openxmlformats.org/markup-compatibility/2006" xmlns:p14="http://schemas.microsoft.com/office/powerpoint/2010/main">
        <mc:Choice Requires="p14">
          <p:contentPart p14:bwMode="auto" r:id="rId16">
            <p14:nvContentPartPr>
              <p14:cNvPr id="1053790" name="墨迹 1053789"/>
              <p14:cNvContentPartPr/>
              <p14:nvPr/>
            </p14:nvContentPartPr>
            <p14:xfrm>
              <a:off x="8453197" y="3513234"/>
              <a:ext cx="14911" cy="107959"/>
            </p14:xfrm>
          </p:contentPart>
        </mc:Choice>
        <mc:Fallback xmlns="">
          <p:sp>
            <p:nvSpPr>
              <p:cNvPr id="1053790" name=""/>
              <p:cNvSpPr/>
              <p:nvPr/>
            </p:nvSpPr>
            <p:spPr>
              <a:xfrm>
                <a:off x="8453197" y="3513234"/>
                <a:ext cx="14911" cy="107959"/>
              </a:xfrm>
            </p:spPr>
          </p:sp>
        </mc:Fallback>
      </mc:AlternateContent>
      <mc:AlternateContent xmlns:mc="http://schemas.openxmlformats.org/markup-compatibility/2006" xmlns:p14="http://schemas.microsoft.com/office/powerpoint/2010/main">
        <mc:Choice Requires="p14">
          <p:contentPart p14:bwMode="auto" r:id="rId17">
            <p14:nvContentPartPr>
              <p14:cNvPr id="1053791" name="墨迹 1053790"/>
              <p14:cNvContentPartPr/>
              <p14:nvPr/>
            </p14:nvContentPartPr>
            <p14:xfrm>
              <a:off x="8361648" y="3694766"/>
              <a:ext cx="248556" cy="411520"/>
            </p14:xfrm>
          </p:contentPart>
        </mc:Choice>
        <mc:Fallback xmlns="">
          <p:sp>
            <p:nvSpPr>
              <p:cNvPr id="1053791" name=""/>
              <p:cNvSpPr/>
              <p:nvPr/>
            </p:nvSpPr>
            <p:spPr>
              <a:xfrm>
                <a:off x="8361648" y="3694766"/>
                <a:ext cx="248556" cy="411520"/>
              </a:xfrm>
            </p:spPr>
          </p:sp>
        </mc:Fallback>
      </mc:AlternateContent>
      <mc:AlternateContent xmlns:mc="http://schemas.openxmlformats.org/markup-compatibility/2006" xmlns:p14="http://schemas.microsoft.com/office/powerpoint/2010/main">
        <mc:Choice Requires="p14">
          <p:contentPart p14:bwMode="auto" r:id="rId18">
            <p14:nvContentPartPr>
              <p14:cNvPr id="1053792" name="墨迹 1053791"/>
              <p14:cNvContentPartPr/>
              <p14:nvPr/>
            </p14:nvContentPartPr>
            <p14:xfrm>
              <a:off x="8502567" y="3688238"/>
              <a:ext cx="237224" cy="211793"/>
            </p14:xfrm>
          </p:contentPart>
        </mc:Choice>
        <mc:Fallback xmlns="">
          <p:sp>
            <p:nvSpPr>
              <p:cNvPr id="1053792" name=""/>
              <p:cNvSpPr/>
              <p:nvPr/>
            </p:nvSpPr>
            <p:spPr>
              <a:xfrm>
                <a:off x="8502567" y="3688238"/>
                <a:ext cx="237224" cy="211793"/>
              </a:xfrm>
            </p:spPr>
          </p:sp>
        </mc:Fallback>
      </mc:AlternateContent>
      <mc:AlternateContent xmlns:mc="http://schemas.openxmlformats.org/markup-compatibility/2006" xmlns:p14="http://schemas.microsoft.com/office/powerpoint/2010/main">
        <mc:Choice Requires="p14">
          <p:contentPart p14:bwMode="auto" r:id="rId19">
            <p14:nvContentPartPr>
              <p14:cNvPr id="1053793" name="墨迹 1053792"/>
              <p14:cNvContentPartPr/>
              <p14:nvPr/>
            </p14:nvContentPartPr>
            <p14:xfrm>
              <a:off x="8536366" y="3589361"/>
              <a:ext cx="34886" cy="372895"/>
            </p14:xfrm>
          </p:contentPart>
        </mc:Choice>
        <mc:Fallback xmlns="">
          <p:sp>
            <p:nvSpPr>
              <p:cNvPr id="1053793" name=""/>
              <p:cNvSpPr/>
              <p:nvPr/>
            </p:nvSpPr>
            <p:spPr>
              <a:xfrm>
                <a:off x="8536366" y="3589361"/>
                <a:ext cx="34886" cy="372895"/>
              </a:xfrm>
            </p:spPr>
          </p:sp>
        </mc:Fallback>
      </mc:AlternateContent>
      <mc:AlternateContent xmlns:mc="http://schemas.openxmlformats.org/markup-compatibility/2006" xmlns:p14="http://schemas.microsoft.com/office/powerpoint/2010/main">
        <mc:Choice Requires="p14">
          <p:contentPart p14:bwMode="auto" r:id="rId20">
            <p14:nvContentPartPr>
              <p14:cNvPr id="1053794" name="墨迹 1053793"/>
              <p14:cNvContentPartPr/>
              <p14:nvPr/>
            </p14:nvContentPartPr>
            <p14:xfrm>
              <a:off x="8676951" y="3592288"/>
              <a:ext cx="9599" cy="448606"/>
            </p14:xfrm>
          </p:contentPart>
        </mc:Choice>
        <mc:Fallback xmlns="">
          <p:sp>
            <p:nvSpPr>
              <p:cNvPr id="1053794" name=""/>
              <p:cNvSpPr/>
              <p:nvPr/>
            </p:nvSpPr>
            <p:spPr>
              <a:xfrm>
                <a:off x="8676951" y="3592288"/>
                <a:ext cx="9599" cy="448606"/>
              </a:xfrm>
            </p:spPr>
          </p:sp>
        </mc:Fallback>
      </mc:AlternateContent>
      <mc:AlternateContent xmlns:mc="http://schemas.openxmlformats.org/markup-compatibility/2006" xmlns:p14="http://schemas.microsoft.com/office/powerpoint/2010/main">
        <mc:Choice Requires="p14">
          <p:contentPart p14:bwMode="auto" r:id="rId21">
            <p14:nvContentPartPr>
              <p14:cNvPr id="1053795" name="墨迹 1053794"/>
              <p14:cNvContentPartPr/>
              <p14:nvPr/>
            </p14:nvContentPartPr>
            <p14:xfrm>
              <a:off x="8758814" y="3746493"/>
              <a:ext cx="281495" cy="224222"/>
            </p14:xfrm>
          </p:contentPart>
        </mc:Choice>
        <mc:Fallback xmlns="">
          <p:sp>
            <p:nvSpPr>
              <p:cNvPr id="1053795" name=""/>
              <p:cNvSpPr/>
              <p:nvPr/>
            </p:nvSpPr>
            <p:spPr>
              <a:xfrm>
                <a:off x="8758814" y="3746493"/>
                <a:ext cx="281495" cy="224222"/>
              </a:xfrm>
            </p:spPr>
          </p:sp>
        </mc:Fallback>
      </mc:AlternateContent>
      <mc:AlternateContent xmlns:mc="http://schemas.openxmlformats.org/markup-compatibility/2006" xmlns:p14="http://schemas.microsoft.com/office/powerpoint/2010/main">
        <mc:Choice Requires="p14">
          <p:contentPart p14:bwMode="auto" r:id="rId22">
            <p14:nvContentPartPr>
              <p14:cNvPr id="1053796" name="墨迹 1053795"/>
              <p14:cNvContentPartPr/>
              <p14:nvPr/>
            </p14:nvContentPartPr>
            <p14:xfrm>
              <a:off x="8920804" y="3642063"/>
              <a:ext cx="347133" cy="355571"/>
            </p14:xfrm>
          </p:contentPart>
        </mc:Choice>
        <mc:Fallback xmlns="">
          <p:sp>
            <p:nvSpPr>
              <p:cNvPr id="1053796" name=""/>
              <p:cNvSpPr/>
              <p:nvPr/>
            </p:nvSpPr>
            <p:spPr>
              <a:xfrm>
                <a:off x="8920804" y="3642063"/>
                <a:ext cx="347133" cy="355571"/>
              </a:xfrm>
            </p:spPr>
          </p:sp>
        </mc:Fallback>
      </mc:AlternateContent>
      <mc:AlternateContent xmlns:mc="http://schemas.openxmlformats.org/markup-compatibility/2006" xmlns:p14="http://schemas.microsoft.com/office/powerpoint/2010/main">
        <mc:Choice Requires="p14">
          <p:contentPart p14:bwMode="auto" r:id="rId23">
            <p14:nvContentPartPr>
              <p14:cNvPr id="1053797" name="墨迹 1053796"/>
              <p14:cNvContentPartPr/>
              <p14:nvPr/>
            </p14:nvContentPartPr>
            <p14:xfrm>
              <a:off x="9447621" y="3560081"/>
              <a:ext cx="365451" cy="65390"/>
            </p14:xfrm>
          </p:contentPart>
        </mc:Choice>
        <mc:Fallback xmlns="">
          <p:sp>
            <p:nvSpPr>
              <p:cNvPr id="1053797" name=""/>
              <p:cNvSpPr/>
              <p:nvPr/>
            </p:nvSpPr>
            <p:spPr>
              <a:xfrm>
                <a:off x="9447621" y="3560081"/>
                <a:ext cx="365451" cy="65390"/>
              </a:xfrm>
            </p:spPr>
          </p:sp>
        </mc:Fallback>
      </mc:AlternateContent>
      <mc:AlternateContent xmlns:mc="http://schemas.openxmlformats.org/markup-compatibility/2006" xmlns:p14="http://schemas.microsoft.com/office/powerpoint/2010/main">
        <mc:Choice Requires="p14">
          <p:contentPart p14:bwMode="auto" r:id="rId24">
            <p14:nvContentPartPr>
              <p14:cNvPr id="1053798" name="墨迹 1053797"/>
              <p14:cNvContentPartPr/>
              <p14:nvPr/>
            </p14:nvContentPartPr>
            <p14:xfrm>
              <a:off x="9343174" y="3440036"/>
              <a:ext cx="316570" cy="411317"/>
            </p14:xfrm>
          </p:contentPart>
        </mc:Choice>
        <mc:Fallback xmlns="">
          <p:sp>
            <p:nvSpPr>
              <p:cNvPr id="1053798" name=""/>
              <p:cNvSpPr/>
              <p:nvPr/>
            </p:nvSpPr>
            <p:spPr>
              <a:xfrm>
                <a:off x="9343174" y="3440036"/>
                <a:ext cx="316570" cy="411317"/>
              </a:xfrm>
            </p:spPr>
          </p:sp>
        </mc:Fallback>
      </mc:AlternateContent>
      <mc:AlternateContent xmlns:mc="http://schemas.openxmlformats.org/markup-compatibility/2006" xmlns:p14="http://schemas.microsoft.com/office/powerpoint/2010/main">
        <mc:Choice Requires="p14">
          <p:contentPart p14:bwMode="auto" r:id="rId25">
            <p14:nvContentPartPr>
              <p14:cNvPr id="1053799" name="墨迹 1053798"/>
              <p14:cNvContentPartPr/>
              <p14:nvPr/>
            </p14:nvContentPartPr>
            <p14:xfrm>
              <a:off x="9458268" y="3688910"/>
              <a:ext cx="47141" cy="274775"/>
            </p14:xfrm>
          </p:contentPart>
        </mc:Choice>
        <mc:Fallback xmlns="">
          <p:sp>
            <p:nvSpPr>
              <p:cNvPr id="1053799" name=""/>
              <p:cNvSpPr/>
              <p:nvPr/>
            </p:nvSpPr>
            <p:spPr>
              <a:xfrm>
                <a:off x="9458268" y="3688910"/>
                <a:ext cx="47141" cy="274775"/>
              </a:xfrm>
            </p:spPr>
          </p:sp>
        </mc:Fallback>
      </mc:AlternateContent>
      <mc:AlternateContent xmlns:mc="http://schemas.openxmlformats.org/markup-compatibility/2006" xmlns:p14="http://schemas.microsoft.com/office/powerpoint/2010/main">
        <mc:Choice Requires="p14">
          <p:contentPart p14:bwMode="auto" r:id="rId26">
            <p14:nvContentPartPr>
              <p14:cNvPr id="1053800" name="墨迹 1053799"/>
              <p14:cNvContentPartPr/>
              <p14:nvPr/>
            </p14:nvContentPartPr>
            <p14:xfrm>
              <a:off x="9529284" y="3748325"/>
              <a:ext cx="223861" cy="171848"/>
            </p14:xfrm>
          </p:contentPart>
        </mc:Choice>
        <mc:Fallback xmlns="">
          <p:sp>
            <p:nvSpPr>
              <p:cNvPr id="1053800" name=""/>
              <p:cNvSpPr/>
              <p:nvPr/>
            </p:nvSpPr>
            <p:spPr>
              <a:xfrm>
                <a:off x="9529284" y="3748325"/>
                <a:ext cx="223861" cy="171848"/>
              </a:xfrm>
            </p:spPr>
          </p:sp>
        </mc:Fallback>
      </mc:AlternateContent>
      <mc:AlternateContent xmlns:mc="http://schemas.openxmlformats.org/markup-compatibility/2006" xmlns:p14="http://schemas.microsoft.com/office/powerpoint/2010/main">
        <mc:Choice Requires="p14">
          <p:contentPart p14:bwMode="auto" r:id="rId27">
            <p14:nvContentPartPr>
              <p14:cNvPr id="1053801" name="墨迹 1053800"/>
              <p14:cNvContentPartPr/>
              <p14:nvPr/>
            </p14:nvContentPartPr>
            <p14:xfrm>
              <a:off x="9888775" y="3421493"/>
              <a:ext cx="72719" cy="635379"/>
            </p14:xfrm>
          </p:contentPart>
        </mc:Choice>
        <mc:Fallback xmlns="">
          <p:sp>
            <p:nvSpPr>
              <p:cNvPr id="1053801" name=""/>
              <p:cNvSpPr/>
              <p:nvPr/>
            </p:nvSpPr>
            <p:spPr>
              <a:xfrm>
                <a:off x="9888775" y="3421493"/>
                <a:ext cx="72719" cy="635379"/>
              </a:xfrm>
            </p:spPr>
          </p:sp>
        </mc:Fallback>
      </mc:AlternateContent>
      <mc:AlternateContent xmlns:mc="http://schemas.openxmlformats.org/markup-compatibility/2006" xmlns:p14="http://schemas.microsoft.com/office/powerpoint/2010/main">
        <mc:Choice Requires="p14">
          <p:contentPart p14:bwMode="auto" r:id="rId28">
            <p14:nvContentPartPr>
              <p14:cNvPr id="1053802" name="墨迹 1053801"/>
              <p14:cNvContentPartPr/>
              <p14:nvPr/>
            </p14:nvContentPartPr>
            <p14:xfrm>
              <a:off x="9946556" y="3380690"/>
              <a:ext cx="343629" cy="628437"/>
            </p14:xfrm>
          </p:contentPart>
        </mc:Choice>
        <mc:Fallback xmlns="">
          <p:sp>
            <p:nvSpPr>
              <p:cNvPr id="1053802" name=""/>
              <p:cNvSpPr/>
              <p:nvPr/>
            </p:nvSpPr>
            <p:spPr>
              <a:xfrm>
                <a:off x="9946556" y="3380690"/>
                <a:ext cx="343629" cy="628437"/>
              </a:xfrm>
            </p:spPr>
          </p:sp>
        </mc:Fallback>
      </mc:AlternateContent>
      <mc:AlternateContent xmlns:mc="http://schemas.openxmlformats.org/markup-compatibility/2006" xmlns:p14="http://schemas.microsoft.com/office/powerpoint/2010/main">
        <mc:Choice Requires="p14">
          <p:contentPart p14:bwMode="auto" r:id="rId29">
            <p14:nvContentPartPr>
              <p14:cNvPr id="1053803" name="墨迹 1053802"/>
              <p14:cNvContentPartPr/>
              <p14:nvPr/>
            </p14:nvContentPartPr>
            <p14:xfrm>
              <a:off x="10019255" y="3515186"/>
              <a:ext cx="7157" cy="153228"/>
            </p14:xfrm>
          </p:contentPart>
        </mc:Choice>
        <mc:Fallback xmlns="">
          <p:sp>
            <p:nvSpPr>
              <p:cNvPr id="1053803" name=""/>
              <p:cNvSpPr/>
              <p:nvPr/>
            </p:nvSpPr>
            <p:spPr>
              <a:xfrm>
                <a:off x="10019255" y="3515186"/>
                <a:ext cx="7157" cy="153228"/>
              </a:xfrm>
            </p:spPr>
          </p:sp>
        </mc:Fallback>
      </mc:AlternateContent>
      <mc:AlternateContent xmlns:mc="http://schemas.openxmlformats.org/markup-compatibility/2006" xmlns:p14="http://schemas.microsoft.com/office/powerpoint/2010/main">
        <mc:Choice Requires="p14">
          <p:contentPart p14:bwMode="auto" r:id="rId30">
            <p14:nvContentPartPr>
              <p14:cNvPr id="1053804" name="墨迹 1053803"/>
              <p14:cNvContentPartPr/>
              <p14:nvPr/>
            </p14:nvContentPartPr>
            <p14:xfrm>
              <a:off x="9949931" y="3515158"/>
              <a:ext cx="179575" cy="405655"/>
            </p14:xfrm>
          </p:contentPart>
        </mc:Choice>
        <mc:Fallback xmlns="">
          <p:sp>
            <p:nvSpPr>
              <p:cNvPr id="1053804" name=""/>
              <p:cNvSpPr/>
              <p:nvPr/>
            </p:nvSpPr>
            <p:spPr>
              <a:xfrm>
                <a:off x="9949931" y="3515158"/>
                <a:ext cx="179575" cy="405655"/>
              </a:xfrm>
            </p:spPr>
          </p:sp>
        </mc:Fallback>
      </mc:AlternateContent>
      <mc:AlternateContent xmlns:mc="http://schemas.openxmlformats.org/markup-compatibility/2006" xmlns:p14="http://schemas.microsoft.com/office/powerpoint/2010/main">
        <mc:Choice Requires="p14">
          <p:contentPart p14:bwMode="auto" r:id="rId31">
            <p14:nvContentPartPr>
              <p14:cNvPr id="1053805" name="墨迹 1053804"/>
              <p14:cNvContentPartPr/>
              <p14:nvPr/>
            </p14:nvContentPartPr>
            <p14:xfrm>
              <a:off x="10040169" y="3660492"/>
              <a:ext cx="120817" cy="165339"/>
            </p14:xfrm>
          </p:contentPart>
        </mc:Choice>
        <mc:Fallback xmlns="">
          <p:sp>
            <p:nvSpPr>
              <p:cNvPr id="1053805" name=""/>
              <p:cNvSpPr/>
              <p:nvPr/>
            </p:nvSpPr>
            <p:spPr>
              <a:xfrm>
                <a:off x="10040169" y="3660492"/>
                <a:ext cx="120817" cy="165339"/>
              </a:xfrm>
            </p:spPr>
          </p:sp>
        </mc:Fallback>
      </mc:AlternateContent>
      <mc:AlternateContent xmlns:mc="http://schemas.openxmlformats.org/markup-compatibility/2006" xmlns:p14="http://schemas.microsoft.com/office/powerpoint/2010/main">
        <mc:Choice Requires="p14">
          <p:contentPart p14:bwMode="auto" r:id="rId32">
            <p14:nvContentPartPr>
              <p14:cNvPr id="1053806" name="墨迹 1053805"/>
              <p14:cNvContentPartPr/>
              <p14:nvPr/>
            </p14:nvContentPartPr>
            <p14:xfrm>
              <a:off x="10007886" y="3715262"/>
              <a:ext cx="272969" cy="269119"/>
            </p14:xfrm>
          </p:contentPart>
        </mc:Choice>
        <mc:Fallback xmlns="">
          <p:sp>
            <p:nvSpPr>
              <p:cNvPr id="1053806" name=""/>
              <p:cNvSpPr/>
              <p:nvPr/>
            </p:nvSpPr>
            <p:spPr>
              <a:xfrm>
                <a:off x="10007886" y="3715262"/>
                <a:ext cx="272969" cy="269119"/>
              </a:xfrm>
            </p:spPr>
          </p:sp>
        </mc:Fallback>
      </mc:AlternateContent>
      <mc:AlternateContent xmlns:mc="http://schemas.openxmlformats.org/markup-compatibility/2006" xmlns:p14="http://schemas.microsoft.com/office/powerpoint/2010/main">
        <mc:Choice Requires="p14">
          <p:contentPart p14:bwMode="auto" r:id="rId33">
            <p14:nvContentPartPr>
              <p14:cNvPr id="1053807" name="墨迹 1053806"/>
              <p14:cNvContentPartPr/>
              <p14:nvPr/>
            </p14:nvContentPartPr>
            <p14:xfrm>
              <a:off x="10423059" y="3599684"/>
              <a:ext cx="91048" cy="441167"/>
            </p14:xfrm>
          </p:contentPart>
        </mc:Choice>
        <mc:Fallback xmlns="">
          <p:sp>
            <p:nvSpPr>
              <p:cNvPr id="1053807" name=""/>
              <p:cNvSpPr/>
              <p:nvPr/>
            </p:nvSpPr>
            <p:spPr>
              <a:xfrm>
                <a:off x="10423059" y="3599684"/>
                <a:ext cx="91048" cy="441167"/>
              </a:xfrm>
            </p:spPr>
          </p:sp>
        </mc:Fallback>
      </mc:AlternateContent>
      <mc:AlternateContent xmlns:mc="http://schemas.openxmlformats.org/markup-compatibility/2006" xmlns:p14="http://schemas.microsoft.com/office/powerpoint/2010/main">
        <mc:Choice Requires="p14">
          <p:contentPart p14:bwMode="auto" r:id="rId34">
            <p14:nvContentPartPr>
              <p14:cNvPr id="1053808" name="墨迹 1053807"/>
              <p14:cNvContentPartPr/>
              <p14:nvPr/>
            </p14:nvContentPartPr>
            <p14:xfrm>
              <a:off x="10462420" y="3498243"/>
              <a:ext cx="349800" cy="455158"/>
            </p14:xfrm>
          </p:contentPart>
        </mc:Choice>
        <mc:Fallback xmlns="">
          <p:sp>
            <p:nvSpPr>
              <p:cNvPr id="1053808" name=""/>
              <p:cNvSpPr/>
              <p:nvPr/>
            </p:nvSpPr>
            <p:spPr>
              <a:xfrm>
                <a:off x="10462420" y="3498243"/>
                <a:ext cx="349800" cy="455158"/>
              </a:xfrm>
            </p:spPr>
          </p:sp>
        </mc:Fallback>
      </mc:AlternateContent>
      <mc:AlternateContent xmlns:mc="http://schemas.openxmlformats.org/markup-compatibility/2006" xmlns:p14="http://schemas.microsoft.com/office/powerpoint/2010/main">
        <mc:Choice Requires="p14">
          <p:contentPart p14:bwMode="auto" r:id="rId35">
            <p14:nvContentPartPr>
              <p14:cNvPr id="1053809" name="墨迹 1053808"/>
              <p14:cNvContentPartPr/>
              <p14:nvPr/>
            </p14:nvContentPartPr>
            <p14:xfrm>
              <a:off x="10523681" y="3364886"/>
              <a:ext cx="117057" cy="455764"/>
            </p14:xfrm>
          </p:contentPart>
        </mc:Choice>
        <mc:Fallback xmlns="">
          <p:sp>
            <p:nvSpPr>
              <p:cNvPr id="1053809" name=""/>
              <p:cNvSpPr/>
              <p:nvPr/>
            </p:nvSpPr>
            <p:spPr>
              <a:xfrm>
                <a:off x="10523681" y="3364886"/>
                <a:ext cx="117057" cy="455764"/>
              </a:xfrm>
            </p:spPr>
          </p:sp>
        </mc:Fallback>
      </mc:AlternateContent>
      <mc:AlternateContent xmlns:mc="http://schemas.openxmlformats.org/markup-compatibility/2006" xmlns:p14="http://schemas.microsoft.com/office/powerpoint/2010/main">
        <mc:Choice Requires="p14">
          <p:contentPart p14:bwMode="auto" r:id="rId36">
            <p14:nvContentPartPr>
              <p14:cNvPr id="1053810" name="墨迹 1053809"/>
              <p14:cNvContentPartPr/>
              <p14:nvPr/>
            </p14:nvContentPartPr>
            <p14:xfrm>
              <a:off x="10603834" y="3746493"/>
              <a:ext cx="217879" cy="112843"/>
            </p14:xfrm>
          </p:contentPart>
        </mc:Choice>
        <mc:Fallback xmlns="">
          <p:sp>
            <p:nvSpPr>
              <p:cNvPr id="1053810" name=""/>
              <p:cNvSpPr/>
              <p:nvPr/>
            </p:nvSpPr>
            <p:spPr>
              <a:xfrm>
                <a:off x="10603834" y="3746493"/>
                <a:ext cx="217879" cy="112843"/>
              </a:xfrm>
            </p:spPr>
          </p:sp>
        </mc:Fallback>
      </mc:AlternateContent>
      <mc:AlternateContent xmlns:mc="http://schemas.openxmlformats.org/markup-compatibility/2006" xmlns:p14="http://schemas.microsoft.com/office/powerpoint/2010/main">
        <mc:Choice Requires="p14">
          <p:contentPart p14:bwMode="auto" r:id="rId37">
            <p14:nvContentPartPr>
              <p14:cNvPr id="1053811" name="墨迹 1053810"/>
              <p14:cNvContentPartPr/>
              <p14:nvPr/>
            </p14:nvContentPartPr>
            <p14:xfrm>
              <a:off x="11000193" y="3894841"/>
              <a:ext cx="0" cy="0"/>
            </p14:xfrm>
          </p:contentPart>
        </mc:Choice>
        <mc:Fallback xmlns="">
          <p:sp>
            <p:nvSpPr>
              <p:cNvPr id="1053811" name=""/>
              <p:cNvSpPr/>
              <p:nvPr/>
            </p:nvSpPr>
            <p:spPr>
              <a:xfrm>
                <a:off x="11000193" y="3894841"/>
                <a:ext cx="0" cy="0"/>
              </a:xfrm>
            </p:spPr>
          </p:sp>
        </mc:Fallback>
      </mc:AlternateContent>
      <mc:AlternateContent xmlns:mc="http://schemas.openxmlformats.org/markup-compatibility/2006" xmlns:p14="http://schemas.microsoft.com/office/powerpoint/2010/main">
        <mc:Choice Requires="p14">
          <p:contentPart p14:bwMode="auto" r:id="rId38">
            <p14:nvContentPartPr>
              <p14:cNvPr id="1053812" name="墨迹 1053811"/>
              <p14:cNvContentPartPr/>
              <p14:nvPr/>
            </p14:nvContentPartPr>
            <p14:xfrm>
              <a:off x="12887677" y="6458732"/>
              <a:ext cx="44514" cy="14378"/>
            </p14:xfrm>
          </p:contentPart>
        </mc:Choice>
        <mc:Fallback xmlns="">
          <p:sp>
            <p:nvSpPr>
              <p:cNvPr id="1053812" name=""/>
              <p:cNvSpPr/>
              <p:nvPr/>
            </p:nvSpPr>
            <p:spPr>
              <a:xfrm>
                <a:off x="12887677" y="6458732"/>
                <a:ext cx="44514" cy="14378"/>
              </a:xfrm>
            </p:spPr>
          </p:sp>
        </mc:Fallback>
      </mc:AlternateContent>
      <mc:AlternateContent xmlns:mc="http://schemas.openxmlformats.org/markup-compatibility/2006" xmlns:p14="http://schemas.microsoft.com/office/powerpoint/2010/main">
        <mc:Choice Requires="p14">
          <p:contentPart p14:bwMode="auto" r:id="rId39">
            <p14:nvContentPartPr>
              <p14:cNvPr id="1053813" name="墨迹 1053812"/>
              <p14:cNvContentPartPr/>
              <p14:nvPr/>
            </p14:nvContentPartPr>
            <p14:xfrm>
              <a:off x="8934883" y="4296944"/>
              <a:ext cx="96463" cy="373642"/>
            </p14:xfrm>
          </p:contentPart>
        </mc:Choice>
        <mc:Fallback xmlns="">
          <p:sp>
            <p:nvSpPr>
              <p:cNvPr id="1053813" name=""/>
              <p:cNvSpPr/>
              <p:nvPr/>
            </p:nvSpPr>
            <p:spPr>
              <a:xfrm>
                <a:off x="8934883" y="4296944"/>
                <a:ext cx="96463" cy="373642"/>
              </a:xfrm>
            </p:spPr>
          </p:sp>
        </mc:Fallback>
      </mc:AlternateContent>
      <mc:AlternateContent xmlns:mc="http://schemas.openxmlformats.org/markup-compatibility/2006" xmlns:p14="http://schemas.microsoft.com/office/powerpoint/2010/main">
        <mc:Choice Requires="p14">
          <p:contentPart p14:bwMode="auto" r:id="rId40">
            <p14:nvContentPartPr>
              <p14:cNvPr id="1053814" name="墨迹 1053813"/>
              <p14:cNvContentPartPr/>
              <p14:nvPr/>
            </p14:nvContentPartPr>
            <p14:xfrm>
              <a:off x="8960639" y="4318797"/>
              <a:ext cx="241737" cy="284965"/>
            </p14:xfrm>
          </p:contentPart>
        </mc:Choice>
        <mc:Fallback xmlns="">
          <p:sp>
            <p:nvSpPr>
              <p:cNvPr id="1053814" name=""/>
              <p:cNvSpPr/>
              <p:nvPr/>
            </p:nvSpPr>
            <p:spPr>
              <a:xfrm>
                <a:off x="8960639" y="4318797"/>
                <a:ext cx="241737" cy="284965"/>
              </a:xfrm>
            </p:spPr>
          </p:sp>
        </mc:Fallback>
      </mc:AlternateContent>
      <mc:AlternateContent xmlns:mc="http://schemas.openxmlformats.org/markup-compatibility/2006" xmlns:p14="http://schemas.microsoft.com/office/powerpoint/2010/main">
        <mc:Choice Requires="p14">
          <p:contentPart p14:bwMode="auto" r:id="rId41">
            <p14:nvContentPartPr>
              <p14:cNvPr id="1053815" name="墨迹 1053814"/>
              <p14:cNvContentPartPr/>
              <p14:nvPr/>
            </p14:nvContentPartPr>
            <p14:xfrm>
              <a:off x="8946471" y="4379902"/>
              <a:ext cx="135665" cy="358602"/>
            </p14:xfrm>
          </p:contentPart>
        </mc:Choice>
        <mc:Fallback xmlns="">
          <p:sp>
            <p:nvSpPr>
              <p:cNvPr id="1053815" name=""/>
              <p:cNvSpPr/>
              <p:nvPr/>
            </p:nvSpPr>
            <p:spPr>
              <a:xfrm>
                <a:off x="8946471" y="4379902"/>
                <a:ext cx="135665" cy="358602"/>
              </a:xfrm>
            </p:spPr>
          </p:sp>
        </mc:Fallback>
      </mc:AlternateContent>
      <mc:AlternateContent xmlns:mc="http://schemas.openxmlformats.org/markup-compatibility/2006" xmlns:p14="http://schemas.microsoft.com/office/powerpoint/2010/main">
        <mc:Choice Requires="p14">
          <p:contentPart p14:bwMode="auto" r:id="rId42">
            <p14:nvContentPartPr>
              <p14:cNvPr id="1053816" name="墨迹 1053815"/>
              <p14:cNvContentPartPr/>
              <p14:nvPr/>
            </p14:nvContentPartPr>
            <p14:xfrm>
              <a:off x="9072177" y="4377835"/>
              <a:ext cx="237798" cy="549349"/>
            </p14:xfrm>
          </p:contentPart>
        </mc:Choice>
        <mc:Fallback xmlns="">
          <p:sp>
            <p:nvSpPr>
              <p:cNvPr id="1053816" name=""/>
              <p:cNvSpPr/>
              <p:nvPr/>
            </p:nvSpPr>
            <p:spPr>
              <a:xfrm>
                <a:off x="9072177" y="4377835"/>
                <a:ext cx="237798" cy="549349"/>
              </a:xfrm>
            </p:spPr>
          </p:sp>
        </mc:Fallback>
      </mc:AlternateContent>
      <mc:AlternateContent xmlns:mc="http://schemas.openxmlformats.org/markup-compatibility/2006" xmlns:p14="http://schemas.microsoft.com/office/powerpoint/2010/main">
        <mc:Choice Requires="p14">
          <p:contentPart p14:bwMode="auto" r:id="rId43">
            <p14:nvContentPartPr>
              <p14:cNvPr id="1053821" name="墨迹 1053820"/>
              <p14:cNvContentPartPr/>
              <p14:nvPr/>
            </p14:nvContentPartPr>
            <p14:xfrm>
              <a:off x="9524344" y="4250097"/>
              <a:ext cx="200132" cy="283014"/>
            </p14:xfrm>
          </p:contentPart>
        </mc:Choice>
        <mc:Fallback xmlns="">
          <p:sp>
            <p:nvSpPr>
              <p:cNvPr id="1053821" name=""/>
              <p:cNvSpPr/>
              <p:nvPr/>
            </p:nvSpPr>
            <p:spPr>
              <a:xfrm>
                <a:off x="9524344" y="4250097"/>
                <a:ext cx="200132" cy="283014"/>
              </a:xfrm>
            </p:spPr>
          </p:sp>
        </mc:Fallback>
      </mc:AlternateContent>
      <mc:AlternateContent xmlns:mc="http://schemas.openxmlformats.org/markup-compatibility/2006" xmlns:p14="http://schemas.microsoft.com/office/powerpoint/2010/main">
        <mc:Choice Requires="p14">
          <p:contentPart p14:bwMode="auto" r:id="rId44">
            <p14:nvContentPartPr>
              <p14:cNvPr id="1053822" name="墨迹 1053821"/>
              <p14:cNvContentPartPr/>
              <p14:nvPr/>
            </p14:nvContentPartPr>
            <p14:xfrm>
              <a:off x="9792195" y="4265713"/>
              <a:ext cx="46527" cy="127954"/>
            </p14:xfrm>
          </p:contentPart>
        </mc:Choice>
        <mc:Fallback xmlns="">
          <p:sp>
            <p:nvSpPr>
              <p:cNvPr id="1053822" name=""/>
              <p:cNvSpPr/>
              <p:nvPr/>
            </p:nvSpPr>
            <p:spPr>
              <a:xfrm>
                <a:off x="9792195" y="4265713"/>
                <a:ext cx="46527" cy="127954"/>
              </a:xfrm>
            </p:spPr>
          </p:sp>
        </mc:Fallback>
      </mc:AlternateContent>
      <mc:AlternateContent xmlns:mc="http://schemas.openxmlformats.org/markup-compatibility/2006" xmlns:p14="http://schemas.microsoft.com/office/powerpoint/2010/main">
        <mc:Choice Requires="p14">
          <p:contentPart p14:bwMode="auto" r:id="rId45">
            <p14:nvContentPartPr>
              <p14:cNvPr id="1053823" name="墨迹 1053822"/>
              <p14:cNvContentPartPr/>
              <p14:nvPr/>
            </p14:nvContentPartPr>
            <p14:xfrm>
              <a:off x="9540824" y="4439270"/>
              <a:ext cx="338841" cy="336154"/>
            </p14:xfrm>
          </p:contentPart>
        </mc:Choice>
        <mc:Fallback xmlns="">
          <p:sp>
            <p:nvSpPr>
              <p:cNvPr id="1053823" name=""/>
              <p:cNvSpPr/>
              <p:nvPr/>
            </p:nvSpPr>
            <p:spPr>
              <a:xfrm>
                <a:off x="9540824" y="4439270"/>
                <a:ext cx="338841" cy="336154"/>
              </a:xfrm>
            </p:spPr>
          </p:sp>
        </mc:Fallback>
      </mc:AlternateContent>
      <mc:AlternateContent xmlns:mc="http://schemas.openxmlformats.org/markup-compatibility/2006" xmlns:p14="http://schemas.microsoft.com/office/powerpoint/2010/main">
        <mc:Choice Requires="p14">
          <p:contentPart p14:bwMode="auto" r:id="rId46">
            <p14:nvContentPartPr>
              <p14:cNvPr id="1053824" name="墨迹 1053823"/>
              <p14:cNvContentPartPr/>
              <p14:nvPr/>
            </p14:nvContentPartPr>
            <p14:xfrm>
              <a:off x="10170628" y="4222272"/>
              <a:ext cx="308111" cy="59056"/>
            </p14:xfrm>
          </p:contentPart>
        </mc:Choice>
        <mc:Fallback xmlns="">
          <p:sp>
            <p:nvSpPr>
              <p:cNvPr id="1053824" name=""/>
              <p:cNvSpPr/>
              <p:nvPr/>
            </p:nvSpPr>
            <p:spPr>
              <a:xfrm>
                <a:off x="10170628" y="4222272"/>
                <a:ext cx="308111" cy="59056"/>
              </a:xfrm>
            </p:spPr>
          </p:sp>
        </mc:Fallback>
      </mc:AlternateContent>
      <mc:AlternateContent xmlns:mc="http://schemas.openxmlformats.org/markup-compatibility/2006" xmlns:p14="http://schemas.microsoft.com/office/powerpoint/2010/main">
        <mc:Choice Requires="p14">
          <p:contentPart p14:bwMode="auto" r:id="rId47">
            <p14:nvContentPartPr>
              <p14:cNvPr id="1053825" name="墨迹 1053824"/>
              <p14:cNvContentPartPr/>
              <p14:nvPr/>
            </p14:nvContentPartPr>
            <p14:xfrm>
              <a:off x="10021116" y="4270592"/>
              <a:ext cx="334745" cy="359596"/>
            </p14:xfrm>
          </p:contentPart>
        </mc:Choice>
        <mc:Fallback xmlns="">
          <p:sp>
            <p:nvSpPr>
              <p:cNvPr id="1053825" name=""/>
              <p:cNvSpPr/>
              <p:nvPr/>
            </p:nvSpPr>
            <p:spPr>
              <a:xfrm>
                <a:off x="10021116" y="4270592"/>
                <a:ext cx="334745" cy="359596"/>
              </a:xfrm>
            </p:spPr>
          </p:sp>
        </mc:Fallback>
      </mc:AlternateContent>
      <mc:AlternateContent xmlns:mc="http://schemas.openxmlformats.org/markup-compatibility/2006" xmlns:p14="http://schemas.microsoft.com/office/powerpoint/2010/main">
        <mc:Choice Requires="p14">
          <p:contentPart p14:bwMode="auto" r:id="rId48">
            <p14:nvContentPartPr>
              <p14:cNvPr id="1053826" name="墨迹 1053825"/>
              <p14:cNvContentPartPr/>
              <p14:nvPr/>
            </p14:nvContentPartPr>
            <p14:xfrm>
              <a:off x="10231444" y="4386734"/>
              <a:ext cx="47736" cy="307645"/>
            </p14:xfrm>
          </p:contentPart>
        </mc:Choice>
        <mc:Fallback xmlns="">
          <p:sp>
            <p:nvSpPr>
              <p:cNvPr id="1053826" name=""/>
              <p:cNvSpPr/>
              <p:nvPr/>
            </p:nvSpPr>
            <p:spPr>
              <a:xfrm>
                <a:off x="10231444" y="4386734"/>
                <a:ext cx="47736" cy="307645"/>
              </a:xfrm>
            </p:spPr>
          </p:sp>
        </mc:Fallback>
      </mc:AlternateContent>
      <mc:AlternateContent xmlns:mc="http://schemas.openxmlformats.org/markup-compatibility/2006" xmlns:p14="http://schemas.microsoft.com/office/powerpoint/2010/main">
        <mc:Choice Requires="p14">
          <p:contentPart p14:bwMode="auto" r:id="rId49">
            <p14:nvContentPartPr>
              <p14:cNvPr id="1053827" name="墨迹 1053826"/>
              <p14:cNvContentPartPr/>
              <p14:nvPr/>
            </p14:nvContentPartPr>
            <p14:xfrm>
              <a:off x="10327976" y="4466907"/>
              <a:ext cx="83852" cy="136453"/>
            </p14:xfrm>
          </p:contentPart>
        </mc:Choice>
        <mc:Fallback xmlns="">
          <p:sp>
            <p:nvSpPr>
              <p:cNvPr id="1053827" name=""/>
              <p:cNvSpPr/>
              <p:nvPr/>
            </p:nvSpPr>
            <p:spPr>
              <a:xfrm>
                <a:off x="10327976" y="4466907"/>
                <a:ext cx="83852" cy="136453"/>
              </a:xfrm>
            </p:spPr>
          </p:sp>
        </mc:Fallback>
      </mc:AlternateContent>
      <mc:AlternateContent xmlns:mc="http://schemas.openxmlformats.org/markup-compatibility/2006" xmlns:p14="http://schemas.microsoft.com/office/powerpoint/2010/main">
        <mc:Choice Requires="p14">
          <p:contentPart p14:bwMode="auto" r:id="rId50">
            <p14:nvContentPartPr>
              <p14:cNvPr id="1053828" name="墨迹 1053827"/>
              <p14:cNvContentPartPr/>
              <p14:nvPr/>
            </p14:nvContentPartPr>
            <p14:xfrm>
              <a:off x="10650615" y="4289136"/>
              <a:ext cx="285763" cy="189007"/>
            </p14:xfrm>
          </p:contentPart>
        </mc:Choice>
        <mc:Fallback xmlns="">
          <p:sp>
            <p:nvSpPr>
              <p:cNvPr id="1053828" name=""/>
              <p:cNvSpPr/>
              <p:nvPr/>
            </p:nvSpPr>
            <p:spPr>
              <a:xfrm>
                <a:off x="10650615" y="4289136"/>
                <a:ext cx="285763" cy="189007"/>
              </a:xfrm>
            </p:spPr>
          </p:sp>
        </mc:Fallback>
      </mc:AlternateContent>
      <mc:AlternateContent xmlns:mc="http://schemas.openxmlformats.org/markup-compatibility/2006" xmlns:p14="http://schemas.microsoft.com/office/powerpoint/2010/main">
        <mc:Choice Requires="p14">
          <p:contentPart p14:bwMode="auto" r:id="rId51">
            <p14:nvContentPartPr>
              <p14:cNvPr id="1053829" name="墨迹 1053828"/>
              <p14:cNvContentPartPr/>
              <p14:nvPr/>
            </p14:nvContentPartPr>
            <p14:xfrm>
              <a:off x="10782142" y="4212034"/>
              <a:ext cx="54727" cy="394515"/>
            </p14:xfrm>
          </p:contentPart>
        </mc:Choice>
        <mc:Fallback xmlns="">
          <p:sp>
            <p:nvSpPr>
              <p:cNvPr id="1053829" name=""/>
              <p:cNvSpPr/>
              <p:nvPr/>
            </p:nvSpPr>
            <p:spPr>
              <a:xfrm>
                <a:off x="10782142" y="4212034"/>
                <a:ext cx="54727" cy="394515"/>
              </a:xfrm>
            </p:spPr>
          </p:sp>
        </mc:Fallback>
      </mc:AlternateContent>
      <mc:AlternateContent xmlns:mc="http://schemas.openxmlformats.org/markup-compatibility/2006" xmlns:p14="http://schemas.microsoft.com/office/powerpoint/2010/main">
        <mc:Choice Requires="p14">
          <p:contentPart p14:bwMode="auto" r:id="rId52">
            <p14:nvContentPartPr>
              <p14:cNvPr id="1053830" name="墨迹 1053829"/>
              <p14:cNvContentPartPr/>
              <p14:nvPr/>
            </p14:nvContentPartPr>
            <p14:xfrm>
              <a:off x="10873389" y="4262785"/>
              <a:ext cx="48126" cy="265268"/>
            </p14:xfrm>
          </p:contentPart>
        </mc:Choice>
        <mc:Fallback xmlns="">
          <p:sp>
            <p:nvSpPr>
              <p:cNvPr id="1053830" name=""/>
              <p:cNvSpPr/>
              <p:nvPr/>
            </p:nvSpPr>
            <p:spPr>
              <a:xfrm>
                <a:off x="10873389" y="4262785"/>
                <a:ext cx="48126" cy="265268"/>
              </a:xfrm>
            </p:spPr>
          </p:sp>
        </mc:Fallback>
      </mc:AlternateContent>
      <mc:AlternateContent xmlns:mc="http://schemas.openxmlformats.org/markup-compatibility/2006" xmlns:p14="http://schemas.microsoft.com/office/powerpoint/2010/main">
        <mc:Choice Requires="p14">
          <p:contentPart p14:bwMode="auto" r:id="rId53">
            <p14:nvContentPartPr>
              <p14:cNvPr id="1053831" name="墨迹 1053830"/>
              <p14:cNvContentPartPr/>
              <p14:nvPr/>
            </p14:nvContentPartPr>
            <p14:xfrm>
              <a:off x="10604830" y="4566313"/>
              <a:ext cx="281764" cy="166678"/>
            </p14:xfrm>
          </p:contentPart>
        </mc:Choice>
        <mc:Fallback xmlns="">
          <p:sp>
            <p:nvSpPr>
              <p:cNvPr id="1053831" name=""/>
              <p:cNvSpPr/>
              <p:nvPr/>
            </p:nvSpPr>
            <p:spPr>
              <a:xfrm>
                <a:off x="10604830" y="4566313"/>
                <a:ext cx="281764" cy="166678"/>
              </a:xfrm>
            </p:spPr>
          </p:sp>
        </mc:Fallback>
      </mc:AlternateContent>
      <mc:AlternateContent xmlns:mc="http://schemas.openxmlformats.org/markup-compatibility/2006" xmlns:p14="http://schemas.microsoft.com/office/powerpoint/2010/main">
        <mc:Choice Requires="p14">
          <p:contentPart p14:bwMode="auto" r:id="rId54">
            <p14:nvContentPartPr>
              <p14:cNvPr id="1053832" name="墨迹 1053831"/>
              <p14:cNvContentPartPr/>
              <p14:nvPr/>
            </p14:nvContentPartPr>
            <p14:xfrm>
              <a:off x="11089820" y="4147526"/>
              <a:ext cx="332602" cy="105498"/>
            </p14:xfrm>
          </p:contentPart>
        </mc:Choice>
        <mc:Fallback xmlns="">
          <p:sp>
            <p:nvSpPr>
              <p:cNvPr id="1053832" name=""/>
              <p:cNvSpPr/>
              <p:nvPr/>
            </p:nvSpPr>
            <p:spPr>
              <a:xfrm>
                <a:off x="11089820" y="4147526"/>
                <a:ext cx="332602" cy="105498"/>
              </a:xfrm>
            </p:spPr>
          </p:sp>
        </mc:Fallback>
      </mc:AlternateContent>
      <mc:AlternateContent xmlns:mc="http://schemas.openxmlformats.org/markup-compatibility/2006" xmlns:p14="http://schemas.microsoft.com/office/powerpoint/2010/main">
        <mc:Choice Requires="p14">
          <p:contentPart p14:bwMode="auto" r:id="rId55">
            <p14:nvContentPartPr>
              <p14:cNvPr id="1053833" name="墨迹 1053832"/>
              <p14:cNvContentPartPr/>
              <p14:nvPr/>
            </p14:nvContentPartPr>
            <p14:xfrm>
              <a:off x="11068041" y="4292499"/>
              <a:ext cx="438619" cy="173614"/>
            </p14:xfrm>
          </p:contentPart>
        </mc:Choice>
        <mc:Fallback xmlns="">
          <p:sp>
            <p:nvSpPr>
              <p:cNvPr id="1053833" name=""/>
              <p:cNvSpPr/>
              <p:nvPr/>
            </p:nvSpPr>
            <p:spPr>
              <a:xfrm>
                <a:off x="11068041" y="4292499"/>
                <a:ext cx="438619" cy="173614"/>
              </a:xfrm>
            </p:spPr>
          </p:sp>
        </mc:Fallback>
      </mc:AlternateContent>
      <mc:AlternateContent xmlns:mc="http://schemas.openxmlformats.org/markup-compatibility/2006" xmlns:p14="http://schemas.microsoft.com/office/powerpoint/2010/main">
        <mc:Choice Requires="p14">
          <p:contentPart p14:bwMode="auto" r:id="rId56">
            <p14:nvContentPartPr>
              <p14:cNvPr id="1053834" name="墨迹 1053833"/>
              <p14:cNvContentPartPr/>
              <p14:nvPr/>
            </p14:nvContentPartPr>
            <p14:xfrm>
              <a:off x="11258420" y="4102724"/>
              <a:ext cx="58461" cy="510724"/>
            </p14:xfrm>
          </p:contentPart>
        </mc:Choice>
        <mc:Fallback xmlns="">
          <p:sp>
            <p:nvSpPr>
              <p:cNvPr id="1053834" name=""/>
              <p:cNvSpPr/>
              <p:nvPr/>
            </p:nvSpPr>
            <p:spPr>
              <a:xfrm>
                <a:off x="11258420" y="4102724"/>
                <a:ext cx="58461" cy="510724"/>
              </a:xfrm>
            </p:spPr>
          </p:sp>
        </mc:Fallback>
      </mc:AlternateContent>
      <mc:AlternateContent xmlns:mc="http://schemas.openxmlformats.org/markup-compatibility/2006" xmlns:p14="http://schemas.microsoft.com/office/powerpoint/2010/main">
        <mc:Choice Requires="p14">
          <p:contentPart p14:bwMode="auto" r:id="rId57">
            <p14:nvContentPartPr>
              <p14:cNvPr id="1053835" name="墨迹 1053834"/>
              <p14:cNvContentPartPr/>
              <p14:nvPr/>
            </p14:nvContentPartPr>
            <p14:xfrm>
              <a:off x="11027816" y="4390638"/>
              <a:ext cx="243255" cy="211452"/>
            </p14:xfrm>
          </p:contentPart>
        </mc:Choice>
        <mc:Fallback xmlns="">
          <p:sp>
            <p:nvSpPr>
              <p:cNvPr id="1053835" name=""/>
              <p:cNvSpPr/>
              <p:nvPr/>
            </p:nvSpPr>
            <p:spPr>
              <a:xfrm>
                <a:off x="11027816" y="4390638"/>
                <a:ext cx="243255" cy="211452"/>
              </a:xfrm>
            </p:spPr>
          </p:sp>
        </mc:Fallback>
      </mc:AlternateContent>
      <mc:AlternateContent xmlns:mc="http://schemas.openxmlformats.org/markup-compatibility/2006" xmlns:p14="http://schemas.microsoft.com/office/powerpoint/2010/main">
        <mc:Choice Requires="p14">
          <p:contentPart p14:bwMode="auto" r:id="rId58">
            <p14:nvContentPartPr>
              <p14:cNvPr id="1053836" name="墨迹 1053835"/>
              <p14:cNvContentPartPr/>
              <p14:nvPr/>
            </p14:nvContentPartPr>
            <p14:xfrm>
              <a:off x="11299951" y="4461884"/>
              <a:ext cx="262136" cy="157773"/>
            </p14:xfrm>
          </p:contentPart>
        </mc:Choice>
        <mc:Fallback xmlns="">
          <p:sp>
            <p:nvSpPr>
              <p:cNvPr id="1053836" name=""/>
              <p:cNvSpPr/>
              <p:nvPr/>
            </p:nvSpPr>
            <p:spPr>
              <a:xfrm>
                <a:off x="11299951" y="4461884"/>
                <a:ext cx="262136" cy="157773"/>
              </a:xfrm>
            </p:spPr>
          </p:sp>
        </mc:Fallback>
      </mc:AlternateContent>
      <mc:AlternateContent xmlns:mc="http://schemas.openxmlformats.org/markup-compatibility/2006" xmlns:p14="http://schemas.microsoft.com/office/powerpoint/2010/main">
        <mc:Choice Requires="p14">
          <p:contentPart p14:bwMode="auto" r:id="rId59">
            <p14:nvContentPartPr>
              <p14:cNvPr id="1053837" name="墨迹 1053836"/>
              <p14:cNvContentPartPr/>
              <p14:nvPr/>
            </p14:nvContentPartPr>
            <p14:xfrm>
              <a:off x="11636557" y="4149834"/>
              <a:ext cx="322717" cy="432003"/>
            </p14:xfrm>
          </p:contentPart>
        </mc:Choice>
        <mc:Fallback xmlns="">
          <p:sp>
            <p:nvSpPr>
              <p:cNvPr id="1053837" name=""/>
              <p:cNvSpPr/>
              <p:nvPr/>
            </p:nvSpPr>
            <p:spPr>
              <a:xfrm>
                <a:off x="11636557" y="4149834"/>
                <a:ext cx="322717" cy="432003"/>
              </a:xfrm>
            </p:spPr>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137" name="Text Box 1028"/>
          <p:cNvSpPr txBox="1">
            <a:spLocks noChangeArrowheads="1"/>
          </p:cNvSpPr>
          <p:nvPr/>
        </p:nvSpPr>
        <p:spPr bwMode="auto">
          <a:xfrm>
            <a:off x="1944688" y="2166938"/>
            <a:ext cx="8353425" cy="487680"/>
          </a:xfrm>
          <a:prstGeom prst="rect">
            <a:avLst/>
          </a:prstGeom>
          <a:noFill/>
          <a:ln>
            <a:noFill/>
          </a:ln>
          <a:effectLst/>
        </p:spPr>
        <p:txBody>
          <a:bodyPr>
            <a:spAutoFit/>
          </a:bodyPr>
          <a:lstStyle/>
          <a:p>
            <a:pPr eaLnBrk="1" hangingPunct="1">
              <a:lnSpc>
                <a:spcPct val="130000"/>
              </a:lnSpc>
            </a:pP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距离函数：对于</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内给定一点</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x</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，距离函数</a:t>
            </a:r>
            <a:r>
              <a:rPr lang="en-US" altLang="zh-CN" sz="2000" i="1" dirty="0" err="1">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dist</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(x)</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为从</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x</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到</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的补集的距离。</a:t>
            </a:r>
          </a:p>
        </p:txBody>
      </p:sp>
      <p:grpSp>
        <p:nvGrpSpPr>
          <p:cNvPr id="576" name="Group 1029"/>
          <p:cNvGrpSpPr/>
          <p:nvPr/>
        </p:nvGrpSpPr>
        <p:grpSpPr bwMode="auto">
          <a:xfrm>
            <a:off x="3071813" y="3865563"/>
            <a:ext cx="1905000" cy="1219200"/>
            <a:chOff x="720" y="2304"/>
            <a:chExt cx="1200" cy="768"/>
          </a:xfrm>
        </p:grpSpPr>
        <p:sp>
          <p:nvSpPr>
            <p:cNvPr id="1052138" name="Oval 1030"/>
            <p:cNvSpPr>
              <a:spLocks noChangeArrowheads="1"/>
            </p:cNvSpPr>
            <p:nvPr/>
          </p:nvSpPr>
          <p:spPr bwMode="auto">
            <a:xfrm>
              <a:off x="720" y="2419"/>
              <a:ext cx="496" cy="509"/>
            </a:xfrm>
            <a:prstGeom prst="ellipse">
              <a:avLst/>
            </a:prstGeom>
            <a:solidFill>
              <a:schemeClr val="accent1">
                <a:alpha val="50195"/>
              </a:schemeClr>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139" name="Oval 1031"/>
            <p:cNvSpPr>
              <a:spLocks noChangeArrowheads="1"/>
            </p:cNvSpPr>
            <p:nvPr/>
          </p:nvSpPr>
          <p:spPr bwMode="auto">
            <a:xfrm>
              <a:off x="1130" y="2304"/>
              <a:ext cx="790" cy="768"/>
            </a:xfrm>
            <a:prstGeom prst="ellipse">
              <a:avLst/>
            </a:prstGeom>
            <a:solidFill>
              <a:schemeClr val="accent1">
                <a:alpha val="50195"/>
              </a:schemeClr>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577" name="Group 1032"/>
          <p:cNvGrpSpPr/>
          <p:nvPr/>
        </p:nvGrpSpPr>
        <p:grpSpPr bwMode="auto">
          <a:xfrm>
            <a:off x="6424613" y="3941763"/>
            <a:ext cx="1905000" cy="1219200"/>
            <a:chOff x="3312" y="2928"/>
            <a:chExt cx="1200" cy="768"/>
          </a:xfrm>
        </p:grpSpPr>
        <p:sp>
          <p:nvSpPr>
            <p:cNvPr id="1052140" name="Oval 1033"/>
            <p:cNvSpPr>
              <a:spLocks noChangeArrowheads="1"/>
            </p:cNvSpPr>
            <p:nvPr/>
          </p:nvSpPr>
          <p:spPr bwMode="auto">
            <a:xfrm>
              <a:off x="3312" y="3043"/>
              <a:ext cx="496" cy="509"/>
            </a:xfrm>
            <a:prstGeom prst="ellipse">
              <a:avLst/>
            </a:prstGeom>
            <a:gradFill rotWithShape="0">
              <a:gsLst>
                <a:gs pos="0">
                  <a:srgbClr val="B2B2B2"/>
                </a:gs>
                <a:gs pos="100000">
                  <a:srgbClr val="000000"/>
                </a:gs>
              </a:gsLst>
              <a:path path="shape">
                <a:fillToRect l="50000" t="50000" r="50000" b="50000"/>
              </a:path>
            </a:gra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141" name="Oval 1034"/>
            <p:cNvSpPr>
              <a:spLocks noChangeArrowheads="1"/>
            </p:cNvSpPr>
            <p:nvPr/>
          </p:nvSpPr>
          <p:spPr bwMode="auto">
            <a:xfrm>
              <a:off x="3722" y="2928"/>
              <a:ext cx="790" cy="768"/>
            </a:xfrm>
            <a:prstGeom prst="ellipse">
              <a:avLst/>
            </a:prstGeom>
            <a:gradFill rotWithShape="0">
              <a:gsLst>
                <a:gs pos="0">
                  <a:schemeClr val="bg1"/>
                </a:gs>
                <a:gs pos="100000">
                  <a:schemeClr val="bg1">
                    <a:gamma/>
                    <a:shade val="0"/>
                    <a:invGamma/>
                  </a:schemeClr>
                </a:gs>
              </a:gsLst>
              <a:path path="shape">
                <a:fillToRect l="50000" t="50000" r="50000" b="50000"/>
              </a:path>
            </a:gradFill>
            <a:ln w="9525">
              <a:solidFill>
                <a:schemeClr val="tx1"/>
              </a:solidFill>
              <a:miter lim="800000"/>
              <a:headEnd/>
              <a:tailEnd/>
            </a:ln>
            <a:effectLst/>
          </p:spPr>
          <p:txBody>
            <a:bodyPr wrap="none" anchor="ctr"/>
            <a:lstStyle/>
            <a:p>
              <a:pPr eaLnBrk="1" hangingPunct="1"/>
              <a:endParaRPr lang="en-US"/>
            </a:p>
          </p:txBody>
        </p:sp>
        <p:sp>
          <p:nvSpPr>
            <p:cNvPr id="1052142" name="Oval 1035"/>
            <p:cNvSpPr>
              <a:spLocks noChangeArrowheads="1"/>
            </p:cNvSpPr>
            <p:nvPr/>
          </p:nvSpPr>
          <p:spPr bwMode="auto">
            <a:xfrm>
              <a:off x="3312" y="3043"/>
              <a:ext cx="496" cy="509"/>
            </a:xfrm>
            <a:prstGeom prst="ellipse">
              <a:avLst/>
            </a:prstGeom>
            <a:noFill/>
            <a:ln w="9525">
              <a:solidFill>
                <a:schemeClr val="tx1"/>
              </a:solidFill>
              <a:prstDash val="dash"/>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2143" name="Text Box 1036"/>
          <p:cNvSpPr txBox="1">
            <a:spLocks noChangeArrowheads="1"/>
          </p:cNvSpPr>
          <p:nvPr/>
        </p:nvSpPr>
        <p:spPr bwMode="auto">
          <a:xfrm>
            <a:off x="3300413" y="5313363"/>
            <a:ext cx="1262380" cy="39624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dirty="0">
                <a:latin typeface="黑体" panose="02010609060101010101" pitchFamily="49" charset="-122"/>
                <a:ea typeface="黑体" panose="02010609060101010101" pitchFamily="49" charset="-122"/>
              </a:rPr>
              <a:t>输入图像</a:t>
            </a:r>
            <a:r>
              <a:rPr lang="zh-CN" altLang="en-US" dirty="0">
                <a:latin typeface="黑体" panose="02010609060101010101" pitchFamily="49" charset="-122"/>
                <a:ea typeface="黑体" panose="02010609060101010101" pitchFamily="49" charset="-122"/>
              </a:rPr>
              <a:t> </a:t>
            </a:r>
          </a:p>
        </p:txBody>
      </p:sp>
      <p:sp>
        <p:nvSpPr>
          <p:cNvPr id="1052144" name="Text Box 1037"/>
          <p:cNvSpPr txBox="1">
            <a:spLocks noChangeArrowheads="1"/>
          </p:cNvSpPr>
          <p:nvPr/>
        </p:nvSpPr>
        <p:spPr bwMode="auto">
          <a:xfrm>
            <a:off x="6653213" y="5465763"/>
            <a:ext cx="1454150" cy="396875"/>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latin typeface="黑体" panose="02010609060101010101" pitchFamily="49" charset="-122"/>
                <a:ea typeface="黑体" panose="02010609060101010101" pitchFamily="49" charset="-122"/>
              </a:rPr>
              <a:t>距离函数图</a:t>
            </a:r>
          </a:p>
        </p:txBody>
      </p:sp>
      <p:sp>
        <p:nvSpPr>
          <p:cNvPr id="1052145" name="Text Box 2"/>
          <p:cNvSpPr txBox="1">
            <a:spLocks noChangeArrowheads="1"/>
          </p:cNvSpPr>
          <p:nvPr/>
        </p:nvSpPr>
        <p:spPr bwMode="auto">
          <a:xfrm>
            <a:off x="1611313" y="1516063"/>
            <a:ext cx="5791200" cy="487679"/>
          </a:xfrm>
          <a:prstGeom prst="rect">
            <a:avLst/>
          </a:prstGeom>
          <a:noFill/>
          <a:ln>
            <a:noFill/>
          </a:ln>
          <a:effectLst/>
        </p:spPr>
        <p:txBody>
          <a:bodyPr>
            <a:spAutoFit/>
          </a:bodyPr>
          <a:lstStyle/>
          <a:p>
            <a:pPr marL="342900" indent="-342900" eaLnBrk="1" hangingPunct="1">
              <a:lnSpc>
                <a:spcPct val="130000"/>
              </a:lnSpc>
              <a:buFont typeface="Arial" panose="020B0604020202020204" pitchFamily="34" charset="0"/>
              <a:buChar char="•"/>
            </a:pPr>
            <a:r>
              <a:rPr lang="zh-CN" altLang="en-US" sz="2000" dirty="0">
                <a:solidFill>
                  <a:schemeClr val="bg1">
                    <a:lumMod val="50000"/>
                  </a:schemeClr>
                </a:solidFill>
                <a:latin typeface="黑体" panose="02010609060101010101" pitchFamily="49" charset="-122"/>
                <a:ea typeface="黑体" panose="02010609060101010101" pitchFamily="49" charset="-122"/>
              </a:rPr>
              <a:t>基本概念</a:t>
            </a:r>
          </a:p>
        </p:txBody>
      </p:sp>
      <p:sp>
        <p:nvSpPr>
          <p:cNvPr id="1052146" name="TextBox 18"/>
          <p:cNvSpPr txBox="1"/>
          <p:nvPr/>
        </p:nvSpPr>
        <p:spPr>
          <a:xfrm>
            <a:off x="1012825" y="177800"/>
            <a:ext cx="49072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三、二值图像的形态学处理</a:t>
            </a:r>
          </a:p>
        </p:txBody>
      </p:sp>
      <p:sp>
        <p:nvSpPr>
          <p:cNvPr id="1052147"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148" name="Rectangle 9"/>
          <p:cNvSpPr>
            <a:spLocks noChangeArrowheads="1"/>
          </p:cNvSpPr>
          <p:nvPr/>
        </p:nvSpPr>
        <p:spPr bwMode="auto">
          <a:xfrm>
            <a:off x="1181100" y="1014413"/>
            <a:ext cx="2322513"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5.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分水岭算法</a:t>
            </a:r>
          </a:p>
        </p:txBody>
      </p:sp>
      <mc:AlternateContent xmlns:mc="http://schemas.openxmlformats.org/markup-compatibility/2006" xmlns:p14="http://schemas.microsoft.com/office/powerpoint/2010/main">
        <mc:Choice Requires="p14">
          <p:contentPart p14:bwMode="auto" r:id="rId2">
            <p14:nvContentPartPr>
              <p14:cNvPr id="1053838" name="墨迹 1053837"/>
              <p14:cNvContentPartPr/>
              <p14:nvPr/>
            </p14:nvContentPartPr>
            <p14:xfrm>
              <a:off x="7143228" y="2828398"/>
              <a:ext cx="3173644" cy="26363"/>
            </p14:xfrm>
          </p:contentPart>
        </mc:Choice>
        <mc:Fallback xmlns="">
          <p:sp>
            <p:nvSpPr>
              <p:cNvPr id="1053838" name=""/>
              <p:cNvSpPr/>
              <p:nvPr/>
            </p:nvSpPr>
            <p:spPr>
              <a:xfrm>
                <a:off x="7143228" y="2828398"/>
                <a:ext cx="3173644" cy="26363"/>
              </a:xfrm>
            </p:spPr>
          </p:sp>
        </mc:Fallback>
      </mc:AlternateContent>
      <mc:AlternateContent xmlns:mc="http://schemas.openxmlformats.org/markup-compatibility/2006" xmlns:p14="http://schemas.microsoft.com/office/powerpoint/2010/main">
        <mc:Choice Requires="p14">
          <p:contentPart p14:bwMode="auto" r:id="rId3">
            <p14:nvContentPartPr>
              <p14:cNvPr id="1053839" name="墨迹 1053838"/>
              <p14:cNvContentPartPr/>
              <p14:nvPr/>
            </p14:nvContentPartPr>
            <p14:xfrm>
              <a:off x="8765709" y="2851522"/>
              <a:ext cx="32665" cy="318301"/>
            </p14:xfrm>
          </p:contentPart>
        </mc:Choice>
        <mc:Fallback xmlns="">
          <p:sp>
            <p:nvSpPr>
              <p:cNvPr id="1053839" name=""/>
              <p:cNvSpPr/>
              <p:nvPr/>
            </p:nvSpPr>
            <p:spPr>
              <a:xfrm>
                <a:off x="8765709" y="2851522"/>
                <a:ext cx="32665" cy="318301"/>
              </a:xfrm>
            </p:spPr>
          </p:sp>
        </mc:Fallback>
      </mc:AlternateContent>
      <mc:AlternateContent xmlns:mc="http://schemas.openxmlformats.org/markup-compatibility/2006" xmlns:p14="http://schemas.microsoft.com/office/powerpoint/2010/main">
        <mc:Choice Requires="p14">
          <p:contentPart p14:bwMode="auto" r:id="rId4">
            <p14:nvContentPartPr>
              <p14:cNvPr id="1053840" name="墨迹 1053839"/>
              <p14:cNvContentPartPr/>
              <p14:nvPr/>
            </p14:nvContentPartPr>
            <p14:xfrm>
              <a:off x="8926713" y="2847618"/>
              <a:ext cx="25288" cy="306208"/>
            </p14:xfrm>
          </p:contentPart>
        </mc:Choice>
        <mc:Fallback xmlns="">
          <p:sp>
            <p:nvSpPr>
              <p:cNvPr id="1053840" name=""/>
              <p:cNvSpPr/>
              <p:nvPr/>
            </p:nvSpPr>
            <p:spPr>
              <a:xfrm>
                <a:off x="8926713" y="2847618"/>
                <a:ext cx="25288" cy="306208"/>
              </a:xfrm>
            </p:spPr>
          </p:sp>
        </mc:Fallback>
      </mc:AlternateContent>
      <mc:AlternateContent xmlns:mc="http://schemas.openxmlformats.org/markup-compatibility/2006" xmlns:p14="http://schemas.microsoft.com/office/powerpoint/2010/main">
        <mc:Choice Requires="p14">
          <p:contentPart p14:bwMode="auto" r:id="rId5">
            <p14:nvContentPartPr>
              <p14:cNvPr id="1053841" name="墨迹 1053840"/>
              <p14:cNvContentPartPr/>
              <p14:nvPr/>
            </p14:nvContentPartPr>
            <p14:xfrm>
              <a:off x="7590377" y="3482305"/>
              <a:ext cx="273735" cy="228495"/>
            </p14:xfrm>
          </p:contentPart>
        </mc:Choice>
        <mc:Fallback xmlns="">
          <p:sp>
            <p:nvSpPr>
              <p:cNvPr id="1053841" name=""/>
              <p:cNvSpPr/>
              <p:nvPr/>
            </p:nvSpPr>
            <p:spPr>
              <a:xfrm>
                <a:off x="7590377" y="3482305"/>
                <a:ext cx="273735" cy="228495"/>
              </a:xfrm>
            </p:spPr>
          </p:sp>
        </mc:Fallback>
      </mc:AlternateContent>
      <mc:AlternateContent xmlns:mc="http://schemas.openxmlformats.org/markup-compatibility/2006" xmlns:p14="http://schemas.microsoft.com/office/powerpoint/2010/main">
        <mc:Choice Requires="p14">
          <p:contentPart p14:bwMode="auto" r:id="rId6">
            <p14:nvContentPartPr>
              <p14:cNvPr id="1053842" name="墨迹 1053841"/>
              <p14:cNvContentPartPr/>
              <p14:nvPr/>
            </p14:nvContentPartPr>
            <p14:xfrm>
              <a:off x="7578546" y="3435156"/>
              <a:ext cx="323540" cy="236873"/>
            </p14:xfrm>
          </p:contentPart>
        </mc:Choice>
        <mc:Fallback xmlns="">
          <p:sp>
            <p:nvSpPr>
              <p:cNvPr id="1053842" name=""/>
              <p:cNvSpPr/>
              <p:nvPr/>
            </p:nvSpPr>
            <p:spPr>
              <a:xfrm>
                <a:off x="7578546" y="3435156"/>
                <a:ext cx="323540" cy="236873"/>
              </a:xfrm>
            </p:spPr>
          </p:sp>
        </mc:Fallback>
      </mc:AlternateContent>
      <mc:AlternateContent xmlns:mc="http://schemas.openxmlformats.org/markup-compatibility/2006" xmlns:p14="http://schemas.microsoft.com/office/powerpoint/2010/main">
        <mc:Choice Requires="p14">
          <p:contentPart p14:bwMode="auto" r:id="rId7">
            <p14:nvContentPartPr>
              <p14:cNvPr id="1053843" name="墨迹 1053842"/>
              <p14:cNvContentPartPr/>
              <p14:nvPr/>
            </p14:nvContentPartPr>
            <p14:xfrm>
              <a:off x="8017607" y="3302044"/>
              <a:ext cx="295265" cy="87241"/>
            </p14:xfrm>
          </p:contentPart>
        </mc:Choice>
        <mc:Fallback xmlns="">
          <p:sp>
            <p:nvSpPr>
              <p:cNvPr id="1053843" name=""/>
              <p:cNvSpPr/>
              <p:nvPr/>
            </p:nvSpPr>
            <p:spPr>
              <a:xfrm>
                <a:off x="8017607" y="3302044"/>
                <a:ext cx="295265" cy="87241"/>
              </a:xfrm>
            </p:spPr>
          </p:sp>
        </mc:Fallback>
      </mc:AlternateContent>
      <mc:AlternateContent xmlns:mc="http://schemas.openxmlformats.org/markup-compatibility/2006" xmlns:p14="http://schemas.microsoft.com/office/powerpoint/2010/main">
        <mc:Choice Requires="p14">
          <p:contentPart p14:bwMode="auto" r:id="rId8">
            <p14:nvContentPartPr>
              <p14:cNvPr id="1053844" name="墨迹 1053843"/>
              <p14:cNvContentPartPr/>
              <p14:nvPr/>
            </p14:nvContentPartPr>
            <p14:xfrm>
              <a:off x="8081124" y="3340486"/>
              <a:ext cx="335271" cy="568509"/>
            </p14:xfrm>
          </p:contentPart>
        </mc:Choice>
        <mc:Fallback xmlns="">
          <p:sp>
            <p:nvSpPr>
              <p:cNvPr id="1053844" name=""/>
              <p:cNvSpPr/>
              <p:nvPr/>
            </p:nvSpPr>
            <p:spPr>
              <a:xfrm>
                <a:off x="8081124" y="3340486"/>
                <a:ext cx="335271" cy="568509"/>
              </a:xfrm>
            </p:spPr>
          </p:sp>
        </mc:Fallback>
      </mc:AlternateContent>
      <mc:AlternateContent xmlns:mc="http://schemas.openxmlformats.org/markup-compatibility/2006" xmlns:p14="http://schemas.microsoft.com/office/powerpoint/2010/main">
        <mc:Choice Requires="p14">
          <p:contentPart p14:bwMode="auto" r:id="rId9">
            <p14:nvContentPartPr>
              <p14:cNvPr id="1053851" name="墨迹 1053850"/>
              <p14:cNvContentPartPr/>
              <p14:nvPr/>
            </p14:nvContentPartPr>
            <p14:xfrm>
              <a:off x="9122033" y="3486883"/>
              <a:ext cx="48798" cy="154204"/>
            </p14:xfrm>
          </p:contentPart>
        </mc:Choice>
        <mc:Fallback xmlns="">
          <p:sp>
            <p:nvSpPr>
              <p:cNvPr id="1053851" name=""/>
              <p:cNvSpPr/>
              <p:nvPr/>
            </p:nvSpPr>
            <p:spPr>
              <a:xfrm>
                <a:off x="9122033" y="3486883"/>
                <a:ext cx="48798" cy="154204"/>
              </a:xfrm>
            </p:spPr>
          </p:sp>
        </mc:Fallback>
      </mc:AlternateContent>
      <mc:AlternateContent xmlns:mc="http://schemas.openxmlformats.org/markup-compatibility/2006" xmlns:p14="http://schemas.microsoft.com/office/powerpoint/2010/main">
        <mc:Choice Requires="p14">
          <p:contentPart p14:bwMode="auto" r:id="rId10">
            <p14:nvContentPartPr>
              <p14:cNvPr id="1053852" name="墨迹 1053851"/>
              <p14:cNvContentPartPr/>
              <p14:nvPr/>
            </p14:nvContentPartPr>
            <p14:xfrm>
              <a:off x="9241380" y="3523102"/>
              <a:ext cx="190594" cy="217721"/>
            </p14:xfrm>
          </p:contentPart>
        </mc:Choice>
        <mc:Fallback xmlns="">
          <p:sp>
            <p:nvSpPr>
              <p:cNvPr id="1053852" name=""/>
              <p:cNvSpPr/>
              <p:nvPr/>
            </p:nvSpPr>
            <p:spPr>
              <a:xfrm>
                <a:off x="9241380" y="3523102"/>
                <a:ext cx="190594" cy="217721"/>
              </a:xfrm>
            </p:spPr>
          </p:sp>
        </mc:Fallback>
      </mc:AlternateContent>
      <mc:AlternateContent xmlns:mc="http://schemas.openxmlformats.org/markup-compatibility/2006" xmlns:p14="http://schemas.microsoft.com/office/powerpoint/2010/main">
        <mc:Choice Requires="p14">
          <p:contentPart p14:bwMode="auto" r:id="rId11">
            <p14:nvContentPartPr>
              <p14:cNvPr id="1053853" name="墨迹 1053852"/>
              <p14:cNvContentPartPr/>
              <p14:nvPr/>
            </p14:nvContentPartPr>
            <p14:xfrm>
              <a:off x="9481276" y="3274120"/>
              <a:ext cx="352808" cy="535338"/>
            </p14:xfrm>
          </p:contentPart>
        </mc:Choice>
        <mc:Fallback xmlns="">
          <p:sp>
            <p:nvSpPr>
              <p:cNvPr id="1053853" name=""/>
              <p:cNvSpPr/>
              <p:nvPr/>
            </p:nvSpPr>
            <p:spPr>
              <a:xfrm>
                <a:off x="9481276" y="3274120"/>
                <a:ext cx="352808" cy="535338"/>
              </a:xfrm>
            </p:spPr>
          </p:sp>
        </mc:Fallback>
      </mc:AlternateContent>
      <mc:AlternateContent xmlns:mc="http://schemas.openxmlformats.org/markup-compatibility/2006" xmlns:p14="http://schemas.microsoft.com/office/powerpoint/2010/main">
        <mc:Choice Requires="p14">
          <p:contentPart p14:bwMode="auto" r:id="rId12">
            <p14:nvContentPartPr>
              <p14:cNvPr id="1053854" name="墨迹 1053853"/>
              <p14:cNvContentPartPr/>
              <p14:nvPr/>
            </p14:nvContentPartPr>
            <p14:xfrm>
              <a:off x="9569181" y="3438783"/>
              <a:ext cx="185973" cy="393625"/>
            </p14:xfrm>
          </p:contentPart>
        </mc:Choice>
        <mc:Fallback xmlns="">
          <p:sp>
            <p:nvSpPr>
              <p:cNvPr id="1053854" name=""/>
              <p:cNvSpPr/>
              <p:nvPr/>
            </p:nvSpPr>
            <p:spPr>
              <a:xfrm>
                <a:off x="9569181" y="3438783"/>
                <a:ext cx="185973" cy="393625"/>
              </a:xfrm>
            </p:spPr>
          </p:sp>
        </mc:Fallback>
      </mc:AlternateContent>
      <mc:AlternateContent xmlns:mc="http://schemas.openxmlformats.org/markup-compatibility/2006" xmlns:p14="http://schemas.microsoft.com/office/powerpoint/2010/main">
        <mc:Choice Requires="p14">
          <p:contentPart p14:bwMode="auto" r:id="rId13">
            <p14:nvContentPartPr>
              <p14:cNvPr id="1053855" name="墨迹 1053854"/>
              <p14:cNvContentPartPr/>
              <p14:nvPr/>
            </p14:nvContentPartPr>
            <p14:xfrm>
              <a:off x="9572440" y="3571215"/>
              <a:ext cx="130377" cy="132741"/>
            </p14:xfrm>
          </p:contentPart>
        </mc:Choice>
        <mc:Fallback xmlns="">
          <p:sp>
            <p:nvSpPr>
              <p:cNvPr id="1053855" name=""/>
              <p:cNvSpPr/>
              <p:nvPr/>
            </p:nvSpPr>
            <p:spPr>
              <a:xfrm>
                <a:off x="9572440" y="3571215"/>
                <a:ext cx="130377" cy="132741"/>
              </a:xfrm>
            </p:spPr>
          </p:sp>
        </mc:Fallback>
      </mc:AlternateContent>
      <mc:AlternateContent xmlns:mc="http://schemas.openxmlformats.org/markup-compatibility/2006" xmlns:p14="http://schemas.microsoft.com/office/powerpoint/2010/main">
        <mc:Choice Requires="p14">
          <p:contentPart p14:bwMode="auto" r:id="rId14">
            <p14:nvContentPartPr>
              <p14:cNvPr id="1053856" name="墨迹 1053855"/>
              <p14:cNvContentPartPr/>
              <p14:nvPr/>
            </p14:nvContentPartPr>
            <p14:xfrm>
              <a:off x="9808768" y="3353174"/>
              <a:ext cx="214316" cy="378181"/>
            </p14:xfrm>
          </p:contentPart>
        </mc:Choice>
        <mc:Fallback xmlns="">
          <p:sp>
            <p:nvSpPr>
              <p:cNvPr id="1053856" name=""/>
              <p:cNvSpPr/>
              <p:nvPr/>
            </p:nvSpPr>
            <p:spPr>
              <a:xfrm>
                <a:off x="9808768" y="3353174"/>
                <a:ext cx="214316" cy="378181"/>
              </a:xfrm>
            </p:spPr>
          </p:sp>
        </mc:Fallback>
      </mc:AlternateContent>
      <mc:AlternateContent xmlns:mc="http://schemas.openxmlformats.org/markup-compatibility/2006" xmlns:p14="http://schemas.microsoft.com/office/powerpoint/2010/main">
        <mc:Choice Requires="p14">
          <p:contentPart p14:bwMode="auto" r:id="rId15">
            <p14:nvContentPartPr>
              <p14:cNvPr id="1053857" name="墨迹 1053856"/>
              <p14:cNvContentPartPr/>
              <p14:nvPr/>
            </p14:nvContentPartPr>
            <p14:xfrm>
              <a:off x="10150763" y="3279000"/>
              <a:ext cx="31878" cy="148727"/>
            </p14:xfrm>
          </p:contentPart>
        </mc:Choice>
        <mc:Fallback xmlns="">
          <p:sp>
            <p:nvSpPr>
              <p:cNvPr id="1053857" name=""/>
              <p:cNvSpPr/>
              <p:nvPr/>
            </p:nvSpPr>
            <p:spPr>
              <a:xfrm>
                <a:off x="10150763" y="3279000"/>
                <a:ext cx="31878" cy="148727"/>
              </a:xfrm>
            </p:spPr>
          </p:sp>
        </mc:Fallback>
      </mc:AlternateContent>
      <mc:AlternateContent xmlns:mc="http://schemas.openxmlformats.org/markup-compatibility/2006" xmlns:p14="http://schemas.microsoft.com/office/powerpoint/2010/main">
        <mc:Choice Requires="p14">
          <p:contentPart p14:bwMode="auto" r:id="rId16">
            <p14:nvContentPartPr>
              <p14:cNvPr id="1053858" name="墨迹 1053857"/>
              <p14:cNvContentPartPr/>
              <p14:nvPr/>
            </p14:nvContentPartPr>
            <p14:xfrm>
              <a:off x="10056436" y="3280751"/>
              <a:ext cx="235631" cy="490227"/>
            </p14:xfrm>
          </p:contentPart>
        </mc:Choice>
        <mc:Fallback xmlns="">
          <p:sp>
            <p:nvSpPr>
              <p:cNvPr id="1053858" name=""/>
              <p:cNvSpPr/>
              <p:nvPr/>
            </p:nvSpPr>
            <p:spPr>
              <a:xfrm>
                <a:off x="10056436" y="3280751"/>
                <a:ext cx="235631" cy="490227"/>
              </a:xfrm>
            </p:spPr>
          </p:sp>
        </mc:Fallback>
      </mc:AlternateContent>
      <mc:AlternateContent xmlns:mc="http://schemas.openxmlformats.org/markup-compatibility/2006" xmlns:p14="http://schemas.microsoft.com/office/powerpoint/2010/main">
        <mc:Choice Requires="p14">
          <p:contentPart p14:bwMode="auto" r:id="rId17">
            <p14:nvContentPartPr>
              <p14:cNvPr id="1053859" name="墨迹 1053858"/>
              <p14:cNvContentPartPr/>
              <p14:nvPr/>
            </p14:nvContentPartPr>
            <p14:xfrm>
              <a:off x="10271274" y="3326162"/>
              <a:ext cx="233429" cy="56290"/>
            </p14:xfrm>
          </p:contentPart>
        </mc:Choice>
        <mc:Fallback xmlns="">
          <p:sp>
            <p:nvSpPr>
              <p:cNvPr id="1053859" name=""/>
              <p:cNvSpPr/>
              <p:nvPr/>
            </p:nvSpPr>
            <p:spPr>
              <a:xfrm>
                <a:off x="10271274" y="3326162"/>
                <a:ext cx="233429" cy="56290"/>
              </a:xfrm>
            </p:spPr>
          </p:sp>
        </mc:Fallback>
      </mc:AlternateContent>
      <mc:AlternateContent xmlns:mc="http://schemas.openxmlformats.org/markup-compatibility/2006" xmlns:p14="http://schemas.microsoft.com/office/powerpoint/2010/main">
        <mc:Choice Requires="p14">
          <p:contentPart p14:bwMode="auto" r:id="rId18">
            <p14:nvContentPartPr>
              <p14:cNvPr id="1053860" name="墨迹 1053859"/>
              <p14:cNvContentPartPr/>
              <p14:nvPr/>
            </p14:nvContentPartPr>
            <p14:xfrm>
              <a:off x="10196110" y="3394165"/>
              <a:ext cx="81745" cy="445234"/>
            </p14:xfrm>
          </p:contentPart>
        </mc:Choice>
        <mc:Fallback xmlns="">
          <p:sp>
            <p:nvSpPr>
              <p:cNvPr id="1053860" name=""/>
              <p:cNvSpPr/>
              <p:nvPr/>
            </p:nvSpPr>
            <p:spPr>
              <a:xfrm>
                <a:off x="10196110" y="3394165"/>
                <a:ext cx="81745" cy="445234"/>
              </a:xfrm>
            </p:spPr>
          </p:sp>
        </mc:Fallback>
      </mc:AlternateContent>
      <mc:AlternateContent xmlns:mc="http://schemas.openxmlformats.org/markup-compatibility/2006" xmlns:p14="http://schemas.microsoft.com/office/powerpoint/2010/main">
        <mc:Choice Requires="p14">
          <p:contentPart p14:bwMode="auto" r:id="rId19">
            <p14:nvContentPartPr>
              <p14:cNvPr id="1053861" name="墨迹 1053860"/>
              <p14:cNvContentPartPr/>
              <p14:nvPr/>
            </p14:nvContentPartPr>
            <p14:xfrm>
              <a:off x="10261395" y="3482187"/>
              <a:ext cx="289988" cy="304717"/>
            </p14:xfrm>
          </p:contentPart>
        </mc:Choice>
        <mc:Fallback xmlns="">
          <p:sp>
            <p:nvSpPr>
              <p:cNvPr id="1053861" name=""/>
              <p:cNvSpPr/>
              <p:nvPr/>
            </p:nvSpPr>
            <p:spPr>
              <a:xfrm>
                <a:off x="10261395" y="3482187"/>
                <a:ext cx="289988" cy="304717"/>
              </a:xfrm>
            </p:spPr>
          </p:sp>
        </mc:Fallback>
      </mc:AlternateContent>
      <mc:AlternateContent xmlns:mc="http://schemas.openxmlformats.org/markup-compatibility/2006" xmlns:p14="http://schemas.microsoft.com/office/powerpoint/2010/main">
        <mc:Choice Requires="p14">
          <p:contentPart p14:bwMode="auto" r:id="rId20">
            <p14:nvContentPartPr>
              <p14:cNvPr id="1053862" name="墨迹 1053861"/>
              <p14:cNvContentPartPr/>
              <p14:nvPr/>
            </p14:nvContentPartPr>
            <p14:xfrm>
              <a:off x="10747302" y="3101372"/>
              <a:ext cx="41828" cy="166451"/>
            </p14:xfrm>
          </p:contentPart>
        </mc:Choice>
        <mc:Fallback xmlns="">
          <p:sp>
            <p:nvSpPr>
              <p:cNvPr id="1053862" name=""/>
              <p:cNvSpPr/>
              <p:nvPr/>
            </p:nvSpPr>
            <p:spPr>
              <a:xfrm>
                <a:off x="10747302" y="3101372"/>
                <a:ext cx="41828" cy="166451"/>
              </a:xfrm>
            </p:spPr>
          </p:sp>
        </mc:Fallback>
      </mc:AlternateContent>
      <mc:AlternateContent xmlns:mc="http://schemas.openxmlformats.org/markup-compatibility/2006" xmlns:p14="http://schemas.microsoft.com/office/powerpoint/2010/main">
        <mc:Choice Requires="p14">
          <p:contentPart p14:bwMode="auto" r:id="rId21">
            <p14:nvContentPartPr>
              <p14:cNvPr id="1053863" name="墨迹 1053862"/>
              <p14:cNvContentPartPr/>
              <p14:nvPr/>
            </p14:nvContentPartPr>
            <p14:xfrm>
              <a:off x="10610866" y="3236405"/>
              <a:ext cx="397656" cy="57234"/>
            </p14:xfrm>
          </p:contentPart>
        </mc:Choice>
        <mc:Fallback xmlns="">
          <p:sp>
            <p:nvSpPr>
              <p:cNvPr id="1053863" name=""/>
              <p:cNvSpPr/>
              <p:nvPr/>
            </p:nvSpPr>
            <p:spPr>
              <a:xfrm>
                <a:off x="10610866" y="3236405"/>
                <a:ext cx="397656" cy="57234"/>
              </a:xfrm>
            </p:spPr>
          </p:sp>
        </mc:Fallback>
      </mc:AlternateContent>
      <mc:AlternateContent xmlns:mc="http://schemas.openxmlformats.org/markup-compatibility/2006" xmlns:p14="http://schemas.microsoft.com/office/powerpoint/2010/main">
        <mc:Choice Requires="p14">
          <p:contentPart p14:bwMode="auto" r:id="rId22">
            <p14:nvContentPartPr>
              <p14:cNvPr id="1053864" name="墨迹 1053863"/>
              <p14:cNvContentPartPr/>
              <p14:nvPr/>
            </p14:nvContentPartPr>
            <p14:xfrm>
              <a:off x="10698504" y="3328775"/>
              <a:ext cx="183532" cy="117825"/>
            </p14:xfrm>
          </p:contentPart>
        </mc:Choice>
        <mc:Fallback xmlns="">
          <p:sp>
            <p:nvSpPr>
              <p:cNvPr id="1053864" name=""/>
              <p:cNvSpPr/>
              <p:nvPr/>
            </p:nvSpPr>
            <p:spPr>
              <a:xfrm>
                <a:off x="10698504" y="3328775"/>
                <a:ext cx="183532" cy="117825"/>
              </a:xfrm>
            </p:spPr>
          </p:sp>
        </mc:Fallback>
      </mc:AlternateContent>
      <mc:AlternateContent xmlns:mc="http://schemas.openxmlformats.org/markup-compatibility/2006" xmlns:p14="http://schemas.microsoft.com/office/powerpoint/2010/main">
        <mc:Choice Requires="p14">
          <p:contentPart p14:bwMode="auto" r:id="rId23">
            <p14:nvContentPartPr>
              <p14:cNvPr id="1053865" name="墨迹 1053864"/>
              <p14:cNvContentPartPr/>
              <p14:nvPr/>
            </p14:nvContentPartPr>
            <p14:xfrm>
              <a:off x="10684375" y="3380502"/>
              <a:ext cx="328474" cy="268949"/>
            </p14:xfrm>
          </p:contentPart>
        </mc:Choice>
        <mc:Fallback xmlns="">
          <p:sp>
            <p:nvSpPr>
              <p:cNvPr id="1053865" name=""/>
              <p:cNvSpPr/>
              <p:nvPr/>
            </p:nvSpPr>
            <p:spPr>
              <a:xfrm>
                <a:off x="10684375" y="3380502"/>
                <a:ext cx="328474" cy="268949"/>
              </a:xfrm>
            </p:spPr>
          </p:sp>
        </mc:Fallback>
      </mc:AlternateContent>
      <mc:AlternateContent xmlns:mc="http://schemas.openxmlformats.org/markup-compatibility/2006" xmlns:p14="http://schemas.microsoft.com/office/powerpoint/2010/main">
        <mc:Choice Requires="p14">
          <p:contentPart p14:bwMode="auto" r:id="rId24">
            <p14:nvContentPartPr>
              <p14:cNvPr id="1053866" name="墨迹 1053865"/>
              <p14:cNvContentPartPr/>
              <p14:nvPr/>
            </p14:nvContentPartPr>
            <p14:xfrm>
              <a:off x="10593986" y="3568865"/>
              <a:ext cx="74628" cy="286304"/>
            </p14:xfrm>
          </p:contentPart>
        </mc:Choice>
        <mc:Fallback xmlns="">
          <p:sp>
            <p:nvSpPr>
              <p:cNvPr id="1053866" name=""/>
              <p:cNvSpPr/>
              <p:nvPr/>
            </p:nvSpPr>
            <p:spPr>
              <a:xfrm>
                <a:off x="10593986" y="3568865"/>
                <a:ext cx="74628" cy="286304"/>
              </a:xfrm>
            </p:spPr>
          </p:sp>
        </mc:Fallback>
      </mc:AlternateContent>
      <mc:AlternateContent xmlns:mc="http://schemas.openxmlformats.org/markup-compatibility/2006" xmlns:p14="http://schemas.microsoft.com/office/powerpoint/2010/main">
        <mc:Choice Requires="p14">
          <p:contentPart p14:bwMode="auto" r:id="rId25">
            <p14:nvContentPartPr>
              <p14:cNvPr id="1053867" name="墨迹 1053866"/>
              <p14:cNvContentPartPr/>
              <p14:nvPr/>
            </p14:nvContentPartPr>
            <p14:xfrm>
              <a:off x="10602900" y="3621841"/>
              <a:ext cx="446834" cy="205873"/>
            </p14:xfrm>
          </p:contentPart>
        </mc:Choice>
        <mc:Fallback xmlns="">
          <p:sp>
            <p:nvSpPr>
              <p:cNvPr id="1053867" name=""/>
              <p:cNvSpPr/>
              <p:nvPr/>
            </p:nvSpPr>
            <p:spPr>
              <a:xfrm>
                <a:off x="10602900" y="3621841"/>
                <a:ext cx="446834" cy="205873"/>
              </a:xfrm>
            </p:spPr>
          </p:sp>
        </mc:Fallback>
      </mc:AlternateContent>
      <mc:AlternateContent xmlns:mc="http://schemas.openxmlformats.org/markup-compatibility/2006" xmlns:p14="http://schemas.microsoft.com/office/powerpoint/2010/main">
        <mc:Choice Requires="p14">
          <p:contentPart p14:bwMode="auto" r:id="rId26">
            <p14:nvContentPartPr>
              <p14:cNvPr id="1053868" name="墨迹 1053867"/>
              <p14:cNvContentPartPr/>
              <p14:nvPr/>
            </p14:nvContentPartPr>
            <p14:xfrm>
              <a:off x="10760759" y="3520066"/>
              <a:ext cx="183110" cy="228354"/>
            </p14:xfrm>
          </p:contentPart>
        </mc:Choice>
        <mc:Fallback xmlns="">
          <p:sp>
            <p:nvSpPr>
              <p:cNvPr id="1053868" name=""/>
              <p:cNvSpPr/>
              <p:nvPr/>
            </p:nvSpPr>
            <p:spPr>
              <a:xfrm>
                <a:off x="10760759" y="3520066"/>
                <a:ext cx="183110" cy="228354"/>
              </a:xfrm>
            </p:spPr>
          </p:sp>
        </mc:Fallback>
      </mc:AlternateContent>
      <mc:AlternateContent xmlns:mc="http://schemas.openxmlformats.org/markup-compatibility/2006" xmlns:p14="http://schemas.microsoft.com/office/powerpoint/2010/main">
        <mc:Choice Requires="p14">
          <p:contentPart p14:bwMode="auto" r:id="rId27">
            <p14:nvContentPartPr>
              <p14:cNvPr id="1053869" name="墨迹 1053868"/>
              <p14:cNvContentPartPr/>
              <p14:nvPr/>
            </p14:nvContentPartPr>
            <p14:xfrm>
              <a:off x="12873362" y="4773220"/>
              <a:ext cx="85780" cy="61788"/>
            </p14:xfrm>
          </p:contentPart>
        </mc:Choice>
        <mc:Fallback xmlns="">
          <p:sp>
            <p:nvSpPr>
              <p:cNvPr id="1053869" name=""/>
              <p:cNvSpPr/>
              <p:nvPr/>
            </p:nvSpPr>
            <p:spPr>
              <a:xfrm>
                <a:off x="12873362" y="4773220"/>
                <a:ext cx="85780" cy="61788"/>
              </a:xfrm>
            </p:spPr>
          </p:sp>
        </mc:Fallback>
      </mc:AlternateContent>
      <mc:AlternateContent xmlns:mc="http://schemas.openxmlformats.org/markup-compatibility/2006" xmlns:p14="http://schemas.microsoft.com/office/powerpoint/2010/main">
        <mc:Choice Requires="p14">
          <p:contentPart p14:bwMode="auto" r:id="rId28">
            <p14:nvContentPartPr>
              <p14:cNvPr id="1053870" name="墨迹 1053869"/>
              <p14:cNvContentPartPr/>
              <p14:nvPr/>
            </p14:nvContentPartPr>
            <p14:xfrm>
              <a:off x="8561760" y="3311207"/>
              <a:ext cx="31464" cy="479432"/>
            </p14:xfrm>
          </p:contentPart>
        </mc:Choice>
        <mc:Fallback xmlns="">
          <p:sp>
            <p:nvSpPr>
              <p:cNvPr id="1053870" name=""/>
              <p:cNvSpPr/>
              <p:nvPr/>
            </p:nvSpPr>
            <p:spPr>
              <a:xfrm>
                <a:off x="8561760" y="3311207"/>
                <a:ext cx="31464" cy="479432"/>
              </a:xfrm>
            </p:spPr>
          </p:sp>
        </mc:Fallback>
      </mc:AlternateContent>
      <mc:AlternateContent xmlns:mc="http://schemas.openxmlformats.org/markup-compatibility/2006" xmlns:p14="http://schemas.microsoft.com/office/powerpoint/2010/main">
        <mc:Choice Requires="p14">
          <p:contentPart p14:bwMode="auto" r:id="rId29">
            <p14:nvContentPartPr>
              <p14:cNvPr id="1053871" name="墨迹 1053870"/>
              <p14:cNvContentPartPr/>
              <p14:nvPr/>
            </p14:nvContentPartPr>
            <p14:xfrm>
              <a:off x="8545421" y="3210201"/>
              <a:ext cx="470452" cy="673306"/>
            </p14:xfrm>
          </p:contentPart>
        </mc:Choice>
        <mc:Fallback xmlns="">
          <p:sp>
            <p:nvSpPr>
              <p:cNvPr id="1053871" name=""/>
              <p:cNvSpPr/>
              <p:nvPr/>
            </p:nvSpPr>
            <p:spPr>
              <a:xfrm>
                <a:off x="8545421" y="3210201"/>
                <a:ext cx="470452" cy="673306"/>
              </a:xfrm>
            </p:spPr>
          </p:sp>
        </mc:Fallback>
      </mc:AlternateContent>
      <mc:AlternateContent xmlns:mc="http://schemas.openxmlformats.org/markup-compatibility/2006" xmlns:p14="http://schemas.microsoft.com/office/powerpoint/2010/main">
        <mc:Choice Requires="p14">
          <p:contentPart p14:bwMode="auto" r:id="rId30">
            <p14:nvContentPartPr>
              <p14:cNvPr id="1053872" name="墨迹 1053871"/>
              <p14:cNvContentPartPr/>
              <p14:nvPr/>
            </p14:nvContentPartPr>
            <p14:xfrm>
              <a:off x="8675491" y="3325847"/>
              <a:ext cx="24291" cy="208123"/>
            </p14:xfrm>
          </p:contentPart>
        </mc:Choice>
        <mc:Fallback xmlns="">
          <p:sp>
            <p:nvSpPr>
              <p:cNvPr id="1053872" name=""/>
              <p:cNvSpPr/>
              <p:nvPr/>
            </p:nvSpPr>
            <p:spPr>
              <a:xfrm>
                <a:off x="8675491" y="3325847"/>
                <a:ext cx="24291" cy="208123"/>
              </a:xfrm>
            </p:spPr>
          </p:sp>
        </mc:Fallback>
      </mc:AlternateContent>
      <mc:AlternateContent xmlns:mc="http://schemas.openxmlformats.org/markup-compatibility/2006" xmlns:p14="http://schemas.microsoft.com/office/powerpoint/2010/main">
        <mc:Choice Requires="p14">
          <p:contentPart p14:bwMode="auto" r:id="rId31">
            <p14:nvContentPartPr>
              <p14:cNvPr id="1053873" name="墨迹 1053872"/>
              <p14:cNvContentPartPr/>
              <p14:nvPr/>
            </p14:nvContentPartPr>
            <p14:xfrm>
              <a:off x="8684844" y="3323414"/>
              <a:ext cx="170901" cy="147596"/>
            </p14:xfrm>
          </p:contentPart>
        </mc:Choice>
        <mc:Fallback xmlns="">
          <p:sp>
            <p:nvSpPr>
              <p:cNvPr id="1053873" name=""/>
              <p:cNvSpPr/>
              <p:nvPr/>
            </p:nvSpPr>
            <p:spPr>
              <a:xfrm>
                <a:off x="8684844" y="3323414"/>
                <a:ext cx="170901" cy="147596"/>
              </a:xfrm>
            </p:spPr>
          </p:sp>
        </mc:Fallback>
      </mc:AlternateContent>
      <mc:AlternateContent xmlns:mc="http://schemas.openxmlformats.org/markup-compatibility/2006" xmlns:p14="http://schemas.microsoft.com/office/powerpoint/2010/main">
        <mc:Choice Requires="p14">
          <p:contentPart p14:bwMode="auto" r:id="rId32">
            <p14:nvContentPartPr>
              <p14:cNvPr id="1053874" name="墨迹 1053873"/>
              <p14:cNvContentPartPr/>
              <p14:nvPr/>
            </p14:nvContentPartPr>
            <p14:xfrm>
              <a:off x="8627465" y="3493715"/>
              <a:ext cx="47420" cy="198617"/>
            </p14:xfrm>
          </p:contentPart>
        </mc:Choice>
        <mc:Fallback xmlns="">
          <p:sp>
            <p:nvSpPr>
              <p:cNvPr id="1053874" name=""/>
              <p:cNvSpPr/>
              <p:nvPr/>
            </p:nvSpPr>
            <p:spPr>
              <a:xfrm>
                <a:off x="8627465" y="3493715"/>
                <a:ext cx="47420" cy="198617"/>
              </a:xfrm>
            </p:spPr>
          </p:sp>
        </mc:Fallback>
      </mc:AlternateContent>
      <mc:AlternateContent xmlns:mc="http://schemas.openxmlformats.org/markup-compatibility/2006" xmlns:p14="http://schemas.microsoft.com/office/powerpoint/2010/main">
        <mc:Choice Requires="p14">
          <p:contentPart p14:bwMode="auto" r:id="rId33">
            <p14:nvContentPartPr>
              <p14:cNvPr id="1053875" name="墨迹 1053874"/>
              <p14:cNvContentPartPr/>
              <p14:nvPr/>
            </p14:nvContentPartPr>
            <p14:xfrm>
              <a:off x="8711733" y="3488479"/>
              <a:ext cx="158640" cy="113569"/>
            </p14:xfrm>
          </p:contentPart>
        </mc:Choice>
        <mc:Fallback xmlns="">
          <p:sp>
            <p:nvSpPr>
              <p:cNvPr id="1053875" name=""/>
              <p:cNvSpPr/>
              <p:nvPr/>
            </p:nvSpPr>
            <p:spPr>
              <a:xfrm>
                <a:off x="8711733" y="3488479"/>
                <a:ext cx="158640" cy="113569"/>
              </a:xfrm>
            </p:spPr>
          </p:sp>
        </mc:Fallback>
      </mc:AlternateContent>
      <mc:AlternateContent xmlns:mc="http://schemas.openxmlformats.org/markup-compatibility/2006" xmlns:p14="http://schemas.microsoft.com/office/powerpoint/2010/main">
        <mc:Choice Requires="p14">
          <p:contentPart p14:bwMode="auto" r:id="rId34">
            <p14:nvContentPartPr>
              <p14:cNvPr id="1053876" name="墨迹 1053875"/>
              <p14:cNvContentPartPr/>
              <p14:nvPr/>
            </p14:nvContentPartPr>
            <p14:xfrm>
              <a:off x="8580007" y="3537634"/>
              <a:ext cx="475112" cy="279592"/>
            </p14:xfrm>
          </p:contentPart>
        </mc:Choice>
        <mc:Fallback xmlns="">
          <p:sp>
            <p:nvSpPr>
              <p:cNvPr id="1053876" name=""/>
              <p:cNvSpPr/>
              <p:nvPr/>
            </p:nvSpPr>
            <p:spPr>
              <a:xfrm>
                <a:off x="8580007" y="3537634"/>
                <a:ext cx="475112" cy="279592"/>
              </a:xfrm>
            </p:spPr>
          </p:sp>
        </mc:Fallback>
      </mc:AlternateContent>
      <mc:AlternateContent xmlns:mc="http://schemas.openxmlformats.org/markup-compatibility/2006" xmlns:p14="http://schemas.microsoft.com/office/powerpoint/2010/main">
        <mc:Choice Requires="p14">
          <p:contentPart p14:bwMode="auto" r:id="rId35">
            <p14:nvContentPartPr>
              <p14:cNvPr id="1053877" name="墨迹 1053876"/>
              <p14:cNvContentPartPr/>
              <p14:nvPr/>
            </p14:nvContentPartPr>
            <p14:xfrm>
              <a:off x="6788697" y="3269316"/>
              <a:ext cx="340050" cy="372058"/>
            </p14:xfrm>
          </p:contentPart>
        </mc:Choice>
        <mc:Fallback xmlns="">
          <p:sp>
            <p:nvSpPr>
              <p:cNvPr id="1053877" name=""/>
              <p:cNvSpPr/>
              <p:nvPr/>
            </p:nvSpPr>
            <p:spPr>
              <a:xfrm>
                <a:off x="6788697" y="3269316"/>
                <a:ext cx="340050" cy="372058"/>
              </a:xfrm>
            </p:spPr>
          </p:sp>
        </mc:Fallback>
      </mc:AlternateContent>
      <mc:AlternateContent xmlns:mc="http://schemas.openxmlformats.org/markup-compatibility/2006" xmlns:p14="http://schemas.microsoft.com/office/powerpoint/2010/main">
        <mc:Choice Requires="p14">
          <p:contentPart p14:bwMode="auto" r:id="rId36">
            <p14:nvContentPartPr>
              <p14:cNvPr id="1053878" name="墨迹 1053877"/>
              <p14:cNvContentPartPr/>
              <p14:nvPr/>
            </p14:nvContentPartPr>
            <p14:xfrm>
              <a:off x="7173105" y="3403802"/>
              <a:ext cx="253670" cy="70393"/>
            </p14:xfrm>
          </p:contentPart>
        </mc:Choice>
        <mc:Fallback xmlns="">
          <p:sp>
            <p:nvSpPr>
              <p:cNvPr id="1053878" name=""/>
              <p:cNvSpPr/>
              <p:nvPr/>
            </p:nvSpPr>
            <p:spPr>
              <a:xfrm>
                <a:off x="7173105" y="3403802"/>
                <a:ext cx="253670" cy="70393"/>
              </a:xfrm>
            </p:spPr>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149" name="Text Box 1026"/>
          <p:cNvSpPr txBox="1">
            <a:spLocks noChangeArrowheads="1"/>
          </p:cNvSpPr>
          <p:nvPr/>
        </p:nvSpPr>
        <p:spPr bwMode="auto">
          <a:xfrm>
            <a:off x="2005013" y="2197100"/>
            <a:ext cx="5791200" cy="487680"/>
          </a:xfrm>
          <a:prstGeom prst="rect">
            <a:avLst/>
          </a:prstGeom>
          <a:noFill/>
          <a:ln>
            <a:noFill/>
          </a:ln>
          <a:effectLst/>
        </p:spPr>
        <p:txBody>
          <a:bodyPr>
            <a:spAutoFit/>
          </a:bodyPr>
          <a:lstStyle/>
          <a:p>
            <a:pPr eaLnBrk="1" hangingPunct="1">
              <a:lnSpc>
                <a:spcPct val="130000"/>
              </a:lnSpc>
            </a:pPr>
            <a:r>
              <a:rPr lang="zh-CN" altLang="en-US" sz="2000" dirty="0">
                <a:solidFill>
                  <a:schemeClr val="bg1">
                    <a:lumMod val="50000"/>
                  </a:schemeClr>
                </a:solidFill>
                <a:latin typeface="黑体" panose="02010609060101010101" pitchFamily="49" charset="-122"/>
                <a:ea typeface="黑体" panose="02010609060101010101" pitchFamily="49" charset="-122"/>
              </a:rPr>
              <a:t>分水岭算法原理</a:t>
            </a:r>
          </a:p>
        </p:txBody>
      </p:sp>
      <p:grpSp>
        <p:nvGrpSpPr>
          <p:cNvPr id="579" name="Group 1028"/>
          <p:cNvGrpSpPr/>
          <p:nvPr/>
        </p:nvGrpSpPr>
        <p:grpSpPr bwMode="auto">
          <a:xfrm>
            <a:off x="2419350" y="3709988"/>
            <a:ext cx="1905000" cy="1219200"/>
            <a:chOff x="1824" y="3120"/>
            <a:chExt cx="1200" cy="768"/>
          </a:xfrm>
        </p:grpSpPr>
        <p:sp>
          <p:nvSpPr>
            <p:cNvPr id="1052150" name="Oval 1029"/>
            <p:cNvSpPr>
              <a:spLocks noChangeArrowheads="1"/>
            </p:cNvSpPr>
            <p:nvPr/>
          </p:nvSpPr>
          <p:spPr bwMode="auto">
            <a:xfrm>
              <a:off x="1824" y="3235"/>
              <a:ext cx="496" cy="509"/>
            </a:xfrm>
            <a:prstGeom prst="ellipse">
              <a:avLst/>
            </a:prstGeom>
            <a:gradFill rotWithShape="0">
              <a:gsLst>
                <a:gs pos="0">
                  <a:srgbClr val="777777"/>
                </a:gs>
                <a:gs pos="100000">
                  <a:srgbClr val="FFFFFF"/>
                </a:gs>
              </a:gsLst>
              <a:path path="shape">
                <a:fillToRect l="50000" t="50000" r="50000" b="50000"/>
              </a:path>
            </a:gra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151" name="Oval 1030"/>
            <p:cNvSpPr>
              <a:spLocks noChangeArrowheads="1"/>
            </p:cNvSpPr>
            <p:nvPr/>
          </p:nvSpPr>
          <p:spPr bwMode="auto">
            <a:xfrm>
              <a:off x="2234" y="3120"/>
              <a:ext cx="790" cy="768"/>
            </a:xfrm>
            <a:prstGeom prst="ellipse">
              <a:avLst/>
            </a:prstGeom>
            <a:gradFill rotWithShape="0">
              <a:gsLst>
                <a:gs pos="0">
                  <a:schemeClr val="tx1"/>
                </a:gs>
                <a:gs pos="100000">
                  <a:schemeClr val="tx1">
                    <a:gamma/>
                    <a:tint val="0"/>
                    <a:invGamma/>
                  </a:schemeClr>
                </a:gs>
              </a:gsLst>
              <a:path path="shape">
                <a:fillToRect l="50000" t="50000" r="50000" b="50000"/>
              </a:path>
            </a:gradFill>
            <a:ln w="9525">
              <a:solidFill>
                <a:schemeClr val="tx1"/>
              </a:solidFill>
              <a:miter lim="800000"/>
              <a:headEnd/>
              <a:tailEnd/>
            </a:ln>
            <a:effectLst/>
          </p:spPr>
          <p:txBody>
            <a:bodyPr wrap="none" anchor="ctr"/>
            <a:lstStyle/>
            <a:p>
              <a:pPr eaLnBrk="1" hangingPunct="1"/>
              <a:endParaRPr lang="en-US"/>
            </a:p>
          </p:txBody>
        </p:sp>
        <p:sp>
          <p:nvSpPr>
            <p:cNvPr id="1052152" name="Oval 1031"/>
            <p:cNvSpPr>
              <a:spLocks noChangeArrowheads="1"/>
            </p:cNvSpPr>
            <p:nvPr/>
          </p:nvSpPr>
          <p:spPr bwMode="auto">
            <a:xfrm>
              <a:off x="1824" y="3235"/>
              <a:ext cx="496" cy="509"/>
            </a:xfrm>
            <a:prstGeom prst="ellipse">
              <a:avLst/>
            </a:prstGeom>
            <a:noFill/>
            <a:ln w="9525">
              <a:solidFill>
                <a:schemeClr val="tx1"/>
              </a:solidFill>
              <a:prstDash val="dash"/>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580" name="Group 1032"/>
          <p:cNvGrpSpPr/>
          <p:nvPr/>
        </p:nvGrpSpPr>
        <p:grpSpPr bwMode="auto">
          <a:xfrm>
            <a:off x="5772150" y="3405188"/>
            <a:ext cx="2971800" cy="2655887"/>
            <a:chOff x="3744" y="2400"/>
            <a:chExt cx="1872" cy="1673"/>
          </a:xfrm>
        </p:grpSpPr>
        <p:grpSp>
          <p:nvGrpSpPr>
            <p:cNvPr id="581" name="Group 1033"/>
            <p:cNvGrpSpPr/>
            <p:nvPr/>
          </p:nvGrpSpPr>
          <p:grpSpPr bwMode="auto">
            <a:xfrm>
              <a:off x="3936" y="2688"/>
              <a:ext cx="1200" cy="768"/>
              <a:chOff x="1824" y="3120"/>
              <a:chExt cx="1200" cy="768"/>
            </a:xfrm>
          </p:grpSpPr>
          <p:sp>
            <p:nvSpPr>
              <p:cNvPr id="1052153" name="Oval 1034"/>
              <p:cNvSpPr>
                <a:spLocks noChangeArrowheads="1"/>
              </p:cNvSpPr>
              <p:nvPr/>
            </p:nvSpPr>
            <p:spPr bwMode="auto">
              <a:xfrm>
                <a:off x="1824" y="3235"/>
                <a:ext cx="496" cy="509"/>
              </a:xfrm>
              <a:prstGeom prst="ellipse">
                <a:avLst/>
              </a:prstGeom>
              <a:gradFill rotWithShape="0">
                <a:gsLst>
                  <a:gs pos="0">
                    <a:srgbClr val="777777"/>
                  </a:gs>
                  <a:gs pos="100000">
                    <a:srgbClr val="FFFFFF"/>
                  </a:gs>
                </a:gsLst>
                <a:path path="shape">
                  <a:fillToRect l="50000" t="50000" r="50000" b="50000"/>
                </a:path>
              </a:gra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154" name="Oval 1035"/>
              <p:cNvSpPr>
                <a:spLocks noChangeArrowheads="1"/>
              </p:cNvSpPr>
              <p:nvPr/>
            </p:nvSpPr>
            <p:spPr bwMode="auto">
              <a:xfrm>
                <a:off x="2234" y="3120"/>
                <a:ext cx="790" cy="768"/>
              </a:xfrm>
              <a:prstGeom prst="ellipse">
                <a:avLst/>
              </a:prstGeom>
              <a:gradFill rotWithShape="0">
                <a:gsLst>
                  <a:gs pos="0">
                    <a:schemeClr val="tx1"/>
                  </a:gs>
                  <a:gs pos="100000">
                    <a:schemeClr val="tx1">
                      <a:gamma/>
                      <a:tint val="0"/>
                      <a:invGamma/>
                    </a:schemeClr>
                  </a:gs>
                </a:gsLst>
                <a:path path="shape">
                  <a:fillToRect l="50000" t="50000" r="50000" b="50000"/>
                </a:path>
              </a:gradFill>
              <a:ln w="9525">
                <a:solidFill>
                  <a:schemeClr val="tx1"/>
                </a:solidFill>
                <a:miter lim="800000"/>
                <a:headEnd/>
                <a:tailEnd/>
              </a:ln>
              <a:effectLst/>
            </p:spPr>
            <p:txBody>
              <a:bodyPr wrap="none" anchor="ctr"/>
              <a:lstStyle/>
              <a:p>
                <a:pPr eaLnBrk="1" hangingPunct="1"/>
                <a:endParaRPr lang="en-US"/>
              </a:p>
            </p:txBody>
          </p:sp>
          <p:sp>
            <p:nvSpPr>
              <p:cNvPr id="1052155" name="Oval 1036"/>
              <p:cNvSpPr>
                <a:spLocks noChangeArrowheads="1"/>
              </p:cNvSpPr>
              <p:nvPr/>
            </p:nvSpPr>
            <p:spPr bwMode="auto">
              <a:xfrm>
                <a:off x="1824" y="3235"/>
                <a:ext cx="496" cy="509"/>
              </a:xfrm>
              <a:prstGeom prst="ellipse">
                <a:avLst/>
              </a:prstGeom>
              <a:noFill/>
              <a:ln w="9525">
                <a:solidFill>
                  <a:schemeClr val="tx1"/>
                </a:solidFill>
                <a:prstDash val="dash"/>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052156" name="Line 1037"/>
            <p:cNvSpPr>
              <a:spLocks noChangeShapeType="1"/>
            </p:cNvSpPr>
            <p:nvPr/>
          </p:nvSpPr>
          <p:spPr bwMode="auto">
            <a:xfrm>
              <a:off x="3744" y="3072"/>
              <a:ext cx="1632" cy="0"/>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052157" name="Line 1038"/>
            <p:cNvSpPr>
              <a:spLocks noChangeShapeType="1"/>
            </p:cNvSpPr>
            <p:nvPr/>
          </p:nvSpPr>
          <p:spPr bwMode="auto">
            <a:xfrm flipV="1">
              <a:off x="3936" y="2400"/>
              <a:ext cx="0" cy="1392"/>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158" name="Line 1039"/>
            <p:cNvSpPr>
              <a:spLocks noChangeShapeType="1"/>
            </p:cNvSpPr>
            <p:nvPr/>
          </p:nvSpPr>
          <p:spPr bwMode="auto">
            <a:xfrm>
              <a:off x="3744" y="3456"/>
              <a:ext cx="1872"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159" name="Line 1040"/>
            <p:cNvSpPr>
              <a:spLocks noChangeShapeType="1"/>
            </p:cNvSpPr>
            <p:nvPr/>
          </p:nvSpPr>
          <p:spPr bwMode="auto">
            <a:xfrm>
              <a:off x="4176" y="2784"/>
              <a:ext cx="0" cy="912"/>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052160" name="Line 1041"/>
            <p:cNvSpPr>
              <a:spLocks noChangeShapeType="1"/>
            </p:cNvSpPr>
            <p:nvPr/>
          </p:nvSpPr>
          <p:spPr bwMode="auto">
            <a:xfrm>
              <a:off x="4752" y="2688"/>
              <a:ext cx="0" cy="1104"/>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052161" name="Line 1042"/>
            <p:cNvSpPr>
              <a:spLocks noChangeShapeType="1"/>
            </p:cNvSpPr>
            <p:nvPr/>
          </p:nvSpPr>
          <p:spPr bwMode="auto">
            <a:xfrm>
              <a:off x="4391" y="2928"/>
              <a:ext cx="0" cy="624"/>
            </a:xfrm>
            <a:prstGeom prst="line">
              <a:avLst/>
            </a:prstGeom>
            <a:noFill/>
            <a:ln w="9525">
              <a:solidFill>
                <a:schemeClr val="tx1"/>
              </a:solidFill>
              <a:prstDash val="dash"/>
              <a:miter lim="800000"/>
              <a:headEnd/>
              <a:tailEnd/>
            </a:ln>
            <a:effectLst/>
          </p:spPr>
          <p:txBody>
            <a:bodyPr wrap="none"/>
            <a:lstStyle/>
            <a:p>
              <a:endParaRPr lang="zh-CN" altLang="en-US"/>
            </a:p>
          </p:txBody>
        </p:sp>
        <p:grpSp>
          <p:nvGrpSpPr>
            <p:cNvPr id="582" name="Group 1043"/>
            <p:cNvGrpSpPr/>
            <p:nvPr/>
          </p:nvGrpSpPr>
          <p:grpSpPr bwMode="auto">
            <a:xfrm>
              <a:off x="3936" y="3456"/>
              <a:ext cx="1200" cy="336"/>
              <a:chOff x="3936" y="3456"/>
              <a:chExt cx="1200" cy="336"/>
            </a:xfrm>
          </p:grpSpPr>
          <p:sp>
            <p:nvSpPr>
              <p:cNvPr id="1052162" name="Line 1044"/>
              <p:cNvSpPr>
                <a:spLocks noChangeShapeType="1"/>
              </p:cNvSpPr>
              <p:nvPr/>
            </p:nvSpPr>
            <p:spPr bwMode="auto">
              <a:xfrm>
                <a:off x="3936" y="3456"/>
                <a:ext cx="240" cy="240"/>
              </a:xfrm>
              <a:prstGeom prst="line">
                <a:avLst/>
              </a:prstGeom>
              <a:noFill/>
              <a:ln w="22225">
                <a:solidFill>
                  <a:schemeClr val="tx1"/>
                </a:solidFill>
                <a:miter lim="800000"/>
                <a:headEnd/>
                <a:tailEnd/>
              </a:ln>
              <a:effectLst/>
            </p:spPr>
            <p:txBody>
              <a:bodyPr wrap="none"/>
              <a:lstStyle/>
              <a:p>
                <a:endParaRPr lang="zh-CN" altLang="en-US"/>
              </a:p>
            </p:txBody>
          </p:sp>
          <p:sp>
            <p:nvSpPr>
              <p:cNvPr id="1052163" name="Line 1045"/>
              <p:cNvSpPr>
                <a:spLocks noChangeShapeType="1"/>
              </p:cNvSpPr>
              <p:nvPr/>
            </p:nvSpPr>
            <p:spPr bwMode="auto">
              <a:xfrm flipV="1">
                <a:off x="4176" y="3552"/>
                <a:ext cx="192" cy="144"/>
              </a:xfrm>
              <a:prstGeom prst="line">
                <a:avLst/>
              </a:prstGeom>
              <a:noFill/>
              <a:ln w="22225">
                <a:solidFill>
                  <a:schemeClr val="tx1"/>
                </a:solidFill>
                <a:miter lim="800000"/>
                <a:headEnd/>
                <a:tailEnd/>
              </a:ln>
              <a:effectLst/>
            </p:spPr>
            <p:txBody>
              <a:bodyPr wrap="none"/>
              <a:lstStyle/>
              <a:p>
                <a:endParaRPr lang="zh-CN" altLang="en-US"/>
              </a:p>
            </p:txBody>
          </p:sp>
          <p:sp>
            <p:nvSpPr>
              <p:cNvPr id="1052164" name="Line 1046"/>
              <p:cNvSpPr>
                <a:spLocks noChangeShapeType="1"/>
              </p:cNvSpPr>
              <p:nvPr/>
            </p:nvSpPr>
            <p:spPr bwMode="auto">
              <a:xfrm>
                <a:off x="4368" y="3552"/>
                <a:ext cx="384" cy="240"/>
              </a:xfrm>
              <a:prstGeom prst="line">
                <a:avLst/>
              </a:prstGeom>
              <a:noFill/>
              <a:ln w="22225">
                <a:solidFill>
                  <a:schemeClr val="tx1"/>
                </a:solidFill>
                <a:miter lim="800000"/>
                <a:headEnd/>
                <a:tailEnd/>
              </a:ln>
              <a:effectLst/>
            </p:spPr>
            <p:txBody>
              <a:bodyPr wrap="none"/>
              <a:lstStyle/>
              <a:p>
                <a:endParaRPr lang="zh-CN" altLang="en-US"/>
              </a:p>
            </p:txBody>
          </p:sp>
          <p:sp>
            <p:nvSpPr>
              <p:cNvPr id="1052165" name="Line 1047"/>
              <p:cNvSpPr>
                <a:spLocks noChangeShapeType="1"/>
              </p:cNvSpPr>
              <p:nvPr/>
            </p:nvSpPr>
            <p:spPr bwMode="auto">
              <a:xfrm flipV="1">
                <a:off x="4752" y="3456"/>
                <a:ext cx="384" cy="336"/>
              </a:xfrm>
              <a:prstGeom prst="line">
                <a:avLst/>
              </a:prstGeom>
              <a:noFill/>
              <a:ln w="22225">
                <a:solidFill>
                  <a:schemeClr val="tx1"/>
                </a:solidFill>
                <a:miter lim="800000"/>
                <a:headEnd/>
                <a:tailEnd/>
              </a:ln>
              <a:effectLst/>
            </p:spPr>
            <p:txBody>
              <a:bodyPr wrap="none"/>
              <a:lstStyle/>
              <a:p>
                <a:endParaRPr lang="zh-CN" altLang="en-US"/>
              </a:p>
            </p:txBody>
          </p:sp>
        </p:grpSp>
        <p:sp>
          <p:nvSpPr>
            <p:cNvPr id="1052166" name="Line 1048"/>
            <p:cNvSpPr>
              <a:spLocks noChangeShapeType="1"/>
            </p:cNvSpPr>
            <p:nvPr/>
          </p:nvSpPr>
          <p:spPr bwMode="auto">
            <a:xfrm>
              <a:off x="5136" y="3072"/>
              <a:ext cx="0" cy="384"/>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052167" name="Text Box 1049"/>
            <p:cNvSpPr txBox="1">
              <a:spLocks noChangeArrowheads="1"/>
            </p:cNvSpPr>
            <p:nvPr/>
          </p:nvSpPr>
          <p:spPr bwMode="auto">
            <a:xfrm>
              <a:off x="5414" y="3381"/>
              <a:ext cx="181" cy="233"/>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i="1">
                  <a:latin typeface="Times New Roman" panose="02020603050405020304" pitchFamily="18" charset="0"/>
                  <a:cs typeface="Times New Roman" panose="02020603050405020304" pitchFamily="18" charset="0"/>
                </a:rPr>
                <a:t>x</a:t>
              </a:r>
            </a:p>
          </p:txBody>
        </p:sp>
        <p:sp>
          <p:nvSpPr>
            <p:cNvPr id="1052168" name="Line 1050"/>
            <p:cNvSpPr>
              <a:spLocks noChangeShapeType="1"/>
            </p:cNvSpPr>
            <p:nvPr/>
          </p:nvSpPr>
          <p:spPr bwMode="auto">
            <a:xfrm flipH="1" flipV="1">
              <a:off x="4944" y="3648"/>
              <a:ext cx="192" cy="24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169" name="Text Box 1051"/>
            <p:cNvSpPr txBox="1">
              <a:spLocks noRot="1" noChangeAspect="1" noMove="1" noResize="1" noEditPoints="1" noAdjustHandles="1" noChangeArrowheads="1" noChangeShapeType="1" noTextEdit="1"/>
            </p:cNvSpPr>
            <p:nvPr/>
          </p:nvSpPr>
          <p:spPr bwMode="auto">
            <a:xfrm>
              <a:off x="4704" y="3840"/>
              <a:ext cx="793" cy="233"/>
            </a:xfrm>
            <a:prstGeom prst="rect">
              <a:avLst/>
            </a:prstGeom>
            <a:blipFill>
              <a:blip r:embed="rId2"/>
              <a:stretch>
                <a:fillRect b="-16667"/>
              </a:stretch>
            </a:blipFill>
            <a:ln>
              <a:noFill/>
            </a:ln>
            <a:effectLst/>
          </p:spPr>
          <p:txBody>
            <a:bodyPr/>
            <a:lstStyle/>
            <a:p>
              <a:r>
                <a:rPr lang="en-US">
                  <a:noFill/>
                  <a:latin typeface="Times New Roman" panose="02020603050405020304" pitchFamily="18" charset="0"/>
                  <a:cs typeface="Times New Roman" panose="02020603050405020304" pitchFamily="18" charset="0"/>
                </a:rPr>
                <a:t> </a:t>
              </a:r>
            </a:p>
          </p:txBody>
        </p:sp>
      </p:grpSp>
      <p:sp>
        <p:nvSpPr>
          <p:cNvPr id="1052170" name="Text Box 1052"/>
          <p:cNvSpPr txBox="1">
            <a:spLocks noRot="1" noChangeAspect="1" noMove="1" noResize="1" noEditPoints="1" noAdjustHandles="1" noChangeArrowheads="1" noChangeShapeType="1" noTextEdit="1"/>
          </p:cNvSpPr>
          <p:nvPr/>
        </p:nvSpPr>
        <p:spPr bwMode="auto">
          <a:xfrm>
            <a:off x="1885950" y="5386388"/>
            <a:ext cx="3022600" cy="396875"/>
          </a:xfrm>
          <a:prstGeom prst="rect">
            <a:avLst/>
          </a:prstGeom>
          <a:blipFill>
            <a:blip r:embed="rId3"/>
            <a:stretch>
              <a:fillRect l="-2016" t="-12308" b="-24615"/>
            </a:stretch>
          </a:blipFill>
          <a:ln>
            <a:noFill/>
          </a:ln>
          <a:effectLst/>
        </p:spPr>
        <p:txBody>
          <a:bodyPr/>
          <a:lstStyle/>
          <a:p>
            <a:r>
              <a:rPr lang="en-US">
                <a:noFill/>
                <a:latin typeface="Times New Roman" panose="02020603050405020304" pitchFamily="18" charset="0"/>
                <a:ea typeface="黑体" panose="02010609060101010101" pitchFamily="49" charset="-122"/>
                <a:cs typeface="Times New Roman" panose="02020603050405020304" pitchFamily="18" charset="0"/>
              </a:rPr>
              <a:t> </a:t>
            </a:r>
          </a:p>
        </p:txBody>
      </p:sp>
      <p:sp>
        <p:nvSpPr>
          <p:cNvPr id="1052171" name="Text Box 1053"/>
          <p:cNvSpPr txBox="1">
            <a:spLocks noRot="1" noChangeAspect="1" noMove="1" noResize="1" noEditPoints="1" noAdjustHandles="1" noChangeArrowheads="1" noChangeShapeType="1" noTextEdit="1"/>
          </p:cNvSpPr>
          <p:nvPr/>
        </p:nvSpPr>
        <p:spPr bwMode="auto">
          <a:xfrm>
            <a:off x="9032210" y="3892551"/>
            <a:ext cx="1871781" cy="1015663"/>
          </a:xfrm>
          <a:prstGeom prst="rect">
            <a:avLst/>
          </a:prstGeom>
          <a:blipFill>
            <a:blip r:embed="rId4"/>
            <a:stretch>
              <a:fillRect l="-3583" t="-3614" b="-9036"/>
            </a:stretch>
          </a:blipFill>
          <a:ln>
            <a:noFill/>
          </a:ln>
          <a:effectLst/>
        </p:spPr>
        <p:txBody>
          <a:bodyPr/>
          <a:lstStyle/>
          <a:p>
            <a:r>
              <a:rPr lang="en-US">
                <a:noFill/>
                <a:latin typeface="Times New Roman" panose="02020603050405020304" pitchFamily="18" charset="0"/>
                <a:ea typeface="黑体" panose="02010609060101010101" pitchFamily="49" charset="-122"/>
                <a:cs typeface="Times New Roman" panose="02020603050405020304" pitchFamily="18" charset="0"/>
              </a:rPr>
              <a:t> </a:t>
            </a:r>
          </a:p>
        </p:txBody>
      </p:sp>
      <p:sp>
        <p:nvSpPr>
          <p:cNvPr id="1052172" name="Text Box 2"/>
          <p:cNvSpPr txBox="1">
            <a:spLocks noChangeArrowheads="1"/>
          </p:cNvSpPr>
          <p:nvPr/>
        </p:nvSpPr>
        <p:spPr bwMode="auto">
          <a:xfrm>
            <a:off x="1611313" y="1516063"/>
            <a:ext cx="5791200" cy="487679"/>
          </a:xfrm>
          <a:prstGeom prst="rect">
            <a:avLst/>
          </a:prstGeom>
          <a:noFill/>
          <a:ln>
            <a:noFill/>
          </a:ln>
          <a:effectLst/>
        </p:spPr>
        <p:txBody>
          <a:bodyPr>
            <a:spAutoFit/>
          </a:bodyPr>
          <a:lstStyle/>
          <a:p>
            <a:pPr marL="342900" indent="-342900" eaLnBrk="1" hangingPunct="1">
              <a:lnSpc>
                <a:spcPct val="130000"/>
              </a:lnSpc>
              <a:buFont typeface="Arial" panose="020B0604020202020204" pitchFamily="34" charset="0"/>
              <a:buChar char="•"/>
            </a:pPr>
            <a:r>
              <a:rPr lang="zh-CN" altLang="en-US" sz="2000" dirty="0">
                <a:solidFill>
                  <a:schemeClr val="bg1">
                    <a:lumMod val="50000"/>
                  </a:schemeClr>
                </a:solidFill>
                <a:latin typeface="黑体" panose="02010609060101010101" pitchFamily="49" charset="-122"/>
                <a:ea typeface="黑体" panose="02010609060101010101" pitchFamily="49" charset="-122"/>
              </a:rPr>
              <a:t>基本概念</a:t>
            </a:r>
          </a:p>
        </p:txBody>
      </p:sp>
      <p:sp>
        <p:nvSpPr>
          <p:cNvPr id="1052173" name="TextBox 34"/>
          <p:cNvSpPr txBox="1"/>
          <p:nvPr/>
        </p:nvSpPr>
        <p:spPr>
          <a:xfrm>
            <a:off x="1012825" y="177800"/>
            <a:ext cx="49072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三、二值图像的形态学处理</a:t>
            </a:r>
          </a:p>
        </p:txBody>
      </p:sp>
      <p:sp>
        <p:nvSpPr>
          <p:cNvPr id="1052174"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175" name="Rectangle 9"/>
          <p:cNvSpPr>
            <a:spLocks noChangeArrowheads="1"/>
          </p:cNvSpPr>
          <p:nvPr/>
        </p:nvSpPr>
        <p:spPr bwMode="auto">
          <a:xfrm>
            <a:off x="1181100" y="1014413"/>
            <a:ext cx="2322513"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5.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分水岭算法</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48" name="Picture 1029"/>
          <p:cNvPicPr>
            <a:picLocks noChangeAspect="1" noChangeArrowheads="1"/>
          </p:cNvPicPr>
          <p:nvPr/>
        </p:nvPicPr>
        <p:blipFill>
          <a:blip r:embed="rId2"/>
          <a:srcRect/>
          <a:stretch>
            <a:fillRect/>
          </a:stretch>
        </p:blipFill>
        <p:spPr bwMode="auto">
          <a:xfrm>
            <a:off x="4267200" y="3810000"/>
            <a:ext cx="3482975" cy="2255838"/>
          </a:xfrm>
          <a:prstGeom prst="rect">
            <a:avLst/>
          </a:prstGeom>
          <a:noFill/>
          <a:ln>
            <a:noFill/>
          </a:ln>
        </p:spPr>
      </p:pic>
      <p:sp>
        <p:nvSpPr>
          <p:cNvPr id="1052176" name="Text Box 1030"/>
          <p:cNvSpPr txBox="1">
            <a:spLocks noChangeArrowheads="1"/>
          </p:cNvSpPr>
          <p:nvPr/>
        </p:nvSpPr>
        <p:spPr bwMode="auto">
          <a:xfrm>
            <a:off x="8001000" y="3810000"/>
            <a:ext cx="457200" cy="2225041"/>
          </a:xfrm>
          <a:prstGeom prst="rect">
            <a:avLst/>
          </a:prstGeom>
          <a:noFill/>
          <a:ln>
            <a:noFill/>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000000"/>
                </a:solidFill>
                <a:latin typeface="黑体" panose="02010609060101010101" pitchFamily="49" charset="-122"/>
                <a:ea typeface="黑体" panose="02010609060101010101" pitchFamily="49" charset="-122"/>
              </a:rPr>
              <a:t>地形浸没过程说明</a:t>
            </a:r>
          </a:p>
        </p:txBody>
      </p:sp>
      <p:sp>
        <p:nvSpPr>
          <p:cNvPr id="1052177" name="Text Box 2"/>
          <p:cNvSpPr txBox="1">
            <a:spLocks noChangeArrowheads="1"/>
          </p:cNvSpPr>
          <p:nvPr/>
        </p:nvSpPr>
        <p:spPr bwMode="auto">
          <a:xfrm>
            <a:off x="1611313" y="1516063"/>
            <a:ext cx="5791200" cy="487679"/>
          </a:xfrm>
          <a:prstGeom prst="rect">
            <a:avLst/>
          </a:prstGeom>
          <a:noFill/>
          <a:ln>
            <a:noFill/>
          </a:ln>
          <a:effectLst/>
        </p:spPr>
        <p:txBody>
          <a:bodyPr>
            <a:spAutoFit/>
          </a:bodyPr>
          <a:lstStyle/>
          <a:p>
            <a:pPr marL="342900" indent="-342900" eaLnBrk="1" hangingPunct="1">
              <a:lnSpc>
                <a:spcPct val="130000"/>
              </a:lnSpc>
              <a:buFont typeface="Arial" panose="020B0604020202020204" pitchFamily="34" charset="0"/>
              <a:buChar char="•"/>
            </a:pPr>
            <a:r>
              <a:rPr lang="zh-CN" altLang="en-US" sz="2000" dirty="0">
                <a:solidFill>
                  <a:schemeClr val="bg1">
                    <a:lumMod val="50000"/>
                  </a:schemeClr>
                </a:solidFill>
                <a:latin typeface="黑体" panose="02010609060101010101" pitchFamily="49" charset="-122"/>
                <a:ea typeface="黑体" panose="02010609060101010101" pitchFamily="49" charset="-122"/>
              </a:rPr>
              <a:t>实现</a:t>
            </a:r>
          </a:p>
        </p:txBody>
      </p:sp>
      <p:sp>
        <p:nvSpPr>
          <p:cNvPr id="1052178" name="TextBox 11"/>
          <p:cNvSpPr txBox="1"/>
          <p:nvPr/>
        </p:nvSpPr>
        <p:spPr>
          <a:xfrm>
            <a:off x="1012825" y="177800"/>
            <a:ext cx="49072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三、二值图像的形态学处理</a:t>
            </a:r>
          </a:p>
        </p:txBody>
      </p:sp>
      <p:sp>
        <p:nvSpPr>
          <p:cNvPr id="1052179"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180" name="Text Box 7"/>
          <p:cNvSpPr txBox="1">
            <a:spLocks noChangeArrowheads="1"/>
          </p:cNvSpPr>
          <p:nvPr/>
        </p:nvSpPr>
        <p:spPr bwMode="auto">
          <a:xfrm>
            <a:off x="1955800" y="2182813"/>
            <a:ext cx="8280400" cy="1169987"/>
          </a:xfrm>
          <a:prstGeom prst="rect">
            <a:avLst/>
          </a:prstGeom>
          <a:noFill/>
          <a:ln>
            <a:noFill/>
          </a:ln>
          <a:effectLst/>
        </p:spPr>
        <p:txBody>
          <a:bodyPr>
            <a:spAutoFit/>
          </a:bodyPr>
          <a:lstStyle/>
          <a:p>
            <a:pPr marL="457200" indent="-457200" eaLnBrk="1" hangingPunct="1">
              <a:spcAft>
                <a:spcPct val="50000"/>
              </a:spcAft>
              <a:buFont typeface="+mj-lt"/>
              <a:buAutoNum type="arabicPeriod"/>
            </a:pP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对图像做极限腐蚀，并记下每个极限腐蚀的深度</a:t>
            </a:r>
            <a:endPar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endParaRPr>
          </a:p>
          <a:p>
            <a:pPr marL="457200" indent="-457200" eaLnBrk="1" hangingPunct="1">
              <a:spcAft>
                <a:spcPct val="50000"/>
              </a:spcAft>
              <a:buFont typeface="+mj-lt"/>
              <a:buAutoNum type="arabicPeriod"/>
            </a:pP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水从最深处开始上涨，给每个新出现的积水盆一个新的标记，水面上涨过程中不同积水盆相接时，筑起一道坝最终的坝就是分割线</a:t>
            </a:r>
          </a:p>
        </p:txBody>
      </p:sp>
      <p:sp>
        <p:nvSpPr>
          <p:cNvPr id="1052181" name="Rectangle 9"/>
          <p:cNvSpPr>
            <a:spLocks noChangeArrowheads="1"/>
          </p:cNvSpPr>
          <p:nvPr/>
        </p:nvSpPr>
        <p:spPr bwMode="auto">
          <a:xfrm>
            <a:off x="1181100" y="1014413"/>
            <a:ext cx="2322513"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5.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分水岭算法</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182" name="Text Box 2"/>
          <p:cNvSpPr txBox="1">
            <a:spLocks noChangeArrowheads="1"/>
          </p:cNvSpPr>
          <p:nvPr/>
        </p:nvSpPr>
        <p:spPr bwMode="auto">
          <a:xfrm>
            <a:off x="1416050" y="1533050"/>
            <a:ext cx="5791200" cy="1005838"/>
          </a:xfrm>
          <a:prstGeom prst="rect">
            <a:avLst/>
          </a:prstGeom>
          <a:noFill/>
          <a:ln>
            <a:noFill/>
          </a:ln>
          <a:effec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chemeClr val="accent2"/>
              </a:buClr>
            </a:pPr>
            <a:r>
              <a:rPr lang="zh-CN" altLang="en-US" sz="2000">
                <a:solidFill>
                  <a:srgbClr val="004F58"/>
                </a:solidFill>
                <a:latin typeface="黑体" panose="02010609060101010101" pitchFamily="49" charset="-122"/>
                <a:ea typeface="黑体" panose="02010609060101010101" pitchFamily="49" charset="-122"/>
                <a:sym typeface="Wingdings 2" panose="05020102010507070707" pitchFamily="18" charset="2"/>
              </a:rPr>
              <a:t> 离散粒度分布</a:t>
            </a:r>
          </a:p>
          <a:p>
            <a:pPr eaLnBrk="1" hangingPunct="1">
              <a:lnSpc>
                <a:spcPct val="150000"/>
              </a:lnSpc>
              <a:buClr>
                <a:schemeClr val="accent2"/>
              </a:buClr>
            </a:pPr>
            <a:r>
              <a:rPr lang="zh-CN" altLang="en-US" sz="2000">
                <a:solidFill>
                  <a:srgbClr val="004F58"/>
                </a:solidFill>
                <a:latin typeface="黑体" panose="02010609060101010101" pitchFamily="49" charset="-122"/>
                <a:ea typeface="黑体" panose="02010609060101010101" pitchFamily="49" charset="-122"/>
                <a:sym typeface="Wingdings 2" panose="05020102010507070707" pitchFamily="18" charset="2"/>
              </a:rPr>
              <a:t> 局部颗粒分析</a:t>
            </a:r>
          </a:p>
        </p:txBody>
      </p:sp>
      <p:sp>
        <p:nvSpPr>
          <p:cNvPr id="1052183"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6.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颗粒分析</a:t>
            </a:r>
          </a:p>
        </p:txBody>
      </p:sp>
      <p:sp>
        <p:nvSpPr>
          <p:cNvPr id="1052184" name="TextBox 6"/>
          <p:cNvSpPr txBox="1"/>
          <p:nvPr/>
        </p:nvSpPr>
        <p:spPr>
          <a:xfrm>
            <a:off x="1012825" y="177800"/>
            <a:ext cx="4907281"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三、二值图像的形态学处理</a:t>
            </a:r>
          </a:p>
        </p:txBody>
      </p:sp>
      <p:sp>
        <p:nvSpPr>
          <p:cNvPr id="1052185"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186" name="TextBox 27"/>
          <p:cNvSpPr txBox="1"/>
          <p:nvPr/>
        </p:nvSpPr>
        <p:spPr>
          <a:xfrm>
            <a:off x="1012825" y="2062163"/>
            <a:ext cx="4907281" cy="3615691"/>
          </a:xfrm>
          <a:prstGeom prst="rect">
            <a:avLst/>
          </a:prstGeom>
          <a:noFill/>
          <a:ln w="9525">
            <a:noFill/>
          </a:ln>
        </p:spPr>
        <p:txBody>
          <a:bodyPr wrap="none">
            <a:spAutoFit/>
          </a:bodyPr>
          <a:lstStyle/>
          <a:p>
            <a:pPr eaLnBrk="1" hangingPunct="1">
              <a:lnSpc>
                <a:spcPct val="150000"/>
              </a:lnSpc>
            </a:pPr>
            <a:r>
              <a:rPr lang="zh-CN" altLang="en-US" sz="3199" dirty="0">
                <a:solidFill>
                  <a:srgbClr val="B3B3B3"/>
                </a:solidFill>
                <a:latin typeface="黑体" panose="02010609060101010101" pitchFamily="49" charset="-122"/>
                <a:ea typeface="黑体" panose="02010609060101010101" pitchFamily="49" charset="-122"/>
              </a:rPr>
              <a:t>一、数学形态学概述</a:t>
            </a:r>
          </a:p>
          <a:p>
            <a:pPr eaLnBrk="1" hangingPunct="1">
              <a:lnSpc>
                <a:spcPct val="150000"/>
              </a:lnSpc>
            </a:pPr>
            <a:r>
              <a:rPr lang="zh-CN" altLang="en-US" sz="3199" dirty="0">
                <a:solidFill>
                  <a:schemeClr val="accent5"/>
                </a:solidFill>
                <a:latin typeface="黑体" panose="02010609060101010101" pitchFamily="49" charset="-122"/>
                <a:ea typeface="黑体" panose="02010609060101010101" pitchFamily="49" charset="-122"/>
              </a:rPr>
              <a:t>二、数学形态学基本算法</a:t>
            </a:r>
          </a:p>
          <a:p>
            <a:pPr eaLnBrk="1" hangingPunct="1">
              <a:lnSpc>
                <a:spcPct val="150000"/>
              </a:lnSpc>
            </a:pPr>
            <a:r>
              <a:rPr lang="zh-CN" altLang="en-US" sz="3199" dirty="0">
                <a:solidFill>
                  <a:schemeClr val="accent5"/>
                </a:solidFill>
                <a:latin typeface="黑体" panose="02010609060101010101" pitchFamily="49" charset="-122"/>
                <a:ea typeface="黑体" panose="02010609060101010101" pitchFamily="49" charset="-122"/>
              </a:rPr>
              <a:t>三、二值图像的形态学处理</a:t>
            </a:r>
          </a:p>
          <a:p>
            <a:pPr eaLnBrk="1" hangingPunct="1">
              <a:lnSpc>
                <a:spcPct val="150000"/>
              </a:lnSpc>
            </a:pPr>
            <a:r>
              <a:rPr lang="zh-CN" altLang="en-US" sz="3199" dirty="0">
                <a:latin typeface="黑体" panose="02010609060101010101" pitchFamily="49" charset="-122"/>
                <a:ea typeface="黑体" panose="02010609060101010101" pitchFamily="49" charset="-122"/>
              </a:rPr>
              <a:t>四、灰值形态学</a:t>
            </a:r>
            <a:endParaRPr lang="en-US" altLang="zh-CN" sz="3199" dirty="0">
              <a:latin typeface="黑体" panose="02010609060101010101" pitchFamily="49" charset="-122"/>
              <a:ea typeface="黑体" panose="02010609060101010101" pitchFamily="49" charset="-122"/>
            </a:endParaRPr>
          </a:p>
          <a:p>
            <a:pPr eaLnBrk="1" hangingPunct="1">
              <a:lnSpc>
                <a:spcPct val="150000"/>
              </a:lnSpc>
            </a:pPr>
            <a:r>
              <a:rPr lang="zh-CN" altLang="en-US" sz="3199" dirty="0">
                <a:solidFill>
                  <a:schemeClr val="accent5"/>
                </a:solidFill>
                <a:latin typeface="黑体" panose="02010609060101010101" pitchFamily="49" charset="-122"/>
                <a:ea typeface="黑体" panose="02010609060101010101" pitchFamily="49" charset="-122"/>
              </a:rPr>
              <a:t>五、分水岭算法</a:t>
            </a:r>
          </a:p>
        </p:txBody>
      </p:sp>
      <p:sp>
        <p:nvSpPr>
          <p:cNvPr id="1052187" name="TextBox 27"/>
          <p:cNvSpPr txBox="1"/>
          <p:nvPr/>
        </p:nvSpPr>
        <p:spPr>
          <a:xfrm>
            <a:off x="1012825" y="177800"/>
            <a:ext cx="9702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目录</a:t>
            </a:r>
          </a:p>
        </p:txBody>
      </p:sp>
      <p:sp>
        <p:nvSpPr>
          <p:cNvPr id="1052188"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mc:AlternateContent xmlns:mc="http://schemas.openxmlformats.org/markup-compatibility/2006" xmlns:p14="http://schemas.microsoft.com/office/powerpoint/2010/main">
        <mc:Choice Requires="p14">
          <p:contentPart p14:bwMode="auto" r:id="rId2">
            <p14:nvContentPartPr>
              <p14:cNvPr id="1053881" name="墨迹 1053880"/>
              <p14:cNvContentPartPr/>
              <p14:nvPr/>
            </p14:nvContentPartPr>
            <p14:xfrm>
              <a:off x="6130359" y="3374603"/>
              <a:ext cx="0" cy="0"/>
            </p14:xfrm>
          </p:contentPart>
        </mc:Choice>
        <mc:Fallback xmlns="">
          <p:sp>
            <p:nvSpPr>
              <p:cNvPr id="1053881" name=""/>
              <p:cNvSpPr/>
              <p:nvPr/>
            </p:nvSpPr>
            <p:spPr>
              <a:xfrm>
                <a:off x="6130359" y="3374603"/>
                <a:ext cx="0" cy="0"/>
              </a:xfrm>
            </p:spPr>
          </p:sp>
        </mc:Fallback>
      </mc:AlternateContent>
      <mc:AlternateContent xmlns:mc="http://schemas.openxmlformats.org/markup-compatibility/2006" xmlns:p14="http://schemas.microsoft.com/office/powerpoint/2010/main">
        <mc:Choice Requires="p14">
          <p:contentPart p14:bwMode="auto" r:id="rId3">
            <p14:nvContentPartPr>
              <p14:cNvPr id="1053883" name="墨迹 1053882"/>
              <p14:cNvContentPartPr/>
              <p14:nvPr/>
            </p14:nvContentPartPr>
            <p14:xfrm>
              <a:off x="4046855" y="4423335"/>
              <a:ext cx="173350" cy="285132"/>
            </p14:xfrm>
          </p:contentPart>
        </mc:Choice>
        <mc:Fallback xmlns="">
          <p:sp>
            <p:nvSpPr>
              <p:cNvPr id="1053883" name=""/>
              <p:cNvSpPr/>
              <p:nvPr/>
            </p:nvSpPr>
            <p:spPr>
              <a:xfrm>
                <a:off x="4046855" y="4423335"/>
                <a:ext cx="173350" cy="285132"/>
              </a:xfrm>
            </p:spPr>
          </p:sp>
        </mc:Fallback>
      </mc:AlternateContent>
      <mc:AlternateContent xmlns:mc="http://schemas.openxmlformats.org/markup-compatibility/2006" xmlns:p14="http://schemas.microsoft.com/office/powerpoint/2010/main">
        <mc:Choice Requires="p14">
          <p:contentPart p14:bwMode="auto" r:id="rId4">
            <p14:nvContentPartPr>
              <p14:cNvPr id="1053884" name="墨迹 1053883"/>
              <p14:cNvContentPartPr/>
              <p14:nvPr/>
            </p14:nvContentPartPr>
            <p14:xfrm>
              <a:off x="4037283" y="4501353"/>
              <a:ext cx="242930" cy="298750"/>
            </p14:xfrm>
          </p:contentPart>
        </mc:Choice>
        <mc:Fallback xmlns="">
          <p:sp>
            <p:nvSpPr>
              <p:cNvPr id="1053884" name=""/>
              <p:cNvSpPr/>
              <p:nvPr/>
            </p:nvSpPr>
            <p:spPr>
              <a:xfrm>
                <a:off x="4037283" y="4501353"/>
                <a:ext cx="242930" cy="298750"/>
              </a:xfrm>
            </p:spPr>
          </p:sp>
        </mc:Fallback>
      </mc:AlternateContent>
      <mc:AlternateContent xmlns:mc="http://schemas.openxmlformats.org/markup-compatibility/2006" xmlns:p14="http://schemas.microsoft.com/office/powerpoint/2010/main">
        <mc:Choice Requires="p14">
          <p:contentPart p14:bwMode="auto" r:id="rId5">
            <p14:nvContentPartPr>
              <p14:cNvPr id="1053885" name="墨迹 1053884"/>
              <p14:cNvContentPartPr/>
              <p14:nvPr/>
            </p14:nvContentPartPr>
            <p14:xfrm>
              <a:off x="4228568" y="4363063"/>
              <a:ext cx="57360" cy="299735"/>
            </p14:xfrm>
          </p:contentPart>
        </mc:Choice>
        <mc:Fallback xmlns="">
          <p:sp>
            <p:nvSpPr>
              <p:cNvPr id="1053885" name=""/>
              <p:cNvSpPr/>
              <p:nvPr/>
            </p:nvSpPr>
            <p:spPr>
              <a:xfrm>
                <a:off x="4228568" y="4363063"/>
                <a:ext cx="57360" cy="299735"/>
              </a:xfrm>
            </p:spPr>
          </p:sp>
        </mc:Fallback>
      </mc:AlternateContent>
      <mc:AlternateContent xmlns:mc="http://schemas.openxmlformats.org/markup-compatibility/2006" xmlns:p14="http://schemas.microsoft.com/office/powerpoint/2010/main">
        <mc:Choice Requires="p14">
          <p:contentPart p14:bwMode="auto" r:id="rId6">
            <p14:nvContentPartPr>
              <p14:cNvPr id="1053886" name="墨迹 1053885"/>
              <p14:cNvContentPartPr/>
              <p14:nvPr/>
            </p14:nvContentPartPr>
            <p14:xfrm>
              <a:off x="4302658" y="4532288"/>
              <a:ext cx="68608" cy="137486"/>
            </p14:xfrm>
          </p:contentPart>
        </mc:Choice>
        <mc:Fallback xmlns="">
          <p:sp>
            <p:nvSpPr>
              <p:cNvPr id="1053886" name=""/>
              <p:cNvSpPr/>
              <p:nvPr/>
            </p:nvSpPr>
            <p:spPr>
              <a:xfrm>
                <a:off x="4302658" y="4532288"/>
                <a:ext cx="68608" cy="137486"/>
              </a:xfrm>
            </p:spPr>
          </p:sp>
        </mc:Fallback>
      </mc:AlternateContent>
      <mc:AlternateContent xmlns:mc="http://schemas.openxmlformats.org/markup-compatibility/2006" xmlns:p14="http://schemas.microsoft.com/office/powerpoint/2010/main">
        <mc:Choice Requires="p14">
          <p:contentPart p14:bwMode="auto" r:id="rId7">
            <p14:nvContentPartPr>
              <p14:cNvPr id="1053887" name="墨迹 1053886"/>
              <p14:cNvContentPartPr/>
              <p14:nvPr/>
            </p14:nvContentPartPr>
            <p14:xfrm>
              <a:off x="4511489" y="4460765"/>
              <a:ext cx="147674" cy="56951"/>
            </p14:xfrm>
          </p:contentPart>
        </mc:Choice>
        <mc:Fallback xmlns="">
          <p:sp>
            <p:nvSpPr>
              <p:cNvPr id="1053887" name=""/>
              <p:cNvSpPr/>
              <p:nvPr/>
            </p:nvSpPr>
            <p:spPr>
              <a:xfrm>
                <a:off x="4511489" y="4460765"/>
                <a:ext cx="147674" cy="56951"/>
              </a:xfrm>
            </p:spPr>
          </p:sp>
        </mc:Fallback>
      </mc:AlternateContent>
      <mc:AlternateContent xmlns:mc="http://schemas.openxmlformats.org/markup-compatibility/2006" xmlns:p14="http://schemas.microsoft.com/office/powerpoint/2010/main">
        <mc:Choice Requires="p14">
          <p:contentPart p14:bwMode="auto" r:id="rId8">
            <p14:nvContentPartPr>
              <p14:cNvPr id="1053888" name="墨迹 1053887"/>
              <p14:cNvContentPartPr/>
              <p14:nvPr/>
            </p14:nvContentPartPr>
            <p14:xfrm>
              <a:off x="4509800" y="4562824"/>
              <a:ext cx="79760" cy="22228"/>
            </p14:xfrm>
          </p:contentPart>
        </mc:Choice>
        <mc:Fallback xmlns="">
          <p:sp>
            <p:nvSpPr>
              <p:cNvPr id="1053888" name=""/>
              <p:cNvSpPr/>
              <p:nvPr/>
            </p:nvSpPr>
            <p:spPr>
              <a:xfrm>
                <a:off x="4509800" y="4562824"/>
                <a:ext cx="79760" cy="22228"/>
              </a:xfrm>
            </p:spPr>
          </p:sp>
        </mc:Fallback>
      </mc:AlternateContent>
      <mc:AlternateContent xmlns:mc="http://schemas.openxmlformats.org/markup-compatibility/2006" xmlns:p14="http://schemas.microsoft.com/office/powerpoint/2010/main">
        <mc:Choice Requires="p14">
          <p:contentPart p14:bwMode="auto" r:id="rId9">
            <p14:nvContentPartPr>
              <p14:cNvPr id="1053889" name="墨迹 1053888"/>
              <p14:cNvContentPartPr/>
              <p14:nvPr/>
            </p14:nvContentPartPr>
            <p14:xfrm>
              <a:off x="4519507" y="4435987"/>
              <a:ext cx="200731" cy="259627"/>
            </p14:xfrm>
          </p:contentPart>
        </mc:Choice>
        <mc:Fallback xmlns="">
          <p:sp>
            <p:nvSpPr>
              <p:cNvPr id="1053889" name=""/>
              <p:cNvSpPr/>
              <p:nvPr/>
            </p:nvSpPr>
            <p:spPr>
              <a:xfrm>
                <a:off x="4519507" y="4435987"/>
                <a:ext cx="200731" cy="259627"/>
              </a:xfrm>
            </p:spPr>
          </p:sp>
        </mc:Fallback>
      </mc:AlternateContent>
      <mc:AlternateContent xmlns:mc="http://schemas.openxmlformats.org/markup-compatibility/2006" xmlns:p14="http://schemas.microsoft.com/office/powerpoint/2010/main">
        <mc:Choice Requires="p14">
          <p:contentPart p14:bwMode="auto" r:id="rId10">
            <p14:nvContentPartPr>
              <p14:cNvPr id="1053890" name="墨迹 1053889"/>
              <p14:cNvContentPartPr/>
              <p14:nvPr/>
            </p14:nvContentPartPr>
            <p14:xfrm>
              <a:off x="4695991" y="4400247"/>
              <a:ext cx="161464" cy="159671"/>
            </p14:xfrm>
          </p:contentPart>
        </mc:Choice>
        <mc:Fallback xmlns="">
          <p:sp>
            <p:nvSpPr>
              <p:cNvPr id="1053890" name=""/>
              <p:cNvSpPr/>
              <p:nvPr/>
            </p:nvSpPr>
            <p:spPr>
              <a:xfrm>
                <a:off x="4695991" y="4400247"/>
                <a:ext cx="161464" cy="159671"/>
              </a:xfrm>
            </p:spPr>
          </p:sp>
        </mc:Fallback>
      </mc:AlternateContent>
      <mc:AlternateContent xmlns:mc="http://schemas.openxmlformats.org/markup-compatibility/2006" xmlns:p14="http://schemas.microsoft.com/office/powerpoint/2010/main">
        <mc:Choice Requires="p14">
          <p:contentPart p14:bwMode="auto" r:id="rId11">
            <p14:nvContentPartPr>
              <p14:cNvPr id="1053891" name="墨迹 1053890"/>
              <p14:cNvContentPartPr/>
              <p14:nvPr/>
            </p14:nvContentPartPr>
            <p14:xfrm>
              <a:off x="4667597" y="4470255"/>
              <a:ext cx="138217" cy="316299"/>
            </p14:xfrm>
          </p:contentPart>
        </mc:Choice>
        <mc:Fallback xmlns="">
          <p:sp>
            <p:nvSpPr>
              <p:cNvPr id="1053891" name=""/>
              <p:cNvSpPr/>
              <p:nvPr/>
            </p:nvSpPr>
            <p:spPr>
              <a:xfrm>
                <a:off x="4667597" y="4470255"/>
                <a:ext cx="138217" cy="316299"/>
              </a:xfrm>
            </p:spPr>
          </p:sp>
        </mc:Fallback>
      </mc:AlternateContent>
      <mc:AlternateContent xmlns:mc="http://schemas.openxmlformats.org/markup-compatibility/2006" xmlns:p14="http://schemas.microsoft.com/office/powerpoint/2010/main">
        <mc:Choice Requires="p14">
          <p:contentPart p14:bwMode="auto" r:id="rId12">
            <p14:nvContentPartPr>
              <p14:cNvPr id="1053892" name="墨迹 1053891"/>
              <p14:cNvContentPartPr/>
              <p14:nvPr/>
            </p14:nvContentPartPr>
            <p14:xfrm>
              <a:off x="4998816" y="4382933"/>
              <a:ext cx="169919" cy="112496"/>
            </p14:xfrm>
          </p:contentPart>
        </mc:Choice>
        <mc:Fallback xmlns="">
          <p:sp>
            <p:nvSpPr>
              <p:cNvPr id="1053892" name=""/>
              <p:cNvSpPr/>
              <p:nvPr/>
            </p:nvSpPr>
            <p:spPr>
              <a:xfrm>
                <a:off x="4998816" y="4382933"/>
                <a:ext cx="169919" cy="112496"/>
              </a:xfrm>
            </p:spPr>
          </p:sp>
        </mc:Fallback>
      </mc:AlternateContent>
      <mc:AlternateContent xmlns:mc="http://schemas.openxmlformats.org/markup-compatibility/2006" xmlns:p14="http://schemas.microsoft.com/office/powerpoint/2010/main">
        <mc:Choice Requires="p14">
          <p:contentPart p14:bwMode="auto" r:id="rId13">
            <p14:nvContentPartPr>
              <p14:cNvPr id="1053893" name="墨迹 1053892"/>
              <p14:cNvContentPartPr/>
              <p14:nvPr/>
            </p14:nvContentPartPr>
            <p14:xfrm>
              <a:off x="4990654" y="4496854"/>
              <a:ext cx="58535" cy="47961"/>
            </p14:xfrm>
          </p:contentPart>
        </mc:Choice>
        <mc:Fallback xmlns="">
          <p:sp>
            <p:nvSpPr>
              <p:cNvPr id="1053893" name=""/>
              <p:cNvSpPr/>
              <p:nvPr/>
            </p:nvSpPr>
            <p:spPr>
              <a:xfrm>
                <a:off x="4990654" y="4496854"/>
                <a:ext cx="58535" cy="47961"/>
              </a:xfrm>
            </p:spPr>
          </p:sp>
        </mc:Fallback>
      </mc:AlternateContent>
      <mc:AlternateContent xmlns:mc="http://schemas.openxmlformats.org/markup-compatibility/2006" xmlns:p14="http://schemas.microsoft.com/office/powerpoint/2010/main">
        <mc:Choice Requires="p14">
          <p:contentPart p14:bwMode="auto" r:id="rId14">
            <p14:nvContentPartPr>
              <p14:cNvPr id="1053894" name="墨迹 1053893"/>
              <p14:cNvContentPartPr/>
              <p14:nvPr/>
            </p14:nvContentPartPr>
            <p14:xfrm>
              <a:off x="4944173" y="4471690"/>
              <a:ext cx="248173" cy="277583"/>
            </p14:xfrm>
          </p:contentPart>
        </mc:Choice>
        <mc:Fallback xmlns="">
          <p:sp>
            <p:nvSpPr>
              <p:cNvPr id="1053894" name=""/>
              <p:cNvSpPr/>
              <p:nvPr/>
            </p:nvSpPr>
            <p:spPr>
              <a:xfrm>
                <a:off x="4944173" y="4471690"/>
                <a:ext cx="248173" cy="277583"/>
              </a:xfrm>
            </p:spPr>
          </p:sp>
        </mc:Fallback>
      </mc:AlternateContent>
      <mc:AlternateContent xmlns:mc="http://schemas.openxmlformats.org/markup-compatibility/2006" xmlns:p14="http://schemas.microsoft.com/office/powerpoint/2010/main">
        <mc:Choice Requires="p14">
          <p:contentPart p14:bwMode="auto" r:id="rId15">
            <p14:nvContentPartPr>
              <p14:cNvPr id="1053895" name="墨迹 1053894"/>
              <p14:cNvContentPartPr/>
              <p14:nvPr/>
            </p14:nvContentPartPr>
            <p14:xfrm>
              <a:off x="5185107" y="4447841"/>
              <a:ext cx="58307" cy="321083"/>
            </p14:xfrm>
          </p:contentPart>
        </mc:Choice>
        <mc:Fallback xmlns="">
          <p:sp>
            <p:nvSpPr>
              <p:cNvPr id="1053895" name=""/>
              <p:cNvSpPr/>
              <p:nvPr/>
            </p:nvSpPr>
            <p:spPr>
              <a:xfrm>
                <a:off x="5185107" y="4447841"/>
                <a:ext cx="58307" cy="321083"/>
              </a:xfrm>
            </p:spPr>
          </p:sp>
        </mc:Fallback>
      </mc:AlternateContent>
      <mc:AlternateContent xmlns:mc="http://schemas.openxmlformats.org/markup-compatibility/2006" xmlns:p14="http://schemas.microsoft.com/office/powerpoint/2010/main">
        <mc:Choice Requires="p14">
          <p:contentPart p14:bwMode="auto" r:id="rId16">
            <p14:nvContentPartPr>
              <p14:cNvPr id="1053896" name="墨迹 1053895"/>
              <p14:cNvContentPartPr/>
              <p14:nvPr/>
            </p14:nvContentPartPr>
            <p14:xfrm>
              <a:off x="5421467" y="4343525"/>
              <a:ext cx="129789" cy="124031"/>
            </p14:xfrm>
          </p:contentPart>
        </mc:Choice>
        <mc:Fallback xmlns="">
          <p:sp>
            <p:nvSpPr>
              <p:cNvPr id="1053896" name=""/>
              <p:cNvSpPr/>
              <p:nvPr/>
            </p:nvSpPr>
            <p:spPr>
              <a:xfrm>
                <a:off x="5421467" y="4343525"/>
                <a:ext cx="129789" cy="124031"/>
              </a:xfrm>
            </p:spPr>
          </p:sp>
        </mc:Fallback>
      </mc:AlternateContent>
      <mc:AlternateContent xmlns:mc="http://schemas.openxmlformats.org/markup-compatibility/2006" xmlns:p14="http://schemas.microsoft.com/office/powerpoint/2010/main">
        <mc:Choice Requires="p14">
          <p:contentPart p14:bwMode="auto" r:id="rId17">
            <p14:nvContentPartPr>
              <p14:cNvPr id="1053897" name="墨迹 1053896"/>
              <p14:cNvContentPartPr/>
              <p14:nvPr/>
            </p14:nvContentPartPr>
            <p14:xfrm>
              <a:off x="5389513" y="4406684"/>
              <a:ext cx="164025" cy="179193"/>
            </p14:xfrm>
          </p:contentPart>
        </mc:Choice>
        <mc:Fallback xmlns="">
          <p:sp>
            <p:nvSpPr>
              <p:cNvPr id="1053897" name=""/>
              <p:cNvSpPr/>
              <p:nvPr/>
            </p:nvSpPr>
            <p:spPr>
              <a:xfrm>
                <a:off x="5389513" y="4406684"/>
                <a:ext cx="164025" cy="179193"/>
              </a:xfrm>
            </p:spPr>
          </p:sp>
        </mc:Fallback>
      </mc:AlternateContent>
      <mc:AlternateContent xmlns:mc="http://schemas.openxmlformats.org/markup-compatibility/2006" xmlns:p14="http://schemas.microsoft.com/office/powerpoint/2010/main">
        <mc:Choice Requires="p14">
          <p:contentPart p14:bwMode="auto" r:id="rId18">
            <p14:nvContentPartPr>
              <p14:cNvPr id="1053898" name="墨迹 1053897"/>
              <p14:cNvContentPartPr/>
              <p14:nvPr/>
            </p14:nvContentPartPr>
            <p14:xfrm>
              <a:off x="5425815" y="4509769"/>
              <a:ext cx="77637" cy="105554"/>
            </p14:xfrm>
          </p:contentPart>
        </mc:Choice>
        <mc:Fallback xmlns="">
          <p:sp>
            <p:nvSpPr>
              <p:cNvPr id="1053898" name=""/>
              <p:cNvSpPr/>
              <p:nvPr/>
            </p:nvSpPr>
            <p:spPr>
              <a:xfrm>
                <a:off x="5425815" y="4509769"/>
                <a:ext cx="77637" cy="105554"/>
              </a:xfrm>
            </p:spPr>
          </p:sp>
        </mc:Fallback>
      </mc:AlternateContent>
      <mc:AlternateContent xmlns:mc="http://schemas.openxmlformats.org/markup-compatibility/2006" xmlns:p14="http://schemas.microsoft.com/office/powerpoint/2010/main">
        <mc:Choice Requires="p14">
          <p:contentPart p14:bwMode="auto" r:id="rId19">
            <p14:nvContentPartPr>
              <p14:cNvPr id="1053899" name="墨迹 1053898"/>
              <p14:cNvContentPartPr/>
              <p14:nvPr/>
            </p14:nvContentPartPr>
            <p14:xfrm>
              <a:off x="5346970" y="4563749"/>
              <a:ext cx="256187" cy="180884"/>
            </p14:xfrm>
          </p:contentPart>
        </mc:Choice>
        <mc:Fallback xmlns="">
          <p:sp>
            <p:nvSpPr>
              <p:cNvPr id="1053899" name=""/>
              <p:cNvSpPr/>
              <p:nvPr/>
            </p:nvSpPr>
            <p:spPr>
              <a:xfrm>
                <a:off x="5346970" y="4563749"/>
                <a:ext cx="256187" cy="180884"/>
              </a:xfrm>
            </p:spPr>
          </p:sp>
        </mc:Fallback>
      </mc:AlternateContent>
      <mc:AlternateContent xmlns:mc="http://schemas.openxmlformats.org/markup-compatibility/2006" xmlns:p14="http://schemas.microsoft.com/office/powerpoint/2010/main">
        <mc:Choice Requires="p14">
          <p:contentPart p14:bwMode="auto" r:id="rId20">
            <p14:nvContentPartPr>
              <p14:cNvPr id="1053900" name="墨迹 1053899"/>
              <p14:cNvContentPartPr/>
              <p14:nvPr/>
            </p14:nvContentPartPr>
            <p14:xfrm>
              <a:off x="5752299" y="4369024"/>
              <a:ext cx="63207" cy="333897"/>
            </p14:xfrm>
          </p:contentPart>
        </mc:Choice>
        <mc:Fallback xmlns="">
          <p:sp>
            <p:nvSpPr>
              <p:cNvPr id="1053900" name=""/>
              <p:cNvSpPr/>
              <p:nvPr/>
            </p:nvSpPr>
            <p:spPr>
              <a:xfrm>
                <a:off x="5752299" y="4369024"/>
                <a:ext cx="63207" cy="333897"/>
              </a:xfrm>
            </p:spPr>
          </p:sp>
        </mc:Fallback>
      </mc:AlternateContent>
      <mc:AlternateContent xmlns:mc="http://schemas.openxmlformats.org/markup-compatibility/2006" xmlns:p14="http://schemas.microsoft.com/office/powerpoint/2010/main">
        <mc:Choice Requires="p14">
          <p:contentPart p14:bwMode="auto" r:id="rId21">
            <p14:nvContentPartPr>
              <p14:cNvPr id="1053901" name="墨迹 1053900"/>
              <p14:cNvContentPartPr/>
              <p14:nvPr/>
            </p14:nvContentPartPr>
            <p14:xfrm>
              <a:off x="5757385" y="4353520"/>
              <a:ext cx="260853" cy="393652"/>
            </p14:xfrm>
          </p:contentPart>
        </mc:Choice>
        <mc:Fallback xmlns="">
          <p:sp>
            <p:nvSpPr>
              <p:cNvPr id="1053901" name=""/>
              <p:cNvSpPr/>
              <p:nvPr/>
            </p:nvSpPr>
            <p:spPr>
              <a:xfrm>
                <a:off x="5757385" y="4353520"/>
                <a:ext cx="260853" cy="393652"/>
              </a:xfrm>
            </p:spPr>
          </p:sp>
        </mc:Fallback>
      </mc:AlternateContent>
      <mc:AlternateContent xmlns:mc="http://schemas.openxmlformats.org/markup-compatibility/2006" xmlns:p14="http://schemas.microsoft.com/office/powerpoint/2010/main">
        <mc:Choice Requires="p14">
          <p:contentPart p14:bwMode="auto" r:id="rId22">
            <p14:nvContentPartPr>
              <p14:cNvPr id="1053902" name="墨迹 1053901"/>
              <p14:cNvContentPartPr/>
              <p14:nvPr/>
            </p14:nvContentPartPr>
            <p14:xfrm>
              <a:off x="5806164" y="4391212"/>
              <a:ext cx="98551" cy="129049"/>
            </p14:xfrm>
          </p:contentPart>
        </mc:Choice>
        <mc:Fallback xmlns="">
          <p:sp>
            <p:nvSpPr>
              <p:cNvPr id="1053902" name=""/>
              <p:cNvSpPr/>
              <p:nvPr/>
            </p:nvSpPr>
            <p:spPr>
              <a:xfrm>
                <a:off x="5806164" y="4391212"/>
                <a:ext cx="98551" cy="129049"/>
              </a:xfrm>
            </p:spPr>
          </p:sp>
        </mc:Fallback>
      </mc:AlternateContent>
      <mc:AlternateContent xmlns:mc="http://schemas.openxmlformats.org/markup-compatibility/2006" xmlns:p14="http://schemas.microsoft.com/office/powerpoint/2010/main">
        <mc:Choice Requires="p14">
          <p:contentPart p14:bwMode="auto" r:id="rId23">
            <p14:nvContentPartPr>
              <p14:cNvPr id="1053903" name="墨迹 1053902"/>
              <p14:cNvContentPartPr/>
              <p14:nvPr/>
            </p14:nvContentPartPr>
            <p14:xfrm>
              <a:off x="5784066" y="4425443"/>
              <a:ext cx="178797" cy="171662"/>
            </p14:xfrm>
          </p:contentPart>
        </mc:Choice>
        <mc:Fallback xmlns="">
          <p:sp>
            <p:nvSpPr>
              <p:cNvPr id="1053903" name=""/>
              <p:cNvSpPr/>
              <p:nvPr/>
            </p:nvSpPr>
            <p:spPr>
              <a:xfrm>
                <a:off x="5784066" y="4425443"/>
                <a:ext cx="178797" cy="171662"/>
              </a:xfrm>
            </p:spPr>
          </p:sp>
        </mc:Fallback>
      </mc:AlternateContent>
      <mc:AlternateContent xmlns:mc="http://schemas.openxmlformats.org/markup-compatibility/2006" xmlns:p14="http://schemas.microsoft.com/office/powerpoint/2010/main">
        <mc:Choice Requires="p14">
          <p:contentPart p14:bwMode="auto" r:id="rId24">
            <p14:nvContentPartPr>
              <p14:cNvPr id="1053904" name="墨迹 1053903"/>
              <p14:cNvContentPartPr/>
              <p14:nvPr/>
            </p14:nvContentPartPr>
            <p14:xfrm>
              <a:off x="5837133" y="4478971"/>
              <a:ext cx="165262" cy="58968"/>
            </p14:xfrm>
          </p:contentPart>
        </mc:Choice>
        <mc:Fallback xmlns="">
          <p:sp>
            <p:nvSpPr>
              <p:cNvPr id="1053904" name=""/>
              <p:cNvSpPr/>
              <p:nvPr/>
            </p:nvSpPr>
            <p:spPr>
              <a:xfrm>
                <a:off x="5837133" y="4478971"/>
                <a:ext cx="165262" cy="58968"/>
              </a:xfrm>
            </p:spPr>
          </p:sp>
        </mc:Fallback>
      </mc:AlternateContent>
      <mc:AlternateContent xmlns:mc="http://schemas.openxmlformats.org/markup-compatibility/2006" xmlns:p14="http://schemas.microsoft.com/office/powerpoint/2010/main">
        <mc:Choice Requires="p14">
          <p:contentPart p14:bwMode="auto" r:id="rId25">
            <p14:nvContentPartPr>
              <p14:cNvPr id="1053905" name="墨迹 1053904"/>
              <p14:cNvContentPartPr/>
              <p14:nvPr/>
            </p14:nvContentPartPr>
            <p14:xfrm>
              <a:off x="5753313" y="4564411"/>
              <a:ext cx="296731" cy="190748"/>
            </p14:xfrm>
          </p:contentPart>
        </mc:Choice>
        <mc:Fallback xmlns="">
          <p:sp>
            <p:nvSpPr>
              <p:cNvPr id="1053905" name=""/>
              <p:cNvSpPr/>
              <p:nvPr/>
            </p:nvSpPr>
            <p:spPr>
              <a:xfrm>
                <a:off x="5753313" y="4564411"/>
                <a:ext cx="296731" cy="190748"/>
              </a:xfrm>
            </p:spPr>
          </p:sp>
        </mc:Fallback>
      </mc:AlternateContent>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189" name="Text Box 7"/>
          <p:cNvSpPr txBox="1">
            <a:spLocks noChangeArrowheads="1"/>
          </p:cNvSpPr>
          <p:nvPr/>
        </p:nvSpPr>
        <p:spPr bwMode="auto">
          <a:xfrm>
            <a:off x="2027238" y="1768475"/>
            <a:ext cx="8532812" cy="1282700"/>
          </a:xfrm>
          <a:prstGeom prst="rect">
            <a:avLst/>
          </a:prstGeom>
          <a:noFill/>
          <a:ln>
            <a:noFill/>
          </a:ln>
          <a:effectLst/>
        </p:spPr>
        <p:txBody>
          <a:bodyPr>
            <a:spAutoFit/>
          </a:bodyPr>
          <a:lstStyle/>
          <a:p>
            <a:pPr eaLnBrk="1" hangingPunct="1">
              <a:lnSpc>
                <a:spcPct val="130000"/>
              </a:lnSpc>
            </a:pP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sym typeface="Wingdings 2" panose="05020102010507070707" pitchFamily="18" charset="2"/>
              </a:rPr>
              <a:t> </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g</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在</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f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的下方：对于定义域内任意一点</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x</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，都有                    ，则称</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g</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在</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f</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的下方，记为              。</a:t>
            </a:r>
          </a:p>
          <a:p>
            <a:pPr eaLnBrk="1" hangingPunct="1">
              <a:lnSpc>
                <a:spcPct val="130000"/>
              </a:lnSpc>
            </a:pP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sym typeface="Wingdings 2" panose="05020102010507070707" pitchFamily="18" charset="2"/>
              </a:rPr>
              <a:t>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利用结构元素</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g</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对信号</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f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的腐蚀定义为：</a:t>
            </a:r>
          </a:p>
        </p:txBody>
      </p:sp>
      <p:graphicFrame>
        <p:nvGraphicFramePr>
          <p:cNvPr id="4194350" name="Object 8"/>
          <p:cNvGraphicFramePr>
            <a:graphicFrameLocks noChangeAspect="1"/>
          </p:cNvGraphicFramePr>
          <p:nvPr/>
        </p:nvGraphicFramePr>
        <p:xfrm>
          <a:off x="3143672" y="2233613"/>
          <a:ext cx="838200" cy="352425"/>
        </p:xfrm>
        <a:graphic>
          <a:graphicData uri="http://schemas.openxmlformats.org/presentationml/2006/ole">
            <mc:AlternateContent xmlns:mc="http://schemas.openxmlformats.org/markup-compatibility/2006">
              <mc:Choice xmlns:v="urn:schemas-microsoft-com:vml" Requires="v">
                <p:oleObj name="Equation" r:id="rId2" imgW="482391" imgH="203112" progId="Equation.3">
                  <p:embed/>
                </p:oleObj>
              </mc:Choice>
              <mc:Fallback>
                <p:oleObj name="Equation" r:id="rId2" imgW="482391" imgH="203112" progId="Equation.3">
                  <p:embed/>
                  <p:pic>
                    <p:nvPicPr>
                      <p:cNvPr id="2097249" name="Object 8"/>
                      <p:cNvPicPr>
                        <a:picLocks noChangeAspect="1" noChangeArrowheads="1"/>
                      </p:cNvPicPr>
                      <p:nvPr/>
                    </p:nvPicPr>
                    <p:blipFill>
                      <a:blip r:embed="rId3"/>
                      <a:srcRect/>
                      <a:stretch>
                        <a:fillRect/>
                      </a:stretch>
                    </p:blipFill>
                    <p:spPr bwMode="auto">
                      <a:xfrm>
                        <a:off x="3143672" y="2233613"/>
                        <a:ext cx="838200" cy="352425"/>
                      </a:xfrm>
                      <a:prstGeom prst="rect">
                        <a:avLst/>
                      </a:prstGeom>
                      <a:solidFill>
                        <a:srgbClr val="C0C0C0"/>
                      </a:solidFill>
                      <a:ln>
                        <a:noFill/>
                      </a:ln>
                      <a:effectLst/>
                    </p:spPr>
                  </p:pic>
                </p:oleObj>
              </mc:Fallback>
            </mc:AlternateContent>
          </a:graphicData>
        </a:graphic>
      </p:graphicFrame>
      <p:graphicFrame>
        <p:nvGraphicFramePr>
          <p:cNvPr id="4194351" name="Object 9"/>
          <p:cNvGraphicFramePr>
            <a:graphicFrameLocks noChangeAspect="1"/>
          </p:cNvGraphicFramePr>
          <p:nvPr/>
        </p:nvGraphicFramePr>
        <p:xfrm>
          <a:off x="7329264" y="1905000"/>
          <a:ext cx="1143000" cy="300038"/>
        </p:xfrm>
        <a:graphic>
          <a:graphicData uri="http://schemas.openxmlformats.org/presentationml/2006/ole">
            <mc:AlternateContent xmlns:mc="http://schemas.openxmlformats.org/markup-compatibility/2006">
              <mc:Choice xmlns:v="urn:schemas-microsoft-com:vml" Requires="v">
                <p:oleObj name="Microsoft Equation 3.0" r:id="rId4" imgW="774364" imgH="203112" progId="Equation.3">
                  <p:embed/>
                </p:oleObj>
              </mc:Choice>
              <mc:Fallback>
                <p:oleObj name="Microsoft Equation 3.0" r:id="rId4" imgW="774364" imgH="203112" progId="Equation.3">
                  <p:embed/>
                  <p:pic>
                    <p:nvPicPr>
                      <p:cNvPr id="2097250" name="Object 9"/>
                      <p:cNvPicPr>
                        <a:picLocks noChangeAspect="1" noChangeArrowheads="1"/>
                      </p:cNvPicPr>
                      <p:nvPr/>
                    </p:nvPicPr>
                    <p:blipFill>
                      <a:blip r:embed="rId5"/>
                      <a:srcRect/>
                      <a:stretch>
                        <a:fillRect/>
                      </a:stretch>
                    </p:blipFill>
                    <p:spPr bwMode="auto">
                      <a:xfrm>
                        <a:off x="7329264" y="1905000"/>
                        <a:ext cx="1143000" cy="300038"/>
                      </a:xfrm>
                      <a:prstGeom prst="rect">
                        <a:avLst/>
                      </a:prstGeom>
                      <a:solidFill>
                        <a:srgbClr val="C0C0C0"/>
                      </a:solidFill>
                      <a:ln>
                        <a:noFill/>
                      </a:ln>
                      <a:effectLst/>
                    </p:spPr>
                  </p:pic>
                </p:oleObj>
              </mc:Fallback>
            </mc:AlternateContent>
          </a:graphicData>
        </a:graphic>
      </p:graphicFrame>
      <p:graphicFrame>
        <p:nvGraphicFramePr>
          <p:cNvPr id="4194352" name="Object 5"/>
          <p:cNvGraphicFramePr>
            <a:graphicFrameLocks noChangeAspect="1"/>
          </p:cNvGraphicFramePr>
          <p:nvPr/>
        </p:nvGraphicFramePr>
        <p:xfrm>
          <a:off x="3475038" y="3092450"/>
          <a:ext cx="4268787" cy="469900"/>
        </p:xfrm>
        <a:graphic>
          <a:graphicData uri="http://schemas.openxmlformats.org/presentationml/2006/ole">
            <mc:AlternateContent xmlns:mc="http://schemas.openxmlformats.org/markup-compatibility/2006">
              <mc:Choice xmlns:v="urn:schemas-microsoft-com:vml" Requires="v">
                <p:oleObj name="Equation" r:id="rId6" imgW="2082800" imgH="228600" progId="Equation.DSMT4">
                  <p:embed/>
                </p:oleObj>
              </mc:Choice>
              <mc:Fallback>
                <p:oleObj name="Equation" r:id="rId6" imgW="2082800" imgH="228600" progId="Equation.DSMT4">
                  <p:embed/>
                  <p:pic>
                    <p:nvPicPr>
                      <p:cNvPr id="2097251" name="Object 5"/>
                      <p:cNvPicPr>
                        <a:picLocks noChangeAspect="1" noChangeArrowheads="1"/>
                      </p:cNvPicPr>
                      <p:nvPr/>
                    </p:nvPicPr>
                    <p:blipFill>
                      <a:blip r:embed="rId7"/>
                      <a:srcRect/>
                      <a:stretch>
                        <a:fillRect/>
                      </a:stretch>
                    </p:blipFill>
                    <p:spPr bwMode="auto">
                      <a:xfrm>
                        <a:off x="3475038" y="3092450"/>
                        <a:ext cx="4268787" cy="469900"/>
                      </a:xfrm>
                      <a:prstGeom prst="rect">
                        <a:avLst/>
                      </a:prstGeom>
                      <a:solidFill>
                        <a:srgbClr val="C0C0C0"/>
                      </a:solidFill>
                      <a:ln>
                        <a:noFill/>
                      </a:ln>
                      <a:effectLst/>
                    </p:spPr>
                  </p:pic>
                </p:oleObj>
              </mc:Fallback>
            </mc:AlternateContent>
          </a:graphicData>
        </a:graphic>
      </p:graphicFrame>
      <p:grpSp>
        <p:nvGrpSpPr>
          <p:cNvPr id="587" name="Group 83"/>
          <p:cNvGrpSpPr/>
          <p:nvPr/>
        </p:nvGrpSpPr>
        <p:grpSpPr bwMode="auto">
          <a:xfrm>
            <a:off x="2619388" y="4059784"/>
            <a:ext cx="6678613" cy="2073275"/>
            <a:chOff x="768" y="2880"/>
            <a:chExt cx="4207" cy="1306"/>
          </a:xfrm>
        </p:grpSpPr>
        <p:grpSp>
          <p:nvGrpSpPr>
            <p:cNvPr id="588" name="Group 20"/>
            <p:cNvGrpSpPr/>
            <p:nvPr/>
          </p:nvGrpSpPr>
          <p:grpSpPr bwMode="auto">
            <a:xfrm>
              <a:off x="1920" y="2880"/>
              <a:ext cx="1139" cy="1026"/>
              <a:chOff x="1968" y="2880"/>
              <a:chExt cx="1139" cy="1026"/>
            </a:xfrm>
          </p:grpSpPr>
          <p:grpSp>
            <p:nvGrpSpPr>
              <p:cNvPr id="589" name="Group 21"/>
              <p:cNvGrpSpPr/>
              <p:nvPr/>
            </p:nvGrpSpPr>
            <p:grpSpPr bwMode="auto">
              <a:xfrm>
                <a:off x="1968" y="2880"/>
                <a:ext cx="1139" cy="1008"/>
                <a:chOff x="1488" y="3024"/>
                <a:chExt cx="1296" cy="1152"/>
              </a:xfrm>
            </p:grpSpPr>
            <p:grpSp>
              <p:nvGrpSpPr>
                <p:cNvPr id="590" name="Group 22"/>
                <p:cNvGrpSpPr/>
                <p:nvPr/>
              </p:nvGrpSpPr>
              <p:grpSpPr bwMode="auto">
                <a:xfrm>
                  <a:off x="1488" y="3888"/>
                  <a:ext cx="1296" cy="48"/>
                  <a:chOff x="1824" y="3936"/>
                  <a:chExt cx="1296" cy="48"/>
                </a:xfrm>
              </p:grpSpPr>
              <p:sp>
                <p:nvSpPr>
                  <p:cNvPr id="1052190" name="Line 23"/>
                  <p:cNvSpPr>
                    <a:spLocks noChangeShapeType="1"/>
                  </p:cNvSpPr>
                  <p:nvPr/>
                </p:nvSpPr>
                <p:spPr bwMode="auto">
                  <a:xfrm>
                    <a:off x="1824" y="3984"/>
                    <a:ext cx="1296" cy="0"/>
                  </a:xfrm>
                  <a:prstGeom prst="line">
                    <a:avLst/>
                  </a:prstGeom>
                  <a:noFill/>
                  <a:ln w="9525">
                    <a:solidFill>
                      <a:schemeClr val="tx1"/>
                    </a:solidFill>
                    <a:miter lim="800000"/>
                    <a:headEnd/>
                    <a:tailEnd/>
                  </a:ln>
                  <a:effectLst/>
                </p:spPr>
                <p:txBody>
                  <a:bodyPr wrap="none"/>
                  <a:lstStyle/>
                  <a:p>
                    <a:endParaRPr lang="zh-CN" altLang="en-US"/>
                  </a:p>
                </p:txBody>
              </p:sp>
              <p:sp>
                <p:nvSpPr>
                  <p:cNvPr id="1052191" name="Line 24"/>
                  <p:cNvSpPr>
                    <a:spLocks noChangeShapeType="1"/>
                  </p:cNvSpPr>
                  <p:nvPr/>
                </p:nvSpPr>
                <p:spPr bwMode="auto">
                  <a:xfrm>
                    <a:off x="2016" y="3936"/>
                    <a:ext cx="0" cy="48"/>
                  </a:xfrm>
                  <a:prstGeom prst="line">
                    <a:avLst/>
                  </a:prstGeom>
                  <a:noFill/>
                  <a:ln w="9525">
                    <a:solidFill>
                      <a:schemeClr val="tx1"/>
                    </a:solidFill>
                    <a:miter lim="800000"/>
                    <a:headEnd/>
                    <a:tailEnd/>
                  </a:ln>
                  <a:effectLst/>
                </p:spPr>
                <p:txBody>
                  <a:bodyPr wrap="none"/>
                  <a:lstStyle/>
                  <a:p>
                    <a:endParaRPr lang="zh-CN" altLang="en-US"/>
                  </a:p>
                </p:txBody>
              </p:sp>
              <p:sp>
                <p:nvSpPr>
                  <p:cNvPr id="1052192" name="Line 25"/>
                  <p:cNvSpPr>
                    <a:spLocks noChangeShapeType="1"/>
                  </p:cNvSpPr>
                  <p:nvPr/>
                </p:nvSpPr>
                <p:spPr bwMode="auto">
                  <a:xfrm>
                    <a:off x="2208" y="3936"/>
                    <a:ext cx="0" cy="48"/>
                  </a:xfrm>
                  <a:prstGeom prst="line">
                    <a:avLst/>
                  </a:prstGeom>
                  <a:noFill/>
                  <a:ln w="9525">
                    <a:solidFill>
                      <a:schemeClr val="tx1"/>
                    </a:solidFill>
                    <a:miter lim="800000"/>
                    <a:headEnd/>
                    <a:tailEnd/>
                  </a:ln>
                  <a:effectLst/>
                </p:spPr>
                <p:txBody>
                  <a:bodyPr wrap="none"/>
                  <a:lstStyle/>
                  <a:p>
                    <a:endParaRPr lang="zh-CN" altLang="en-US"/>
                  </a:p>
                </p:txBody>
              </p:sp>
              <p:sp>
                <p:nvSpPr>
                  <p:cNvPr id="1052193" name="Line 26"/>
                  <p:cNvSpPr>
                    <a:spLocks noChangeShapeType="1"/>
                  </p:cNvSpPr>
                  <p:nvPr/>
                </p:nvSpPr>
                <p:spPr bwMode="auto">
                  <a:xfrm>
                    <a:off x="2400" y="3936"/>
                    <a:ext cx="0" cy="48"/>
                  </a:xfrm>
                  <a:prstGeom prst="line">
                    <a:avLst/>
                  </a:prstGeom>
                  <a:noFill/>
                  <a:ln w="9525">
                    <a:solidFill>
                      <a:schemeClr val="tx1"/>
                    </a:solidFill>
                    <a:miter lim="800000"/>
                    <a:headEnd/>
                    <a:tailEnd/>
                  </a:ln>
                  <a:effectLst/>
                </p:spPr>
                <p:txBody>
                  <a:bodyPr wrap="none"/>
                  <a:lstStyle/>
                  <a:p>
                    <a:endParaRPr lang="zh-CN" altLang="en-US"/>
                  </a:p>
                </p:txBody>
              </p:sp>
              <p:sp>
                <p:nvSpPr>
                  <p:cNvPr id="1052194" name="Line 27"/>
                  <p:cNvSpPr>
                    <a:spLocks noChangeShapeType="1"/>
                  </p:cNvSpPr>
                  <p:nvPr/>
                </p:nvSpPr>
                <p:spPr bwMode="auto">
                  <a:xfrm>
                    <a:off x="2592" y="3936"/>
                    <a:ext cx="0" cy="48"/>
                  </a:xfrm>
                  <a:prstGeom prst="line">
                    <a:avLst/>
                  </a:prstGeom>
                  <a:noFill/>
                  <a:ln w="9525">
                    <a:solidFill>
                      <a:schemeClr val="tx1"/>
                    </a:solidFill>
                    <a:miter lim="800000"/>
                    <a:headEnd/>
                    <a:tailEnd/>
                  </a:ln>
                  <a:effectLst/>
                </p:spPr>
                <p:txBody>
                  <a:bodyPr wrap="none"/>
                  <a:lstStyle/>
                  <a:p>
                    <a:endParaRPr lang="zh-CN" altLang="en-US"/>
                  </a:p>
                </p:txBody>
              </p:sp>
              <p:sp>
                <p:nvSpPr>
                  <p:cNvPr id="1052195" name="Line 28"/>
                  <p:cNvSpPr>
                    <a:spLocks noChangeShapeType="1"/>
                  </p:cNvSpPr>
                  <p:nvPr/>
                </p:nvSpPr>
                <p:spPr bwMode="auto">
                  <a:xfrm>
                    <a:off x="2784" y="3936"/>
                    <a:ext cx="0" cy="48"/>
                  </a:xfrm>
                  <a:prstGeom prst="line">
                    <a:avLst/>
                  </a:prstGeom>
                  <a:noFill/>
                  <a:ln w="9525">
                    <a:solidFill>
                      <a:schemeClr val="tx1"/>
                    </a:solidFill>
                    <a:miter lim="800000"/>
                    <a:headEnd/>
                    <a:tailEnd/>
                  </a:ln>
                  <a:effectLst/>
                </p:spPr>
                <p:txBody>
                  <a:bodyPr wrap="none"/>
                  <a:lstStyle/>
                  <a:p>
                    <a:endParaRPr lang="zh-CN" altLang="en-US"/>
                  </a:p>
                </p:txBody>
              </p:sp>
              <p:sp>
                <p:nvSpPr>
                  <p:cNvPr id="1052196" name="Line 29"/>
                  <p:cNvSpPr>
                    <a:spLocks noChangeShapeType="1"/>
                  </p:cNvSpPr>
                  <p:nvPr/>
                </p:nvSpPr>
                <p:spPr bwMode="auto">
                  <a:xfrm>
                    <a:off x="2976" y="3936"/>
                    <a:ext cx="0" cy="48"/>
                  </a:xfrm>
                  <a:prstGeom prst="line">
                    <a:avLst/>
                  </a:prstGeom>
                  <a:noFill/>
                  <a:ln w="9525">
                    <a:solidFill>
                      <a:schemeClr val="tx1"/>
                    </a:solidFill>
                    <a:miter lim="800000"/>
                    <a:headEnd/>
                    <a:tailEnd/>
                  </a:ln>
                  <a:effectLst/>
                </p:spPr>
                <p:txBody>
                  <a:bodyPr wrap="none"/>
                  <a:lstStyle/>
                  <a:p>
                    <a:endParaRPr lang="zh-CN" altLang="en-US"/>
                  </a:p>
                </p:txBody>
              </p:sp>
            </p:grpSp>
            <p:sp>
              <p:nvSpPr>
                <p:cNvPr id="1052197" name="Line 30"/>
                <p:cNvSpPr>
                  <a:spLocks noChangeShapeType="1"/>
                </p:cNvSpPr>
                <p:nvPr/>
              </p:nvSpPr>
              <p:spPr bwMode="auto">
                <a:xfrm>
                  <a:off x="1488" y="3024"/>
                  <a:ext cx="0" cy="1152"/>
                </a:xfrm>
                <a:prstGeom prst="line">
                  <a:avLst/>
                </a:prstGeom>
                <a:noFill/>
                <a:ln w="9525">
                  <a:solidFill>
                    <a:schemeClr val="tx1"/>
                  </a:solidFill>
                  <a:miter lim="800000"/>
                  <a:headEnd/>
                  <a:tailEnd/>
                </a:ln>
                <a:effectLst/>
              </p:spPr>
              <p:txBody>
                <a:bodyPr wrap="none"/>
                <a:lstStyle/>
                <a:p>
                  <a:endParaRPr lang="zh-CN" altLang="en-US"/>
                </a:p>
              </p:txBody>
            </p:sp>
            <p:sp>
              <p:nvSpPr>
                <p:cNvPr id="1052198" name="Line 31"/>
                <p:cNvSpPr>
                  <a:spLocks noChangeShapeType="1"/>
                </p:cNvSpPr>
                <p:nvPr/>
              </p:nvSpPr>
              <p:spPr bwMode="auto">
                <a:xfrm>
                  <a:off x="1488" y="3744"/>
                  <a:ext cx="48" cy="0"/>
                </a:xfrm>
                <a:prstGeom prst="line">
                  <a:avLst/>
                </a:prstGeom>
                <a:noFill/>
                <a:ln w="9525">
                  <a:solidFill>
                    <a:schemeClr val="tx1"/>
                  </a:solidFill>
                  <a:miter lim="800000"/>
                  <a:headEnd/>
                  <a:tailEnd/>
                </a:ln>
                <a:effectLst/>
              </p:spPr>
              <p:txBody>
                <a:bodyPr wrap="none"/>
                <a:lstStyle/>
                <a:p>
                  <a:endParaRPr lang="zh-CN" altLang="en-US"/>
                </a:p>
              </p:txBody>
            </p:sp>
            <p:sp>
              <p:nvSpPr>
                <p:cNvPr id="1052199" name="Line 32"/>
                <p:cNvSpPr>
                  <a:spLocks noChangeShapeType="1"/>
                </p:cNvSpPr>
                <p:nvPr/>
              </p:nvSpPr>
              <p:spPr bwMode="auto">
                <a:xfrm flipV="1">
                  <a:off x="1488" y="3552"/>
                  <a:ext cx="48" cy="0"/>
                </a:xfrm>
                <a:prstGeom prst="line">
                  <a:avLst/>
                </a:prstGeom>
                <a:noFill/>
                <a:ln w="9525">
                  <a:solidFill>
                    <a:schemeClr val="tx1"/>
                  </a:solidFill>
                  <a:miter lim="800000"/>
                  <a:headEnd/>
                  <a:tailEnd/>
                </a:ln>
                <a:effectLst/>
              </p:spPr>
              <p:txBody>
                <a:bodyPr wrap="none"/>
                <a:lstStyle/>
                <a:p>
                  <a:endParaRPr lang="zh-CN" altLang="en-US"/>
                </a:p>
              </p:txBody>
            </p:sp>
            <p:sp>
              <p:nvSpPr>
                <p:cNvPr id="1052200" name="Line 33"/>
                <p:cNvSpPr>
                  <a:spLocks noChangeShapeType="1"/>
                </p:cNvSpPr>
                <p:nvPr/>
              </p:nvSpPr>
              <p:spPr bwMode="auto">
                <a:xfrm flipV="1">
                  <a:off x="1488" y="3360"/>
                  <a:ext cx="48" cy="0"/>
                </a:xfrm>
                <a:prstGeom prst="line">
                  <a:avLst/>
                </a:prstGeom>
                <a:noFill/>
                <a:ln w="9525">
                  <a:solidFill>
                    <a:schemeClr val="tx1"/>
                  </a:solidFill>
                  <a:miter lim="800000"/>
                  <a:headEnd/>
                  <a:tailEnd/>
                </a:ln>
                <a:effectLst/>
              </p:spPr>
              <p:txBody>
                <a:bodyPr wrap="none"/>
                <a:lstStyle/>
                <a:p>
                  <a:endParaRPr lang="zh-CN" altLang="en-US"/>
                </a:p>
              </p:txBody>
            </p:sp>
            <p:sp>
              <p:nvSpPr>
                <p:cNvPr id="1052201" name="Line 34"/>
                <p:cNvSpPr>
                  <a:spLocks noChangeShapeType="1"/>
                </p:cNvSpPr>
                <p:nvPr/>
              </p:nvSpPr>
              <p:spPr bwMode="auto">
                <a:xfrm flipV="1">
                  <a:off x="1488" y="3168"/>
                  <a:ext cx="48" cy="0"/>
                </a:xfrm>
                <a:prstGeom prst="line">
                  <a:avLst/>
                </a:prstGeom>
                <a:noFill/>
                <a:ln w="9525">
                  <a:solidFill>
                    <a:schemeClr val="tx1"/>
                  </a:solidFill>
                  <a:miter lim="800000"/>
                  <a:headEnd/>
                  <a:tailEnd/>
                </a:ln>
                <a:effectLst/>
              </p:spPr>
              <p:txBody>
                <a:bodyPr wrap="none"/>
                <a:lstStyle/>
                <a:p>
                  <a:endParaRPr lang="zh-CN" altLang="en-US"/>
                </a:p>
              </p:txBody>
            </p:sp>
            <p:sp>
              <p:nvSpPr>
                <p:cNvPr id="1052202" name="Line 35"/>
                <p:cNvSpPr>
                  <a:spLocks noChangeShapeType="1"/>
                </p:cNvSpPr>
                <p:nvPr/>
              </p:nvSpPr>
              <p:spPr bwMode="auto">
                <a:xfrm>
                  <a:off x="1488" y="4128"/>
                  <a:ext cx="48" cy="0"/>
                </a:xfrm>
                <a:prstGeom prst="line">
                  <a:avLst/>
                </a:prstGeom>
                <a:noFill/>
                <a:ln w="9525">
                  <a:solidFill>
                    <a:schemeClr val="tx1"/>
                  </a:solidFill>
                  <a:miter lim="800000"/>
                  <a:headEnd/>
                  <a:tailEnd/>
                </a:ln>
                <a:effectLst/>
              </p:spPr>
              <p:txBody>
                <a:bodyPr wrap="none"/>
                <a:lstStyle/>
                <a:p>
                  <a:endParaRPr lang="zh-CN" altLang="en-US"/>
                </a:p>
              </p:txBody>
            </p:sp>
            <p:grpSp>
              <p:nvGrpSpPr>
                <p:cNvPr id="591" name="Group 36"/>
                <p:cNvGrpSpPr/>
                <p:nvPr/>
              </p:nvGrpSpPr>
              <p:grpSpPr bwMode="auto">
                <a:xfrm>
                  <a:off x="1680" y="3168"/>
                  <a:ext cx="768" cy="768"/>
                  <a:chOff x="2016" y="3216"/>
                  <a:chExt cx="768" cy="768"/>
                </a:xfrm>
              </p:grpSpPr>
              <p:sp>
                <p:nvSpPr>
                  <p:cNvPr id="1052203" name="Line 37"/>
                  <p:cNvSpPr>
                    <a:spLocks noChangeShapeType="1"/>
                  </p:cNvSpPr>
                  <p:nvPr/>
                </p:nvSpPr>
                <p:spPr bwMode="auto">
                  <a:xfrm flipV="1">
                    <a:off x="2016" y="3216"/>
                    <a:ext cx="192" cy="768"/>
                  </a:xfrm>
                  <a:prstGeom prst="line">
                    <a:avLst/>
                  </a:prstGeom>
                  <a:noFill/>
                  <a:ln w="22225">
                    <a:solidFill>
                      <a:schemeClr val="tx1"/>
                    </a:solidFill>
                    <a:miter lim="800000"/>
                    <a:headEnd/>
                    <a:tailEnd/>
                  </a:ln>
                  <a:effectLst/>
                </p:spPr>
                <p:txBody>
                  <a:bodyPr wrap="none"/>
                  <a:lstStyle/>
                  <a:p>
                    <a:endParaRPr lang="zh-CN" altLang="en-US"/>
                  </a:p>
                </p:txBody>
              </p:sp>
              <p:sp>
                <p:nvSpPr>
                  <p:cNvPr id="1052204" name="Line 38"/>
                  <p:cNvSpPr>
                    <a:spLocks noChangeShapeType="1"/>
                  </p:cNvSpPr>
                  <p:nvPr/>
                </p:nvSpPr>
                <p:spPr bwMode="auto">
                  <a:xfrm>
                    <a:off x="2208" y="3216"/>
                    <a:ext cx="192" cy="768"/>
                  </a:xfrm>
                  <a:prstGeom prst="line">
                    <a:avLst/>
                  </a:prstGeom>
                  <a:noFill/>
                  <a:ln w="22225">
                    <a:solidFill>
                      <a:schemeClr val="tx1"/>
                    </a:solidFill>
                    <a:miter lim="800000"/>
                    <a:headEnd/>
                    <a:tailEnd/>
                  </a:ln>
                  <a:effectLst/>
                </p:spPr>
                <p:txBody>
                  <a:bodyPr wrap="none"/>
                  <a:lstStyle/>
                  <a:p>
                    <a:endParaRPr lang="zh-CN" altLang="en-US"/>
                  </a:p>
                </p:txBody>
              </p:sp>
              <p:sp>
                <p:nvSpPr>
                  <p:cNvPr id="1052205" name="Line 39"/>
                  <p:cNvSpPr>
                    <a:spLocks noChangeShapeType="1"/>
                  </p:cNvSpPr>
                  <p:nvPr/>
                </p:nvSpPr>
                <p:spPr bwMode="auto">
                  <a:xfrm flipV="1">
                    <a:off x="2400" y="3216"/>
                    <a:ext cx="192" cy="768"/>
                  </a:xfrm>
                  <a:prstGeom prst="line">
                    <a:avLst/>
                  </a:prstGeom>
                  <a:noFill/>
                  <a:ln w="22225">
                    <a:solidFill>
                      <a:schemeClr val="tx1"/>
                    </a:solidFill>
                    <a:miter lim="800000"/>
                    <a:headEnd/>
                    <a:tailEnd/>
                  </a:ln>
                  <a:effectLst/>
                </p:spPr>
                <p:txBody>
                  <a:bodyPr wrap="none"/>
                  <a:lstStyle/>
                  <a:p>
                    <a:endParaRPr lang="zh-CN" altLang="en-US"/>
                  </a:p>
                </p:txBody>
              </p:sp>
              <p:sp>
                <p:nvSpPr>
                  <p:cNvPr id="1052206" name="Line 40"/>
                  <p:cNvSpPr>
                    <a:spLocks noChangeShapeType="1"/>
                  </p:cNvSpPr>
                  <p:nvPr/>
                </p:nvSpPr>
                <p:spPr bwMode="auto">
                  <a:xfrm>
                    <a:off x="2592" y="3216"/>
                    <a:ext cx="192" cy="768"/>
                  </a:xfrm>
                  <a:prstGeom prst="line">
                    <a:avLst/>
                  </a:prstGeom>
                  <a:noFill/>
                  <a:ln w="22225">
                    <a:solidFill>
                      <a:schemeClr val="tx1"/>
                    </a:solidFill>
                    <a:miter lim="800000"/>
                    <a:headEnd/>
                    <a:tailEnd/>
                  </a:ln>
                  <a:effectLst/>
                </p:spPr>
                <p:txBody>
                  <a:bodyPr wrap="none"/>
                  <a:lstStyle/>
                  <a:p>
                    <a:endParaRPr lang="zh-CN" altLang="en-US"/>
                  </a:p>
                </p:txBody>
              </p:sp>
            </p:grpSp>
          </p:grpSp>
          <p:sp>
            <p:nvSpPr>
              <p:cNvPr id="1052207" name="Text Box 41"/>
              <p:cNvSpPr txBox="1">
                <a:spLocks noChangeArrowheads="1"/>
              </p:cNvSpPr>
              <p:nvPr/>
            </p:nvSpPr>
            <p:spPr bwMode="auto">
              <a:xfrm>
                <a:off x="2925" y="3654"/>
                <a:ext cx="161" cy="25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t</a:t>
                </a:r>
              </a:p>
            </p:txBody>
          </p:sp>
          <p:sp>
            <p:nvSpPr>
              <p:cNvPr id="1052208" name="Text Box 42"/>
              <p:cNvSpPr txBox="1">
                <a:spLocks noChangeArrowheads="1"/>
              </p:cNvSpPr>
              <p:nvPr/>
            </p:nvSpPr>
            <p:spPr bwMode="auto">
              <a:xfrm>
                <a:off x="2906" y="3121"/>
                <a:ext cx="185" cy="252"/>
              </a:xfrm>
              <a:prstGeom prst="rect">
                <a:avLst/>
              </a:prstGeom>
              <a:noFill/>
              <a:ln>
                <a:noFill/>
              </a:ln>
              <a:effec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f</a:t>
                </a:r>
              </a:p>
            </p:txBody>
          </p:sp>
        </p:grpSp>
        <p:grpSp>
          <p:nvGrpSpPr>
            <p:cNvPr id="592" name="Group 81"/>
            <p:cNvGrpSpPr/>
            <p:nvPr/>
          </p:nvGrpSpPr>
          <p:grpSpPr bwMode="auto">
            <a:xfrm>
              <a:off x="768" y="3024"/>
              <a:ext cx="548" cy="630"/>
              <a:chOff x="768" y="3024"/>
              <a:chExt cx="548" cy="630"/>
            </a:xfrm>
          </p:grpSpPr>
          <p:sp>
            <p:nvSpPr>
              <p:cNvPr id="1052209" name="Line 11"/>
              <p:cNvSpPr>
                <a:spLocks noChangeShapeType="1"/>
              </p:cNvSpPr>
              <p:nvPr/>
            </p:nvSpPr>
            <p:spPr bwMode="auto">
              <a:xfrm>
                <a:off x="768" y="3486"/>
                <a:ext cx="548"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210" name="Line 12"/>
              <p:cNvSpPr>
                <a:spLocks noChangeShapeType="1"/>
              </p:cNvSpPr>
              <p:nvPr/>
            </p:nvSpPr>
            <p:spPr bwMode="auto">
              <a:xfrm flipV="1">
                <a:off x="1021" y="3024"/>
                <a:ext cx="0" cy="462"/>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211" name="Oval 13"/>
              <p:cNvSpPr>
                <a:spLocks noChangeArrowheads="1"/>
              </p:cNvSpPr>
              <p:nvPr/>
            </p:nvSpPr>
            <p:spPr bwMode="auto">
              <a:xfrm>
                <a:off x="937" y="3402"/>
                <a:ext cx="168" cy="168"/>
              </a:xfrm>
              <a:prstGeom prst="ellipse">
                <a:avLst/>
              </a:prstGeom>
              <a:noFill/>
              <a:ln w="222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212" name="Line 14"/>
              <p:cNvSpPr>
                <a:spLocks noChangeShapeType="1"/>
              </p:cNvSpPr>
              <p:nvPr/>
            </p:nvSpPr>
            <p:spPr bwMode="auto">
              <a:xfrm>
                <a:off x="1021" y="3318"/>
                <a:ext cx="42" cy="0"/>
              </a:xfrm>
              <a:prstGeom prst="line">
                <a:avLst/>
              </a:prstGeom>
              <a:noFill/>
              <a:ln w="9525">
                <a:solidFill>
                  <a:schemeClr val="tx1"/>
                </a:solidFill>
                <a:miter lim="800000"/>
                <a:headEnd/>
                <a:tailEnd/>
              </a:ln>
              <a:effectLst/>
            </p:spPr>
            <p:txBody>
              <a:bodyPr wrap="none"/>
              <a:lstStyle/>
              <a:p>
                <a:endParaRPr lang="zh-CN" altLang="en-US"/>
              </a:p>
            </p:txBody>
          </p:sp>
          <p:sp>
            <p:nvSpPr>
              <p:cNvPr id="1052213" name="Line 15"/>
              <p:cNvSpPr>
                <a:spLocks noChangeShapeType="1"/>
              </p:cNvSpPr>
              <p:nvPr/>
            </p:nvSpPr>
            <p:spPr bwMode="auto">
              <a:xfrm>
                <a:off x="1021" y="3150"/>
                <a:ext cx="42" cy="0"/>
              </a:xfrm>
              <a:prstGeom prst="line">
                <a:avLst/>
              </a:prstGeom>
              <a:noFill/>
              <a:ln w="9525">
                <a:solidFill>
                  <a:schemeClr val="tx1"/>
                </a:solidFill>
                <a:miter lim="800000"/>
                <a:headEnd/>
                <a:tailEnd/>
              </a:ln>
              <a:effectLst/>
            </p:spPr>
            <p:txBody>
              <a:bodyPr wrap="none"/>
              <a:lstStyle/>
              <a:p>
                <a:endParaRPr lang="zh-CN" altLang="en-US"/>
              </a:p>
            </p:txBody>
          </p:sp>
          <p:sp>
            <p:nvSpPr>
              <p:cNvPr id="1052214" name="Line 16"/>
              <p:cNvSpPr>
                <a:spLocks noChangeShapeType="1"/>
              </p:cNvSpPr>
              <p:nvPr/>
            </p:nvSpPr>
            <p:spPr bwMode="auto">
              <a:xfrm>
                <a:off x="852" y="3444"/>
                <a:ext cx="0" cy="42"/>
              </a:xfrm>
              <a:prstGeom prst="line">
                <a:avLst/>
              </a:prstGeom>
              <a:noFill/>
              <a:ln w="9525">
                <a:solidFill>
                  <a:schemeClr val="tx1"/>
                </a:solidFill>
                <a:miter lim="800000"/>
                <a:headEnd/>
                <a:tailEnd/>
              </a:ln>
              <a:effectLst/>
            </p:spPr>
            <p:txBody>
              <a:bodyPr wrap="none"/>
              <a:lstStyle/>
              <a:p>
                <a:endParaRPr lang="zh-CN" altLang="en-US"/>
              </a:p>
            </p:txBody>
          </p:sp>
          <p:sp>
            <p:nvSpPr>
              <p:cNvPr id="1052215" name="Line 17"/>
              <p:cNvSpPr>
                <a:spLocks noChangeShapeType="1"/>
              </p:cNvSpPr>
              <p:nvPr/>
            </p:nvSpPr>
            <p:spPr bwMode="auto">
              <a:xfrm>
                <a:off x="1190" y="3444"/>
                <a:ext cx="0" cy="42"/>
              </a:xfrm>
              <a:prstGeom prst="line">
                <a:avLst/>
              </a:prstGeom>
              <a:noFill/>
              <a:ln w="9525">
                <a:solidFill>
                  <a:schemeClr val="tx1"/>
                </a:solidFill>
                <a:miter lim="800000"/>
                <a:headEnd/>
                <a:tailEnd/>
              </a:ln>
              <a:effectLst/>
            </p:spPr>
            <p:txBody>
              <a:bodyPr wrap="none"/>
              <a:lstStyle/>
              <a:p>
                <a:endParaRPr lang="zh-CN" altLang="en-US"/>
              </a:p>
            </p:txBody>
          </p:sp>
          <p:sp>
            <p:nvSpPr>
              <p:cNvPr id="1052216" name="Rectangle 18"/>
              <p:cNvSpPr>
                <a:spLocks noChangeArrowheads="1"/>
              </p:cNvSpPr>
              <p:nvPr/>
            </p:nvSpPr>
            <p:spPr bwMode="auto">
              <a:xfrm>
                <a:off x="894" y="3486"/>
                <a:ext cx="253" cy="168"/>
              </a:xfrm>
              <a:prstGeom prst="rect">
                <a:avLst/>
              </a:prstGeom>
              <a:solidFill>
                <a:srgbClr val="F5F5F5"/>
              </a:solid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217" name="Line 19"/>
              <p:cNvSpPr>
                <a:spLocks noChangeShapeType="1"/>
              </p:cNvSpPr>
              <p:nvPr/>
            </p:nvSpPr>
            <p:spPr bwMode="auto">
              <a:xfrm>
                <a:off x="852" y="3486"/>
                <a:ext cx="422" cy="0"/>
              </a:xfrm>
              <a:prstGeom prst="line">
                <a:avLst/>
              </a:prstGeom>
              <a:noFill/>
              <a:ln w="9525">
                <a:solidFill>
                  <a:schemeClr val="tx1"/>
                </a:solidFill>
                <a:miter lim="800000"/>
                <a:headEnd/>
                <a:tailEnd/>
              </a:ln>
              <a:effectLst/>
            </p:spPr>
            <p:txBody>
              <a:bodyPr wrap="none"/>
              <a:lstStyle/>
              <a:p>
                <a:endParaRPr lang="zh-CN" altLang="en-US"/>
              </a:p>
            </p:txBody>
          </p:sp>
          <p:sp>
            <p:nvSpPr>
              <p:cNvPr id="1052218" name="Text Box 43"/>
              <p:cNvSpPr txBox="1">
                <a:spLocks noChangeArrowheads="1"/>
              </p:cNvSpPr>
              <p:nvPr/>
            </p:nvSpPr>
            <p:spPr bwMode="auto">
              <a:xfrm>
                <a:off x="1094" y="3203"/>
                <a:ext cx="197" cy="25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g</a:t>
                </a:r>
              </a:p>
            </p:txBody>
          </p:sp>
        </p:grpSp>
        <p:sp>
          <p:nvSpPr>
            <p:cNvPr id="1052219" name="Text Box 44"/>
            <p:cNvSpPr txBox="1">
              <a:spLocks noChangeArrowheads="1"/>
            </p:cNvSpPr>
            <p:nvPr/>
          </p:nvSpPr>
          <p:spPr bwMode="auto">
            <a:xfrm>
              <a:off x="1776" y="3936"/>
              <a:ext cx="2036" cy="25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latin typeface="黑体" panose="02010609060101010101" pitchFamily="49" charset="-122"/>
                  <a:ea typeface="黑体" panose="02010609060101010101" pitchFamily="49" charset="-122"/>
                </a:rPr>
                <a:t>利用半圆形结构元素的腐蚀</a:t>
              </a:r>
            </a:p>
          </p:txBody>
        </p:sp>
        <p:grpSp>
          <p:nvGrpSpPr>
            <p:cNvPr id="593" name="Group 82"/>
            <p:cNvGrpSpPr/>
            <p:nvPr/>
          </p:nvGrpSpPr>
          <p:grpSpPr bwMode="auto">
            <a:xfrm>
              <a:off x="3504" y="2880"/>
              <a:ext cx="1471" cy="1023"/>
              <a:chOff x="3504" y="2880"/>
              <a:chExt cx="1471" cy="1023"/>
            </a:xfrm>
          </p:grpSpPr>
          <p:grpSp>
            <p:nvGrpSpPr>
              <p:cNvPr id="594" name="Group 48"/>
              <p:cNvGrpSpPr/>
              <p:nvPr/>
            </p:nvGrpSpPr>
            <p:grpSpPr bwMode="auto">
              <a:xfrm>
                <a:off x="4137" y="3552"/>
                <a:ext cx="253" cy="210"/>
                <a:chOff x="3024" y="3888"/>
                <a:chExt cx="288" cy="240"/>
              </a:xfrm>
            </p:grpSpPr>
            <p:sp>
              <p:nvSpPr>
                <p:cNvPr id="1052220" name="Oval 49"/>
                <p:cNvSpPr>
                  <a:spLocks noChangeArrowheads="1"/>
                </p:cNvSpPr>
                <p:nvPr/>
              </p:nvSpPr>
              <p:spPr bwMode="auto">
                <a:xfrm>
                  <a:off x="3072" y="3936"/>
                  <a:ext cx="192" cy="192"/>
                </a:xfrm>
                <a:prstGeom prst="ellipse">
                  <a:avLst/>
                </a:prstGeom>
                <a:solidFill>
                  <a:srgbClr val="FFFFFF"/>
                </a:solidFill>
                <a:ln w="222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221" name="Rectangle 50"/>
                <p:cNvSpPr>
                  <a:spLocks noChangeArrowheads="1"/>
                </p:cNvSpPr>
                <p:nvPr/>
              </p:nvSpPr>
              <p:spPr bwMode="auto">
                <a:xfrm>
                  <a:off x="3024" y="3888"/>
                  <a:ext cx="288" cy="144"/>
                </a:xfrm>
                <a:prstGeom prst="rect">
                  <a:avLst/>
                </a:prstGeom>
                <a:solidFill>
                  <a:srgbClr val="FFFFFF"/>
                </a:solid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595" name="Group 51"/>
              <p:cNvGrpSpPr/>
              <p:nvPr/>
            </p:nvGrpSpPr>
            <p:grpSpPr bwMode="auto">
              <a:xfrm>
                <a:off x="3757" y="3636"/>
                <a:ext cx="1139" cy="42"/>
                <a:chOff x="1824" y="3936"/>
                <a:chExt cx="1296" cy="48"/>
              </a:xfrm>
            </p:grpSpPr>
            <p:sp>
              <p:nvSpPr>
                <p:cNvPr id="1052222" name="Line 52"/>
                <p:cNvSpPr>
                  <a:spLocks noChangeShapeType="1"/>
                </p:cNvSpPr>
                <p:nvPr/>
              </p:nvSpPr>
              <p:spPr bwMode="auto">
                <a:xfrm>
                  <a:off x="1824" y="3984"/>
                  <a:ext cx="1296" cy="0"/>
                </a:xfrm>
                <a:prstGeom prst="line">
                  <a:avLst/>
                </a:prstGeom>
                <a:noFill/>
                <a:ln w="9525">
                  <a:solidFill>
                    <a:schemeClr val="tx1"/>
                  </a:solidFill>
                  <a:miter lim="800000"/>
                  <a:headEnd/>
                  <a:tailEnd/>
                </a:ln>
                <a:effectLst/>
              </p:spPr>
              <p:txBody>
                <a:bodyPr wrap="none"/>
                <a:lstStyle/>
                <a:p>
                  <a:endParaRPr lang="zh-CN" altLang="en-US"/>
                </a:p>
              </p:txBody>
            </p:sp>
            <p:sp>
              <p:nvSpPr>
                <p:cNvPr id="1052223" name="Line 53"/>
                <p:cNvSpPr>
                  <a:spLocks noChangeShapeType="1"/>
                </p:cNvSpPr>
                <p:nvPr/>
              </p:nvSpPr>
              <p:spPr bwMode="auto">
                <a:xfrm>
                  <a:off x="2016" y="3936"/>
                  <a:ext cx="0" cy="48"/>
                </a:xfrm>
                <a:prstGeom prst="line">
                  <a:avLst/>
                </a:prstGeom>
                <a:noFill/>
                <a:ln w="9525">
                  <a:solidFill>
                    <a:schemeClr val="tx1"/>
                  </a:solidFill>
                  <a:miter lim="800000"/>
                  <a:headEnd/>
                  <a:tailEnd/>
                </a:ln>
                <a:effectLst/>
              </p:spPr>
              <p:txBody>
                <a:bodyPr wrap="none"/>
                <a:lstStyle/>
                <a:p>
                  <a:endParaRPr lang="zh-CN" altLang="en-US"/>
                </a:p>
              </p:txBody>
            </p:sp>
            <p:sp>
              <p:nvSpPr>
                <p:cNvPr id="1052224" name="Line 54"/>
                <p:cNvSpPr>
                  <a:spLocks noChangeShapeType="1"/>
                </p:cNvSpPr>
                <p:nvPr/>
              </p:nvSpPr>
              <p:spPr bwMode="auto">
                <a:xfrm>
                  <a:off x="2208" y="3936"/>
                  <a:ext cx="0" cy="48"/>
                </a:xfrm>
                <a:prstGeom prst="line">
                  <a:avLst/>
                </a:prstGeom>
                <a:noFill/>
                <a:ln w="9525">
                  <a:solidFill>
                    <a:schemeClr val="tx1"/>
                  </a:solidFill>
                  <a:miter lim="800000"/>
                  <a:headEnd/>
                  <a:tailEnd/>
                </a:ln>
                <a:effectLst/>
              </p:spPr>
              <p:txBody>
                <a:bodyPr wrap="none"/>
                <a:lstStyle/>
                <a:p>
                  <a:endParaRPr lang="zh-CN" altLang="en-US"/>
                </a:p>
              </p:txBody>
            </p:sp>
            <p:sp>
              <p:nvSpPr>
                <p:cNvPr id="1052225" name="Line 55"/>
                <p:cNvSpPr>
                  <a:spLocks noChangeShapeType="1"/>
                </p:cNvSpPr>
                <p:nvPr/>
              </p:nvSpPr>
              <p:spPr bwMode="auto">
                <a:xfrm>
                  <a:off x="2400" y="3936"/>
                  <a:ext cx="0" cy="48"/>
                </a:xfrm>
                <a:prstGeom prst="line">
                  <a:avLst/>
                </a:prstGeom>
                <a:noFill/>
                <a:ln w="9525">
                  <a:solidFill>
                    <a:schemeClr val="tx1"/>
                  </a:solidFill>
                  <a:miter lim="800000"/>
                  <a:headEnd/>
                  <a:tailEnd/>
                </a:ln>
                <a:effectLst/>
              </p:spPr>
              <p:txBody>
                <a:bodyPr wrap="none"/>
                <a:lstStyle/>
                <a:p>
                  <a:endParaRPr lang="zh-CN" altLang="en-US"/>
                </a:p>
              </p:txBody>
            </p:sp>
            <p:sp>
              <p:nvSpPr>
                <p:cNvPr id="1052226" name="Line 56"/>
                <p:cNvSpPr>
                  <a:spLocks noChangeShapeType="1"/>
                </p:cNvSpPr>
                <p:nvPr/>
              </p:nvSpPr>
              <p:spPr bwMode="auto">
                <a:xfrm>
                  <a:off x="2592" y="3936"/>
                  <a:ext cx="0" cy="48"/>
                </a:xfrm>
                <a:prstGeom prst="line">
                  <a:avLst/>
                </a:prstGeom>
                <a:noFill/>
                <a:ln w="9525">
                  <a:solidFill>
                    <a:schemeClr val="tx1"/>
                  </a:solidFill>
                  <a:miter lim="800000"/>
                  <a:headEnd/>
                  <a:tailEnd/>
                </a:ln>
                <a:effectLst/>
              </p:spPr>
              <p:txBody>
                <a:bodyPr wrap="none"/>
                <a:lstStyle/>
                <a:p>
                  <a:endParaRPr lang="zh-CN" altLang="en-US"/>
                </a:p>
              </p:txBody>
            </p:sp>
            <p:sp>
              <p:nvSpPr>
                <p:cNvPr id="1052227" name="Line 57"/>
                <p:cNvSpPr>
                  <a:spLocks noChangeShapeType="1"/>
                </p:cNvSpPr>
                <p:nvPr/>
              </p:nvSpPr>
              <p:spPr bwMode="auto">
                <a:xfrm>
                  <a:off x="2784" y="3936"/>
                  <a:ext cx="0" cy="48"/>
                </a:xfrm>
                <a:prstGeom prst="line">
                  <a:avLst/>
                </a:prstGeom>
                <a:noFill/>
                <a:ln w="9525">
                  <a:solidFill>
                    <a:schemeClr val="tx1"/>
                  </a:solidFill>
                  <a:miter lim="800000"/>
                  <a:headEnd/>
                  <a:tailEnd/>
                </a:ln>
                <a:effectLst/>
              </p:spPr>
              <p:txBody>
                <a:bodyPr wrap="none"/>
                <a:lstStyle/>
                <a:p>
                  <a:endParaRPr lang="zh-CN" altLang="en-US"/>
                </a:p>
              </p:txBody>
            </p:sp>
            <p:sp>
              <p:nvSpPr>
                <p:cNvPr id="1052228" name="Line 58"/>
                <p:cNvSpPr>
                  <a:spLocks noChangeShapeType="1"/>
                </p:cNvSpPr>
                <p:nvPr/>
              </p:nvSpPr>
              <p:spPr bwMode="auto">
                <a:xfrm>
                  <a:off x="2976" y="3936"/>
                  <a:ext cx="0" cy="48"/>
                </a:xfrm>
                <a:prstGeom prst="line">
                  <a:avLst/>
                </a:prstGeom>
                <a:noFill/>
                <a:ln w="9525">
                  <a:solidFill>
                    <a:schemeClr val="tx1"/>
                  </a:solidFill>
                  <a:miter lim="800000"/>
                  <a:headEnd/>
                  <a:tailEnd/>
                </a:ln>
                <a:effectLst/>
              </p:spPr>
              <p:txBody>
                <a:bodyPr wrap="none"/>
                <a:lstStyle/>
                <a:p>
                  <a:endParaRPr lang="zh-CN" altLang="en-US"/>
                </a:p>
              </p:txBody>
            </p:sp>
          </p:grpSp>
          <p:grpSp>
            <p:nvGrpSpPr>
              <p:cNvPr id="596" name="Group 59"/>
              <p:cNvGrpSpPr/>
              <p:nvPr/>
            </p:nvGrpSpPr>
            <p:grpSpPr bwMode="auto">
              <a:xfrm>
                <a:off x="3757" y="2880"/>
                <a:ext cx="42" cy="1008"/>
                <a:chOff x="3696" y="3168"/>
                <a:chExt cx="48" cy="1152"/>
              </a:xfrm>
            </p:grpSpPr>
            <p:sp>
              <p:nvSpPr>
                <p:cNvPr id="1052229" name="Line 60"/>
                <p:cNvSpPr>
                  <a:spLocks noChangeShapeType="1"/>
                </p:cNvSpPr>
                <p:nvPr/>
              </p:nvSpPr>
              <p:spPr bwMode="auto">
                <a:xfrm>
                  <a:off x="3696" y="3168"/>
                  <a:ext cx="0" cy="1152"/>
                </a:xfrm>
                <a:prstGeom prst="line">
                  <a:avLst/>
                </a:prstGeom>
                <a:noFill/>
                <a:ln w="9525">
                  <a:solidFill>
                    <a:schemeClr val="tx1"/>
                  </a:solidFill>
                  <a:miter lim="800000"/>
                  <a:headEnd/>
                  <a:tailEnd/>
                </a:ln>
                <a:effectLst/>
              </p:spPr>
              <p:txBody>
                <a:bodyPr wrap="none"/>
                <a:lstStyle/>
                <a:p>
                  <a:endParaRPr lang="zh-CN" altLang="en-US"/>
                </a:p>
              </p:txBody>
            </p:sp>
            <p:sp>
              <p:nvSpPr>
                <p:cNvPr id="1052230" name="Line 61"/>
                <p:cNvSpPr>
                  <a:spLocks noChangeShapeType="1"/>
                </p:cNvSpPr>
                <p:nvPr/>
              </p:nvSpPr>
              <p:spPr bwMode="auto">
                <a:xfrm>
                  <a:off x="3696" y="3888"/>
                  <a:ext cx="48" cy="0"/>
                </a:xfrm>
                <a:prstGeom prst="line">
                  <a:avLst/>
                </a:prstGeom>
                <a:noFill/>
                <a:ln w="9525">
                  <a:solidFill>
                    <a:schemeClr val="tx1"/>
                  </a:solidFill>
                  <a:miter lim="800000"/>
                  <a:headEnd/>
                  <a:tailEnd/>
                </a:ln>
                <a:effectLst/>
              </p:spPr>
              <p:txBody>
                <a:bodyPr wrap="none"/>
                <a:lstStyle/>
                <a:p>
                  <a:endParaRPr lang="zh-CN" altLang="en-US"/>
                </a:p>
              </p:txBody>
            </p:sp>
            <p:sp>
              <p:nvSpPr>
                <p:cNvPr id="1052231" name="Line 62"/>
                <p:cNvSpPr>
                  <a:spLocks noChangeShapeType="1"/>
                </p:cNvSpPr>
                <p:nvPr/>
              </p:nvSpPr>
              <p:spPr bwMode="auto">
                <a:xfrm flipV="1">
                  <a:off x="3696" y="3696"/>
                  <a:ext cx="48" cy="0"/>
                </a:xfrm>
                <a:prstGeom prst="line">
                  <a:avLst/>
                </a:prstGeom>
                <a:noFill/>
                <a:ln w="9525">
                  <a:solidFill>
                    <a:schemeClr val="tx1"/>
                  </a:solidFill>
                  <a:miter lim="800000"/>
                  <a:headEnd/>
                  <a:tailEnd/>
                </a:ln>
                <a:effectLst/>
              </p:spPr>
              <p:txBody>
                <a:bodyPr wrap="none"/>
                <a:lstStyle/>
                <a:p>
                  <a:endParaRPr lang="zh-CN" altLang="en-US"/>
                </a:p>
              </p:txBody>
            </p:sp>
            <p:sp>
              <p:nvSpPr>
                <p:cNvPr id="1052232" name="Line 63"/>
                <p:cNvSpPr>
                  <a:spLocks noChangeShapeType="1"/>
                </p:cNvSpPr>
                <p:nvPr/>
              </p:nvSpPr>
              <p:spPr bwMode="auto">
                <a:xfrm flipV="1">
                  <a:off x="3696" y="3504"/>
                  <a:ext cx="48" cy="0"/>
                </a:xfrm>
                <a:prstGeom prst="line">
                  <a:avLst/>
                </a:prstGeom>
                <a:noFill/>
                <a:ln w="9525">
                  <a:solidFill>
                    <a:schemeClr val="tx1"/>
                  </a:solidFill>
                  <a:miter lim="800000"/>
                  <a:headEnd/>
                  <a:tailEnd/>
                </a:ln>
                <a:effectLst/>
              </p:spPr>
              <p:txBody>
                <a:bodyPr wrap="none"/>
                <a:lstStyle/>
                <a:p>
                  <a:endParaRPr lang="zh-CN" altLang="en-US"/>
                </a:p>
              </p:txBody>
            </p:sp>
            <p:sp>
              <p:nvSpPr>
                <p:cNvPr id="1052233" name="Line 64"/>
                <p:cNvSpPr>
                  <a:spLocks noChangeShapeType="1"/>
                </p:cNvSpPr>
                <p:nvPr/>
              </p:nvSpPr>
              <p:spPr bwMode="auto">
                <a:xfrm flipV="1">
                  <a:off x="3696" y="3312"/>
                  <a:ext cx="48" cy="0"/>
                </a:xfrm>
                <a:prstGeom prst="line">
                  <a:avLst/>
                </a:prstGeom>
                <a:noFill/>
                <a:ln w="9525">
                  <a:solidFill>
                    <a:schemeClr val="tx1"/>
                  </a:solidFill>
                  <a:miter lim="800000"/>
                  <a:headEnd/>
                  <a:tailEnd/>
                </a:ln>
                <a:effectLst/>
              </p:spPr>
              <p:txBody>
                <a:bodyPr wrap="none"/>
                <a:lstStyle/>
                <a:p>
                  <a:endParaRPr lang="zh-CN" altLang="en-US"/>
                </a:p>
              </p:txBody>
            </p:sp>
            <p:sp>
              <p:nvSpPr>
                <p:cNvPr id="1052234" name="Line 65"/>
                <p:cNvSpPr>
                  <a:spLocks noChangeShapeType="1"/>
                </p:cNvSpPr>
                <p:nvPr/>
              </p:nvSpPr>
              <p:spPr bwMode="auto">
                <a:xfrm>
                  <a:off x="3696" y="4272"/>
                  <a:ext cx="48"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597" name="Group 66"/>
              <p:cNvGrpSpPr/>
              <p:nvPr/>
            </p:nvGrpSpPr>
            <p:grpSpPr bwMode="auto">
              <a:xfrm>
                <a:off x="3926" y="3006"/>
                <a:ext cx="675" cy="672"/>
                <a:chOff x="3888" y="3312"/>
                <a:chExt cx="768" cy="768"/>
              </a:xfrm>
            </p:grpSpPr>
            <p:sp>
              <p:nvSpPr>
                <p:cNvPr id="1052235" name="Line 67"/>
                <p:cNvSpPr>
                  <a:spLocks noChangeShapeType="1"/>
                </p:cNvSpPr>
                <p:nvPr/>
              </p:nvSpPr>
              <p:spPr bwMode="auto">
                <a:xfrm flipV="1">
                  <a:off x="3888" y="3312"/>
                  <a:ext cx="192" cy="768"/>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052236" name="Line 68"/>
                <p:cNvSpPr>
                  <a:spLocks noChangeShapeType="1"/>
                </p:cNvSpPr>
                <p:nvPr/>
              </p:nvSpPr>
              <p:spPr bwMode="auto">
                <a:xfrm>
                  <a:off x="4080" y="3312"/>
                  <a:ext cx="192" cy="768"/>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052237" name="Line 69"/>
                <p:cNvSpPr>
                  <a:spLocks noChangeShapeType="1"/>
                </p:cNvSpPr>
                <p:nvPr/>
              </p:nvSpPr>
              <p:spPr bwMode="auto">
                <a:xfrm flipV="1">
                  <a:off x="4272" y="3312"/>
                  <a:ext cx="192" cy="768"/>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052238" name="Line 70"/>
                <p:cNvSpPr>
                  <a:spLocks noChangeShapeType="1"/>
                </p:cNvSpPr>
                <p:nvPr/>
              </p:nvSpPr>
              <p:spPr bwMode="auto">
                <a:xfrm>
                  <a:off x="4464" y="3312"/>
                  <a:ext cx="192" cy="768"/>
                </a:xfrm>
                <a:prstGeom prst="line">
                  <a:avLst/>
                </a:prstGeom>
                <a:noFill/>
                <a:ln w="9525">
                  <a:solidFill>
                    <a:schemeClr val="tx1"/>
                  </a:solidFill>
                  <a:prstDash val="dash"/>
                  <a:miter lim="800000"/>
                  <a:headEnd/>
                  <a:tailEnd/>
                </a:ln>
                <a:effectLst/>
              </p:spPr>
              <p:txBody>
                <a:bodyPr wrap="none"/>
                <a:lstStyle/>
                <a:p>
                  <a:endParaRPr lang="zh-CN" altLang="en-US"/>
                </a:p>
              </p:txBody>
            </p:sp>
          </p:grpSp>
          <p:grpSp>
            <p:nvGrpSpPr>
              <p:cNvPr id="598" name="Group 71"/>
              <p:cNvGrpSpPr/>
              <p:nvPr/>
            </p:nvGrpSpPr>
            <p:grpSpPr bwMode="auto">
              <a:xfrm>
                <a:off x="4010" y="3342"/>
                <a:ext cx="506" cy="336"/>
                <a:chOff x="3984" y="3696"/>
                <a:chExt cx="576" cy="384"/>
              </a:xfrm>
            </p:grpSpPr>
            <p:sp>
              <p:nvSpPr>
                <p:cNvPr id="1052239" name="Line 72"/>
                <p:cNvSpPr>
                  <a:spLocks noChangeShapeType="1"/>
                </p:cNvSpPr>
                <p:nvPr/>
              </p:nvSpPr>
              <p:spPr bwMode="auto">
                <a:xfrm flipV="1">
                  <a:off x="3984" y="3696"/>
                  <a:ext cx="96" cy="384"/>
                </a:xfrm>
                <a:prstGeom prst="line">
                  <a:avLst/>
                </a:prstGeom>
                <a:noFill/>
                <a:ln w="22225">
                  <a:solidFill>
                    <a:schemeClr val="tx1"/>
                  </a:solidFill>
                  <a:miter lim="800000"/>
                  <a:headEnd/>
                  <a:tailEnd/>
                </a:ln>
                <a:effectLst/>
              </p:spPr>
              <p:txBody>
                <a:bodyPr wrap="none"/>
                <a:lstStyle/>
                <a:p>
                  <a:endParaRPr lang="zh-CN" altLang="en-US"/>
                </a:p>
              </p:txBody>
            </p:sp>
            <p:sp>
              <p:nvSpPr>
                <p:cNvPr id="1052240" name="Line 73"/>
                <p:cNvSpPr>
                  <a:spLocks noChangeShapeType="1"/>
                </p:cNvSpPr>
                <p:nvPr/>
              </p:nvSpPr>
              <p:spPr bwMode="auto">
                <a:xfrm>
                  <a:off x="4080" y="3696"/>
                  <a:ext cx="96" cy="384"/>
                </a:xfrm>
                <a:prstGeom prst="line">
                  <a:avLst/>
                </a:prstGeom>
                <a:noFill/>
                <a:ln w="22225">
                  <a:solidFill>
                    <a:schemeClr val="tx1"/>
                  </a:solidFill>
                  <a:miter lim="800000"/>
                  <a:headEnd/>
                  <a:tailEnd/>
                </a:ln>
                <a:effectLst/>
              </p:spPr>
              <p:txBody>
                <a:bodyPr wrap="none"/>
                <a:lstStyle/>
                <a:p>
                  <a:endParaRPr lang="zh-CN" altLang="en-US"/>
                </a:p>
              </p:txBody>
            </p:sp>
            <p:sp>
              <p:nvSpPr>
                <p:cNvPr id="1052241" name="Line 74"/>
                <p:cNvSpPr>
                  <a:spLocks noChangeShapeType="1"/>
                </p:cNvSpPr>
                <p:nvPr/>
              </p:nvSpPr>
              <p:spPr bwMode="auto">
                <a:xfrm flipV="1">
                  <a:off x="4368" y="3696"/>
                  <a:ext cx="96" cy="384"/>
                </a:xfrm>
                <a:prstGeom prst="line">
                  <a:avLst/>
                </a:prstGeom>
                <a:noFill/>
                <a:ln w="22225">
                  <a:solidFill>
                    <a:schemeClr val="tx1"/>
                  </a:solidFill>
                  <a:miter lim="800000"/>
                  <a:headEnd/>
                  <a:tailEnd/>
                </a:ln>
                <a:effectLst/>
              </p:spPr>
              <p:txBody>
                <a:bodyPr wrap="none"/>
                <a:lstStyle/>
                <a:p>
                  <a:endParaRPr lang="zh-CN" altLang="en-US"/>
                </a:p>
              </p:txBody>
            </p:sp>
            <p:sp>
              <p:nvSpPr>
                <p:cNvPr id="1052242" name="Line 75"/>
                <p:cNvSpPr>
                  <a:spLocks noChangeShapeType="1"/>
                </p:cNvSpPr>
                <p:nvPr/>
              </p:nvSpPr>
              <p:spPr bwMode="auto">
                <a:xfrm>
                  <a:off x="4464" y="3696"/>
                  <a:ext cx="96" cy="384"/>
                </a:xfrm>
                <a:prstGeom prst="line">
                  <a:avLst/>
                </a:prstGeom>
                <a:noFill/>
                <a:ln w="22225">
                  <a:solidFill>
                    <a:schemeClr val="tx1"/>
                  </a:solidFill>
                  <a:miter lim="800000"/>
                  <a:headEnd/>
                  <a:tailEnd/>
                </a:ln>
                <a:effectLst/>
              </p:spPr>
              <p:txBody>
                <a:bodyPr wrap="none"/>
                <a:lstStyle/>
                <a:p>
                  <a:endParaRPr lang="zh-CN" altLang="en-US"/>
                </a:p>
              </p:txBody>
            </p:sp>
          </p:grpSp>
          <p:sp>
            <p:nvSpPr>
              <p:cNvPr id="1052243" name="Line 76"/>
              <p:cNvSpPr>
                <a:spLocks noChangeShapeType="1"/>
              </p:cNvSpPr>
              <p:nvPr/>
            </p:nvSpPr>
            <p:spPr bwMode="auto">
              <a:xfrm>
                <a:off x="3757" y="3762"/>
                <a:ext cx="591" cy="0"/>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052244" name="Text Box 77"/>
              <p:cNvSpPr txBox="1">
                <a:spLocks noChangeArrowheads="1"/>
              </p:cNvSpPr>
              <p:nvPr/>
            </p:nvSpPr>
            <p:spPr bwMode="auto">
              <a:xfrm>
                <a:off x="3504" y="3678"/>
                <a:ext cx="295" cy="21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a:t>0.5</a:t>
                </a:r>
              </a:p>
            </p:txBody>
          </p:sp>
          <p:sp>
            <p:nvSpPr>
              <p:cNvPr id="1052245" name="Text Box 78"/>
              <p:cNvSpPr txBox="1">
                <a:spLocks noChangeArrowheads="1"/>
              </p:cNvSpPr>
              <p:nvPr/>
            </p:nvSpPr>
            <p:spPr bwMode="auto">
              <a:xfrm>
                <a:off x="4743" y="3651"/>
                <a:ext cx="161" cy="25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t</a:t>
                </a:r>
              </a:p>
            </p:txBody>
          </p:sp>
          <p:graphicFrame>
            <p:nvGraphicFramePr>
              <p:cNvPr id="4194353" name="Object 79"/>
              <p:cNvGraphicFramePr>
                <a:graphicFrameLocks noChangeAspect="1"/>
              </p:cNvGraphicFramePr>
              <p:nvPr/>
            </p:nvGraphicFramePr>
            <p:xfrm>
              <a:off x="4543" y="3072"/>
              <a:ext cx="432" cy="246"/>
            </p:xfrm>
            <a:graphic>
              <a:graphicData uri="http://schemas.openxmlformats.org/presentationml/2006/ole">
                <mc:AlternateContent xmlns:mc="http://schemas.openxmlformats.org/markup-compatibility/2006">
                  <mc:Choice xmlns:v="urn:schemas-microsoft-com:vml" Requires="v">
                    <p:oleObj name="Equation" r:id="rId8" imgW="355292" imgH="203024" progId="Equation.DSMT4">
                      <p:embed/>
                    </p:oleObj>
                  </mc:Choice>
                  <mc:Fallback>
                    <p:oleObj name="Equation" r:id="rId8" imgW="355292" imgH="203024" progId="Equation.DSMT4">
                      <p:embed/>
                      <p:pic>
                        <p:nvPicPr>
                          <p:cNvPr id="2097252" name="Object 79"/>
                          <p:cNvPicPr>
                            <a:picLocks noChangeAspect="1" noChangeArrowheads="1"/>
                          </p:cNvPicPr>
                          <p:nvPr/>
                        </p:nvPicPr>
                        <p:blipFill>
                          <a:blip r:embed="rId9"/>
                          <a:srcRect/>
                          <a:stretch>
                            <a:fillRect/>
                          </a:stretch>
                        </p:blipFill>
                        <p:spPr bwMode="auto">
                          <a:xfrm>
                            <a:off x="4543" y="3072"/>
                            <a:ext cx="432" cy="246"/>
                          </a:xfrm>
                          <a:prstGeom prst="rect">
                            <a:avLst/>
                          </a:prstGeom>
                          <a:noFill/>
                          <a:ln>
                            <a:noFill/>
                          </a:ln>
                          <a:effectLst/>
                        </p:spPr>
                      </p:pic>
                    </p:oleObj>
                  </mc:Fallback>
                </mc:AlternateContent>
              </a:graphicData>
            </a:graphic>
          </p:graphicFrame>
        </p:grpSp>
      </p:grpSp>
      <p:sp>
        <p:nvSpPr>
          <p:cNvPr id="1052246"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1.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灰值腐蚀</a:t>
            </a:r>
          </a:p>
        </p:txBody>
      </p:sp>
      <p:sp>
        <p:nvSpPr>
          <p:cNvPr id="1052247" name="TextBox 80"/>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四、灰值形态学</a:t>
            </a:r>
          </a:p>
        </p:txBody>
      </p:sp>
      <p:sp>
        <p:nvSpPr>
          <p:cNvPr id="1052248"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249" name="TextBox 77"/>
          <p:cNvSpPr txBox="1">
            <a:spLocks noRot="1" noChangeAspect="1" noMove="1" noResize="1" noEditPoints="1" noAdjustHandles="1" noChangeArrowheads="1" noChangeShapeType="1" noTextEdit="1"/>
          </p:cNvSpPr>
          <p:nvPr/>
        </p:nvSpPr>
        <p:spPr>
          <a:xfrm>
            <a:off x="3719736" y="3133765"/>
            <a:ext cx="478015" cy="369332"/>
          </a:xfrm>
          <a:prstGeom prst="rect">
            <a:avLst/>
          </a:prstGeom>
          <a:blipFill>
            <a:blip r:embed="rId10"/>
            <a:stretch>
              <a:fillRect b="-6557"/>
            </a:stretch>
          </a:blipFill>
        </p:spPr>
        <p:txBody>
          <a:bodyPr/>
          <a:lstStyle/>
          <a:p>
            <a:r>
              <a:rPr lang="en-US">
                <a:noFill/>
              </a:rPr>
              <a:t> </a:t>
            </a:r>
          </a:p>
        </p:txBody>
      </p:sp>
      <p:sp>
        <p:nvSpPr>
          <p:cNvPr id="1052250" name="TextBox 78"/>
          <p:cNvSpPr txBox="1">
            <a:spLocks noRot="1" noChangeAspect="1" noMove="1" noResize="1" noEditPoints="1" noAdjustHandles="1" noChangeArrowheads="1" noChangeShapeType="1" noTextEdit="1"/>
          </p:cNvSpPr>
          <p:nvPr/>
        </p:nvSpPr>
        <p:spPr>
          <a:xfrm>
            <a:off x="8760296" y="4365104"/>
            <a:ext cx="412292" cy="307777"/>
          </a:xfrm>
          <a:prstGeom prst="rect">
            <a:avLst/>
          </a:prstGeom>
          <a:blipFill>
            <a:blip r:embed="rId11"/>
            <a:stretch>
              <a:fillRect b="-1961"/>
            </a:stretch>
          </a:blipFill>
        </p:spPr>
        <p:txBody>
          <a:bodyPr/>
          <a:lstStyle/>
          <a:p>
            <a:r>
              <a:rPr lang="en-US" dirty="0">
                <a:noFill/>
              </a:rPr>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251" name="Text Box 4"/>
          <p:cNvSpPr txBox="1">
            <a:spLocks noChangeArrowheads="1"/>
          </p:cNvSpPr>
          <p:nvPr/>
        </p:nvSpPr>
        <p:spPr bwMode="auto">
          <a:xfrm>
            <a:off x="1547813" y="1830388"/>
            <a:ext cx="2522537" cy="400050"/>
          </a:xfrm>
          <a:prstGeom prst="rect">
            <a:avLst/>
          </a:prstGeom>
          <a:noFill/>
          <a:ln>
            <a:noFill/>
          </a:ln>
          <a:effectLst/>
        </p:spPr>
        <p:txBody>
          <a:bodyPr wrap="none">
            <a:spAutoFit/>
          </a:bodyPr>
          <a:lstStyle/>
          <a:p>
            <a:pPr eaLnBrk="1" hangingPunct="1"/>
            <a:r>
              <a:rPr lang="en-US" altLang="zh-CN" sz="2000" dirty="0">
                <a:solidFill>
                  <a:schemeClr val="bg1">
                    <a:lumMod val="50000"/>
                  </a:schemeClr>
                </a:solidFill>
                <a:latin typeface="黑体" panose="02010609060101010101" pitchFamily="49" charset="-122"/>
                <a:ea typeface="黑体" panose="02010609060101010101" pitchFamily="49" charset="-122"/>
                <a:sym typeface="Wingdings 2" panose="05020102010507070707" pitchFamily="18" charset="2"/>
              </a:rPr>
              <a:t> </a:t>
            </a:r>
            <a:r>
              <a:rPr lang="zh-CN" altLang="en-US" sz="2000" dirty="0">
                <a:solidFill>
                  <a:schemeClr val="bg1">
                    <a:lumMod val="50000"/>
                  </a:schemeClr>
                </a:solidFill>
                <a:latin typeface="黑体" panose="02010609060101010101" pitchFamily="49" charset="-122"/>
                <a:ea typeface="黑体" panose="02010609060101010101" pitchFamily="49" charset="-122"/>
              </a:rPr>
              <a:t>腐蚀的等价定义：</a:t>
            </a:r>
          </a:p>
        </p:txBody>
      </p:sp>
      <p:graphicFrame>
        <p:nvGraphicFramePr>
          <p:cNvPr id="4194354" name="Object 5"/>
          <p:cNvGraphicFramePr>
            <a:graphicFrameLocks noChangeAspect="1"/>
          </p:cNvGraphicFramePr>
          <p:nvPr/>
        </p:nvGraphicFramePr>
        <p:xfrm>
          <a:off x="2889250" y="2482850"/>
          <a:ext cx="5029200" cy="452438"/>
        </p:xfrm>
        <a:graphic>
          <a:graphicData uri="http://schemas.openxmlformats.org/presentationml/2006/ole">
            <mc:AlternateContent xmlns:mc="http://schemas.openxmlformats.org/markup-compatibility/2006">
              <mc:Choice xmlns:v="urn:schemas-microsoft-com:vml" Requires="v">
                <p:oleObj name="MathType 6.0 Equation" r:id="rId2" imgW="2540000" imgH="228600" progId="Equation.DSMT4">
                  <p:embed/>
                </p:oleObj>
              </mc:Choice>
              <mc:Fallback>
                <p:oleObj name="MathType 6.0 Equation" r:id="rId2" imgW="2540000" imgH="228600" progId="Equation.DSMT4">
                  <p:embed/>
                  <p:pic>
                    <p:nvPicPr>
                      <p:cNvPr id="2097257" name="Object 5"/>
                      <p:cNvPicPr>
                        <a:picLocks noChangeAspect="1" noChangeArrowheads="1"/>
                      </p:cNvPicPr>
                      <p:nvPr/>
                    </p:nvPicPr>
                    <p:blipFill>
                      <a:blip r:embed="rId3"/>
                      <a:srcRect/>
                      <a:stretch>
                        <a:fillRect/>
                      </a:stretch>
                    </p:blipFill>
                    <p:spPr bwMode="auto">
                      <a:xfrm>
                        <a:off x="2889250" y="2482850"/>
                        <a:ext cx="5029200" cy="452438"/>
                      </a:xfrm>
                      <a:prstGeom prst="rect">
                        <a:avLst/>
                      </a:prstGeom>
                      <a:solidFill>
                        <a:srgbClr val="C0C0C0"/>
                      </a:solidFill>
                      <a:ln>
                        <a:noFill/>
                      </a:ln>
                      <a:effectLst/>
                    </p:spPr>
                  </p:pic>
                </p:oleObj>
              </mc:Fallback>
            </mc:AlternateContent>
          </a:graphicData>
        </a:graphic>
      </p:graphicFrame>
      <p:sp>
        <p:nvSpPr>
          <p:cNvPr id="1052252"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1.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灰值腐蚀</a:t>
            </a:r>
          </a:p>
        </p:txBody>
      </p:sp>
      <p:sp>
        <p:nvSpPr>
          <p:cNvPr id="1052253" name="TextBox 8"/>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四、灰值形态学</a:t>
            </a:r>
          </a:p>
        </p:txBody>
      </p:sp>
      <p:sp>
        <p:nvSpPr>
          <p:cNvPr id="1052254"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255" name="Text Box 2"/>
          <p:cNvSpPr txBox="1">
            <a:spLocks noChangeArrowheads="1"/>
          </p:cNvSpPr>
          <p:nvPr/>
        </p:nvSpPr>
        <p:spPr bwMode="auto">
          <a:xfrm>
            <a:off x="1966913" y="3533775"/>
            <a:ext cx="588962" cy="369888"/>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Times New Roman" panose="02020603050405020304" pitchFamily="18" charset="0"/>
                <a:ea typeface="黑体" panose="02010609060101010101" pitchFamily="49" charset="-122"/>
                <a:cs typeface="Times New Roman" panose="02020603050405020304" pitchFamily="18" charset="0"/>
              </a:rPr>
              <a:t>例</a:t>
            </a:r>
            <a:r>
              <a:rPr lang="en-US" altLang="zh-CN">
                <a:latin typeface="Times New Roman" panose="02020603050405020304" pitchFamily="18" charset="0"/>
                <a:ea typeface="黑体" panose="02010609060101010101" pitchFamily="49" charset="-122"/>
                <a:cs typeface="Times New Roman" panose="02020603050405020304" pitchFamily="18" charset="0"/>
              </a:rPr>
              <a:t>1 </a:t>
            </a:r>
          </a:p>
        </p:txBody>
      </p:sp>
      <p:graphicFrame>
        <p:nvGraphicFramePr>
          <p:cNvPr id="4194355" name="Object 3"/>
          <p:cNvGraphicFramePr>
            <a:graphicFrameLocks noChangeAspect="1"/>
          </p:cNvGraphicFramePr>
          <p:nvPr/>
        </p:nvGraphicFramePr>
        <p:xfrm>
          <a:off x="3000375" y="3484563"/>
          <a:ext cx="5257800" cy="468312"/>
        </p:xfrm>
        <a:graphic>
          <a:graphicData uri="http://schemas.openxmlformats.org/presentationml/2006/ole">
            <mc:AlternateContent xmlns:mc="http://schemas.openxmlformats.org/markup-compatibility/2006">
              <mc:Choice xmlns:v="urn:schemas-microsoft-com:vml" Requires="v">
                <p:oleObj name="Equation" r:id="rId4" imgW="2425700" imgH="215900" progId="Equation.3">
                  <p:embed/>
                </p:oleObj>
              </mc:Choice>
              <mc:Fallback>
                <p:oleObj name="Equation" r:id="rId4" imgW="2425700" imgH="215900" progId="Equation.3">
                  <p:embed/>
                  <p:pic>
                    <p:nvPicPr>
                      <p:cNvPr id="2097258" name="Object 3"/>
                      <p:cNvPicPr>
                        <a:picLocks noChangeAspect="1" noChangeArrowheads="1"/>
                      </p:cNvPicPr>
                      <p:nvPr/>
                    </p:nvPicPr>
                    <p:blipFill>
                      <a:blip r:embed="rId5"/>
                      <a:srcRect/>
                      <a:stretch>
                        <a:fillRect/>
                      </a:stretch>
                    </p:blipFill>
                    <p:spPr bwMode="auto">
                      <a:xfrm>
                        <a:off x="3000375" y="3484563"/>
                        <a:ext cx="5257800" cy="468312"/>
                      </a:xfrm>
                      <a:prstGeom prst="rect">
                        <a:avLst/>
                      </a:prstGeom>
                      <a:noFill/>
                      <a:ln>
                        <a:noFill/>
                      </a:ln>
                      <a:effectLst/>
                    </p:spPr>
                  </p:pic>
                </p:oleObj>
              </mc:Fallback>
            </mc:AlternateContent>
          </a:graphicData>
        </a:graphic>
      </p:graphicFrame>
      <p:graphicFrame>
        <p:nvGraphicFramePr>
          <p:cNvPr id="4194356" name="Object 4"/>
          <p:cNvGraphicFramePr>
            <a:graphicFrameLocks noChangeAspect="1"/>
          </p:cNvGraphicFramePr>
          <p:nvPr/>
        </p:nvGraphicFramePr>
        <p:xfrm>
          <a:off x="3000375" y="4141788"/>
          <a:ext cx="2133600" cy="469900"/>
        </p:xfrm>
        <a:graphic>
          <a:graphicData uri="http://schemas.openxmlformats.org/presentationml/2006/ole">
            <mc:AlternateContent xmlns:mc="http://schemas.openxmlformats.org/markup-compatibility/2006">
              <mc:Choice xmlns:v="urn:schemas-microsoft-com:vml" Requires="v">
                <p:oleObj name="Microsoft Equation 3.0" r:id="rId6" imgW="977476" imgH="215806" progId="Equation.3">
                  <p:embed/>
                </p:oleObj>
              </mc:Choice>
              <mc:Fallback>
                <p:oleObj name="Microsoft Equation 3.0" r:id="rId6" imgW="977476" imgH="215806" progId="Equation.3">
                  <p:embed/>
                  <p:pic>
                    <p:nvPicPr>
                      <p:cNvPr id="2097259" name="Object 4"/>
                      <p:cNvPicPr>
                        <a:picLocks noChangeAspect="1" noChangeArrowheads="1"/>
                      </p:cNvPicPr>
                      <p:nvPr/>
                    </p:nvPicPr>
                    <p:blipFill>
                      <a:blip r:embed="rId7"/>
                      <a:srcRect/>
                      <a:stretch>
                        <a:fillRect/>
                      </a:stretch>
                    </p:blipFill>
                    <p:spPr bwMode="auto">
                      <a:xfrm>
                        <a:off x="3000375" y="4141788"/>
                        <a:ext cx="2133600" cy="469900"/>
                      </a:xfrm>
                      <a:prstGeom prst="rect">
                        <a:avLst/>
                      </a:prstGeom>
                      <a:noFill/>
                      <a:ln>
                        <a:noFill/>
                      </a:ln>
                      <a:effectLst/>
                    </p:spPr>
                  </p:pic>
                </p:oleObj>
              </mc:Fallback>
            </mc:AlternateContent>
          </a:graphicData>
        </a:graphic>
      </p:graphicFrame>
      <p:graphicFrame>
        <p:nvGraphicFramePr>
          <p:cNvPr id="4194357" name="Object 5"/>
          <p:cNvGraphicFramePr>
            <a:graphicFrameLocks noChangeAspect="1"/>
          </p:cNvGraphicFramePr>
          <p:nvPr/>
        </p:nvGraphicFramePr>
        <p:xfrm>
          <a:off x="3048000" y="5454650"/>
          <a:ext cx="5408613" cy="461963"/>
        </p:xfrm>
        <a:graphic>
          <a:graphicData uri="http://schemas.openxmlformats.org/presentationml/2006/ole">
            <mc:AlternateContent xmlns:mc="http://schemas.openxmlformats.org/markup-compatibility/2006">
              <mc:Choice xmlns:v="urn:schemas-microsoft-com:vml" Requires="v">
                <p:oleObj name="Equation" r:id="rId8" imgW="2679700" imgH="228600" progId="Equation.DSMT4">
                  <p:embed/>
                </p:oleObj>
              </mc:Choice>
              <mc:Fallback>
                <p:oleObj name="Equation" r:id="rId8" imgW="2679700" imgH="228600" progId="Equation.DSMT4">
                  <p:embed/>
                  <p:pic>
                    <p:nvPicPr>
                      <p:cNvPr id="2097260" name="Object 5"/>
                      <p:cNvPicPr>
                        <a:picLocks noChangeAspect="1" noChangeArrowheads="1"/>
                      </p:cNvPicPr>
                      <p:nvPr/>
                    </p:nvPicPr>
                    <p:blipFill>
                      <a:blip r:embed="rId9"/>
                      <a:srcRect/>
                      <a:stretch>
                        <a:fillRect/>
                      </a:stretch>
                    </p:blipFill>
                    <p:spPr bwMode="auto">
                      <a:xfrm>
                        <a:off x="3048000" y="5454650"/>
                        <a:ext cx="5408613" cy="461963"/>
                      </a:xfrm>
                      <a:prstGeom prst="rect">
                        <a:avLst/>
                      </a:prstGeom>
                      <a:noFill/>
                      <a:ln>
                        <a:noFill/>
                      </a:ln>
                      <a:effectLst/>
                    </p:spPr>
                  </p:pic>
                </p:oleObj>
              </mc:Fallback>
            </mc:AlternateContent>
          </a:graphicData>
        </a:graphic>
      </p:graphicFrame>
      <p:graphicFrame>
        <p:nvGraphicFramePr>
          <p:cNvPr id="4194358" name="Object 6"/>
          <p:cNvGraphicFramePr>
            <a:graphicFrameLocks noChangeAspect="1"/>
          </p:cNvGraphicFramePr>
          <p:nvPr/>
        </p:nvGraphicFramePr>
        <p:xfrm>
          <a:off x="2921000" y="4856163"/>
          <a:ext cx="4959350" cy="422275"/>
        </p:xfrm>
        <a:graphic>
          <a:graphicData uri="http://schemas.openxmlformats.org/presentationml/2006/ole">
            <mc:AlternateContent xmlns:mc="http://schemas.openxmlformats.org/markup-compatibility/2006">
              <mc:Choice xmlns:v="urn:schemas-microsoft-com:vml" Requires="v">
                <p:oleObj name="Equation" r:id="rId10" imgW="2387600" imgH="203200" progId="Equation.DSMT4">
                  <p:embed/>
                </p:oleObj>
              </mc:Choice>
              <mc:Fallback>
                <p:oleObj name="Equation" r:id="rId10" imgW="2387600" imgH="203200" progId="Equation.DSMT4">
                  <p:embed/>
                  <p:pic>
                    <p:nvPicPr>
                      <p:cNvPr id="2097261" name="Object 6"/>
                      <p:cNvPicPr>
                        <a:picLocks noChangeAspect="1" noChangeArrowheads="1"/>
                      </p:cNvPicPr>
                      <p:nvPr/>
                    </p:nvPicPr>
                    <p:blipFill>
                      <a:blip r:embed="rId11"/>
                      <a:srcRect/>
                      <a:stretch>
                        <a:fillRect/>
                      </a:stretch>
                    </p:blipFill>
                    <p:spPr bwMode="auto">
                      <a:xfrm>
                        <a:off x="2921000" y="4856163"/>
                        <a:ext cx="4959350" cy="422275"/>
                      </a:xfrm>
                      <a:prstGeom prst="rect">
                        <a:avLst/>
                      </a:prstGeom>
                      <a:noFill/>
                      <a:ln>
                        <a:noFill/>
                      </a:ln>
                      <a:effectLst/>
                    </p:spPr>
                  </p:pic>
                </p:oleObj>
              </mc:Fallback>
            </mc:AlternateContent>
          </a:graphicData>
        </a:graphic>
      </p:graphicFrame>
      <p:sp>
        <p:nvSpPr>
          <p:cNvPr id="1052256" name="TextBox 11"/>
          <p:cNvSpPr txBox="1">
            <a:spLocks noRot="1" noChangeAspect="1" noMove="1" noResize="1" noEditPoints="1" noAdjustHandles="1" noChangeArrowheads="1" noChangeShapeType="1" noTextEdit="1"/>
          </p:cNvSpPr>
          <p:nvPr/>
        </p:nvSpPr>
        <p:spPr>
          <a:xfrm>
            <a:off x="3097705" y="2506425"/>
            <a:ext cx="478015" cy="369332"/>
          </a:xfrm>
          <a:prstGeom prst="rect">
            <a:avLst/>
          </a:prstGeom>
          <a:blipFill>
            <a:blip r:embed="rId12"/>
            <a:stretch>
              <a:fillRect b="-6557"/>
            </a:stretch>
          </a:blipFill>
        </p:spPr>
        <p:txBody>
          <a:bodyPr/>
          <a:lstStyle/>
          <a:p>
            <a:r>
              <a:rPr lang="en-US">
                <a:noFill/>
              </a:rPr>
              <a:t> </a:t>
            </a:r>
          </a:p>
        </p:txBody>
      </p:sp>
      <p:sp>
        <p:nvSpPr>
          <p:cNvPr id="1052257" name="TextBox 12"/>
          <p:cNvSpPr txBox="1">
            <a:spLocks noRot="1" noChangeAspect="1" noMove="1" noResize="1" noEditPoints="1" noAdjustHandles="1" noChangeArrowheads="1" noChangeShapeType="1" noTextEdit="1"/>
          </p:cNvSpPr>
          <p:nvPr/>
        </p:nvSpPr>
        <p:spPr>
          <a:xfrm>
            <a:off x="3169713" y="4869160"/>
            <a:ext cx="478015" cy="369332"/>
          </a:xfrm>
          <a:prstGeom prst="rect">
            <a:avLst/>
          </a:prstGeom>
          <a:blipFill>
            <a:blip r:embed="rId13"/>
            <a:stretch>
              <a:fillRect b="-8333"/>
            </a:stretch>
          </a:blipFill>
        </p:spPr>
        <p:txBody>
          <a:bodyPr/>
          <a:lstStyle/>
          <a:p>
            <a:r>
              <a:rPr lang="en-US">
                <a:noFill/>
              </a:rPr>
              <a:t> </a:t>
            </a:r>
          </a:p>
        </p:txBody>
      </p:sp>
      <p:sp>
        <p:nvSpPr>
          <p:cNvPr id="1052258" name="TextBox 13"/>
          <p:cNvSpPr txBox="1">
            <a:spLocks noRot="1" noChangeAspect="1" noMove="1" noResize="1" noEditPoints="1" noAdjustHandles="1" noChangeArrowheads="1" noChangeShapeType="1" noTextEdit="1"/>
          </p:cNvSpPr>
          <p:nvPr/>
        </p:nvSpPr>
        <p:spPr>
          <a:xfrm>
            <a:off x="3169712" y="5500965"/>
            <a:ext cx="478015" cy="369332"/>
          </a:xfrm>
          <a:prstGeom prst="rect">
            <a:avLst/>
          </a:prstGeom>
          <a:blipFill>
            <a:blip r:embed="rId14"/>
            <a:stretch>
              <a:fillRect b="-6557"/>
            </a:stretch>
          </a:blipFill>
        </p:spPr>
        <p:txBody>
          <a:bodyPr/>
          <a:lstStyle/>
          <a:p>
            <a:r>
              <a:rPr lang="en-US">
                <a:noFill/>
              </a:rPr>
              <a:t> </a:t>
            </a:r>
          </a:p>
        </p:txBody>
      </p:sp>
      <mc:AlternateContent xmlns:mc="http://schemas.openxmlformats.org/markup-compatibility/2006" xmlns:p14="http://schemas.microsoft.com/office/powerpoint/2010/main">
        <mc:Choice Requires="p14">
          <p:contentPart p14:bwMode="auto" r:id="rId15">
            <p14:nvContentPartPr>
              <p14:cNvPr id="1053906" name="墨迹 1053905"/>
              <p14:cNvContentPartPr/>
              <p14:nvPr/>
            </p14:nvContentPartPr>
            <p14:xfrm>
              <a:off x="10195579" y="8195320"/>
              <a:ext cx="0" cy="0"/>
            </p14:xfrm>
          </p:contentPart>
        </mc:Choice>
        <mc:Fallback xmlns="">
          <p:sp>
            <p:nvSpPr>
              <p:cNvPr id="1053906" name=""/>
              <p:cNvSpPr/>
              <p:nvPr/>
            </p:nvSpPr>
            <p:spPr>
              <a:xfrm>
                <a:off x="10195579" y="8195320"/>
                <a:ext cx="0" cy="0"/>
              </a:xfrm>
            </p:spPr>
          </p:sp>
        </mc:Fallback>
      </mc:AlternateContent>
      <mc:AlternateContent xmlns:mc="http://schemas.openxmlformats.org/markup-compatibility/2006" xmlns:p14="http://schemas.microsoft.com/office/powerpoint/2010/main">
        <mc:Choice Requires="p14">
          <p:contentPart p14:bwMode="auto" r:id="rId16">
            <p14:nvContentPartPr>
              <p14:cNvPr id="1053907" name="墨迹 1053906"/>
              <p14:cNvContentPartPr/>
              <p14:nvPr/>
            </p14:nvContentPartPr>
            <p14:xfrm>
              <a:off x="5062298" y="5870099"/>
              <a:ext cx="146373" cy="347222"/>
            </p14:xfrm>
          </p:contentPart>
        </mc:Choice>
        <mc:Fallback xmlns="">
          <p:sp>
            <p:nvSpPr>
              <p:cNvPr id="1053907" name=""/>
              <p:cNvSpPr/>
              <p:nvPr/>
            </p:nvSpPr>
            <p:spPr>
              <a:xfrm>
                <a:off x="5062298" y="5870099"/>
                <a:ext cx="146373" cy="347222"/>
              </a:xfrm>
            </p:spPr>
          </p:sp>
        </mc:Fallback>
      </mc:AlternateContent>
      <mc:AlternateContent xmlns:mc="http://schemas.openxmlformats.org/markup-compatibility/2006" xmlns:p14="http://schemas.microsoft.com/office/powerpoint/2010/main">
        <mc:Choice Requires="p14">
          <p:contentPart p14:bwMode="auto" r:id="rId17">
            <p14:nvContentPartPr>
              <p14:cNvPr id="1053908" name="墨迹 1053907"/>
              <p14:cNvContentPartPr/>
              <p14:nvPr/>
            </p14:nvContentPartPr>
            <p14:xfrm>
              <a:off x="4920534" y="6122090"/>
              <a:ext cx="156766" cy="203543"/>
            </p14:xfrm>
          </p:contentPart>
        </mc:Choice>
        <mc:Fallback xmlns="">
          <p:sp>
            <p:nvSpPr>
              <p:cNvPr id="1053908" name=""/>
              <p:cNvSpPr/>
              <p:nvPr/>
            </p:nvSpPr>
            <p:spPr>
              <a:xfrm>
                <a:off x="4920534" y="6122090"/>
                <a:ext cx="156766" cy="203543"/>
              </a:xfrm>
            </p:spPr>
          </p:sp>
        </mc:Fallback>
      </mc:AlternateContent>
      <mc:AlternateContent xmlns:mc="http://schemas.openxmlformats.org/markup-compatibility/2006" xmlns:p14="http://schemas.microsoft.com/office/powerpoint/2010/main">
        <mc:Choice Requires="p14">
          <p:contentPart p14:bwMode="auto" r:id="rId18">
            <p14:nvContentPartPr>
              <p14:cNvPr id="1053909" name="墨迹 1053908"/>
              <p14:cNvContentPartPr/>
              <p14:nvPr/>
            </p14:nvContentPartPr>
            <p14:xfrm>
              <a:off x="8226270" y="8103458"/>
              <a:ext cx="0" cy="0"/>
            </p14:xfrm>
          </p:contentPart>
        </mc:Choice>
        <mc:Fallback xmlns="">
          <p:sp>
            <p:nvSpPr>
              <p:cNvPr id="1053909" name=""/>
              <p:cNvSpPr/>
              <p:nvPr/>
            </p:nvSpPr>
            <p:spPr>
              <a:xfrm>
                <a:off x="8226270" y="8103458"/>
                <a:ext cx="0" cy="0"/>
              </a:xfrm>
            </p:spPr>
          </p:sp>
        </mc:Fallback>
      </mc:AlternateContent>
      <mc:AlternateContent xmlns:mc="http://schemas.openxmlformats.org/markup-compatibility/2006" xmlns:p14="http://schemas.microsoft.com/office/powerpoint/2010/main">
        <mc:Choice Requires="p14">
          <p:contentPart p14:bwMode="auto" r:id="rId19">
            <p14:nvContentPartPr>
              <p14:cNvPr id="1053910" name="墨迹 1053909"/>
              <p14:cNvContentPartPr/>
              <p14:nvPr/>
            </p14:nvContentPartPr>
            <p14:xfrm>
              <a:off x="3376729" y="5917157"/>
              <a:ext cx="158787" cy="244563"/>
            </p14:xfrm>
          </p:contentPart>
        </mc:Choice>
        <mc:Fallback xmlns="">
          <p:sp>
            <p:nvSpPr>
              <p:cNvPr id="1053910" name=""/>
              <p:cNvSpPr/>
              <p:nvPr/>
            </p:nvSpPr>
            <p:spPr>
              <a:xfrm>
                <a:off x="3376729" y="5917157"/>
                <a:ext cx="158787" cy="244563"/>
              </a:xfrm>
            </p:spPr>
          </p:sp>
        </mc:Fallback>
      </mc:AlternateContent>
      <mc:AlternateContent xmlns:mc="http://schemas.openxmlformats.org/markup-compatibility/2006" xmlns:p14="http://schemas.microsoft.com/office/powerpoint/2010/main">
        <mc:Choice Requires="p14">
          <p:contentPart p14:bwMode="auto" r:id="rId20">
            <p14:nvContentPartPr>
              <p14:cNvPr id="1053911" name="墨迹 1053910"/>
              <p14:cNvContentPartPr/>
              <p14:nvPr/>
            </p14:nvContentPartPr>
            <p14:xfrm>
              <a:off x="3602265" y="5988271"/>
              <a:ext cx="142286" cy="54597"/>
            </p14:xfrm>
          </p:contentPart>
        </mc:Choice>
        <mc:Fallback xmlns="">
          <p:sp>
            <p:nvSpPr>
              <p:cNvPr id="1053911" name=""/>
              <p:cNvSpPr/>
              <p:nvPr/>
            </p:nvSpPr>
            <p:spPr>
              <a:xfrm>
                <a:off x="3602265" y="5988271"/>
                <a:ext cx="142286" cy="54597"/>
              </a:xfrm>
            </p:spPr>
          </p:sp>
        </mc:Fallback>
      </mc:AlternateContent>
      <mc:AlternateContent xmlns:mc="http://schemas.openxmlformats.org/markup-compatibility/2006" xmlns:p14="http://schemas.microsoft.com/office/powerpoint/2010/main">
        <mc:Choice Requires="p14">
          <p:contentPart p14:bwMode="auto" r:id="rId21">
            <p14:nvContentPartPr>
              <p14:cNvPr id="1053912" name="墨迹 1053911"/>
              <p14:cNvContentPartPr/>
              <p14:nvPr/>
            </p14:nvContentPartPr>
            <p14:xfrm>
              <a:off x="3685549" y="5885269"/>
              <a:ext cx="236543" cy="241783"/>
            </p14:xfrm>
          </p:contentPart>
        </mc:Choice>
        <mc:Fallback xmlns="">
          <p:sp>
            <p:nvSpPr>
              <p:cNvPr id="1053912" name=""/>
              <p:cNvSpPr/>
              <p:nvPr/>
            </p:nvSpPr>
            <p:spPr>
              <a:xfrm>
                <a:off x="3685549" y="5885269"/>
                <a:ext cx="236543" cy="241783"/>
              </a:xfrm>
            </p:spPr>
          </p:sp>
        </mc:Fallback>
      </mc:AlternateContent>
      <mc:AlternateContent xmlns:mc="http://schemas.openxmlformats.org/markup-compatibility/2006" xmlns:p14="http://schemas.microsoft.com/office/powerpoint/2010/main">
        <mc:Choice Requires="p14">
          <p:contentPart p14:bwMode="auto" r:id="rId22">
            <p14:nvContentPartPr>
              <p14:cNvPr id="1053913" name="墨迹 1053912"/>
              <p14:cNvContentPartPr/>
              <p14:nvPr/>
            </p14:nvContentPartPr>
            <p14:xfrm>
              <a:off x="3780277" y="5893368"/>
              <a:ext cx="235048" cy="30669"/>
            </p14:xfrm>
          </p:contentPart>
        </mc:Choice>
        <mc:Fallback xmlns="">
          <p:sp>
            <p:nvSpPr>
              <p:cNvPr id="1053913" name=""/>
              <p:cNvSpPr/>
              <p:nvPr/>
            </p:nvSpPr>
            <p:spPr>
              <a:xfrm>
                <a:off x="3780277" y="5893368"/>
                <a:ext cx="235048" cy="30669"/>
              </a:xfrm>
            </p:spPr>
          </p:sp>
        </mc:Fallback>
      </mc:AlternateContent>
      <mc:AlternateContent xmlns:mc="http://schemas.openxmlformats.org/markup-compatibility/2006" xmlns:p14="http://schemas.microsoft.com/office/powerpoint/2010/main">
        <mc:Choice Requires="p14">
          <p:contentPart p14:bwMode="auto" r:id="rId23">
            <p14:nvContentPartPr>
              <p14:cNvPr id="1053914" name="墨迹 1053913"/>
              <p14:cNvContentPartPr/>
              <p14:nvPr/>
            </p14:nvContentPartPr>
            <p14:xfrm>
              <a:off x="3356814" y="6271330"/>
              <a:ext cx="125580" cy="218199"/>
            </p14:xfrm>
          </p:contentPart>
        </mc:Choice>
        <mc:Fallback xmlns="">
          <p:sp>
            <p:nvSpPr>
              <p:cNvPr id="1053914" name=""/>
              <p:cNvSpPr/>
              <p:nvPr/>
            </p:nvSpPr>
            <p:spPr>
              <a:xfrm>
                <a:off x="3356814" y="6271330"/>
                <a:ext cx="125580" cy="218199"/>
              </a:xfrm>
            </p:spPr>
          </p:sp>
        </mc:Fallback>
      </mc:AlternateContent>
      <mc:AlternateContent xmlns:mc="http://schemas.openxmlformats.org/markup-compatibility/2006" xmlns:p14="http://schemas.microsoft.com/office/powerpoint/2010/main">
        <mc:Choice Requires="p14">
          <p:contentPart p14:bwMode="auto" r:id="rId24">
            <p14:nvContentPartPr>
              <p14:cNvPr id="1053915" name="墨迹 1053914"/>
              <p14:cNvContentPartPr/>
              <p14:nvPr/>
            </p14:nvContentPartPr>
            <p14:xfrm>
              <a:off x="3566146" y="6336168"/>
              <a:ext cx="141585" cy="8044"/>
            </p14:xfrm>
          </p:contentPart>
        </mc:Choice>
        <mc:Fallback xmlns="">
          <p:sp>
            <p:nvSpPr>
              <p:cNvPr id="1053915" name=""/>
              <p:cNvSpPr/>
              <p:nvPr/>
            </p:nvSpPr>
            <p:spPr>
              <a:xfrm>
                <a:off x="3566146" y="6336168"/>
                <a:ext cx="141585" cy="8044"/>
              </a:xfrm>
            </p:spPr>
          </p:sp>
        </mc:Fallback>
      </mc:AlternateContent>
      <mc:AlternateContent xmlns:mc="http://schemas.openxmlformats.org/markup-compatibility/2006" xmlns:p14="http://schemas.microsoft.com/office/powerpoint/2010/main">
        <mc:Choice Requires="p14">
          <p:contentPart p14:bwMode="auto" r:id="rId25">
            <p14:nvContentPartPr>
              <p14:cNvPr id="1053916" name="墨迹 1053915"/>
              <p14:cNvContentPartPr/>
              <p14:nvPr/>
            </p14:nvContentPartPr>
            <p14:xfrm>
              <a:off x="3701928" y="6258620"/>
              <a:ext cx="186301" cy="151179"/>
            </p14:xfrm>
          </p:contentPart>
        </mc:Choice>
        <mc:Fallback xmlns="">
          <p:sp>
            <p:nvSpPr>
              <p:cNvPr id="1053916" name=""/>
              <p:cNvSpPr/>
              <p:nvPr/>
            </p:nvSpPr>
            <p:spPr>
              <a:xfrm>
                <a:off x="3701928" y="6258620"/>
                <a:ext cx="186301" cy="151179"/>
              </a:xfrm>
            </p:spPr>
          </p:sp>
        </mc:Fallback>
      </mc:AlternateContent>
      <mc:AlternateContent xmlns:mc="http://schemas.openxmlformats.org/markup-compatibility/2006" xmlns:p14="http://schemas.microsoft.com/office/powerpoint/2010/main">
        <mc:Choice Requires="p14">
          <p:contentPart p14:bwMode="auto" r:id="rId26">
            <p14:nvContentPartPr>
              <p14:cNvPr id="1053917" name="墨迹 1053916"/>
              <p14:cNvContentPartPr/>
              <p14:nvPr/>
            </p14:nvContentPartPr>
            <p14:xfrm>
              <a:off x="3738139" y="6277771"/>
              <a:ext cx="234688" cy="7817"/>
            </p14:xfrm>
          </p:contentPart>
        </mc:Choice>
        <mc:Fallback xmlns="">
          <p:sp>
            <p:nvSpPr>
              <p:cNvPr id="1053917" name=""/>
              <p:cNvSpPr/>
              <p:nvPr/>
            </p:nvSpPr>
            <p:spPr>
              <a:xfrm>
                <a:off x="3738139" y="6277771"/>
                <a:ext cx="234688" cy="7817"/>
              </a:xfrm>
            </p:spPr>
          </p:sp>
        </mc:Fallback>
      </mc:AlternateContent>
      <mc:AlternateContent xmlns:mc="http://schemas.openxmlformats.org/markup-compatibility/2006" xmlns:p14="http://schemas.microsoft.com/office/powerpoint/2010/main">
        <mc:Choice Requires="p14">
          <p:contentPart p14:bwMode="auto" r:id="rId27">
            <p14:nvContentPartPr>
              <p14:cNvPr id="1053918" name="墨迹 1053917"/>
              <p14:cNvContentPartPr/>
              <p14:nvPr/>
            </p14:nvContentPartPr>
            <p14:xfrm>
              <a:off x="3389759" y="6570448"/>
              <a:ext cx="56853" cy="236068"/>
            </p14:xfrm>
          </p:contentPart>
        </mc:Choice>
        <mc:Fallback xmlns="">
          <p:sp>
            <p:nvSpPr>
              <p:cNvPr id="1053918" name=""/>
              <p:cNvSpPr/>
              <p:nvPr/>
            </p:nvSpPr>
            <p:spPr>
              <a:xfrm>
                <a:off x="3389759" y="6570448"/>
                <a:ext cx="56853" cy="236068"/>
              </a:xfrm>
            </p:spPr>
          </p:sp>
        </mc:Fallback>
      </mc:AlternateContent>
      <mc:AlternateContent xmlns:mc="http://schemas.openxmlformats.org/markup-compatibility/2006" xmlns:p14="http://schemas.microsoft.com/office/powerpoint/2010/main">
        <mc:Choice Requires="p14">
          <p:contentPart p14:bwMode="auto" r:id="rId28">
            <p14:nvContentPartPr>
              <p14:cNvPr id="1053919" name="墨迹 1053918"/>
              <p14:cNvContentPartPr/>
              <p14:nvPr/>
            </p14:nvContentPartPr>
            <p14:xfrm>
              <a:off x="3510249" y="6619383"/>
              <a:ext cx="190302" cy="37870"/>
            </p14:xfrm>
          </p:contentPart>
        </mc:Choice>
        <mc:Fallback xmlns="">
          <p:sp>
            <p:nvSpPr>
              <p:cNvPr id="1053919" name=""/>
              <p:cNvSpPr/>
              <p:nvPr/>
            </p:nvSpPr>
            <p:spPr>
              <a:xfrm>
                <a:off x="3510249" y="6619383"/>
                <a:ext cx="190302" cy="37870"/>
              </a:xfrm>
            </p:spPr>
          </p:sp>
        </mc:Fallback>
      </mc:AlternateContent>
      <mc:AlternateContent xmlns:mc="http://schemas.openxmlformats.org/markup-compatibility/2006" xmlns:p14="http://schemas.microsoft.com/office/powerpoint/2010/main">
        <mc:Choice Requires="p14">
          <p:contentPart p14:bwMode="auto" r:id="rId29">
            <p14:nvContentPartPr>
              <p14:cNvPr id="1053920" name="墨迹 1053919"/>
              <p14:cNvContentPartPr/>
              <p14:nvPr/>
            </p14:nvContentPartPr>
            <p14:xfrm>
              <a:off x="3800739" y="6498811"/>
              <a:ext cx="198818" cy="280134"/>
            </p14:xfrm>
          </p:contentPart>
        </mc:Choice>
        <mc:Fallback xmlns="">
          <p:sp>
            <p:nvSpPr>
              <p:cNvPr id="1053920" name=""/>
              <p:cNvSpPr/>
              <p:nvPr/>
            </p:nvSpPr>
            <p:spPr>
              <a:xfrm>
                <a:off x="3800739" y="6498811"/>
                <a:ext cx="198818" cy="280134"/>
              </a:xfrm>
            </p:spPr>
          </p:sp>
        </mc:Fallback>
      </mc:AlternateContent>
      <mc:AlternateContent xmlns:mc="http://schemas.openxmlformats.org/markup-compatibility/2006" xmlns:p14="http://schemas.microsoft.com/office/powerpoint/2010/main">
        <mc:Choice Requires="p14">
          <p:contentPart p14:bwMode="auto" r:id="rId30">
            <p14:nvContentPartPr>
              <p14:cNvPr id="1053921" name="墨迹 1053920"/>
              <p14:cNvContentPartPr/>
              <p14:nvPr/>
            </p14:nvContentPartPr>
            <p14:xfrm>
              <a:off x="11281708" y="8288869"/>
              <a:ext cx="0" cy="0"/>
            </p14:xfrm>
          </p:contentPart>
        </mc:Choice>
        <mc:Fallback xmlns="">
          <p:sp>
            <p:nvSpPr>
              <p:cNvPr id="1053921" name=""/>
              <p:cNvSpPr/>
              <p:nvPr/>
            </p:nvSpPr>
            <p:spPr>
              <a:xfrm>
                <a:off x="11281708" y="8288869"/>
                <a:ext cx="0" cy="0"/>
              </a:xfrm>
            </p:spPr>
          </p:sp>
        </mc:Fallback>
      </mc:AlternateContent>
      <mc:AlternateContent xmlns:mc="http://schemas.openxmlformats.org/markup-compatibility/2006" xmlns:p14="http://schemas.microsoft.com/office/powerpoint/2010/main">
        <mc:Choice Requires="p14">
          <p:contentPart p14:bwMode="auto" r:id="rId31">
            <p14:nvContentPartPr>
              <p14:cNvPr id="1053922" name="墨迹 1053921"/>
              <p14:cNvContentPartPr/>
              <p14:nvPr/>
            </p14:nvContentPartPr>
            <p14:xfrm>
              <a:off x="5836441" y="5817004"/>
              <a:ext cx="149442" cy="214715"/>
            </p14:xfrm>
          </p:contentPart>
        </mc:Choice>
        <mc:Fallback xmlns="">
          <p:sp>
            <p:nvSpPr>
              <p:cNvPr id="1053922" name=""/>
              <p:cNvSpPr/>
              <p:nvPr/>
            </p:nvSpPr>
            <p:spPr>
              <a:xfrm>
                <a:off x="5836441" y="5817004"/>
                <a:ext cx="149442" cy="214715"/>
              </a:xfrm>
            </p:spPr>
          </p:sp>
        </mc:Fallback>
      </mc:AlternateContent>
      <mc:AlternateContent xmlns:mc="http://schemas.openxmlformats.org/markup-compatibility/2006" xmlns:p14="http://schemas.microsoft.com/office/powerpoint/2010/main">
        <mc:Choice Requires="p14">
          <p:contentPart p14:bwMode="auto" r:id="rId32">
            <p14:nvContentPartPr>
              <p14:cNvPr id="1053923" name="墨迹 1053922"/>
              <p14:cNvContentPartPr/>
              <p14:nvPr/>
            </p14:nvContentPartPr>
            <p14:xfrm>
              <a:off x="5787788" y="5940893"/>
              <a:ext cx="230965" cy="209584"/>
            </p14:xfrm>
          </p:contentPart>
        </mc:Choice>
        <mc:Fallback xmlns="">
          <p:sp>
            <p:nvSpPr>
              <p:cNvPr id="1053923" name=""/>
              <p:cNvSpPr/>
              <p:nvPr/>
            </p:nvSpPr>
            <p:spPr>
              <a:xfrm>
                <a:off x="5787788" y="5940893"/>
                <a:ext cx="230965" cy="209584"/>
              </a:xfrm>
            </p:spPr>
          </p:sp>
        </mc:Fallback>
      </mc:AlternateContent>
      <mc:AlternateContent xmlns:mc="http://schemas.openxmlformats.org/markup-compatibility/2006" xmlns:p14="http://schemas.microsoft.com/office/powerpoint/2010/main">
        <mc:Choice Requires="p14">
          <p:contentPart p14:bwMode="auto" r:id="rId33">
            <p14:nvContentPartPr>
              <p14:cNvPr id="1053936" name="墨迹 1053935"/>
              <p14:cNvContentPartPr/>
              <p14:nvPr/>
            </p14:nvContentPartPr>
            <p14:xfrm>
              <a:off x="6291259" y="5870099"/>
              <a:ext cx="139299" cy="212126"/>
            </p14:xfrm>
          </p:contentPart>
        </mc:Choice>
        <mc:Fallback xmlns="">
          <p:sp>
            <p:nvSpPr>
              <p:cNvPr id="1053936" name=""/>
              <p:cNvSpPr/>
              <p:nvPr/>
            </p:nvSpPr>
            <p:spPr>
              <a:xfrm>
                <a:off x="6291259" y="5870099"/>
                <a:ext cx="139299" cy="212126"/>
              </a:xfrm>
            </p:spPr>
          </p:sp>
        </mc:Fallback>
      </mc:AlternateContent>
      <mc:AlternateContent xmlns:mc="http://schemas.openxmlformats.org/markup-compatibility/2006" xmlns:p14="http://schemas.microsoft.com/office/powerpoint/2010/main">
        <mc:Choice Requires="p14">
          <p:contentPart p14:bwMode="auto" r:id="rId34">
            <p14:nvContentPartPr>
              <p14:cNvPr id="1053937" name="墨迹 1053936"/>
              <p14:cNvContentPartPr/>
              <p14:nvPr/>
            </p14:nvContentPartPr>
            <p14:xfrm>
              <a:off x="6466791" y="5957816"/>
              <a:ext cx="152163" cy="14259"/>
            </p14:xfrm>
          </p:contentPart>
        </mc:Choice>
        <mc:Fallback xmlns="">
          <p:sp>
            <p:nvSpPr>
              <p:cNvPr id="1053937" name=""/>
              <p:cNvSpPr/>
              <p:nvPr/>
            </p:nvSpPr>
            <p:spPr>
              <a:xfrm>
                <a:off x="6466791" y="5957816"/>
                <a:ext cx="152163" cy="14259"/>
              </a:xfrm>
            </p:spPr>
          </p:sp>
        </mc:Fallback>
      </mc:AlternateContent>
      <mc:AlternateContent xmlns:mc="http://schemas.openxmlformats.org/markup-compatibility/2006" xmlns:p14="http://schemas.microsoft.com/office/powerpoint/2010/main">
        <mc:Choice Requires="p14">
          <p:contentPart p14:bwMode="auto" r:id="rId35">
            <p14:nvContentPartPr>
              <p14:cNvPr id="1053938" name="墨迹 1053937"/>
              <p14:cNvContentPartPr/>
              <p14:nvPr/>
            </p14:nvContentPartPr>
            <p14:xfrm>
              <a:off x="6543832" y="5871785"/>
              <a:ext cx="224798" cy="178435"/>
            </p14:xfrm>
          </p:contentPart>
        </mc:Choice>
        <mc:Fallback xmlns="">
          <p:sp>
            <p:nvSpPr>
              <p:cNvPr id="1053938" name=""/>
              <p:cNvSpPr/>
              <p:nvPr/>
            </p:nvSpPr>
            <p:spPr>
              <a:xfrm>
                <a:off x="6543832" y="5871785"/>
                <a:ext cx="224798" cy="178435"/>
              </a:xfrm>
            </p:spPr>
          </p:sp>
        </mc:Fallback>
      </mc:AlternateContent>
      <mc:AlternateContent xmlns:mc="http://schemas.openxmlformats.org/markup-compatibility/2006" xmlns:p14="http://schemas.microsoft.com/office/powerpoint/2010/main">
        <mc:Choice Requires="p14">
          <p:contentPart p14:bwMode="auto" r:id="rId36">
            <p14:nvContentPartPr>
              <p14:cNvPr id="1053939" name="墨迹 1053938"/>
              <p14:cNvContentPartPr/>
              <p14:nvPr/>
            </p14:nvContentPartPr>
            <p14:xfrm>
              <a:off x="6754019" y="5874313"/>
              <a:ext cx="87156" cy="0"/>
            </p14:xfrm>
          </p:contentPart>
        </mc:Choice>
        <mc:Fallback xmlns="">
          <p:sp>
            <p:nvSpPr>
              <p:cNvPr id="1053939" name=""/>
              <p:cNvSpPr/>
              <p:nvPr/>
            </p:nvSpPr>
            <p:spPr>
              <a:xfrm>
                <a:off x="6754019" y="5874313"/>
                <a:ext cx="87156" cy="0"/>
              </a:xfrm>
            </p:spPr>
          </p:sp>
        </mc:Fallback>
      </mc:AlternateContent>
      <mc:AlternateContent xmlns:mc="http://schemas.openxmlformats.org/markup-compatibility/2006" xmlns:p14="http://schemas.microsoft.com/office/powerpoint/2010/main">
        <mc:Choice Requires="p14">
          <p:contentPart p14:bwMode="auto" r:id="rId37">
            <p14:nvContentPartPr>
              <p14:cNvPr id="1053940" name="墨迹 1053939"/>
              <p14:cNvContentPartPr/>
              <p14:nvPr/>
            </p14:nvContentPartPr>
            <p14:xfrm>
              <a:off x="6291457" y="6187826"/>
              <a:ext cx="71279" cy="206704"/>
            </p14:xfrm>
          </p:contentPart>
        </mc:Choice>
        <mc:Fallback xmlns="">
          <p:sp>
            <p:nvSpPr>
              <p:cNvPr id="1053940" name=""/>
              <p:cNvSpPr/>
              <p:nvPr/>
            </p:nvSpPr>
            <p:spPr>
              <a:xfrm>
                <a:off x="6291457" y="6187826"/>
                <a:ext cx="71279" cy="206704"/>
              </a:xfrm>
            </p:spPr>
          </p:sp>
        </mc:Fallback>
      </mc:AlternateContent>
      <mc:AlternateContent xmlns:mc="http://schemas.openxmlformats.org/markup-compatibility/2006" xmlns:p14="http://schemas.microsoft.com/office/powerpoint/2010/main">
        <mc:Choice Requires="p14">
          <p:contentPart p14:bwMode="auto" r:id="rId38">
            <p14:nvContentPartPr>
              <p14:cNvPr id="1053941" name="墨迹 1053940"/>
              <p14:cNvContentPartPr/>
              <p14:nvPr/>
            </p14:nvContentPartPr>
            <p14:xfrm>
              <a:off x="6395415" y="6241893"/>
              <a:ext cx="125689" cy="10227"/>
            </p14:xfrm>
          </p:contentPart>
        </mc:Choice>
        <mc:Fallback xmlns="">
          <p:sp>
            <p:nvSpPr>
              <p:cNvPr id="1053941" name=""/>
              <p:cNvSpPr/>
              <p:nvPr/>
            </p:nvSpPr>
            <p:spPr>
              <a:xfrm>
                <a:off x="6395415" y="6241893"/>
                <a:ext cx="125689" cy="10227"/>
              </a:xfrm>
            </p:spPr>
          </p:sp>
        </mc:Fallback>
      </mc:AlternateContent>
      <mc:AlternateContent xmlns:mc="http://schemas.openxmlformats.org/markup-compatibility/2006" xmlns:p14="http://schemas.microsoft.com/office/powerpoint/2010/main">
        <mc:Choice Requires="p14">
          <p:contentPart p14:bwMode="auto" r:id="rId39">
            <p14:nvContentPartPr>
              <p14:cNvPr id="1053942" name="墨迹 1053941"/>
              <p14:cNvContentPartPr/>
              <p14:nvPr/>
            </p14:nvContentPartPr>
            <p14:xfrm>
              <a:off x="6568032" y="6148216"/>
              <a:ext cx="138718" cy="191218"/>
            </p14:xfrm>
          </p:contentPart>
        </mc:Choice>
        <mc:Fallback xmlns="">
          <p:sp>
            <p:nvSpPr>
              <p:cNvPr id="1053942" name=""/>
              <p:cNvSpPr/>
              <p:nvPr/>
            </p:nvSpPr>
            <p:spPr>
              <a:xfrm>
                <a:off x="6568032" y="6148216"/>
                <a:ext cx="138718" cy="191218"/>
              </a:xfrm>
            </p:spPr>
          </p:sp>
        </mc:Fallback>
      </mc:AlternateContent>
      <mc:AlternateContent xmlns:mc="http://schemas.openxmlformats.org/markup-compatibility/2006" xmlns:p14="http://schemas.microsoft.com/office/powerpoint/2010/main">
        <mc:Choice Requires="p14">
          <p:contentPart p14:bwMode="auto" r:id="rId40">
            <p14:nvContentPartPr>
              <p14:cNvPr id="1053943" name="墨迹 1053942"/>
              <p14:cNvContentPartPr/>
              <p14:nvPr/>
            </p14:nvContentPartPr>
            <p14:xfrm>
              <a:off x="6582886" y="6137074"/>
              <a:ext cx="198092" cy="15356"/>
            </p14:xfrm>
          </p:contentPart>
        </mc:Choice>
        <mc:Fallback xmlns="">
          <p:sp>
            <p:nvSpPr>
              <p:cNvPr id="1053943" name=""/>
              <p:cNvSpPr/>
              <p:nvPr/>
            </p:nvSpPr>
            <p:spPr>
              <a:xfrm>
                <a:off x="6582886" y="6137074"/>
                <a:ext cx="198092" cy="15356"/>
              </a:xfrm>
            </p:spPr>
          </p:sp>
        </mc:Fallback>
      </mc:AlternateContent>
      <mc:AlternateContent xmlns:mc="http://schemas.openxmlformats.org/markup-compatibility/2006" xmlns:p14="http://schemas.microsoft.com/office/powerpoint/2010/main">
        <mc:Choice Requires="p14">
          <p:contentPart p14:bwMode="auto" r:id="rId41">
            <p14:nvContentPartPr>
              <p14:cNvPr id="1053944" name="墨迹 1053943"/>
              <p14:cNvContentPartPr/>
              <p14:nvPr/>
            </p14:nvContentPartPr>
            <p14:xfrm>
              <a:off x="6217864" y="6479427"/>
              <a:ext cx="170230" cy="145293"/>
            </p14:xfrm>
          </p:contentPart>
        </mc:Choice>
        <mc:Fallback xmlns="">
          <p:sp>
            <p:nvSpPr>
              <p:cNvPr id="1053944" name=""/>
              <p:cNvSpPr/>
              <p:nvPr/>
            </p:nvSpPr>
            <p:spPr>
              <a:xfrm>
                <a:off x="6217864" y="6479427"/>
                <a:ext cx="170230" cy="145293"/>
              </a:xfrm>
            </p:spPr>
          </p:sp>
        </mc:Fallback>
      </mc:AlternateContent>
      <mc:AlternateContent xmlns:mc="http://schemas.openxmlformats.org/markup-compatibility/2006" xmlns:p14="http://schemas.microsoft.com/office/powerpoint/2010/main">
        <mc:Choice Requires="p14">
          <p:contentPart p14:bwMode="auto" r:id="rId42">
            <p14:nvContentPartPr>
              <p14:cNvPr id="1053945" name="墨迹 1053944"/>
              <p14:cNvContentPartPr/>
              <p14:nvPr/>
            </p14:nvContentPartPr>
            <p14:xfrm>
              <a:off x="6234603" y="6477054"/>
              <a:ext cx="220611" cy="42298"/>
            </p14:xfrm>
          </p:contentPart>
        </mc:Choice>
        <mc:Fallback xmlns="">
          <p:sp>
            <p:nvSpPr>
              <p:cNvPr id="1053945" name=""/>
              <p:cNvSpPr/>
              <p:nvPr/>
            </p:nvSpPr>
            <p:spPr>
              <a:xfrm>
                <a:off x="6234603" y="6477054"/>
                <a:ext cx="220611" cy="42298"/>
              </a:xfrm>
            </p:spPr>
          </p:sp>
        </mc:Fallback>
      </mc:AlternateContent>
      <mc:AlternateContent xmlns:mc="http://schemas.openxmlformats.org/markup-compatibility/2006" xmlns:p14="http://schemas.microsoft.com/office/powerpoint/2010/main">
        <mc:Choice Requires="p14">
          <p:contentPart p14:bwMode="auto" r:id="rId43">
            <p14:nvContentPartPr>
              <p14:cNvPr id="1053946" name="墨迹 1053945"/>
              <p14:cNvContentPartPr/>
              <p14:nvPr/>
            </p14:nvContentPartPr>
            <p14:xfrm>
              <a:off x="6505490" y="6510161"/>
              <a:ext cx="158930" cy="33317"/>
            </p14:xfrm>
          </p:contentPart>
        </mc:Choice>
        <mc:Fallback xmlns="">
          <p:sp>
            <p:nvSpPr>
              <p:cNvPr id="1053946" name=""/>
              <p:cNvSpPr/>
              <p:nvPr/>
            </p:nvSpPr>
            <p:spPr>
              <a:xfrm>
                <a:off x="6505490" y="6510161"/>
                <a:ext cx="158930" cy="33317"/>
              </a:xfrm>
            </p:spPr>
          </p:sp>
        </mc:Fallback>
      </mc:AlternateContent>
      <mc:AlternateContent xmlns:mc="http://schemas.openxmlformats.org/markup-compatibility/2006" xmlns:p14="http://schemas.microsoft.com/office/powerpoint/2010/main">
        <mc:Choice Requires="p14">
          <p:contentPart p14:bwMode="auto" r:id="rId44">
            <p14:nvContentPartPr>
              <p14:cNvPr id="1053947" name="墨迹 1053946"/>
              <p14:cNvContentPartPr/>
              <p14:nvPr/>
            </p14:nvContentPartPr>
            <p14:xfrm>
              <a:off x="6683603" y="6401892"/>
              <a:ext cx="164726" cy="312510"/>
            </p14:xfrm>
          </p:contentPart>
        </mc:Choice>
        <mc:Fallback xmlns="">
          <p:sp>
            <p:nvSpPr>
              <p:cNvPr id="1053947" name=""/>
              <p:cNvSpPr/>
              <p:nvPr/>
            </p:nvSpPr>
            <p:spPr>
              <a:xfrm>
                <a:off x="6683603" y="6401892"/>
                <a:ext cx="164726" cy="312510"/>
              </a:xfrm>
            </p:spPr>
          </p:sp>
        </mc:Fallback>
      </mc:AlternateContent>
      <mc:AlternateContent xmlns:mc="http://schemas.openxmlformats.org/markup-compatibility/2006" xmlns:p14="http://schemas.microsoft.com/office/powerpoint/2010/main">
        <mc:Choice Requires="p14">
          <p:contentPart p14:bwMode="auto" r:id="rId45">
            <p14:nvContentPartPr>
              <p14:cNvPr id="1053973" name="墨迹 1053972"/>
              <p14:cNvContentPartPr/>
              <p14:nvPr/>
            </p14:nvContentPartPr>
            <p14:xfrm>
              <a:off x="8471117" y="8092503"/>
              <a:ext cx="100590" cy="31156"/>
            </p14:xfrm>
          </p:contentPart>
        </mc:Choice>
        <mc:Fallback xmlns="">
          <p:sp>
            <p:nvSpPr>
              <p:cNvPr id="1053973" name=""/>
              <p:cNvSpPr/>
              <p:nvPr/>
            </p:nvSpPr>
            <p:spPr>
              <a:xfrm>
                <a:off x="8471117" y="8092503"/>
                <a:ext cx="100590" cy="31156"/>
              </a:xfrm>
            </p:spPr>
          </p:sp>
        </mc:Fallback>
      </mc:AlternateContent>
      <mc:AlternateContent xmlns:mc="http://schemas.openxmlformats.org/markup-compatibility/2006" xmlns:p14="http://schemas.microsoft.com/office/powerpoint/2010/main">
        <mc:Choice Requires="p14">
          <p:contentPart p14:bwMode="auto" r:id="rId46">
            <p14:nvContentPartPr>
              <p14:cNvPr id="1053974" name="墨迹 1053973"/>
              <p14:cNvContentPartPr/>
              <p14:nvPr/>
            </p14:nvContentPartPr>
            <p14:xfrm>
              <a:off x="11815476" y="7671113"/>
              <a:ext cx="0" cy="0"/>
            </p14:xfrm>
          </p:contentPart>
        </mc:Choice>
        <mc:Fallback xmlns="">
          <p:sp>
            <p:nvSpPr>
              <p:cNvPr id="1053974" name=""/>
              <p:cNvSpPr/>
              <p:nvPr/>
            </p:nvSpPr>
            <p:spPr>
              <a:xfrm>
                <a:off x="11815476" y="7671113"/>
                <a:ext cx="0" cy="0"/>
              </a:xfrm>
            </p:spPr>
          </p:sp>
        </mc:Fallback>
      </mc:AlternateContent>
      <mc:AlternateContent xmlns:mc="http://schemas.openxmlformats.org/markup-compatibility/2006" xmlns:p14="http://schemas.microsoft.com/office/powerpoint/2010/main">
        <mc:Choice Requires="p14">
          <p:contentPart p14:bwMode="auto" r:id="rId47">
            <p14:nvContentPartPr>
              <p14:cNvPr id="1053975" name="墨迹 1053974"/>
              <p14:cNvContentPartPr/>
              <p14:nvPr/>
            </p14:nvContentPartPr>
            <p14:xfrm>
              <a:off x="7808060" y="5922352"/>
              <a:ext cx="91156" cy="17697"/>
            </p14:xfrm>
          </p:contentPart>
        </mc:Choice>
        <mc:Fallback xmlns="">
          <p:sp>
            <p:nvSpPr>
              <p:cNvPr id="1053975" name=""/>
              <p:cNvSpPr/>
              <p:nvPr/>
            </p:nvSpPr>
            <p:spPr>
              <a:xfrm>
                <a:off x="7808060" y="5922352"/>
                <a:ext cx="91156" cy="17697"/>
              </a:xfrm>
            </p:spPr>
          </p:sp>
        </mc:Fallback>
      </mc:AlternateContent>
      <mc:AlternateContent xmlns:mc="http://schemas.openxmlformats.org/markup-compatibility/2006" xmlns:p14="http://schemas.microsoft.com/office/powerpoint/2010/main">
        <mc:Choice Requires="p14">
          <p:contentPart p14:bwMode="auto" r:id="rId48">
            <p14:nvContentPartPr>
              <p14:cNvPr id="1053976" name="墨迹 1053975"/>
              <p14:cNvContentPartPr/>
              <p14:nvPr/>
            </p14:nvContentPartPr>
            <p14:xfrm>
              <a:off x="7777103" y="5871704"/>
              <a:ext cx="298745" cy="80144"/>
            </p14:xfrm>
          </p:contentPart>
        </mc:Choice>
        <mc:Fallback xmlns="">
          <p:sp>
            <p:nvSpPr>
              <p:cNvPr id="1053976" name=""/>
              <p:cNvSpPr/>
              <p:nvPr/>
            </p:nvSpPr>
            <p:spPr>
              <a:xfrm>
                <a:off x="7777103" y="5871704"/>
                <a:ext cx="298745" cy="80144"/>
              </a:xfrm>
            </p:spPr>
          </p:sp>
        </mc:Fallback>
      </mc:AlternateContent>
      <mc:AlternateContent xmlns:mc="http://schemas.openxmlformats.org/markup-compatibility/2006" xmlns:p14="http://schemas.microsoft.com/office/powerpoint/2010/main">
        <mc:Choice Requires="p14">
          <p:contentPart p14:bwMode="auto" r:id="rId49">
            <p14:nvContentPartPr>
              <p14:cNvPr id="1053977" name="墨迹 1053976"/>
              <p14:cNvContentPartPr/>
              <p14:nvPr/>
            </p14:nvContentPartPr>
            <p14:xfrm>
              <a:off x="7855233" y="5928251"/>
              <a:ext cx="21624" cy="331598"/>
            </p14:xfrm>
          </p:contentPart>
        </mc:Choice>
        <mc:Fallback xmlns="">
          <p:sp>
            <p:nvSpPr>
              <p:cNvPr id="1053977" name=""/>
              <p:cNvSpPr/>
              <p:nvPr/>
            </p:nvSpPr>
            <p:spPr>
              <a:xfrm>
                <a:off x="7855233" y="5928251"/>
                <a:ext cx="21624" cy="331598"/>
              </a:xfrm>
            </p:spPr>
          </p:sp>
        </mc:Fallback>
      </mc:AlternateContent>
      <mc:AlternateContent xmlns:mc="http://schemas.openxmlformats.org/markup-compatibility/2006" xmlns:p14="http://schemas.microsoft.com/office/powerpoint/2010/main">
        <mc:Choice Requires="p14">
          <p:contentPart p14:bwMode="auto" r:id="rId50">
            <p14:nvContentPartPr>
              <p14:cNvPr id="1053978" name="墨迹 1053977"/>
              <p14:cNvContentPartPr/>
              <p14:nvPr/>
            </p14:nvContentPartPr>
            <p14:xfrm>
              <a:off x="7961740" y="5988931"/>
              <a:ext cx="21753" cy="520506"/>
            </p14:xfrm>
          </p:contentPart>
        </mc:Choice>
        <mc:Fallback xmlns="">
          <p:sp>
            <p:nvSpPr>
              <p:cNvPr id="1053978" name=""/>
              <p:cNvSpPr/>
              <p:nvPr/>
            </p:nvSpPr>
            <p:spPr>
              <a:xfrm>
                <a:off x="7961740" y="5988931"/>
                <a:ext cx="21753" cy="520506"/>
              </a:xfrm>
            </p:spPr>
          </p:sp>
        </mc:Fallback>
      </mc:AlternateContent>
      <mc:AlternateContent xmlns:mc="http://schemas.openxmlformats.org/markup-compatibility/2006" xmlns:p14="http://schemas.microsoft.com/office/powerpoint/2010/main">
        <mc:Choice Requires="p14">
          <p:contentPart p14:bwMode="auto" r:id="rId51">
            <p14:nvContentPartPr>
              <p14:cNvPr id="1053979" name="墨迹 1053978"/>
              <p14:cNvContentPartPr/>
              <p14:nvPr/>
            </p14:nvContentPartPr>
            <p14:xfrm>
              <a:off x="7757991" y="5986975"/>
              <a:ext cx="219605" cy="366683"/>
            </p14:xfrm>
          </p:contentPart>
        </mc:Choice>
        <mc:Fallback xmlns="">
          <p:sp>
            <p:nvSpPr>
              <p:cNvPr id="1053979" name=""/>
              <p:cNvSpPr/>
              <p:nvPr/>
            </p:nvSpPr>
            <p:spPr>
              <a:xfrm>
                <a:off x="7757991" y="5986975"/>
                <a:ext cx="219605" cy="366683"/>
              </a:xfrm>
            </p:spPr>
          </p:sp>
        </mc:Fallback>
      </mc:AlternateContent>
      <mc:AlternateContent xmlns:mc="http://schemas.openxmlformats.org/markup-compatibility/2006" xmlns:p14="http://schemas.microsoft.com/office/powerpoint/2010/main">
        <mc:Choice Requires="p14">
          <p:contentPart p14:bwMode="auto" r:id="rId52">
            <p14:nvContentPartPr>
              <p14:cNvPr id="1053980" name="墨迹 1053979"/>
              <p14:cNvContentPartPr/>
              <p14:nvPr/>
            </p14:nvContentPartPr>
            <p14:xfrm>
              <a:off x="7978788" y="5958200"/>
              <a:ext cx="246586" cy="317961"/>
            </p14:xfrm>
          </p:contentPart>
        </mc:Choice>
        <mc:Fallback xmlns="">
          <p:sp>
            <p:nvSpPr>
              <p:cNvPr id="1053980" name=""/>
              <p:cNvSpPr/>
              <p:nvPr/>
            </p:nvSpPr>
            <p:spPr>
              <a:xfrm>
                <a:off x="7978788" y="5958200"/>
                <a:ext cx="246586" cy="317961"/>
              </a:xfrm>
            </p:spPr>
          </p:sp>
        </mc:Fallback>
      </mc:AlternateContent>
      <mc:AlternateContent xmlns:mc="http://schemas.openxmlformats.org/markup-compatibility/2006" xmlns:p14="http://schemas.microsoft.com/office/powerpoint/2010/main">
        <mc:Choice Requires="p14">
          <p:contentPart p14:bwMode="auto" r:id="rId53">
            <p14:nvContentPartPr>
              <p14:cNvPr id="1053981" name="墨迹 1053980"/>
              <p14:cNvContentPartPr/>
              <p14:nvPr/>
            </p14:nvContentPartPr>
            <p14:xfrm>
              <a:off x="8023051" y="6120415"/>
              <a:ext cx="330910" cy="133652"/>
            </p14:xfrm>
          </p:contentPart>
        </mc:Choice>
        <mc:Fallback xmlns="">
          <p:sp>
            <p:nvSpPr>
              <p:cNvPr id="1053981" name=""/>
              <p:cNvSpPr/>
              <p:nvPr/>
            </p:nvSpPr>
            <p:spPr>
              <a:xfrm>
                <a:off x="8023051" y="6120415"/>
                <a:ext cx="330910" cy="133652"/>
              </a:xfrm>
            </p:spPr>
          </p:sp>
        </mc:Fallback>
      </mc:AlternateContent>
      <mc:AlternateContent xmlns:mc="http://schemas.openxmlformats.org/markup-compatibility/2006" xmlns:p14="http://schemas.microsoft.com/office/powerpoint/2010/main">
        <mc:Choice Requires="p14">
          <p:contentPart p14:bwMode="auto" r:id="rId54">
            <p14:nvContentPartPr>
              <p14:cNvPr id="1053982" name="墨迹 1053981"/>
              <p14:cNvContentPartPr/>
              <p14:nvPr/>
            </p14:nvContentPartPr>
            <p14:xfrm>
              <a:off x="8345821" y="5902380"/>
              <a:ext cx="371860" cy="338356"/>
            </p14:xfrm>
          </p:contentPart>
        </mc:Choice>
        <mc:Fallback xmlns="">
          <p:sp>
            <p:nvSpPr>
              <p:cNvPr id="1053982" name=""/>
              <p:cNvSpPr/>
              <p:nvPr/>
            </p:nvSpPr>
            <p:spPr>
              <a:xfrm>
                <a:off x="8345821" y="5902380"/>
                <a:ext cx="371860" cy="338356"/>
              </a:xfrm>
            </p:spPr>
          </p:sp>
        </mc:Fallback>
      </mc:AlternateContent>
      <mc:AlternateContent xmlns:mc="http://schemas.openxmlformats.org/markup-compatibility/2006" xmlns:p14="http://schemas.microsoft.com/office/powerpoint/2010/main">
        <mc:Choice Requires="p14">
          <p:contentPart p14:bwMode="auto" r:id="rId55">
            <p14:nvContentPartPr>
              <p14:cNvPr id="1053983" name="墨迹 1053982"/>
              <p14:cNvContentPartPr/>
              <p14:nvPr/>
            </p14:nvContentPartPr>
            <p14:xfrm>
              <a:off x="8684092" y="5971233"/>
              <a:ext cx="38107" cy="223824"/>
            </p14:xfrm>
          </p:contentPart>
        </mc:Choice>
        <mc:Fallback xmlns="">
          <p:sp>
            <p:nvSpPr>
              <p:cNvPr id="1053983" name=""/>
              <p:cNvSpPr/>
              <p:nvPr/>
            </p:nvSpPr>
            <p:spPr>
              <a:xfrm>
                <a:off x="8684092" y="5971233"/>
                <a:ext cx="38107" cy="223824"/>
              </a:xfrm>
            </p:spPr>
          </p:sp>
        </mc:Fallback>
      </mc:AlternateContent>
      <mc:AlternateContent xmlns:mc="http://schemas.openxmlformats.org/markup-compatibility/2006" xmlns:p14="http://schemas.microsoft.com/office/powerpoint/2010/main">
        <mc:Choice Requires="p14">
          <p:contentPart p14:bwMode="auto" r:id="rId56">
            <p14:nvContentPartPr>
              <p14:cNvPr id="1053984" name="墨迹 1053983"/>
              <p14:cNvContentPartPr/>
              <p14:nvPr/>
            </p14:nvContentPartPr>
            <p14:xfrm>
              <a:off x="8791450" y="5952692"/>
              <a:ext cx="297952" cy="209507"/>
            </p14:xfrm>
          </p:contentPart>
        </mc:Choice>
        <mc:Fallback xmlns="">
          <p:sp>
            <p:nvSpPr>
              <p:cNvPr id="1053984" name=""/>
              <p:cNvSpPr/>
              <p:nvPr/>
            </p:nvSpPr>
            <p:spPr>
              <a:xfrm>
                <a:off x="8791450" y="5952692"/>
                <a:ext cx="297952" cy="209507"/>
              </a:xfrm>
            </p:spPr>
          </p:sp>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59" name="Object 3"/>
          <p:cNvGraphicFramePr>
            <a:graphicFrameLocks noChangeAspect="1"/>
          </p:cNvGraphicFramePr>
          <p:nvPr/>
        </p:nvGraphicFramePr>
        <p:xfrm>
          <a:off x="4249738" y="3651250"/>
          <a:ext cx="2813050" cy="2381250"/>
        </p:xfrm>
        <a:graphic>
          <a:graphicData uri="http://schemas.openxmlformats.org/presentationml/2006/ole">
            <mc:AlternateContent xmlns:mc="http://schemas.openxmlformats.org/markup-compatibility/2006">
              <mc:Choice xmlns:v="urn:schemas-microsoft-com:vml" Requires="v">
                <p:oleObj name="Equation" r:id="rId2" imgW="1651000" imgH="1397000" progId="Equation.3">
                  <p:embed/>
                </p:oleObj>
              </mc:Choice>
              <mc:Fallback>
                <p:oleObj name="Equation" r:id="rId2" imgW="1651000" imgH="1397000" progId="Equation.3">
                  <p:embed/>
                  <p:pic>
                    <p:nvPicPr>
                      <p:cNvPr id="2097267" name="Object 3"/>
                      <p:cNvPicPr>
                        <a:picLocks noChangeAspect="1" noChangeArrowheads="1"/>
                      </p:cNvPicPr>
                      <p:nvPr/>
                    </p:nvPicPr>
                    <p:blipFill>
                      <a:blip r:embed="rId3"/>
                      <a:srcRect/>
                      <a:stretch>
                        <a:fillRect/>
                      </a:stretch>
                    </p:blipFill>
                    <p:spPr bwMode="auto">
                      <a:xfrm>
                        <a:off x="4249738" y="3651250"/>
                        <a:ext cx="2813050" cy="2381250"/>
                      </a:xfrm>
                      <a:prstGeom prst="rect">
                        <a:avLst/>
                      </a:prstGeom>
                      <a:noFill/>
                      <a:ln>
                        <a:noFill/>
                      </a:ln>
                      <a:effectLst/>
                    </p:spPr>
                  </p:pic>
                </p:oleObj>
              </mc:Fallback>
            </mc:AlternateContent>
          </a:graphicData>
        </a:graphic>
      </p:graphicFrame>
      <p:graphicFrame>
        <p:nvGraphicFramePr>
          <p:cNvPr id="4194360" name="Object 4"/>
          <p:cNvGraphicFramePr>
            <a:graphicFrameLocks noChangeAspect="1"/>
          </p:cNvGraphicFramePr>
          <p:nvPr/>
        </p:nvGraphicFramePr>
        <p:xfrm>
          <a:off x="2063750" y="4341813"/>
          <a:ext cx="1600200" cy="981075"/>
        </p:xfrm>
        <a:graphic>
          <a:graphicData uri="http://schemas.openxmlformats.org/presentationml/2006/ole">
            <mc:AlternateContent xmlns:mc="http://schemas.openxmlformats.org/markup-compatibility/2006">
              <mc:Choice xmlns:v="urn:schemas-microsoft-com:vml" Requires="v">
                <p:oleObj name="Equation" r:id="rId4" imgW="787058" imgH="482391" progId="Equation.3">
                  <p:embed/>
                </p:oleObj>
              </mc:Choice>
              <mc:Fallback>
                <p:oleObj name="Equation" r:id="rId4" imgW="787058" imgH="482391" progId="Equation.3">
                  <p:embed/>
                  <p:pic>
                    <p:nvPicPr>
                      <p:cNvPr id="2097268" name="Object 4"/>
                      <p:cNvPicPr>
                        <a:picLocks noChangeAspect="1" noChangeArrowheads="1"/>
                      </p:cNvPicPr>
                      <p:nvPr/>
                    </p:nvPicPr>
                    <p:blipFill>
                      <a:blip r:embed="rId5"/>
                      <a:srcRect/>
                      <a:stretch>
                        <a:fillRect/>
                      </a:stretch>
                    </p:blipFill>
                    <p:spPr bwMode="auto">
                      <a:xfrm>
                        <a:off x="2063750" y="4341813"/>
                        <a:ext cx="1600200" cy="981075"/>
                      </a:xfrm>
                      <a:prstGeom prst="rect">
                        <a:avLst/>
                      </a:prstGeom>
                      <a:noFill/>
                      <a:ln>
                        <a:noFill/>
                      </a:ln>
                      <a:effectLst/>
                    </p:spPr>
                  </p:pic>
                </p:oleObj>
              </mc:Fallback>
            </mc:AlternateContent>
          </a:graphicData>
        </a:graphic>
      </p:graphicFrame>
      <p:graphicFrame>
        <p:nvGraphicFramePr>
          <p:cNvPr id="4194361" name="Object 5"/>
          <p:cNvGraphicFramePr>
            <a:graphicFrameLocks noChangeAspect="1"/>
          </p:cNvGraphicFramePr>
          <p:nvPr/>
        </p:nvGraphicFramePr>
        <p:xfrm>
          <a:off x="7481888" y="3648075"/>
          <a:ext cx="3722687" cy="2368550"/>
        </p:xfrm>
        <a:graphic>
          <a:graphicData uri="http://schemas.openxmlformats.org/presentationml/2006/ole">
            <mc:AlternateContent xmlns:mc="http://schemas.openxmlformats.org/markup-compatibility/2006">
              <mc:Choice xmlns:v="urn:schemas-microsoft-com:vml" Requires="v">
                <p:oleObj name="Equation" r:id="rId6" imgW="2197100" imgH="1397000" progId="Equation.DSMT4">
                  <p:embed/>
                </p:oleObj>
              </mc:Choice>
              <mc:Fallback>
                <p:oleObj name="Equation" r:id="rId6" imgW="2197100" imgH="1397000" progId="Equation.DSMT4">
                  <p:embed/>
                  <p:pic>
                    <p:nvPicPr>
                      <p:cNvPr id="2097269" name="Object 5"/>
                      <p:cNvPicPr>
                        <a:picLocks noChangeAspect="1" noChangeArrowheads="1"/>
                      </p:cNvPicPr>
                      <p:nvPr/>
                    </p:nvPicPr>
                    <p:blipFill>
                      <a:blip r:embed="rId7"/>
                      <a:srcRect/>
                      <a:stretch>
                        <a:fillRect/>
                      </a:stretch>
                    </p:blipFill>
                    <p:spPr bwMode="auto">
                      <a:xfrm>
                        <a:off x="7481888" y="3648075"/>
                        <a:ext cx="3722687" cy="2368550"/>
                      </a:xfrm>
                      <a:prstGeom prst="rect">
                        <a:avLst/>
                      </a:prstGeom>
                      <a:noFill/>
                      <a:ln>
                        <a:noFill/>
                      </a:ln>
                      <a:effectLst/>
                    </p:spPr>
                  </p:pic>
                </p:oleObj>
              </mc:Fallback>
            </mc:AlternateContent>
          </a:graphicData>
        </a:graphic>
      </p:graphicFrame>
      <p:sp>
        <p:nvSpPr>
          <p:cNvPr id="1052259" name="Text Box 4"/>
          <p:cNvSpPr txBox="1">
            <a:spLocks noChangeArrowheads="1"/>
          </p:cNvSpPr>
          <p:nvPr/>
        </p:nvSpPr>
        <p:spPr bwMode="auto">
          <a:xfrm>
            <a:off x="1547813" y="1830388"/>
            <a:ext cx="2522537" cy="400050"/>
          </a:xfrm>
          <a:prstGeom prst="rect">
            <a:avLst/>
          </a:prstGeom>
          <a:noFill/>
          <a:ln>
            <a:noFill/>
          </a:ln>
          <a:effectLst/>
        </p:spPr>
        <p:txBody>
          <a:bodyPr wrap="none">
            <a:spAutoFit/>
          </a:bodyPr>
          <a:lstStyle/>
          <a:p>
            <a:pPr eaLnBrk="1" hangingPunct="1"/>
            <a:r>
              <a:rPr lang="en-US" altLang="zh-CN" sz="2000" dirty="0">
                <a:solidFill>
                  <a:schemeClr val="bg1">
                    <a:lumMod val="50000"/>
                  </a:schemeClr>
                </a:solidFill>
                <a:latin typeface="黑体" panose="02010609060101010101" pitchFamily="49" charset="-122"/>
                <a:ea typeface="黑体" panose="02010609060101010101" pitchFamily="49" charset="-122"/>
                <a:sym typeface="Wingdings 2" panose="05020102010507070707" pitchFamily="18" charset="2"/>
              </a:rPr>
              <a:t> </a:t>
            </a:r>
            <a:r>
              <a:rPr lang="zh-CN" altLang="en-US" sz="2000" dirty="0">
                <a:solidFill>
                  <a:schemeClr val="bg1">
                    <a:lumMod val="50000"/>
                  </a:schemeClr>
                </a:solidFill>
                <a:latin typeface="黑体" panose="02010609060101010101" pitchFamily="49" charset="-122"/>
                <a:ea typeface="黑体" panose="02010609060101010101" pitchFamily="49" charset="-122"/>
              </a:rPr>
              <a:t>腐蚀的等价定义：</a:t>
            </a:r>
          </a:p>
        </p:txBody>
      </p:sp>
      <p:sp>
        <p:nvSpPr>
          <p:cNvPr id="1052260"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1.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灰值腐蚀</a:t>
            </a:r>
          </a:p>
        </p:txBody>
      </p:sp>
      <p:sp>
        <p:nvSpPr>
          <p:cNvPr id="1052261"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262" name="Text Box 2"/>
          <p:cNvSpPr txBox="1">
            <a:spLocks noChangeArrowheads="1"/>
          </p:cNvSpPr>
          <p:nvPr/>
        </p:nvSpPr>
        <p:spPr bwMode="auto">
          <a:xfrm>
            <a:off x="1774825" y="3533775"/>
            <a:ext cx="588963" cy="369888"/>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Times New Roman" panose="02020603050405020304" pitchFamily="18" charset="0"/>
                <a:ea typeface="黑体" panose="02010609060101010101" pitchFamily="49" charset="-122"/>
                <a:cs typeface="Times New Roman" panose="02020603050405020304" pitchFamily="18" charset="0"/>
              </a:rPr>
              <a:t>例</a:t>
            </a:r>
            <a:r>
              <a:rPr lang="en-US" altLang="zh-CN">
                <a:latin typeface="Times New Roman" panose="02020603050405020304" pitchFamily="18" charset="0"/>
                <a:ea typeface="黑体" panose="02010609060101010101" pitchFamily="49" charset="-122"/>
                <a:cs typeface="Times New Roman" panose="02020603050405020304" pitchFamily="18" charset="0"/>
              </a:rPr>
              <a:t>2 </a:t>
            </a:r>
          </a:p>
        </p:txBody>
      </p:sp>
      <p:sp>
        <p:nvSpPr>
          <p:cNvPr id="1052263" name="TextBox 14"/>
          <p:cNvSpPr txBox="1">
            <a:spLocks noRot="1" noChangeAspect="1" noMove="1" noResize="1" noEditPoints="1" noAdjustHandles="1" noChangeArrowheads="1" noChangeShapeType="1" noTextEdit="1"/>
          </p:cNvSpPr>
          <p:nvPr/>
        </p:nvSpPr>
        <p:spPr>
          <a:xfrm>
            <a:off x="7537545" y="4647684"/>
            <a:ext cx="478015" cy="369332"/>
          </a:xfrm>
          <a:prstGeom prst="rect">
            <a:avLst/>
          </a:prstGeom>
          <a:blipFill>
            <a:blip r:embed="rId8"/>
            <a:stretch>
              <a:fillRect b="-6557"/>
            </a:stretch>
          </a:blipFill>
        </p:spPr>
        <p:txBody>
          <a:bodyPr/>
          <a:lstStyle/>
          <a:p>
            <a:r>
              <a:rPr lang="en-US">
                <a:noFill/>
              </a:rPr>
              <a:t> </a:t>
            </a:r>
          </a:p>
        </p:txBody>
      </p:sp>
      <p:graphicFrame>
        <p:nvGraphicFramePr>
          <p:cNvPr id="4194362" name="Object 5"/>
          <p:cNvGraphicFramePr>
            <a:graphicFrameLocks noChangeAspect="1"/>
          </p:cNvGraphicFramePr>
          <p:nvPr/>
        </p:nvGraphicFramePr>
        <p:xfrm>
          <a:off x="2889250" y="2482850"/>
          <a:ext cx="5029200" cy="452438"/>
        </p:xfrm>
        <a:graphic>
          <a:graphicData uri="http://schemas.openxmlformats.org/presentationml/2006/ole">
            <mc:AlternateContent xmlns:mc="http://schemas.openxmlformats.org/markup-compatibility/2006">
              <mc:Choice xmlns:v="urn:schemas-microsoft-com:vml" Requires="v">
                <p:oleObj name="Equation" r:id="rId9" imgW="2540000" imgH="228600" progId="Equation.DSMT4">
                  <p:embed/>
                </p:oleObj>
              </mc:Choice>
              <mc:Fallback>
                <p:oleObj name="Equation" r:id="rId9" imgW="2540000" imgH="228600" progId="Equation.DSMT4">
                  <p:embed/>
                  <p:pic>
                    <p:nvPicPr>
                      <p:cNvPr id="2097270" name="Object 5"/>
                      <p:cNvPicPr>
                        <a:picLocks noChangeAspect="1" noChangeArrowheads="1"/>
                      </p:cNvPicPr>
                      <p:nvPr/>
                    </p:nvPicPr>
                    <p:blipFill>
                      <a:blip r:embed="rId10"/>
                      <a:srcRect/>
                      <a:stretch>
                        <a:fillRect/>
                      </a:stretch>
                    </p:blipFill>
                    <p:spPr bwMode="auto">
                      <a:xfrm>
                        <a:off x="2889250" y="2482850"/>
                        <a:ext cx="5029200" cy="452438"/>
                      </a:xfrm>
                      <a:prstGeom prst="rect">
                        <a:avLst/>
                      </a:prstGeom>
                      <a:solidFill>
                        <a:srgbClr val="C0C0C0"/>
                      </a:solidFill>
                      <a:ln>
                        <a:noFill/>
                      </a:ln>
                      <a:effectLst/>
                    </p:spPr>
                  </p:pic>
                </p:oleObj>
              </mc:Fallback>
            </mc:AlternateContent>
          </a:graphicData>
        </a:graphic>
      </p:graphicFrame>
      <p:sp>
        <p:nvSpPr>
          <p:cNvPr id="1052264" name="TextBox 16"/>
          <p:cNvSpPr txBox="1">
            <a:spLocks noRot="1" noChangeAspect="1" noMove="1" noResize="1" noEditPoints="1" noAdjustHandles="1" noChangeArrowheads="1" noChangeShapeType="1" noTextEdit="1"/>
          </p:cNvSpPr>
          <p:nvPr/>
        </p:nvSpPr>
        <p:spPr>
          <a:xfrm>
            <a:off x="3097705" y="2506425"/>
            <a:ext cx="478015" cy="369332"/>
          </a:xfrm>
          <a:prstGeom prst="rect">
            <a:avLst/>
          </a:prstGeom>
          <a:blipFill>
            <a:blip r:embed="rId11"/>
            <a:stretch>
              <a:fillRect b="-6557"/>
            </a:stretch>
          </a:blipFill>
        </p:spPr>
        <p:txBody>
          <a:bodyPr/>
          <a:lstStyle/>
          <a:p>
            <a:r>
              <a:rPr lang="en-US">
                <a:noFill/>
              </a:rPr>
              <a:t> </a:t>
            </a:r>
          </a:p>
        </p:txBody>
      </p:sp>
      <p:sp>
        <p:nvSpPr>
          <p:cNvPr id="1052265" name="TextBox 80"/>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四、灰值形态学</a:t>
            </a:r>
          </a:p>
        </p:txBody>
      </p:sp>
      <mc:AlternateContent xmlns:mc="http://schemas.openxmlformats.org/markup-compatibility/2006" xmlns:p14="http://schemas.microsoft.com/office/powerpoint/2010/main">
        <mc:Choice Requires="p14">
          <p:contentPart p14:bwMode="auto" r:id="rId12">
            <p14:nvContentPartPr>
              <p14:cNvPr id="1053948" name="墨迹 1053947"/>
              <p14:cNvContentPartPr/>
              <p14:nvPr/>
            </p14:nvContentPartPr>
            <p14:xfrm>
              <a:off x="3948560" y="3115904"/>
              <a:ext cx="40697" cy="143485"/>
            </p14:xfrm>
          </p:contentPart>
        </mc:Choice>
        <mc:Fallback xmlns="">
          <p:sp>
            <p:nvSpPr>
              <p:cNvPr id="1053948" name=""/>
              <p:cNvSpPr/>
              <p:nvPr/>
            </p:nvSpPr>
            <p:spPr>
              <a:xfrm>
                <a:off x="3948560" y="3115904"/>
                <a:ext cx="40697" cy="143485"/>
              </a:xfrm>
            </p:spPr>
          </p:sp>
        </mc:Fallback>
      </mc:AlternateContent>
      <mc:AlternateContent xmlns:mc="http://schemas.openxmlformats.org/markup-compatibility/2006" xmlns:p14="http://schemas.microsoft.com/office/powerpoint/2010/main">
        <mc:Choice Requires="p14">
          <p:contentPart p14:bwMode="auto" r:id="rId13">
            <p14:nvContentPartPr>
              <p14:cNvPr id="1053949" name="墨迹 1053948"/>
              <p14:cNvContentPartPr/>
              <p14:nvPr/>
            </p14:nvContentPartPr>
            <p14:xfrm>
              <a:off x="3815807" y="3301315"/>
              <a:ext cx="313311" cy="364882"/>
            </p14:xfrm>
          </p:contentPart>
        </mc:Choice>
        <mc:Fallback xmlns="">
          <p:sp>
            <p:nvSpPr>
              <p:cNvPr id="1053949" name=""/>
              <p:cNvSpPr/>
              <p:nvPr/>
            </p:nvSpPr>
            <p:spPr>
              <a:xfrm>
                <a:off x="3815807" y="3301315"/>
                <a:ext cx="313311" cy="364882"/>
              </a:xfrm>
            </p:spPr>
          </p:sp>
        </mc:Fallback>
      </mc:AlternateContent>
      <mc:AlternateContent xmlns:mc="http://schemas.openxmlformats.org/markup-compatibility/2006" xmlns:p14="http://schemas.microsoft.com/office/powerpoint/2010/main">
        <mc:Choice Requires="p14">
          <p:contentPart p14:bwMode="auto" r:id="rId14">
            <p14:nvContentPartPr>
              <p14:cNvPr id="1053950" name="墨迹 1053949"/>
              <p14:cNvContentPartPr/>
              <p14:nvPr/>
            </p14:nvContentPartPr>
            <p14:xfrm>
              <a:off x="4025096" y="3241178"/>
              <a:ext cx="183485" cy="248833"/>
            </p14:xfrm>
          </p:contentPart>
        </mc:Choice>
        <mc:Fallback xmlns="">
          <p:sp>
            <p:nvSpPr>
              <p:cNvPr id="1053950" name=""/>
              <p:cNvSpPr/>
              <p:nvPr/>
            </p:nvSpPr>
            <p:spPr>
              <a:xfrm>
                <a:off x="4025096" y="3241178"/>
                <a:ext cx="183485" cy="248833"/>
              </a:xfrm>
            </p:spPr>
          </p:sp>
        </mc:Fallback>
      </mc:AlternateContent>
      <mc:AlternateContent xmlns:mc="http://schemas.openxmlformats.org/markup-compatibility/2006" xmlns:p14="http://schemas.microsoft.com/office/powerpoint/2010/main">
        <mc:Choice Requires="p14">
          <p:contentPart p14:bwMode="auto" r:id="rId15">
            <p14:nvContentPartPr>
              <p14:cNvPr id="1053951" name="墨迹 1053950"/>
              <p14:cNvContentPartPr/>
              <p14:nvPr/>
            </p14:nvContentPartPr>
            <p14:xfrm>
              <a:off x="3947919" y="3154672"/>
              <a:ext cx="164902" cy="409698"/>
            </p14:xfrm>
          </p:contentPart>
        </mc:Choice>
        <mc:Fallback xmlns="">
          <p:sp>
            <p:nvSpPr>
              <p:cNvPr id="1053951" name=""/>
              <p:cNvSpPr/>
              <p:nvPr/>
            </p:nvSpPr>
            <p:spPr>
              <a:xfrm>
                <a:off x="3947919" y="3154672"/>
                <a:ext cx="164902" cy="409698"/>
              </a:xfrm>
            </p:spPr>
          </p:sp>
        </mc:Fallback>
      </mc:AlternateContent>
      <mc:AlternateContent xmlns:mc="http://schemas.openxmlformats.org/markup-compatibility/2006" xmlns:p14="http://schemas.microsoft.com/office/powerpoint/2010/main">
        <mc:Choice Requires="p14">
          <p:contentPart p14:bwMode="auto" r:id="rId16">
            <p14:nvContentPartPr>
              <p14:cNvPr id="1053952" name="墨迹 1053951"/>
              <p14:cNvContentPartPr/>
              <p14:nvPr/>
            </p14:nvContentPartPr>
            <p14:xfrm>
              <a:off x="4364781" y="3017300"/>
              <a:ext cx="16727" cy="240292"/>
            </p14:xfrm>
          </p:contentPart>
        </mc:Choice>
        <mc:Fallback xmlns="">
          <p:sp>
            <p:nvSpPr>
              <p:cNvPr id="1053952" name=""/>
              <p:cNvSpPr/>
              <p:nvPr/>
            </p:nvSpPr>
            <p:spPr>
              <a:xfrm>
                <a:off x="4364781" y="3017300"/>
                <a:ext cx="16727" cy="240292"/>
              </a:xfrm>
            </p:spPr>
          </p:sp>
        </mc:Fallback>
      </mc:AlternateContent>
      <mc:AlternateContent xmlns:mc="http://schemas.openxmlformats.org/markup-compatibility/2006" xmlns:p14="http://schemas.microsoft.com/office/powerpoint/2010/main">
        <mc:Choice Requires="p14">
          <p:contentPart p14:bwMode="auto" r:id="rId17">
            <p14:nvContentPartPr>
              <p14:cNvPr id="1053953" name="墨迹 1053952"/>
              <p14:cNvContentPartPr/>
              <p14:nvPr/>
            </p14:nvContentPartPr>
            <p14:xfrm>
              <a:off x="4477436" y="2989199"/>
              <a:ext cx="153292" cy="254827"/>
            </p14:xfrm>
          </p:contentPart>
        </mc:Choice>
        <mc:Fallback xmlns="">
          <p:sp>
            <p:nvSpPr>
              <p:cNvPr id="1053953" name=""/>
              <p:cNvSpPr/>
              <p:nvPr/>
            </p:nvSpPr>
            <p:spPr>
              <a:xfrm>
                <a:off x="4477436" y="2989199"/>
                <a:ext cx="153292" cy="254827"/>
              </a:xfrm>
            </p:spPr>
          </p:sp>
        </mc:Fallback>
      </mc:AlternateContent>
      <mc:AlternateContent xmlns:mc="http://schemas.openxmlformats.org/markup-compatibility/2006" xmlns:p14="http://schemas.microsoft.com/office/powerpoint/2010/main">
        <mc:Choice Requires="p14">
          <p:contentPart p14:bwMode="auto" r:id="rId18">
            <p14:nvContentPartPr>
              <p14:cNvPr id="1053954" name="墨迹 1053953"/>
              <p14:cNvContentPartPr/>
              <p14:nvPr/>
            </p14:nvContentPartPr>
            <p14:xfrm>
              <a:off x="4417238" y="3151737"/>
              <a:ext cx="92079" cy="53501"/>
            </p14:xfrm>
          </p:contentPart>
        </mc:Choice>
        <mc:Fallback xmlns="">
          <p:sp>
            <p:nvSpPr>
              <p:cNvPr id="1053954" name=""/>
              <p:cNvSpPr/>
              <p:nvPr/>
            </p:nvSpPr>
            <p:spPr>
              <a:xfrm>
                <a:off x="4417238" y="3151737"/>
                <a:ext cx="92079" cy="53501"/>
              </a:xfrm>
            </p:spPr>
          </p:sp>
        </mc:Fallback>
      </mc:AlternateContent>
      <mc:AlternateContent xmlns:mc="http://schemas.openxmlformats.org/markup-compatibility/2006" xmlns:p14="http://schemas.microsoft.com/office/powerpoint/2010/main">
        <mc:Choice Requires="p14">
          <p:contentPart p14:bwMode="auto" r:id="rId19">
            <p14:nvContentPartPr>
              <p14:cNvPr id="1053955" name="墨迹 1053954"/>
              <p14:cNvContentPartPr/>
              <p14:nvPr/>
            </p14:nvContentPartPr>
            <p14:xfrm>
              <a:off x="4421644" y="3125175"/>
              <a:ext cx="103943" cy="133405"/>
            </p14:xfrm>
          </p:contentPart>
        </mc:Choice>
        <mc:Fallback xmlns="">
          <p:sp>
            <p:nvSpPr>
              <p:cNvPr id="1053955" name=""/>
              <p:cNvSpPr/>
              <p:nvPr/>
            </p:nvSpPr>
            <p:spPr>
              <a:xfrm>
                <a:off x="4421644" y="3125175"/>
                <a:ext cx="103943" cy="133405"/>
              </a:xfrm>
            </p:spPr>
          </p:sp>
        </mc:Fallback>
      </mc:AlternateContent>
      <mc:AlternateContent xmlns:mc="http://schemas.openxmlformats.org/markup-compatibility/2006" xmlns:p14="http://schemas.microsoft.com/office/powerpoint/2010/main">
        <mc:Choice Requires="p14">
          <p:contentPart p14:bwMode="auto" r:id="rId20">
            <p14:nvContentPartPr>
              <p14:cNvPr id="1053956" name="墨迹 1053955"/>
              <p14:cNvContentPartPr/>
              <p14:nvPr/>
            </p14:nvContentPartPr>
            <p14:xfrm>
              <a:off x="4289730" y="3213666"/>
              <a:ext cx="239303" cy="249253"/>
            </p14:xfrm>
          </p:contentPart>
        </mc:Choice>
        <mc:Fallback xmlns="">
          <p:sp>
            <p:nvSpPr>
              <p:cNvPr id="1053956" name=""/>
              <p:cNvSpPr/>
              <p:nvPr/>
            </p:nvSpPr>
            <p:spPr>
              <a:xfrm>
                <a:off x="4289730" y="3213666"/>
                <a:ext cx="239303" cy="249253"/>
              </a:xfrm>
            </p:spPr>
          </p:sp>
        </mc:Fallback>
      </mc:AlternateContent>
      <mc:AlternateContent xmlns:mc="http://schemas.openxmlformats.org/markup-compatibility/2006" xmlns:p14="http://schemas.microsoft.com/office/powerpoint/2010/main">
        <mc:Choice Requires="p14">
          <p:contentPart p14:bwMode="auto" r:id="rId21">
            <p14:nvContentPartPr>
              <p14:cNvPr id="1053957" name="墨迹 1053956"/>
              <p14:cNvContentPartPr/>
              <p14:nvPr/>
            </p14:nvContentPartPr>
            <p14:xfrm>
              <a:off x="4507534" y="3223874"/>
              <a:ext cx="144806" cy="95998"/>
            </p14:xfrm>
          </p:contentPart>
        </mc:Choice>
        <mc:Fallback xmlns="">
          <p:sp>
            <p:nvSpPr>
              <p:cNvPr id="1053957" name=""/>
              <p:cNvSpPr/>
              <p:nvPr/>
            </p:nvSpPr>
            <p:spPr>
              <a:xfrm>
                <a:off x="4507534" y="3223874"/>
                <a:ext cx="144806" cy="95998"/>
              </a:xfrm>
            </p:spPr>
          </p:sp>
        </mc:Fallback>
      </mc:AlternateContent>
      <mc:AlternateContent xmlns:mc="http://schemas.openxmlformats.org/markup-compatibility/2006" xmlns:p14="http://schemas.microsoft.com/office/powerpoint/2010/main">
        <mc:Choice Requires="p14">
          <p:contentPart p14:bwMode="auto" r:id="rId22">
            <p14:nvContentPartPr>
              <p14:cNvPr id="1053958" name="墨迹 1053957"/>
              <p14:cNvContentPartPr/>
              <p14:nvPr/>
            </p14:nvContentPartPr>
            <p14:xfrm>
              <a:off x="4450574" y="3296396"/>
              <a:ext cx="157781" cy="238495"/>
            </p14:xfrm>
          </p:contentPart>
        </mc:Choice>
        <mc:Fallback xmlns="">
          <p:sp>
            <p:nvSpPr>
              <p:cNvPr id="1053958" name=""/>
              <p:cNvSpPr/>
              <p:nvPr/>
            </p:nvSpPr>
            <p:spPr>
              <a:xfrm>
                <a:off x="4450574" y="3296396"/>
                <a:ext cx="157781" cy="238495"/>
              </a:xfrm>
            </p:spPr>
          </p:sp>
        </mc:Fallback>
      </mc:AlternateContent>
      <mc:AlternateContent xmlns:mc="http://schemas.openxmlformats.org/markup-compatibility/2006" xmlns:p14="http://schemas.microsoft.com/office/powerpoint/2010/main">
        <mc:Choice Requires="p14">
          <p:contentPart p14:bwMode="auto" r:id="rId23">
            <p14:nvContentPartPr>
              <p14:cNvPr id="1053959" name="墨迹 1053958"/>
              <p14:cNvContentPartPr/>
              <p14:nvPr/>
            </p14:nvContentPartPr>
            <p14:xfrm>
              <a:off x="4818840" y="3056863"/>
              <a:ext cx="316806" cy="37972"/>
            </p14:xfrm>
          </p:contentPart>
        </mc:Choice>
        <mc:Fallback xmlns="">
          <p:sp>
            <p:nvSpPr>
              <p:cNvPr id="1053959" name=""/>
              <p:cNvSpPr/>
              <p:nvPr/>
            </p:nvSpPr>
            <p:spPr>
              <a:xfrm>
                <a:off x="4818840" y="3056863"/>
                <a:ext cx="316806" cy="37972"/>
              </a:xfrm>
            </p:spPr>
          </p:sp>
        </mc:Fallback>
      </mc:AlternateContent>
      <mc:AlternateContent xmlns:mc="http://schemas.openxmlformats.org/markup-compatibility/2006" xmlns:p14="http://schemas.microsoft.com/office/powerpoint/2010/main">
        <mc:Choice Requires="p14">
          <p:contentPart p14:bwMode="auto" r:id="rId24">
            <p14:nvContentPartPr>
              <p14:cNvPr id="1053960" name="墨迹 1053959"/>
              <p14:cNvContentPartPr/>
              <p14:nvPr/>
            </p14:nvContentPartPr>
            <p14:xfrm>
              <a:off x="4712635" y="3073765"/>
              <a:ext cx="282496" cy="361611"/>
            </p14:xfrm>
          </p:contentPart>
        </mc:Choice>
        <mc:Fallback xmlns="">
          <p:sp>
            <p:nvSpPr>
              <p:cNvPr id="1053960" name=""/>
              <p:cNvSpPr/>
              <p:nvPr/>
            </p:nvSpPr>
            <p:spPr>
              <a:xfrm>
                <a:off x="4712635" y="3073765"/>
                <a:ext cx="282496" cy="361611"/>
              </a:xfrm>
            </p:spPr>
          </p:sp>
        </mc:Fallback>
      </mc:AlternateContent>
      <mc:AlternateContent xmlns:mc="http://schemas.openxmlformats.org/markup-compatibility/2006" xmlns:p14="http://schemas.microsoft.com/office/powerpoint/2010/main">
        <mc:Choice Requires="p14">
          <p:contentPart p14:bwMode="auto" r:id="rId25">
            <p14:nvContentPartPr>
              <p14:cNvPr id="1053961" name="墨迹 1053960"/>
              <p14:cNvContentPartPr/>
              <p14:nvPr/>
            </p14:nvContentPartPr>
            <p14:xfrm>
              <a:off x="4918337" y="3180798"/>
              <a:ext cx="41536" cy="379221"/>
            </p14:xfrm>
          </p:contentPart>
        </mc:Choice>
        <mc:Fallback xmlns="">
          <p:sp>
            <p:nvSpPr>
              <p:cNvPr id="1053961" name=""/>
              <p:cNvSpPr/>
              <p:nvPr/>
            </p:nvSpPr>
            <p:spPr>
              <a:xfrm>
                <a:off x="4918337" y="3180798"/>
                <a:ext cx="41536" cy="379221"/>
              </a:xfrm>
            </p:spPr>
          </p:sp>
        </mc:Fallback>
      </mc:AlternateContent>
      <mc:AlternateContent xmlns:mc="http://schemas.openxmlformats.org/markup-compatibility/2006" xmlns:p14="http://schemas.microsoft.com/office/powerpoint/2010/main">
        <mc:Choice Requires="p14">
          <p:contentPart p14:bwMode="auto" r:id="rId26">
            <p14:nvContentPartPr>
              <p14:cNvPr id="1053962" name="墨迹 1053961"/>
              <p14:cNvContentPartPr/>
              <p14:nvPr/>
            </p14:nvContentPartPr>
            <p14:xfrm>
              <a:off x="5002011" y="3274346"/>
              <a:ext cx="98398" cy="164293"/>
            </p14:xfrm>
          </p:contentPart>
        </mc:Choice>
        <mc:Fallback xmlns="">
          <p:sp>
            <p:nvSpPr>
              <p:cNvPr id="1053962" name=""/>
              <p:cNvSpPr/>
              <p:nvPr/>
            </p:nvSpPr>
            <p:spPr>
              <a:xfrm>
                <a:off x="5002011" y="3274346"/>
                <a:ext cx="98398" cy="164293"/>
              </a:xfrm>
            </p:spPr>
          </p:sp>
        </mc:Fallback>
      </mc:AlternateContent>
      <mc:AlternateContent xmlns:mc="http://schemas.openxmlformats.org/markup-compatibility/2006" xmlns:p14="http://schemas.microsoft.com/office/powerpoint/2010/main">
        <mc:Choice Requires="p14">
          <p:contentPart p14:bwMode="auto" r:id="rId27">
            <p14:nvContentPartPr>
              <p14:cNvPr id="1053963" name="墨迹 1053962"/>
              <p14:cNvContentPartPr/>
              <p14:nvPr/>
            </p14:nvContentPartPr>
            <p14:xfrm>
              <a:off x="5193572" y="2928808"/>
              <a:ext cx="98245" cy="213950"/>
            </p14:xfrm>
          </p:contentPart>
        </mc:Choice>
        <mc:Fallback xmlns="">
          <p:sp>
            <p:nvSpPr>
              <p:cNvPr id="1053963" name=""/>
              <p:cNvSpPr/>
              <p:nvPr/>
            </p:nvSpPr>
            <p:spPr>
              <a:xfrm>
                <a:off x="5193572" y="2928808"/>
                <a:ext cx="98245" cy="213950"/>
              </a:xfrm>
            </p:spPr>
          </p:sp>
        </mc:Fallback>
      </mc:AlternateContent>
      <mc:AlternateContent xmlns:mc="http://schemas.openxmlformats.org/markup-compatibility/2006" xmlns:p14="http://schemas.microsoft.com/office/powerpoint/2010/main">
        <mc:Choice Requires="p14">
          <p:contentPart p14:bwMode="auto" r:id="rId28">
            <p14:nvContentPartPr>
              <p14:cNvPr id="1053964" name="墨迹 1053963"/>
              <p14:cNvContentPartPr/>
              <p14:nvPr/>
            </p14:nvContentPartPr>
            <p14:xfrm>
              <a:off x="5277210" y="2963903"/>
              <a:ext cx="115533" cy="168369"/>
            </p14:xfrm>
          </p:contentPart>
        </mc:Choice>
        <mc:Fallback xmlns="">
          <p:sp>
            <p:nvSpPr>
              <p:cNvPr id="1053964" name=""/>
              <p:cNvSpPr/>
              <p:nvPr/>
            </p:nvSpPr>
            <p:spPr>
              <a:xfrm>
                <a:off x="5277210" y="2963903"/>
                <a:ext cx="115533" cy="168369"/>
              </a:xfrm>
            </p:spPr>
          </p:sp>
        </mc:Fallback>
      </mc:AlternateContent>
      <mc:AlternateContent xmlns:mc="http://schemas.openxmlformats.org/markup-compatibility/2006" xmlns:p14="http://schemas.microsoft.com/office/powerpoint/2010/main">
        <mc:Choice Requires="p14">
          <p:contentPart p14:bwMode="auto" r:id="rId29">
            <p14:nvContentPartPr>
              <p14:cNvPr id="1053965" name="墨迹 1053964"/>
              <p14:cNvContentPartPr/>
              <p14:nvPr/>
            </p14:nvContentPartPr>
            <p14:xfrm>
              <a:off x="5375567" y="2849587"/>
              <a:ext cx="115556" cy="281153"/>
            </p14:xfrm>
          </p:contentPart>
        </mc:Choice>
        <mc:Fallback xmlns="">
          <p:sp>
            <p:nvSpPr>
              <p:cNvPr id="1053965" name=""/>
              <p:cNvSpPr/>
              <p:nvPr/>
            </p:nvSpPr>
            <p:spPr>
              <a:xfrm>
                <a:off x="5375567" y="2849587"/>
                <a:ext cx="115556" cy="281153"/>
              </a:xfrm>
            </p:spPr>
          </p:sp>
        </mc:Fallback>
      </mc:AlternateContent>
      <mc:AlternateContent xmlns:mc="http://schemas.openxmlformats.org/markup-compatibility/2006" xmlns:p14="http://schemas.microsoft.com/office/powerpoint/2010/main">
        <mc:Choice Requires="p14">
          <p:contentPart p14:bwMode="auto" r:id="rId30">
            <p14:nvContentPartPr>
              <p14:cNvPr id="1053966" name="墨迹 1053965"/>
              <p14:cNvContentPartPr/>
              <p14:nvPr/>
            </p14:nvContentPartPr>
            <p14:xfrm>
              <a:off x="5356314" y="3089778"/>
              <a:ext cx="23278" cy="100953"/>
            </p14:xfrm>
          </p:contentPart>
        </mc:Choice>
        <mc:Fallback xmlns="">
          <p:sp>
            <p:nvSpPr>
              <p:cNvPr id="1053966" name=""/>
              <p:cNvSpPr/>
              <p:nvPr/>
            </p:nvSpPr>
            <p:spPr>
              <a:xfrm>
                <a:off x="5356314" y="3089778"/>
                <a:ext cx="23278" cy="100953"/>
              </a:xfrm>
            </p:spPr>
          </p:sp>
        </mc:Fallback>
      </mc:AlternateContent>
      <mc:AlternateContent xmlns:mc="http://schemas.openxmlformats.org/markup-compatibility/2006" xmlns:p14="http://schemas.microsoft.com/office/powerpoint/2010/main">
        <mc:Choice Requires="p14">
          <p:contentPart p14:bwMode="auto" r:id="rId31">
            <p14:nvContentPartPr>
              <p14:cNvPr id="1053967" name="墨迹 1053966"/>
              <p14:cNvContentPartPr/>
              <p14:nvPr/>
            </p14:nvContentPartPr>
            <p14:xfrm>
              <a:off x="5196208" y="3175741"/>
              <a:ext cx="62071" cy="170297"/>
            </p14:xfrm>
          </p:contentPart>
        </mc:Choice>
        <mc:Fallback xmlns="">
          <p:sp>
            <p:nvSpPr>
              <p:cNvPr id="1053967" name=""/>
              <p:cNvSpPr/>
              <p:nvPr/>
            </p:nvSpPr>
            <p:spPr>
              <a:xfrm>
                <a:off x="5196208" y="3175741"/>
                <a:ext cx="62071" cy="170297"/>
              </a:xfrm>
            </p:spPr>
          </p:sp>
        </mc:Fallback>
      </mc:AlternateContent>
      <mc:AlternateContent xmlns:mc="http://schemas.openxmlformats.org/markup-compatibility/2006" xmlns:p14="http://schemas.microsoft.com/office/powerpoint/2010/main">
        <mc:Choice Requires="p14">
          <p:contentPart p14:bwMode="auto" r:id="rId32">
            <p14:nvContentPartPr>
              <p14:cNvPr id="1053968" name="墨迹 1053967"/>
              <p14:cNvContentPartPr/>
              <p14:nvPr/>
            </p14:nvContentPartPr>
            <p14:xfrm>
              <a:off x="5302997" y="3118151"/>
              <a:ext cx="209566" cy="219713"/>
            </p14:xfrm>
          </p:contentPart>
        </mc:Choice>
        <mc:Fallback xmlns="">
          <p:sp>
            <p:nvSpPr>
              <p:cNvPr id="1053968" name=""/>
              <p:cNvSpPr/>
              <p:nvPr/>
            </p:nvSpPr>
            <p:spPr>
              <a:xfrm>
                <a:off x="5302997" y="3118151"/>
                <a:ext cx="209566" cy="219713"/>
              </a:xfrm>
            </p:spPr>
          </p:sp>
        </mc:Fallback>
      </mc:AlternateContent>
      <mc:AlternateContent xmlns:mc="http://schemas.openxmlformats.org/markup-compatibility/2006" xmlns:p14="http://schemas.microsoft.com/office/powerpoint/2010/main">
        <mc:Choice Requires="p14">
          <p:contentPart p14:bwMode="auto" r:id="rId33">
            <p14:nvContentPartPr>
              <p14:cNvPr id="1053969" name="墨迹 1053968"/>
              <p14:cNvContentPartPr/>
              <p14:nvPr/>
            </p14:nvContentPartPr>
            <p14:xfrm>
              <a:off x="5268907" y="3219036"/>
              <a:ext cx="157445" cy="323824"/>
            </p14:xfrm>
          </p:contentPart>
        </mc:Choice>
        <mc:Fallback xmlns="">
          <p:sp>
            <p:nvSpPr>
              <p:cNvPr id="1053969" name=""/>
              <p:cNvSpPr/>
              <p:nvPr/>
            </p:nvSpPr>
            <p:spPr>
              <a:xfrm>
                <a:off x="5268907" y="3219036"/>
                <a:ext cx="157445" cy="323824"/>
              </a:xfrm>
            </p:spPr>
          </p:sp>
        </mc:Fallback>
      </mc:AlternateContent>
      <mc:AlternateContent xmlns:mc="http://schemas.openxmlformats.org/markup-compatibility/2006" xmlns:p14="http://schemas.microsoft.com/office/powerpoint/2010/main">
        <mc:Choice Requires="p14">
          <p:contentPart p14:bwMode="auto" r:id="rId34">
            <p14:nvContentPartPr>
              <p14:cNvPr id="1053970" name="墨迹 1053969"/>
              <p14:cNvContentPartPr/>
              <p14:nvPr/>
            </p14:nvContentPartPr>
            <p14:xfrm>
              <a:off x="5290957" y="3380464"/>
              <a:ext cx="285514" cy="145212"/>
            </p14:xfrm>
          </p:contentPart>
        </mc:Choice>
        <mc:Fallback xmlns="">
          <p:sp>
            <p:nvSpPr>
              <p:cNvPr id="1053970" name=""/>
              <p:cNvSpPr/>
              <p:nvPr/>
            </p:nvSpPr>
            <p:spPr>
              <a:xfrm>
                <a:off x="5290957" y="3380464"/>
                <a:ext cx="285514" cy="145212"/>
              </a:xfrm>
            </p:spPr>
          </p:sp>
        </mc:Fallback>
      </mc:AlternateContent>
      <mc:AlternateContent xmlns:mc="http://schemas.openxmlformats.org/markup-compatibility/2006" xmlns:p14="http://schemas.microsoft.com/office/powerpoint/2010/main">
        <mc:Choice Requires="p14">
          <p:contentPart p14:bwMode="auto" r:id="rId35">
            <p14:nvContentPartPr>
              <p14:cNvPr id="1053971" name="墨迹 1053970"/>
              <p14:cNvContentPartPr/>
              <p14:nvPr/>
            </p14:nvContentPartPr>
            <p14:xfrm>
              <a:off x="5716637" y="3051611"/>
              <a:ext cx="197855" cy="391535"/>
            </p14:xfrm>
          </p:contentPart>
        </mc:Choice>
        <mc:Fallback xmlns="">
          <p:sp>
            <p:nvSpPr>
              <p:cNvPr id="1053971" name=""/>
              <p:cNvSpPr/>
              <p:nvPr/>
            </p:nvSpPr>
            <p:spPr>
              <a:xfrm>
                <a:off x="5716637" y="3051611"/>
                <a:ext cx="197855" cy="391535"/>
              </a:xfrm>
            </p:spPr>
          </p:sp>
        </mc:Fallback>
      </mc:AlternateContent>
      <mc:AlternateContent xmlns:mc="http://schemas.openxmlformats.org/markup-compatibility/2006" xmlns:p14="http://schemas.microsoft.com/office/powerpoint/2010/main">
        <mc:Choice Requires="p14">
          <p:contentPart p14:bwMode="auto" r:id="rId36">
            <p14:nvContentPartPr>
              <p14:cNvPr id="1053972" name="墨迹 1053971"/>
              <p14:cNvContentPartPr/>
              <p14:nvPr/>
            </p14:nvContentPartPr>
            <p14:xfrm>
              <a:off x="6076961" y="3358624"/>
              <a:ext cx="0" cy="0"/>
            </p14:xfrm>
          </p:contentPart>
        </mc:Choice>
        <mc:Fallback xmlns="">
          <p:sp>
            <p:nvSpPr>
              <p:cNvPr id="1053972" name=""/>
              <p:cNvSpPr/>
              <p:nvPr/>
            </p:nvSpPr>
            <p:spPr>
              <a:xfrm>
                <a:off x="6076961" y="3358624"/>
                <a:ext cx="0" cy="0"/>
              </a:xfrm>
            </p:spPr>
          </p:sp>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266" name="Text Box 4"/>
          <p:cNvSpPr txBox="1">
            <a:spLocks noChangeArrowheads="1"/>
          </p:cNvSpPr>
          <p:nvPr/>
        </p:nvSpPr>
        <p:spPr bwMode="auto">
          <a:xfrm>
            <a:off x="1614488" y="1538288"/>
            <a:ext cx="4366439" cy="396240"/>
          </a:xfrm>
          <a:prstGeom prst="rect">
            <a:avLst/>
          </a:prstGeom>
          <a:noFill/>
          <a:ln>
            <a:noFill/>
          </a:ln>
          <a:effectLst/>
        </p:spPr>
        <p:txBody>
          <a:bodyPr wrap="none">
            <a:spAutoFit/>
          </a:bodyPr>
          <a:lstStyle/>
          <a:p>
            <a:pPr eaLnBrk="1" hangingPunct="1"/>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sym typeface="Wingdings 2" panose="05020102010507070707" pitchFamily="18" charset="2"/>
              </a:rPr>
              <a:t>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定义：</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f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被</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g</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膨胀可逐点地定义为：</a:t>
            </a:r>
          </a:p>
        </p:txBody>
      </p:sp>
      <p:graphicFrame>
        <p:nvGraphicFramePr>
          <p:cNvPr id="4194363" name="Object 5"/>
          <p:cNvGraphicFramePr>
            <a:graphicFrameLocks noChangeAspect="1"/>
          </p:cNvGraphicFramePr>
          <p:nvPr/>
        </p:nvGraphicFramePr>
        <p:xfrm>
          <a:off x="1935163" y="2133600"/>
          <a:ext cx="4648200" cy="485775"/>
        </p:xfrm>
        <a:graphic>
          <a:graphicData uri="http://schemas.openxmlformats.org/presentationml/2006/ole">
            <mc:AlternateContent xmlns:mc="http://schemas.openxmlformats.org/markup-compatibility/2006">
              <mc:Choice xmlns:v="urn:schemas-microsoft-com:vml" Requires="v">
                <p:oleObj name="Equation" r:id="rId2" imgW="2311400" imgH="241300" progId="Equation.3">
                  <p:embed/>
                </p:oleObj>
              </mc:Choice>
              <mc:Fallback>
                <p:oleObj name="Equation" r:id="rId2" imgW="2311400" imgH="241300" progId="Equation.3">
                  <p:embed/>
                  <p:pic>
                    <p:nvPicPr>
                      <p:cNvPr id="2097275" name="Object 5"/>
                      <p:cNvPicPr>
                        <a:picLocks noChangeAspect="1" noChangeArrowheads="1"/>
                      </p:cNvPicPr>
                      <p:nvPr/>
                    </p:nvPicPr>
                    <p:blipFill>
                      <a:blip r:embed="rId3"/>
                      <a:srcRect/>
                      <a:stretch>
                        <a:fillRect/>
                      </a:stretch>
                    </p:blipFill>
                    <p:spPr bwMode="auto">
                      <a:xfrm>
                        <a:off x="1935163" y="2133600"/>
                        <a:ext cx="4648200" cy="485775"/>
                      </a:xfrm>
                      <a:prstGeom prst="rect">
                        <a:avLst/>
                      </a:prstGeom>
                      <a:solidFill>
                        <a:srgbClr val="C0C0C0"/>
                      </a:solidFill>
                      <a:ln>
                        <a:noFill/>
                      </a:ln>
                      <a:effectLst/>
                    </p:spPr>
                  </p:pic>
                </p:oleObj>
              </mc:Fallback>
            </mc:AlternateContent>
          </a:graphicData>
        </a:graphic>
      </p:graphicFrame>
      <p:sp>
        <p:nvSpPr>
          <p:cNvPr id="1052267" name="Text Box 6"/>
          <p:cNvSpPr txBox="1">
            <a:spLocks noChangeArrowheads="1"/>
          </p:cNvSpPr>
          <p:nvPr/>
        </p:nvSpPr>
        <p:spPr bwMode="auto">
          <a:xfrm>
            <a:off x="1630363" y="2819400"/>
            <a:ext cx="2024380" cy="396240"/>
          </a:xfrm>
          <a:prstGeom prst="rect">
            <a:avLst/>
          </a:prstGeom>
          <a:noFill/>
          <a:ln>
            <a:noFill/>
          </a:ln>
          <a:effectLst/>
        </p:spPr>
        <p:txBody>
          <a:bodyPr wrap="none">
            <a:spAutoFit/>
          </a:bodyPr>
          <a:lstStyle/>
          <a:p>
            <a:pPr eaLnBrk="1" hangingPunct="1"/>
            <a:r>
              <a:rPr lang="en-US" altLang="zh-CN" sz="2000" dirty="0">
                <a:solidFill>
                  <a:schemeClr val="bg1">
                    <a:lumMod val="50000"/>
                  </a:schemeClr>
                </a:solidFill>
                <a:latin typeface="黑体" panose="02010609060101010101" pitchFamily="49" charset="-122"/>
                <a:ea typeface="黑体" panose="02010609060101010101" pitchFamily="49" charset="-122"/>
                <a:sym typeface="Wingdings 2" panose="05020102010507070707" pitchFamily="18" charset="2"/>
              </a:rPr>
              <a:t> </a:t>
            </a:r>
            <a:r>
              <a:rPr lang="zh-CN" altLang="en-US" sz="2000" dirty="0">
                <a:solidFill>
                  <a:schemeClr val="bg1">
                    <a:lumMod val="50000"/>
                  </a:schemeClr>
                </a:solidFill>
                <a:latin typeface="黑体" panose="02010609060101010101" pitchFamily="49" charset="-122"/>
                <a:ea typeface="黑体" panose="02010609060101010101" pitchFamily="49" charset="-122"/>
              </a:rPr>
              <a:t>等价定义为：</a:t>
            </a:r>
          </a:p>
        </p:txBody>
      </p:sp>
      <p:graphicFrame>
        <p:nvGraphicFramePr>
          <p:cNvPr id="4194364" name="Object 7"/>
          <p:cNvGraphicFramePr>
            <a:graphicFrameLocks noChangeAspect="1"/>
          </p:cNvGraphicFramePr>
          <p:nvPr/>
        </p:nvGraphicFramePr>
        <p:xfrm>
          <a:off x="2103438" y="3338513"/>
          <a:ext cx="4006850" cy="420687"/>
        </p:xfrm>
        <a:graphic>
          <a:graphicData uri="http://schemas.openxmlformats.org/presentationml/2006/ole">
            <mc:AlternateContent xmlns:mc="http://schemas.openxmlformats.org/markup-compatibility/2006">
              <mc:Choice xmlns:v="urn:schemas-microsoft-com:vml" Requires="v">
                <p:oleObj name="Equation" r:id="rId4" imgW="1815840" imgH="190440" progId="Equation.DSMT4">
                  <p:embed/>
                </p:oleObj>
              </mc:Choice>
              <mc:Fallback>
                <p:oleObj name="Equation" r:id="rId4" imgW="1815840" imgH="190440" progId="Equation.DSMT4">
                  <p:embed/>
                  <p:pic>
                    <p:nvPicPr>
                      <p:cNvPr id="2097276" name="Object 7"/>
                      <p:cNvPicPr>
                        <a:picLocks noChangeAspect="1" noChangeArrowheads="1"/>
                      </p:cNvPicPr>
                      <p:nvPr/>
                    </p:nvPicPr>
                    <p:blipFill>
                      <a:blip r:embed="rId5"/>
                      <a:srcRect/>
                      <a:stretch>
                        <a:fillRect/>
                      </a:stretch>
                    </p:blipFill>
                    <p:spPr bwMode="auto">
                      <a:xfrm>
                        <a:off x="2103438" y="3338513"/>
                        <a:ext cx="4006850" cy="420687"/>
                      </a:xfrm>
                      <a:prstGeom prst="rect">
                        <a:avLst/>
                      </a:prstGeom>
                      <a:solidFill>
                        <a:srgbClr val="C0C0C0"/>
                      </a:solidFill>
                      <a:ln>
                        <a:noFill/>
                      </a:ln>
                      <a:effectLst/>
                    </p:spPr>
                  </p:pic>
                </p:oleObj>
              </mc:Fallback>
            </mc:AlternateContent>
          </a:graphicData>
        </a:graphic>
      </p:graphicFrame>
      <p:grpSp>
        <p:nvGrpSpPr>
          <p:cNvPr id="602" name="Group 77"/>
          <p:cNvGrpSpPr/>
          <p:nvPr/>
        </p:nvGrpSpPr>
        <p:grpSpPr bwMode="auto">
          <a:xfrm>
            <a:off x="1952625" y="5086350"/>
            <a:ext cx="990600" cy="1143000"/>
            <a:chOff x="4416" y="192"/>
            <a:chExt cx="624" cy="720"/>
          </a:xfrm>
        </p:grpSpPr>
        <p:sp>
          <p:nvSpPr>
            <p:cNvPr id="1052268" name="Line 9"/>
            <p:cNvSpPr>
              <a:spLocks noChangeShapeType="1"/>
            </p:cNvSpPr>
            <p:nvPr/>
          </p:nvSpPr>
          <p:spPr bwMode="auto">
            <a:xfrm>
              <a:off x="4416" y="720"/>
              <a:ext cx="624"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269" name="Line 10"/>
            <p:cNvSpPr>
              <a:spLocks noChangeShapeType="1"/>
            </p:cNvSpPr>
            <p:nvPr/>
          </p:nvSpPr>
          <p:spPr bwMode="auto">
            <a:xfrm flipV="1">
              <a:off x="4704" y="192"/>
              <a:ext cx="0" cy="528"/>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270" name="Oval 11"/>
            <p:cNvSpPr>
              <a:spLocks noChangeArrowheads="1"/>
            </p:cNvSpPr>
            <p:nvPr/>
          </p:nvSpPr>
          <p:spPr bwMode="auto">
            <a:xfrm>
              <a:off x="4608" y="624"/>
              <a:ext cx="192" cy="192"/>
            </a:xfrm>
            <a:prstGeom prst="ellipse">
              <a:avLst/>
            </a:prstGeom>
            <a:noFill/>
            <a:ln w="222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271" name="Line 12"/>
            <p:cNvSpPr>
              <a:spLocks noChangeShapeType="1"/>
            </p:cNvSpPr>
            <p:nvPr/>
          </p:nvSpPr>
          <p:spPr bwMode="auto">
            <a:xfrm>
              <a:off x="4704" y="528"/>
              <a:ext cx="48" cy="0"/>
            </a:xfrm>
            <a:prstGeom prst="line">
              <a:avLst/>
            </a:prstGeom>
            <a:noFill/>
            <a:ln w="9525">
              <a:solidFill>
                <a:schemeClr val="tx1"/>
              </a:solidFill>
              <a:miter lim="800000"/>
              <a:headEnd/>
              <a:tailEnd/>
            </a:ln>
            <a:effectLst/>
          </p:spPr>
          <p:txBody>
            <a:bodyPr wrap="none"/>
            <a:lstStyle/>
            <a:p>
              <a:endParaRPr lang="zh-CN" altLang="en-US"/>
            </a:p>
          </p:txBody>
        </p:sp>
        <p:sp>
          <p:nvSpPr>
            <p:cNvPr id="1052272" name="Line 13"/>
            <p:cNvSpPr>
              <a:spLocks noChangeShapeType="1"/>
            </p:cNvSpPr>
            <p:nvPr/>
          </p:nvSpPr>
          <p:spPr bwMode="auto">
            <a:xfrm>
              <a:off x="4704" y="336"/>
              <a:ext cx="48" cy="0"/>
            </a:xfrm>
            <a:prstGeom prst="line">
              <a:avLst/>
            </a:prstGeom>
            <a:noFill/>
            <a:ln w="9525">
              <a:solidFill>
                <a:schemeClr val="tx1"/>
              </a:solidFill>
              <a:miter lim="800000"/>
              <a:headEnd/>
              <a:tailEnd/>
            </a:ln>
            <a:effectLst/>
          </p:spPr>
          <p:txBody>
            <a:bodyPr wrap="none"/>
            <a:lstStyle/>
            <a:p>
              <a:endParaRPr lang="zh-CN" altLang="en-US"/>
            </a:p>
          </p:txBody>
        </p:sp>
        <p:sp>
          <p:nvSpPr>
            <p:cNvPr id="1052273" name="Line 14"/>
            <p:cNvSpPr>
              <a:spLocks noChangeShapeType="1"/>
            </p:cNvSpPr>
            <p:nvPr/>
          </p:nvSpPr>
          <p:spPr bwMode="auto">
            <a:xfrm>
              <a:off x="4512" y="672"/>
              <a:ext cx="0" cy="48"/>
            </a:xfrm>
            <a:prstGeom prst="line">
              <a:avLst/>
            </a:prstGeom>
            <a:noFill/>
            <a:ln w="9525">
              <a:solidFill>
                <a:schemeClr val="tx1"/>
              </a:solidFill>
              <a:miter lim="800000"/>
              <a:headEnd/>
              <a:tailEnd/>
            </a:ln>
            <a:effectLst/>
          </p:spPr>
          <p:txBody>
            <a:bodyPr wrap="none"/>
            <a:lstStyle/>
            <a:p>
              <a:endParaRPr lang="zh-CN" altLang="en-US"/>
            </a:p>
          </p:txBody>
        </p:sp>
        <p:sp>
          <p:nvSpPr>
            <p:cNvPr id="1052274" name="Line 15"/>
            <p:cNvSpPr>
              <a:spLocks noChangeShapeType="1"/>
            </p:cNvSpPr>
            <p:nvPr/>
          </p:nvSpPr>
          <p:spPr bwMode="auto">
            <a:xfrm>
              <a:off x="4896" y="672"/>
              <a:ext cx="0" cy="48"/>
            </a:xfrm>
            <a:prstGeom prst="line">
              <a:avLst/>
            </a:prstGeom>
            <a:noFill/>
            <a:ln w="9525">
              <a:solidFill>
                <a:schemeClr val="tx1"/>
              </a:solidFill>
              <a:miter lim="800000"/>
              <a:headEnd/>
              <a:tailEnd/>
            </a:ln>
            <a:effectLst/>
          </p:spPr>
          <p:txBody>
            <a:bodyPr wrap="none"/>
            <a:lstStyle/>
            <a:p>
              <a:endParaRPr lang="zh-CN" altLang="en-US"/>
            </a:p>
          </p:txBody>
        </p:sp>
        <p:sp>
          <p:nvSpPr>
            <p:cNvPr id="1052275" name="Rectangle 16"/>
            <p:cNvSpPr>
              <a:spLocks noChangeArrowheads="1"/>
            </p:cNvSpPr>
            <p:nvPr/>
          </p:nvSpPr>
          <p:spPr bwMode="auto">
            <a:xfrm>
              <a:off x="4560" y="720"/>
              <a:ext cx="288" cy="192"/>
            </a:xfrm>
            <a:prstGeom prst="rect">
              <a:avLst/>
            </a:prstGeom>
            <a:solidFill>
              <a:srgbClr val="F5F5F5"/>
            </a:solid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276" name="Line 17"/>
            <p:cNvSpPr>
              <a:spLocks noChangeShapeType="1"/>
            </p:cNvSpPr>
            <p:nvPr/>
          </p:nvSpPr>
          <p:spPr bwMode="auto">
            <a:xfrm>
              <a:off x="4512" y="720"/>
              <a:ext cx="480" cy="0"/>
            </a:xfrm>
            <a:prstGeom prst="line">
              <a:avLst/>
            </a:prstGeom>
            <a:noFill/>
            <a:ln w="9525">
              <a:solidFill>
                <a:schemeClr val="tx1"/>
              </a:solidFill>
              <a:miter lim="800000"/>
              <a:headEnd/>
              <a:tailEnd/>
            </a:ln>
            <a:effectLst/>
          </p:spPr>
          <p:txBody>
            <a:bodyPr wrap="none"/>
            <a:lstStyle/>
            <a:p>
              <a:endParaRPr lang="zh-CN" altLang="en-US"/>
            </a:p>
          </p:txBody>
        </p:sp>
        <p:sp>
          <p:nvSpPr>
            <p:cNvPr id="1052277" name="Text Box 18"/>
            <p:cNvSpPr txBox="1">
              <a:spLocks noChangeArrowheads="1"/>
            </p:cNvSpPr>
            <p:nvPr/>
          </p:nvSpPr>
          <p:spPr bwMode="auto">
            <a:xfrm>
              <a:off x="4790" y="371"/>
              <a:ext cx="187" cy="21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i="1" dirty="0">
                  <a:latin typeface="Times New Roman" panose="02020603050405020304" pitchFamily="18" charset="0"/>
                  <a:cs typeface="Times New Roman" panose="02020603050405020304" pitchFamily="18" charset="0"/>
                </a:rPr>
                <a:t>g</a:t>
              </a:r>
            </a:p>
          </p:txBody>
        </p:sp>
      </p:grpSp>
      <p:grpSp>
        <p:nvGrpSpPr>
          <p:cNvPr id="603" name="Group 19"/>
          <p:cNvGrpSpPr/>
          <p:nvPr/>
        </p:nvGrpSpPr>
        <p:grpSpPr bwMode="auto">
          <a:xfrm>
            <a:off x="4108450" y="4262438"/>
            <a:ext cx="2057400" cy="2057400"/>
            <a:chOff x="1824" y="2784"/>
            <a:chExt cx="1296" cy="1296"/>
          </a:xfrm>
        </p:grpSpPr>
        <p:grpSp>
          <p:nvGrpSpPr>
            <p:cNvPr id="604" name="Group 20"/>
            <p:cNvGrpSpPr/>
            <p:nvPr/>
          </p:nvGrpSpPr>
          <p:grpSpPr bwMode="auto">
            <a:xfrm>
              <a:off x="1824" y="3792"/>
              <a:ext cx="1296" cy="48"/>
              <a:chOff x="1824" y="3936"/>
              <a:chExt cx="1296" cy="48"/>
            </a:xfrm>
          </p:grpSpPr>
          <p:sp>
            <p:nvSpPr>
              <p:cNvPr id="1052278" name="Line 21"/>
              <p:cNvSpPr>
                <a:spLocks noChangeShapeType="1"/>
              </p:cNvSpPr>
              <p:nvPr/>
            </p:nvSpPr>
            <p:spPr bwMode="auto">
              <a:xfrm>
                <a:off x="1824" y="3984"/>
                <a:ext cx="1296" cy="0"/>
              </a:xfrm>
              <a:prstGeom prst="line">
                <a:avLst/>
              </a:prstGeom>
              <a:noFill/>
              <a:ln w="9525">
                <a:solidFill>
                  <a:schemeClr val="tx1"/>
                </a:solidFill>
                <a:miter lim="800000"/>
                <a:headEnd/>
                <a:tailEnd/>
              </a:ln>
              <a:effectLst/>
            </p:spPr>
            <p:txBody>
              <a:bodyPr wrap="none"/>
              <a:lstStyle/>
              <a:p>
                <a:endParaRPr lang="zh-CN" altLang="en-US"/>
              </a:p>
            </p:txBody>
          </p:sp>
          <p:sp>
            <p:nvSpPr>
              <p:cNvPr id="1052279" name="Line 22"/>
              <p:cNvSpPr>
                <a:spLocks noChangeShapeType="1"/>
              </p:cNvSpPr>
              <p:nvPr/>
            </p:nvSpPr>
            <p:spPr bwMode="auto">
              <a:xfrm>
                <a:off x="2016" y="3936"/>
                <a:ext cx="0" cy="48"/>
              </a:xfrm>
              <a:prstGeom prst="line">
                <a:avLst/>
              </a:prstGeom>
              <a:noFill/>
              <a:ln w="9525">
                <a:solidFill>
                  <a:schemeClr val="tx1"/>
                </a:solidFill>
                <a:miter lim="800000"/>
                <a:headEnd/>
                <a:tailEnd/>
              </a:ln>
              <a:effectLst/>
            </p:spPr>
            <p:txBody>
              <a:bodyPr wrap="none"/>
              <a:lstStyle/>
              <a:p>
                <a:endParaRPr lang="zh-CN" altLang="en-US"/>
              </a:p>
            </p:txBody>
          </p:sp>
          <p:sp>
            <p:nvSpPr>
              <p:cNvPr id="1052280" name="Line 23"/>
              <p:cNvSpPr>
                <a:spLocks noChangeShapeType="1"/>
              </p:cNvSpPr>
              <p:nvPr/>
            </p:nvSpPr>
            <p:spPr bwMode="auto">
              <a:xfrm>
                <a:off x="2208" y="3936"/>
                <a:ext cx="0" cy="48"/>
              </a:xfrm>
              <a:prstGeom prst="line">
                <a:avLst/>
              </a:prstGeom>
              <a:noFill/>
              <a:ln w="9525">
                <a:solidFill>
                  <a:schemeClr val="tx1"/>
                </a:solidFill>
                <a:miter lim="800000"/>
                <a:headEnd/>
                <a:tailEnd/>
              </a:ln>
              <a:effectLst/>
            </p:spPr>
            <p:txBody>
              <a:bodyPr wrap="none"/>
              <a:lstStyle/>
              <a:p>
                <a:endParaRPr lang="zh-CN" altLang="en-US"/>
              </a:p>
            </p:txBody>
          </p:sp>
          <p:sp>
            <p:nvSpPr>
              <p:cNvPr id="1052281" name="Line 24"/>
              <p:cNvSpPr>
                <a:spLocks noChangeShapeType="1"/>
              </p:cNvSpPr>
              <p:nvPr/>
            </p:nvSpPr>
            <p:spPr bwMode="auto">
              <a:xfrm>
                <a:off x="2400" y="3936"/>
                <a:ext cx="0" cy="48"/>
              </a:xfrm>
              <a:prstGeom prst="line">
                <a:avLst/>
              </a:prstGeom>
              <a:noFill/>
              <a:ln w="9525">
                <a:solidFill>
                  <a:schemeClr val="tx1"/>
                </a:solidFill>
                <a:miter lim="800000"/>
                <a:headEnd/>
                <a:tailEnd/>
              </a:ln>
              <a:effectLst/>
            </p:spPr>
            <p:txBody>
              <a:bodyPr wrap="none"/>
              <a:lstStyle/>
              <a:p>
                <a:endParaRPr lang="zh-CN" altLang="en-US"/>
              </a:p>
            </p:txBody>
          </p:sp>
          <p:sp>
            <p:nvSpPr>
              <p:cNvPr id="1052282" name="Line 25"/>
              <p:cNvSpPr>
                <a:spLocks noChangeShapeType="1"/>
              </p:cNvSpPr>
              <p:nvPr/>
            </p:nvSpPr>
            <p:spPr bwMode="auto">
              <a:xfrm>
                <a:off x="2592" y="3936"/>
                <a:ext cx="0" cy="48"/>
              </a:xfrm>
              <a:prstGeom prst="line">
                <a:avLst/>
              </a:prstGeom>
              <a:noFill/>
              <a:ln w="9525">
                <a:solidFill>
                  <a:schemeClr val="tx1"/>
                </a:solidFill>
                <a:miter lim="800000"/>
                <a:headEnd/>
                <a:tailEnd/>
              </a:ln>
              <a:effectLst/>
            </p:spPr>
            <p:txBody>
              <a:bodyPr wrap="none"/>
              <a:lstStyle/>
              <a:p>
                <a:endParaRPr lang="zh-CN" altLang="en-US"/>
              </a:p>
            </p:txBody>
          </p:sp>
          <p:sp>
            <p:nvSpPr>
              <p:cNvPr id="1052283" name="Line 26"/>
              <p:cNvSpPr>
                <a:spLocks noChangeShapeType="1"/>
              </p:cNvSpPr>
              <p:nvPr/>
            </p:nvSpPr>
            <p:spPr bwMode="auto">
              <a:xfrm>
                <a:off x="2784" y="3936"/>
                <a:ext cx="0" cy="48"/>
              </a:xfrm>
              <a:prstGeom prst="line">
                <a:avLst/>
              </a:prstGeom>
              <a:noFill/>
              <a:ln w="9525">
                <a:solidFill>
                  <a:schemeClr val="tx1"/>
                </a:solidFill>
                <a:miter lim="800000"/>
                <a:headEnd/>
                <a:tailEnd/>
              </a:ln>
              <a:effectLst/>
            </p:spPr>
            <p:txBody>
              <a:bodyPr wrap="none"/>
              <a:lstStyle/>
              <a:p>
                <a:endParaRPr lang="zh-CN" altLang="en-US"/>
              </a:p>
            </p:txBody>
          </p:sp>
          <p:sp>
            <p:nvSpPr>
              <p:cNvPr id="1052284" name="Line 27"/>
              <p:cNvSpPr>
                <a:spLocks noChangeShapeType="1"/>
              </p:cNvSpPr>
              <p:nvPr/>
            </p:nvSpPr>
            <p:spPr bwMode="auto">
              <a:xfrm>
                <a:off x="2976" y="3936"/>
                <a:ext cx="0" cy="48"/>
              </a:xfrm>
              <a:prstGeom prst="line">
                <a:avLst/>
              </a:prstGeom>
              <a:noFill/>
              <a:ln w="9525">
                <a:solidFill>
                  <a:schemeClr val="tx1"/>
                </a:solidFill>
                <a:miter lim="800000"/>
                <a:headEnd/>
                <a:tailEnd/>
              </a:ln>
              <a:effectLst/>
            </p:spPr>
            <p:txBody>
              <a:bodyPr wrap="none"/>
              <a:lstStyle/>
              <a:p>
                <a:endParaRPr lang="zh-CN" altLang="en-US"/>
              </a:p>
            </p:txBody>
          </p:sp>
        </p:grpSp>
        <p:sp>
          <p:nvSpPr>
            <p:cNvPr id="1052285" name="Line 28"/>
            <p:cNvSpPr>
              <a:spLocks noChangeShapeType="1"/>
            </p:cNvSpPr>
            <p:nvPr/>
          </p:nvSpPr>
          <p:spPr bwMode="auto">
            <a:xfrm>
              <a:off x="1824" y="2784"/>
              <a:ext cx="0" cy="1296"/>
            </a:xfrm>
            <a:prstGeom prst="line">
              <a:avLst/>
            </a:prstGeom>
            <a:noFill/>
            <a:ln w="9525">
              <a:solidFill>
                <a:schemeClr val="tx1"/>
              </a:solidFill>
              <a:miter lim="800000"/>
              <a:headEnd/>
              <a:tailEnd/>
            </a:ln>
            <a:effectLst/>
          </p:spPr>
          <p:txBody>
            <a:bodyPr wrap="none"/>
            <a:lstStyle/>
            <a:p>
              <a:endParaRPr lang="zh-CN" altLang="en-US"/>
            </a:p>
          </p:txBody>
        </p:sp>
        <p:sp>
          <p:nvSpPr>
            <p:cNvPr id="1052286" name="Line 29"/>
            <p:cNvSpPr>
              <a:spLocks noChangeShapeType="1"/>
            </p:cNvSpPr>
            <p:nvPr/>
          </p:nvSpPr>
          <p:spPr bwMode="auto">
            <a:xfrm>
              <a:off x="1824" y="3648"/>
              <a:ext cx="48" cy="0"/>
            </a:xfrm>
            <a:prstGeom prst="line">
              <a:avLst/>
            </a:prstGeom>
            <a:noFill/>
            <a:ln w="9525">
              <a:solidFill>
                <a:schemeClr val="tx1"/>
              </a:solidFill>
              <a:miter lim="800000"/>
              <a:headEnd/>
              <a:tailEnd/>
            </a:ln>
            <a:effectLst/>
          </p:spPr>
          <p:txBody>
            <a:bodyPr wrap="none"/>
            <a:lstStyle/>
            <a:p>
              <a:endParaRPr lang="zh-CN" altLang="en-US"/>
            </a:p>
          </p:txBody>
        </p:sp>
        <p:sp>
          <p:nvSpPr>
            <p:cNvPr id="1052287" name="Line 30"/>
            <p:cNvSpPr>
              <a:spLocks noChangeShapeType="1"/>
            </p:cNvSpPr>
            <p:nvPr/>
          </p:nvSpPr>
          <p:spPr bwMode="auto">
            <a:xfrm flipV="1">
              <a:off x="1824" y="3456"/>
              <a:ext cx="48" cy="0"/>
            </a:xfrm>
            <a:prstGeom prst="line">
              <a:avLst/>
            </a:prstGeom>
            <a:noFill/>
            <a:ln w="9525">
              <a:solidFill>
                <a:schemeClr val="tx1"/>
              </a:solidFill>
              <a:miter lim="800000"/>
              <a:headEnd/>
              <a:tailEnd/>
            </a:ln>
            <a:effectLst/>
          </p:spPr>
          <p:txBody>
            <a:bodyPr wrap="none"/>
            <a:lstStyle/>
            <a:p>
              <a:endParaRPr lang="zh-CN" altLang="en-US"/>
            </a:p>
          </p:txBody>
        </p:sp>
        <p:sp>
          <p:nvSpPr>
            <p:cNvPr id="1052288" name="Line 31"/>
            <p:cNvSpPr>
              <a:spLocks noChangeShapeType="1"/>
            </p:cNvSpPr>
            <p:nvPr/>
          </p:nvSpPr>
          <p:spPr bwMode="auto">
            <a:xfrm flipV="1">
              <a:off x="1824" y="3264"/>
              <a:ext cx="48" cy="0"/>
            </a:xfrm>
            <a:prstGeom prst="line">
              <a:avLst/>
            </a:prstGeom>
            <a:noFill/>
            <a:ln w="9525">
              <a:solidFill>
                <a:schemeClr val="tx1"/>
              </a:solidFill>
              <a:miter lim="800000"/>
              <a:headEnd/>
              <a:tailEnd/>
            </a:ln>
            <a:effectLst/>
          </p:spPr>
          <p:txBody>
            <a:bodyPr wrap="none"/>
            <a:lstStyle/>
            <a:p>
              <a:endParaRPr lang="zh-CN" altLang="en-US"/>
            </a:p>
          </p:txBody>
        </p:sp>
        <p:sp>
          <p:nvSpPr>
            <p:cNvPr id="1052289" name="Line 32"/>
            <p:cNvSpPr>
              <a:spLocks noChangeShapeType="1"/>
            </p:cNvSpPr>
            <p:nvPr/>
          </p:nvSpPr>
          <p:spPr bwMode="auto">
            <a:xfrm flipV="1">
              <a:off x="1824" y="3072"/>
              <a:ext cx="48" cy="0"/>
            </a:xfrm>
            <a:prstGeom prst="line">
              <a:avLst/>
            </a:prstGeom>
            <a:noFill/>
            <a:ln w="9525">
              <a:solidFill>
                <a:schemeClr val="tx1"/>
              </a:solidFill>
              <a:miter lim="800000"/>
              <a:headEnd/>
              <a:tailEnd/>
            </a:ln>
            <a:effectLst/>
          </p:spPr>
          <p:txBody>
            <a:bodyPr wrap="none"/>
            <a:lstStyle/>
            <a:p>
              <a:endParaRPr lang="zh-CN" altLang="en-US"/>
            </a:p>
          </p:txBody>
        </p:sp>
        <p:sp>
          <p:nvSpPr>
            <p:cNvPr id="1052290" name="Line 33"/>
            <p:cNvSpPr>
              <a:spLocks noChangeShapeType="1"/>
            </p:cNvSpPr>
            <p:nvPr/>
          </p:nvSpPr>
          <p:spPr bwMode="auto">
            <a:xfrm>
              <a:off x="1824" y="4032"/>
              <a:ext cx="48" cy="0"/>
            </a:xfrm>
            <a:prstGeom prst="line">
              <a:avLst/>
            </a:prstGeom>
            <a:noFill/>
            <a:ln w="9525">
              <a:solidFill>
                <a:schemeClr val="tx1"/>
              </a:solidFill>
              <a:miter lim="800000"/>
              <a:headEnd/>
              <a:tailEnd/>
            </a:ln>
            <a:effectLst/>
          </p:spPr>
          <p:txBody>
            <a:bodyPr wrap="none"/>
            <a:lstStyle/>
            <a:p>
              <a:endParaRPr lang="zh-CN" altLang="en-US"/>
            </a:p>
          </p:txBody>
        </p:sp>
        <p:grpSp>
          <p:nvGrpSpPr>
            <p:cNvPr id="605" name="Group 34"/>
            <p:cNvGrpSpPr/>
            <p:nvPr/>
          </p:nvGrpSpPr>
          <p:grpSpPr bwMode="auto">
            <a:xfrm>
              <a:off x="2016" y="3072"/>
              <a:ext cx="768" cy="768"/>
              <a:chOff x="2016" y="3216"/>
              <a:chExt cx="768" cy="768"/>
            </a:xfrm>
          </p:grpSpPr>
          <p:sp>
            <p:nvSpPr>
              <p:cNvPr id="1052291" name="Line 35"/>
              <p:cNvSpPr>
                <a:spLocks noChangeShapeType="1"/>
              </p:cNvSpPr>
              <p:nvPr/>
            </p:nvSpPr>
            <p:spPr bwMode="auto">
              <a:xfrm flipV="1">
                <a:off x="2016" y="3216"/>
                <a:ext cx="192" cy="768"/>
              </a:xfrm>
              <a:prstGeom prst="line">
                <a:avLst/>
              </a:prstGeom>
              <a:noFill/>
              <a:ln w="22225">
                <a:solidFill>
                  <a:schemeClr val="tx1"/>
                </a:solidFill>
                <a:miter lim="800000"/>
                <a:headEnd/>
                <a:tailEnd/>
              </a:ln>
              <a:effectLst/>
            </p:spPr>
            <p:txBody>
              <a:bodyPr wrap="none"/>
              <a:lstStyle/>
              <a:p>
                <a:endParaRPr lang="zh-CN" altLang="en-US"/>
              </a:p>
            </p:txBody>
          </p:sp>
          <p:sp>
            <p:nvSpPr>
              <p:cNvPr id="1052292" name="Line 36"/>
              <p:cNvSpPr>
                <a:spLocks noChangeShapeType="1"/>
              </p:cNvSpPr>
              <p:nvPr/>
            </p:nvSpPr>
            <p:spPr bwMode="auto">
              <a:xfrm>
                <a:off x="2208" y="3216"/>
                <a:ext cx="192" cy="768"/>
              </a:xfrm>
              <a:prstGeom prst="line">
                <a:avLst/>
              </a:prstGeom>
              <a:noFill/>
              <a:ln w="22225">
                <a:solidFill>
                  <a:schemeClr val="tx1"/>
                </a:solidFill>
                <a:miter lim="800000"/>
                <a:headEnd/>
                <a:tailEnd/>
              </a:ln>
              <a:effectLst/>
            </p:spPr>
            <p:txBody>
              <a:bodyPr wrap="none"/>
              <a:lstStyle/>
              <a:p>
                <a:endParaRPr lang="zh-CN" altLang="en-US"/>
              </a:p>
            </p:txBody>
          </p:sp>
          <p:sp>
            <p:nvSpPr>
              <p:cNvPr id="1052293" name="Line 37"/>
              <p:cNvSpPr>
                <a:spLocks noChangeShapeType="1"/>
              </p:cNvSpPr>
              <p:nvPr/>
            </p:nvSpPr>
            <p:spPr bwMode="auto">
              <a:xfrm flipV="1">
                <a:off x="2400" y="3216"/>
                <a:ext cx="192" cy="768"/>
              </a:xfrm>
              <a:prstGeom prst="line">
                <a:avLst/>
              </a:prstGeom>
              <a:noFill/>
              <a:ln w="22225">
                <a:solidFill>
                  <a:schemeClr val="tx1"/>
                </a:solidFill>
                <a:miter lim="800000"/>
                <a:headEnd/>
                <a:tailEnd/>
              </a:ln>
              <a:effectLst/>
            </p:spPr>
            <p:txBody>
              <a:bodyPr wrap="none"/>
              <a:lstStyle/>
              <a:p>
                <a:endParaRPr lang="zh-CN" altLang="en-US"/>
              </a:p>
            </p:txBody>
          </p:sp>
          <p:sp>
            <p:nvSpPr>
              <p:cNvPr id="1052294" name="Line 38"/>
              <p:cNvSpPr>
                <a:spLocks noChangeShapeType="1"/>
              </p:cNvSpPr>
              <p:nvPr/>
            </p:nvSpPr>
            <p:spPr bwMode="auto">
              <a:xfrm>
                <a:off x="2592" y="3216"/>
                <a:ext cx="192" cy="768"/>
              </a:xfrm>
              <a:prstGeom prst="line">
                <a:avLst/>
              </a:prstGeom>
              <a:noFill/>
              <a:ln w="22225">
                <a:solidFill>
                  <a:schemeClr val="tx1"/>
                </a:solidFill>
                <a:miter lim="800000"/>
                <a:headEnd/>
                <a:tailEnd/>
              </a:ln>
              <a:effectLst/>
            </p:spPr>
            <p:txBody>
              <a:bodyPr wrap="none"/>
              <a:lstStyle/>
              <a:p>
                <a:endParaRPr lang="zh-CN" altLang="en-US"/>
              </a:p>
            </p:txBody>
          </p:sp>
        </p:grpSp>
        <p:sp>
          <p:nvSpPr>
            <p:cNvPr id="1052295" name="Text Box 39"/>
            <p:cNvSpPr txBox="1">
              <a:spLocks noChangeArrowheads="1"/>
            </p:cNvSpPr>
            <p:nvPr/>
          </p:nvSpPr>
          <p:spPr bwMode="auto">
            <a:xfrm>
              <a:off x="2880" y="3792"/>
              <a:ext cx="153" cy="213"/>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i="1" dirty="0">
                  <a:latin typeface="Times New Roman" panose="02020603050405020304" pitchFamily="18" charset="0"/>
                  <a:cs typeface="Times New Roman" panose="02020603050405020304" pitchFamily="18" charset="0"/>
                </a:rPr>
                <a:t>t</a:t>
              </a:r>
            </a:p>
          </p:txBody>
        </p:sp>
        <p:sp>
          <p:nvSpPr>
            <p:cNvPr id="1052296" name="Text Box 40"/>
            <p:cNvSpPr txBox="1">
              <a:spLocks noChangeArrowheads="1"/>
            </p:cNvSpPr>
            <p:nvPr/>
          </p:nvSpPr>
          <p:spPr bwMode="auto">
            <a:xfrm>
              <a:off x="2736" y="3120"/>
              <a:ext cx="153" cy="213"/>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i="1" dirty="0">
                  <a:latin typeface="Times New Roman" panose="02020603050405020304" pitchFamily="18" charset="0"/>
                  <a:cs typeface="Times New Roman" panose="02020603050405020304" pitchFamily="18" charset="0"/>
                </a:rPr>
                <a:t>f</a:t>
              </a:r>
            </a:p>
          </p:txBody>
        </p:sp>
        <p:sp>
          <p:nvSpPr>
            <p:cNvPr id="1052297" name="Line 41"/>
            <p:cNvSpPr>
              <a:spLocks noChangeShapeType="1"/>
            </p:cNvSpPr>
            <p:nvPr/>
          </p:nvSpPr>
          <p:spPr bwMode="auto">
            <a:xfrm>
              <a:off x="1824" y="2880"/>
              <a:ext cx="48"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606" name="Group 78"/>
          <p:cNvGrpSpPr/>
          <p:nvPr/>
        </p:nvGrpSpPr>
        <p:grpSpPr bwMode="auto">
          <a:xfrm>
            <a:off x="6899275" y="4267200"/>
            <a:ext cx="2133600" cy="2057400"/>
            <a:chOff x="4128" y="2832"/>
            <a:chExt cx="1344" cy="1296"/>
          </a:xfrm>
        </p:grpSpPr>
        <p:grpSp>
          <p:nvGrpSpPr>
            <p:cNvPr id="607" name="Group 43"/>
            <p:cNvGrpSpPr/>
            <p:nvPr/>
          </p:nvGrpSpPr>
          <p:grpSpPr bwMode="auto">
            <a:xfrm>
              <a:off x="4752" y="3024"/>
              <a:ext cx="288" cy="240"/>
              <a:chOff x="4128" y="2256"/>
              <a:chExt cx="288" cy="240"/>
            </a:xfrm>
          </p:grpSpPr>
          <p:sp>
            <p:nvSpPr>
              <p:cNvPr id="1052298" name="Oval 44"/>
              <p:cNvSpPr>
                <a:spLocks noChangeArrowheads="1"/>
              </p:cNvSpPr>
              <p:nvPr/>
            </p:nvSpPr>
            <p:spPr bwMode="auto">
              <a:xfrm>
                <a:off x="4176" y="2256"/>
                <a:ext cx="192" cy="192"/>
              </a:xfrm>
              <a:prstGeom prst="ellipse">
                <a:avLst/>
              </a:prstGeom>
              <a:solidFill>
                <a:srgbClr val="F5F5F5"/>
              </a:solidFill>
              <a:ln w="222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299" name="Rectangle 45"/>
              <p:cNvSpPr>
                <a:spLocks noChangeArrowheads="1"/>
              </p:cNvSpPr>
              <p:nvPr/>
            </p:nvSpPr>
            <p:spPr bwMode="auto">
              <a:xfrm>
                <a:off x="4128" y="2352"/>
                <a:ext cx="288" cy="144"/>
              </a:xfrm>
              <a:prstGeom prst="rect">
                <a:avLst/>
              </a:prstGeom>
              <a:solidFill>
                <a:srgbClr val="F5F5F5"/>
              </a:solid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608" name="Group 46"/>
            <p:cNvGrpSpPr/>
            <p:nvPr/>
          </p:nvGrpSpPr>
          <p:grpSpPr bwMode="auto">
            <a:xfrm>
              <a:off x="4368" y="3024"/>
              <a:ext cx="288" cy="240"/>
              <a:chOff x="4128" y="2256"/>
              <a:chExt cx="288" cy="240"/>
            </a:xfrm>
          </p:grpSpPr>
          <p:sp>
            <p:nvSpPr>
              <p:cNvPr id="1052300" name="Oval 47"/>
              <p:cNvSpPr>
                <a:spLocks noChangeArrowheads="1"/>
              </p:cNvSpPr>
              <p:nvPr/>
            </p:nvSpPr>
            <p:spPr bwMode="auto">
              <a:xfrm>
                <a:off x="4176" y="2256"/>
                <a:ext cx="192" cy="192"/>
              </a:xfrm>
              <a:prstGeom prst="ellipse">
                <a:avLst/>
              </a:prstGeom>
              <a:solidFill>
                <a:srgbClr val="F5F5F5"/>
              </a:solidFill>
              <a:ln w="222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301" name="Rectangle 48"/>
              <p:cNvSpPr>
                <a:spLocks noChangeArrowheads="1"/>
              </p:cNvSpPr>
              <p:nvPr/>
            </p:nvSpPr>
            <p:spPr bwMode="auto">
              <a:xfrm>
                <a:off x="4128" y="2352"/>
                <a:ext cx="288" cy="144"/>
              </a:xfrm>
              <a:prstGeom prst="rect">
                <a:avLst/>
              </a:prstGeom>
              <a:solidFill>
                <a:srgbClr val="FFFFFF"/>
              </a:solidFill>
              <a:ln>
                <a:noFill/>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609" name="Group 49"/>
            <p:cNvGrpSpPr/>
            <p:nvPr/>
          </p:nvGrpSpPr>
          <p:grpSpPr bwMode="auto">
            <a:xfrm>
              <a:off x="4128" y="3840"/>
              <a:ext cx="1296" cy="48"/>
              <a:chOff x="1824" y="3936"/>
              <a:chExt cx="1296" cy="48"/>
            </a:xfrm>
          </p:grpSpPr>
          <p:sp>
            <p:nvSpPr>
              <p:cNvPr id="1052302" name="Line 50"/>
              <p:cNvSpPr>
                <a:spLocks noChangeShapeType="1"/>
              </p:cNvSpPr>
              <p:nvPr/>
            </p:nvSpPr>
            <p:spPr bwMode="auto">
              <a:xfrm>
                <a:off x="1824" y="3984"/>
                <a:ext cx="1296" cy="0"/>
              </a:xfrm>
              <a:prstGeom prst="line">
                <a:avLst/>
              </a:prstGeom>
              <a:noFill/>
              <a:ln w="9525">
                <a:solidFill>
                  <a:schemeClr val="tx1"/>
                </a:solidFill>
                <a:miter lim="800000"/>
                <a:headEnd/>
                <a:tailEnd/>
              </a:ln>
              <a:effectLst/>
            </p:spPr>
            <p:txBody>
              <a:bodyPr wrap="none"/>
              <a:lstStyle/>
              <a:p>
                <a:endParaRPr lang="zh-CN" altLang="en-US"/>
              </a:p>
            </p:txBody>
          </p:sp>
          <p:sp>
            <p:nvSpPr>
              <p:cNvPr id="1052303" name="Line 51"/>
              <p:cNvSpPr>
                <a:spLocks noChangeShapeType="1"/>
              </p:cNvSpPr>
              <p:nvPr/>
            </p:nvSpPr>
            <p:spPr bwMode="auto">
              <a:xfrm>
                <a:off x="2016" y="3936"/>
                <a:ext cx="0" cy="48"/>
              </a:xfrm>
              <a:prstGeom prst="line">
                <a:avLst/>
              </a:prstGeom>
              <a:noFill/>
              <a:ln w="9525">
                <a:solidFill>
                  <a:schemeClr val="tx1"/>
                </a:solidFill>
                <a:miter lim="800000"/>
                <a:headEnd/>
                <a:tailEnd/>
              </a:ln>
              <a:effectLst/>
            </p:spPr>
            <p:txBody>
              <a:bodyPr wrap="none"/>
              <a:lstStyle/>
              <a:p>
                <a:endParaRPr lang="zh-CN" altLang="en-US"/>
              </a:p>
            </p:txBody>
          </p:sp>
          <p:sp>
            <p:nvSpPr>
              <p:cNvPr id="1052304" name="Line 52"/>
              <p:cNvSpPr>
                <a:spLocks noChangeShapeType="1"/>
              </p:cNvSpPr>
              <p:nvPr/>
            </p:nvSpPr>
            <p:spPr bwMode="auto">
              <a:xfrm>
                <a:off x="2208" y="3936"/>
                <a:ext cx="0" cy="48"/>
              </a:xfrm>
              <a:prstGeom prst="line">
                <a:avLst/>
              </a:prstGeom>
              <a:noFill/>
              <a:ln w="9525">
                <a:solidFill>
                  <a:schemeClr val="tx1"/>
                </a:solidFill>
                <a:miter lim="800000"/>
                <a:headEnd/>
                <a:tailEnd/>
              </a:ln>
              <a:effectLst/>
            </p:spPr>
            <p:txBody>
              <a:bodyPr wrap="none"/>
              <a:lstStyle/>
              <a:p>
                <a:endParaRPr lang="zh-CN" altLang="en-US"/>
              </a:p>
            </p:txBody>
          </p:sp>
          <p:sp>
            <p:nvSpPr>
              <p:cNvPr id="1052305" name="Line 53"/>
              <p:cNvSpPr>
                <a:spLocks noChangeShapeType="1"/>
              </p:cNvSpPr>
              <p:nvPr/>
            </p:nvSpPr>
            <p:spPr bwMode="auto">
              <a:xfrm>
                <a:off x="2400" y="3936"/>
                <a:ext cx="0" cy="48"/>
              </a:xfrm>
              <a:prstGeom prst="line">
                <a:avLst/>
              </a:prstGeom>
              <a:noFill/>
              <a:ln w="9525">
                <a:solidFill>
                  <a:schemeClr val="tx1"/>
                </a:solidFill>
                <a:miter lim="800000"/>
                <a:headEnd/>
                <a:tailEnd/>
              </a:ln>
              <a:effectLst/>
            </p:spPr>
            <p:txBody>
              <a:bodyPr wrap="none"/>
              <a:lstStyle/>
              <a:p>
                <a:endParaRPr lang="zh-CN" altLang="en-US"/>
              </a:p>
            </p:txBody>
          </p:sp>
          <p:sp>
            <p:nvSpPr>
              <p:cNvPr id="1052306" name="Line 54"/>
              <p:cNvSpPr>
                <a:spLocks noChangeShapeType="1"/>
              </p:cNvSpPr>
              <p:nvPr/>
            </p:nvSpPr>
            <p:spPr bwMode="auto">
              <a:xfrm>
                <a:off x="2592" y="3936"/>
                <a:ext cx="0" cy="48"/>
              </a:xfrm>
              <a:prstGeom prst="line">
                <a:avLst/>
              </a:prstGeom>
              <a:noFill/>
              <a:ln w="9525">
                <a:solidFill>
                  <a:schemeClr val="tx1"/>
                </a:solidFill>
                <a:miter lim="800000"/>
                <a:headEnd/>
                <a:tailEnd/>
              </a:ln>
              <a:effectLst/>
            </p:spPr>
            <p:txBody>
              <a:bodyPr wrap="none"/>
              <a:lstStyle/>
              <a:p>
                <a:endParaRPr lang="zh-CN" altLang="en-US"/>
              </a:p>
            </p:txBody>
          </p:sp>
          <p:sp>
            <p:nvSpPr>
              <p:cNvPr id="1052307" name="Line 55"/>
              <p:cNvSpPr>
                <a:spLocks noChangeShapeType="1"/>
              </p:cNvSpPr>
              <p:nvPr/>
            </p:nvSpPr>
            <p:spPr bwMode="auto">
              <a:xfrm>
                <a:off x="2784" y="3936"/>
                <a:ext cx="0" cy="48"/>
              </a:xfrm>
              <a:prstGeom prst="line">
                <a:avLst/>
              </a:prstGeom>
              <a:noFill/>
              <a:ln w="9525">
                <a:solidFill>
                  <a:schemeClr val="tx1"/>
                </a:solidFill>
                <a:miter lim="800000"/>
                <a:headEnd/>
                <a:tailEnd/>
              </a:ln>
              <a:effectLst/>
            </p:spPr>
            <p:txBody>
              <a:bodyPr wrap="none"/>
              <a:lstStyle/>
              <a:p>
                <a:endParaRPr lang="zh-CN" altLang="en-US"/>
              </a:p>
            </p:txBody>
          </p:sp>
          <p:sp>
            <p:nvSpPr>
              <p:cNvPr id="1052308" name="Line 56"/>
              <p:cNvSpPr>
                <a:spLocks noChangeShapeType="1"/>
              </p:cNvSpPr>
              <p:nvPr/>
            </p:nvSpPr>
            <p:spPr bwMode="auto">
              <a:xfrm>
                <a:off x="2976" y="3936"/>
                <a:ext cx="0" cy="48"/>
              </a:xfrm>
              <a:prstGeom prst="line">
                <a:avLst/>
              </a:prstGeom>
              <a:noFill/>
              <a:ln w="9525">
                <a:solidFill>
                  <a:schemeClr val="tx1"/>
                </a:solidFill>
                <a:miter lim="800000"/>
                <a:headEnd/>
                <a:tailEnd/>
              </a:ln>
              <a:effectLst/>
            </p:spPr>
            <p:txBody>
              <a:bodyPr wrap="none"/>
              <a:lstStyle/>
              <a:p>
                <a:endParaRPr lang="zh-CN" altLang="en-US"/>
              </a:p>
            </p:txBody>
          </p:sp>
        </p:grpSp>
        <p:sp>
          <p:nvSpPr>
            <p:cNvPr id="1052309" name="Line 57"/>
            <p:cNvSpPr>
              <a:spLocks noChangeShapeType="1"/>
            </p:cNvSpPr>
            <p:nvPr/>
          </p:nvSpPr>
          <p:spPr bwMode="auto">
            <a:xfrm>
              <a:off x="4128" y="2832"/>
              <a:ext cx="0" cy="1296"/>
            </a:xfrm>
            <a:prstGeom prst="line">
              <a:avLst/>
            </a:prstGeom>
            <a:noFill/>
            <a:ln w="9525">
              <a:solidFill>
                <a:schemeClr val="tx1"/>
              </a:solidFill>
              <a:miter lim="800000"/>
              <a:headEnd/>
              <a:tailEnd/>
            </a:ln>
            <a:effectLst/>
          </p:spPr>
          <p:txBody>
            <a:bodyPr wrap="none"/>
            <a:lstStyle/>
            <a:p>
              <a:endParaRPr lang="zh-CN" altLang="en-US"/>
            </a:p>
          </p:txBody>
        </p:sp>
        <p:sp>
          <p:nvSpPr>
            <p:cNvPr id="1052310" name="Line 58"/>
            <p:cNvSpPr>
              <a:spLocks noChangeShapeType="1"/>
            </p:cNvSpPr>
            <p:nvPr/>
          </p:nvSpPr>
          <p:spPr bwMode="auto">
            <a:xfrm>
              <a:off x="4128" y="3696"/>
              <a:ext cx="48" cy="0"/>
            </a:xfrm>
            <a:prstGeom prst="line">
              <a:avLst/>
            </a:prstGeom>
            <a:noFill/>
            <a:ln w="9525">
              <a:solidFill>
                <a:schemeClr val="tx1"/>
              </a:solidFill>
              <a:miter lim="800000"/>
              <a:headEnd/>
              <a:tailEnd/>
            </a:ln>
            <a:effectLst/>
          </p:spPr>
          <p:txBody>
            <a:bodyPr wrap="none"/>
            <a:lstStyle/>
            <a:p>
              <a:endParaRPr lang="zh-CN" altLang="en-US"/>
            </a:p>
          </p:txBody>
        </p:sp>
        <p:sp>
          <p:nvSpPr>
            <p:cNvPr id="1052311" name="Line 59"/>
            <p:cNvSpPr>
              <a:spLocks noChangeShapeType="1"/>
            </p:cNvSpPr>
            <p:nvPr/>
          </p:nvSpPr>
          <p:spPr bwMode="auto">
            <a:xfrm flipV="1">
              <a:off x="4128" y="3504"/>
              <a:ext cx="48" cy="0"/>
            </a:xfrm>
            <a:prstGeom prst="line">
              <a:avLst/>
            </a:prstGeom>
            <a:noFill/>
            <a:ln w="9525">
              <a:solidFill>
                <a:schemeClr val="tx1"/>
              </a:solidFill>
              <a:miter lim="800000"/>
              <a:headEnd/>
              <a:tailEnd/>
            </a:ln>
            <a:effectLst/>
          </p:spPr>
          <p:txBody>
            <a:bodyPr wrap="none"/>
            <a:lstStyle/>
            <a:p>
              <a:endParaRPr lang="zh-CN" altLang="en-US"/>
            </a:p>
          </p:txBody>
        </p:sp>
        <p:sp>
          <p:nvSpPr>
            <p:cNvPr id="1052312" name="Line 60"/>
            <p:cNvSpPr>
              <a:spLocks noChangeShapeType="1"/>
            </p:cNvSpPr>
            <p:nvPr/>
          </p:nvSpPr>
          <p:spPr bwMode="auto">
            <a:xfrm flipV="1">
              <a:off x="4128" y="3312"/>
              <a:ext cx="48" cy="0"/>
            </a:xfrm>
            <a:prstGeom prst="line">
              <a:avLst/>
            </a:prstGeom>
            <a:noFill/>
            <a:ln w="9525">
              <a:solidFill>
                <a:schemeClr val="tx1"/>
              </a:solidFill>
              <a:miter lim="800000"/>
              <a:headEnd/>
              <a:tailEnd/>
            </a:ln>
            <a:effectLst/>
          </p:spPr>
          <p:txBody>
            <a:bodyPr wrap="none"/>
            <a:lstStyle/>
            <a:p>
              <a:endParaRPr lang="zh-CN" altLang="en-US"/>
            </a:p>
          </p:txBody>
        </p:sp>
        <p:sp>
          <p:nvSpPr>
            <p:cNvPr id="1052313" name="Line 61"/>
            <p:cNvSpPr>
              <a:spLocks noChangeShapeType="1"/>
            </p:cNvSpPr>
            <p:nvPr/>
          </p:nvSpPr>
          <p:spPr bwMode="auto">
            <a:xfrm flipV="1">
              <a:off x="4128" y="3120"/>
              <a:ext cx="48" cy="0"/>
            </a:xfrm>
            <a:prstGeom prst="line">
              <a:avLst/>
            </a:prstGeom>
            <a:noFill/>
            <a:ln w="9525">
              <a:solidFill>
                <a:schemeClr val="tx1"/>
              </a:solidFill>
              <a:miter lim="800000"/>
              <a:headEnd/>
              <a:tailEnd/>
            </a:ln>
            <a:effectLst/>
          </p:spPr>
          <p:txBody>
            <a:bodyPr wrap="none"/>
            <a:lstStyle/>
            <a:p>
              <a:endParaRPr lang="zh-CN" altLang="en-US"/>
            </a:p>
          </p:txBody>
        </p:sp>
        <p:sp>
          <p:nvSpPr>
            <p:cNvPr id="1052314" name="Line 62"/>
            <p:cNvSpPr>
              <a:spLocks noChangeShapeType="1"/>
            </p:cNvSpPr>
            <p:nvPr/>
          </p:nvSpPr>
          <p:spPr bwMode="auto">
            <a:xfrm>
              <a:off x="4128" y="4080"/>
              <a:ext cx="48" cy="0"/>
            </a:xfrm>
            <a:prstGeom prst="line">
              <a:avLst/>
            </a:prstGeom>
            <a:noFill/>
            <a:ln w="9525">
              <a:solidFill>
                <a:schemeClr val="tx1"/>
              </a:solidFill>
              <a:miter lim="800000"/>
              <a:headEnd/>
              <a:tailEnd/>
            </a:ln>
            <a:effectLst/>
          </p:spPr>
          <p:txBody>
            <a:bodyPr wrap="none"/>
            <a:lstStyle/>
            <a:p>
              <a:endParaRPr lang="zh-CN" altLang="en-US"/>
            </a:p>
          </p:txBody>
        </p:sp>
        <p:sp>
          <p:nvSpPr>
            <p:cNvPr id="1052315" name="Line 64"/>
            <p:cNvSpPr>
              <a:spLocks noChangeShapeType="1"/>
            </p:cNvSpPr>
            <p:nvPr/>
          </p:nvSpPr>
          <p:spPr bwMode="auto">
            <a:xfrm flipV="1">
              <a:off x="4320" y="3120"/>
              <a:ext cx="192" cy="768"/>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052316" name="Line 65"/>
            <p:cNvSpPr>
              <a:spLocks noChangeShapeType="1"/>
            </p:cNvSpPr>
            <p:nvPr/>
          </p:nvSpPr>
          <p:spPr bwMode="auto">
            <a:xfrm>
              <a:off x="4512" y="3120"/>
              <a:ext cx="192" cy="768"/>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052317" name="Line 66"/>
            <p:cNvSpPr>
              <a:spLocks noChangeShapeType="1"/>
            </p:cNvSpPr>
            <p:nvPr/>
          </p:nvSpPr>
          <p:spPr bwMode="auto">
            <a:xfrm flipV="1">
              <a:off x="4704" y="3120"/>
              <a:ext cx="192" cy="768"/>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052318" name="Line 67"/>
            <p:cNvSpPr>
              <a:spLocks noChangeShapeType="1"/>
            </p:cNvSpPr>
            <p:nvPr/>
          </p:nvSpPr>
          <p:spPr bwMode="auto">
            <a:xfrm>
              <a:off x="4896" y="3120"/>
              <a:ext cx="192" cy="768"/>
            </a:xfrm>
            <a:prstGeom prst="line">
              <a:avLst/>
            </a:prstGeom>
            <a:noFill/>
            <a:ln w="9525">
              <a:solidFill>
                <a:schemeClr val="tx1"/>
              </a:solidFill>
              <a:prstDash val="dash"/>
              <a:miter lim="800000"/>
              <a:headEnd/>
              <a:tailEnd/>
            </a:ln>
            <a:effectLst/>
          </p:spPr>
          <p:txBody>
            <a:bodyPr wrap="none"/>
            <a:lstStyle/>
            <a:p>
              <a:endParaRPr lang="zh-CN" altLang="en-US"/>
            </a:p>
          </p:txBody>
        </p:sp>
        <p:grpSp>
          <p:nvGrpSpPr>
            <p:cNvPr id="610" name="Group 68"/>
            <p:cNvGrpSpPr/>
            <p:nvPr/>
          </p:nvGrpSpPr>
          <p:grpSpPr bwMode="auto">
            <a:xfrm>
              <a:off x="4224" y="3120"/>
              <a:ext cx="960" cy="768"/>
              <a:chOff x="3648" y="3168"/>
              <a:chExt cx="960" cy="768"/>
            </a:xfrm>
          </p:grpSpPr>
          <p:sp>
            <p:nvSpPr>
              <p:cNvPr id="1052319" name="Line 69"/>
              <p:cNvSpPr>
                <a:spLocks noChangeShapeType="1"/>
              </p:cNvSpPr>
              <p:nvPr/>
            </p:nvSpPr>
            <p:spPr bwMode="auto">
              <a:xfrm flipV="1">
                <a:off x="3648" y="3168"/>
                <a:ext cx="192" cy="768"/>
              </a:xfrm>
              <a:prstGeom prst="line">
                <a:avLst/>
              </a:prstGeom>
              <a:noFill/>
              <a:ln w="22225">
                <a:solidFill>
                  <a:schemeClr val="tx1"/>
                </a:solidFill>
                <a:miter lim="800000"/>
                <a:headEnd/>
                <a:tailEnd/>
              </a:ln>
              <a:effectLst/>
            </p:spPr>
            <p:txBody>
              <a:bodyPr wrap="none"/>
              <a:lstStyle/>
              <a:p>
                <a:endParaRPr lang="zh-CN" altLang="en-US"/>
              </a:p>
            </p:txBody>
          </p:sp>
          <p:sp>
            <p:nvSpPr>
              <p:cNvPr id="1052320" name="Line 70"/>
              <p:cNvSpPr>
                <a:spLocks noChangeShapeType="1"/>
              </p:cNvSpPr>
              <p:nvPr/>
            </p:nvSpPr>
            <p:spPr bwMode="auto">
              <a:xfrm>
                <a:off x="4416" y="3168"/>
                <a:ext cx="192" cy="768"/>
              </a:xfrm>
              <a:prstGeom prst="line">
                <a:avLst/>
              </a:prstGeom>
              <a:noFill/>
              <a:ln w="22225">
                <a:solidFill>
                  <a:schemeClr val="tx1"/>
                </a:solidFill>
                <a:miter lim="800000"/>
                <a:headEnd/>
                <a:tailEnd/>
              </a:ln>
              <a:effectLst/>
            </p:spPr>
            <p:txBody>
              <a:bodyPr wrap="none"/>
              <a:lstStyle/>
              <a:p>
                <a:endParaRPr lang="zh-CN" altLang="en-US"/>
              </a:p>
            </p:txBody>
          </p:sp>
          <p:sp>
            <p:nvSpPr>
              <p:cNvPr id="1052321" name="Line 71"/>
              <p:cNvSpPr>
                <a:spLocks noChangeShapeType="1"/>
              </p:cNvSpPr>
              <p:nvPr/>
            </p:nvSpPr>
            <p:spPr bwMode="auto">
              <a:xfrm>
                <a:off x="4032" y="3168"/>
                <a:ext cx="96" cy="384"/>
              </a:xfrm>
              <a:prstGeom prst="line">
                <a:avLst/>
              </a:prstGeom>
              <a:noFill/>
              <a:ln w="22225">
                <a:solidFill>
                  <a:schemeClr val="tx1"/>
                </a:solidFill>
                <a:miter lim="800000"/>
                <a:headEnd/>
                <a:tailEnd/>
              </a:ln>
              <a:effectLst/>
            </p:spPr>
            <p:txBody>
              <a:bodyPr wrap="none"/>
              <a:lstStyle/>
              <a:p>
                <a:endParaRPr lang="zh-CN" altLang="en-US"/>
              </a:p>
            </p:txBody>
          </p:sp>
          <p:sp>
            <p:nvSpPr>
              <p:cNvPr id="1052322" name="Line 72"/>
              <p:cNvSpPr>
                <a:spLocks noChangeShapeType="1"/>
              </p:cNvSpPr>
              <p:nvPr/>
            </p:nvSpPr>
            <p:spPr bwMode="auto">
              <a:xfrm flipV="1">
                <a:off x="4128" y="3168"/>
                <a:ext cx="96" cy="384"/>
              </a:xfrm>
              <a:prstGeom prst="line">
                <a:avLst/>
              </a:prstGeom>
              <a:noFill/>
              <a:ln w="22225">
                <a:solidFill>
                  <a:schemeClr val="tx1"/>
                </a:solidFill>
                <a:miter lim="800000"/>
                <a:headEnd/>
                <a:tailEnd/>
              </a:ln>
              <a:effectLst/>
            </p:spPr>
            <p:txBody>
              <a:bodyPr wrap="none"/>
              <a:lstStyle/>
              <a:p>
                <a:endParaRPr lang="zh-CN" altLang="en-US"/>
              </a:p>
            </p:txBody>
          </p:sp>
        </p:grpSp>
        <p:sp>
          <p:nvSpPr>
            <p:cNvPr id="1052323" name="Text Box 73"/>
            <p:cNvSpPr txBox="1">
              <a:spLocks noChangeArrowheads="1"/>
            </p:cNvSpPr>
            <p:nvPr/>
          </p:nvSpPr>
          <p:spPr bwMode="auto">
            <a:xfrm>
              <a:off x="5232" y="3840"/>
              <a:ext cx="153" cy="213"/>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i="1" dirty="0">
                  <a:latin typeface="Times New Roman" panose="02020603050405020304" pitchFamily="18" charset="0"/>
                  <a:cs typeface="Times New Roman" panose="02020603050405020304" pitchFamily="18" charset="0"/>
                </a:rPr>
                <a:t>t</a:t>
              </a:r>
            </a:p>
          </p:txBody>
        </p:sp>
        <p:sp>
          <p:nvSpPr>
            <p:cNvPr id="1052324" name="Line 74"/>
            <p:cNvSpPr>
              <a:spLocks noChangeShapeType="1"/>
            </p:cNvSpPr>
            <p:nvPr/>
          </p:nvSpPr>
          <p:spPr bwMode="auto">
            <a:xfrm>
              <a:off x="4128" y="2928"/>
              <a:ext cx="48" cy="0"/>
            </a:xfrm>
            <a:prstGeom prst="line">
              <a:avLst/>
            </a:prstGeom>
            <a:noFill/>
            <a:ln w="9525">
              <a:solidFill>
                <a:schemeClr val="tx1"/>
              </a:solidFill>
              <a:miter lim="800000"/>
              <a:headEnd/>
              <a:tailEnd/>
            </a:ln>
            <a:effectLst/>
          </p:spPr>
          <p:txBody>
            <a:bodyPr wrap="none"/>
            <a:lstStyle/>
            <a:p>
              <a:endParaRPr lang="zh-CN" altLang="en-US"/>
            </a:p>
          </p:txBody>
        </p:sp>
        <p:graphicFrame>
          <p:nvGraphicFramePr>
            <p:cNvPr id="4194365" name="Object 75"/>
            <p:cNvGraphicFramePr>
              <a:graphicFrameLocks noChangeAspect="1"/>
            </p:cNvGraphicFramePr>
            <p:nvPr/>
          </p:nvGraphicFramePr>
          <p:xfrm>
            <a:off x="5040" y="2928"/>
            <a:ext cx="432" cy="209"/>
          </p:xfrm>
          <a:graphic>
            <a:graphicData uri="http://schemas.openxmlformats.org/presentationml/2006/ole">
              <mc:AlternateContent xmlns:mc="http://schemas.openxmlformats.org/markup-compatibility/2006">
                <mc:Choice xmlns:v="urn:schemas-microsoft-com:vml" Requires="v">
                  <p:oleObj name="Equation" r:id="rId6" imgW="418918" imgH="203112" progId="Equation.3">
                    <p:embed/>
                  </p:oleObj>
                </mc:Choice>
                <mc:Fallback>
                  <p:oleObj name="Equation" r:id="rId6" imgW="418918" imgH="203112" progId="Equation.3">
                    <p:embed/>
                    <p:pic>
                      <p:nvPicPr>
                        <p:cNvPr id="2097277" name="Object 75"/>
                        <p:cNvPicPr>
                          <a:picLocks noChangeAspect="1" noChangeArrowheads="1"/>
                        </p:cNvPicPr>
                        <p:nvPr/>
                      </p:nvPicPr>
                      <p:blipFill>
                        <a:blip r:embed="rId7"/>
                        <a:srcRect/>
                        <a:stretch>
                          <a:fillRect/>
                        </a:stretch>
                      </p:blipFill>
                      <p:spPr bwMode="auto">
                        <a:xfrm>
                          <a:off x="5040" y="2928"/>
                          <a:ext cx="432" cy="209"/>
                        </a:xfrm>
                        <a:prstGeom prst="rect">
                          <a:avLst/>
                        </a:prstGeom>
                        <a:noFill/>
                        <a:ln>
                          <a:noFill/>
                        </a:ln>
                        <a:effectLst/>
                      </p:spPr>
                    </p:pic>
                  </p:oleObj>
                </mc:Fallback>
              </mc:AlternateContent>
            </a:graphicData>
          </a:graphic>
        </p:graphicFrame>
      </p:grpSp>
      <p:sp>
        <p:nvSpPr>
          <p:cNvPr id="1052325"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2.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灰值膨胀</a:t>
            </a:r>
          </a:p>
        </p:txBody>
      </p:sp>
      <p:sp>
        <p:nvSpPr>
          <p:cNvPr id="1052326"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327" name="TextBox 80"/>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四、灰值形态学</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328" name="Text Box 4"/>
          <p:cNvSpPr txBox="1">
            <a:spLocks noChangeArrowheads="1"/>
          </p:cNvSpPr>
          <p:nvPr/>
        </p:nvSpPr>
        <p:spPr bwMode="auto">
          <a:xfrm>
            <a:off x="1600200" y="1639888"/>
            <a:ext cx="8388350" cy="1938992"/>
          </a:xfrm>
          <a:prstGeom prst="rect">
            <a:avLst/>
          </a:prstGeom>
          <a:noFill/>
          <a:ln>
            <a:noFill/>
          </a:ln>
          <a:effectLst/>
        </p:spPr>
        <p:txBody>
          <a:bodyPr>
            <a:spAutoFit/>
          </a:bodyPr>
          <a:lstStyle/>
          <a:p>
            <a:pPr eaLnBrk="1" hangingPunct="1">
              <a:lnSpc>
                <a:spcPct val="150000"/>
              </a:lnSpc>
            </a:pP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sym typeface="Wingdings 2" panose="05020102010507070707" pitchFamily="18" charset="2"/>
              </a:rPr>
              <a:t>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计算过程：</a:t>
            </a:r>
          </a:p>
          <a:p>
            <a:pPr marL="914400" lvl="1" indent="-457200" eaLnBrk="1" hangingPunct="1">
              <a:lnSpc>
                <a:spcPct val="150000"/>
              </a:lnSpc>
              <a:buFont typeface="+mj-lt"/>
              <a:buAutoNum type="arabicPeriod"/>
            </a:pP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对结构元素</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g</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的定义域</a:t>
            </a: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D[</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g</a:t>
            </a: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中的每一点</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x</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将信号</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f</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平移</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x</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t>
            </a:r>
          </a:p>
          <a:p>
            <a:pPr marL="914400" lvl="1" indent="-457200" eaLnBrk="1" hangingPunct="1">
              <a:lnSpc>
                <a:spcPct val="150000"/>
              </a:lnSpc>
              <a:buFont typeface="+mj-lt"/>
              <a:buAutoNum type="arabicPeriod"/>
            </a:pP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再对平移信号的值加上</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g</a:t>
            </a: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i="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x</a:t>
            </a: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t>
            </a:r>
          </a:p>
          <a:p>
            <a:pPr marL="914400" lvl="1" indent="-457200" eaLnBrk="1" hangingPunct="1">
              <a:lnSpc>
                <a:spcPct val="150000"/>
              </a:lnSpc>
              <a:buFont typeface="+mj-lt"/>
              <a:buAutoNum type="arabicPeriod"/>
            </a:pP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对所有这些信号逐点取最大值。</a:t>
            </a:r>
          </a:p>
        </p:txBody>
      </p:sp>
      <p:graphicFrame>
        <p:nvGraphicFramePr>
          <p:cNvPr id="4194366" name="Object 5"/>
          <p:cNvGraphicFramePr>
            <a:graphicFrameLocks noChangeAspect="1"/>
          </p:cNvGraphicFramePr>
          <p:nvPr/>
        </p:nvGraphicFramePr>
        <p:xfrm>
          <a:off x="2768600" y="3808413"/>
          <a:ext cx="3733800" cy="438150"/>
        </p:xfrm>
        <a:graphic>
          <a:graphicData uri="http://schemas.openxmlformats.org/presentationml/2006/ole">
            <mc:AlternateContent xmlns:mc="http://schemas.openxmlformats.org/markup-compatibility/2006">
              <mc:Choice xmlns:v="urn:schemas-microsoft-com:vml" Requires="v">
                <p:oleObj name="Equation" r:id="rId2" imgW="1841500" imgH="215900" progId="Equation.3">
                  <p:embed/>
                </p:oleObj>
              </mc:Choice>
              <mc:Fallback>
                <p:oleObj name="Equation" r:id="rId2" imgW="1841500" imgH="215900" progId="Equation.3">
                  <p:embed/>
                  <p:pic>
                    <p:nvPicPr>
                      <p:cNvPr id="2097281" name="Object 5"/>
                      <p:cNvPicPr>
                        <a:picLocks noChangeAspect="1" noChangeArrowheads="1"/>
                      </p:cNvPicPr>
                      <p:nvPr/>
                    </p:nvPicPr>
                    <p:blipFill>
                      <a:blip r:embed="rId3"/>
                      <a:srcRect/>
                      <a:stretch>
                        <a:fillRect/>
                      </a:stretch>
                    </p:blipFill>
                    <p:spPr bwMode="auto">
                      <a:xfrm>
                        <a:off x="2768600" y="3808413"/>
                        <a:ext cx="3733800" cy="438150"/>
                      </a:xfrm>
                      <a:prstGeom prst="rect">
                        <a:avLst/>
                      </a:prstGeom>
                      <a:noFill/>
                      <a:ln>
                        <a:noFill/>
                      </a:ln>
                      <a:effectLst/>
                    </p:spPr>
                  </p:pic>
                </p:oleObj>
              </mc:Fallback>
            </mc:AlternateContent>
          </a:graphicData>
        </a:graphic>
      </p:graphicFrame>
      <p:graphicFrame>
        <p:nvGraphicFramePr>
          <p:cNvPr id="4194367" name="Object 6"/>
          <p:cNvGraphicFramePr>
            <a:graphicFrameLocks noChangeAspect="1"/>
          </p:cNvGraphicFramePr>
          <p:nvPr/>
        </p:nvGraphicFramePr>
        <p:xfrm>
          <a:off x="6959600" y="3732213"/>
          <a:ext cx="2667000" cy="482600"/>
        </p:xfrm>
        <a:graphic>
          <a:graphicData uri="http://schemas.openxmlformats.org/presentationml/2006/ole">
            <mc:AlternateContent xmlns:mc="http://schemas.openxmlformats.org/markup-compatibility/2006">
              <mc:Choice xmlns:v="urn:schemas-microsoft-com:vml" Requires="v">
                <p:oleObj name="Equation" r:id="rId4" imgW="1193800" imgH="215900" progId="Equation.3">
                  <p:embed/>
                </p:oleObj>
              </mc:Choice>
              <mc:Fallback>
                <p:oleObj name="Equation" r:id="rId4" imgW="1193800" imgH="215900" progId="Equation.3">
                  <p:embed/>
                  <p:pic>
                    <p:nvPicPr>
                      <p:cNvPr id="2097282" name="Object 6"/>
                      <p:cNvPicPr>
                        <a:picLocks noChangeAspect="1" noChangeArrowheads="1"/>
                      </p:cNvPicPr>
                      <p:nvPr/>
                    </p:nvPicPr>
                    <p:blipFill>
                      <a:blip r:embed="rId5"/>
                      <a:srcRect/>
                      <a:stretch>
                        <a:fillRect/>
                      </a:stretch>
                    </p:blipFill>
                    <p:spPr bwMode="auto">
                      <a:xfrm>
                        <a:off x="6959600" y="3732213"/>
                        <a:ext cx="2667000" cy="482600"/>
                      </a:xfrm>
                      <a:prstGeom prst="rect">
                        <a:avLst/>
                      </a:prstGeom>
                      <a:noFill/>
                      <a:ln>
                        <a:noFill/>
                      </a:ln>
                      <a:effectLst/>
                    </p:spPr>
                  </p:pic>
                </p:oleObj>
              </mc:Fallback>
            </mc:AlternateContent>
          </a:graphicData>
        </a:graphic>
      </p:graphicFrame>
      <p:graphicFrame>
        <p:nvGraphicFramePr>
          <p:cNvPr id="4194368" name="Object 7"/>
          <p:cNvGraphicFramePr>
            <a:graphicFrameLocks noChangeAspect="1"/>
          </p:cNvGraphicFramePr>
          <p:nvPr/>
        </p:nvGraphicFramePr>
        <p:xfrm>
          <a:off x="2844800" y="4418013"/>
          <a:ext cx="4191000" cy="363537"/>
        </p:xfrm>
        <a:graphic>
          <a:graphicData uri="http://schemas.openxmlformats.org/presentationml/2006/ole">
            <mc:AlternateContent xmlns:mc="http://schemas.openxmlformats.org/markup-compatibility/2006">
              <mc:Choice xmlns:v="urn:schemas-microsoft-com:vml" Requires="v">
                <p:oleObj name="Equation" r:id="rId6" imgW="2489200" imgH="215900" progId="Equation.3">
                  <p:embed/>
                </p:oleObj>
              </mc:Choice>
              <mc:Fallback>
                <p:oleObj name="Equation" r:id="rId6" imgW="2489200" imgH="215900" progId="Equation.3">
                  <p:embed/>
                  <p:pic>
                    <p:nvPicPr>
                      <p:cNvPr id="2097283" name="Object 7"/>
                      <p:cNvPicPr>
                        <a:picLocks noChangeAspect="1" noChangeArrowheads="1"/>
                      </p:cNvPicPr>
                      <p:nvPr/>
                    </p:nvPicPr>
                    <p:blipFill>
                      <a:blip r:embed="rId7"/>
                      <a:srcRect/>
                      <a:stretch>
                        <a:fillRect/>
                      </a:stretch>
                    </p:blipFill>
                    <p:spPr bwMode="auto">
                      <a:xfrm>
                        <a:off x="2844800" y="4418013"/>
                        <a:ext cx="4191000" cy="363537"/>
                      </a:xfrm>
                      <a:prstGeom prst="rect">
                        <a:avLst/>
                      </a:prstGeom>
                      <a:noFill/>
                      <a:ln>
                        <a:noFill/>
                      </a:ln>
                      <a:effectLst/>
                    </p:spPr>
                  </p:pic>
                </p:oleObj>
              </mc:Fallback>
            </mc:AlternateContent>
          </a:graphicData>
        </a:graphic>
      </p:graphicFrame>
      <p:graphicFrame>
        <p:nvGraphicFramePr>
          <p:cNvPr id="4194369" name="Object 8"/>
          <p:cNvGraphicFramePr>
            <a:graphicFrameLocks noChangeAspect="1"/>
          </p:cNvGraphicFramePr>
          <p:nvPr/>
        </p:nvGraphicFramePr>
        <p:xfrm>
          <a:off x="2768600" y="4875213"/>
          <a:ext cx="4267200" cy="398462"/>
        </p:xfrm>
        <a:graphic>
          <a:graphicData uri="http://schemas.openxmlformats.org/presentationml/2006/ole">
            <mc:AlternateContent xmlns:mc="http://schemas.openxmlformats.org/markup-compatibility/2006">
              <mc:Choice xmlns:v="urn:schemas-microsoft-com:vml" Requires="v">
                <p:oleObj name="Equation" r:id="rId8" imgW="2489200" imgH="228600" progId="Equation.3">
                  <p:embed/>
                </p:oleObj>
              </mc:Choice>
              <mc:Fallback>
                <p:oleObj name="Equation" r:id="rId8" imgW="2489200" imgH="228600" progId="Equation.3">
                  <p:embed/>
                  <p:pic>
                    <p:nvPicPr>
                      <p:cNvPr id="2097284" name="Object 8"/>
                      <p:cNvPicPr>
                        <a:picLocks noChangeAspect="1" noChangeArrowheads="1"/>
                      </p:cNvPicPr>
                      <p:nvPr/>
                    </p:nvPicPr>
                    <p:blipFill>
                      <a:blip r:embed="rId9"/>
                      <a:srcRect/>
                      <a:stretch>
                        <a:fillRect/>
                      </a:stretch>
                    </p:blipFill>
                    <p:spPr bwMode="auto">
                      <a:xfrm>
                        <a:off x="2768600" y="4875213"/>
                        <a:ext cx="4267200" cy="398462"/>
                      </a:xfrm>
                      <a:prstGeom prst="rect">
                        <a:avLst/>
                      </a:prstGeom>
                      <a:noFill/>
                      <a:ln>
                        <a:noFill/>
                      </a:ln>
                      <a:effectLst/>
                    </p:spPr>
                  </p:pic>
                </p:oleObj>
              </mc:Fallback>
            </mc:AlternateContent>
          </a:graphicData>
        </a:graphic>
      </p:graphicFrame>
      <p:graphicFrame>
        <p:nvGraphicFramePr>
          <p:cNvPr id="4194370" name="Object 9"/>
          <p:cNvGraphicFramePr>
            <a:graphicFrameLocks noChangeAspect="1"/>
          </p:cNvGraphicFramePr>
          <p:nvPr/>
        </p:nvGraphicFramePr>
        <p:xfrm>
          <a:off x="2768600" y="5332413"/>
          <a:ext cx="4267200" cy="395287"/>
        </p:xfrm>
        <a:graphic>
          <a:graphicData uri="http://schemas.openxmlformats.org/presentationml/2006/ole">
            <mc:AlternateContent xmlns:mc="http://schemas.openxmlformats.org/markup-compatibility/2006">
              <mc:Choice xmlns:v="urn:schemas-microsoft-com:vml" Requires="v">
                <p:oleObj name="Equation" r:id="rId10" imgW="2540000" imgH="215900" progId="Equation.3">
                  <p:embed/>
                </p:oleObj>
              </mc:Choice>
              <mc:Fallback>
                <p:oleObj name="Equation" r:id="rId10" imgW="2540000" imgH="215900" progId="Equation.3">
                  <p:embed/>
                  <p:pic>
                    <p:nvPicPr>
                      <p:cNvPr id="2097285" name="Object 9"/>
                      <p:cNvPicPr>
                        <a:picLocks noChangeAspect="1" noChangeArrowheads="1"/>
                      </p:cNvPicPr>
                      <p:nvPr/>
                    </p:nvPicPr>
                    <p:blipFill>
                      <a:blip r:embed="rId11"/>
                      <a:srcRect/>
                      <a:stretch>
                        <a:fillRect/>
                      </a:stretch>
                    </p:blipFill>
                    <p:spPr bwMode="auto">
                      <a:xfrm>
                        <a:off x="2768600" y="5332413"/>
                        <a:ext cx="4267200" cy="395287"/>
                      </a:xfrm>
                      <a:prstGeom prst="rect">
                        <a:avLst/>
                      </a:prstGeom>
                      <a:noFill/>
                      <a:ln>
                        <a:noFill/>
                      </a:ln>
                      <a:effectLst/>
                    </p:spPr>
                  </p:pic>
                </p:oleObj>
              </mc:Fallback>
            </mc:AlternateContent>
          </a:graphicData>
        </a:graphic>
      </p:graphicFrame>
      <p:graphicFrame>
        <p:nvGraphicFramePr>
          <p:cNvPr id="4194371" name="Object 10"/>
          <p:cNvGraphicFramePr>
            <a:graphicFrameLocks noChangeAspect="1"/>
          </p:cNvGraphicFramePr>
          <p:nvPr/>
        </p:nvGraphicFramePr>
        <p:xfrm>
          <a:off x="2844800" y="5865813"/>
          <a:ext cx="4191000" cy="382587"/>
        </p:xfrm>
        <a:graphic>
          <a:graphicData uri="http://schemas.openxmlformats.org/presentationml/2006/ole">
            <mc:AlternateContent xmlns:mc="http://schemas.openxmlformats.org/markup-compatibility/2006">
              <mc:Choice xmlns:v="urn:schemas-microsoft-com:vml" Requires="v">
                <p:oleObj name="Equation" r:id="rId12" imgW="2540000" imgH="215900" progId="Equation.3">
                  <p:embed/>
                </p:oleObj>
              </mc:Choice>
              <mc:Fallback>
                <p:oleObj name="Equation" r:id="rId12" imgW="2540000" imgH="215900" progId="Equation.3">
                  <p:embed/>
                  <p:pic>
                    <p:nvPicPr>
                      <p:cNvPr id="2097286" name="Object 10"/>
                      <p:cNvPicPr>
                        <a:picLocks noChangeAspect="1" noChangeArrowheads="1"/>
                      </p:cNvPicPr>
                      <p:nvPr/>
                    </p:nvPicPr>
                    <p:blipFill>
                      <a:blip r:embed="rId13"/>
                      <a:srcRect/>
                      <a:stretch>
                        <a:fillRect/>
                      </a:stretch>
                    </p:blipFill>
                    <p:spPr bwMode="auto">
                      <a:xfrm>
                        <a:off x="2844800" y="5865813"/>
                        <a:ext cx="4191000" cy="382587"/>
                      </a:xfrm>
                      <a:prstGeom prst="rect">
                        <a:avLst/>
                      </a:prstGeom>
                      <a:noFill/>
                      <a:ln>
                        <a:noFill/>
                      </a:ln>
                      <a:effectLst/>
                    </p:spPr>
                  </p:pic>
                </p:oleObj>
              </mc:Fallback>
            </mc:AlternateContent>
          </a:graphicData>
        </a:graphic>
      </p:graphicFrame>
      <p:sp>
        <p:nvSpPr>
          <p:cNvPr id="1052329" name="Text Box 11"/>
          <p:cNvSpPr txBox="1">
            <a:spLocks noChangeArrowheads="1"/>
          </p:cNvSpPr>
          <p:nvPr/>
        </p:nvSpPr>
        <p:spPr bwMode="auto">
          <a:xfrm>
            <a:off x="1854200" y="3808413"/>
            <a:ext cx="774700" cy="369887"/>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Times New Roman" panose="02020603050405020304" pitchFamily="18" charset="0"/>
                <a:ea typeface="黑体" panose="02010609060101010101" pitchFamily="49" charset="-122"/>
                <a:cs typeface="Times New Roman" panose="02020603050405020304" pitchFamily="18" charset="0"/>
              </a:rPr>
              <a:t>例</a:t>
            </a:r>
            <a:r>
              <a:rPr lang="en-US" altLang="zh-CN">
                <a:latin typeface="Times New Roman" panose="02020603050405020304" pitchFamily="18" charset="0"/>
                <a:ea typeface="黑体" panose="02010609060101010101" pitchFamily="49" charset="-122"/>
                <a:cs typeface="Times New Roman" panose="02020603050405020304" pitchFamily="18" charset="0"/>
              </a:rPr>
              <a:t>1</a:t>
            </a:r>
            <a:r>
              <a:rPr lang="zh-CN" altLang="en-US">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1052330" name="Text Box 12"/>
          <p:cNvSpPr txBox="1">
            <a:spLocks noChangeArrowheads="1"/>
          </p:cNvSpPr>
          <p:nvPr/>
        </p:nvSpPr>
        <p:spPr bwMode="auto">
          <a:xfrm>
            <a:off x="7645400" y="5918200"/>
            <a:ext cx="2216150" cy="396875"/>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a:ea typeface="黑体" panose="02010609060101010101" pitchFamily="49" charset="-122"/>
              </a:rPr>
              <a:t>注：定义域扩展了</a:t>
            </a:r>
          </a:p>
        </p:txBody>
      </p:sp>
      <p:sp>
        <p:nvSpPr>
          <p:cNvPr id="1052331" name="Line 13"/>
          <p:cNvSpPr>
            <a:spLocks noChangeShapeType="1"/>
          </p:cNvSpPr>
          <p:nvPr/>
        </p:nvSpPr>
        <p:spPr bwMode="auto">
          <a:xfrm flipH="1">
            <a:off x="7035800" y="6094413"/>
            <a:ext cx="609600"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332"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2.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灰值膨胀</a:t>
            </a:r>
          </a:p>
        </p:txBody>
      </p:sp>
      <p:sp>
        <p:nvSpPr>
          <p:cNvPr id="1052333"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334" name="TextBox 80"/>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四、灰值形态学</a:t>
            </a:r>
          </a:p>
        </p:txBody>
      </p:sp>
      <mc:AlternateContent xmlns:mc="http://schemas.openxmlformats.org/markup-compatibility/2006" xmlns:p14="http://schemas.microsoft.com/office/powerpoint/2010/main">
        <mc:Choice Requires="p14">
          <p:contentPart p14:bwMode="auto" r:id="rId14">
            <p14:nvContentPartPr>
              <p14:cNvPr id="1053985" name="墨迹 1053984"/>
              <p14:cNvContentPartPr/>
              <p14:nvPr/>
            </p14:nvContentPartPr>
            <p14:xfrm>
              <a:off x="5913515" y="1447260"/>
              <a:ext cx="241387" cy="59782"/>
            </p14:xfrm>
          </p:contentPart>
        </mc:Choice>
        <mc:Fallback xmlns="">
          <p:sp>
            <p:nvSpPr>
              <p:cNvPr id="1053985" name=""/>
              <p:cNvSpPr/>
              <p:nvPr/>
            </p:nvSpPr>
            <p:spPr>
              <a:xfrm>
                <a:off x="5913515" y="1447260"/>
                <a:ext cx="241387" cy="59782"/>
              </a:xfrm>
            </p:spPr>
          </p:sp>
        </mc:Fallback>
      </mc:AlternateContent>
      <mc:AlternateContent xmlns:mc="http://schemas.openxmlformats.org/markup-compatibility/2006" xmlns:p14="http://schemas.microsoft.com/office/powerpoint/2010/main">
        <mc:Choice Requires="p14">
          <p:contentPart p14:bwMode="auto" r:id="rId15">
            <p14:nvContentPartPr>
              <p14:cNvPr id="1053986" name="墨迹 1053985"/>
              <p14:cNvContentPartPr/>
              <p14:nvPr/>
            </p14:nvContentPartPr>
            <p14:xfrm>
              <a:off x="5861047" y="1150548"/>
              <a:ext cx="326795" cy="844973"/>
            </p14:xfrm>
          </p:contentPart>
        </mc:Choice>
        <mc:Fallback xmlns="">
          <p:sp>
            <p:nvSpPr>
              <p:cNvPr id="1053986" name=""/>
              <p:cNvSpPr/>
              <p:nvPr/>
            </p:nvSpPr>
            <p:spPr>
              <a:xfrm>
                <a:off x="5861047" y="1150548"/>
                <a:ext cx="326795" cy="844973"/>
              </a:xfrm>
            </p:spPr>
          </p:sp>
        </mc:Fallback>
      </mc:AlternateContent>
      <mc:AlternateContent xmlns:mc="http://schemas.openxmlformats.org/markup-compatibility/2006" xmlns:p14="http://schemas.microsoft.com/office/powerpoint/2010/main">
        <mc:Choice Requires="p14">
          <p:contentPart p14:bwMode="auto" r:id="rId16">
            <p14:nvContentPartPr>
              <p14:cNvPr id="1053987" name="墨迹 1053986"/>
              <p14:cNvContentPartPr/>
              <p14:nvPr/>
            </p14:nvContentPartPr>
            <p14:xfrm>
              <a:off x="6302217" y="1289263"/>
              <a:ext cx="391599" cy="100634"/>
            </p14:xfrm>
          </p:contentPart>
        </mc:Choice>
        <mc:Fallback xmlns="">
          <p:sp>
            <p:nvSpPr>
              <p:cNvPr id="1053987" name=""/>
              <p:cNvSpPr/>
              <p:nvPr/>
            </p:nvSpPr>
            <p:spPr>
              <a:xfrm>
                <a:off x="6302217" y="1289263"/>
                <a:ext cx="391599" cy="100634"/>
              </a:xfrm>
            </p:spPr>
          </p:sp>
        </mc:Fallback>
      </mc:AlternateContent>
      <mc:AlternateContent xmlns:mc="http://schemas.openxmlformats.org/markup-compatibility/2006" xmlns:p14="http://schemas.microsoft.com/office/powerpoint/2010/main">
        <mc:Choice Requires="p14">
          <p:contentPart p14:bwMode="auto" r:id="rId17">
            <p14:nvContentPartPr>
              <p14:cNvPr id="1053988" name="墨迹 1053987"/>
              <p14:cNvContentPartPr/>
              <p14:nvPr/>
            </p14:nvContentPartPr>
            <p14:xfrm>
              <a:off x="6312428" y="1127794"/>
              <a:ext cx="249496" cy="587902"/>
            </p14:xfrm>
          </p:contentPart>
        </mc:Choice>
        <mc:Fallback xmlns="">
          <p:sp>
            <p:nvSpPr>
              <p:cNvPr id="1053988" name=""/>
              <p:cNvSpPr/>
              <p:nvPr/>
            </p:nvSpPr>
            <p:spPr>
              <a:xfrm>
                <a:off x="6312428" y="1127794"/>
                <a:ext cx="249496" cy="587902"/>
              </a:xfrm>
            </p:spPr>
          </p:sp>
        </mc:Fallback>
      </mc:AlternateContent>
      <mc:AlternateContent xmlns:mc="http://schemas.openxmlformats.org/markup-compatibility/2006" xmlns:p14="http://schemas.microsoft.com/office/powerpoint/2010/main">
        <mc:Choice Requires="p14">
          <p:contentPart p14:bwMode="auto" r:id="rId18">
            <p14:nvContentPartPr>
              <p14:cNvPr id="1053989" name="墨迹 1053988"/>
              <p14:cNvContentPartPr/>
              <p14:nvPr/>
            </p14:nvContentPartPr>
            <p14:xfrm>
              <a:off x="6455004" y="1339331"/>
              <a:ext cx="49303" cy="424091"/>
            </p14:xfrm>
          </p:contentPart>
        </mc:Choice>
        <mc:Fallback xmlns="">
          <p:sp>
            <p:nvSpPr>
              <p:cNvPr id="1053989" name=""/>
              <p:cNvSpPr/>
              <p:nvPr/>
            </p:nvSpPr>
            <p:spPr>
              <a:xfrm>
                <a:off x="6455004" y="1339331"/>
                <a:ext cx="49303" cy="424091"/>
              </a:xfrm>
            </p:spPr>
          </p:sp>
        </mc:Fallback>
      </mc:AlternateContent>
      <mc:AlternateContent xmlns:mc="http://schemas.openxmlformats.org/markup-compatibility/2006" xmlns:p14="http://schemas.microsoft.com/office/powerpoint/2010/main">
        <mc:Choice Requires="p14">
          <p:contentPart p14:bwMode="auto" r:id="rId19">
            <p14:nvContentPartPr>
              <p14:cNvPr id="1053990" name="墨迹 1053989"/>
              <p14:cNvContentPartPr/>
              <p14:nvPr/>
            </p14:nvContentPartPr>
            <p14:xfrm>
              <a:off x="6525807" y="1437855"/>
              <a:ext cx="270214" cy="255518"/>
            </p14:xfrm>
          </p:contentPart>
        </mc:Choice>
        <mc:Fallback xmlns="">
          <p:sp>
            <p:nvSpPr>
              <p:cNvPr id="1053990" name=""/>
              <p:cNvSpPr/>
              <p:nvPr/>
            </p:nvSpPr>
            <p:spPr>
              <a:xfrm>
                <a:off x="6525807" y="1437855"/>
                <a:ext cx="270214" cy="255518"/>
              </a:xfrm>
            </p:spPr>
          </p:sp>
        </mc:Fallback>
      </mc:AlternateContent>
      <mc:AlternateContent xmlns:mc="http://schemas.openxmlformats.org/markup-compatibility/2006" xmlns:p14="http://schemas.microsoft.com/office/powerpoint/2010/main">
        <mc:Choice Requires="p14">
          <p:contentPart p14:bwMode="auto" r:id="rId20">
            <p14:nvContentPartPr>
              <p14:cNvPr id="1053991" name="墨迹 1053990"/>
              <p14:cNvContentPartPr/>
              <p14:nvPr/>
            </p14:nvContentPartPr>
            <p14:xfrm>
              <a:off x="6893508" y="1271700"/>
              <a:ext cx="194859" cy="521948"/>
            </p14:xfrm>
          </p:contentPart>
        </mc:Choice>
        <mc:Fallback xmlns="">
          <p:sp>
            <p:nvSpPr>
              <p:cNvPr id="1053991" name=""/>
              <p:cNvSpPr/>
              <p:nvPr/>
            </p:nvSpPr>
            <p:spPr>
              <a:xfrm>
                <a:off x="6893508" y="1271700"/>
                <a:ext cx="194859" cy="521948"/>
              </a:xfrm>
            </p:spPr>
          </p:sp>
        </mc:Fallback>
      </mc:AlternateContent>
      <mc:AlternateContent xmlns:mc="http://schemas.openxmlformats.org/markup-compatibility/2006" xmlns:p14="http://schemas.microsoft.com/office/powerpoint/2010/main">
        <mc:Choice Requires="p14">
          <p:contentPart p14:bwMode="auto" r:id="rId21">
            <p14:nvContentPartPr>
              <p14:cNvPr id="1053992" name="墨迹 1053991"/>
              <p14:cNvContentPartPr/>
              <p14:nvPr/>
            </p14:nvContentPartPr>
            <p14:xfrm>
              <a:off x="7378887" y="1143806"/>
              <a:ext cx="25432" cy="407246"/>
            </p14:xfrm>
          </p:contentPart>
        </mc:Choice>
        <mc:Fallback xmlns="">
          <p:sp>
            <p:nvSpPr>
              <p:cNvPr id="1053992" name=""/>
              <p:cNvSpPr/>
              <p:nvPr/>
            </p:nvSpPr>
            <p:spPr>
              <a:xfrm>
                <a:off x="7378887" y="1143806"/>
                <a:ext cx="25432" cy="407246"/>
              </a:xfrm>
            </p:spPr>
          </p:sp>
        </mc:Fallback>
      </mc:AlternateContent>
      <mc:AlternateContent xmlns:mc="http://schemas.openxmlformats.org/markup-compatibility/2006" xmlns:p14="http://schemas.microsoft.com/office/powerpoint/2010/main">
        <mc:Choice Requires="p14">
          <p:contentPart p14:bwMode="auto" r:id="rId22">
            <p14:nvContentPartPr>
              <p14:cNvPr id="1053993" name="墨迹 1053992"/>
              <p14:cNvContentPartPr/>
              <p14:nvPr/>
            </p14:nvContentPartPr>
            <p14:xfrm>
              <a:off x="7434784" y="1345851"/>
              <a:ext cx="137356" cy="59216"/>
            </p14:xfrm>
          </p:contentPart>
        </mc:Choice>
        <mc:Fallback xmlns="">
          <p:sp>
            <p:nvSpPr>
              <p:cNvPr id="1053993" name=""/>
              <p:cNvSpPr/>
              <p:nvPr/>
            </p:nvSpPr>
            <p:spPr>
              <a:xfrm>
                <a:off x="7434784" y="1345851"/>
                <a:ext cx="137356" cy="59216"/>
              </a:xfrm>
            </p:spPr>
          </p:sp>
        </mc:Fallback>
      </mc:AlternateContent>
      <mc:AlternateContent xmlns:mc="http://schemas.openxmlformats.org/markup-compatibility/2006" xmlns:p14="http://schemas.microsoft.com/office/powerpoint/2010/main">
        <mc:Choice Requires="p14">
          <p:contentPart p14:bwMode="auto" r:id="rId23">
            <p14:nvContentPartPr>
              <p14:cNvPr id="1053994" name="墨迹 1053993"/>
              <p14:cNvContentPartPr/>
              <p14:nvPr/>
            </p14:nvContentPartPr>
            <p14:xfrm>
              <a:off x="7249033" y="1499742"/>
              <a:ext cx="401767" cy="97478"/>
            </p14:xfrm>
          </p:contentPart>
        </mc:Choice>
        <mc:Fallback xmlns="">
          <p:sp>
            <p:nvSpPr>
              <p:cNvPr id="1053994" name=""/>
              <p:cNvSpPr/>
              <p:nvPr/>
            </p:nvSpPr>
            <p:spPr>
              <a:xfrm>
                <a:off x="7249033" y="1499742"/>
                <a:ext cx="401767" cy="97478"/>
              </a:xfrm>
            </p:spPr>
          </p:sp>
        </mc:Fallback>
      </mc:AlternateContent>
      <mc:AlternateContent xmlns:mc="http://schemas.openxmlformats.org/markup-compatibility/2006" xmlns:p14="http://schemas.microsoft.com/office/powerpoint/2010/main">
        <mc:Choice Requires="p14">
          <p:contentPart p14:bwMode="auto" r:id="rId24">
            <p14:nvContentPartPr>
              <p14:cNvPr id="1053995" name="墨迹 1053994"/>
              <p14:cNvContentPartPr/>
              <p14:nvPr/>
            </p14:nvContentPartPr>
            <p14:xfrm>
              <a:off x="7801732" y="1019075"/>
              <a:ext cx="272002" cy="264359"/>
            </p14:xfrm>
          </p:contentPart>
        </mc:Choice>
        <mc:Fallback xmlns="">
          <p:sp>
            <p:nvSpPr>
              <p:cNvPr id="1053995" name=""/>
              <p:cNvSpPr/>
              <p:nvPr/>
            </p:nvSpPr>
            <p:spPr>
              <a:xfrm>
                <a:off x="7801732" y="1019075"/>
                <a:ext cx="272002" cy="264359"/>
              </a:xfrm>
            </p:spPr>
          </p:sp>
        </mc:Fallback>
      </mc:AlternateContent>
      <mc:AlternateContent xmlns:mc="http://schemas.openxmlformats.org/markup-compatibility/2006" xmlns:p14="http://schemas.microsoft.com/office/powerpoint/2010/main">
        <mc:Choice Requires="p14">
          <p:contentPart p14:bwMode="auto" r:id="rId25">
            <p14:nvContentPartPr>
              <p14:cNvPr id="1053996" name="墨迹 1053995"/>
              <p14:cNvContentPartPr/>
              <p14:nvPr/>
            </p14:nvContentPartPr>
            <p14:xfrm>
              <a:off x="7752110" y="1131263"/>
              <a:ext cx="361654" cy="536736"/>
            </p14:xfrm>
          </p:contentPart>
        </mc:Choice>
        <mc:Fallback xmlns="">
          <p:sp>
            <p:nvSpPr>
              <p:cNvPr id="1053996" name=""/>
              <p:cNvSpPr/>
              <p:nvPr/>
            </p:nvSpPr>
            <p:spPr>
              <a:xfrm>
                <a:off x="7752110" y="1131263"/>
                <a:ext cx="361654" cy="536736"/>
              </a:xfrm>
            </p:spPr>
          </p:sp>
        </mc:Fallback>
      </mc:AlternateContent>
      <mc:AlternateContent xmlns:mc="http://schemas.openxmlformats.org/markup-compatibility/2006" xmlns:p14="http://schemas.microsoft.com/office/powerpoint/2010/main">
        <mc:Choice Requires="p14">
          <p:contentPart p14:bwMode="auto" r:id="rId26">
            <p14:nvContentPartPr>
              <p14:cNvPr id="1053997" name="墨迹 1053996"/>
              <p14:cNvContentPartPr/>
              <p14:nvPr/>
            </p14:nvContentPartPr>
            <p14:xfrm>
              <a:off x="7807009" y="1274437"/>
              <a:ext cx="172990" cy="275827"/>
            </p14:xfrm>
          </p:contentPart>
        </mc:Choice>
        <mc:Fallback xmlns="">
          <p:sp>
            <p:nvSpPr>
              <p:cNvPr id="1053997" name=""/>
              <p:cNvSpPr/>
              <p:nvPr/>
            </p:nvSpPr>
            <p:spPr>
              <a:xfrm>
                <a:off x="7807009" y="1274437"/>
                <a:ext cx="172990" cy="275827"/>
              </a:xfrm>
            </p:spPr>
          </p:sp>
        </mc:Fallback>
      </mc:AlternateContent>
      <mc:AlternateContent xmlns:mc="http://schemas.openxmlformats.org/markup-compatibility/2006" xmlns:p14="http://schemas.microsoft.com/office/powerpoint/2010/main">
        <mc:Choice Requires="p14">
          <p:contentPart p14:bwMode="auto" r:id="rId27">
            <p14:nvContentPartPr>
              <p14:cNvPr id="1053998" name="墨迹 1053997"/>
              <p14:cNvContentPartPr/>
              <p14:nvPr/>
            </p14:nvContentPartPr>
            <p14:xfrm>
              <a:off x="8020417" y="1333431"/>
              <a:ext cx="33400" cy="68107"/>
            </p14:xfrm>
          </p:contentPart>
        </mc:Choice>
        <mc:Fallback xmlns="">
          <p:sp>
            <p:nvSpPr>
              <p:cNvPr id="1053998" name=""/>
              <p:cNvSpPr/>
              <p:nvPr/>
            </p:nvSpPr>
            <p:spPr>
              <a:xfrm>
                <a:off x="8020417" y="1333431"/>
                <a:ext cx="33400" cy="68107"/>
              </a:xfrm>
            </p:spPr>
          </p:sp>
        </mc:Fallback>
      </mc:AlternateContent>
      <mc:AlternateContent xmlns:mc="http://schemas.openxmlformats.org/markup-compatibility/2006" xmlns:p14="http://schemas.microsoft.com/office/powerpoint/2010/main">
        <mc:Choice Requires="p14">
          <p:contentPart p14:bwMode="auto" r:id="rId28">
            <p14:nvContentPartPr>
              <p14:cNvPr id="1053999" name="墨迹 1053998"/>
              <p14:cNvContentPartPr/>
              <p14:nvPr/>
            </p14:nvContentPartPr>
            <p14:xfrm>
              <a:off x="8065136" y="898558"/>
              <a:ext cx="265597" cy="439892"/>
            </p14:xfrm>
          </p:contentPart>
        </mc:Choice>
        <mc:Fallback xmlns="">
          <p:sp>
            <p:nvSpPr>
              <p:cNvPr id="1053999" name=""/>
              <p:cNvSpPr/>
              <p:nvPr/>
            </p:nvSpPr>
            <p:spPr>
              <a:xfrm>
                <a:off x="8065136" y="898558"/>
                <a:ext cx="265597" cy="439892"/>
              </a:xfrm>
            </p:spPr>
          </p:sp>
        </mc:Fallback>
      </mc:AlternateContent>
      <mc:AlternateContent xmlns:mc="http://schemas.openxmlformats.org/markup-compatibility/2006" xmlns:p14="http://schemas.microsoft.com/office/powerpoint/2010/main">
        <mc:Choice Requires="p14">
          <p:contentPart p14:bwMode="auto" r:id="rId29">
            <p14:nvContentPartPr>
              <p14:cNvPr id="1054000" name="墨迹 1053999"/>
              <p14:cNvContentPartPr/>
              <p14:nvPr/>
            </p14:nvContentPartPr>
            <p14:xfrm>
              <a:off x="8125260" y="1185945"/>
              <a:ext cx="243492" cy="363163"/>
            </p14:xfrm>
          </p:contentPart>
        </mc:Choice>
        <mc:Fallback xmlns="">
          <p:sp>
            <p:nvSpPr>
              <p:cNvPr id="1054000" name=""/>
              <p:cNvSpPr/>
              <p:nvPr/>
            </p:nvSpPr>
            <p:spPr>
              <a:xfrm>
                <a:off x="8125260" y="1185945"/>
                <a:ext cx="243492" cy="363163"/>
              </a:xfrm>
            </p:spPr>
          </p:sp>
        </mc:Fallback>
      </mc:AlternateContent>
      <mc:AlternateContent xmlns:mc="http://schemas.openxmlformats.org/markup-compatibility/2006" xmlns:p14="http://schemas.microsoft.com/office/powerpoint/2010/main">
        <mc:Choice Requires="p14">
          <p:contentPart p14:bwMode="auto" r:id="rId30">
            <p14:nvContentPartPr>
              <p14:cNvPr id="1054002" name="墨迹 1054001"/>
              <p14:cNvContentPartPr/>
              <p14:nvPr/>
            </p14:nvContentPartPr>
            <p14:xfrm>
              <a:off x="3188183" y="4326327"/>
              <a:ext cx="352386" cy="1359361"/>
            </p14:xfrm>
          </p:contentPart>
        </mc:Choice>
        <mc:Fallback xmlns="">
          <p:sp>
            <p:nvSpPr>
              <p:cNvPr id="1054002" name=""/>
              <p:cNvSpPr/>
              <p:nvPr/>
            </p:nvSpPr>
            <p:spPr>
              <a:xfrm>
                <a:off x="3188183" y="4326327"/>
                <a:ext cx="352386" cy="1359361"/>
              </a:xfrm>
            </p:spPr>
          </p:sp>
        </mc:Fallback>
      </mc:AlternateContent>
      <mc:AlternateContent xmlns:mc="http://schemas.openxmlformats.org/markup-compatibility/2006" xmlns:p14="http://schemas.microsoft.com/office/powerpoint/2010/main">
        <mc:Choice Requires="p14">
          <p:contentPart p14:bwMode="auto" r:id="rId31">
            <p14:nvContentPartPr>
              <p14:cNvPr id="1054003" name="墨迹 1054002"/>
              <p14:cNvContentPartPr/>
              <p14:nvPr/>
            </p14:nvContentPartPr>
            <p14:xfrm>
              <a:off x="3637601" y="4103540"/>
              <a:ext cx="161450" cy="382536"/>
            </p14:xfrm>
          </p:contentPart>
        </mc:Choice>
        <mc:Fallback xmlns="">
          <p:sp>
            <p:nvSpPr>
              <p:cNvPr id="1054003" name=""/>
              <p:cNvSpPr/>
              <p:nvPr/>
            </p:nvSpPr>
            <p:spPr>
              <a:xfrm>
                <a:off x="3637601" y="4103540"/>
                <a:ext cx="161450" cy="382536"/>
              </a:xfrm>
            </p:spPr>
          </p:sp>
        </mc:Fallback>
      </mc:AlternateContent>
      <mc:AlternateContent xmlns:mc="http://schemas.openxmlformats.org/markup-compatibility/2006" xmlns:p14="http://schemas.microsoft.com/office/powerpoint/2010/main">
        <mc:Choice Requires="p14">
          <p:contentPart p14:bwMode="auto" r:id="rId32">
            <p14:nvContentPartPr>
              <p14:cNvPr id="1054004" name="墨迹 1054003"/>
              <p14:cNvContentPartPr/>
              <p14:nvPr/>
            </p14:nvContentPartPr>
            <p14:xfrm>
              <a:off x="5543665" y="4279779"/>
              <a:ext cx="57523" cy="2546028"/>
            </p14:xfrm>
          </p:contentPart>
        </mc:Choice>
        <mc:Fallback xmlns="">
          <p:sp>
            <p:nvSpPr>
              <p:cNvPr id="1054004" name=""/>
              <p:cNvSpPr/>
              <p:nvPr/>
            </p:nvSpPr>
            <p:spPr>
              <a:xfrm>
                <a:off x="5543665" y="4279779"/>
                <a:ext cx="57523" cy="2546028"/>
              </a:xfrm>
            </p:spPr>
          </p:sp>
        </mc:Fallback>
      </mc:AlternateContent>
      <mc:AlternateContent xmlns:mc="http://schemas.openxmlformats.org/markup-compatibility/2006" xmlns:p14="http://schemas.microsoft.com/office/powerpoint/2010/main">
        <mc:Choice Requires="p14">
          <p:contentPart p14:bwMode="auto" r:id="rId33">
            <p14:nvContentPartPr>
              <p14:cNvPr id="1054005" name="墨迹 1054004"/>
              <p14:cNvContentPartPr/>
              <p14:nvPr/>
            </p14:nvContentPartPr>
            <p14:xfrm>
              <a:off x="5802419" y="6306329"/>
              <a:ext cx="178224" cy="43310"/>
            </p14:xfrm>
          </p:contentPart>
        </mc:Choice>
        <mc:Fallback xmlns="">
          <p:sp>
            <p:nvSpPr>
              <p:cNvPr id="1054005" name=""/>
              <p:cNvSpPr/>
              <p:nvPr/>
            </p:nvSpPr>
            <p:spPr>
              <a:xfrm>
                <a:off x="5802419" y="6306329"/>
                <a:ext cx="178224" cy="43310"/>
              </a:xfrm>
            </p:spPr>
          </p:sp>
        </mc:Fallback>
      </mc:AlternateContent>
      <mc:AlternateContent xmlns:mc="http://schemas.openxmlformats.org/markup-compatibility/2006" xmlns:p14="http://schemas.microsoft.com/office/powerpoint/2010/main">
        <mc:Choice Requires="p14">
          <p:contentPart p14:bwMode="auto" r:id="rId34">
            <p14:nvContentPartPr>
              <p14:cNvPr id="1054006" name="墨迹 1054005"/>
              <p14:cNvContentPartPr/>
              <p14:nvPr/>
            </p14:nvContentPartPr>
            <p14:xfrm>
              <a:off x="5721815" y="6332784"/>
              <a:ext cx="202718" cy="285375"/>
            </p14:xfrm>
          </p:contentPart>
        </mc:Choice>
        <mc:Fallback xmlns="">
          <p:sp>
            <p:nvSpPr>
              <p:cNvPr id="1054006" name=""/>
              <p:cNvSpPr/>
              <p:nvPr/>
            </p:nvSpPr>
            <p:spPr>
              <a:xfrm>
                <a:off x="5721815" y="6332784"/>
                <a:ext cx="202718" cy="285375"/>
              </a:xfrm>
            </p:spPr>
          </p:sp>
        </mc:Fallback>
      </mc:AlternateContent>
      <mc:AlternateContent xmlns:mc="http://schemas.openxmlformats.org/markup-compatibility/2006" xmlns:p14="http://schemas.microsoft.com/office/powerpoint/2010/main">
        <mc:Choice Requires="p14">
          <p:contentPart p14:bwMode="auto" r:id="rId35">
            <p14:nvContentPartPr>
              <p14:cNvPr id="1054007" name="墨迹 1054006"/>
              <p14:cNvContentPartPr/>
              <p14:nvPr/>
            </p14:nvContentPartPr>
            <p14:xfrm>
              <a:off x="5884261" y="6437288"/>
              <a:ext cx="17913" cy="183871"/>
            </p14:xfrm>
          </p:contentPart>
        </mc:Choice>
        <mc:Fallback xmlns="">
          <p:sp>
            <p:nvSpPr>
              <p:cNvPr id="1054007" name=""/>
              <p:cNvSpPr/>
              <p:nvPr/>
            </p:nvSpPr>
            <p:spPr>
              <a:xfrm>
                <a:off x="5884261" y="6437288"/>
                <a:ext cx="17913" cy="183871"/>
              </a:xfrm>
            </p:spPr>
          </p:sp>
        </mc:Fallback>
      </mc:AlternateContent>
      <mc:AlternateContent xmlns:mc="http://schemas.openxmlformats.org/markup-compatibility/2006" xmlns:p14="http://schemas.microsoft.com/office/powerpoint/2010/main">
        <mc:Choice Requires="p14">
          <p:contentPart p14:bwMode="auto" r:id="rId36">
            <p14:nvContentPartPr>
              <p14:cNvPr id="1054008" name="墨迹 1054007"/>
              <p14:cNvContentPartPr/>
              <p14:nvPr/>
            </p14:nvContentPartPr>
            <p14:xfrm>
              <a:off x="5970971" y="6460043"/>
              <a:ext cx="117138" cy="92802"/>
            </p14:xfrm>
          </p:contentPart>
        </mc:Choice>
        <mc:Fallback xmlns="">
          <p:sp>
            <p:nvSpPr>
              <p:cNvPr id="1054008" name=""/>
              <p:cNvSpPr/>
              <p:nvPr/>
            </p:nvSpPr>
            <p:spPr>
              <a:xfrm>
                <a:off x="5970971" y="6460043"/>
                <a:ext cx="117138" cy="92802"/>
              </a:xfrm>
            </p:spPr>
          </p:sp>
        </mc:Fallback>
      </mc:AlternateContent>
      <mc:AlternateContent xmlns:mc="http://schemas.openxmlformats.org/markup-compatibility/2006" xmlns:p14="http://schemas.microsoft.com/office/powerpoint/2010/main">
        <mc:Choice Requires="p14">
          <p:contentPart p14:bwMode="auto" r:id="rId37">
            <p14:nvContentPartPr>
              <p14:cNvPr id="1054009" name="墨迹 1054008"/>
              <p14:cNvContentPartPr/>
              <p14:nvPr/>
            </p14:nvContentPartPr>
            <p14:xfrm>
              <a:off x="6150245" y="6282103"/>
              <a:ext cx="138268" cy="169607"/>
            </p14:xfrm>
          </p:contentPart>
        </mc:Choice>
        <mc:Fallback xmlns="">
          <p:sp>
            <p:nvSpPr>
              <p:cNvPr id="1054009" name=""/>
              <p:cNvSpPr/>
              <p:nvPr/>
            </p:nvSpPr>
            <p:spPr>
              <a:xfrm>
                <a:off x="6150245" y="6282103"/>
                <a:ext cx="138268" cy="169607"/>
              </a:xfrm>
            </p:spPr>
          </p:sp>
        </mc:Fallback>
      </mc:AlternateContent>
      <mc:AlternateContent xmlns:mc="http://schemas.openxmlformats.org/markup-compatibility/2006" xmlns:p14="http://schemas.microsoft.com/office/powerpoint/2010/main">
        <mc:Choice Requires="p14">
          <p:contentPart p14:bwMode="auto" r:id="rId38">
            <p14:nvContentPartPr>
              <p14:cNvPr id="1054010" name="墨迹 1054009"/>
              <p14:cNvContentPartPr/>
              <p14:nvPr/>
            </p14:nvContentPartPr>
            <p14:xfrm>
              <a:off x="6163160" y="6429703"/>
              <a:ext cx="102777" cy="130580"/>
            </p14:xfrm>
          </p:contentPart>
        </mc:Choice>
        <mc:Fallback xmlns="">
          <p:sp>
            <p:nvSpPr>
              <p:cNvPr id="1054010" name=""/>
              <p:cNvSpPr/>
              <p:nvPr/>
            </p:nvSpPr>
            <p:spPr>
              <a:xfrm>
                <a:off x="6163160" y="6429703"/>
                <a:ext cx="102777" cy="130580"/>
              </a:xfrm>
            </p:spPr>
          </p:sp>
        </mc:Fallback>
      </mc:AlternateContent>
      <mc:AlternateContent xmlns:mc="http://schemas.openxmlformats.org/markup-compatibility/2006" xmlns:p14="http://schemas.microsoft.com/office/powerpoint/2010/main">
        <mc:Choice Requires="p14">
          <p:contentPart p14:bwMode="auto" r:id="rId39">
            <p14:nvContentPartPr>
              <p14:cNvPr id="1054011" name="墨迹 1054010"/>
              <p14:cNvContentPartPr/>
              <p14:nvPr/>
            </p14:nvContentPartPr>
            <p14:xfrm>
              <a:off x="6291737" y="6418355"/>
              <a:ext cx="146285" cy="201919"/>
            </p14:xfrm>
          </p:contentPart>
        </mc:Choice>
        <mc:Fallback xmlns="">
          <p:sp>
            <p:nvSpPr>
              <p:cNvPr id="1054011" name=""/>
              <p:cNvSpPr/>
              <p:nvPr/>
            </p:nvSpPr>
            <p:spPr>
              <a:xfrm>
                <a:off x="6291737" y="6418355"/>
                <a:ext cx="146285" cy="201919"/>
              </a:xfrm>
            </p:spPr>
          </p:sp>
        </mc:Fallback>
      </mc:AlternateContent>
      <mc:AlternateContent xmlns:mc="http://schemas.openxmlformats.org/markup-compatibility/2006" xmlns:p14="http://schemas.microsoft.com/office/powerpoint/2010/main">
        <mc:Choice Requires="p14">
          <p:contentPart p14:bwMode="auto" r:id="rId40">
            <p14:nvContentPartPr>
              <p14:cNvPr id="1054012" name="墨迹 1054011"/>
              <p14:cNvContentPartPr/>
              <p14:nvPr/>
            </p14:nvContentPartPr>
            <p14:xfrm>
              <a:off x="6198352" y="6269575"/>
              <a:ext cx="184540" cy="442663"/>
            </p14:xfrm>
          </p:contentPart>
        </mc:Choice>
        <mc:Fallback xmlns="">
          <p:sp>
            <p:nvSpPr>
              <p:cNvPr id="1054012" name=""/>
              <p:cNvSpPr/>
              <p:nvPr/>
            </p:nvSpPr>
            <p:spPr>
              <a:xfrm>
                <a:off x="6198352" y="6269575"/>
                <a:ext cx="184540" cy="442663"/>
              </a:xfrm>
            </p:spPr>
          </p:sp>
        </mc:Fallback>
      </mc:AlternateContent>
      <mc:AlternateContent xmlns:mc="http://schemas.openxmlformats.org/markup-compatibility/2006" xmlns:p14="http://schemas.microsoft.com/office/powerpoint/2010/main">
        <mc:Choice Requires="p14">
          <p:contentPart p14:bwMode="auto" r:id="rId41">
            <p14:nvContentPartPr>
              <p14:cNvPr id="1054013" name="墨迹 1054012"/>
              <p14:cNvContentPartPr/>
              <p14:nvPr/>
            </p14:nvContentPartPr>
            <p14:xfrm>
              <a:off x="6612502" y="6571290"/>
              <a:ext cx="0" cy="0"/>
            </p14:xfrm>
          </p:contentPart>
        </mc:Choice>
        <mc:Fallback xmlns="">
          <p:sp>
            <p:nvSpPr>
              <p:cNvPr id="1054013" name=""/>
              <p:cNvSpPr/>
              <p:nvPr/>
            </p:nvSpPr>
            <p:spPr>
              <a:xfrm>
                <a:off x="6612502" y="6571290"/>
                <a:ext cx="0" cy="0"/>
              </a:xfrm>
            </p:spPr>
          </p:sp>
        </mc:Fallback>
      </mc:AlternateContent>
      <mc:AlternateContent xmlns:mc="http://schemas.openxmlformats.org/markup-compatibility/2006" xmlns:p14="http://schemas.microsoft.com/office/powerpoint/2010/main">
        <mc:Choice Requires="p14">
          <p:contentPart p14:bwMode="auto" r:id="rId42">
            <p14:nvContentPartPr>
              <p14:cNvPr id="1054014" name="墨迹 1054013"/>
              <p14:cNvContentPartPr/>
              <p14:nvPr/>
            </p14:nvContentPartPr>
            <p14:xfrm>
              <a:off x="10099640" y="5798212"/>
              <a:ext cx="225985" cy="74416"/>
            </p14:xfrm>
          </p:contentPart>
        </mc:Choice>
        <mc:Fallback xmlns="">
          <p:sp>
            <p:nvSpPr>
              <p:cNvPr id="1054014" name=""/>
              <p:cNvSpPr/>
              <p:nvPr/>
            </p:nvSpPr>
            <p:spPr>
              <a:xfrm>
                <a:off x="10099640" y="5798212"/>
                <a:ext cx="225985" cy="74416"/>
              </a:xfrm>
            </p:spPr>
          </p:sp>
        </mc:Fallback>
      </mc:AlternateContent>
      <mc:AlternateContent xmlns:mc="http://schemas.openxmlformats.org/markup-compatibility/2006" xmlns:p14="http://schemas.microsoft.com/office/powerpoint/2010/main">
        <mc:Choice Requires="p14">
          <p:contentPart p14:bwMode="auto" r:id="rId43">
            <p14:nvContentPartPr>
              <p14:cNvPr id="1054015" name="墨迹 1054014"/>
              <p14:cNvContentPartPr/>
              <p14:nvPr/>
            </p14:nvContentPartPr>
            <p14:xfrm>
              <a:off x="9955294" y="5683003"/>
              <a:ext cx="260440" cy="427194"/>
            </p14:xfrm>
          </p:contentPart>
        </mc:Choice>
        <mc:Fallback xmlns="">
          <p:sp>
            <p:nvSpPr>
              <p:cNvPr id="1054015" name=""/>
              <p:cNvSpPr/>
              <p:nvPr/>
            </p:nvSpPr>
            <p:spPr>
              <a:xfrm>
                <a:off x="9955294" y="5683003"/>
                <a:ext cx="260440" cy="427194"/>
              </a:xfrm>
            </p:spPr>
          </p:sp>
        </mc:Fallback>
      </mc:AlternateContent>
      <mc:AlternateContent xmlns:mc="http://schemas.openxmlformats.org/markup-compatibility/2006" xmlns:p14="http://schemas.microsoft.com/office/powerpoint/2010/main">
        <mc:Choice Requires="p14">
          <p:contentPart p14:bwMode="auto" r:id="rId44">
            <p14:nvContentPartPr>
              <p14:cNvPr id="1054016" name="墨迹 1054015"/>
              <p14:cNvContentPartPr/>
              <p14:nvPr/>
            </p14:nvContentPartPr>
            <p14:xfrm>
              <a:off x="10113399" y="5953050"/>
              <a:ext cx="145197" cy="36724"/>
            </p14:xfrm>
          </p:contentPart>
        </mc:Choice>
        <mc:Fallback xmlns="">
          <p:sp>
            <p:nvSpPr>
              <p:cNvPr id="1054016" name=""/>
              <p:cNvSpPr/>
              <p:nvPr/>
            </p:nvSpPr>
            <p:spPr>
              <a:xfrm>
                <a:off x="10113399" y="5953050"/>
                <a:ext cx="145197" cy="36724"/>
              </a:xfrm>
            </p:spPr>
          </p:sp>
        </mc:Fallback>
      </mc:AlternateContent>
      <mc:AlternateContent xmlns:mc="http://schemas.openxmlformats.org/markup-compatibility/2006" xmlns:p14="http://schemas.microsoft.com/office/powerpoint/2010/main">
        <mc:Choice Requires="p14">
          <p:contentPart p14:bwMode="auto" r:id="rId45">
            <p14:nvContentPartPr>
              <p14:cNvPr id="1054017" name="墨迹 1054016"/>
              <p14:cNvContentPartPr/>
              <p14:nvPr/>
            </p14:nvContentPartPr>
            <p14:xfrm>
              <a:off x="10121752" y="5980503"/>
              <a:ext cx="158268" cy="122629"/>
            </p14:xfrm>
          </p:contentPart>
        </mc:Choice>
        <mc:Fallback xmlns="">
          <p:sp>
            <p:nvSpPr>
              <p:cNvPr id="1054017" name=""/>
              <p:cNvSpPr/>
              <p:nvPr/>
            </p:nvSpPr>
            <p:spPr>
              <a:xfrm>
                <a:off x="10121752" y="5980503"/>
                <a:ext cx="158268" cy="122629"/>
              </a:xfrm>
            </p:spPr>
          </p:sp>
        </mc:Fallback>
      </mc:AlternateContent>
      <mc:AlternateContent xmlns:mc="http://schemas.openxmlformats.org/markup-compatibility/2006" xmlns:p14="http://schemas.microsoft.com/office/powerpoint/2010/main">
        <mc:Choice Requires="p14">
          <p:contentPart p14:bwMode="auto" r:id="rId46">
            <p14:nvContentPartPr>
              <p14:cNvPr id="1054018" name="墨迹 1054017"/>
              <p14:cNvContentPartPr/>
              <p14:nvPr/>
            </p14:nvContentPartPr>
            <p14:xfrm>
              <a:off x="10369666" y="6027699"/>
              <a:ext cx="16326" cy="71733"/>
            </p14:xfrm>
          </p:contentPart>
        </mc:Choice>
        <mc:Fallback xmlns="">
          <p:sp>
            <p:nvSpPr>
              <p:cNvPr id="1054018" name=""/>
              <p:cNvSpPr/>
              <p:nvPr/>
            </p:nvSpPr>
            <p:spPr>
              <a:xfrm>
                <a:off x="10369666" y="6027699"/>
                <a:ext cx="16326" cy="71733"/>
              </a:xfrm>
            </p:spPr>
          </p:sp>
        </mc:Fallback>
      </mc:AlternateContent>
      <mc:AlternateContent xmlns:mc="http://schemas.openxmlformats.org/markup-compatibility/2006" xmlns:p14="http://schemas.microsoft.com/office/powerpoint/2010/main">
        <mc:Choice Requires="p14">
          <p:contentPart p14:bwMode="auto" r:id="rId47">
            <p14:nvContentPartPr>
              <p14:cNvPr id="1054019" name="墨迹 1054018"/>
              <p14:cNvContentPartPr/>
              <p14:nvPr/>
            </p14:nvContentPartPr>
            <p14:xfrm>
              <a:off x="10623355" y="5731095"/>
              <a:ext cx="187603" cy="63997"/>
            </p14:xfrm>
          </p:contentPart>
        </mc:Choice>
        <mc:Fallback xmlns="">
          <p:sp>
            <p:nvSpPr>
              <p:cNvPr id="1054019" name=""/>
              <p:cNvSpPr/>
              <p:nvPr/>
            </p:nvSpPr>
            <p:spPr>
              <a:xfrm>
                <a:off x="10623355" y="5731095"/>
                <a:ext cx="187603" cy="63997"/>
              </a:xfrm>
            </p:spPr>
          </p:sp>
        </mc:Fallback>
      </mc:AlternateContent>
      <mc:AlternateContent xmlns:mc="http://schemas.openxmlformats.org/markup-compatibility/2006" xmlns:p14="http://schemas.microsoft.com/office/powerpoint/2010/main">
        <mc:Choice Requires="p14">
          <p:contentPart p14:bwMode="auto" r:id="rId48">
            <p14:nvContentPartPr>
              <p14:cNvPr id="1054020" name="墨迹 1054019"/>
              <p14:cNvContentPartPr/>
              <p14:nvPr/>
            </p14:nvContentPartPr>
            <p14:xfrm>
              <a:off x="10482925" y="5640021"/>
              <a:ext cx="290923" cy="419676"/>
            </p14:xfrm>
          </p:contentPart>
        </mc:Choice>
        <mc:Fallback xmlns="">
          <p:sp>
            <p:nvSpPr>
              <p:cNvPr id="1054020" name=""/>
              <p:cNvSpPr/>
              <p:nvPr/>
            </p:nvSpPr>
            <p:spPr>
              <a:xfrm>
                <a:off x="10482925" y="5640021"/>
                <a:ext cx="290923" cy="419676"/>
              </a:xfrm>
            </p:spPr>
          </p:sp>
        </mc:Fallback>
      </mc:AlternateContent>
      <mc:AlternateContent xmlns:mc="http://schemas.openxmlformats.org/markup-compatibility/2006" xmlns:p14="http://schemas.microsoft.com/office/powerpoint/2010/main">
        <mc:Choice Requires="p14">
          <p:contentPart p14:bwMode="auto" r:id="rId49">
            <p14:nvContentPartPr>
              <p14:cNvPr id="1054021" name="墨迹 1054020"/>
              <p14:cNvContentPartPr/>
              <p14:nvPr/>
            </p14:nvContentPartPr>
            <p14:xfrm>
              <a:off x="10608674" y="5891169"/>
              <a:ext cx="26264" cy="194948"/>
            </p14:xfrm>
          </p:contentPart>
        </mc:Choice>
        <mc:Fallback xmlns="">
          <p:sp>
            <p:nvSpPr>
              <p:cNvPr id="1054021" name=""/>
              <p:cNvSpPr/>
              <p:nvPr/>
            </p:nvSpPr>
            <p:spPr>
              <a:xfrm>
                <a:off x="10608674" y="5891169"/>
                <a:ext cx="26264" cy="194948"/>
              </a:xfrm>
            </p:spPr>
          </p:sp>
        </mc:Fallback>
      </mc:AlternateContent>
      <mc:AlternateContent xmlns:mc="http://schemas.openxmlformats.org/markup-compatibility/2006" xmlns:p14="http://schemas.microsoft.com/office/powerpoint/2010/main">
        <mc:Choice Requires="p14">
          <p:contentPart p14:bwMode="auto" r:id="rId50">
            <p14:nvContentPartPr>
              <p14:cNvPr id="1054022" name="墨迹 1054021"/>
              <p14:cNvContentPartPr/>
              <p14:nvPr/>
            </p14:nvContentPartPr>
            <p14:xfrm>
              <a:off x="10652594" y="5888729"/>
              <a:ext cx="180865" cy="212687"/>
            </p14:xfrm>
          </p:contentPart>
        </mc:Choice>
        <mc:Fallback xmlns="">
          <p:sp>
            <p:nvSpPr>
              <p:cNvPr id="1054022" name=""/>
              <p:cNvSpPr/>
              <p:nvPr/>
            </p:nvSpPr>
            <p:spPr>
              <a:xfrm>
                <a:off x="10652594" y="5888729"/>
                <a:ext cx="180865" cy="212687"/>
              </a:xfrm>
            </p:spPr>
          </p:sp>
        </mc:Fallback>
      </mc:AlternateContent>
      <mc:AlternateContent xmlns:mc="http://schemas.openxmlformats.org/markup-compatibility/2006" xmlns:p14="http://schemas.microsoft.com/office/powerpoint/2010/main">
        <mc:Choice Requires="p14">
          <p:contentPart p14:bwMode="auto" r:id="rId51">
            <p14:nvContentPartPr>
              <p14:cNvPr id="1054023" name="墨迹 1054022"/>
              <p14:cNvContentPartPr/>
              <p14:nvPr/>
            </p14:nvContentPartPr>
            <p14:xfrm>
              <a:off x="10920042" y="5769947"/>
              <a:ext cx="104085" cy="16717"/>
            </p14:xfrm>
          </p:contentPart>
        </mc:Choice>
        <mc:Fallback xmlns="">
          <p:sp>
            <p:nvSpPr>
              <p:cNvPr id="1054023" name=""/>
              <p:cNvSpPr/>
              <p:nvPr/>
            </p:nvSpPr>
            <p:spPr>
              <a:xfrm>
                <a:off x="10920042" y="5769947"/>
                <a:ext cx="104085" cy="16717"/>
              </a:xfrm>
            </p:spPr>
          </p:sp>
        </mc:Fallback>
      </mc:AlternateContent>
      <mc:AlternateContent xmlns:mc="http://schemas.openxmlformats.org/markup-compatibility/2006" xmlns:p14="http://schemas.microsoft.com/office/powerpoint/2010/main">
        <mc:Choice Requires="p14">
          <p:contentPart p14:bwMode="auto" r:id="rId52">
            <p14:nvContentPartPr>
              <p14:cNvPr id="1054024" name="墨迹 1054023"/>
              <p14:cNvContentPartPr/>
              <p14:nvPr/>
            </p14:nvContentPartPr>
            <p14:xfrm>
              <a:off x="10978550" y="5645078"/>
              <a:ext cx="37807" cy="165326"/>
            </p14:xfrm>
          </p:contentPart>
        </mc:Choice>
        <mc:Fallback xmlns="">
          <p:sp>
            <p:nvSpPr>
              <p:cNvPr id="1054024" name=""/>
              <p:cNvSpPr/>
              <p:nvPr/>
            </p:nvSpPr>
            <p:spPr>
              <a:xfrm>
                <a:off x="10978550" y="5645078"/>
                <a:ext cx="37807" cy="165326"/>
              </a:xfrm>
            </p:spPr>
          </p:sp>
        </mc:Fallback>
      </mc:AlternateContent>
      <mc:AlternateContent xmlns:mc="http://schemas.openxmlformats.org/markup-compatibility/2006" xmlns:p14="http://schemas.microsoft.com/office/powerpoint/2010/main">
        <mc:Choice Requires="p14">
          <p:contentPart p14:bwMode="auto" r:id="rId53">
            <p14:nvContentPartPr>
              <p14:cNvPr id="1054025" name="墨迹 1054024"/>
              <p14:cNvContentPartPr/>
              <p14:nvPr/>
            </p14:nvContentPartPr>
            <p14:xfrm>
              <a:off x="10904562" y="5860971"/>
              <a:ext cx="129400" cy="10814"/>
            </p14:xfrm>
          </p:contentPart>
        </mc:Choice>
        <mc:Fallback xmlns="">
          <p:sp>
            <p:nvSpPr>
              <p:cNvPr id="1054025" name=""/>
              <p:cNvSpPr/>
              <p:nvPr/>
            </p:nvSpPr>
            <p:spPr>
              <a:xfrm>
                <a:off x="10904562" y="5860971"/>
                <a:ext cx="129400" cy="10814"/>
              </a:xfrm>
            </p:spPr>
          </p:sp>
        </mc:Fallback>
      </mc:AlternateContent>
      <mc:AlternateContent xmlns:mc="http://schemas.openxmlformats.org/markup-compatibility/2006" xmlns:p14="http://schemas.microsoft.com/office/powerpoint/2010/main">
        <mc:Choice Requires="p14">
          <p:contentPart p14:bwMode="auto" r:id="rId54">
            <p14:nvContentPartPr>
              <p14:cNvPr id="1054026" name="墨迹 1054025"/>
              <p14:cNvContentPartPr/>
              <p14:nvPr/>
            </p14:nvContentPartPr>
            <p14:xfrm>
              <a:off x="10806417" y="5712500"/>
              <a:ext cx="294216" cy="328815"/>
            </p14:xfrm>
          </p:contentPart>
        </mc:Choice>
        <mc:Fallback xmlns="">
          <p:sp>
            <p:nvSpPr>
              <p:cNvPr id="1054026" name=""/>
              <p:cNvSpPr/>
              <p:nvPr/>
            </p:nvSpPr>
            <p:spPr>
              <a:xfrm>
                <a:off x="10806417" y="5712500"/>
                <a:ext cx="294216" cy="328815"/>
              </a:xfrm>
            </p:spPr>
          </p:sp>
        </mc:Fallback>
      </mc:AlternateContent>
      <mc:AlternateContent xmlns:mc="http://schemas.openxmlformats.org/markup-compatibility/2006" xmlns:p14="http://schemas.microsoft.com/office/powerpoint/2010/main">
        <mc:Choice Requires="p14">
          <p:contentPart p14:bwMode="auto" r:id="rId55">
            <p14:nvContentPartPr>
              <p14:cNvPr id="1054027" name="墨迹 1054026"/>
              <p14:cNvContentPartPr/>
              <p14:nvPr/>
            </p14:nvContentPartPr>
            <p14:xfrm>
              <a:off x="10907464" y="5909710"/>
              <a:ext cx="7420" cy="155433"/>
            </p14:xfrm>
          </p:contentPart>
        </mc:Choice>
        <mc:Fallback xmlns="">
          <p:sp>
            <p:nvSpPr>
              <p:cNvPr id="1054027" name=""/>
              <p:cNvSpPr/>
              <p:nvPr/>
            </p:nvSpPr>
            <p:spPr>
              <a:xfrm>
                <a:off x="10907464" y="5909710"/>
                <a:ext cx="7420" cy="155433"/>
              </a:xfrm>
            </p:spPr>
          </p:sp>
        </mc:Fallback>
      </mc:AlternateContent>
      <mc:AlternateContent xmlns:mc="http://schemas.openxmlformats.org/markup-compatibility/2006" xmlns:p14="http://schemas.microsoft.com/office/powerpoint/2010/main">
        <mc:Choice Requires="p14">
          <p:contentPart p14:bwMode="auto" r:id="rId56">
            <p14:nvContentPartPr>
              <p14:cNvPr id="1054028" name="墨迹 1054027"/>
              <p14:cNvContentPartPr/>
              <p14:nvPr/>
            </p14:nvContentPartPr>
            <p14:xfrm>
              <a:off x="10938101" y="5914767"/>
              <a:ext cx="48639" cy="118690"/>
            </p14:xfrm>
          </p:contentPart>
        </mc:Choice>
        <mc:Fallback xmlns="">
          <p:sp>
            <p:nvSpPr>
              <p:cNvPr id="1054028" name=""/>
              <p:cNvSpPr/>
              <p:nvPr/>
            </p:nvSpPr>
            <p:spPr>
              <a:xfrm>
                <a:off x="10938101" y="5914767"/>
                <a:ext cx="48639" cy="118690"/>
              </a:xfrm>
            </p:spPr>
          </p:sp>
        </mc:Fallback>
      </mc:AlternateContent>
      <mc:AlternateContent xmlns:mc="http://schemas.openxmlformats.org/markup-compatibility/2006" xmlns:p14="http://schemas.microsoft.com/office/powerpoint/2010/main">
        <mc:Choice Requires="p14">
          <p:contentPart p14:bwMode="auto" r:id="rId57">
            <p14:nvContentPartPr>
              <p14:cNvPr id="1054029" name="墨迹 1054028"/>
              <p14:cNvContentPartPr/>
              <p14:nvPr/>
            </p14:nvContentPartPr>
            <p14:xfrm>
              <a:off x="10890464" y="5985560"/>
              <a:ext cx="79552" cy="82922"/>
            </p14:xfrm>
          </p:contentPart>
        </mc:Choice>
        <mc:Fallback xmlns="">
          <p:sp>
            <p:nvSpPr>
              <p:cNvPr id="1054029" name=""/>
              <p:cNvSpPr/>
              <p:nvPr/>
            </p:nvSpPr>
            <p:spPr>
              <a:xfrm>
                <a:off x="10890464" y="5985560"/>
                <a:ext cx="79552" cy="82922"/>
              </a:xfrm>
            </p:spPr>
          </p:sp>
        </mc:Fallback>
      </mc:AlternateContent>
      <mc:AlternateContent xmlns:mc="http://schemas.openxmlformats.org/markup-compatibility/2006" xmlns:p14="http://schemas.microsoft.com/office/powerpoint/2010/main">
        <mc:Choice Requires="p14">
          <p:contentPart p14:bwMode="auto" r:id="rId58">
            <p14:nvContentPartPr>
              <p14:cNvPr id="1054030" name="墨迹 1054029"/>
              <p14:cNvContentPartPr/>
              <p14:nvPr/>
            </p14:nvContentPartPr>
            <p14:xfrm>
              <a:off x="11029098" y="5794212"/>
              <a:ext cx="48152" cy="524830"/>
            </p14:xfrm>
          </p:contentPart>
        </mc:Choice>
        <mc:Fallback xmlns="">
          <p:sp>
            <p:nvSpPr>
              <p:cNvPr id="1054030" name=""/>
              <p:cNvSpPr/>
              <p:nvPr/>
            </p:nvSpPr>
            <p:spPr>
              <a:xfrm>
                <a:off x="11029098" y="5794212"/>
                <a:ext cx="48152" cy="524830"/>
              </a:xfrm>
            </p:spPr>
          </p:sp>
        </mc:Fallback>
      </mc:AlternateContent>
      <mc:AlternateContent xmlns:mc="http://schemas.openxmlformats.org/markup-compatibility/2006" xmlns:p14="http://schemas.microsoft.com/office/powerpoint/2010/main">
        <mc:Choice Requires="p14">
          <p:contentPart p14:bwMode="auto" r:id="rId59">
            <p14:nvContentPartPr>
              <p14:cNvPr id="1054031" name="墨迹 1054030"/>
              <p14:cNvContentPartPr/>
              <p14:nvPr/>
            </p14:nvContentPartPr>
            <p14:xfrm>
              <a:off x="11037856" y="5750844"/>
              <a:ext cx="122590" cy="290695"/>
            </p14:xfrm>
          </p:contentPart>
        </mc:Choice>
        <mc:Fallback xmlns="">
          <p:sp>
            <p:nvSpPr>
              <p:cNvPr id="1054031" name=""/>
              <p:cNvSpPr/>
              <p:nvPr/>
            </p:nvSpPr>
            <p:spPr>
              <a:xfrm>
                <a:off x="11037856" y="5750844"/>
                <a:ext cx="122590" cy="290695"/>
              </a:xfrm>
            </p:spPr>
          </p:sp>
        </mc:Fallback>
      </mc:AlternateContent>
      <mc:AlternateContent xmlns:mc="http://schemas.openxmlformats.org/markup-compatibility/2006" xmlns:p14="http://schemas.microsoft.com/office/powerpoint/2010/main">
        <mc:Choice Requires="p14">
          <p:contentPart p14:bwMode="auto" r:id="rId60">
            <p14:nvContentPartPr>
              <p14:cNvPr id="1054032" name="墨迹 1054031"/>
              <p14:cNvContentPartPr/>
              <p14:nvPr/>
            </p14:nvContentPartPr>
            <p14:xfrm>
              <a:off x="11208128" y="5869291"/>
              <a:ext cx="170971" cy="23563"/>
            </p14:xfrm>
          </p:contentPart>
        </mc:Choice>
        <mc:Fallback xmlns="">
          <p:sp>
            <p:nvSpPr>
              <p:cNvPr id="1054032" name=""/>
              <p:cNvSpPr/>
              <p:nvPr/>
            </p:nvSpPr>
            <p:spPr>
              <a:xfrm>
                <a:off x="11208128" y="5869291"/>
                <a:ext cx="170971" cy="23563"/>
              </a:xfrm>
            </p:spPr>
          </p:sp>
        </mc:Fallback>
      </mc:AlternateContent>
      <mc:AlternateContent xmlns:mc="http://schemas.openxmlformats.org/markup-compatibility/2006" xmlns:p14="http://schemas.microsoft.com/office/powerpoint/2010/main">
        <mc:Choice Requires="p14">
          <p:contentPart p14:bwMode="auto" r:id="rId61">
            <p14:nvContentPartPr>
              <p14:cNvPr id="1054033" name="墨迹 1054032"/>
              <p14:cNvContentPartPr/>
              <p14:nvPr/>
            </p14:nvContentPartPr>
            <p14:xfrm>
              <a:off x="11209905" y="5766438"/>
              <a:ext cx="177506" cy="297729"/>
            </p14:xfrm>
          </p:contentPart>
        </mc:Choice>
        <mc:Fallback xmlns="">
          <p:sp>
            <p:nvSpPr>
              <p:cNvPr id="1054033" name=""/>
              <p:cNvSpPr/>
              <p:nvPr/>
            </p:nvSpPr>
            <p:spPr>
              <a:xfrm>
                <a:off x="11209905" y="5766438"/>
                <a:ext cx="177506" cy="297729"/>
              </a:xfrm>
            </p:spPr>
          </p:sp>
        </mc:Fallback>
      </mc:AlternateContent>
      <mc:AlternateContent xmlns:mc="http://schemas.openxmlformats.org/markup-compatibility/2006" xmlns:p14="http://schemas.microsoft.com/office/powerpoint/2010/main">
        <mc:Choice Requires="p14">
          <p:contentPart p14:bwMode="auto" r:id="rId62">
            <p14:nvContentPartPr>
              <p14:cNvPr id="1054034" name="墨迹 1054033"/>
              <p14:cNvContentPartPr/>
              <p14:nvPr/>
            </p14:nvContentPartPr>
            <p14:xfrm>
              <a:off x="11477632" y="5744526"/>
              <a:ext cx="16002" cy="52787"/>
            </p14:xfrm>
          </p:contentPart>
        </mc:Choice>
        <mc:Fallback xmlns="">
          <p:sp>
            <p:nvSpPr>
              <p:cNvPr id="1054034" name=""/>
              <p:cNvSpPr/>
              <p:nvPr/>
            </p:nvSpPr>
            <p:spPr>
              <a:xfrm>
                <a:off x="11477632" y="5744526"/>
                <a:ext cx="16002" cy="52787"/>
              </a:xfrm>
            </p:spPr>
          </p:sp>
        </mc:Fallback>
      </mc:AlternateContent>
      <mc:AlternateContent xmlns:mc="http://schemas.openxmlformats.org/markup-compatibility/2006" xmlns:p14="http://schemas.microsoft.com/office/powerpoint/2010/main">
        <mc:Choice Requires="p14">
          <p:contentPart p14:bwMode="auto" r:id="rId63">
            <p14:nvContentPartPr>
              <p14:cNvPr id="1054035" name="墨迹 1054034"/>
              <p14:cNvContentPartPr/>
              <p14:nvPr/>
            </p14:nvContentPartPr>
            <p14:xfrm>
              <a:off x="11419678" y="5803192"/>
              <a:ext cx="178612" cy="25611"/>
            </p14:xfrm>
          </p:contentPart>
        </mc:Choice>
        <mc:Fallback xmlns="">
          <p:sp>
            <p:nvSpPr>
              <p:cNvPr id="1054035" name=""/>
              <p:cNvSpPr/>
              <p:nvPr/>
            </p:nvSpPr>
            <p:spPr>
              <a:xfrm>
                <a:off x="11419678" y="5803192"/>
                <a:ext cx="178612" cy="25611"/>
              </a:xfrm>
            </p:spPr>
          </p:sp>
        </mc:Fallback>
      </mc:AlternateContent>
      <mc:AlternateContent xmlns:mc="http://schemas.openxmlformats.org/markup-compatibility/2006" xmlns:p14="http://schemas.microsoft.com/office/powerpoint/2010/main">
        <mc:Choice Requires="p14">
          <p:contentPart p14:bwMode="auto" r:id="rId64">
            <p14:nvContentPartPr>
              <p14:cNvPr id="1054036" name="墨迹 1054035"/>
              <p14:cNvContentPartPr/>
              <p14:nvPr/>
            </p14:nvContentPartPr>
            <p14:xfrm>
              <a:off x="11351154" y="5827118"/>
              <a:ext cx="99483" cy="359640"/>
            </p14:xfrm>
          </p:contentPart>
        </mc:Choice>
        <mc:Fallback xmlns="">
          <p:sp>
            <p:nvSpPr>
              <p:cNvPr id="1054036" name=""/>
              <p:cNvSpPr/>
              <p:nvPr/>
            </p:nvSpPr>
            <p:spPr>
              <a:xfrm>
                <a:off x="11351154" y="5827118"/>
                <a:ext cx="99483" cy="359640"/>
              </a:xfrm>
            </p:spPr>
          </p:sp>
        </mc:Fallback>
      </mc:AlternateContent>
      <mc:AlternateContent xmlns:mc="http://schemas.openxmlformats.org/markup-compatibility/2006" xmlns:p14="http://schemas.microsoft.com/office/powerpoint/2010/main">
        <mc:Choice Requires="p14">
          <p:contentPart p14:bwMode="auto" r:id="rId65">
            <p14:nvContentPartPr>
              <p14:cNvPr id="1054037" name="墨迹 1054036"/>
              <p14:cNvContentPartPr/>
              <p14:nvPr/>
            </p14:nvContentPartPr>
            <p14:xfrm>
              <a:off x="11714608" y="5753361"/>
              <a:ext cx="173188" cy="353434"/>
            </p14:xfrm>
          </p:contentPart>
        </mc:Choice>
        <mc:Fallback xmlns="">
          <p:sp>
            <p:nvSpPr>
              <p:cNvPr id="1054037" name=""/>
              <p:cNvSpPr/>
              <p:nvPr/>
            </p:nvSpPr>
            <p:spPr>
              <a:xfrm>
                <a:off x="11714608" y="5753361"/>
                <a:ext cx="173188" cy="353434"/>
              </a:xfrm>
            </p:spPr>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335" name="Text Box 2"/>
          <p:cNvSpPr txBox="1">
            <a:spLocks noChangeArrowheads="1"/>
          </p:cNvSpPr>
          <p:nvPr/>
        </p:nvSpPr>
        <p:spPr bwMode="auto">
          <a:xfrm>
            <a:off x="1181100" y="1590675"/>
            <a:ext cx="774700" cy="369888"/>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Times New Roman" panose="02020603050405020304" pitchFamily="18" charset="0"/>
                <a:ea typeface="黑体" panose="02010609060101010101" pitchFamily="49" charset="-122"/>
                <a:cs typeface="Times New Roman" panose="02020603050405020304" pitchFamily="18" charset="0"/>
              </a:rPr>
              <a:t>例</a:t>
            </a:r>
            <a:r>
              <a:rPr lang="en-US" altLang="zh-CN">
                <a:latin typeface="Times New Roman" panose="02020603050405020304" pitchFamily="18" charset="0"/>
                <a:ea typeface="黑体" panose="02010609060101010101" pitchFamily="49" charset="-122"/>
                <a:cs typeface="Times New Roman" panose="02020603050405020304" pitchFamily="18" charset="0"/>
              </a:rPr>
              <a:t>2</a:t>
            </a:r>
            <a:r>
              <a:rPr lang="zh-CN" altLang="en-US">
                <a:latin typeface="Times New Roman" panose="02020603050405020304" pitchFamily="18" charset="0"/>
                <a:ea typeface="黑体" panose="02010609060101010101" pitchFamily="49" charset="-122"/>
                <a:cs typeface="Times New Roman" panose="02020603050405020304" pitchFamily="18" charset="0"/>
              </a:rPr>
              <a:t>：</a:t>
            </a:r>
          </a:p>
        </p:txBody>
      </p:sp>
      <p:graphicFrame>
        <p:nvGraphicFramePr>
          <p:cNvPr id="4194372" name="Object 3"/>
          <p:cNvGraphicFramePr>
            <a:graphicFrameLocks noChangeAspect="1"/>
          </p:cNvGraphicFramePr>
          <p:nvPr/>
        </p:nvGraphicFramePr>
        <p:xfrm>
          <a:off x="6864350" y="1076325"/>
          <a:ext cx="3657600" cy="2690813"/>
        </p:xfrm>
        <a:graphic>
          <a:graphicData uri="http://schemas.openxmlformats.org/presentationml/2006/ole">
            <mc:AlternateContent xmlns:mc="http://schemas.openxmlformats.org/markup-compatibility/2006">
              <mc:Choice xmlns:v="urn:schemas-microsoft-com:vml" Requires="v">
                <p:oleObj name="Equation" r:id="rId2" imgW="1879600" imgH="1600200" progId="Equation.3">
                  <p:embed/>
                </p:oleObj>
              </mc:Choice>
              <mc:Fallback>
                <p:oleObj name="Equation" r:id="rId2" imgW="1879600" imgH="1600200" progId="Equation.3">
                  <p:embed/>
                  <p:pic>
                    <p:nvPicPr>
                      <p:cNvPr id="2097293" name="Object 3"/>
                      <p:cNvPicPr>
                        <a:picLocks noChangeAspect="1" noChangeArrowheads="1"/>
                      </p:cNvPicPr>
                      <p:nvPr/>
                    </p:nvPicPr>
                    <p:blipFill>
                      <a:blip r:embed="rId3"/>
                      <a:srcRect/>
                      <a:stretch>
                        <a:fillRect/>
                      </a:stretch>
                    </p:blipFill>
                    <p:spPr bwMode="auto">
                      <a:xfrm>
                        <a:off x="6864350" y="1076325"/>
                        <a:ext cx="3657600" cy="2690813"/>
                      </a:xfrm>
                      <a:prstGeom prst="rect">
                        <a:avLst/>
                      </a:prstGeom>
                      <a:noFill/>
                      <a:ln>
                        <a:noFill/>
                      </a:ln>
                      <a:effectLst/>
                    </p:spPr>
                  </p:pic>
                </p:oleObj>
              </mc:Fallback>
            </mc:AlternateContent>
          </a:graphicData>
        </a:graphic>
      </p:graphicFrame>
      <p:graphicFrame>
        <p:nvGraphicFramePr>
          <p:cNvPr id="4194373" name="Object 4"/>
          <p:cNvGraphicFramePr>
            <a:graphicFrameLocks noChangeAspect="1"/>
          </p:cNvGraphicFramePr>
          <p:nvPr/>
        </p:nvGraphicFramePr>
        <p:xfrm>
          <a:off x="3054350" y="1447800"/>
          <a:ext cx="2743200" cy="2320925"/>
        </p:xfrm>
        <a:graphic>
          <a:graphicData uri="http://schemas.openxmlformats.org/presentationml/2006/ole">
            <mc:AlternateContent xmlns:mc="http://schemas.openxmlformats.org/markup-compatibility/2006">
              <mc:Choice xmlns:v="urn:schemas-microsoft-com:vml" Requires="v">
                <p:oleObj name="Equation" r:id="rId4" imgW="1651000" imgH="1397000" progId="Equation.3">
                  <p:embed/>
                </p:oleObj>
              </mc:Choice>
              <mc:Fallback>
                <p:oleObj name="Equation" r:id="rId4" imgW="1651000" imgH="1397000" progId="Equation.3">
                  <p:embed/>
                  <p:pic>
                    <p:nvPicPr>
                      <p:cNvPr id="2097294" name="Object 4"/>
                      <p:cNvPicPr>
                        <a:picLocks noChangeAspect="1" noChangeArrowheads="1"/>
                      </p:cNvPicPr>
                      <p:nvPr/>
                    </p:nvPicPr>
                    <p:blipFill>
                      <a:blip r:embed="rId5"/>
                      <a:srcRect/>
                      <a:stretch>
                        <a:fillRect/>
                      </a:stretch>
                    </p:blipFill>
                    <p:spPr bwMode="auto">
                      <a:xfrm>
                        <a:off x="3054350" y="1447800"/>
                        <a:ext cx="2743200" cy="2320925"/>
                      </a:xfrm>
                      <a:prstGeom prst="rect">
                        <a:avLst/>
                      </a:prstGeom>
                      <a:noFill/>
                      <a:ln>
                        <a:noFill/>
                      </a:ln>
                      <a:effectLst/>
                    </p:spPr>
                  </p:pic>
                </p:oleObj>
              </mc:Fallback>
            </mc:AlternateContent>
          </a:graphicData>
        </a:graphic>
      </p:graphicFrame>
      <p:graphicFrame>
        <p:nvGraphicFramePr>
          <p:cNvPr id="4194374" name="Object 5"/>
          <p:cNvGraphicFramePr>
            <a:graphicFrameLocks noChangeAspect="1"/>
          </p:cNvGraphicFramePr>
          <p:nvPr/>
        </p:nvGraphicFramePr>
        <p:xfrm>
          <a:off x="1271588" y="2165350"/>
          <a:ext cx="1447800" cy="887413"/>
        </p:xfrm>
        <a:graphic>
          <a:graphicData uri="http://schemas.openxmlformats.org/presentationml/2006/ole">
            <mc:AlternateContent xmlns:mc="http://schemas.openxmlformats.org/markup-compatibility/2006">
              <mc:Choice xmlns:v="urn:schemas-microsoft-com:vml" Requires="v">
                <p:oleObj name="Equation" r:id="rId6" imgW="787058" imgH="482391" progId="Equation.3">
                  <p:embed/>
                </p:oleObj>
              </mc:Choice>
              <mc:Fallback>
                <p:oleObj name="Equation" r:id="rId6" imgW="787058" imgH="482391" progId="Equation.3">
                  <p:embed/>
                  <p:pic>
                    <p:nvPicPr>
                      <p:cNvPr id="2097295" name="Object 5"/>
                      <p:cNvPicPr>
                        <a:picLocks noChangeAspect="1" noChangeArrowheads="1"/>
                      </p:cNvPicPr>
                      <p:nvPr/>
                    </p:nvPicPr>
                    <p:blipFill>
                      <a:blip r:embed="rId7"/>
                      <a:srcRect/>
                      <a:stretch>
                        <a:fillRect/>
                      </a:stretch>
                    </p:blipFill>
                    <p:spPr bwMode="auto">
                      <a:xfrm>
                        <a:off x="1271588" y="2165350"/>
                        <a:ext cx="1447800" cy="887413"/>
                      </a:xfrm>
                      <a:prstGeom prst="rect">
                        <a:avLst/>
                      </a:prstGeom>
                      <a:noFill/>
                      <a:ln>
                        <a:noFill/>
                      </a:ln>
                      <a:effectLst/>
                    </p:spPr>
                  </p:pic>
                </p:oleObj>
              </mc:Fallback>
            </mc:AlternateContent>
          </a:graphicData>
        </a:graphic>
      </p:graphicFrame>
      <p:graphicFrame>
        <p:nvGraphicFramePr>
          <p:cNvPr id="4194375" name="Object 6"/>
          <p:cNvGraphicFramePr>
            <a:graphicFrameLocks noChangeAspect="1"/>
          </p:cNvGraphicFramePr>
          <p:nvPr/>
        </p:nvGraphicFramePr>
        <p:xfrm>
          <a:off x="2597150" y="4191000"/>
          <a:ext cx="3352800" cy="2290763"/>
        </p:xfrm>
        <a:graphic>
          <a:graphicData uri="http://schemas.openxmlformats.org/presentationml/2006/ole">
            <mc:AlternateContent xmlns:mc="http://schemas.openxmlformats.org/markup-compatibility/2006">
              <mc:Choice xmlns:v="urn:schemas-microsoft-com:vml" Requires="v">
                <p:oleObj name="Equation" r:id="rId8" imgW="2044700" imgH="1397000" progId="Equation.3">
                  <p:embed/>
                </p:oleObj>
              </mc:Choice>
              <mc:Fallback>
                <p:oleObj name="Equation" r:id="rId8" imgW="2044700" imgH="1397000" progId="Equation.3">
                  <p:embed/>
                  <p:pic>
                    <p:nvPicPr>
                      <p:cNvPr id="2097296" name="Object 6"/>
                      <p:cNvPicPr>
                        <a:picLocks noChangeAspect="1" noChangeArrowheads="1"/>
                      </p:cNvPicPr>
                      <p:nvPr/>
                    </p:nvPicPr>
                    <p:blipFill>
                      <a:blip r:embed="rId9"/>
                      <a:srcRect/>
                      <a:stretch>
                        <a:fillRect/>
                      </a:stretch>
                    </p:blipFill>
                    <p:spPr bwMode="auto">
                      <a:xfrm>
                        <a:off x="2597150" y="4191000"/>
                        <a:ext cx="3352800" cy="2290763"/>
                      </a:xfrm>
                      <a:prstGeom prst="rect">
                        <a:avLst/>
                      </a:prstGeom>
                      <a:noFill/>
                      <a:ln>
                        <a:noFill/>
                      </a:ln>
                      <a:effectLst/>
                    </p:spPr>
                  </p:pic>
                </p:oleObj>
              </mc:Fallback>
            </mc:AlternateContent>
          </a:graphicData>
        </a:graphic>
      </p:graphicFrame>
      <p:graphicFrame>
        <p:nvGraphicFramePr>
          <p:cNvPr id="4194376" name="Object 7"/>
          <p:cNvGraphicFramePr>
            <a:graphicFrameLocks noChangeAspect="1"/>
          </p:cNvGraphicFramePr>
          <p:nvPr/>
        </p:nvGraphicFramePr>
        <p:xfrm>
          <a:off x="6788150" y="3810000"/>
          <a:ext cx="3733800" cy="2687638"/>
        </p:xfrm>
        <a:graphic>
          <a:graphicData uri="http://schemas.openxmlformats.org/presentationml/2006/ole">
            <mc:AlternateContent xmlns:mc="http://schemas.openxmlformats.org/markup-compatibility/2006">
              <mc:Choice xmlns:v="urn:schemas-microsoft-com:vml" Requires="v">
                <p:oleObj name="Equation" r:id="rId10" imgW="2260600" imgH="1625600" progId="Equation.3">
                  <p:embed/>
                </p:oleObj>
              </mc:Choice>
              <mc:Fallback>
                <p:oleObj name="Equation" r:id="rId10" imgW="2260600" imgH="1625600" progId="Equation.3">
                  <p:embed/>
                  <p:pic>
                    <p:nvPicPr>
                      <p:cNvPr id="2097297" name="Object 7"/>
                      <p:cNvPicPr>
                        <a:picLocks noChangeAspect="1" noChangeArrowheads="1"/>
                      </p:cNvPicPr>
                      <p:nvPr/>
                    </p:nvPicPr>
                    <p:blipFill>
                      <a:blip r:embed="rId11"/>
                      <a:srcRect/>
                      <a:stretch>
                        <a:fillRect/>
                      </a:stretch>
                    </p:blipFill>
                    <p:spPr bwMode="auto">
                      <a:xfrm>
                        <a:off x="6788150" y="3810000"/>
                        <a:ext cx="3733800" cy="2687638"/>
                      </a:xfrm>
                      <a:prstGeom prst="rect">
                        <a:avLst/>
                      </a:prstGeom>
                      <a:noFill/>
                      <a:ln>
                        <a:noFill/>
                      </a:ln>
                      <a:effectLst/>
                    </p:spPr>
                  </p:pic>
                </p:oleObj>
              </mc:Fallback>
            </mc:AlternateContent>
          </a:graphicData>
        </a:graphic>
      </p:graphicFrame>
      <p:sp>
        <p:nvSpPr>
          <p:cNvPr id="1052336" name="Rectangle 9"/>
          <p:cNvSpPr>
            <a:spLocks noChangeArrowheads="1"/>
          </p:cNvSpPr>
          <p:nvPr/>
        </p:nvSpPr>
        <p:spPr bwMode="auto">
          <a:xfrm>
            <a:off x="1181100" y="1014413"/>
            <a:ext cx="20574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2. </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灰值膨胀</a:t>
            </a:r>
          </a:p>
        </p:txBody>
      </p:sp>
      <p:sp>
        <p:nvSpPr>
          <p:cNvPr id="1052337"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338" name="TextBox 80"/>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四、灰值形态学</a:t>
            </a:r>
          </a:p>
        </p:txBody>
      </p:sp>
      <mc:AlternateContent xmlns:mc="http://schemas.openxmlformats.org/markup-compatibility/2006" xmlns:p14="http://schemas.microsoft.com/office/powerpoint/2010/main">
        <mc:Choice Requires="p14">
          <p:contentPart p14:bwMode="auto" r:id="rId12">
            <p14:nvContentPartPr>
              <p14:cNvPr id="1054038" name="墨迹 1054037"/>
              <p14:cNvContentPartPr/>
              <p14:nvPr/>
            </p14:nvContentPartPr>
            <p14:xfrm>
              <a:off x="843943" y="9530278"/>
              <a:ext cx="1100044" cy="156757"/>
            </p14:xfrm>
          </p:contentPart>
        </mc:Choice>
        <mc:Fallback xmlns="">
          <p:sp>
            <p:nvSpPr>
              <p:cNvPr id="1054038" name=""/>
              <p:cNvSpPr/>
              <p:nvPr/>
            </p:nvSpPr>
            <p:spPr>
              <a:xfrm>
                <a:off x="843943" y="9530278"/>
                <a:ext cx="1100044" cy="156757"/>
              </a:xfrm>
            </p:spPr>
          </p:sp>
        </mc:Fallback>
      </mc:AlternateContent>
      <mc:AlternateContent xmlns:mc="http://schemas.openxmlformats.org/markup-compatibility/2006" xmlns:p14="http://schemas.microsoft.com/office/powerpoint/2010/main">
        <mc:Choice Requires="p14">
          <p:contentPart p14:bwMode="auto" r:id="rId13">
            <p14:nvContentPartPr>
              <p14:cNvPr id="1054039" name="墨迹 1054038"/>
              <p14:cNvContentPartPr/>
              <p14:nvPr/>
            </p14:nvContentPartPr>
            <p14:xfrm>
              <a:off x="2212999" y="5655690"/>
              <a:ext cx="293931" cy="34897"/>
            </p14:xfrm>
          </p:contentPart>
        </mc:Choice>
        <mc:Fallback xmlns="">
          <p:sp>
            <p:nvSpPr>
              <p:cNvPr id="1054039" name=""/>
              <p:cNvSpPr/>
              <p:nvPr/>
            </p:nvSpPr>
            <p:spPr>
              <a:xfrm>
                <a:off x="2212999" y="5655690"/>
                <a:ext cx="293931" cy="34897"/>
              </a:xfrm>
            </p:spPr>
          </p:sp>
        </mc:Fallback>
      </mc:AlternateContent>
      <mc:AlternateContent xmlns:mc="http://schemas.openxmlformats.org/markup-compatibility/2006" xmlns:p14="http://schemas.microsoft.com/office/powerpoint/2010/main">
        <mc:Choice Requires="p14">
          <p:contentPart p14:bwMode="auto" r:id="rId14">
            <p14:nvContentPartPr>
              <p14:cNvPr id="1054040" name="墨迹 1054039"/>
              <p14:cNvContentPartPr/>
              <p14:nvPr/>
            </p14:nvContentPartPr>
            <p14:xfrm>
              <a:off x="2147372" y="5715871"/>
              <a:ext cx="182582" cy="290126"/>
            </p14:xfrm>
          </p:contentPart>
        </mc:Choice>
        <mc:Fallback xmlns="">
          <p:sp>
            <p:nvSpPr>
              <p:cNvPr id="1054040" name=""/>
              <p:cNvSpPr/>
              <p:nvPr/>
            </p:nvSpPr>
            <p:spPr>
              <a:xfrm>
                <a:off x="2147372" y="5715871"/>
                <a:ext cx="182582" cy="290126"/>
              </a:xfrm>
            </p:spPr>
          </p:sp>
        </mc:Fallback>
      </mc:AlternateContent>
      <mc:AlternateContent xmlns:mc="http://schemas.openxmlformats.org/markup-compatibility/2006" xmlns:p14="http://schemas.microsoft.com/office/powerpoint/2010/main">
        <mc:Choice Requires="p14">
          <p:contentPart p14:bwMode="auto" r:id="rId15">
            <p14:nvContentPartPr>
              <p14:cNvPr id="1054041" name="墨迹 1054040"/>
              <p14:cNvContentPartPr/>
              <p14:nvPr/>
            </p14:nvContentPartPr>
            <p14:xfrm>
              <a:off x="2325533" y="5772337"/>
              <a:ext cx="31079" cy="272109"/>
            </p14:xfrm>
          </p:contentPart>
        </mc:Choice>
        <mc:Fallback xmlns="">
          <p:sp>
            <p:nvSpPr>
              <p:cNvPr id="1054041" name=""/>
              <p:cNvSpPr/>
              <p:nvPr/>
            </p:nvSpPr>
            <p:spPr>
              <a:xfrm>
                <a:off x="2325533" y="5772337"/>
                <a:ext cx="31079" cy="272109"/>
              </a:xfrm>
            </p:spPr>
          </p:sp>
        </mc:Fallback>
      </mc:AlternateContent>
      <mc:AlternateContent xmlns:mc="http://schemas.openxmlformats.org/markup-compatibility/2006" xmlns:p14="http://schemas.microsoft.com/office/powerpoint/2010/main">
        <mc:Choice Requires="p14">
          <p:contentPart p14:bwMode="auto" r:id="rId16">
            <p14:nvContentPartPr>
              <p14:cNvPr id="1054042" name="墨迹 1054041"/>
              <p14:cNvContentPartPr/>
              <p14:nvPr/>
            </p14:nvContentPartPr>
            <p14:xfrm>
              <a:off x="2373812" y="5859143"/>
              <a:ext cx="143311" cy="88784"/>
            </p14:xfrm>
          </p:contentPart>
        </mc:Choice>
        <mc:Fallback xmlns="">
          <p:sp>
            <p:nvSpPr>
              <p:cNvPr id="1054042" name=""/>
              <p:cNvSpPr/>
              <p:nvPr/>
            </p:nvSpPr>
            <p:spPr>
              <a:xfrm>
                <a:off x="2373812" y="5859143"/>
                <a:ext cx="143311" cy="88784"/>
              </a:xfrm>
            </p:spPr>
          </p:sp>
        </mc:Fallback>
      </mc:AlternateContent>
      <mc:AlternateContent xmlns:mc="http://schemas.openxmlformats.org/markup-compatibility/2006" xmlns:p14="http://schemas.microsoft.com/office/powerpoint/2010/main">
        <mc:Choice Requires="p14">
          <p:contentPart p14:bwMode="auto" r:id="rId17">
            <p14:nvContentPartPr>
              <p14:cNvPr id="1054043" name="墨迹 1054042"/>
              <p14:cNvContentPartPr/>
              <p14:nvPr/>
            </p14:nvContentPartPr>
            <p14:xfrm>
              <a:off x="2607371" y="5646838"/>
              <a:ext cx="117141" cy="183034"/>
            </p14:xfrm>
          </p:contentPart>
        </mc:Choice>
        <mc:Fallback xmlns="">
          <p:sp>
            <p:nvSpPr>
              <p:cNvPr id="1054043" name=""/>
              <p:cNvSpPr/>
              <p:nvPr/>
            </p:nvSpPr>
            <p:spPr>
              <a:xfrm>
                <a:off x="2607371" y="5646838"/>
                <a:ext cx="117141" cy="183034"/>
              </a:xfrm>
            </p:spPr>
          </p:sp>
        </mc:Fallback>
      </mc:AlternateContent>
      <mc:AlternateContent xmlns:mc="http://schemas.openxmlformats.org/markup-compatibility/2006" xmlns:p14="http://schemas.microsoft.com/office/powerpoint/2010/main">
        <mc:Choice Requires="p14">
          <p:contentPart p14:bwMode="auto" r:id="rId18">
            <p14:nvContentPartPr>
              <p14:cNvPr id="1054044" name="墨迹 1054043"/>
              <p14:cNvContentPartPr/>
              <p14:nvPr/>
            </p14:nvContentPartPr>
            <p14:xfrm>
              <a:off x="2614174" y="5836388"/>
              <a:ext cx="61297" cy="118668"/>
            </p14:xfrm>
          </p:contentPart>
        </mc:Choice>
        <mc:Fallback xmlns="">
          <p:sp>
            <p:nvSpPr>
              <p:cNvPr id="1054044" name=""/>
              <p:cNvSpPr/>
              <p:nvPr/>
            </p:nvSpPr>
            <p:spPr>
              <a:xfrm>
                <a:off x="2614174" y="5836388"/>
                <a:ext cx="61297" cy="118668"/>
              </a:xfrm>
            </p:spPr>
          </p:sp>
        </mc:Fallback>
      </mc:AlternateContent>
      <mc:AlternateContent xmlns:mc="http://schemas.openxmlformats.org/markup-compatibility/2006" xmlns:p14="http://schemas.microsoft.com/office/powerpoint/2010/main">
        <mc:Choice Requires="p14">
          <p:contentPart p14:bwMode="auto" r:id="rId19">
            <p14:nvContentPartPr>
              <p14:cNvPr id="1054045" name="墨迹 1054044"/>
              <p14:cNvContentPartPr/>
              <p14:nvPr/>
            </p14:nvContentPartPr>
            <p14:xfrm>
              <a:off x="2722429" y="5684760"/>
              <a:ext cx="190321" cy="421482"/>
            </p14:xfrm>
          </p:contentPart>
        </mc:Choice>
        <mc:Fallback xmlns="">
          <p:sp>
            <p:nvSpPr>
              <p:cNvPr id="1054045" name=""/>
              <p:cNvSpPr/>
              <p:nvPr/>
            </p:nvSpPr>
            <p:spPr>
              <a:xfrm>
                <a:off x="2722429" y="5684760"/>
                <a:ext cx="190321" cy="421482"/>
              </a:xfrm>
            </p:spPr>
          </p:sp>
        </mc:Fallback>
      </mc:AlternateContent>
      <mc:AlternateContent xmlns:mc="http://schemas.openxmlformats.org/markup-compatibility/2006" xmlns:p14="http://schemas.microsoft.com/office/powerpoint/2010/main">
        <mc:Choice Requires="p14">
          <p:contentPart p14:bwMode="auto" r:id="rId20">
            <p14:nvContentPartPr>
              <p14:cNvPr id="1054046" name="墨迹 1054045"/>
              <p14:cNvContentPartPr/>
              <p14:nvPr/>
            </p14:nvContentPartPr>
            <p14:xfrm>
              <a:off x="2212999" y="2411343"/>
              <a:ext cx="35047" cy="510170"/>
            </p14:xfrm>
          </p:contentPart>
        </mc:Choice>
        <mc:Fallback xmlns="">
          <p:sp>
            <p:nvSpPr>
              <p:cNvPr id="1054046" name=""/>
              <p:cNvSpPr/>
              <p:nvPr/>
            </p:nvSpPr>
            <p:spPr>
              <a:xfrm>
                <a:off x="2212999" y="2411343"/>
                <a:ext cx="35047" cy="510170"/>
              </a:xfrm>
            </p:spPr>
          </p:sp>
        </mc:Fallback>
      </mc:AlternateContent>
      <mc:AlternateContent xmlns:mc="http://schemas.openxmlformats.org/markup-compatibility/2006" xmlns:p14="http://schemas.microsoft.com/office/powerpoint/2010/main">
        <mc:Choice Requires="p14">
          <p:contentPart p14:bwMode="auto" r:id="rId21">
            <p14:nvContentPartPr>
              <p14:cNvPr id="1054047" name="墨迹 1054046"/>
              <p14:cNvContentPartPr/>
              <p14:nvPr/>
            </p14:nvContentPartPr>
            <p14:xfrm>
              <a:off x="2073341" y="2296725"/>
              <a:ext cx="131058" cy="206329"/>
            </p14:xfrm>
          </p:contentPart>
        </mc:Choice>
        <mc:Fallback xmlns="">
          <p:sp>
            <p:nvSpPr>
              <p:cNvPr id="1054047" name=""/>
              <p:cNvSpPr/>
              <p:nvPr/>
            </p:nvSpPr>
            <p:spPr>
              <a:xfrm>
                <a:off x="2073341" y="2296725"/>
                <a:ext cx="131058" cy="206329"/>
              </a:xfrm>
            </p:spPr>
          </p:sp>
        </mc:Fallback>
      </mc:AlternateContent>
      <mc:AlternateContent xmlns:mc="http://schemas.openxmlformats.org/markup-compatibility/2006" xmlns:p14="http://schemas.microsoft.com/office/powerpoint/2010/main">
        <mc:Choice Requires="p14">
          <p:contentPart p14:bwMode="auto" r:id="rId22">
            <p14:nvContentPartPr>
              <p14:cNvPr id="1054048" name="墨迹 1054047"/>
              <p14:cNvContentPartPr/>
              <p14:nvPr/>
            </p14:nvContentPartPr>
            <p14:xfrm>
              <a:off x="2244818" y="2327065"/>
              <a:ext cx="57891" cy="154067"/>
            </p14:xfrm>
          </p:contentPart>
        </mc:Choice>
        <mc:Fallback xmlns="">
          <p:sp>
            <p:nvSpPr>
              <p:cNvPr id="1054048" name=""/>
              <p:cNvSpPr/>
              <p:nvPr/>
            </p:nvSpPr>
            <p:spPr>
              <a:xfrm>
                <a:off x="2244818" y="2327065"/>
                <a:ext cx="57891" cy="154067"/>
              </a:xfrm>
            </p:spPr>
          </p:sp>
        </mc:Fallback>
      </mc:AlternateContent>
      <mc:AlternateContent xmlns:mc="http://schemas.openxmlformats.org/markup-compatibility/2006" xmlns:p14="http://schemas.microsoft.com/office/powerpoint/2010/main">
        <mc:Choice Requires="p14">
          <p:contentPart p14:bwMode="auto" r:id="rId23">
            <p14:nvContentPartPr>
              <p14:cNvPr id="1054049" name="墨迹 1054048"/>
              <p14:cNvContentPartPr/>
              <p14:nvPr/>
            </p14:nvContentPartPr>
            <p14:xfrm>
              <a:off x="7346806" y="1654529"/>
              <a:ext cx="19074" cy="540422"/>
            </p14:xfrm>
          </p:contentPart>
        </mc:Choice>
        <mc:Fallback xmlns="">
          <p:sp>
            <p:nvSpPr>
              <p:cNvPr id="1054049" name=""/>
              <p:cNvSpPr/>
              <p:nvPr/>
            </p:nvSpPr>
            <p:spPr>
              <a:xfrm>
                <a:off x="7346806" y="1654529"/>
                <a:ext cx="19074" cy="540422"/>
              </a:xfrm>
            </p:spPr>
          </p:sp>
        </mc:Fallback>
      </mc:AlternateContent>
      <mc:AlternateContent xmlns:mc="http://schemas.openxmlformats.org/markup-compatibility/2006" xmlns:p14="http://schemas.microsoft.com/office/powerpoint/2010/main">
        <mc:Choice Requires="p14">
          <p:contentPart p14:bwMode="auto" r:id="rId24">
            <p14:nvContentPartPr>
              <p14:cNvPr id="1054050" name="墨迹 1054049"/>
              <p14:cNvContentPartPr/>
              <p14:nvPr/>
            </p14:nvContentPartPr>
            <p14:xfrm>
              <a:off x="7160598" y="1674756"/>
              <a:ext cx="182923" cy="309819"/>
            </p14:xfrm>
          </p:contentPart>
        </mc:Choice>
        <mc:Fallback xmlns="">
          <p:sp>
            <p:nvSpPr>
              <p:cNvPr id="1054050" name=""/>
              <p:cNvSpPr/>
              <p:nvPr/>
            </p:nvSpPr>
            <p:spPr>
              <a:xfrm>
                <a:off x="7160598" y="1674756"/>
                <a:ext cx="182923" cy="309819"/>
              </a:xfrm>
            </p:spPr>
          </p:sp>
        </mc:Fallback>
      </mc:AlternateContent>
      <mc:AlternateContent xmlns:mc="http://schemas.openxmlformats.org/markup-compatibility/2006" xmlns:p14="http://schemas.microsoft.com/office/powerpoint/2010/main">
        <mc:Choice Requires="p14">
          <p:contentPart p14:bwMode="auto" r:id="rId25">
            <p14:nvContentPartPr>
              <p14:cNvPr id="1054051" name="墨迹 1054050"/>
              <p14:cNvContentPartPr/>
              <p14:nvPr/>
            </p14:nvContentPartPr>
            <p14:xfrm>
              <a:off x="7346101" y="1714366"/>
              <a:ext cx="182518" cy="164166"/>
            </p14:xfrm>
          </p:contentPart>
        </mc:Choice>
        <mc:Fallback xmlns="">
          <p:sp>
            <p:nvSpPr>
              <p:cNvPr id="1054051" name=""/>
              <p:cNvSpPr/>
              <p:nvPr/>
            </p:nvSpPr>
            <p:spPr>
              <a:xfrm>
                <a:off x="7346101" y="1714366"/>
                <a:ext cx="182518" cy="164166"/>
              </a:xfrm>
            </p:spPr>
          </p:sp>
        </mc:Fallback>
      </mc:AlternateContent>
      <mc:AlternateContent xmlns:mc="http://schemas.openxmlformats.org/markup-compatibility/2006" xmlns:p14="http://schemas.microsoft.com/office/powerpoint/2010/main">
        <mc:Choice Requires="p14">
          <p:contentPart p14:bwMode="auto" r:id="rId26">
            <p14:nvContentPartPr>
              <p14:cNvPr id="1054052" name="墨迹 1054051"/>
              <p14:cNvContentPartPr/>
              <p14:nvPr/>
            </p14:nvContentPartPr>
            <p14:xfrm>
              <a:off x="11598604" y="3818780"/>
              <a:ext cx="0" cy="0"/>
            </p14:xfrm>
          </p:contentPart>
        </mc:Choice>
        <mc:Fallback xmlns="">
          <p:sp>
            <p:nvSpPr>
              <p:cNvPr id="1054052" name=""/>
              <p:cNvSpPr/>
              <p:nvPr/>
            </p:nvSpPr>
            <p:spPr>
              <a:xfrm>
                <a:off x="11598604" y="3818780"/>
                <a:ext cx="0" cy="0"/>
              </a:xfrm>
            </p:spPr>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339" name="Text Box 5"/>
          <p:cNvSpPr txBox="1">
            <a:spLocks noChangeArrowheads="1"/>
          </p:cNvSpPr>
          <p:nvPr/>
        </p:nvSpPr>
        <p:spPr bwMode="auto">
          <a:xfrm>
            <a:off x="1558925" y="1666875"/>
            <a:ext cx="2438400" cy="400050"/>
          </a:xfrm>
          <a:prstGeom prst="rect">
            <a:avLst/>
          </a:prstGeom>
          <a:noFill/>
          <a:ln>
            <a:noFill/>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latin typeface="黑体" panose="02010609060101010101" pitchFamily="49" charset="-122"/>
                <a:ea typeface="黑体" panose="02010609060101010101" pitchFamily="49" charset="-122"/>
                <a:sym typeface="Wingdings 2" panose="05020102010507070707" pitchFamily="18" charset="2"/>
              </a:rPr>
              <a:t></a:t>
            </a: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灰值开运算</a:t>
            </a:r>
          </a:p>
        </p:txBody>
      </p:sp>
      <p:graphicFrame>
        <p:nvGraphicFramePr>
          <p:cNvPr id="4194377" name="Object 6"/>
          <p:cNvGraphicFramePr>
            <a:graphicFrameLocks noChangeAspect="1"/>
          </p:cNvGraphicFramePr>
          <p:nvPr/>
        </p:nvGraphicFramePr>
        <p:xfrm>
          <a:off x="2687556" y="2200276"/>
          <a:ext cx="2616356" cy="449708"/>
        </p:xfrm>
        <a:graphic>
          <a:graphicData uri="http://schemas.openxmlformats.org/presentationml/2006/ole">
            <mc:AlternateContent xmlns:mc="http://schemas.openxmlformats.org/markup-compatibility/2006">
              <mc:Choice xmlns:v="urn:schemas-microsoft-com:vml" Requires="v">
                <p:oleObj name="Equation" r:id="rId2" imgW="1180588" imgH="203112" progId="Equation.DSMT4">
                  <p:embed/>
                </p:oleObj>
              </mc:Choice>
              <mc:Fallback>
                <p:oleObj name="Equation" r:id="rId2" imgW="1180588" imgH="203112" progId="Equation.DSMT4">
                  <p:embed/>
                  <p:pic>
                    <p:nvPicPr>
                      <p:cNvPr id="2097303" name="Object 6"/>
                      <p:cNvPicPr>
                        <a:picLocks noChangeAspect="1" noChangeArrowheads="1"/>
                      </p:cNvPicPr>
                      <p:nvPr/>
                    </p:nvPicPr>
                    <p:blipFill>
                      <a:blip r:embed="rId3"/>
                      <a:srcRect/>
                      <a:stretch>
                        <a:fillRect/>
                      </a:stretch>
                    </p:blipFill>
                    <p:spPr bwMode="auto">
                      <a:xfrm>
                        <a:off x="2687556" y="2200276"/>
                        <a:ext cx="2616356" cy="449708"/>
                      </a:xfrm>
                      <a:prstGeom prst="rect">
                        <a:avLst/>
                      </a:prstGeom>
                      <a:solidFill>
                        <a:srgbClr val="C0C0C0"/>
                      </a:solidFill>
                      <a:ln>
                        <a:noFill/>
                      </a:ln>
                      <a:effectLst/>
                    </p:spPr>
                  </p:pic>
                </p:oleObj>
              </mc:Fallback>
            </mc:AlternateContent>
          </a:graphicData>
        </a:graphic>
      </p:graphicFrame>
      <p:sp>
        <p:nvSpPr>
          <p:cNvPr id="1052340" name="Text Box 7"/>
          <p:cNvSpPr txBox="1">
            <a:spLocks noChangeArrowheads="1"/>
          </p:cNvSpPr>
          <p:nvPr/>
        </p:nvSpPr>
        <p:spPr bwMode="auto">
          <a:xfrm>
            <a:off x="6188075" y="1663700"/>
            <a:ext cx="1770379" cy="396240"/>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latin typeface="黑体" panose="02010609060101010101" pitchFamily="49" charset="-122"/>
                <a:ea typeface="黑体" panose="02010609060101010101" pitchFamily="49" charset="-122"/>
                <a:sym typeface="Wingdings 2" panose="05020102010507070707" pitchFamily="18" charset="2"/>
              </a:rPr>
              <a:t></a:t>
            </a: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灰值闭运算</a:t>
            </a:r>
          </a:p>
        </p:txBody>
      </p:sp>
      <p:graphicFrame>
        <p:nvGraphicFramePr>
          <p:cNvPr id="4194378" name="Object 8"/>
          <p:cNvGraphicFramePr>
            <a:graphicFrameLocks noChangeAspect="1"/>
          </p:cNvGraphicFramePr>
          <p:nvPr/>
        </p:nvGraphicFramePr>
        <p:xfrm>
          <a:off x="7296068" y="2187576"/>
          <a:ext cx="2616356" cy="445279"/>
        </p:xfrm>
        <a:graphic>
          <a:graphicData uri="http://schemas.openxmlformats.org/presentationml/2006/ole">
            <mc:AlternateContent xmlns:mc="http://schemas.openxmlformats.org/markup-compatibility/2006">
              <mc:Choice xmlns:v="urn:schemas-microsoft-com:vml" Requires="v">
                <p:oleObj name="Equation" r:id="rId4" imgW="1193800" imgH="203200" progId="Equation.DSMT4">
                  <p:embed/>
                </p:oleObj>
              </mc:Choice>
              <mc:Fallback>
                <p:oleObj name="Equation" r:id="rId4" imgW="1193800" imgH="203200" progId="Equation.DSMT4">
                  <p:embed/>
                  <p:pic>
                    <p:nvPicPr>
                      <p:cNvPr id="2097304" name="Object 8"/>
                      <p:cNvPicPr>
                        <a:picLocks noChangeAspect="1" noChangeArrowheads="1"/>
                      </p:cNvPicPr>
                      <p:nvPr/>
                    </p:nvPicPr>
                    <p:blipFill>
                      <a:blip r:embed="rId5"/>
                      <a:srcRect/>
                      <a:stretch>
                        <a:fillRect/>
                      </a:stretch>
                    </p:blipFill>
                    <p:spPr bwMode="auto">
                      <a:xfrm>
                        <a:off x="7296068" y="2187576"/>
                        <a:ext cx="2616356" cy="445279"/>
                      </a:xfrm>
                      <a:prstGeom prst="rect">
                        <a:avLst/>
                      </a:prstGeom>
                      <a:solidFill>
                        <a:srgbClr val="C0C0C0"/>
                      </a:solidFill>
                      <a:ln>
                        <a:noFill/>
                      </a:ln>
                      <a:effectLst/>
                    </p:spPr>
                  </p:pic>
                </p:oleObj>
              </mc:Fallback>
            </mc:AlternateContent>
          </a:graphicData>
        </a:graphic>
      </p:graphicFrame>
      <p:sp>
        <p:nvSpPr>
          <p:cNvPr id="1052341" name="Rectangle 9"/>
          <p:cNvSpPr>
            <a:spLocks noChangeArrowheads="1"/>
          </p:cNvSpPr>
          <p:nvPr/>
        </p:nvSpPr>
        <p:spPr bwMode="auto">
          <a:xfrm>
            <a:off x="1181100" y="1014413"/>
            <a:ext cx="24765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3.</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 灰值开、闭运算</a:t>
            </a:r>
          </a:p>
        </p:txBody>
      </p:sp>
      <p:sp>
        <p:nvSpPr>
          <p:cNvPr id="1052342"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343" name="Text Box 4"/>
          <p:cNvSpPr txBox="1">
            <a:spLocks noChangeArrowheads="1"/>
          </p:cNvSpPr>
          <p:nvPr/>
        </p:nvSpPr>
        <p:spPr bwMode="auto">
          <a:xfrm>
            <a:off x="1590675" y="3074988"/>
            <a:ext cx="3929063" cy="400050"/>
          </a:xfrm>
          <a:prstGeom prst="rect">
            <a:avLst/>
          </a:prstGeom>
          <a:noFill/>
          <a:ln>
            <a:noFill/>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latin typeface="黑体" panose="02010609060101010101" pitchFamily="49" charset="-122"/>
                <a:ea typeface="黑体" panose="02010609060101010101" pitchFamily="49" charset="-122"/>
                <a:sym typeface="Wingdings 2" panose="05020102010507070707" pitchFamily="18" charset="2"/>
              </a:rPr>
              <a:t></a:t>
            </a: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开、闭运算的滤波性质</a:t>
            </a:r>
          </a:p>
        </p:txBody>
      </p:sp>
      <p:grpSp>
        <p:nvGrpSpPr>
          <p:cNvPr id="614" name="Group 56"/>
          <p:cNvGrpSpPr/>
          <p:nvPr/>
        </p:nvGrpSpPr>
        <p:grpSpPr bwMode="auto">
          <a:xfrm>
            <a:off x="1992313" y="3508375"/>
            <a:ext cx="8570912" cy="2376488"/>
            <a:chOff x="249" y="2251"/>
            <a:chExt cx="5399" cy="1497"/>
          </a:xfrm>
        </p:grpSpPr>
        <p:grpSp>
          <p:nvGrpSpPr>
            <p:cNvPr id="615" name="Group 38"/>
            <p:cNvGrpSpPr/>
            <p:nvPr/>
          </p:nvGrpSpPr>
          <p:grpSpPr bwMode="auto">
            <a:xfrm>
              <a:off x="1519" y="2523"/>
              <a:ext cx="589" cy="725"/>
              <a:chOff x="703" y="2478"/>
              <a:chExt cx="589" cy="725"/>
            </a:xfrm>
          </p:grpSpPr>
          <p:sp>
            <p:nvSpPr>
              <p:cNvPr id="1052344" name="Line 8"/>
              <p:cNvSpPr>
                <a:spLocks noChangeShapeType="1"/>
              </p:cNvSpPr>
              <p:nvPr/>
            </p:nvSpPr>
            <p:spPr bwMode="auto">
              <a:xfrm>
                <a:off x="703" y="2886"/>
                <a:ext cx="589"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345" name="Line 9"/>
              <p:cNvSpPr>
                <a:spLocks noChangeShapeType="1"/>
              </p:cNvSpPr>
              <p:nvPr/>
            </p:nvSpPr>
            <p:spPr bwMode="auto">
              <a:xfrm flipV="1">
                <a:off x="930" y="2478"/>
                <a:ext cx="0" cy="725"/>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346" name="Line 10"/>
              <p:cNvSpPr>
                <a:spLocks noChangeShapeType="1"/>
              </p:cNvSpPr>
              <p:nvPr/>
            </p:nvSpPr>
            <p:spPr bwMode="auto">
              <a:xfrm>
                <a:off x="930" y="2750"/>
                <a:ext cx="181"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616" name="Group 39"/>
            <p:cNvGrpSpPr/>
            <p:nvPr/>
          </p:nvGrpSpPr>
          <p:grpSpPr bwMode="auto">
            <a:xfrm>
              <a:off x="3742" y="2614"/>
              <a:ext cx="589" cy="725"/>
              <a:chOff x="1383" y="2478"/>
              <a:chExt cx="589" cy="725"/>
            </a:xfrm>
          </p:grpSpPr>
          <p:sp>
            <p:nvSpPr>
              <p:cNvPr id="1052347" name="Line 11"/>
              <p:cNvSpPr>
                <a:spLocks noChangeShapeType="1"/>
              </p:cNvSpPr>
              <p:nvPr/>
            </p:nvSpPr>
            <p:spPr bwMode="auto">
              <a:xfrm>
                <a:off x="1383" y="2886"/>
                <a:ext cx="589"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348" name="Line 12"/>
              <p:cNvSpPr>
                <a:spLocks noChangeShapeType="1"/>
              </p:cNvSpPr>
              <p:nvPr/>
            </p:nvSpPr>
            <p:spPr bwMode="auto">
              <a:xfrm flipV="1">
                <a:off x="1610" y="2478"/>
                <a:ext cx="0" cy="725"/>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349" name="Line 13"/>
              <p:cNvSpPr>
                <a:spLocks noChangeShapeType="1"/>
              </p:cNvSpPr>
              <p:nvPr/>
            </p:nvSpPr>
            <p:spPr bwMode="auto">
              <a:xfrm>
                <a:off x="1429" y="3022"/>
                <a:ext cx="181"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617" name="Group 40"/>
            <p:cNvGrpSpPr/>
            <p:nvPr/>
          </p:nvGrpSpPr>
          <p:grpSpPr bwMode="auto">
            <a:xfrm>
              <a:off x="249" y="2659"/>
              <a:ext cx="1044" cy="726"/>
              <a:chOff x="2154" y="2432"/>
              <a:chExt cx="1044" cy="726"/>
            </a:xfrm>
          </p:grpSpPr>
          <p:sp>
            <p:nvSpPr>
              <p:cNvPr id="1052350" name="Line 14"/>
              <p:cNvSpPr>
                <a:spLocks noChangeShapeType="1"/>
              </p:cNvSpPr>
              <p:nvPr/>
            </p:nvSpPr>
            <p:spPr bwMode="auto">
              <a:xfrm>
                <a:off x="2154" y="3158"/>
                <a:ext cx="1044"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351" name="Line 16"/>
              <p:cNvSpPr>
                <a:spLocks noChangeShapeType="1"/>
              </p:cNvSpPr>
              <p:nvPr/>
            </p:nvSpPr>
            <p:spPr bwMode="auto">
              <a:xfrm flipV="1">
                <a:off x="2154" y="2432"/>
                <a:ext cx="0" cy="726"/>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352" name="Line 17"/>
              <p:cNvSpPr>
                <a:spLocks noChangeShapeType="1"/>
              </p:cNvSpPr>
              <p:nvPr/>
            </p:nvSpPr>
            <p:spPr bwMode="auto">
              <a:xfrm>
                <a:off x="2154" y="2795"/>
                <a:ext cx="272" cy="0"/>
              </a:xfrm>
              <a:prstGeom prst="line">
                <a:avLst/>
              </a:prstGeom>
              <a:noFill/>
              <a:ln w="9525">
                <a:solidFill>
                  <a:schemeClr val="tx1"/>
                </a:solidFill>
                <a:miter lim="800000"/>
                <a:headEnd/>
                <a:tailEnd/>
              </a:ln>
              <a:effectLst/>
            </p:spPr>
            <p:txBody>
              <a:bodyPr wrap="none"/>
              <a:lstStyle/>
              <a:p>
                <a:endParaRPr lang="zh-CN" altLang="en-US"/>
              </a:p>
            </p:txBody>
          </p:sp>
          <p:sp>
            <p:nvSpPr>
              <p:cNvPr id="1052353" name="Line 18"/>
              <p:cNvSpPr>
                <a:spLocks noChangeShapeType="1"/>
              </p:cNvSpPr>
              <p:nvPr/>
            </p:nvSpPr>
            <p:spPr bwMode="auto">
              <a:xfrm flipV="1">
                <a:off x="2426" y="2659"/>
                <a:ext cx="46" cy="136"/>
              </a:xfrm>
              <a:prstGeom prst="line">
                <a:avLst/>
              </a:prstGeom>
              <a:noFill/>
              <a:ln w="9525">
                <a:solidFill>
                  <a:schemeClr val="tx1"/>
                </a:solidFill>
                <a:miter lim="800000"/>
                <a:headEnd/>
                <a:tailEnd/>
              </a:ln>
              <a:effectLst/>
            </p:spPr>
            <p:txBody>
              <a:bodyPr wrap="none"/>
              <a:lstStyle/>
              <a:p>
                <a:endParaRPr lang="zh-CN" altLang="en-US"/>
              </a:p>
            </p:txBody>
          </p:sp>
          <p:sp>
            <p:nvSpPr>
              <p:cNvPr id="1052354" name="Line 19"/>
              <p:cNvSpPr>
                <a:spLocks noChangeShapeType="1"/>
              </p:cNvSpPr>
              <p:nvPr/>
            </p:nvSpPr>
            <p:spPr bwMode="auto">
              <a:xfrm>
                <a:off x="2472" y="2659"/>
                <a:ext cx="45" cy="136"/>
              </a:xfrm>
              <a:prstGeom prst="line">
                <a:avLst/>
              </a:prstGeom>
              <a:noFill/>
              <a:ln w="9525">
                <a:solidFill>
                  <a:schemeClr val="tx1"/>
                </a:solidFill>
                <a:miter lim="800000"/>
                <a:headEnd/>
                <a:tailEnd/>
              </a:ln>
              <a:effectLst/>
            </p:spPr>
            <p:txBody>
              <a:bodyPr wrap="none"/>
              <a:lstStyle/>
              <a:p>
                <a:endParaRPr lang="zh-CN" altLang="en-US"/>
              </a:p>
            </p:txBody>
          </p:sp>
          <p:sp>
            <p:nvSpPr>
              <p:cNvPr id="1052355" name="Line 20"/>
              <p:cNvSpPr>
                <a:spLocks noChangeShapeType="1"/>
              </p:cNvSpPr>
              <p:nvPr/>
            </p:nvSpPr>
            <p:spPr bwMode="auto">
              <a:xfrm>
                <a:off x="2517" y="2795"/>
                <a:ext cx="454"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618" name="Group 41"/>
            <p:cNvGrpSpPr/>
            <p:nvPr/>
          </p:nvGrpSpPr>
          <p:grpSpPr bwMode="auto">
            <a:xfrm>
              <a:off x="2472" y="2704"/>
              <a:ext cx="1044" cy="726"/>
              <a:chOff x="3334" y="2432"/>
              <a:chExt cx="1044" cy="726"/>
            </a:xfrm>
          </p:grpSpPr>
          <p:sp>
            <p:nvSpPr>
              <p:cNvPr id="1052356" name="Line 21"/>
              <p:cNvSpPr>
                <a:spLocks noChangeShapeType="1"/>
              </p:cNvSpPr>
              <p:nvPr/>
            </p:nvSpPr>
            <p:spPr bwMode="auto">
              <a:xfrm>
                <a:off x="3334" y="3158"/>
                <a:ext cx="1044"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357" name="Line 22"/>
              <p:cNvSpPr>
                <a:spLocks noChangeShapeType="1"/>
              </p:cNvSpPr>
              <p:nvPr/>
            </p:nvSpPr>
            <p:spPr bwMode="auto">
              <a:xfrm flipV="1">
                <a:off x="3334" y="2432"/>
                <a:ext cx="0" cy="726"/>
              </a:xfrm>
              <a:prstGeom prst="line">
                <a:avLst/>
              </a:prstGeom>
              <a:noFill/>
              <a:ln w="9525">
                <a:solidFill>
                  <a:schemeClr val="tx1"/>
                </a:solidFill>
                <a:miter lim="800000"/>
                <a:headEnd/>
                <a:tailEnd type="triangle" w="med" len="med"/>
              </a:ln>
              <a:effectLst/>
            </p:spPr>
            <p:txBody>
              <a:bodyPr wrap="none"/>
              <a:lstStyle/>
              <a:p>
                <a:endParaRPr lang="zh-CN" altLang="en-US"/>
              </a:p>
            </p:txBody>
          </p:sp>
          <p:grpSp>
            <p:nvGrpSpPr>
              <p:cNvPr id="619" name="Group 28"/>
              <p:cNvGrpSpPr/>
              <p:nvPr/>
            </p:nvGrpSpPr>
            <p:grpSpPr bwMode="auto">
              <a:xfrm>
                <a:off x="3334" y="2659"/>
                <a:ext cx="817" cy="136"/>
                <a:chOff x="3334" y="2659"/>
                <a:chExt cx="817" cy="136"/>
              </a:xfrm>
            </p:grpSpPr>
            <p:sp>
              <p:nvSpPr>
                <p:cNvPr id="1052358" name="Line 23"/>
                <p:cNvSpPr>
                  <a:spLocks noChangeShapeType="1"/>
                </p:cNvSpPr>
                <p:nvPr/>
              </p:nvSpPr>
              <p:spPr bwMode="auto">
                <a:xfrm>
                  <a:off x="3334" y="2795"/>
                  <a:ext cx="272" cy="0"/>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052359" name="Line 24"/>
                <p:cNvSpPr>
                  <a:spLocks noChangeShapeType="1"/>
                </p:cNvSpPr>
                <p:nvPr/>
              </p:nvSpPr>
              <p:spPr bwMode="auto">
                <a:xfrm flipV="1">
                  <a:off x="3606" y="2659"/>
                  <a:ext cx="46" cy="136"/>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052360" name="Line 25"/>
                <p:cNvSpPr>
                  <a:spLocks noChangeShapeType="1"/>
                </p:cNvSpPr>
                <p:nvPr/>
              </p:nvSpPr>
              <p:spPr bwMode="auto">
                <a:xfrm>
                  <a:off x="3652" y="2659"/>
                  <a:ext cx="45" cy="136"/>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052361" name="Line 26"/>
                <p:cNvSpPr>
                  <a:spLocks noChangeShapeType="1"/>
                </p:cNvSpPr>
                <p:nvPr/>
              </p:nvSpPr>
              <p:spPr bwMode="auto">
                <a:xfrm>
                  <a:off x="3697" y="2795"/>
                  <a:ext cx="454" cy="0"/>
                </a:xfrm>
                <a:prstGeom prst="line">
                  <a:avLst/>
                </a:prstGeom>
                <a:noFill/>
                <a:ln w="9525">
                  <a:solidFill>
                    <a:schemeClr val="tx1"/>
                  </a:solidFill>
                  <a:prstDash val="dash"/>
                  <a:miter lim="800000"/>
                  <a:headEnd/>
                  <a:tailEnd/>
                </a:ln>
                <a:effectLst/>
              </p:spPr>
              <p:txBody>
                <a:bodyPr wrap="none"/>
                <a:lstStyle/>
                <a:p>
                  <a:endParaRPr lang="zh-CN" altLang="en-US"/>
                </a:p>
              </p:txBody>
            </p:sp>
          </p:grpSp>
          <p:sp>
            <p:nvSpPr>
              <p:cNvPr id="1052362" name="Line 27"/>
              <p:cNvSpPr>
                <a:spLocks noChangeShapeType="1"/>
              </p:cNvSpPr>
              <p:nvPr/>
            </p:nvSpPr>
            <p:spPr bwMode="auto">
              <a:xfrm>
                <a:off x="3334" y="2931"/>
                <a:ext cx="680"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620" name="Group 42"/>
            <p:cNvGrpSpPr/>
            <p:nvPr/>
          </p:nvGrpSpPr>
          <p:grpSpPr bwMode="auto">
            <a:xfrm>
              <a:off x="4604" y="2704"/>
              <a:ext cx="1044" cy="726"/>
              <a:chOff x="4468" y="2432"/>
              <a:chExt cx="1044" cy="726"/>
            </a:xfrm>
          </p:grpSpPr>
          <p:sp>
            <p:nvSpPr>
              <p:cNvPr id="1052363" name="Line 29"/>
              <p:cNvSpPr>
                <a:spLocks noChangeShapeType="1"/>
              </p:cNvSpPr>
              <p:nvPr/>
            </p:nvSpPr>
            <p:spPr bwMode="auto">
              <a:xfrm>
                <a:off x="4468" y="3158"/>
                <a:ext cx="1044"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364" name="Line 30"/>
              <p:cNvSpPr>
                <a:spLocks noChangeShapeType="1"/>
              </p:cNvSpPr>
              <p:nvPr/>
            </p:nvSpPr>
            <p:spPr bwMode="auto">
              <a:xfrm flipV="1">
                <a:off x="4468" y="2432"/>
                <a:ext cx="0" cy="726"/>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365" name="Line 36"/>
              <p:cNvSpPr>
                <a:spLocks noChangeShapeType="1"/>
              </p:cNvSpPr>
              <p:nvPr/>
            </p:nvSpPr>
            <p:spPr bwMode="auto">
              <a:xfrm>
                <a:off x="4468" y="2931"/>
                <a:ext cx="680" cy="0"/>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052366" name="Line 37"/>
              <p:cNvSpPr>
                <a:spLocks noChangeShapeType="1"/>
              </p:cNvSpPr>
              <p:nvPr/>
            </p:nvSpPr>
            <p:spPr bwMode="auto">
              <a:xfrm>
                <a:off x="4468" y="2795"/>
                <a:ext cx="816" cy="0"/>
              </a:xfrm>
              <a:prstGeom prst="line">
                <a:avLst/>
              </a:prstGeom>
              <a:noFill/>
              <a:ln w="9525">
                <a:solidFill>
                  <a:schemeClr val="tx1"/>
                </a:solidFill>
                <a:miter lim="800000"/>
                <a:headEnd/>
                <a:tailEnd/>
              </a:ln>
              <a:effectLst/>
            </p:spPr>
            <p:txBody>
              <a:bodyPr wrap="none"/>
              <a:lstStyle/>
              <a:p>
                <a:endParaRPr lang="zh-CN" altLang="en-US"/>
              </a:p>
            </p:txBody>
          </p:sp>
        </p:grpSp>
        <p:sp>
          <p:nvSpPr>
            <p:cNvPr id="1052367" name="Text Box 45"/>
            <p:cNvSpPr txBox="1">
              <a:spLocks noChangeArrowheads="1"/>
            </p:cNvSpPr>
            <p:nvPr/>
          </p:nvSpPr>
          <p:spPr bwMode="auto">
            <a:xfrm>
              <a:off x="249" y="3475"/>
              <a:ext cx="692" cy="231"/>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黑体" panose="02010609060101010101" pitchFamily="49" charset="-122"/>
                  <a:ea typeface="黑体" panose="02010609060101010101" pitchFamily="49" charset="-122"/>
                </a:rPr>
                <a:t>输入信号</a:t>
              </a:r>
            </a:p>
          </p:txBody>
        </p:sp>
        <p:sp>
          <p:nvSpPr>
            <p:cNvPr id="1052368" name="Text Box 46"/>
            <p:cNvSpPr txBox="1">
              <a:spLocks noChangeArrowheads="1"/>
            </p:cNvSpPr>
            <p:nvPr/>
          </p:nvSpPr>
          <p:spPr bwMode="auto">
            <a:xfrm>
              <a:off x="1592" y="3483"/>
              <a:ext cx="404" cy="231"/>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黑体" panose="02010609060101010101" pitchFamily="49" charset="-122"/>
                  <a:ea typeface="黑体" panose="02010609060101010101" pitchFamily="49" charset="-122"/>
                </a:rPr>
                <a:t>腐蚀</a:t>
              </a:r>
            </a:p>
          </p:txBody>
        </p:sp>
        <p:sp>
          <p:nvSpPr>
            <p:cNvPr id="1052369" name="Text Box 47"/>
            <p:cNvSpPr txBox="1">
              <a:spLocks noChangeArrowheads="1"/>
            </p:cNvSpPr>
            <p:nvPr/>
          </p:nvSpPr>
          <p:spPr bwMode="auto">
            <a:xfrm>
              <a:off x="3787" y="3475"/>
              <a:ext cx="404" cy="231"/>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黑体" panose="02010609060101010101" pitchFamily="49" charset="-122"/>
                  <a:ea typeface="黑体" panose="02010609060101010101" pitchFamily="49" charset="-122"/>
                </a:rPr>
                <a:t>膨胀</a:t>
              </a:r>
            </a:p>
          </p:txBody>
        </p:sp>
        <p:sp>
          <p:nvSpPr>
            <p:cNvPr id="1052370" name="Text Box 50"/>
            <p:cNvSpPr txBox="1">
              <a:spLocks noChangeArrowheads="1"/>
            </p:cNvSpPr>
            <p:nvPr/>
          </p:nvSpPr>
          <p:spPr bwMode="auto">
            <a:xfrm>
              <a:off x="2599" y="3481"/>
              <a:ext cx="553" cy="233"/>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黑体" panose="02010609060101010101" pitchFamily="49" charset="-122"/>
                  <a:ea typeface="黑体" panose="02010609060101010101" pitchFamily="49" charset="-122"/>
                </a:rPr>
                <a:t>开运算</a:t>
              </a:r>
            </a:p>
          </p:txBody>
        </p:sp>
        <p:sp>
          <p:nvSpPr>
            <p:cNvPr id="1052371" name="AutoShape 51"/>
            <p:cNvSpPr>
              <a:spLocks noChangeArrowheads="1"/>
            </p:cNvSpPr>
            <p:nvPr/>
          </p:nvSpPr>
          <p:spPr bwMode="auto">
            <a:xfrm>
              <a:off x="1474" y="3339"/>
              <a:ext cx="816" cy="91"/>
            </a:xfrm>
            <a:prstGeom prst="rightArrow">
              <a:avLst>
                <a:gd name="adj1" fmla="val 50000"/>
                <a:gd name="adj2" fmla="val 224176"/>
              </a:avLst>
            </a:prstGeom>
            <a:solidFill>
              <a:schemeClr val="accent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372" name="AutoShape 52"/>
            <p:cNvSpPr>
              <a:spLocks noChangeArrowheads="1"/>
            </p:cNvSpPr>
            <p:nvPr/>
          </p:nvSpPr>
          <p:spPr bwMode="auto">
            <a:xfrm>
              <a:off x="3606" y="3385"/>
              <a:ext cx="816" cy="91"/>
            </a:xfrm>
            <a:prstGeom prst="rightArrow">
              <a:avLst>
                <a:gd name="adj1" fmla="val 50000"/>
                <a:gd name="adj2" fmla="val 224176"/>
              </a:avLst>
            </a:prstGeom>
            <a:solidFill>
              <a:schemeClr val="accent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373" name="Line 53"/>
            <p:cNvSpPr>
              <a:spLocks noChangeShapeType="1"/>
            </p:cNvSpPr>
            <p:nvPr/>
          </p:nvSpPr>
          <p:spPr bwMode="auto">
            <a:xfrm>
              <a:off x="2336" y="2341"/>
              <a:ext cx="0" cy="1407"/>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052374" name="Line 54"/>
            <p:cNvSpPr>
              <a:spLocks noChangeShapeType="1"/>
            </p:cNvSpPr>
            <p:nvPr/>
          </p:nvSpPr>
          <p:spPr bwMode="auto">
            <a:xfrm>
              <a:off x="4468" y="2251"/>
              <a:ext cx="0" cy="1497"/>
            </a:xfrm>
            <a:prstGeom prst="line">
              <a:avLst/>
            </a:prstGeom>
            <a:noFill/>
            <a:ln w="9525">
              <a:solidFill>
                <a:schemeClr val="tx1"/>
              </a:solidFill>
              <a:prstDash val="dash"/>
              <a:miter lim="800000"/>
              <a:headEnd/>
              <a:tailEnd/>
            </a:ln>
            <a:effectLst/>
          </p:spPr>
          <p:txBody>
            <a:bodyPr wrap="none"/>
            <a:lstStyle/>
            <a:p>
              <a:endParaRPr lang="zh-CN" altLang="en-US"/>
            </a:p>
          </p:txBody>
        </p:sp>
      </p:grpSp>
      <p:sp>
        <p:nvSpPr>
          <p:cNvPr id="1052375" name="TextBox 49"/>
          <p:cNvSpPr txBox="1">
            <a:spLocks noRot="1" noChangeAspect="1" noMove="1" noResize="1" noEditPoints="1" noAdjustHandles="1" noChangeArrowheads="1" noChangeShapeType="1" noTextEdit="1"/>
          </p:cNvSpPr>
          <p:nvPr/>
        </p:nvSpPr>
        <p:spPr>
          <a:xfrm>
            <a:off x="3937000" y="2216119"/>
            <a:ext cx="510075" cy="400110"/>
          </a:xfrm>
          <a:prstGeom prst="rect">
            <a:avLst/>
          </a:prstGeom>
          <a:blipFill>
            <a:blip r:embed="rId6"/>
            <a:stretch>
              <a:fillRect b="-12308"/>
            </a:stretch>
          </a:blipFill>
        </p:spPr>
        <p:txBody>
          <a:bodyPr/>
          <a:lstStyle/>
          <a:p>
            <a:r>
              <a:rPr lang="en-US">
                <a:noFill/>
              </a:rPr>
              <a:t> </a:t>
            </a:r>
          </a:p>
        </p:txBody>
      </p:sp>
      <p:sp>
        <p:nvSpPr>
          <p:cNvPr id="1052376" name="TextBox 50"/>
          <p:cNvSpPr txBox="1">
            <a:spLocks noRot="1" noChangeAspect="1" noMove="1" noResize="1" noEditPoints="1" noAdjustHandles="1" noChangeArrowheads="1" noChangeShapeType="1" noTextEdit="1"/>
          </p:cNvSpPr>
          <p:nvPr/>
        </p:nvSpPr>
        <p:spPr>
          <a:xfrm>
            <a:off x="9256535" y="2231508"/>
            <a:ext cx="510075" cy="400110"/>
          </a:xfrm>
          <a:prstGeom prst="rect">
            <a:avLst/>
          </a:prstGeom>
          <a:blipFill>
            <a:blip r:embed="rId7"/>
            <a:stretch>
              <a:fillRect b="-10606"/>
            </a:stretch>
          </a:blipFill>
        </p:spPr>
        <p:txBody>
          <a:bodyPr/>
          <a:lstStyle/>
          <a:p>
            <a:r>
              <a:rPr lang="en-US">
                <a:noFill/>
              </a:rPr>
              <a:t> </a:t>
            </a:r>
          </a:p>
        </p:txBody>
      </p:sp>
      <p:sp>
        <p:nvSpPr>
          <p:cNvPr id="1052377" name="TextBox 80"/>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四、灰值形态学</a:t>
            </a:r>
          </a:p>
        </p:txBody>
      </p:sp>
      <p:sp>
        <p:nvSpPr>
          <p:cNvPr id="1052378" name="Text Box 18"/>
          <p:cNvSpPr txBox="1">
            <a:spLocks noChangeArrowheads="1"/>
          </p:cNvSpPr>
          <p:nvPr/>
        </p:nvSpPr>
        <p:spPr bwMode="auto">
          <a:xfrm>
            <a:off x="3955148" y="4070351"/>
            <a:ext cx="300082" cy="36933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i="1" dirty="0">
                <a:latin typeface="Times New Roman" panose="02020603050405020304" pitchFamily="18" charset="0"/>
                <a:cs typeface="Times New Roman" panose="02020603050405020304" pitchFamily="18" charset="0"/>
              </a:rPr>
              <a:t>g</a:t>
            </a:r>
          </a:p>
        </p:txBody>
      </p:sp>
      <p:sp>
        <p:nvSpPr>
          <p:cNvPr id="1052379" name="Text Box 18"/>
          <p:cNvSpPr txBox="1">
            <a:spLocks noRot="1" noChangeAspect="1" noMove="1" noResize="1" noEditPoints="1" noAdjustHandles="1" noChangeArrowheads="1" noChangeShapeType="1" noTextEdit="1"/>
          </p:cNvSpPr>
          <p:nvPr/>
        </p:nvSpPr>
        <p:spPr bwMode="auto">
          <a:xfrm>
            <a:off x="8042057" y="3987800"/>
            <a:ext cx="421910" cy="369332"/>
          </a:xfrm>
          <a:prstGeom prst="rect">
            <a:avLst/>
          </a:prstGeom>
          <a:blipFill>
            <a:blip r:embed="rId8"/>
            <a:stretch>
              <a:fillRect l="-11594" t="-8197" b="-24590"/>
            </a:stretch>
          </a:blipFill>
          <a:ln>
            <a:noFill/>
          </a:ln>
          <a:effectLst/>
        </p:spPr>
        <p:txBody>
          <a:bodyPr/>
          <a:lstStyle/>
          <a:p>
            <a:r>
              <a:rPr lang="zh-CN" altLang="en-US">
                <a:noFill/>
              </a:rPr>
              <a:t>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380" name="Text Box 4"/>
          <p:cNvSpPr txBox="1">
            <a:spLocks noChangeArrowheads="1"/>
          </p:cNvSpPr>
          <p:nvPr/>
        </p:nvSpPr>
        <p:spPr bwMode="auto">
          <a:xfrm>
            <a:off x="1557338" y="2776538"/>
            <a:ext cx="2278380" cy="487680"/>
          </a:xfrm>
          <a:prstGeom prst="rect">
            <a:avLst/>
          </a:prstGeom>
          <a:noFill/>
          <a:ln>
            <a:noFill/>
          </a:ln>
          <a:effectLst/>
        </p:spPr>
        <p:txBody>
          <a:bodyPr wrap="none">
            <a:spAutoFit/>
          </a:bodyPr>
          <a:lstStyle/>
          <a:p>
            <a:pPr eaLnBrk="1" hangingPunct="1">
              <a:lnSpc>
                <a:spcPct val="130000"/>
              </a:lnSpc>
            </a:pPr>
            <a:r>
              <a:rPr lang="en-US" altLang="zh-CN" sz="2000" dirty="0">
                <a:solidFill>
                  <a:schemeClr val="bg1">
                    <a:lumMod val="50000"/>
                  </a:schemeClr>
                </a:solidFill>
                <a:latin typeface="黑体" panose="02010609060101010101" pitchFamily="49" charset="-122"/>
                <a:ea typeface="黑体" panose="02010609060101010101" pitchFamily="49" charset="-122"/>
                <a:sym typeface="Wingdings 2" panose="05020102010507070707" pitchFamily="18" charset="2"/>
              </a:rPr>
              <a:t></a:t>
            </a:r>
            <a:r>
              <a:rPr lang="en-US" altLang="zh-CN" sz="2000" dirty="0">
                <a:solidFill>
                  <a:schemeClr val="bg1">
                    <a:lumMod val="50000"/>
                  </a:schemeClr>
                </a:solidFill>
                <a:latin typeface="黑体" panose="02010609060101010101" pitchFamily="49" charset="-122"/>
                <a:ea typeface="黑体" panose="02010609060101010101" pitchFamily="49" charset="-122"/>
              </a:rPr>
              <a:t> </a:t>
            </a:r>
            <a:r>
              <a:rPr lang="zh-CN" altLang="en-US" sz="2000" dirty="0">
                <a:solidFill>
                  <a:schemeClr val="bg1">
                    <a:lumMod val="50000"/>
                  </a:schemeClr>
                </a:solidFill>
                <a:latin typeface="黑体" panose="02010609060101010101" pitchFamily="49" charset="-122"/>
                <a:ea typeface="黑体" panose="02010609060101010101" pitchFamily="49" charset="-122"/>
              </a:rPr>
              <a:t>灰值形态学梯度</a:t>
            </a:r>
          </a:p>
        </p:txBody>
      </p:sp>
      <p:graphicFrame>
        <p:nvGraphicFramePr>
          <p:cNvPr id="4194379" name="Object 5"/>
          <p:cNvGraphicFramePr>
            <a:graphicFrameLocks noChangeAspect="1"/>
          </p:cNvGraphicFramePr>
          <p:nvPr/>
        </p:nvGraphicFramePr>
        <p:xfrm>
          <a:off x="2804598" y="3369541"/>
          <a:ext cx="3323510" cy="366628"/>
        </p:xfrm>
        <a:graphic>
          <a:graphicData uri="http://schemas.openxmlformats.org/presentationml/2006/ole">
            <mc:AlternateContent xmlns:mc="http://schemas.openxmlformats.org/markup-compatibility/2006">
              <mc:Choice xmlns:v="urn:schemas-microsoft-com:vml" Requires="v">
                <p:oleObj name="Equation" r:id="rId2" imgW="1841500" imgH="203200" progId="Equation.DSMT4">
                  <p:embed/>
                </p:oleObj>
              </mc:Choice>
              <mc:Fallback>
                <p:oleObj name="Equation" r:id="rId2" imgW="1841500" imgH="203200" progId="Equation.DSMT4">
                  <p:embed/>
                  <p:pic>
                    <p:nvPicPr>
                      <p:cNvPr id="2097307" name="Object 5"/>
                      <p:cNvPicPr>
                        <a:picLocks noChangeAspect="1" noChangeArrowheads="1"/>
                      </p:cNvPicPr>
                      <p:nvPr/>
                    </p:nvPicPr>
                    <p:blipFill>
                      <a:blip r:embed="rId3"/>
                      <a:srcRect/>
                      <a:stretch>
                        <a:fillRect/>
                      </a:stretch>
                    </p:blipFill>
                    <p:spPr bwMode="auto">
                      <a:xfrm>
                        <a:off x="2804598" y="3369541"/>
                        <a:ext cx="3323510" cy="366628"/>
                      </a:xfrm>
                      <a:prstGeom prst="rect">
                        <a:avLst/>
                      </a:prstGeom>
                      <a:solidFill>
                        <a:srgbClr val="C0C0C0"/>
                      </a:solidFill>
                      <a:ln>
                        <a:noFill/>
                      </a:ln>
                      <a:effectLst/>
                    </p:spPr>
                  </p:pic>
                </p:oleObj>
              </mc:Fallback>
            </mc:AlternateContent>
          </a:graphicData>
        </a:graphic>
      </p:graphicFrame>
      <p:sp>
        <p:nvSpPr>
          <p:cNvPr id="1052381" name="Text Box 6"/>
          <p:cNvSpPr txBox="1">
            <a:spLocks noChangeArrowheads="1"/>
          </p:cNvSpPr>
          <p:nvPr/>
        </p:nvSpPr>
        <p:spPr bwMode="auto">
          <a:xfrm>
            <a:off x="1558925" y="1639888"/>
            <a:ext cx="3484881" cy="883920"/>
          </a:xfrm>
          <a:prstGeom prst="rect">
            <a:avLst/>
          </a:prstGeom>
          <a:noFill/>
          <a:ln>
            <a:noFill/>
          </a:ln>
          <a:effectLst/>
        </p:spPr>
        <p:txBody>
          <a:bodyPr wrap="none">
            <a:spAutoFit/>
          </a:bodyPr>
          <a:lstStyle/>
          <a:p>
            <a:pPr eaLnBrk="1" hangingPunct="1">
              <a:lnSpc>
                <a:spcPct val="130000"/>
              </a:lnSpc>
              <a:buFont typeface="Wingdings 2" panose="05020102010507070707" pitchFamily="18" charset="2"/>
              <a:buChar char=""/>
            </a:pPr>
            <a:r>
              <a:rPr lang="zh-CN" altLang="en-US" sz="2000" dirty="0">
                <a:solidFill>
                  <a:schemeClr val="bg1">
                    <a:lumMod val="50000"/>
                  </a:schemeClr>
                </a:solidFill>
                <a:latin typeface="黑体" panose="02010609060101010101" pitchFamily="49" charset="-122"/>
                <a:ea typeface="黑体" panose="02010609060101010101" pitchFamily="49" charset="-122"/>
              </a:rPr>
              <a:t>扁平结构元素</a:t>
            </a:r>
          </a:p>
          <a:p>
            <a:pPr eaLnBrk="1" hangingPunct="1">
              <a:lnSpc>
                <a:spcPct val="130000"/>
              </a:lnSpc>
              <a:buFont typeface="Wingdings 2" panose="05020102010507070707" pitchFamily="18" charset="2"/>
              <a:buNone/>
            </a:pPr>
            <a:r>
              <a:rPr lang="zh-CN" altLang="en-US" sz="2000" dirty="0">
                <a:solidFill>
                  <a:schemeClr val="bg1">
                    <a:lumMod val="50000"/>
                  </a:schemeClr>
                </a:solidFill>
                <a:latin typeface="黑体" panose="02010609060101010101" pitchFamily="49" charset="-122"/>
                <a:ea typeface="黑体" panose="02010609060101010101" pitchFamily="49" charset="-122"/>
              </a:rPr>
              <a:t>    定义域上取常数的结构元素</a:t>
            </a:r>
          </a:p>
        </p:txBody>
      </p:sp>
      <p:grpSp>
        <p:nvGrpSpPr>
          <p:cNvPr id="622" name="Group 14"/>
          <p:cNvGrpSpPr/>
          <p:nvPr/>
        </p:nvGrpSpPr>
        <p:grpSpPr bwMode="auto">
          <a:xfrm>
            <a:off x="7751763" y="2781300"/>
            <a:ext cx="2087562" cy="935038"/>
            <a:chOff x="3923" y="1752"/>
            <a:chExt cx="1315" cy="589"/>
          </a:xfrm>
        </p:grpSpPr>
        <p:sp>
          <p:nvSpPr>
            <p:cNvPr id="1052382" name="Line 7"/>
            <p:cNvSpPr>
              <a:spLocks noChangeShapeType="1"/>
            </p:cNvSpPr>
            <p:nvPr/>
          </p:nvSpPr>
          <p:spPr bwMode="auto">
            <a:xfrm>
              <a:off x="3923" y="2024"/>
              <a:ext cx="545"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383" name="Line 8"/>
            <p:cNvSpPr>
              <a:spLocks noChangeShapeType="1"/>
            </p:cNvSpPr>
            <p:nvPr/>
          </p:nvSpPr>
          <p:spPr bwMode="auto">
            <a:xfrm flipV="1">
              <a:off x="4196" y="1752"/>
              <a:ext cx="0" cy="589"/>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384" name="Line 9"/>
            <p:cNvSpPr>
              <a:spLocks noChangeShapeType="1"/>
            </p:cNvSpPr>
            <p:nvPr/>
          </p:nvSpPr>
          <p:spPr bwMode="auto">
            <a:xfrm>
              <a:off x="4105" y="1933"/>
              <a:ext cx="181" cy="0"/>
            </a:xfrm>
            <a:prstGeom prst="line">
              <a:avLst/>
            </a:prstGeom>
            <a:noFill/>
            <a:ln w="9525">
              <a:solidFill>
                <a:schemeClr val="tx1"/>
              </a:solidFill>
              <a:miter lim="800000"/>
              <a:headEnd/>
              <a:tailEnd/>
            </a:ln>
            <a:effectLst/>
          </p:spPr>
          <p:txBody>
            <a:bodyPr wrap="none"/>
            <a:lstStyle/>
            <a:p>
              <a:endParaRPr lang="zh-CN" altLang="en-US"/>
            </a:p>
          </p:txBody>
        </p:sp>
        <p:sp>
          <p:nvSpPr>
            <p:cNvPr id="1052385" name="Line 11"/>
            <p:cNvSpPr>
              <a:spLocks noChangeShapeType="1"/>
            </p:cNvSpPr>
            <p:nvPr/>
          </p:nvSpPr>
          <p:spPr bwMode="auto">
            <a:xfrm>
              <a:off x="4693" y="2024"/>
              <a:ext cx="545"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386" name="Line 12"/>
            <p:cNvSpPr>
              <a:spLocks noChangeShapeType="1"/>
            </p:cNvSpPr>
            <p:nvPr/>
          </p:nvSpPr>
          <p:spPr bwMode="auto">
            <a:xfrm flipV="1">
              <a:off x="4966" y="1752"/>
              <a:ext cx="0" cy="589"/>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387" name="Line 13"/>
            <p:cNvSpPr>
              <a:spLocks noChangeShapeType="1"/>
            </p:cNvSpPr>
            <p:nvPr/>
          </p:nvSpPr>
          <p:spPr bwMode="auto">
            <a:xfrm>
              <a:off x="4966" y="1933"/>
              <a:ext cx="181" cy="0"/>
            </a:xfrm>
            <a:prstGeom prst="line">
              <a:avLst/>
            </a:prstGeom>
            <a:noFill/>
            <a:ln w="9525">
              <a:solidFill>
                <a:schemeClr val="tx1"/>
              </a:solidFill>
              <a:miter lim="800000"/>
              <a:headEnd/>
              <a:tailEnd/>
            </a:ln>
            <a:effectLst/>
          </p:spPr>
          <p:txBody>
            <a:bodyPr wrap="none"/>
            <a:lstStyle/>
            <a:p>
              <a:endParaRPr lang="zh-CN" altLang="en-US"/>
            </a:p>
          </p:txBody>
        </p:sp>
      </p:grpSp>
      <p:sp>
        <p:nvSpPr>
          <p:cNvPr id="1052388" name="Rectangle 16"/>
          <p:cNvSpPr>
            <a:spLocks noChangeArrowheads="1"/>
          </p:cNvSpPr>
          <p:nvPr/>
        </p:nvSpPr>
        <p:spPr bwMode="auto">
          <a:xfrm>
            <a:off x="1181100" y="1014413"/>
            <a:ext cx="24765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4.</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 灰值形态学算法</a:t>
            </a:r>
          </a:p>
        </p:txBody>
      </p:sp>
      <p:sp>
        <p:nvSpPr>
          <p:cNvPr id="1052389"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390" name="TextBox 14"/>
          <p:cNvSpPr txBox="1">
            <a:spLocks noRot="1" noChangeAspect="1" noMove="1" noResize="1" noEditPoints="1" noAdjustHandles="1" noChangeArrowheads="1" noChangeShapeType="1" noTextEdit="1"/>
          </p:cNvSpPr>
          <p:nvPr/>
        </p:nvSpPr>
        <p:spPr>
          <a:xfrm>
            <a:off x="5447928" y="3352800"/>
            <a:ext cx="510075" cy="400110"/>
          </a:xfrm>
          <a:prstGeom prst="rect">
            <a:avLst/>
          </a:prstGeom>
          <a:blipFill>
            <a:blip r:embed="rId4"/>
            <a:stretch>
              <a:fillRect b="-10606"/>
            </a:stretch>
          </a:blipFill>
        </p:spPr>
        <p:txBody>
          <a:bodyPr/>
          <a:lstStyle/>
          <a:p>
            <a:r>
              <a:rPr lang="en-US">
                <a:noFill/>
              </a:rPr>
              <a:t> </a:t>
            </a:r>
          </a:p>
        </p:txBody>
      </p:sp>
      <p:sp>
        <p:nvSpPr>
          <p:cNvPr id="1052391" name="TextBox 80"/>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四、灰值形态学</a:t>
            </a:r>
          </a:p>
        </p:txBody>
      </p:sp>
      <mc:AlternateContent xmlns:mc="http://schemas.openxmlformats.org/markup-compatibility/2006" xmlns:p14="http://schemas.microsoft.com/office/powerpoint/2010/main">
        <mc:Choice Requires="p14">
          <p:contentPart p14:bwMode="auto" r:id="rId5">
            <p14:nvContentPartPr>
              <p14:cNvPr id="1054054" name="墨迹 1054053"/>
              <p14:cNvContentPartPr/>
              <p14:nvPr/>
            </p14:nvContentPartPr>
            <p14:xfrm>
              <a:off x="9681323" y="5097273"/>
              <a:ext cx="0" cy="0"/>
            </p14:xfrm>
          </p:contentPart>
        </mc:Choice>
        <mc:Fallback xmlns="">
          <p:sp>
            <p:nvSpPr>
              <p:cNvPr id="1054054" name=""/>
              <p:cNvSpPr/>
              <p:nvPr/>
            </p:nvSpPr>
            <p:spPr>
              <a:xfrm>
                <a:off x="9681323" y="5097273"/>
                <a:ext cx="0" cy="0"/>
              </a:xfrm>
            </p:spPr>
          </p:sp>
        </mc:Fallback>
      </mc:AlternateContent>
      <mc:AlternateContent xmlns:mc="http://schemas.openxmlformats.org/markup-compatibility/2006" xmlns:p14="http://schemas.microsoft.com/office/powerpoint/2010/main">
        <mc:Choice Requires="p14">
          <p:contentPart p14:bwMode="auto" r:id="rId6">
            <p14:nvContentPartPr>
              <p14:cNvPr id="1054056" name="墨迹 1054055"/>
              <p14:cNvContentPartPr/>
              <p14:nvPr/>
            </p14:nvContentPartPr>
            <p14:xfrm>
              <a:off x="8040519" y="3232143"/>
              <a:ext cx="282993" cy="20750"/>
            </p14:xfrm>
          </p:contentPart>
        </mc:Choice>
        <mc:Fallback xmlns="">
          <p:sp>
            <p:nvSpPr>
              <p:cNvPr id="1054056" name=""/>
              <p:cNvSpPr/>
              <p:nvPr/>
            </p:nvSpPr>
            <p:spPr>
              <a:xfrm>
                <a:off x="8040519" y="3232143"/>
                <a:ext cx="282993" cy="20750"/>
              </a:xfrm>
            </p:spPr>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80" name="Object 6"/>
          <p:cNvGraphicFramePr>
            <a:graphicFrameLocks noChangeAspect="1"/>
          </p:cNvGraphicFramePr>
          <p:nvPr/>
        </p:nvGraphicFramePr>
        <p:xfrm>
          <a:off x="4724400" y="2147889"/>
          <a:ext cx="2307704" cy="339211"/>
        </p:xfrm>
        <a:graphic>
          <a:graphicData uri="http://schemas.openxmlformats.org/presentationml/2006/ole">
            <mc:AlternateContent xmlns:mc="http://schemas.openxmlformats.org/markup-compatibility/2006">
              <mc:Choice xmlns:v="urn:schemas-microsoft-com:vml" Requires="v">
                <p:oleObj name="Equation" r:id="rId2" imgW="1384300" imgH="203200" progId="Equation.3">
                  <p:embed/>
                </p:oleObj>
              </mc:Choice>
              <mc:Fallback>
                <p:oleObj name="Equation" r:id="rId2" imgW="1384300" imgH="203200" progId="Equation.3">
                  <p:embed/>
                  <p:pic>
                    <p:nvPicPr>
                      <p:cNvPr id="2097309" name="Object 6"/>
                      <p:cNvPicPr>
                        <a:picLocks noChangeAspect="1" noChangeArrowheads="1"/>
                      </p:cNvPicPr>
                      <p:nvPr/>
                    </p:nvPicPr>
                    <p:blipFill>
                      <a:blip r:embed="rId3"/>
                      <a:srcRect/>
                      <a:stretch>
                        <a:fillRect/>
                      </a:stretch>
                    </p:blipFill>
                    <p:spPr bwMode="auto">
                      <a:xfrm>
                        <a:off x="4724400" y="2147889"/>
                        <a:ext cx="2307704" cy="339211"/>
                      </a:xfrm>
                      <a:prstGeom prst="rect">
                        <a:avLst/>
                      </a:prstGeom>
                      <a:solidFill>
                        <a:srgbClr val="C0C0C0"/>
                      </a:solidFill>
                      <a:ln>
                        <a:noFill/>
                      </a:ln>
                      <a:effectLst/>
                    </p:spPr>
                  </p:pic>
                </p:oleObj>
              </mc:Fallback>
            </mc:AlternateContent>
          </a:graphicData>
        </a:graphic>
      </p:graphicFrame>
      <p:sp>
        <p:nvSpPr>
          <p:cNvPr id="1052392" name="Text Box 7"/>
          <p:cNvSpPr txBox="1">
            <a:spLocks noChangeArrowheads="1"/>
          </p:cNvSpPr>
          <p:nvPr/>
        </p:nvSpPr>
        <p:spPr bwMode="auto">
          <a:xfrm>
            <a:off x="2708275" y="2676525"/>
            <a:ext cx="8001000" cy="883920"/>
          </a:xfrm>
          <a:prstGeom prst="rect">
            <a:avLst/>
          </a:prstGeom>
          <a:noFill/>
          <a:ln>
            <a:noFill/>
          </a:ln>
          <a:effectLst/>
        </p:spPr>
        <p:txBody>
          <a:bodyPr>
            <a:spAutoFit/>
          </a:bodyPr>
          <a:lstStyle/>
          <a:p>
            <a:pPr eaLnBrk="1" hangingPunct="1">
              <a:lnSpc>
                <a:spcPct val="130000"/>
              </a:lnSpc>
            </a:pPr>
            <a:r>
              <a:rPr lang="en-US" altLang="zh-CN" sz="2000" dirty="0">
                <a:solidFill>
                  <a:schemeClr val="bg1">
                    <a:lumMod val="50000"/>
                  </a:schemeClr>
                </a:solidFill>
                <a:latin typeface="黑体" panose="02010609060101010101" pitchFamily="49" charset="-122"/>
                <a:ea typeface="黑体" panose="02010609060101010101" pitchFamily="49" charset="-122"/>
              </a:rPr>
              <a:t>    </a:t>
            </a:r>
            <a:r>
              <a:rPr lang="zh-CN" altLang="en-US" sz="2000" dirty="0">
                <a:solidFill>
                  <a:schemeClr val="bg1">
                    <a:lumMod val="50000"/>
                  </a:schemeClr>
                </a:solidFill>
                <a:latin typeface="黑体" panose="02010609060101010101" pitchFamily="49" charset="-122"/>
                <a:ea typeface="黑体" panose="02010609060101010101" pitchFamily="49" charset="-122"/>
              </a:rPr>
              <a:t>有检测波峰的作用，对在较亮的背景中求暗的像素聚集体</a:t>
            </a:r>
            <a:r>
              <a:rPr lang="en-US" altLang="zh-CN" sz="2000" dirty="0">
                <a:solidFill>
                  <a:schemeClr val="bg1">
                    <a:lumMod val="50000"/>
                  </a:schemeClr>
                </a:solidFill>
                <a:latin typeface="黑体" panose="02010609060101010101" pitchFamily="49" charset="-122"/>
                <a:ea typeface="黑体" panose="02010609060101010101" pitchFamily="49" charset="-122"/>
              </a:rPr>
              <a:t>(</a:t>
            </a:r>
            <a:r>
              <a:rPr lang="zh-CN" altLang="en-US" sz="2000" dirty="0">
                <a:solidFill>
                  <a:schemeClr val="bg1">
                    <a:lumMod val="50000"/>
                  </a:schemeClr>
                </a:solidFill>
                <a:latin typeface="黑体" panose="02010609060101010101" pitchFamily="49" charset="-122"/>
                <a:ea typeface="黑体" panose="02010609060101010101" pitchFamily="49" charset="-122"/>
              </a:rPr>
              <a:t>颗粒</a:t>
            </a:r>
            <a:r>
              <a:rPr lang="en-US" altLang="zh-CN" sz="2000" dirty="0">
                <a:solidFill>
                  <a:schemeClr val="bg1">
                    <a:lumMod val="50000"/>
                  </a:schemeClr>
                </a:solidFill>
                <a:latin typeface="黑体" panose="02010609060101010101" pitchFamily="49" charset="-122"/>
                <a:ea typeface="黑体" panose="02010609060101010101" pitchFamily="49" charset="-122"/>
              </a:rPr>
              <a:t>)</a:t>
            </a:r>
            <a:r>
              <a:rPr lang="zh-CN" altLang="en-US" sz="2000" dirty="0">
                <a:solidFill>
                  <a:schemeClr val="bg1">
                    <a:lumMod val="50000"/>
                  </a:schemeClr>
                </a:solidFill>
                <a:latin typeface="黑体" panose="02010609060101010101" pitchFamily="49" charset="-122"/>
                <a:ea typeface="黑体" panose="02010609060101010101" pitchFamily="49" charset="-122"/>
              </a:rPr>
              <a:t>，或在较暗的背景中求亮的像素聚集体非常有效。</a:t>
            </a:r>
          </a:p>
        </p:txBody>
      </p:sp>
      <p:grpSp>
        <p:nvGrpSpPr>
          <p:cNvPr id="624" name="Group 23"/>
          <p:cNvGrpSpPr/>
          <p:nvPr/>
        </p:nvGrpSpPr>
        <p:grpSpPr bwMode="auto">
          <a:xfrm>
            <a:off x="4222750" y="3883025"/>
            <a:ext cx="935038" cy="1150938"/>
            <a:chOff x="703" y="2478"/>
            <a:chExt cx="589" cy="725"/>
          </a:xfrm>
        </p:grpSpPr>
        <p:sp>
          <p:nvSpPr>
            <p:cNvPr id="1052393" name="Line 24"/>
            <p:cNvSpPr>
              <a:spLocks noChangeShapeType="1"/>
            </p:cNvSpPr>
            <p:nvPr/>
          </p:nvSpPr>
          <p:spPr bwMode="auto">
            <a:xfrm>
              <a:off x="703" y="2886"/>
              <a:ext cx="589"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394" name="Line 25"/>
            <p:cNvSpPr>
              <a:spLocks noChangeShapeType="1"/>
            </p:cNvSpPr>
            <p:nvPr/>
          </p:nvSpPr>
          <p:spPr bwMode="auto">
            <a:xfrm flipV="1">
              <a:off x="930" y="2478"/>
              <a:ext cx="0" cy="725"/>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395" name="Line 26"/>
            <p:cNvSpPr>
              <a:spLocks noChangeShapeType="1"/>
            </p:cNvSpPr>
            <p:nvPr/>
          </p:nvSpPr>
          <p:spPr bwMode="auto">
            <a:xfrm>
              <a:off x="930" y="2750"/>
              <a:ext cx="181"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625" name="Group 31"/>
          <p:cNvGrpSpPr/>
          <p:nvPr/>
        </p:nvGrpSpPr>
        <p:grpSpPr bwMode="auto">
          <a:xfrm>
            <a:off x="2206625" y="4098925"/>
            <a:ext cx="1657350" cy="1152525"/>
            <a:chOff x="2154" y="2432"/>
            <a:chExt cx="1044" cy="726"/>
          </a:xfrm>
        </p:grpSpPr>
        <p:sp>
          <p:nvSpPr>
            <p:cNvPr id="1052396" name="Line 32"/>
            <p:cNvSpPr>
              <a:spLocks noChangeShapeType="1"/>
            </p:cNvSpPr>
            <p:nvPr/>
          </p:nvSpPr>
          <p:spPr bwMode="auto">
            <a:xfrm>
              <a:off x="2154" y="3158"/>
              <a:ext cx="1044"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397" name="Line 33"/>
            <p:cNvSpPr>
              <a:spLocks noChangeShapeType="1"/>
            </p:cNvSpPr>
            <p:nvPr/>
          </p:nvSpPr>
          <p:spPr bwMode="auto">
            <a:xfrm flipV="1">
              <a:off x="2154" y="2432"/>
              <a:ext cx="0" cy="726"/>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398" name="Line 34"/>
            <p:cNvSpPr>
              <a:spLocks noChangeShapeType="1"/>
            </p:cNvSpPr>
            <p:nvPr/>
          </p:nvSpPr>
          <p:spPr bwMode="auto">
            <a:xfrm>
              <a:off x="2154" y="2795"/>
              <a:ext cx="272" cy="0"/>
            </a:xfrm>
            <a:prstGeom prst="line">
              <a:avLst/>
            </a:prstGeom>
            <a:noFill/>
            <a:ln w="9525">
              <a:solidFill>
                <a:schemeClr val="tx1"/>
              </a:solidFill>
              <a:miter lim="800000"/>
              <a:headEnd/>
              <a:tailEnd/>
            </a:ln>
            <a:effectLst/>
          </p:spPr>
          <p:txBody>
            <a:bodyPr wrap="none"/>
            <a:lstStyle/>
            <a:p>
              <a:endParaRPr lang="zh-CN" altLang="en-US"/>
            </a:p>
          </p:txBody>
        </p:sp>
        <p:sp>
          <p:nvSpPr>
            <p:cNvPr id="1052399" name="Line 35"/>
            <p:cNvSpPr>
              <a:spLocks noChangeShapeType="1"/>
            </p:cNvSpPr>
            <p:nvPr/>
          </p:nvSpPr>
          <p:spPr bwMode="auto">
            <a:xfrm flipV="1">
              <a:off x="2426" y="2659"/>
              <a:ext cx="46" cy="136"/>
            </a:xfrm>
            <a:prstGeom prst="line">
              <a:avLst/>
            </a:prstGeom>
            <a:noFill/>
            <a:ln w="9525">
              <a:solidFill>
                <a:schemeClr val="tx1"/>
              </a:solidFill>
              <a:miter lim="800000"/>
              <a:headEnd/>
              <a:tailEnd/>
            </a:ln>
            <a:effectLst/>
          </p:spPr>
          <p:txBody>
            <a:bodyPr wrap="none"/>
            <a:lstStyle/>
            <a:p>
              <a:endParaRPr lang="zh-CN" altLang="en-US"/>
            </a:p>
          </p:txBody>
        </p:sp>
        <p:sp>
          <p:nvSpPr>
            <p:cNvPr id="1052400" name="Line 36"/>
            <p:cNvSpPr>
              <a:spLocks noChangeShapeType="1"/>
            </p:cNvSpPr>
            <p:nvPr/>
          </p:nvSpPr>
          <p:spPr bwMode="auto">
            <a:xfrm>
              <a:off x="2472" y="2659"/>
              <a:ext cx="45" cy="136"/>
            </a:xfrm>
            <a:prstGeom prst="line">
              <a:avLst/>
            </a:prstGeom>
            <a:noFill/>
            <a:ln w="9525">
              <a:solidFill>
                <a:schemeClr val="tx1"/>
              </a:solidFill>
              <a:miter lim="800000"/>
              <a:headEnd/>
              <a:tailEnd/>
            </a:ln>
            <a:effectLst/>
          </p:spPr>
          <p:txBody>
            <a:bodyPr wrap="none"/>
            <a:lstStyle/>
            <a:p>
              <a:endParaRPr lang="zh-CN" altLang="en-US"/>
            </a:p>
          </p:txBody>
        </p:sp>
        <p:sp>
          <p:nvSpPr>
            <p:cNvPr id="1052401" name="Line 37"/>
            <p:cNvSpPr>
              <a:spLocks noChangeShapeType="1"/>
            </p:cNvSpPr>
            <p:nvPr/>
          </p:nvSpPr>
          <p:spPr bwMode="auto">
            <a:xfrm>
              <a:off x="2517" y="2795"/>
              <a:ext cx="454" cy="0"/>
            </a:xfrm>
            <a:prstGeom prst="line">
              <a:avLst/>
            </a:prstGeom>
            <a:noFill/>
            <a:ln w="9525">
              <a:solidFill>
                <a:schemeClr val="tx1"/>
              </a:solidFill>
              <a:miter lim="800000"/>
              <a:headEnd/>
              <a:tailEnd/>
            </a:ln>
            <a:effectLst/>
          </p:spPr>
          <p:txBody>
            <a:bodyPr wrap="none"/>
            <a:lstStyle/>
            <a:p>
              <a:endParaRPr lang="zh-CN" altLang="en-US"/>
            </a:p>
          </p:txBody>
        </p:sp>
      </p:grpSp>
      <p:grpSp>
        <p:nvGrpSpPr>
          <p:cNvPr id="626" name="Group 47"/>
          <p:cNvGrpSpPr/>
          <p:nvPr/>
        </p:nvGrpSpPr>
        <p:grpSpPr bwMode="auto">
          <a:xfrm>
            <a:off x="6167438" y="4197350"/>
            <a:ext cx="1657350" cy="1152525"/>
            <a:chOff x="4468" y="2432"/>
            <a:chExt cx="1044" cy="726"/>
          </a:xfrm>
        </p:grpSpPr>
        <p:sp>
          <p:nvSpPr>
            <p:cNvPr id="1052402" name="Line 48"/>
            <p:cNvSpPr>
              <a:spLocks noChangeShapeType="1"/>
            </p:cNvSpPr>
            <p:nvPr/>
          </p:nvSpPr>
          <p:spPr bwMode="auto">
            <a:xfrm>
              <a:off x="4468" y="3158"/>
              <a:ext cx="1044"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403" name="Line 49"/>
            <p:cNvSpPr>
              <a:spLocks noChangeShapeType="1"/>
            </p:cNvSpPr>
            <p:nvPr/>
          </p:nvSpPr>
          <p:spPr bwMode="auto">
            <a:xfrm flipV="1">
              <a:off x="4468" y="2432"/>
              <a:ext cx="0" cy="726"/>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404" name="Line 50"/>
            <p:cNvSpPr>
              <a:spLocks noChangeShapeType="1"/>
            </p:cNvSpPr>
            <p:nvPr/>
          </p:nvSpPr>
          <p:spPr bwMode="auto">
            <a:xfrm>
              <a:off x="4468" y="2931"/>
              <a:ext cx="680" cy="0"/>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052405" name="Line 51"/>
            <p:cNvSpPr>
              <a:spLocks noChangeShapeType="1"/>
            </p:cNvSpPr>
            <p:nvPr/>
          </p:nvSpPr>
          <p:spPr bwMode="auto">
            <a:xfrm>
              <a:off x="4468" y="2795"/>
              <a:ext cx="816" cy="0"/>
            </a:xfrm>
            <a:prstGeom prst="line">
              <a:avLst/>
            </a:prstGeom>
            <a:noFill/>
            <a:ln w="9525">
              <a:solidFill>
                <a:schemeClr val="tx1"/>
              </a:solidFill>
              <a:miter lim="800000"/>
              <a:headEnd/>
              <a:tailEnd/>
            </a:ln>
            <a:effectLst/>
          </p:spPr>
          <p:txBody>
            <a:bodyPr wrap="none"/>
            <a:lstStyle/>
            <a:p>
              <a:endParaRPr lang="zh-CN" altLang="en-US"/>
            </a:p>
          </p:txBody>
        </p:sp>
      </p:grpSp>
      <p:sp>
        <p:nvSpPr>
          <p:cNvPr id="1052406" name="Text Box 53"/>
          <p:cNvSpPr txBox="1">
            <a:spLocks noChangeArrowheads="1"/>
          </p:cNvSpPr>
          <p:nvPr/>
        </p:nvSpPr>
        <p:spPr bwMode="auto">
          <a:xfrm>
            <a:off x="2206625" y="5394325"/>
            <a:ext cx="1098550" cy="366713"/>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黑体" panose="02010609060101010101" pitchFamily="49" charset="-122"/>
                <a:ea typeface="黑体" panose="02010609060101010101" pitchFamily="49" charset="-122"/>
              </a:rPr>
              <a:t>输入信号</a:t>
            </a:r>
          </a:p>
        </p:txBody>
      </p:sp>
      <p:sp>
        <p:nvSpPr>
          <p:cNvPr id="1052407" name="Text Box 54"/>
          <p:cNvSpPr txBox="1">
            <a:spLocks noChangeArrowheads="1"/>
          </p:cNvSpPr>
          <p:nvPr/>
        </p:nvSpPr>
        <p:spPr bwMode="auto">
          <a:xfrm>
            <a:off x="4405313" y="5394325"/>
            <a:ext cx="641350" cy="366713"/>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黑体" panose="02010609060101010101" pitchFamily="49" charset="-122"/>
                <a:ea typeface="黑体" panose="02010609060101010101" pitchFamily="49" charset="-122"/>
              </a:rPr>
              <a:t>腐蚀</a:t>
            </a:r>
          </a:p>
        </p:txBody>
      </p:sp>
      <p:sp>
        <p:nvSpPr>
          <p:cNvPr id="1052408" name="Text Box 57"/>
          <p:cNvSpPr txBox="1">
            <a:spLocks noChangeArrowheads="1"/>
          </p:cNvSpPr>
          <p:nvPr/>
        </p:nvSpPr>
        <p:spPr bwMode="auto">
          <a:xfrm>
            <a:off x="6561138" y="5394325"/>
            <a:ext cx="869950" cy="366713"/>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黑体" panose="02010609060101010101" pitchFamily="49" charset="-122"/>
                <a:ea typeface="黑体" panose="02010609060101010101" pitchFamily="49" charset="-122"/>
              </a:rPr>
              <a:t>开运算</a:t>
            </a:r>
          </a:p>
        </p:txBody>
      </p:sp>
      <p:sp>
        <p:nvSpPr>
          <p:cNvPr id="1052409" name="AutoShape 58"/>
          <p:cNvSpPr>
            <a:spLocks noChangeArrowheads="1"/>
          </p:cNvSpPr>
          <p:nvPr/>
        </p:nvSpPr>
        <p:spPr bwMode="auto">
          <a:xfrm>
            <a:off x="4151313" y="5178425"/>
            <a:ext cx="1295400" cy="144463"/>
          </a:xfrm>
          <a:prstGeom prst="rightArrow">
            <a:avLst>
              <a:gd name="adj1" fmla="val 50000"/>
              <a:gd name="adj2" fmla="val 224175"/>
            </a:avLst>
          </a:prstGeom>
          <a:solidFill>
            <a:schemeClr val="accent1"/>
          </a:solidFill>
          <a:ln w="9525">
            <a:solidFill>
              <a:schemeClr val="tx1"/>
            </a:solidFill>
            <a:miter lim="800000"/>
            <a:headEnd/>
            <a:tailEnd/>
          </a:ln>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52410" name="Line 60"/>
          <p:cNvSpPr>
            <a:spLocks noChangeShapeType="1"/>
          </p:cNvSpPr>
          <p:nvPr/>
        </p:nvSpPr>
        <p:spPr bwMode="auto">
          <a:xfrm>
            <a:off x="5519738" y="3721100"/>
            <a:ext cx="0" cy="2349500"/>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052411" name="Line 61"/>
          <p:cNvSpPr>
            <a:spLocks noChangeShapeType="1"/>
          </p:cNvSpPr>
          <p:nvPr/>
        </p:nvSpPr>
        <p:spPr bwMode="auto">
          <a:xfrm>
            <a:off x="8399463" y="3721100"/>
            <a:ext cx="0" cy="2349500"/>
          </a:xfrm>
          <a:prstGeom prst="line">
            <a:avLst/>
          </a:prstGeom>
          <a:noFill/>
          <a:ln w="9525">
            <a:solidFill>
              <a:schemeClr val="tx1"/>
            </a:solidFill>
            <a:prstDash val="dash"/>
            <a:miter lim="800000"/>
            <a:headEnd/>
            <a:tailEnd/>
          </a:ln>
          <a:effectLst/>
        </p:spPr>
        <p:txBody>
          <a:bodyPr wrap="none"/>
          <a:lstStyle/>
          <a:p>
            <a:endParaRPr lang="zh-CN" altLang="en-US"/>
          </a:p>
        </p:txBody>
      </p:sp>
      <p:grpSp>
        <p:nvGrpSpPr>
          <p:cNvPr id="627" name="Group 70"/>
          <p:cNvGrpSpPr/>
          <p:nvPr/>
        </p:nvGrpSpPr>
        <p:grpSpPr bwMode="auto">
          <a:xfrm>
            <a:off x="8688388" y="4197350"/>
            <a:ext cx="1657350" cy="1152525"/>
            <a:chOff x="4558" y="2795"/>
            <a:chExt cx="1044" cy="726"/>
          </a:xfrm>
        </p:grpSpPr>
        <p:sp>
          <p:nvSpPr>
            <p:cNvPr id="1052412" name="Line 63"/>
            <p:cNvSpPr>
              <a:spLocks noChangeShapeType="1"/>
            </p:cNvSpPr>
            <p:nvPr/>
          </p:nvSpPr>
          <p:spPr bwMode="auto">
            <a:xfrm>
              <a:off x="4558" y="3521"/>
              <a:ext cx="1044"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052413" name="Line 64"/>
            <p:cNvSpPr>
              <a:spLocks noChangeShapeType="1"/>
            </p:cNvSpPr>
            <p:nvPr/>
          </p:nvSpPr>
          <p:spPr bwMode="auto">
            <a:xfrm flipV="1">
              <a:off x="4558" y="2795"/>
              <a:ext cx="0" cy="726"/>
            </a:xfrm>
            <a:prstGeom prst="line">
              <a:avLst/>
            </a:prstGeom>
            <a:noFill/>
            <a:ln w="9525">
              <a:solidFill>
                <a:schemeClr val="tx1"/>
              </a:solidFill>
              <a:miter lim="800000"/>
              <a:headEnd/>
              <a:tailEnd type="triangle" w="med" len="med"/>
            </a:ln>
            <a:effectLst/>
          </p:spPr>
          <p:txBody>
            <a:bodyPr wrap="none"/>
            <a:lstStyle/>
            <a:p>
              <a:endParaRPr lang="zh-CN" altLang="en-US"/>
            </a:p>
          </p:txBody>
        </p:sp>
        <p:grpSp>
          <p:nvGrpSpPr>
            <p:cNvPr id="628" name="Group 69"/>
            <p:cNvGrpSpPr/>
            <p:nvPr/>
          </p:nvGrpSpPr>
          <p:grpSpPr bwMode="auto">
            <a:xfrm>
              <a:off x="4830" y="3385"/>
              <a:ext cx="91" cy="136"/>
              <a:chOff x="4830" y="3022"/>
              <a:chExt cx="91" cy="136"/>
            </a:xfrm>
          </p:grpSpPr>
          <p:sp>
            <p:nvSpPr>
              <p:cNvPr id="1052414" name="Line 66"/>
              <p:cNvSpPr>
                <a:spLocks noChangeShapeType="1"/>
              </p:cNvSpPr>
              <p:nvPr/>
            </p:nvSpPr>
            <p:spPr bwMode="auto">
              <a:xfrm flipV="1">
                <a:off x="4830" y="3022"/>
                <a:ext cx="46" cy="136"/>
              </a:xfrm>
              <a:prstGeom prst="line">
                <a:avLst/>
              </a:prstGeom>
              <a:noFill/>
              <a:ln w="9525">
                <a:solidFill>
                  <a:schemeClr val="tx1"/>
                </a:solidFill>
                <a:miter lim="800000"/>
                <a:headEnd/>
                <a:tailEnd/>
              </a:ln>
              <a:effectLst/>
            </p:spPr>
            <p:txBody>
              <a:bodyPr wrap="none"/>
              <a:lstStyle/>
              <a:p>
                <a:endParaRPr lang="zh-CN" altLang="en-US"/>
              </a:p>
            </p:txBody>
          </p:sp>
          <p:sp>
            <p:nvSpPr>
              <p:cNvPr id="1052415" name="Line 67"/>
              <p:cNvSpPr>
                <a:spLocks noChangeShapeType="1"/>
              </p:cNvSpPr>
              <p:nvPr/>
            </p:nvSpPr>
            <p:spPr bwMode="auto">
              <a:xfrm>
                <a:off x="4876" y="3022"/>
                <a:ext cx="45" cy="136"/>
              </a:xfrm>
              <a:prstGeom prst="line">
                <a:avLst/>
              </a:prstGeom>
              <a:noFill/>
              <a:ln w="9525">
                <a:solidFill>
                  <a:schemeClr val="tx1"/>
                </a:solidFill>
                <a:miter lim="800000"/>
                <a:headEnd/>
                <a:tailEnd/>
              </a:ln>
              <a:effectLst/>
            </p:spPr>
            <p:txBody>
              <a:bodyPr wrap="none"/>
              <a:lstStyle/>
              <a:p>
                <a:endParaRPr lang="zh-CN" altLang="en-US"/>
              </a:p>
            </p:txBody>
          </p:sp>
        </p:grpSp>
      </p:grpSp>
      <p:sp>
        <p:nvSpPr>
          <p:cNvPr id="1052416" name="Text Box 72"/>
          <p:cNvSpPr txBox="1">
            <a:spLocks noChangeArrowheads="1"/>
          </p:cNvSpPr>
          <p:nvPr/>
        </p:nvSpPr>
        <p:spPr bwMode="auto">
          <a:xfrm>
            <a:off x="8786813" y="5381625"/>
            <a:ext cx="1513800" cy="358141"/>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latin typeface="Times New Roman" panose="02020603050405020304" pitchFamily="18" charset="0"/>
                <a:ea typeface="黑体" panose="02010609060101010101" pitchFamily="49" charset="-122"/>
                <a:cs typeface="Times New Roman" panose="02020603050405020304" pitchFamily="18" charset="0"/>
              </a:rPr>
              <a:t>Top-Hat</a:t>
            </a:r>
            <a:r>
              <a:rPr lang="zh-CN" altLang="en-US">
                <a:latin typeface="Times New Roman" panose="02020603050405020304" pitchFamily="18" charset="0"/>
                <a:ea typeface="黑体" panose="02010609060101010101" pitchFamily="49" charset="-122"/>
                <a:cs typeface="Times New Roman" panose="02020603050405020304" pitchFamily="18" charset="0"/>
              </a:rPr>
              <a:t>变换</a:t>
            </a:r>
          </a:p>
        </p:txBody>
      </p:sp>
      <p:sp>
        <p:nvSpPr>
          <p:cNvPr id="1052417" name="Rectangle 39"/>
          <p:cNvSpPr>
            <a:spLocks noChangeArrowheads="1"/>
          </p:cNvSpPr>
          <p:nvPr/>
        </p:nvSpPr>
        <p:spPr bwMode="auto">
          <a:xfrm>
            <a:off x="1181100" y="1014413"/>
            <a:ext cx="24765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4.</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 灰值形态学算法</a:t>
            </a:r>
          </a:p>
        </p:txBody>
      </p:sp>
      <p:sp>
        <p:nvSpPr>
          <p:cNvPr id="1052418"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419" name="Text Box 6"/>
          <p:cNvSpPr txBox="1">
            <a:spLocks noChangeArrowheads="1"/>
          </p:cNvSpPr>
          <p:nvPr/>
        </p:nvSpPr>
        <p:spPr bwMode="auto">
          <a:xfrm>
            <a:off x="1558925" y="1639888"/>
            <a:ext cx="1459874" cy="487680"/>
          </a:xfrm>
          <a:prstGeom prst="rect">
            <a:avLst/>
          </a:prstGeom>
          <a:noFill/>
          <a:ln>
            <a:noFill/>
          </a:ln>
          <a:effectLst/>
        </p:spPr>
        <p:txBody>
          <a:bodyPr wrap="none">
            <a:spAutoFit/>
          </a:bodyPr>
          <a:lstStyle/>
          <a:p>
            <a:pPr eaLnBrk="1" hangingPunct="1">
              <a:lnSpc>
                <a:spcPct val="130000"/>
              </a:lnSpc>
              <a:buFont typeface="Wingdings 2" panose="05020102010507070707" pitchFamily="18" charset="2"/>
              <a:buChar char=""/>
            </a:pP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 Top-Hat</a:t>
            </a:r>
            <a:endPar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52420" name="TextBox 80"/>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四、灰值形态学</a:t>
            </a:r>
          </a:p>
        </p:txBody>
      </p:sp>
      <p:sp>
        <p:nvSpPr>
          <p:cNvPr id="1052421" name="Text Box 18"/>
          <p:cNvSpPr txBox="1">
            <a:spLocks noChangeArrowheads="1"/>
          </p:cNvSpPr>
          <p:nvPr/>
        </p:nvSpPr>
        <p:spPr bwMode="auto">
          <a:xfrm>
            <a:off x="4164250" y="3911084"/>
            <a:ext cx="300082" cy="369332"/>
          </a:xfrm>
          <a:prstGeom prst="rect">
            <a:avLst/>
          </a:prstGeom>
          <a:noFill/>
          <a:ln>
            <a:noFill/>
          </a:ln>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i="1" dirty="0">
                <a:latin typeface="Times New Roman" panose="02020603050405020304" pitchFamily="18" charset="0"/>
                <a:cs typeface="Times New Roman" panose="02020603050405020304" pitchFamily="18" charset="0"/>
              </a:rPr>
              <a:t>g</a:t>
            </a:r>
          </a:p>
        </p:txBody>
      </p:sp>
      <mc:AlternateContent xmlns:mc="http://schemas.openxmlformats.org/markup-compatibility/2006" xmlns:p14="http://schemas.microsoft.com/office/powerpoint/2010/main">
        <mc:Choice Requires="p14">
          <p:contentPart p14:bwMode="auto" r:id="rId4">
            <p14:nvContentPartPr>
              <p14:cNvPr id="1054058" name="墨迹 1054057"/>
              <p14:cNvContentPartPr/>
              <p14:nvPr/>
            </p14:nvContentPartPr>
            <p14:xfrm>
              <a:off x="6131192" y="1267464"/>
              <a:ext cx="261855" cy="33942"/>
            </p14:xfrm>
          </p:contentPart>
        </mc:Choice>
        <mc:Fallback xmlns="">
          <p:sp>
            <p:nvSpPr>
              <p:cNvPr id="1054058" name=""/>
              <p:cNvSpPr/>
              <p:nvPr/>
            </p:nvSpPr>
            <p:spPr>
              <a:xfrm>
                <a:off x="6131192" y="1267464"/>
                <a:ext cx="261855" cy="33942"/>
              </a:xfrm>
            </p:spPr>
          </p:sp>
        </mc:Fallback>
      </mc:AlternateContent>
      <mc:AlternateContent xmlns:mc="http://schemas.openxmlformats.org/markup-compatibility/2006" xmlns:p14="http://schemas.microsoft.com/office/powerpoint/2010/main">
        <mc:Choice Requires="p14">
          <p:contentPart p14:bwMode="auto" r:id="rId5">
            <p14:nvContentPartPr>
              <p14:cNvPr id="1054059" name="墨迹 1054058"/>
              <p14:cNvContentPartPr/>
              <p14:nvPr/>
            </p14:nvContentPartPr>
            <p14:xfrm>
              <a:off x="5945254" y="1370513"/>
              <a:ext cx="106803" cy="788002"/>
            </p14:xfrm>
          </p:contentPart>
        </mc:Choice>
        <mc:Fallback xmlns="">
          <p:sp>
            <p:nvSpPr>
              <p:cNvPr id="1054059" name=""/>
              <p:cNvSpPr/>
              <p:nvPr/>
            </p:nvSpPr>
            <p:spPr>
              <a:xfrm>
                <a:off x="5945254" y="1370513"/>
                <a:ext cx="106803" cy="788002"/>
              </a:xfrm>
            </p:spPr>
          </p:sp>
        </mc:Fallback>
      </mc:AlternateContent>
      <mc:AlternateContent xmlns:mc="http://schemas.openxmlformats.org/markup-compatibility/2006" xmlns:p14="http://schemas.microsoft.com/office/powerpoint/2010/main">
        <mc:Choice Requires="p14">
          <p:contentPart p14:bwMode="auto" r:id="rId6">
            <p14:nvContentPartPr>
              <p14:cNvPr id="1054060" name="墨迹 1054059"/>
              <p14:cNvContentPartPr/>
              <p14:nvPr/>
            </p14:nvContentPartPr>
            <p14:xfrm>
              <a:off x="6096061" y="1402539"/>
              <a:ext cx="201103" cy="359346"/>
            </p14:xfrm>
          </p:contentPart>
        </mc:Choice>
        <mc:Fallback xmlns="">
          <p:sp>
            <p:nvSpPr>
              <p:cNvPr id="1054060" name=""/>
              <p:cNvSpPr/>
              <p:nvPr/>
            </p:nvSpPr>
            <p:spPr>
              <a:xfrm>
                <a:off x="6096061" y="1402539"/>
                <a:ext cx="201103" cy="359346"/>
              </a:xfrm>
            </p:spPr>
          </p:sp>
        </mc:Fallback>
      </mc:AlternateContent>
      <mc:AlternateContent xmlns:mc="http://schemas.openxmlformats.org/markup-compatibility/2006" xmlns:p14="http://schemas.microsoft.com/office/powerpoint/2010/main">
        <mc:Choice Requires="p14">
          <p:contentPart p14:bwMode="auto" r:id="rId7">
            <p14:nvContentPartPr>
              <p14:cNvPr id="1054061" name="墨迹 1054060"/>
              <p14:cNvContentPartPr/>
              <p14:nvPr/>
            </p14:nvContentPartPr>
            <p14:xfrm>
              <a:off x="6160431" y="1491867"/>
              <a:ext cx="216809" cy="166931"/>
            </p14:xfrm>
          </p:contentPart>
        </mc:Choice>
        <mc:Fallback xmlns="">
          <p:sp>
            <p:nvSpPr>
              <p:cNvPr id="1054061" name=""/>
              <p:cNvSpPr/>
              <p:nvPr/>
            </p:nvSpPr>
            <p:spPr>
              <a:xfrm>
                <a:off x="6160431" y="1491867"/>
                <a:ext cx="216809" cy="166931"/>
              </a:xfrm>
            </p:spPr>
          </p:sp>
        </mc:Fallback>
      </mc:AlternateContent>
      <mc:AlternateContent xmlns:mc="http://schemas.openxmlformats.org/markup-compatibility/2006" xmlns:p14="http://schemas.microsoft.com/office/powerpoint/2010/main">
        <mc:Choice Requires="p14">
          <p:contentPart p14:bwMode="auto" r:id="rId8">
            <p14:nvContentPartPr>
              <p14:cNvPr id="1054062" name="墨迹 1054061"/>
              <p14:cNvContentPartPr/>
              <p14:nvPr/>
            </p14:nvContentPartPr>
            <p14:xfrm>
              <a:off x="6175050" y="1584965"/>
              <a:ext cx="127825" cy="335474"/>
            </p14:xfrm>
          </p:contentPart>
        </mc:Choice>
        <mc:Fallback xmlns="">
          <p:sp>
            <p:nvSpPr>
              <p:cNvPr id="1054062" name=""/>
              <p:cNvSpPr/>
              <p:nvPr/>
            </p:nvSpPr>
            <p:spPr>
              <a:xfrm>
                <a:off x="6175050" y="1584965"/>
                <a:ext cx="127825" cy="335474"/>
              </a:xfrm>
            </p:spPr>
          </p:sp>
        </mc:Fallback>
      </mc:AlternateContent>
      <mc:AlternateContent xmlns:mc="http://schemas.openxmlformats.org/markup-compatibility/2006" xmlns:p14="http://schemas.microsoft.com/office/powerpoint/2010/main">
        <mc:Choice Requires="p14">
          <p:contentPart p14:bwMode="auto" r:id="rId9">
            <p14:nvContentPartPr>
              <p14:cNvPr id="1054063" name="墨迹 1054062"/>
              <p14:cNvContentPartPr/>
              <p14:nvPr/>
            </p14:nvContentPartPr>
            <p14:xfrm>
              <a:off x="6097476" y="1807914"/>
              <a:ext cx="59515" cy="118775"/>
            </p14:xfrm>
          </p:contentPart>
        </mc:Choice>
        <mc:Fallback xmlns="">
          <p:sp>
            <p:nvSpPr>
              <p:cNvPr id="1054063" name=""/>
              <p:cNvSpPr/>
              <p:nvPr/>
            </p:nvSpPr>
            <p:spPr>
              <a:xfrm>
                <a:off x="6097476" y="1807914"/>
                <a:ext cx="59515" cy="118775"/>
              </a:xfrm>
            </p:spPr>
          </p:sp>
        </mc:Fallback>
      </mc:AlternateContent>
      <mc:AlternateContent xmlns:mc="http://schemas.openxmlformats.org/markup-compatibility/2006" xmlns:p14="http://schemas.microsoft.com/office/powerpoint/2010/main">
        <mc:Choice Requires="p14">
          <p:contentPart p14:bwMode="auto" r:id="rId10">
            <p14:nvContentPartPr>
              <p14:cNvPr id="1054064" name="墨迹 1054063"/>
              <p14:cNvContentPartPr/>
              <p14:nvPr/>
            </p14:nvContentPartPr>
            <p14:xfrm>
              <a:off x="6398640" y="1781788"/>
              <a:ext cx="55761" cy="111400"/>
            </p14:xfrm>
          </p:contentPart>
        </mc:Choice>
        <mc:Fallback xmlns="">
          <p:sp>
            <p:nvSpPr>
              <p:cNvPr id="1054064" name=""/>
              <p:cNvSpPr/>
              <p:nvPr/>
            </p:nvSpPr>
            <p:spPr>
              <a:xfrm>
                <a:off x="6398640" y="1781788"/>
                <a:ext cx="55761" cy="111400"/>
              </a:xfrm>
            </p:spPr>
          </p:sp>
        </mc:Fallback>
      </mc:AlternateContent>
      <mc:AlternateContent xmlns:mc="http://schemas.openxmlformats.org/markup-compatibility/2006" xmlns:p14="http://schemas.microsoft.com/office/powerpoint/2010/main">
        <mc:Choice Requires="p14">
          <p:contentPart p14:bwMode="auto" r:id="rId11">
            <p14:nvContentPartPr>
              <p14:cNvPr id="1054065" name="墨迹 1054064"/>
              <p14:cNvContentPartPr/>
              <p14:nvPr/>
            </p14:nvContentPartPr>
            <p14:xfrm>
              <a:off x="6687587" y="1621500"/>
              <a:ext cx="263530" cy="102979"/>
            </p14:xfrm>
          </p:contentPart>
        </mc:Choice>
        <mc:Fallback xmlns="">
          <p:sp>
            <p:nvSpPr>
              <p:cNvPr id="1054065" name=""/>
              <p:cNvSpPr/>
              <p:nvPr/>
            </p:nvSpPr>
            <p:spPr>
              <a:xfrm>
                <a:off x="6687587" y="1621500"/>
                <a:ext cx="263530" cy="102979"/>
              </a:xfrm>
            </p:spPr>
          </p:sp>
        </mc:Fallback>
      </mc:AlternateContent>
      <mc:AlternateContent xmlns:mc="http://schemas.openxmlformats.org/markup-compatibility/2006" xmlns:p14="http://schemas.microsoft.com/office/powerpoint/2010/main">
        <mc:Choice Requires="p14">
          <p:contentPart p14:bwMode="auto" r:id="rId12">
            <p14:nvContentPartPr>
              <p14:cNvPr id="1054066" name="墨迹 1054065"/>
              <p14:cNvContentPartPr/>
              <p14:nvPr/>
            </p14:nvContentPartPr>
            <p14:xfrm>
              <a:off x="7069707" y="1375282"/>
              <a:ext cx="477579" cy="357672"/>
            </p14:xfrm>
          </p:contentPart>
        </mc:Choice>
        <mc:Fallback xmlns="">
          <p:sp>
            <p:nvSpPr>
              <p:cNvPr id="1054066" name=""/>
              <p:cNvSpPr/>
              <p:nvPr/>
            </p:nvSpPr>
            <p:spPr>
              <a:xfrm>
                <a:off x="7069707" y="1375282"/>
                <a:ext cx="477579" cy="357672"/>
              </a:xfrm>
            </p:spPr>
          </p:sp>
        </mc:Fallback>
      </mc:AlternateContent>
      <mc:AlternateContent xmlns:mc="http://schemas.openxmlformats.org/markup-compatibility/2006" xmlns:p14="http://schemas.microsoft.com/office/powerpoint/2010/main">
        <mc:Choice Requires="p14">
          <p:contentPart p14:bwMode="auto" r:id="rId13">
            <p14:nvContentPartPr>
              <p14:cNvPr id="1054067" name="墨迹 1054066"/>
              <p14:cNvContentPartPr/>
              <p14:nvPr/>
            </p14:nvContentPartPr>
            <p14:xfrm>
              <a:off x="7247709" y="1496930"/>
              <a:ext cx="30670" cy="397828"/>
            </p14:xfrm>
          </p:contentPart>
        </mc:Choice>
        <mc:Fallback xmlns="">
          <p:sp>
            <p:nvSpPr>
              <p:cNvPr id="1054067" name=""/>
              <p:cNvSpPr/>
              <p:nvPr/>
            </p:nvSpPr>
            <p:spPr>
              <a:xfrm>
                <a:off x="7247709" y="1496930"/>
                <a:ext cx="30670" cy="397828"/>
              </a:xfrm>
            </p:spPr>
          </p:sp>
        </mc:Fallback>
      </mc:AlternateContent>
      <mc:AlternateContent xmlns:mc="http://schemas.openxmlformats.org/markup-compatibility/2006" xmlns:p14="http://schemas.microsoft.com/office/powerpoint/2010/main">
        <mc:Choice Requires="p14">
          <p:contentPart p14:bwMode="auto" r:id="rId14">
            <p14:nvContentPartPr>
              <p14:cNvPr id="1054068" name="墨迹 1054067"/>
              <p14:cNvContentPartPr/>
              <p14:nvPr/>
            </p14:nvContentPartPr>
            <p14:xfrm>
              <a:off x="7429732" y="1491873"/>
              <a:ext cx="43058" cy="501951"/>
            </p14:xfrm>
          </p:contentPart>
        </mc:Choice>
        <mc:Fallback xmlns="">
          <p:sp>
            <p:nvSpPr>
              <p:cNvPr id="1054068" name=""/>
              <p:cNvSpPr/>
              <p:nvPr/>
            </p:nvSpPr>
            <p:spPr>
              <a:xfrm>
                <a:off x="7429732" y="1491873"/>
                <a:ext cx="43058" cy="501951"/>
              </a:xfrm>
            </p:spPr>
          </p:sp>
        </mc:Fallback>
      </mc:AlternateContent>
      <mc:AlternateContent xmlns:mc="http://schemas.openxmlformats.org/markup-compatibility/2006" xmlns:p14="http://schemas.microsoft.com/office/powerpoint/2010/main">
        <mc:Choice Requires="p14">
          <p:contentPart p14:bwMode="auto" r:id="rId15">
            <p14:nvContentPartPr>
              <p14:cNvPr id="1054069" name="墨迹 1054068"/>
              <p14:cNvContentPartPr/>
              <p14:nvPr/>
            </p14:nvContentPartPr>
            <p14:xfrm>
              <a:off x="4538600" y="1316290"/>
              <a:ext cx="187578" cy="44110"/>
            </p14:xfrm>
          </p:contentPart>
        </mc:Choice>
        <mc:Fallback xmlns="">
          <p:sp>
            <p:nvSpPr>
              <p:cNvPr id="1054069" name=""/>
              <p:cNvSpPr/>
              <p:nvPr/>
            </p:nvSpPr>
            <p:spPr>
              <a:xfrm>
                <a:off x="4538600" y="1316290"/>
                <a:ext cx="187578" cy="44110"/>
              </a:xfrm>
            </p:spPr>
          </p:sp>
        </mc:Fallback>
      </mc:AlternateContent>
      <mc:AlternateContent xmlns:mc="http://schemas.openxmlformats.org/markup-compatibility/2006" xmlns:p14="http://schemas.microsoft.com/office/powerpoint/2010/main">
        <mc:Choice Requires="p14">
          <p:contentPart p14:bwMode="auto" r:id="rId16">
            <p14:nvContentPartPr>
              <p14:cNvPr id="1054070" name="墨迹 1054069"/>
              <p14:cNvContentPartPr/>
              <p14:nvPr/>
            </p14:nvContentPartPr>
            <p14:xfrm>
              <a:off x="4444478" y="1371356"/>
              <a:ext cx="174958" cy="387061"/>
            </p14:xfrm>
          </p:contentPart>
        </mc:Choice>
        <mc:Fallback xmlns="">
          <p:sp>
            <p:nvSpPr>
              <p:cNvPr id="1054070" name=""/>
              <p:cNvSpPr/>
              <p:nvPr/>
            </p:nvSpPr>
            <p:spPr>
              <a:xfrm>
                <a:off x="4444478" y="1371356"/>
                <a:ext cx="174958" cy="387061"/>
              </a:xfrm>
            </p:spPr>
          </p:sp>
        </mc:Fallback>
      </mc:AlternateContent>
      <mc:AlternateContent xmlns:mc="http://schemas.openxmlformats.org/markup-compatibility/2006" xmlns:p14="http://schemas.microsoft.com/office/powerpoint/2010/main">
        <mc:Choice Requires="p14">
          <p:contentPart p14:bwMode="auto" r:id="rId17">
            <p14:nvContentPartPr>
              <p14:cNvPr id="1054071" name="墨迹 1054070"/>
              <p14:cNvContentPartPr/>
              <p14:nvPr/>
            </p14:nvContentPartPr>
            <p14:xfrm>
              <a:off x="4711452" y="1225048"/>
              <a:ext cx="208537" cy="43489"/>
            </p14:xfrm>
          </p:contentPart>
        </mc:Choice>
        <mc:Fallback xmlns="">
          <p:sp>
            <p:nvSpPr>
              <p:cNvPr id="1054071" name=""/>
              <p:cNvSpPr/>
              <p:nvPr/>
            </p:nvSpPr>
            <p:spPr>
              <a:xfrm>
                <a:off x="4711452" y="1225048"/>
                <a:ext cx="208537" cy="43489"/>
              </a:xfrm>
            </p:spPr>
          </p:sp>
        </mc:Fallback>
      </mc:AlternateContent>
      <mc:AlternateContent xmlns:mc="http://schemas.openxmlformats.org/markup-compatibility/2006" xmlns:p14="http://schemas.microsoft.com/office/powerpoint/2010/main">
        <mc:Choice Requires="p14">
          <p:contentPart p14:bwMode="auto" r:id="rId18">
            <p14:nvContentPartPr>
              <p14:cNvPr id="1054072" name="墨迹 1054071"/>
              <p14:cNvContentPartPr/>
              <p14:nvPr/>
            </p14:nvContentPartPr>
            <p14:xfrm>
              <a:off x="4663545" y="1283707"/>
              <a:ext cx="147663" cy="402570"/>
            </p14:xfrm>
          </p:contentPart>
        </mc:Choice>
        <mc:Fallback xmlns="">
          <p:sp>
            <p:nvSpPr>
              <p:cNvPr id="1054072" name=""/>
              <p:cNvSpPr/>
              <p:nvPr/>
            </p:nvSpPr>
            <p:spPr>
              <a:xfrm>
                <a:off x="4663545" y="1283707"/>
                <a:ext cx="147663" cy="402570"/>
              </a:xfrm>
            </p:spPr>
          </p:sp>
        </mc:Fallback>
      </mc:AlternateContent>
      <mc:AlternateContent xmlns:mc="http://schemas.openxmlformats.org/markup-compatibility/2006" xmlns:p14="http://schemas.microsoft.com/office/powerpoint/2010/main">
        <mc:Choice Requires="p14">
          <p:contentPart p14:bwMode="auto" r:id="rId19">
            <p14:nvContentPartPr>
              <p14:cNvPr id="1054073" name="墨迹 1054072"/>
              <p14:cNvContentPartPr/>
              <p14:nvPr/>
            </p14:nvContentPartPr>
            <p14:xfrm>
              <a:off x="4682825" y="1337428"/>
              <a:ext cx="222242" cy="381982"/>
            </p14:xfrm>
          </p:contentPart>
        </mc:Choice>
        <mc:Fallback xmlns="">
          <p:sp>
            <p:nvSpPr>
              <p:cNvPr id="1054073" name=""/>
              <p:cNvSpPr/>
              <p:nvPr/>
            </p:nvSpPr>
            <p:spPr>
              <a:xfrm>
                <a:off x="4682825" y="1337428"/>
                <a:ext cx="222242" cy="381982"/>
              </a:xfrm>
            </p:spPr>
          </p:sp>
        </mc:Fallback>
      </mc:AlternateContent>
      <mc:AlternateContent xmlns:mc="http://schemas.openxmlformats.org/markup-compatibility/2006" xmlns:p14="http://schemas.microsoft.com/office/powerpoint/2010/main">
        <mc:Choice Requires="p14">
          <p:contentPart p14:bwMode="auto" r:id="rId20">
            <p14:nvContentPartPr>
              <p14:cNvPr id="1054074" name="墨迹 1054073"/>
              <p14:cNvContentPartPr/>
              <p14:nvPr/>
            </p14:nvContentPartPr>
            <p14:xfrm>
              <a:off x="4752731" y="1652844"/>
              <a:ext cx="103417" cy="76944"/>
            </p14:xfrm>
          </p:contentPart>
        </mc:Choice>
        <mc:Fallback xmlns="">
          <p:sp>
            <p:nvSpPr>
              <p:cNvPr id="1054074" name=""/>
              <p:cNvSpPr/>
              <p:nvPr/>
            </p:nvSpPr>
            <p:spPr>
              <a:xfrm>
                <a:off x="4752731" y="1652844"/>
                <a:ext cx="103417" cy="76944"/>
              </a:xfrm>
            </p:spPr>
          </p:sp>
        </mc:Fallback>
      </mc:AlternateContent>
      <mc:AlternateContent xmlns:mc="http://schemas.openxmlformats.org/markup-compatibility/2006" xmlns:p14="http://schemas.microsoft.com/office/powerpoint/2010/main">
        <mc:Choice Requires="p14">
          <p:contentPart p14:bwMode="auto" r:id="rId21">
            <p14:nvContentPartPr>
              <p14:cNvPr id="1054086" name="墨迹 1054085"/>
              <p14:cNvContentPartPr/>
              <p14:nvPr/>
            </p14:nvContentPartPr>
            <p14:xfrm>
              <a:off x="4956281" y="1373884"/>
              <a:ext cx="63037" cy="320665"/>
            </p14:xfrm>
          </p:contentPart>
        </mc:Choice>
        <mc:Fallback xmlns="">
          <p:sp>
            <p:nvSpPr>
              <p:cNvPr id="1054086" name=""/>
              <p:cNvSpPr/>
              <p:nvPr/>
            </p:nvSpPr>
            <p:spPr>
              <a:xfrm>
                <a:off x="4956281" y="1373884"/>
                <a:ext cx="63037" cy="320665"/>
              </a:xfrm>
            </p:spPr>
          </p:sp>
        </mc:Fallback>
      </mc:AlternateContent>
      <mc:AlternateContent xmlns:mc="http://schemas.openxmlformats.org/markup-compatibility/2006" xmlns:p14="http://schemas.microsoft.com/office/powerpoint/2010/main">
        <mc:Choice Requires="p14">
          <p:contentPart p14:bwMode="auto" r:id="rId22">
            <p14:nvContentPartPr>
              <p14:cNvPr id="1054087" name="墨迹 1054086"/>
              <p14:cNvContentPartPr/>
              <p14:nvPr/>
            </p14:nvContentPartPr>
            <p14:xfrm>
              <a:off x="4984919" y="1369153"/>
              <a:ext cx="150959" cy="263914"/>
            </p14:xfrm>
          </p:contentPart>
        </mc:Choice>
        <mc:Fallback xmlns="">
          <p:sp>
            <p:nvSpPr>
              <p:cNvPr id="1054087" name=""/>
              <p:cNvSpPr/>
              <p:nvPr/>
            </p:nvSpPr>
            <p:spPr>
              <a:xfrm>
                <a:off x="4984919" y="1369153"/>
                <a:ext cx="150959" cy="263914"/>
              </a:xfrm>
            </p:spPr>
          </p:sp>
        </mc:Fallback>
      </mc:AlternateContent>
      <mc:AlternateContent xmlns:mc="http://schemas.openxmlformats.org/markup-compatibility/2006" xmlns:p14="http://schemas.microsoft.com/office/powerpoint/2010/main">
        <mc:Choice Requires="p14">
          <p:contentPart p14:bwMode="auto" r:id="rId23">
            <p14:nvContentPartPr>
              <p14:cNvPr id="1054088" name="墨迹 1054087"/>
              <p14:cNvContentPartPr/>
              <p14:nvPr/>
            </p14:nvContentPartPr>
            <p14:xfrm>
              <a:off x="5029637" y="1167404"/>
              <a:ext cx="27687" cy="721435"/>
            </p14:xfrm>
          </p:contentPart>
        </mc:Choice>
        <mc:Fallback xmlns="">
          <p:sp>
            <p:nvSpPr>
              <p:cNvPr id="1054088" name=""/>
              <p:cNvSpPr/>
              <p:nvPr/>
            </p:nvSpPr>
            <p:spPr>
              <a:xfrm>
                <a:off x="5029637" y="1167404"/>
                <a:ext cx="27687" cy="721435"/>
              </a:xfrm>
            </p:spPr>
          </p:sp>
        </mc:Fallback>
      </mc:AlternateContent>
      <mc:AlternateContent xmlns:mc="http://schemas.openxmlformats.org/markup-compatibility/2006" xmlns:p14="http://schemas.microsoft.com/office/powerpoint/2010/main">
        <mc:Choice Requires="p14">
          <p:contentPart p14:bwMode="auto" r:id="rId24">
            <p14:nvContentPartPr>
              <p14:cNvPr id="1054089" name="墨迹 1054088"/>
              <p14:cNvContentPartPr/>
              <p14:nvPr/>
            </p14:nvContentPartPr>
            <p14:xfrm>
              <a:off x="5135412" y="1215442"/>
              <a:ext cx="15922" cy="264256"/>
            </p14:xfrm>
          </p:contentPart>
        </mc:Choice>
        <mc:Fallback xmlns="">
          <p:sp>
            <p:nvSpPr>
              <p:cNvPr id="1054089" name=""/>
              <p:cNvSpPr/>
              <p:nvPr/>
            </p:nvSpPr>
            <p:spPr>
              <a:xfrm>
                <a:off x="5135412" y="1215442"/>
                <a:ext cx="15922" cy="264256"/>
              </a:xfrm>
            </p:spPr>
          </p:sp>
        </mc:Fallback>
      </mc:AlternateContent>
      <mc:AlternateContent xmlns:mc="http://schemas.openxmlformats.org/markup-compatibility/2006" xmlns:p14="http://schemas.microsoft.com/office/powerpoint/2010/main">
        <mc:Choice Requires="p14">
          <p:contentPart p14:bwMode="auto" r:id="rId25">
            <p14:nvContentPartPr>
              <p14:cNvPr id="1054090" name="墨迹 1054089"/>
              <p14:cNvContentPartPr/>
              <p14:nvPr/>
            </p14:nvContentPartPr>
            <p14:xfrm>
              <a:off x="5152612" y="1163981"/>
              <a:ext cx="207350" cy="232467"/>
            </p14:xfrm>
          </p:contentPart>
        </mc:Choice>
        <mc:Fallback xmlns="">
          <p:sp>
            <p:nvSpPr>
              <p:cNvPr id="1054090" name=""/>
              <p:cNvSpPr/>
              <p:nvPr/>
            </p:nvSpPr>
            <p:spPr>
              <a:xfrm>
                <a:off x="5152612" y="1163981"/>
                <a:ext cx="207350" cy="232467"/>
              </a:xfrm>
            </p:spPr>
          </p:sp>
        </mc:Fallback>
      </mc:AlternateContent>
      <mc:AlternateContent xmlns:mc="http://schemas.openxmlformats.org/markup-compatibility/2006" xmlns:p14="http://schemas.microsoft.com/office/powerpoint/2010/main">
        <mc:Choice Requires="p14">
          <p:contentPart p14:bwMode="auto" r:id="rId26">
            <p14:nvContentPartPr>
              <p14:cNvPr id="1054091" name="墨迹 1054090"/>
              <p14:cNvContentPartPr/>
              <p14:nvPr/>
            </p14:nvContentPartPr>
            <p14:xfrm>
              <a:off x="5181543" y="1247251"/>
              <a:ext cx="162941" cy="159138"/>
            </p14:xfrm>
          </p:contentPart>
        </mc:Choice>
        <mc:Fallback xmlns="">
          <p:sp>
            <p:nvSpPr>
              <p:cNvPr id="1054091" name=""/>
              <p:cNvSpPr/>
              <p:nvPr/>
            </p:nvSpPr>
            <p:spPr>
              <a:xfrm>
                <a:off x="5181543" y="1247251"/>
                <a:ext cx="162941" cy="159138"/>
              </a:xfrm>
            </p:spPr>
          </p:sp>
        </mc:Fallback>
      </mc:AlternateContent>
      <mc:AlternateContent xmlns:mc="http://schemas.openxmlformats.org/markup-compatibility/2006" xmlns:p14="http://schemas.microsoft.com/office/powerpoint/2010/main">
        <mc:Choice Requires="p14">
          <p:contentPart p14:bwMode="auto" r:id="rId27">
            <p14:nvContentPartPr>
              <p14:cNvPr id="1054092" name="墨迹 1054091"/>
              <p14:cNvContentPartPr/>
              <p14:nvPr/>
            </p14:nvContentPartPr>
            <p14:xfrm>
              <a:off x="5186031" y="1475018"/>
              <a:ext cx="25058" cy="271612"/>
            </p14:xfrm>
          </p:contentPart>
        </mc:Choice>
        <mc:Fallback xmlns="">
          <p:sp>
            <p:nvSpPr>
              <p:cNvPr id="1054092" name=""/>
              <p:cNvSpPr/>
              <p:nvPr/>
            </p:nvSpPr>
            <p:spPr>
              <a:xfrm>
                <a:off x="5186031" y="1475018"/>
                <a:ext cx="25058" cy="271612"/>
              </a:xfrm>
            </p:spPr>
          </p:sp>
        </mc:Fallback>
      </mc:AlternateContent>
      <mc:AlternateContent xmlns:mc="http://schemas.openxmlformats.org/markup-compatibility/2006" xmlns:p14="http://schemas.microsoft.com/office/powerpoint/2010/main">
        <mc:Choice Requires="p14">
          <p:contentPart p14:bwMode="auto" r:id="rId28">
            <p14:nvContentPartPr>
              <p14:cNvPr id="1054093" name="墨迹 1054092"/>
              <p14:cNvContentPartPr/>
              <p14:nvPr/>
            </p14:nvContentPartPr>
            <p14:xfrm>
              <a:off x="5206789" y="1487966"/>
              <a:ext cx="207637" cy="347107"/>
            </p14:xfrm>
          </p:contentPart>
        </mc:Choice>
        <mc:Fallback xmlns="">
          <p:sp>
            <p:nvSpPr>
              <p:cNvPr id="1054093" name=""/>
              <p:cNvSpPr/>
              <p:nvPr/>
            </p:nvSpPr>
            <p:spPr>
              <a:xfrm>
                <a:off x="5206789" y="1487966"/>
                <a:ext cx="207637" cy="347107"/>
              </a:xfrm>
            </p:spPr>
          </p:sp>
        </mc:Fallback>
      </mc:AlternateContent>
      <mc:AlternateContent xmlns:mc="http://schemas.openxmlformats.org/markup-compatibility/2006" xmlns:p14="http://schemas.microsoft.com/office/powerpoint/2010/main">
        <mc:Choice Requires="p14">
          <p:contentPart p14:bwMode="auto" r:id="rId29">
            <p14:nvContentPartPr>
              <p14:cNvPr id="1054094" name="墨迹 1054093"/>
              <p14:cNvContentPartPr/>
              <p14:nvPr/>
            </p14:nvContentPartPr>
            <p14:xfrm>
              <a:off x="5230233" y="1569694"/>
              <a:ext cx="180358" cy="215138"/>
            </p14:xfrm>
          </p:contentPart>
        </mc:Choice>
        <mc:Fallback xmlns="">
          <p:sp>
            <p:nvSpPr>
              <p:cNvPr id="1054094" name=""/>
              <p:cNvSpPr/>
              <p:nvPr/>
            </p:nvSpPr>
            <p:spPr>
              <a:xfrm>
                <a:off x="5230233" y="1569694"/>
                <a:ext cx="180358" cy="215138"/>
              </a:xfrm>
            </p:spPr>
          </p:sp>
        </mc:Fallback>
      </mc:AlternateContent>
      <mc:AlternateContent xmlns:mc="http://schemas.openxmlformats.org/markup-compatibility/2006" xmlns:p14="http://schemas.microsoft.com/office/powerpoint/2010/main">
        <mc:Choice Requires="p14">
          <p:contentPart p14:bwMode="auto" r:id="rId30">
            <p14:nvContentPartPr>
              <p14:cNvPr id="1054095" name="墨迹 1054094"/>
              <p14:cNvContentPartPr/>
              <p14:nvPr/>
            </p14:nvContentPartPr>
            <p14:xfrm>
              <a:off x="5619570" y="1634303"/>
              <a:ext cx="11510" cy="77167"/>
            </p14:xfrm>
          </p:contentPart>
        </mc:Choice>
        <mc:Fallback xmlns="">
          <p:sp>
            <p:nvSpPr>
              <p:cNvPr id="1054095" name=""/>
              <p:cNvSpPr/>
              <p:nvPr/>
            </p:nvSpPr>
            <p:spPr>
              <a:xfrm>
                <a:off x="5619570" y="1634303"/>
                <a:ext cx="11510" cy="77167"/>
              </a:xfrm>
            </p:spPr>
          </p:sp>
        </mc:Fallback>
      </mc:AlternateContent>
      <mc:AlternateContent xmlns:mc="http://schemas.openxmlformats.org/markup-compatibility/2006" xmlns:p14="http://schemas.microsoft.com/office/powerpoint/2010/main">
        <mc:Choice Requires="p14">
          <p:contentPart p14:bwMode="auto" r:id="rId31">
            <p14:nvContentPartPr>
              <p14:cNvPr id="1054096" name="墨迹 1054095"/>
              <p14:cNvContentPartPr/>
              <p14:nvPr/>
            </p14:nvContentPartPr>
            <p14:xfrm>
              <a:off x="5580012" y="1775046"/>
              <a:ext cx="102449" cy="57347"/>
            </p14:xfrm>
          </p:contentPart>
        </mc:Choice>
        <mc:Fallback xmlns="">
          <p:sp>
            <p:nvSpPr>
              <p:cNvPr id="1054096" name=""/>
              <p:cNvSpPr/>
              <p:nvPr/>
            </p:nvSpPr>
            <p:spPr>
              <a:xfrm>
                <a:off x="5580012" y="1775046"/>
                <a:ext cx="102449" cy="57347"/>
              </a:xfrm>
            </p:spPr>
          </p:sp>
        </mc:Fallback>
      </mc:AlternateContent>
      <mc:AlternateContent xmlns:mc="http://schemas.openxmlformats.org/markup-compatibility/2006" xmlns:p14="http://schemas.microsoft.com/office/powerpoint/2010/main">
        <mc:Choice Requires="p14">
          <p:contentPart p14:bwMode="auto" r:id="rId32">
            <p14:nvContentPartPr>
              <p14:cNvPr id="1054097" name="墨迹 1054096"/>
              <p14:cNvContentPartPr/>
              <p14:nvPr/>
            </p14:nvContentPartPr>
            <p14:xfrm>
              <a:off x="12138927" y="3265918"/>
              <a:ext cx="0" cy="0"/>
            </p14:xfrm>
          </p:contentPart>
        </mc:Choice>
        <mc:Fallback xmlns="">
          <p:sp>
            <p:nvSpPr>
              <p:cNvPr id="1054097" name=""/>
              <p:cNvSpPr/>
              <p:nvPr/>
            </p:nvSpPr>
            <p:spPr>
              <a:xfrm>
                <a:off x="12138927" y="3265918"/>
                <a:ext cx="0" cy="0"/>
              </a:xfrm>
            </p:spPr>
          </p:sp>
        </mc:Fallback>
      </mc:AlternateContent>
      <mc:AlternateContent xmlns:mc="http://schemas.openxmlformats.org/markup-compatibility/2006" xmlns:p14="http://schemas.microsoft.com/office/powerpoint/2010/main">
        <mc:Choice Requires="p14">
          <p:contentPart p14:bwMode="auto" r:id="rId33">
            <p14:nvContentPartPr>
              <p14:cNvPr id="1054098" name="墨迹 1054097"/>
              <p14:cNvContentPartPr/>
              <p14:nvPr/>
            </p14:nvContentPartPr>
            <p14:xfrm>
              <a:off x="8593312" y="1132850"/>
              <a:ext cx="30602" cy="79586"/>
            </p14:xfrm>
          </p:contentPart>
        </mc:Choice>
        <mc:Fallback xmlns="">
          <p:sp>
            <p:nvSpPr>
              <p:cNvPr id="1054098" name=""/>
              <p:cNvSpPr/>
              <p:nvPr/>
            </p:nvSpPr>
            <p:spPr>
              <a:xfrm>
                <a:off x="8593312" y="1132850"/>
                <a:ext cx="30602" cy="79586"/>
              </a:xfrm>
            </p:spPr>
          </p:sp>
        </mc:Fallback>
      </mc:AlternateContent>
      <mc:AlternateContent xmlns:mc="http://schemas.openxmlformats.org/markup-compatibility/2006" xmlns:p14="http://schemas.microsoft.com/office/powerpoint/2010/main">
        <mc:Choice Requires="p14">
          <p:contentPart p14:bwMode="auto" r:id="rId34">
            <p14:nvContentPartPr>
              <p14:cNvPr id="1054099" name="墨迹 1054098"/>
              <p14:cNvContentPartPr/>
              <p14:nvPr/>
            </p14:nvContentPartPr>
            <p14:xfrm>
              <a:off x="8447119" y="1201674"/>
              <a:ext cx="346665" cy="123329"/>
            </p14:xfrm>
          </p:contentPart>
        </mc:Choice>
        <mc:Fallback xmlns="">
          <p:sp>
            <p:nvSpPr>
              <p:cNvPr id="1054099" name=""/>
              <p:cNvSpPr/>
              <p:nvPr/>
            </p:nvSpPr>
            <p:spPr>
              <a:xfrm>
                <a:off x="8447119" y="1201674"/>
                <a:ext cx="346665" cy="123329"/>
              </a:xfrm>
            </p:spPr>
          </p:sp>
        </mc:Fallback>
      </mc:AlternateContent>
      <mc:AlternateContent xmlns:mc="http://schemas.openxmlformats.org/markup-compatibility/2006" xmlns:p14="http://schemas.microsoft.com/office/powerpoint/2010/main">
        <mc:Choice Requires="p14">
          <p:contentPart p14:bwMode="auto" r:id="rId35">
            <p14:nvContentPartPr>
              <p14:cNvPr id="1054100" name="墨迹 1054099"/>
              <p14:cNvContentPartPr/>
              <p14:nvPr/>
            </p14:nvContentPartPr>
            <p14:xfrm>
              <a:off x="8331028" y="1310676"/>
              <a:ext cx="160808" cy="575834"/>
            </p14:xfrm>
          </p:contentPart>
        </mc:Choice>
        <mc:Fallback xmlns="">
          <p:sp>
            <p:nvSpPr>
              <p:cNvPr id="1054100" name=""/>
              <p:cNvSpPr/>
              <p:nvPr/>
            </p:nvSpPr>
            <p:spPr>
              <a:xfrm>
                <a:off x="8331028" y="1310676"/>
                <a:ext cx="160808" cy="575834"/>
              </a:xfrm>
            </p:spPr>
          </p:sp>
        </mc:Fallback>
      </mc:AlternateContent>
      <mc:AlternateContent xmlns:mc="http://schemas.openxmlformats.org/markup-compatibility/2006" xmlns:p14="http://schemas.microsoft.com/office/powerpoint/2010/main">
        <mc:Choice Requires="p14">
          <p:contentPart p14:bwMode="auto" r:id="rId36">
            <p14:nvContentPartPr>
              <p14:cNvPr id="1054101" name="墨迹 1054100"/>
              <p14:cNvContentPartPr/>
              <p14:nvPr/>
            </p14:nvContentPartPr>
            <p14:xfrm>
              <a:off x="8533766" y="1340173"/>
              <a:ext cx="200580" cy="364358"/>
            </p14:xfrm>
          </p:contentPart>
        </mc:Choice>
        <mc:Fallback xmlns="">
          <p:sp>
            <p:nvSpPr>
              <p:cNvPr id="1054101" name=""/>
              <p:cNvSpPr/>
              <p:nvPr/>
            </p:nvSpPr>
            <p:spPr>
              <a:xfrm>
                <a:off x="8533766" y="1340173"/>
                <a:ext cx="200580" cy="364358"/>
              </a:xfrm>
            </p:spPr>
          </p:sp>
        </mc:Fallback>
      </mc:AlternateContent>
      <mc:AlternateContent xmlns:mc="http://schemas.openxmlformats.org/markup-compatibility/2006" xmlns:p14="http://schemas.microsoft.com/office/powerpoint/2010/main">
        <mc:Choice Requires="p14">
          <p:contentPart p14:bwMode="auto" r:id="rId37">
            <p14:nvContentPartPr>
              <p14:cNvPr id="1054102" name="墨迹 1054101"/>
              <p14:cNvContentPartPr/>
              <p14:nvPr/>
            </p14:nvContentPartPr>
            <p14:xfrm>
              <a:off x="8598472" y="1477253"/>
              <a:ext cx="163432" cy="82042"/>
            </p14:xfrm>
          </p:contentPart>
        </mc:Choice>
        <mc:Fallback xmlns="">
          <p:sp>
            <p:nvSpPr>
              <p:cNvPr id="1054102" name=""/>
              <p:cNvSpPr/>
              <p:nvPr/>
            </p:nvSpPr>
            <p:spPr>
              <a:xfrm>
                <a:off x="8598472" y="1477253"/>
                <a:ext cx="163432" cy="82042"/>
              </a:xfrm>
            </p:spPr>
          </p:sp>
        </mc:Fallback>
      </mc:AlternateContent>
      <mc:AlternateContent xmlns:mc="http://schemas.openxmlformats.org/markup-compatibility/2006" xmlns:p14="http://schemas.microsoft.com/office/powerpoint/2010/main">
        <mc:Choice Requires="p14">
          <p:contentPart p14:bwMode="auto" r:id="rId38">
            <p14:nvContentPartPr>
              <p14:cNvPr id="1054103" name="墨迹 1054102"/>
              <p14:cNvContentPartPr/>
              <p14:nvPr/>
            </p14:nvContentPartPr>
            <p14:xfrm>
              <a:off x="8710785" y="1437935"/>
              <a:ext cx="119278" cy="282450"/>
            </p14:xfrm>
          </p:contentPart>
        </mc:Choice>
        <mc:Fallback xmlns="">
          <p:sp>
            <p:nvSpPr>
              <p:cNvPr id="1054103" name=""/>
              <p:cNvSpPr/>
              <p:nvPr/>
            </p:nvSpPr>
            <p:spPr>
              <a:xfrm>
                <a:off x="8710785" y="1437935"/>
                <a:ext cx="119278" cy="282450"/>
              </a:xfrm>
            </p:spPr>
          </p:sp>
        </mc:Fallback>
      </mc:AlternateContent>
      <mc:AlternateContent xmlns:mc="http://schemas.openxmlformats.org/markup-compatibility/2006" xmlns:p14="http://schemas.microsoft.com/office/powerpoint/2010/main">
        <mc:Choice Requires="p14">
          <p:contentPart p14:bwMode="auto" r:id="rId39">
            <p14:nvContentPartPr>
              <p14:cNvPr id="1054104" name="墨迹 1054103"/>
              <p14:cNvContentPartPr/>
              <p14:nvPr/>
            </p14:nvContentPartPr>
            <p14:xfrm>
              <a:off x="8655230" y="1721460"/>
              <a:ext cx="75257" cy="6227"/>
            </p14:xfrm>
          </p:contentPart>
        </mc:Choice>
        <mc:Fallback xmlns="">
          <p:sp>
            <p:nvSpPr>
              <p:cNvPr id="1054104" name=""/>
              <p:cNvSpPr/>
              <p:nvPr/>
            </p:nvSpPr>
            <p:spPr>
              <a:xfrm>
                <a:off x="8655230" y="1721460"/>
                <a:ext cx="75257" cy="6227"/>
              </a:xfrm>
            </p:spPr>
          </p:sp>
        </mc:Fallback>
      </mc:AlternateContent>
      <mc:AlternateContent xmlns:mc="http://schemas.openxmlformats.org/markup-compatibility/2006" xmlns:p14="http://schemas.microsoft.com/office/powerpoint/2010/main">
        <mc:Choice Requires="p14">
          <p:contentPart p14:bwMode="auto" r:id="rId40">
            <p14:nvContentPartPr>
              <p14:cNvPr id="1054111" name="墨迹 1054110"/>
              <p14:cNvContentPartPr/>
              <p14:nvPr/>
            </p14:nvContentPartPr>
            <p14:xfrm>
              <a:off x="8983880" y="1348601"/>
              <a:ext cx="24793" cy="216901"/>
            </p14:xfrm>
          </p:contentPart>
        </mc:Choice>
        <mc:Fallback xmlns="">
          <p:sp>
            <p:nvSpPr>
              <p:cNvPr id="1054111" name=""/>
              <p:cNvSpPr/>
              <p:nvPr/>
            </p:nvSpPr>
            <p:spPr>
              <a:xfrm>
                <a:off x="8983880" y="1348601"/>
                <a:ext cx="24793" cy="216901"/>
              </a:xfrm>
            </p:spPr>
          </p:sp>
        </mc:Fallback>
      </mc:AlternateContent>
      <mc:AlternateContent xmlns:mc="http://schemas.openxmlformats.org/markup-compatibility/2006" xmlns:p14="http://schemas.microsoft.com/office/powerpoint/2010/main">
        <mc:Choice Requires="p14">
          <p:contentPart p14:bwMode="auto" r:id="rId41">
            <p14:nvContentPartPr>
              <p14:cNvPr id="1054112" name="墨迹 1054111"/>
              <p14:cNvContentPartPr/>
              <p14:nvPr/>
            </p14:nvContentPartPr>
            <p14:xfrm>
              <a:off x="8975134" y="1297440"/>
              <a:ext cx="187625" cy="234978"/>
            </p14:xfrm>
          </p:contentPart>
        </mc:Choice>
        <mc:Fallback xmlns="">
          <p:sp>
            <p:nvSpPr>
              <p:cNvPr id="1054112" name=""/>
              <p:cNvSpPr/>
              <p:nvPr/>
            </p:nvSpPr>
            <p:spPr>
              <a:xfrm>
                <a:off x="8975134" y="1297440"/>
                <a:ext cx="187625" cy="234978"/>
              </a:xfrm>
            </p:spPr>
          </p:sp>
        </mc:Fallback>
      </mc:AlternateContent>
      <mc:AlternateContent xmlns:mc="http://schemas.openxmlformats.org/markup-compatibility/2006" xmlns:p14="http://schemas.microsoft.com/office/powerpoint/2010/main">
        <mc:Choice Requires="p14">
          <p:contentPart p14:bwMode="auto" r:id="rId42">
            <p14:nvContentPartPr>
              <p14:cNvPr id="1054113" name="墨迹 1054112"/>
              <p14:cNvContentPartPr/>
              <p14:nvPr/>
            </p14:nvContentPartPr>
            <p14:xfrm>
              <a:off x="9082823" y="1151391"/>
              <a:ext cx="10865" cy="746669"/>
            </p14:xfrm>
          </p:contentPart>
        </mc:Choice>
        <mc:Fallback xmlns="">
          <p:sp>
            <p:nvSpPr>
              <p:cNvPr id="1054113" name=""/>
              <p:cNvSpPr/>
              <p:nvPr/>
            </p:nvSpPr>
            <p:spPr>
              <a:xfrm>
                <a:off x="9082823" y="1151391"/>
                <a:ext cx="10865" cy="746669"/>
              </a:xfrm>
            </p:spPr>
          </p:sp>
        </mc:Fallback>
      </mc:AlternateContent>
      <mc:AlternateContent xmlns:mc="http://schemas.openxmlformats.org/markup-compatibility/2006" xmlns:p14="http://schemas.microsoft.com/office/powerpoint/2010/main">
        <mc:Choice Requires="p14">
          <p:contentPart p14:bwMode="auto" r:id="rId43">
            <p14:nvContentPartPr>
              <p14:cNvPr id="1054114" name="墨迹 1054113"/>
              <p14:cNvContentPartPr/>
              <p14:nvPr/>
            </p14:nvContentPartPr>
            <p14:xfrm>
              <a:off x="9243534" y="1106724"/>
              <a:ext cx="15099" cy="236701"/>
            </p14:xfrm>
          </p:contentPart>
        </mc:Choice>
        <mc:Fallback xmlns="">
          <p:sp>
            <p:nvSpPr>
              <p:cNvPr id="1054114" name=""/>
              <p:cNvSpPr/>
              <p:nvPr/>
            </p:nvSpPr>
            <p:spPr>
              <a:xfrm>
                <a:off x="9243534" y="1106724"/>
                <a:ext cx="15099" cy="236701"/>
              </a:xfrm>
            </p:spPr>
          </p:sp>
        </mc:Fallback>
      </mc:AlternateContent>
      <mc:AlternateContent xmlns:mc="http://schemas.openxmlformats.org/markup-compatibility/2006" xmlns:p14="http://schemas.microsoft.com/office/powerpoint/2010/main">
        <mc:Choice Requires="p14">
          <p:contentPart p14:bwMode="auto" r:id="rId44">
            <p14:nvContentPartPr>
              <p14:cNvPr id="1054115" name="墨迹 1054114"/>
              <p14:cNvContentPartPr/>
              <p14:nvPr/>
            </p14:nvContentPartPr>
            <p14:xfrm>
              <a:off x="9222803" y="1059401"/>
              <a:ext cx="238394" cy="284266"/>
            </p14:xfrm>
          </p:contentPart>
        </mc:Choice>
        <mc:Fallback xmlns="">
          <p:sp>
            <p:nvSpPr>
              <p:cNvPr id="1054115" name=""/>
              <p:cNvSpPr/>
              <p:nvPr/>
            </p:nvSpPr>
            <p:spPr>
              <a:xfrm>
                <a:off x="9222803" y="1059401"/>
                <a:ext cx="238394" cy="284266"/>
              </a:xfrm>
            </p:spPr>
          </p:sp>
        </mc:Fallback>
      </mc:AlternateContent>
      <mc:AlternateContent xmlns:mc="http://schemas.openxmlformats.org/markup-compatibility/2006" xmlns:p14="http://schemas.microsoft.com/office/powerpoint/2010/main">
        <mc:Choice Requires="p14">
          <p:contentPart p14:bwMode="auto" r:id="rId45">
            <p14:nvContentPartPr>
              <p14:cNvPr id="1054116" name="墨迹 1054115"/>
              <p14:cNvContentPartPr/>
              <p14:nvPr/>
            </p14:nvContentPartPr>
            <p14:xfrm>
              <a:off x="9270962" y="1203402"/>
              <a:ext cx="107070" cy="149203"/>
            </p14:xfrm>
          </p:contentPart>
        </mc:Choice>
        <mc:Fallback xmlns="">
          <p:sp>
            <p:nvSpPr>
              <p:cNvPr id="1054116" name=""/>
              <p:cNvSpPr/>
              <p:nvPr/>
            </p:nvSpPr>
            <p:spPr>
              <a:xfrm>
                <a:off x="9270962" y="1203402"/>
                <a:ext cx="107070" cy="149203"/>
              </a:xfrm>
            </p:spPr>
          </p:sp>
        </mc:Fallback>
      </mc:AlternateContent>
      <mc:AlternateContent xmlns:mc="http://schemas.openxmlformats.org/markup-compatibility/2006" xmlns:p14="http://schemas.microsoft.com/office/powerpoint/2010/main">
        <mc:Choice Requires="p14">
          <p:contentPart p14:bwMode="auto" r:id="rId46">
            <p14:nvContentPartPr>
              <p14:cNvPr id="1054117" name="墨迹 1054116"/>
              <p14:cNvContentPartPr/>
              <p14:nvPr/>
            </p14:nvContentPartPr>
            <p14:xfrm>
              <a:off x="9205450" y="1416866"/>
              <a:ext cx="33693" cy="298021"/>
            </p14:xfrm>
          </p:contentPart>
        </mc:Choice>
        <mc:Fallback xmlns="">
          <p:sp>
            <p:nvSpPr>
              <p:cNvPr id="1054117" name=""/>
              <p:cNvSpPr/>
              <p:nvPr/>
            </p:nvSpPr>
            <p:spPr>
              <a:xfrm>
                <a:off x="9205450" y="1416866"/>
                <a:ext cx="33693" cy="298021"/>
              </a:xfrm>
            </p:spPr>
          </p:sp>
        </mc:Fallback>
      </mc:AlternateContent>
      <mc:AlternateContent xmlns:mc="http://schemas.openxmlformats.org/markup-compatibility/2006" xmlns:p14="http://schemas.microsoft.com/office/powerpoint/2010/main">
        <mc:Choice Requires="p14">
          <p:contentPart p14:bwMode="auto" r:id="rId47">
            <p14:nvContentPartPr>
              <p14:cNvPr id="1054118" name="墨迹 1054117"/>
              <p14:cNvContentPartPr/>
              <p14:nvPr/>
            </p14:nvContentPartPr>
            <p14:xfrm>
              <a:off x="9252900" y="1423217"/>
              <a:ext cx="174908" cy="282449"/>
            </p14:xfrm>
          </p:contentPart>
        </mc:Choice>
        <mc:Fallback xmlns="">
          <p:sp>
            <p:nvSpPr>
              <p:cNvPr id="1054118" name=""/>
              <p:cNvSpPr/>
              <p:nvPr/>
            </p:nvSpPr>
            <p:spPr>
              <a:xfrm>
                <a:off x="9252900" y="1423217"/>
                <a:ext cx="174908" cy="282449"/>
              </a:xfrm>
            </p:spPr>
          </p:sp>
        </mc:Fallback>
      </mc:AlternateContent>
      <mc:AlternateContent xmlns:mc="http://schemas.openxmlformats.org/markup-compatibility/2006" xmlns:p14="http://schemas.microsoft.com/office/powerpoint/2010/main">
        <mc:Choice Requires="p14">
          <p:contentPart p14:bwMode="auto" r:id="rId48">
            <p14:nvContentPartPr>
              <p14:cNvPr id="1054119" name="墨迹 1054118"/>
              <p14:cNvContentPartPr/>
              <p14:nvPr/>
            </p14:nvContentPartPr>
            <p14:xfrm>
              <a:off x="9257201" y="1517269"/>
              <a:ext cx="194989" cy="203389"/>
            </p14:xfrm>
          </p:contentPart>
        </mc:Choice>
        <mc:Fallback xmlns="">
          <p:sp>
            <p:nvSpPr>
              <p:cNvPr id="1054119" name=""/>
              <p:cNvSpPr/>
              <p:nvPr/>
            </p:nvSpPr>
            <p:spPr>
              <a:xfrm>
                <a:off x="9257201" y="1517269"/>
                <a:ext cx="194989" cy="203389"/>
              </a:xfrm>
            </p:spPr>
          </p:sp>
        </mc:Fallback>
      </mc:AlternateContent>
      <mc:AlternateContent xmlns:mc="http://schemas.openxmlformats.org/markup-compatibility/2006" xmlns:p14="http://schemas.microsoft.com/office/powerpoint/2010/main">
        <mc:Choice Requires="p14">
          <p:contentPart p14:bwMode="auto" r:id="rId49">
            <p14:nvContentPartPr>
              <p14:cNvPr id="1054120" name="墨迹 1054119"/>
              <p14:cNvContentPartPr/>
              <p14:nvPr/>
            </p14:nvContentPartPr>
            <p14:xfrm>
              <a:off x="9569367" y="1649473"/>
              <a:ext cx="0" cy="0"/>
            </p14:xfrm>
          </p:contentPart>
        </mc:Choice>
        <mc:Fallback xmlns="">
          <p:sp>
            <p:nvSpPr>
              <p:cNvPr id="1054120" name=""/>
              <p:cNvSpPr/>
              <p:nvPr/>
            </p:nvSpPr>
            <p:spPr>
              <a:xfrm>
                <a:off x="9569367" y="1649473"/>
                <a:ext cx="0" cy="0"/>
              </a:xfrm>
            </p:spPr>
          </p:sp>
        </mc:Fallback>
      </mc:AlternateContent>
      <mc:AlternateContent xmlns:mc="http://schemas.openxmlformats.org/markup-compatibility/2006" xmlns:p14="http://schemas.microsoft.com/office/powerpoint/2010/main">
        <mc:Choice Requires="p14">
          <p:contentPart p14:bwMode="auto" r:id="rId50">
            <p14:nvContentPartPr>
              <p14:cNvPr id="1054121" name="墨迹 1054120"/>
              <p14:cNvContentPartPr/>
              <p14:nvPr/>
            </p14:nvContentPartPr>
            <p14:xfrm>
              <a:off x="10120601" y="1170775"/>
              <a:ext cx="119842" cy="81379"/>
            </p14:xfrm>
          </p:contentPart>
        </mc:Choice>
        <mc:Fallback xmlns="">
          <p:sp>
            <p:nvSpPr>
              <p:cNvPr id="1054121" name=""/>
              <p:cNvSpPr/>
              <p:nvPr/>
            </p:nvSpPr>
            <p:spPr>
              <a:xfrm>
                <a:off x="10120601" y="1170775"/>
                <a:ext cx="119842" cy="81379"/>
              </a:xfrm>
            </p:spPr>
          </p:sp>
        </mc:Fallback>
      </mc:AlternateContent>
      <mc:AlternateContent xmlns:mc="http://schemas.openxmlformats.org/markup-compatibility/2006" xmlns:p14="http://schemas.microsoft.com/office/powerpoint/2010/main">
        <mc:Choice Requires="p14">
          <p:contentPart p14:bwMode="auto" r:id="rId51">
            <p14:nvContentPartPr>
              <p14:cNvPr id="1054122" name="墨迹 1054121"/>
              <p14:cNvContentPartPr/>
              <p14:nvPr/>
            </p14:nvContentPartPr>
            <p14:xfrm>
              <a:off x="10117812" y="1326689"/>
              <a:ext cx="34698" cy="347745"/>
            </p14:xfrm>
          </p:contentPart>
        </mc:Choice>
        <mc:Fallback xmlns="">
          <p:sp>
            <p:nvSpPr>
              <p:cNvPr id="1054122" name=""/>
              <p:cNvSpPr/>
              <p:nvPr/>
            </p:nvSpPr>
            <p:spPr>
              <a:xfrm>
                <a:off x="10117812" y="1326689"/>
                <a:ext cx="34698" cy="347745"/>
              </a:xfrm>
            </p:spPr>
          </p:sp>
        </mc:Fallback>
      </mc:AlternateContent>
      <mc:AlternateContent xmlns:mc="http://schemas.openxmlformats.org/markup-compatibility/2006" xmlns:p14="http://schemas.microsoft.com/office/powerpoint/2010/main">
        <mc:Choice Requires="p14">
          <p:contentPart p14:bwMode="auto" r:id="rId52">
            <p14:nvContentPartPr>
              <p14:cNvPr id="1054123" name="墨迹 1054122"/>
              <p14:cNvContentPartPr/>
              <p14:nvPr/>
            </p14:nvContentPartPr>
            <p14:xfrm>
              <a:off x="10333011" y="1123404"/>
              <a:ext cx="283727" cy="528047"/>
            </p14:xfrm>
          </p:contentPart>
        </mc:Choice>
        <mc:Fallback xmlns="">
          <p:sp>
            <p:nvSpPr>
              <p:cNvPr id="1054123" name=""/>
              <p:cNvSpPr/>
              <p:nvPr/>
            </p:nvSpPr>
            <p:spPr>
              <a:xfrm>
                <a:off x="10333011" y="1123404"/>
                <a:ext cx="283727" cy="528047"/>
              </a:xfrm>
            </p:spPr>
          </p:sp>
        </mc:Fallback>
      </mc:AlternateContent>
      <mc:AlternateContent xmlns:mc="http://schemas.openxmlformats.org/markup-compatibility/2006" xmlns:p14="http://schemas.microsoft.com/office/powerpoint/2010/main">
        <mc:Choice Requires="p14">
          <p:contentPart p14:bwMode="auto" r:id="rId53">
            <p14:nvContentPartPr>
              <p14:cNvPr id="1054124" name="墨迹 1054123"/>
              <p14:cNvContentPartPr/>
              <p14:nvPr/>
            </p14:nvContentPartPr>
            <p14:xfrm>
              <a:off x="10340751" y="1335181"/>
              <a:ext cx="165563" cy="34489"/>
            </p14:xfrm>
          </p:contentPart>
        </mc:Choice>
        <mc:Fallback xmlns="">
          <p:sp>
            <p:nvSpPr>
              <p:cNvPr id="1054124" name=""/>
              <p:cNvSpPr/>
              <p:nvPr/>
            </p:nvSpPr>
            <p:spPr>
              <a:xfrm>
                <a:off x="10340751" y="1335181"/>
                <a:ext cx="165563" cy="34489"/>
              </a:xfrm>
            </p:spPr>
          </p:sp>
        </mc:Fallback>
      </mc:AlternateContent>
      <mc:AlternateContent xmlns:mc="http://schemas.openxmlformats.org/markup-compatibility/2006" xmlns:p14="http://schemas.microsoft.com/office/powerpoint/2010/main">
        <mc:Choice Requires="p14">
          <p:contentPart p14:bwMode="auto" r:id="rId54">
            <p14:nvContentPartPr>
              <p14:cNvPr id="1054125" name="墨迹 1054124"/>
              <p14:cNvContentPartPr/>
              <p14:nvPr/>
            </p14:nvContentPartPr>
            <p14:xfrm>
              <a:off x="10237593" y="1269380"/>
              <a:ext cx="226656" cy="297620"/>
            </p14:xfrm>
          </p:contentPart>
        </mc:Choice>
        <mc:Fallback xmlns="">
          <p:sp>
            <p:nvSpPr>
              <p:cNvPr id="1054125" name=""/>
              <p:cNvSpPr/>
              <p:nvPr/>
            </p:nvSpPr>
            <p:spPr>
              <a:xfrm>
                <a:off x="10237593" y="1269380"/>
                <a:ext cx="226656" cy="297620"/>
              </a:xfrm>
            </p:spPr>
          </p:sp>
        </mc:Fallback>
      </mc:AlternateContent>
      <mc:AlternateContent xmlns:mc="http://schemas.openxmlformats.org/markup-compatibility/2006" xmlns:p14="http://schemas.microsoft.com/office/powerpoint/2010/main">
        <mc:Choice Requires="p14">
          <p:contentPart p14:bwMode="auto" r:id="rId55">
            <p14:nvContentPartPr>
              <p14:cNvPr id="1054126" name="墨迹 1054125"/>
              <p14:cNvContentPartPr/>
              <p14:nvPr/>
            </p14:nvContentPartPr>
            <p14:xfrm>
              <a:off x="10712253" y="1422879"/>
              <a:ext cx="274488" cy="29402"/>
            </p14:xfrm>
          </p:contentPart>
        </mc:Choice>
        <mc:Fallback xmlns="">
          <p:sp>
            <p:nvSpPr>
              <p:cNvPr id="1054126" name=""/>
              <p:cNvSpPr/>
              <p:nvPr/>
            </p:nvSpPr>
            <p:spPr>
              <a:xfrm>
                <a:off x="10712253" y="1422879"/>
                <a:ext cx="274488" cy="29402"/>
              </a:xfrm>
            </p:spPr>
          </p:sp>
        </mc:Fallback>
      </mc:AlternateContent>
      <mc:AlternateContent xmlns:mc="http://schemas.openxmlformats.org/markup-compatibility/2006" xmlns:p14="http://schemas.microsoft.com/office/powerpoint/2010/main">
        <mc:Choice Requires="p14">
          <p:contentPart p14:bwMode="auto" r:id="rId56">
            <p14:nvContentPartPr>
              <p14:cNvPr id="1054127" name="墨迹 1054126"/>
              <p14:cNvContentPartPr/>
              <p14:nvPr/>
            </p14:nvContentPartPr>
            <p14:xfrm>
              <a:off x="11129334" y="1063805"/>
              <a:ext cx="359218" cy="34491"/>
            </p14:xfrm>
          </p:contentPart>
        </mc:Choice>
        <mc:Fallback xmlns="">
          <p:sp>
            <p:nvSpPr>
              <p:cNvPr id="1054127" name=""/>
              <p:cNvSpPr/>
              <p:nvPr/>
            </p:nvSpPr>
            <p:spPr>
              <a:xfrm>
                <a:off x="11129334" y="1063805"/>
                <a:ext cx="359218" cy="34491"/>
              </a:xfrm>
            </p:spPr>
          </p:sp>
        </mc:Fallback>
      </mc:AlternateContent>
      <mc:AlternateContent xmlns:mc="http://schemas.openxmlformats.org/markup-compatibility/2006" xmlns:p14="http://schemas.microsoft.com/office/powerpoint/2010/main">
        <mc:Choice Requires="p14">
          <p:contentPart p14:bwMode="auto" r:id="rId57">
            <p14:nvContentPartPr>
              <p14:cNvPr id="1054128" name="墨迹 1054127"/>
              <p14:cNvContentPartPr/>
              <p14:nvPr/>
            </p14:nvContentPartPr>
            <p14:xfrm>
              <a:off x="11082467" y="1071327"/>
              <a:ext cx="122544" cy="554435"/>
            </p14:xfrm>
          </p:contentPart>
        </mc:Choice>
        <mc:Fallback xmlns="">
          <p:sp>
            <p:nvSpPr>
              <p:cNvPr id="1054128" name=""/>
              <p:cNvSpPr/>
              <p:nvPr/>
            </p:nvSpPr>
            <p:spPr>
              <a:xfrm>
                <a:off x="11082467" y="1071327"/>
                <a:ext cx="122544" cy="554435"/>
              </a:xfrm>
            </p:spPr>
          </p:sp>
        </mc:Fallback>
      </mc:AlternateContent>
      <mc:AlternateContent xmlns:mc="http://schemas.openxmlformats.org/markup-compatibility/2006" xmlns:p14="http://schemas.microsoft.com/office/powerpoint/2010/main">
        <mc:Choice Requires="p14">
          <p:contentPart p14:bwMode="auto" r:id="rId58">
            <p14:nvContentPartPr>
              <p14:cNvPr id="1054129" name="墨迹 1054128"/>
              <p14:cNvContentPartPr/>
              <p14:nvPr/>
            </p14:nvContentPartPr>
            <p14:xfrm>
              <a:off x="11232067" y="1131165"/>
              <a:ext cx="166435" cy="221640"/>
            </p14:xfrm>
          </p:contentPart>
        </mc:Choice>
        <mc:Fallback xmlns="">
          <p:sp>
            <p:nvSpPr>
              <p:cNvPr id="1054129" name=""/>
              <p:cNvSpPr/>
              <p:nvPr/>
            </p:nvSpPr>
            <p:spPr>
              <a:xfrm>
                <a:off x="11232067" y="1131165"/>
                <a:ext cx="166435" cy="221640"/>
              </a:xfrm>
            </p:spPr>
          </p:sp>
        </mc:Fallback>
      </mc:AlternateContent>
      <mc:AlternateContent xmlns:mc="http://schemas.openxmlformats.org/markup-compatibility/2006" xmlns:p14="http://schemas.microsoft.com/office/powerpoint/2010/main">
        <mc:Choice Requires="p14">
          <p:contentPart p14:bwMode="auto" r:id="rId59">
            <p14:nvContentPartPr>
              <p14:cNvPr id="1054130" name="墨迹 1054129"/>
              <p14:cNvContentPartPr/>
              <p14:nvPr/>
            </p14:nvContentPartPr>
            <p14:xfrm>
              <a:off x="11239410" y="1208695"/>
              <a:ext cx="217935" cy="167749"/>
            </p14:xfrm>
          </p:contentPart>
        </mc:Choice>
        <mc:Fallback xmlns="">
          <p:sp>
            <p:nvSpPr>
              <p:cNvPr id="1054130" name=""/>
              <p:cNvSpPr/>
              <p:nvPr/>
            </p:nvSpPr>
            <p:spPr>
              <a:xfrm>
                <a:off x="11239410" y="1208695"/>
                <a:ext cx="217935" cy="167749"/>
              </a:xfrm>
            </p:spPr>
          </p:sp>
        </mc:Fallback>
      </mc:AlternateContent>
      <mc:AlternateContent xmlns:mc="http://schemas.openxmlformats.org/markup-compatibility/2006" xmlns:p14="http://schemas.microsoft.com/office/powerpoint/2010/main">
        <mc:Choice Requires="p14">
          <p:contentPart p14:bwMode="auto" r:id="rId60">
            <p14:nvContentPartPr>
              <p14:cNvPr id="1054131" name="墨迹 1054130"/>
              <p14:cNvContentPartPr/>
              <p14:nvPr/>
            </p14:nvContentPartPr>
            <p14:xfrm>
              <a:off x="11281090" y="1288865"/>
              <a:ext cx="83190" cy="287410"/>
            </p14:xfrm>
          </p:contentPart>
        </mc:Choice>
        <mc:Fallback xmlns="">
          <p:sp>
            <p:nvSpPr>
              <p:cNvPr id="1054131" name=""/>
              <p:cNvSpPr/>
              <p:nvPr/>
            </p:nvSpPr>
            <p:spPr>
              <a:xfrm>
                <a:off x="11281090" y="1288865"/>
                <a:ext cx="83190" cy="287410"/>
              </a:xfrm>
            </p:spPr>
          </p:sp>
        </mc:Fallback>
      </mc:AlternateContent>
      <mc:AlternateContent xmlns:mc="http://schemas.openxmlformats.org/markup-compatibility/2006" xmlns:p14="http://schemas.microsoft.com/office/powerpoint/2010/main">
        <mc:Choice Requires="p14">
          <p:contentPart p14:bwMode="auto" r:id="rId61">
            <p14:nvContentPartPr>
              <p14:cNvPr id="1054132" name="墨迹 1054131"/>
              <p14:cNvContentPartPr/>
              <p14:nvPr/>
            </p14:nvContentPartPr>
            <p14:xfrm>
              <a:off x="11191660" y="1427822"/>
              <a:ext cx="85587" cy="135325"/>
            </p14:xfrm>
          </p:contentPart>
        </mc:Choice>
        <mc:Fallback xmlns="">
          <p:sp>
            <p:nvSpPr>
              <p:cNvPr id="1054132" name=""/>
              <p:cNvSpPr/>
              <p:nvPr/>
            </p:nvSpPr>
            <p:spPr>
              <a:xfrm>
                <a:off x="11191660" y="1427822"/>
                <a:ext cx="85587" cy="135325"/>
              </a:xfrm>
            </p:spPr>
          </p:sp>
        </mc:Fallback>
      </mc:AlternateContent>
      <mc:AlternateContent xmlns:mc="http://schemas.openxmlformats.org/markup-compatibility/2006" xmlns:p14="http://schemas.microsoft.com/office/powerpoint/2010/main">
        <mc:Choice Requires="p14">
          <p:contentPart p14:bwMode="auto" r:id="rId62">
            <p14:nvContentPartPr>
              <p14:cNvPr id="1054133" name="墨迹 1054132"/>
              <p14:cNvContentPartPr/>
              <p14:nvPr/>
            </p14:nvContentPartPr>
            <p14:xfrm>
              <a:off x="11444080" y="1472489"/>
              <a:ext cx="47535" cy="55509"/>
            </p14:xfrm>
          </p:contentPart>
        </mc:Choice>
        <mc:Fallback xmlns="">
          <p:sp>
            <p:nvSpPr>
              <p:cNvPr id="1054133" name=""/>
              <p:cNvSpPr/>
              <p:nvPr/>
            </p:nvSpPr>
            <p:spPr>
              <a:xfrm>
                <a:off x="11444080" y="1472489"/>
                <a:ext cx="47535" cy="55509"/>
              </a:xfrm>
            </p:spPr>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422" name="Text Box 5"/>
          <p:cNvSpPr txBox="1">
            <a:spLocks noChangeArrowheads="1"/>
          </p:cNvSpPr>
          <p:nvPr/>
        </p:nvSpPr>
        <p:spPr bwMode="auto">
          <a:xfrm>
            <a:off x="1847850" y="2300288"/>
            <a:ext cx="4190375" cy="396240"/>
          </a:xfrm>
          <a:prstGeom prst="rect">
            <a:avLst/>
          </a:prstGeom>
          <a:noFill/>
          <a:ln>
            <a:noFill/>
          </a:ln>
          <a:effectLst/>
        </p:spPr>
        <p:txBody>
          <a:bodyPr wrap="none">
            <a:spAutoFit/>
          </a:bodyPr>
          <a:lstStyle/>
          <a:p>
            <a:pPr eaLnBrk="1" hangingPunct="1"/>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Top-Hat</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的对偶算子</a:t>
            </a: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波谷检测器</a:t>
            </a:r>
          </a:p>
        </p:txBody>
      </p:sp>
      <p:graphicFrame>
        <p:nvGraphicFramePr>
          <p:cNvPr id="4194381" name="Object 6"/>
          <p:cNvGraphicFramePr>
            <a:graphicFrameLocks noChangeAspect="1"/>
          </p:cNvGraphicFramePr>
          <p:nvPr/>
        </p:nvGraphicFramePr>
        <p:xfrm>
          <a:off x="4559299" y="2852739"/>
          <a:ext cx="2472805" cy="363402"/>
        </p:xfrm>
        <a:graphic>
          <a:graphicData uri="http://schemas.openxmlformats.org/presentationml/2006/ole">
            <mc:AlternateContent xmlns:mc="http://schemas.openxmlformats.org/markup-compatibility/2006">
              <mc:Choice xmlns:v="urn:schemas-microsoft-com:vml" Requires="v">
                <p:oleObj name="Equation" r:id="rId2" imgW="1384300" imgH="203200" progId="Equation.3">
                  <p:embed/>
                </p:oleObj>
              </mc:Choice>
              <mc:Fallback>
                <p:oleObj name="Equation" r:id="rId2" imgW="1384300" imgH="203200" progId="Equation.3">
                  <p:embed/>
                  <p:pic>
                    <p:nvPicPr>
                      <p:cNvPr id="2097311" name="Object 6"/>
                      <p:cNvPicPr>
                        <a:picLocks noChangeAspect="1" noChangeArrowheads="1"/>
                      </p:cNvPicPr>
                      <p:nvPr/>
                    </p:nvPicPr>
                    <p:blipFill>
                      <a:blip r:embed="rId3"/>
                      <a:srcRect/>
                      <a:stretch>
                        <a:fillRect/>
                      </a:stretch>
                    </p:blipFill>
                    <p:spPr bwMode="auto">
                      <a:xfrm>
                        <a:off x="4559299" y="2852739"/>
                        <a:ext cx="2472805" cy="363402"/>
                      </a:xfrm>
                      <a:prstGeom prst="rect">
                        <a:avLst/>
                      </a:prstGeom>
                      <a:solidFill>
                        <a:srgbClr val="C0C0C0"/>
                      </a:solidFill>
                      <a:ln>
                        <a:noFill/>
                      </a:ln>
                      <a:effectLst/>
                    </p:spPr>
                  </p:pic>
                </p:oleObj>
              </mc:Fallback>
            </mc:AlternateContent>
          </a:graphicData>
        </a:graphic>
      </p:graphicFrame>
      <p:sp>
        <p:nvSpPr>
          <p:cNvPr id="1052423" name="Rectangle 8"/>
          <p:cNvSpPr>
            <a:spLocks noChangeArrowheads="1"/>
          </p:cNvSpPr>
          <p:nvPr/>
        </p:nvSpPr>
        <p:spPr bwMode="auto">
          <a:xfrm>
            <a:off x="1181100" y="1014413"/>
            <a:ext cx="2476500" cy="400050"/>
          </a:xfrm>
          <a:prstGeom prst="rect">
            <a:avLst/>
          </a:prstGeom>
          <a:noFill/>
          <a:ln>
            <a:noFill/>
          </a:ln>
          <a:effectLst/>
        </p:spPr>
        <p:txBody>
          <a:bodyPr anchor="ctr">
            <a:spAutoFit/>
          </a:bodyPr>
          <a:lstStyle/>
          <a:p>
            <a:pPr eaLnBrk="1" hangingPunct="1">
              <a:buClr>
                <a:schemeClr val="accent2"/>
              </a:buClr>
            </a:pPr>
            <a:r>
              <a:rPr lang="en-US" altLang="zh-CN"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4.</a:t>
            </a: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 灰值形态学算法</a:t>
            </a:r>
          </a:p>
        </p:txBody>
      </p:sp>
      <p:sp>
        <p:nvSpPr>
          <p:cNvPr id="1052424"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425" name="Text Box 6"/>
          <p:cNvSpPr txBox="1">
            <a:spLocks noChangeArrowheads="1"/>
          </p:cNvSpPr>
          <p:nvPr/>
        </p:nvSpPr>
        <p:spPr bwMode="auto">
          <a:xfrm>
            <a:off x="1558925" y="1639888"/>
            <a:ext cx="1459874" cy="487680"/>
          </a:xfrm>
          <a:prstGeom prst="rect">
            <a:avLst/>
          </a:prstGeom>
          <a:noFill/>
          <a:ln>
            <a:noFill/>
          </a:ln>
          <a:effectLst/>
        </p:spPr>
        <p:txBody>
          <a:bodyPr wrap="none">
            <a:spAutoFit/>
          </a:bodyPr>
          <a:lstStyle/>
          <a:p>
            <a:pPr eaLnBrk="1" hangingPunct="1">
              <a:lnSpc>
                <a:spcPct val="130000"/>
              </a:lnSpc>
              <a:buFont typeface="Wingdings 2" panose="05020102010507070707" pitchFamily="18" charset="2"/>
              <a:buChar char=""/>
            </a:pP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 Top-Hat</a:t>
            </a:r>
            <a:endPar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52426" name="TextBox 80"/>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四、灰值形态学</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427" name="TextBox 27"/>
          <p:cNvSpPr txBox="1"/>
          <p:nvPr/>
        </p:nvSpPr>
        <p:spPr>
          <a:xfrm>
            <a:off x="1012825" y="2062163"/>
            <a:ext cx="4907281" cy="3615691"/>
          </a:xfrm>
          <a:prstGeom prst="rect">
            <a:avLst/>
          </a:prstGeom>
          <a:noFill/>
          <a:ln w="9525">
            <a:noFill/>
          </a:ln>
        </p:spPr>
        <p:txBody>
          <a:bodyPr wrap="none">
            <a:spAutoFit/>
          </a:bodyPr>
          <a:lstStyle/>
          <a:p>
            <a:pPr eaLnBrk="1" hangingPunct="1">
              <a:lnSpc>
                <a:spcPct val="150000"/>
              </a:lnSpc>
            </a:pPr>
            <a:r>
              <a:rPr lang="zh-CN" altLang="en-US" sz="3199" dirty="0">
                <a:solidFill>
                  <a:srgbClr val="B3B3B3"/>
                </a:solidFill>
                <a:latin typeface="黑体" panose="02010609060101010101" pitchFamily="49" charset="-122"/>
                <a:ea typeface="黑体" panose="02010609060101010101" pitchFamily="49" charset="-122"/>
              </a:rPr>
              <a:t>一、数学形态学概述</a:t>
            </a:r>
          </a:p>
          <a:p>
            <a:pPr eaLnBrk="1" hangingPunct="1">
              <a:lnSpc>
                <a:spcPct val="150000"/>
              </a:lnSpc>
            </a:pPr>
            <a:r>
              <a:rPr lang="zh-CN" altLang="en-US" sz="3199" dirty="0">
                <a:solidFill>
                  <a:srgbClr val="B3B3B3"/>
                </a:solidFill>
                <a:latin typeface="黑体" panose="02010609060101010101" pitchFamily="49" charset="-122"/>
                <a:ea typeface="黑体" panose="02010609060101010101" pitchFamily="49" charset="-122"/>
              </a:rPr>
              <a:t>二、数学形态学基本算法</a:t>
            </a:r>
          </a:p>
          <a:p>
            <a:pPr eaLnBrk="1" hangingPunct="1">
              <a:lnSpc>
                <a:spcPct val="150000"/>
              </a:lnSpc>
            </a:pPr>
            <a:r>
              <a:rPr lang="zh-CN" altLang="en-US" sz="3199" dirty="0">
                <a:solidFill>
                  <a:srgbClr val="B3B3B3"/>
                </a:solidFill>
                <a:latin typeface="黑体" panose="02010609060101010101" pitchFamily="49" charset="-122"/>
                <a:ea typeface="黑体" panose="02010609060101010101" pitchFamily="49" charset="-122"/>
              </a:rPr>
              <a:t>三、二值图像的形态学处理</a:t>
            </a:r>
          </a:p>
          <a:p>
            <a:pPr eaLnBrk="1" hangingPunct="1">
              <a:lnSpc>
                <a:spcPct val="150000"/>
              </a:lnSpc>
            </a:pPr>
            <a:r>
              <a:rPr lang="zh-CN" altLang="en-US" sz="3199" dirty="0">
                <a:solidFill>
                  <a:srgbClr val="B3B3B3"/>
                </a:solidFill>
                <a:latin typeface="黑体" panose="02010609060101010101" pitchFamily="49" charset="-122"/>
                <a:ea typeface="黑体" panose="02010609060101010101" pitchFamily="49" charset="-122"/>
              </a:rPr>
              <a:t>四、灰值形态学</a:t>
            </a:r>
            <a:endParaRPr lang="en-US" altLang="zh-CN" sz="3199" dirty="0">
              <a:solidFill>
                <a:srgbClr val="B3B3B3"/>
              </a:solidFill>
              <a:latin typeface="黑体" panose="02010609060101010101" pitchFamily="49" charset="-122"/>
              <a:ea typeface="黑体" panose="02010609060101010101" pitchFamily="49" charset="-122"/>
            </a:endParaRPr>
          </a:p>
          <a:p>
            <a:pPr eaLnBrk="1" hangingPunct="1">
              <a:lnSpc>
                <a:spcPct val="150000"/>
              </a:lnSpc>
            </a:pPr>
            <a:r>
              <a:rPr lang="zh-CN" altLang="en-US" sz="3199" dirty="0">
                <a:latin typeface="黑体" panose="02010609060101010101" pitchFamily="49" charset="-122"/>
                <a:ea typeface="黑体" panose="02010609060101010101" pitchFamily="49" charset="-122"/>
              </a:rPr>
              <a:t>五、分水岭算法</a:t>
            </a:r>
          </a:p>
        </p:txBody>
      </p:sp>
      <p:sp>
        <p:nvSpPr>
          <p:cNvPr id="1052428" name="TextBox 27"/>
          <p:cNvSpPr txBox="1"/>
          <p:nvPr/>
        </p:nvSpPr>
        <p:spPr>
          <a:xfrm>
            <a:off x="1012825" y="177800"/>
            <a:ext cx="9702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目录</a:t>
            </a:r>
          </a:p>
        </p:txBody>
      </p:sp>
      <p:sp>
        <p:nvSpPr>
          <p:cNvPr id="1052429"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mc:AlternateContent xmlns:mc="http://schemas.openxmlformats.org/markup-compatibility/2006" xmlns:p14="http://schemas.microsoft.com/office/powerpoint/2010/main">
        <mc:Choice Requires="p14">
          <p:contentPart p14:bwMode="auto" r:id="rId2">
            <p14:nvContentPartPr>
              <p14:cNvPr id="1054134" name="墨迹 1054133"/>
              <p14:cNvContentPartPr/>
              <p14:nvPr/>
            </p14:nvContentPartPr>
            <p14:xfrm>
              <a:off x="4220039" y="5234981"/>
              <a:ext cx="334395" cy="72143"/>
            </p14:xfrm>
          </p:contentPart>
        </mc:Choice>
        <mc:Fallback xmlns="">
          <p:sp>
            <p:nvSpPr>
              <p:cNvPr id="1054134" name=""/>
              <p:cNvSpPr/>
              <p:nvPr/>
            </p:nvSpPr>
            <p:spPr>
              <a:xfrm>
                <a:off x="4220039" y="5234981"/>
                <a:ext cx="334395" cy="72143"/>
              </a:xfrm>
            </p:spPr>
          </p:sp>
        </mc:Fallback>
      </mc:AlternateContent>
      <mc:AlternateContent xmlns:mc="http://schemas.openxmlformats.org/markup-compatibility/2006" xmlns:p14="http://schemas.microsoft.com/office/powerpoint/2010/main">
        <mc:Choice Requires="p14">
          <p:contentPart p14:bwMode="auto" r:id="rId3">
            <p14:nvContentPartPr>
              <p14:cNvPr id="1054135" name="墨迹 1054134"/>
              <p14:cNvContentPartPr/>
              <p14:nvPr/>
            </p14:nvContentPartPr>
            <p14:xfrm>
              <a:off x="4110097" y="5082103"/>
              <a:ext cx="353310" cy="555956"/>
            </p14:xfrm>
          </p:contentPart>
        </mc:Choice>
        <mc:Fallback xmlns="">
          <p:sp>
            <p:nvSpPr>
              <p:cNvPr id="1054135" name=""/>
              <p:cNvSpPr/>
              <p:nvPr/>
            </p:nvSpPr>
            <p:spPr>
              <a:xfrm>
                <a:off x="4110097" y="5082103"/>
                <a:ext cx="353310" cy="555956"/>
              </a:xfrm>
            </p:spPr>
          </p:sp>
        </mc:Fallback>
      </mc:AlternateContent>
      <mc:AlternateContent xmlns:mc="http://schemas.openxmlformats.org/markup-compatibility/2006" xmlns:p14="http://schemas.microsoft.com/office/powerpoint/2010/main">
        <mc:Choice Requires="p14">
          <p:contentPart p14:bwMode="auto" r:id="rId4">
            <p14:nvContentPartPr>
              <p14:cNvPr id="1054136" name="墨迹 1054135"/>
              <p14:cNvContentPartPr/>
              <p14:nvPr/>
            </p14:nvContentPartPr>
            <p14:xfrm>
              <a:off x="4290555" y="5397301"/>
              <a:ext cx="81183" cy="119511"/>
            </p14:xfrm>
          </p:contentPart>
        </mc:Choice>
        <mc:Fallback xmlns="">
          <p:sp>
            <p:nvSpPr>
              <p:cNvPr id="1054136" name=""/>
              <p:cNvSpPr/>
              <p:nvPr/>
            </p:nvSpPr>
            <p:spPr>
              <a:xfrm>
                <a:off x="4290555" y="5397301"/>
                <a:ext cx="81183" cy="119511"/>
              </a:xfrm>
            </p:spPr>
          </p:sp>
        </mc:Fallback>
      </mc:AlternateContent>
      <mc:AlternateContent xmlns:mc="http://schemas.openxmlformats.org/markup-compatibility/2006" xmlns:p14="http://schemas.microsoft.com/office/powerpoint/2010/main">
        <mc:Choice Requires="p14">
          <p:contentPart p14:bwMode="auto" r:id="rId5">
            <p14:nvContentPartPr>
              <p14:cNvPr id="1054137" name="墨迹 1054136"/>
              <p14:cNvContentPartPr/>
              <p14:nvPr/>
            </p14:nvContentPartPr>
            <p14:xfrm>
              <a:off x="4308348" y="5329037"/>
              <a:ext cx="147320" cy="342151"/>
            </p14:xfrm>
          </p:contentPart>
        </mc:Choice>
        <mc:Fallback xmlns="">
          <p:sp>
            <p:nvSpPr>
              <p:cNvPr id="1054137" name=""/>
              <p:cNvSpPr/>
              <p:nvPr/>
            </p:nvSpPr>
            <p:spPr>
              <a:xfrm>
                <a:off x="4308348" y="5329037"/>
                <a:ext cx="147320" cy="342151"/>
              </a:xfrm>
            </p:spPr>
          </p:sp>
        </mc:Fallback>
      </mc:AlternateContent>
      <mc:AlternateContent xmlns:mc="http://schemas.openxmlformats.org/markup-compatibility/2006" xmlns:p14="http://schemas.microsoft.com/office/powerpoint/2010/main">
        <mc:Choice Requires="p14">
          <p:contentPart p14:bwMode="auto" r:id="rId6">
            <p14:nvContentPartPr>
              <p14:cNvPr id="1054138" name="墨迹 1054137"/>
              <p14:cNvContentPartPr/>
              <p14:nvPr/>
            </p14:nvContentPartPr>
            <p14:xfrm>
              <a:off x="4446285" y="5379604"/>
              <a:ext cx="122038" cy="268287"/>
            </p14:xfrm>
          </p:contentPart>
        </mc:Choice>
        <mc:Fallback xmlns="">
          <p:sp>
            <p:nvSpPr>
              <p:cNvPr id="1054138" name=""/>
              <p:cNvSpPr/>
              <p:nvPr/>
            </p:nvSpPr>
            <p:spPr>
              <a:xfrm>
                <a:off x="4446285" y="5379604"/>
                <a:ext cx="122038" cy="268287"/>
              </a:xfrm>
            </p:spPr>
          </p:sp>
        </mc:Fallback>
      </mc:AlternateContent>
      <mc:AlternateContent xmlns:mc="http://schemas.openxmlformats.org/markup-compatibility/2006" xmlns:p14="http://schemas.microsoft.com/office/powerpoint/2010/main">
        <mc:Choice Requires="p14">
          <p:contentPart p14:bwMode="auto" r:id="rId7">
            <p14:nvContentPartPr>
              <p14:cNvPr id="1054139" name="墨迹 1054138"/>
              <p14:cNvContentPartPr/>
              <p14:nvPr/>
            </p14:nvContentPartPr>
            <p14:xfrm>
              <a:off x="4674233" y="5141097"/>
              <a:ext cx="236354" cy="263609"/>
            </p14:xfrm>
          </p:contentPart>
        </mc:Choice>
        <mc:Fallback xmlns="">
          <p:sp>
            <p:nvSpPr>
              <p:cNvPr id="1054139" name=""/>
              <p:cNvSpPr/>
              <p:nvPr/>
            </p:nvSpPr>
            <p:spPr>
              <a:xfrm>
                <a:off x="4674233" y="5141097"/>
                <a:ext cx="236354" cy="263609"/>
              </a:xfrm>
            </p:spPr>
          </p:sp>
        </mc:Fallback>
      </mc:AlternateContent>
      <mc:AlternateContent xmlns:mc="http://schemas.openxmlformats.org/markup-compatibility/2006" xmlns:p14="http://schemas.microsoft.com/office/powerpoint/2010/main">
        <mc:Choice Requires="p14">
          <p:contentPart p14:bwMode="auto" r:id="rId8">
            <p14:nvContentPartPr>
              <p14:cNvPr id="1054140" name="墨迹 1054139"/>
              <p14:cNvContentPartPr/>
              <p14:nvPr/>
            </p14:nvContentPartPr>
            <p14:xfrm>
              <a:off x="4750015" y="5309653"/>
              <a:ext cx="38457" cy="379855"/>
            </p14:xfrm>
          </p:contentPart>
        </mc:Choice>
        <mc:Fallback xmlns="">
          <p:sp>
            <p:nvSpPr>
              <p:cNvPr id="1054140" name=""/>
              <p:cNvSpPr/>
              <p:nvPr/>
            </p:nvSpPr>
            <p:spPr>
              <a:xfrm>
                <a:off x="4750015" y="5309653"/>
                <a:ext cx="38457" cy="379855"/>
              </a:xfrm>
            </p:spPr>
          </p:sp>
        </mc:Fallback>
      </mc:AlternateContent>
      <mc:AlternateContent xmlns:mc="http://schemas.openxmlformats.org/markup-compatibility/2006" xmlns:p14="http://schemas.microsoft.com/office/powerpoint/2010/main">
        <mc:Choice Requires="p14">
          <p:contentPart p14:bwMode="auto" r:id="rId9">
            <p14:nvContentPartPr>
              <p14:cNvPr id="1054141" name="墨迹 1054140"/>
              <p14:cNvContentPartPr/>
              <p14:nvPr/>
            </p14:nvContentPartPr>
            <p14:xfrm>
              <a:off x="4865009" y="5233228"/>
              <a:ext cx="227759" cy="57041"/>
            </p14:xfrm>
          </p:contentPart>
        </mc:Choice>
        <mc:Fallback xmlns="">
          <p:sp>
            <p:nvSpPr>
              <p:cNvPr id="1054141" name=""/>
              <p:cNvSpPr/>
              <p:nvPr/>
            </p:nvSpPr>
            <p:spPr>
              <a:xfrm>
                <a:off x="4865009" y="5233228"/>
                <a:ext cx="227759" cy="57041"/>
              </a:xfrm>
            </p:spPr>
          </p:sp>
        </mc:Fallback>
      </mc:AlternateContent>
      <mc:AlternateContent xmlns:mc="http://schemas.openxmlformats.org/markup-compatibility/2006" xmlns:p14="http://schemas.microsoft.com/office/powerpoint/2010/main">
        <mc:Choice Requires="p14">
          <p:contentPart p14:bwMode="auto" r:id="rId10">
            <p14:nvContentPartPr>
              <p14:cNvPr id="1054142" name="墨迹 1054141"/>
              <p14:cNvContentPartPr/>
              <p14:nvPr/>
            </p14:nvContentPartPr>
            <p14:xfrm>
              <a:off x="4863679" y="5150368"/>
              <a:ext cx="134624" cy="516820"/>
            </p14:xfrm>
          </p:contentPart>
        </mc:Choice>
        <mc:Fallback xmlns="">
          <p:sp>
            <p:nvSpPr>
              <p:cNvPr id="1054142" name=""/>
              <p:cNvSpPr/>
              <p:nvPr/>
            </p:nvSpPr>
            <p:spPr>
              <a:xfrm>
                <a:off x="4863679" y="5150368"/>
                <a:ext cx="134624" cy="516820"/>
              </a:xfrm>
            </p:spPr>
          </p:sp>
        </mc:Fallback>
      </mc:AlternateContent>
      <mc:AlternateContent xmlns:mc="http://schemas.openxmlformats.org/markup-compatibility/2006" xmlns:p14="http://schemas.microsoft.com/office/powerpoint/2010/main">
        <mc:Choice Requires="p14">
          <p:contentPart p14:bwMode="auto" r:id="rId11">
            <p14:nvContentPartPr>
              <p14:cNvPr id="1054143" name="墨迹 1054142"/>
              <p14:cNvContentPartPr/>
              <p14:nvPr/>
            </p14:nvContentPartPr>
            <p14:xfrm>
              <a:off x="4938965" y="5349936"/>
              <a:ext cx="161205" cy="338131"/>
            </p14:xfrm>
          </p:contentPart>
        </mc:Choice>
        <mc:Fallback xmlns="">
          <p:sp>
            <p:nvSpPr>
              <p:cNvPr id="1054143" name=""/>
              <p:cNvSpPr/>
              <p:nvPr/>
            </p:nvSpPr>
            <p:spPr>
              <a:xfrm>
                <a:off x="4938965" y="5349936"/>
                <a:ext cx="161205" cy="338131"/>
              </a:xfrm>
            </p:spPr>
          </p:sp>
        </mc:Fallback>
      </mc:AlternateContent>
      <mc:AlternateContent xmlns:mc="http://schemas.openxmlformats.org/markup-compatibility/2006" xmlns:p14="http://schemas.microsoft.com/office/powerpoint/2010/main">
        <mc:Choice Requires="p14">
          <p:contentPart p14:bwMode="auto" r:id="rId12">
            <p14:nvContentPartPr>
              <p14:cNvPr id="1054144" name="墨迹 1054143"/>
              <p14:cNvContentPartPr/>
              <p14:nvPr/>
            </p14:nvContentPartPr>
            <p14:xfrm>
              <a:off x="4842369" y="5428200"/>
              <a:ext cx="349171" cy="256690"/>
            </p14:xfrm>
          </p:contentPart>
        </mc:Choice>
        <mc:Fallback xmlns="">
          <p:sp>
            <p:nvSpPr>
              <p:cNvPr id="1054144" name=""/>
              <p:cNvSpPr/>
              <p:nvPr/>
            </p:nvSpPr>
            <p:spPr>
              <a:xfrm>
                <a:off x="4842369" y="5428200"/>
                <a:ext cx="349171" cy="256690"/>
              </a:xfrm>
            </p:spPr>
          </p:sp>
        </mc:Fallback>
      </mc:AlternateContent>
      <mc:AlternateContent xmlns:mc="http://schemas.openxmlformats.org/markup-compatibility/2006" xmlns:p14="http://schemas.microsoft.com/office/powerpoint/2010/main">
        <mc:Choice Requires="p14">
          <p:contentPart p14:bwMode="auto" r:id="rId13">
            <p14:nvContentPartPr>
              <p14:cNvPr id="1054145" name="墨迹 1054144"/>
              <p14:cNvContentPartPr/>
              <p14:nvPr/>
            </p14:nvContentPartPr>
            <p14:xfrm>
              <a:off x="5294129" y="5188293"/>
              <a:ext cx="59337" cy="500609"/>
            </p14:xfrm>
          </p:contentPart>
        </mc:Choice>
        <mc:Fallback xmlns="">
          <p:sp>
            <p:nvSpPr>
              <p:cNvPr id="1054145" name=""/>
              <p:cNvSpPr/>
              <p:nvPr/>
            </p:nvSpPr>
            <p:spPr>
              <a:xfrm>
                <a:off x="5294129" y="5188293"/>
                <a:ext cx="59337" cy="500609"/>
              </a:xfrm>
            </p:spPr>
          </p:sp>
        </mc:Fallback>
      </mc:AlternateContent>
      <mc:AlternateContent xmlns:mc="http://schemas.openxmlformats.org/markup-compatibility/2006" xmlns:p14="http://schemas.microsoft.com/office/powerpoint/2010/main">
        <mc:Choice Requires="p14">
          <p:contentPart p14:bwMode="auto" r:id="rId14">
            <p14:nvContentPartPr>
              <p14:cNvPr id="1054146" name="墨迹 1054145"/>
              <p14:cNvContentPartPr/>
              <p14:nvPr/>
            </p14:nvContentPartPr>
            <p14:xfrm>
              <a:off x="5262310" y="5139729"/>
              <a:ext cx="400716" cy="580367"/>
            </p14:xfrm>
          </p:contentPart>
        </mc:Choice>
        <mc:Fallback xmlns="">
          <p:sp>
            <p:nvSpPr>
              <p:cNvPr id="1054146" name=""/>
              <p:cNvSpPr/>
              <p:nvPr/>
            </p:nvSpPr>
            <p:spPr>
              <a:xfrm>
                <a:off x="5262310" y="5139729"/>
                <a:ext cx="400716" cy="580367"/>
              </a:xfrm>
            </p:spPr>
          </p:sp>
        </mc:Fallback>
      </mc:AlternateContent>
      <mc:AlternateContent xmlns:mc="http://schemas.openxmlformats.org/markup-compatibility/2006" xmlns:p14="http://schemas.microsoft.com/office/powerpoint/2010/main">
        <mc:Choice Requires="p14">
          <p:contentPart p14:bwMode="auto" r:id="rId15">
            <p14:nvContentPartPr>
              <p14:cNvPr id="1054147" name="墨迹 1054146"/>
              <p14:cNvContentPartPr/>
              <p14:nvPr/>
            </p14:nvContentPartPr>
            <p14:xfrm>
              <a:off x="5407548" y="5280999"/>
              <a:ext cx="76632" cy="107018"/>
            </p14:xfrm>
          </p:contentPart>
        </mc:Choice>
        <mc:Fallback xmlns="">
          <p:sp>
            <p:nvSpPr>
              <p:cNvPr id="1054147" name=""/>
              <p:cNvSpPr/>
              <p:nvPr/>
            </p:nvSpPr>
            <p:spPr>
              <a:xfrm>
                <a:off x="5407548" y="5280999"/>
                <a:ext cx="76632" cy="107018"/>
              </a:xfrm>
            </p:spPr>
          </p:sp>
        </mc:Fallback>
      </mc:AlternateContent>
      <mc:AlternateContent xmlns:mc="http://schemas.openxmlformats.org/markup-compatibility/2006" xmlns:p14="http://schemas.microsoft.com/office/powerpoint/2010/main">
        <mc:Choice Requires="p14">
          <p:contentPart p14:bwMode="auto" r:id="rId16">
            <p14:nvContentPartPr>
              <p14:cNvPr id="1054148" name="墨迹 1054147"/>
              <p14:cNvContentPartPr/>
              <p14:nvPr/>
            </p14:nvContentPartPr>
            <p14:xfrm>
              <a:off x="5329865" y="5285461"/>
              <a:ext cx="200221" cy="251010"/>
            </p14:xfrm>
          </p:contentPart>
        </mc:Choice>
        <mc:Fallback xmlns="">
          <p:sp>
            <p:nvSpPr>
              <p:cNvPr id="1054148" name=""/>
              <p:cNvSpPr/>
              <p:nvPr/>
            </p:nvSpPr>
            <p:spPr>
              <a:xfrm>
                <a:off x="5329865" y="5285461"/>
                <a:ext cx="200221" cy="251010"/>
              </a:xfrm>
            </p:spPr>
          </p:sp>
        </mc:Fallback>
      </mc:AlternateContent>
      <mc:AlternateContent xmlns:mc="http://schemas.openxmlformats.org/markup-compatibility/2006" xmlns:p14="http://schemas.microsoft.com/office/powerpoint/2010/main">
        <mc:Choice Requires="p14">
          <p:contentPart p14:bwMode="auto" r:id="rId17">
            <p14:nvContentPartPr>
              <p14:cNvPr id="1054149" name="墨迹 1054148"/>
              <p14:cNvContentPartPr/>
              <p14:nvPr/>
            </p14:nvContentPartPr>
            <p14:xfrm>
              <a:off x="5448922" y="5374546"/>
              <a:ext cx="200203" cy="14792"/>
            </p14:xfrm>
          </p:contentPart>
        </mc:Choice>
        <mc:Fallback xmlns="">
          <p:sp>
            <p:nvSpPr>
              <p:cNvPr id="1054149" name=""/>
              <p:cNvSpPr/>
              <p:nvPr/>
            </p:nvSpPr>
            <p:spPr>
              <a:xfrm>
                <a:off x="5448922" y="5374546"/>
                <a:ext cx="200203" cy="14792"/>
              </a:xfrm>
            </p:spPr>
          </p:sp>
        </mc:Fallback>
      </mc:AlternateContent>
      <mc:AlternateContent xmlns:mc="http://schemas.openxmlformats.org/markup-compatibility/2006" xmlns:p14="http://schemas.microsoft.com/office/powerpoint/2010/main">
        <mc:Choice Requires="p14">
          <p:contentPart p14:bwMode="auto" r:id="rId18">
            <p14:nvContentPartPr>
              <p14:cNvPr id="1054150" name="墨迹 1054149"/>
              <p14:cNvContentPartPr/>
              <p14:nvPr/>
            </p14:nvContentPartPr>
            <p14:xfrm>
              <a:off x="5405924" y="5484107"/>
              <a:ext cx="258191" cy="187380"/>
            </p14:xfrm>
          </p:contentPart>
        </mc:Choice>
        <mc:Fallback xmlns="">
          <p:sp>
            <p:nvSpPr>
              <p:cNvPr id="1054150" name=""/>
              <p:cNvSpPr/>
              <p:nvPr/>
            </p:nvSpPr>
            <p:spPr>
              <a:xfrm>
                <a:off x="5405924" y="5484107"/>
                <a:ext cx="258191" cy="187380"/>
              </a:xfrm>
            </p:spPr>
          </p:sp>
        </mc:Fallback>
      </mc:AlternateContent>
      <mc:AlternateContent xmlns:mc="http://schemas.openxmlformats.org/markup-compatibility/2006" xmlns:p14="http://schemas.microsoft.com/office/powerpoint/2010/main">
        <mc:Choice Requires="p14">
          <p:contentPart p14:bwMode="auto" r:id="rId19">
            <p14:nvContentPartPr>
              <p14:cNvPr id="1054151" name="墨迹 1054150"/>
              <p14:cNvContentPartPr/>
              <p14:nvPr/>
            </p14:nvContentPartPr>
            <p14:xfrm>
              <a:off x="6104752" y="5054291"/>
              <a:ext cx="184351" cy="611688"/>
            </p14:xfrm>
          </p:contentPart>
        </mc:Choice>
        <mc:Fallback xmlns="">
          <p:sp>
            <p:nvSpPr>
              <p:cNvPr id="1054151" name=""/>
              <p:cNvSpPr/>
              <p:nvPr/>
            </p:nvSpPr>
            <p:spPr>
              <a:xfrm>
                <a:off x="6104752" y="5054291"/>
                <a:ext cx="184351" cy="611688"/>
              </a:xfrm>
            </p:spPr>
          </p:sp>
        </mc:Fallback>
      </mc:AlternateContent>
      <mc:AlternateContent xmlns:mc="http://schemas.openxmlformats.org/markup-compatibility/2006" xmlns:p14="http://schemas.microsoft.com/office/powerpoint/2010/main">
        <mc:Choice Requires="p14">
          <p:contentPart p14:bwMode="auto" r:id="rId20">
            <p14:nvContentPartPr>
              <p14:cNvPr id="1054157" name="墨迹 1054156"/>
              <p14:cNvContentPartPr/>
              <p14:nvPr/>
            </p14:nvContentPartPr>
            <p14:xfrm>
              <a:off x="6484856" y="5078732"/>
              <a:ext cx="32135" cy="520207"/>
            </p14:xfrm>
          </p:contentPart>
        </mc:Choice>
        <mc:Fallback xmlns="">
          <p:sp>
            <p:nvSpPr>
              <p:cNvPr id="1054157" name=""/>
              <p:cNvSpPr/>
              <p:nvPr/>
            </p:nvSpPr>
            <p:spPr>
              <a:xfrm>
                <a:off x="6484856" y="5078732"/>
                <a:ext cx="32135" cy="520207"/>
              </a:xfrm>
            </p:spPr>
          </p:sp>
        </mc:Fallback>
      </mc:AlternateContent>
      <mc:AlternateContent xmlns:mc="http://schemas.openxmlformats.org/markup-compatibility/2006" xmlns:p14="http://schemas.microsoft.com/office/powerpoint/2010/main">
        <mc:Choice Requires="p14">
          <p:contentPart p14:bwMode="auto" r:id="rId21">
            <p14:nvContentPartPr>
              <p14:cNvPr id="1054158" name="墨迹 1054157"/>
              <p14:cNvContentPartPr/>
              <p14:nvPr/>
            </p14:nvContentPartPr>
            <p14:xfrm>
              <a:off x="6297887" y="5271692"/>
              <a:ext cx="116831" cy="279542"/>
            </p14:xfrm>
          </p:contentPart>
        </mc:Choice>
        <mc:Fallback xmlns="">
          <p:sp>
            <p:nvSpPr>
              <p:cNvPr id="1054158" name=""/>
              <p:cNvSpPr/>
              <p:nvPr/>
            </p:nvSpPr>
            <p:spPr>
              <a:xfrm>
                <a:off x="6297887" y="5271692"/>
                <a:ext cx="116831" cy="279542"/>
              </a:xfrm>
            </p:spPr>
          </p:sp>
        </mc:Fallback>
      </mc:AlternateContent>
      <mc:AlternateContent xmlns:mc="http://schemas.openxmlformats.org/markup-compatibility/2006" xmlns:p14="http://schemas.microsoft.com/office/powerpoint/2010/main">
        <mc:Choice Requires="p14">
          <p:contentPart p14:bwMode="auto" r:id="rId22">
            <p14:nvContentPartPr>
              <p14:cNvPr id="1054159" name="墨迹 1054158"/>
              <p14:cNvContentPartPr/>
              <p14:nvPr/>
            </p14:nvContentPartPr>
            <p14:xfrm>
              <a:off x="6588167" y="4997825"/>
              <a:ext cx="43200" cy="736571"/>
            </p14:xfrm>
          </p:contentPart>
        </mc:Choice>
        <mc:Fallback xmlns="">
          <p:sp>
            <p:nvSpPr>
              <p:cNvPr id="1054159" name=""/>
              <p:cNvSpPr/>
              <p:nvPr/>
            </p:nvSpPr>
            <p:spPr>
              <a:xfrm>
                <a:off x="6588167" y="4997825"/>
                <a:ext cx="43200" cy="736571"/>
              </a:xfrm>
            </p:spPr>
          </p:sp>
        </mc:Fallback>
      </mc:AlternateContent>
      <mc:AlternateContent xmlns:mc="http://schemas.openxmlformats.org/markup-compatibility/2006" xmlns:p14="http://schemas.microsoft.com/office/powerpoint/2010/main">
        <mc:Choice Requires="p14">
          <p:contentPart p14:bwMode="auto" r:id="rId23">
            <p14:nvContentPartPr>
              <p14:cNvPr id="1054160" name="墨迹 1054159"/>
              <p14:cNvContentPartPr/>
              <p14:nvPr/>
            </p14:nvContentPartPr>
            <p14:xfrm>
              <a:off x="6614386" y="5267243"/>
              <a:ext cx="356992" cy="315237"/>
            </p14:xfrm>
          </p:contentPart>
        </mc:Choice>
        <mc:Fallback xmlns="">
          <p:sp>
            <p:nvSpPr>
              <p:cNvPr id="1054160" name=""/>
              <p:cNvSpPr/>
              <p:nvPr/>
            </p:nvSpPr>
            <p:spPr>
              <a:xfrm>
                <a:off x="6614386" y="5267243"/>
                <a:ext cx="356992" cy="315237"/>
              </a:xfrm>
            </p:spPr>
          </p:sp>
        </mc:Fallback>
      </mc:AlternateContent>
      <mc:AlternateContent xmlns:mc="http://schemas.openxmlformats.org/markup-compatibility/2006" xmlns:p14="http://schemas.microsoft.com/office/powerpoint/2010/main">
        <mc:Choice Requires="p14">
          <p:contentPart p14:bwMode="auto" r:id="rId24">
            <p14:nvContentPartPr>
              <p14:cNvPr id="1054161" name="墨迹 1054160"/>
              <p14:cNvContentPartPr/>
              <p14:nvPr/>
            </p14:nvContentPartPr>
            <p14:xfrm>
              <a:off x="7121544" y="4970856"/>
              <a:ext cx="0" cy="0"/>
            </p14:xfrm>
          </p:contentPart>
        </mc:Choice>
        <mc:Fallback xmlns="">
          <p:sp>
            <p:nvSpPr>
              <p:cNvPr id="1054161" name=""/>
              <p:cNvSpPr/>
              <p:nvPr/>
            </p:nvSpPr>
            <p:spPr>
              <a:xfrm>
                <a:off x="7121544" y="4970856"/>
                <a:ext cx="0" cy="0"/>
              </a:xfrm>
            </p:spPr>
          </p:sp>
        </mc:Fallback>
      </mc:AlternateContent>
      <mc:AlternateContent xmlns:mc="http://schemas.openxmlformats.org/markup-compatibility/2006" xmlns:p14="http://schemas.microsoft.com/office/powerpoint/2010/main">
        <mc:Choice Requires="p14">
          <p:contentPart p14:bwMode="auto" r:id="rId25">
            <p14:nvContentPartPr>
              <p14:cNvPr id="1054162" name="墨迹 1054161"/>
              <p14:cNvContentPartPr/>
              <p14:nvPr/>
            </p14:nvContentPartPr>
            <p14:xfrm>
              <a:off x="7012114" y="4895007"/>
              <a:ext cx="460176" cy="245532"/>
            </p14:xfrm>
          </p:contentPart>
        </mc:Choice>
        <mc:Fallback xmlns="">
          <p:sp>
            <p:nvSpPr>
              <p:cNvPr id="1054162" name=""/>
              <p:cNvSpPr/>
              <p:nvPr/>
            </p:nvSpPr>
            <p:spPr>
              <a:xfrm>
                <a:off x="7012114" y="4895007"/>
                <a:ext cx="460176" cy="245532"/>
              </a:xfrm>
            </p:spPr>
          </p:sp>
        </mc:Fallback>
      </mc:AlternateContent>
      <mc:AlternateContent xmlns:mc="http://schemas.openxmlformats.org/markup-compatibility/2006" xmlns:p14="http://schemas.microsoft.com/office/powerpoint/2010/main">
        <mc:Choice Requires="p14">
          <p:contentPart p14:bwMode="auto" r:id="rId26">
            <p14:nvContentPartPr>
              <p14:cNvPr id="1054163" name="墨迹 1054162"/>
              <p14:cNvContentPartPr/>
              <p14:nvPr/>
            </p14:nvContentPartPr>
            <p14:xfrm>
              <a:off x="7112944" y="4947259"/>
              <a:ext cx="51839" cy="52227"/>
            </p14:xfrm>
          </p:contentPart>
        </mc:Choice>
        <mc:Fallback xmlns="">
          <p:sp>
            <p:nvSpPr>
              <p:cNvPr id="1054163" name=""/>
              <p:cNvSpPr/>
              <p:nvPr/>
            </p:nvSpPr>
            <p:spPr>
              <a:xfrm>
                <a:off x="7112944" y="4947259"/>
                <a:ext cx="51839" cy="52227"/>
              </a:xfrm>
            </p:spPr>
          </p:sp>
        </mc:Fallback>
      </mc:AlternateContent>
      <mc:AlternateContent xmlns:mc="http://schemas.openxmlformats.org/markup-compatibility/2006" xmlns:p14="http://schemas.microsoft.com/office/powerpoint/2010/main">
        <mc:Choice Requires="p14">
          <p:contentPart p14:bwMode="auto" r:id="rId27">
            <p14:nvContentPartPr>
              <p14:cNvPr id="1054164" name="墨迹 1054163"/>
              <p14:cNvContentPartPr/>
              <p14:nvPr/>
            </p14:nvContentPartPr>
            <p14:xfrm>
              <a:off x="7025770" y="5216947"/>
              <a:ext cx="81154" cy="443579"/>
            </p14:xfrm>
          </p:contentPart>
        </mc:Choice>
        <mc:Fallback xmlns="">
          <p:sp>
            <p:nvSpPr>
              <p:cNvPr id="1054164" name=""/>
              <p:cNvSpPr/>
              <p:nvPr/>
            </p:nvSpPr>
            <p:spPr>
              <a:xfrm>
                <a:off x="7025770" y="5216947"/>
                <a:ext cx="81154" cy="443579"/>
              </a:xfrm>
            </p:spPr>
          </p:sp>
        </mc:Fallback>
      </mc:AlternateContent>
      <mc:AlternateContent xmlns:mc="http://schemas.openxmlformats.org/markup-compatibility/2006" xmlns:p14="http://schemas.microsoft.com/office/powerpoint/2010/main">
        <mc:Choice Requires="p14">
          <p:contentPart p14:bwMode="auto" r:id="rId28">
            <p14:nvContentPartPr>
              <p14:cNvPr id="1054165" name="墨迹 1054164"/>
              <p14:cNvContentPartPr/>
              <p14:nvPr/>
            </p14:nvContentPartPr>
            <p14:xfrm>
              <a:off x="7037268" y="5234262"/>
              <a:ext cx="213329" cy="418517"/>
            </p14:xfrm>
          </p:contentPart>
        </mc:Choice>
        <mc:Fallback xmlns="">
          <p:sp>
            <p:nvSpPr>
              <p:cNvPr id="1054165" name=""/>
              <p:cNvSpPr/>
              <p:nvPr/>
            </p:nvSpPr>
            <p:spPr>
              <a:xfrm>
                <a:off x="7037268" y="5234262"/>
                <a:ext cx="213329" cy="418517"/>
              </a:xfrm>
            </p:spPr>
          </p:sp>
        </mc:Fallback>
      </mc:AlternateContent>
      <mc:AlternateContent xmlns:mc="http://schemas.openxmlformats.org/markup-compatibility/2006" xmlns:p14="http://schemas.microsoft.com/office/powerpoint/2010/main">
        <mc:Choice Requires="p14">
          <p:contentPart p14:bwMode="auto" r:id="rId29">
            <p14:nvContentPartPr>
              <p14:cNvPr id="1054166" name="墨迹 1054165"/>
              <p14:cNvContentPartPr/>
              <p14:nvPr/>
            </p14:nvContentPartPr>
            <p14:xfrm>
              <a:off x="7099185" y="5361531"/>
              <a:ext cx="109410" cy="122495"/>
            </p14:xfrm>
          </p:contentPart>
        </mc:Choice>
        <mc:Fallback xmlns="">
          <p:sp>
            <p:nvSpPr>
              <p:cNvPr id="1054166" name=""/>
              <p:cNvSpPr/>
              <p:nvPr/>
            </p:nvSpPr>
            <p:spPr>
              <a:xfrm>
                <a:off x="7099185" y="5361531"/>
                <a:ext cx="109410" cy="122495"/>
              </a:xfrm>
            </p:spPr>
          </p:sp>
        </mc:Fallback>
      </mc:AlternateContent>
      <mc:AlternateContent xmlns:mc="http://schemas.openxmlformats.org/markup-compatibility/2006" xmlns:p14="http://schemas.microsoft.com/office/powerpoint/2010/main">
        <mc:Choice Requires="p14">
          <p:contentPart p14:bwMode="auto" r:id="rId30">
            <p14:nvContentPartPr>
              <p14:cNvPr id="1054167" name="墨迹 1054166"/>
              <p14:cNvContentPartPr/>
              <p14:nvPr/>
            </p14:nvContentPartPr>
            <p14:xfrm>
              <a:off x="7311019" y="5274345"/>
              <a:ext cx="100178" cy="401119"/>
            </p14:xfrm>
          </p:contentPart>
        </mc:Choice>
        <mc:Fallback xmlns="">
          <p:sp>
            <p:nvSpPr>
              <p:cNvPr id="1054167" name=""/>
              <p:cNvSpPr/>
              <p:nvPr/>
            </p:nvSpPr>
            <p:spPr>
              <a:xfrm>
                <a:off x="7311019" y="5274345"/>
                <a:ext cx="100178" cy="401119"/>
              </a:xfrm>
            </p:spPr>
          </p:sp>
        </mc:Fallback>
      </mc:AlternateContent>
      <mc:AlternateContent xmlns:mc="http://schemas.openxmlformats.org/markup-compatibility/2006" xmlns:p14="http://schemas.microsoft.com/office/powerpoint/2010/main">
        <mc:Choice Requires="p14">
          <p:contentPart p14:bwMode="auto" r:id="rId31">
            <p14:nvContentPartPr>
              <p14:cNvPr id="1054168" name="墨迹 1054167"/>
              <p14:cNvContentPartPr/>
              <p14:nvPr/>
            </p14:nvContentPartPr>
            <p14:xfrm>
              <a:off x="7695997" y="4978973"/>
              <a:ext cx="291802" cy="79722"/>
            </p14:xfrm>
          </p:contentPart>
        </mc:Choice>
        <mc:Fallback xmlns="">
          <p:sp>
            <p:nvSpPr>
              <p:cNvPr id="1054168" name=""/>
              <p:cNvSpPr/>
              <p:nvPr/>
            </p:nvSpPr>
            <p:spPr>
              <a:xfrm>
                <a:off x="7695997" y="4978973"/>
                <a:ext cx="291802" cy="79722"/>
              </a:xfrm>
            </p:spPr>
          </p:sp>
        </mc:Fallback>
      </mc:AlternateContent>
      <mc:AlternateContent xmlns:mc="http://schemas.openxmlformats.org/markup-compatibility/2006" xmlns:p14="http://schemas.microsoft.com/office/powerpoint/2010/main">
        <mc:Choice Requires="p14">
          <p:contentPart p14:bwMode="auto" r:id="rId32">
            <p14:nvContentPartPr>
              <p14:cNvPr id="1054169" name="墨迹 1054168"/>
              <p14:cNvContentPartPr/>
              <p14:nvPr/>
            </p14:nvContentPartPr>
            <p14:xfrm>
              <a:off x="7676410" y="5000354"/>
              <a:ext cx="209638" cy="477306"/>
            </p14:xfrm>
          </p:contentPart>
        </mc:Choice>
        <mc:Fallback xmlns="">
          <p:sp>
            <p:nvSpPr>
              <p:cNvPr id="1054169" name=""/>
              <p:cNvSpPr/>
              <p:nvPr/>
            </p:nvSpPr>
            <p:spPr>
              <a:xfrm>
                <a:off x="7676410" y="5000354"/>
                <a:ext cx="209638" cy="477306"/>
              </a:xfrm>
            </p:spPr>
          </p:sp>
        </mc:Fallback>
      </mc:AlternateContent>
      <mc:AlternateContent xmlns:mc="http://schemas.openxmlformats.org/markup-compatibility/2006" xmlns:p14="http://schemas.microsoft.com/office/powerpoint/2010/main">
        <mc:Choice Requires="p14">
          <p:contentPart p14:bwMode="auto" r:id="rId33">
            <p14:nvContentPartPr>
              <p14:cNvPr id="1054170" name="墨迹 1054169"/>
              <p14:cNvContentPartPr/>
              <p14:nvPr/>
            </p14:nvContentPartPr>
            <p14:xfrm>
              <a:off x="7739855" y="5112006"/>
              <a:ext cx="297144" cy="366462"/>
            </p14:xfrm>
          </p:contentPart>
        </mc:Choice>
        <mc:Fallback xmlns="">
          <p:sp>
            <p:nvSpPr>
              <p:cNvPr id="1054170" name=""/>
              <p:cNvSpPr/>
              <p:nvPr/>
            </p:nvSpPr>
            <p:spPr>
              <a:xfrm>
                <a:off x="7739855" y="5112006"/>
                <a:ext cx="297144" cy="366462"/>
              </a:xfrm>
            </p:spPr>
          </p:sp>
        </mc:Fallback>
      </mc:AlternateContent>
      <mc:AlternateContent xmlns:mc="http://schemas.openxmlformats.org/markup-compatibility/2006" xmlns:p14="http://schemas.microsoft.com/office/powerpoint/2010/main">
        <mc:Choice Requires="p14">
          <p:contentPart p14:bwMode="auto" r:id="rId34">
            <p14:nvContentPartPr>
              <p14:cNvPr id="1054171" name="墨迹 1054170"/>
              <p14:cNvContentPartPr/>
              <p14:nvPr/>
            </p14:nvContentPartPr>
            <p14:xfrm>
              <a:off x="7755006" y="5197563"/>
              <a:ext cx="40078" cy="165197"/>
            </p14:xfrm>
          </p:contentPart>
        </mc:Choice>
        <mc:Fallback xmlns="">
          <p:sp>
            <p:nvSpPr>
              <p:cNvPr id="1054171" name=""/>
              <p:cNvSpPr/>
              <p:nvPr/>
            </p:nvSpPr>
            <p:spPr>
              <a:xfrm>
                <a:off x="7755006" y="5197563"/>
                <a:ext cx="40078" cy="165197"/>
              </a:xfrm>
            </p:spPr>
          </p:sp>
        </mc:Fallback>
      </mc:AlternateContent>
      <mc:AlternateContent xmlns:mc="http://schemas.openxmlformats.org/markup-compatibility/2006" xmlns:p14="http://schemas.microsoft.com/office/powerpoint/2010/main">
        <mc:Choice Requires="p14">
          <p:contentPart p14:bwMode="auto" r:id="rId35">
            <p14:nvContentPartPr>
              <p14:cNvPr id="1054172" name="墨迹 1054171"/>
              <p14:cNvContentPartPr/>
              <p14:nvPr/>
            </p14:nvContentPartPr>
            <p14:xfrm>
              <a:off x="7880889" y="5179022"/>
              <a:ext cx="27284" cy="250168"/>
            </p14:xfrm>
          </p:contentPart>
        </mc:Choice>
        <mc:Fallback xmlns="">
          <p:sp>
            <p:nvSpPr>
              <p:cNvPr id="1054172" name=""/>
              <p:cNvSpPr/>
              <p:nvPr/>
            </p:nvSpPr>
            <p:spPr>
              <a:xfrm>
                <a:off x="7880889" y="5179022"/>
                <a:ext cx="27284" cy="250168"/>
              </a:xfrm>
            </p:spPr>
          </p:sp>
        </mc:Fallback>
      </mc:AlternateContent>
      <mc:AlternateContent xmlns:mc="http://schemas.openxmlformats.org/markup-compatibility/2006" xmlns:p14="http://schemas.microsoft.com/office/powerpoint/2010/main">
        <mc:Choice Requires="p14">
          <p:contentPart p14:bwMode="auto" r:id="rId36">
            <p14:nvContentPartPr>
              <p14:cNvPr id="1054173" name="墨迹 1054172"/>
              <p14:cNvContentPartPr/>
              <p14:nvPr/>
            </p14:nvContentPartPr>
            <p14:xfrm>
              <a:off x="7806072" y="5262457"/>
              <a:ext cx="99747" cy="18387"/>
            </p14:xfrm>
          </p:contentPart>
        </mc:Choice>
        <mc:Fallback xmlns="">
          <p:sp>
            <p:nvSpPr>
              <p:cNvPr id="1054173" name=""/>
              <p:cNvSpPr/>
              <p:nvPr/>
            </p:nvSpPr>
            <p:spPr>
              <a:xfrm>
                <a:off x="7806072" y="5262457"/>
                <a:ext cx="99747" cy="18387"/>
              </a:xfrm>
            </p:spPr>
          </p:sp>
        </mc:Fallback>
      </mc:AlternateContent>
      <mc:AlternateContent xmlns:mc="http://schemas.openxmlformats.org/markup-compatibility/2006" xmlns:p14="http://schemas.microsoft.com/office/powerpoint/2010/main">
        <mc:Choice Requires="p14">
          <p:contentPart p14:bwMode="auto" r:id="rId37">
            <p14:nvContentPartPr>
              <p14:cNvPr id="1054174" name="墨迹 1054173"/>
              <p14:cNvContentPartPr/>
              <p14:nvPr/>
            </p14:nvContentPartPr>
            <p14:xfrm>
              <a:off x="7766576" y="5344086"/>
              <a:ext cx="166612" cy="116512"/>
            </p14:xfrm>
          </p:contentPart>
        </mc:Choice>
        <mc:Fallback xmlns="">
          <p:sp>
            <p:nvSpPr>
              <p:cNvPr id="1054174" name=""/>
              <p:cNvSpPr/>
              <p:nvPr/>
            </p:nvSpPr>
            <p:spPr>
              <a:xfrm>
                <a:off x="7766576" y="5344086"/>
                <a:ext cx="166612" cy="116512"/>
              </a:xfrm>
            </p:spPr>
          </p:sp>
        </mc:Fallback>
      </mc:AlternateContent>
      <mc:AlternateContent xmlns:mc="http://schemas.openxmlformats.org/markup-compatibility/2006" xmlns:p14="http://schemas.microsoft.com/office/powerpoint/2010/main">
        <mc:Choice Requires="p14">
          <p:contentPart p14:bwMode="auto" r:id="rId38">
            <p14:nvContentPartPr>
              <p14:cNvPr id="1054175" name="墨迹 1054174"/>
              <p14:cNvContentPartPr/>
              <p14:nvPr/>
            </p14:nvContentPartPr>
            <p14:xfrm>
              <a:off x="8225761" y="4983498"/>
              <a:ext cx="301817" cy="485050"/>
            </p14:xfrm>
          </p:contentPart>
        </mc:Choice>
        <mc:Fallback xmlns="">
          <p:sp>
            <p:nvSpPr>
              <p:cNvPr id="1054175" name=""/>
              <p:cNvSpPr/>
              <p:nvPr/>
            </p:nvSpPr>
            <p:spPr>
              <a:xfrm>
                <a:off x="8225761" y="4983498"/>
                <a:ext cx="301817" cy="485050"/>
              </a:xfrm>
            </p:spPr>
          </p:sp>
        </mc:Fallback>
      </mc:AlternateContent>
      <mc:AlternateContent xmlns:mc="http://schemas.openxmlformats.org/markup-compatibility/2006" xmlns:p14="http://schemas.microsoft.com/office/powerpoint/2010/main">
        <mc:Choice Requires="p14">
          <p:contentPart p14:bwMode="auto" r:id="rId39">
            <p14:nvContentPartPr>
              <p14:cNvPr id="1054176" name="墨迹 1054175"/>
              <p14:cNvContentPartPr/>
              <p14:nvPr/>
            </p14:nvContentPartPr>
            <p14:xfrm>
              <a:off x="8291950" y="5114895"/>
              <a:ext cx="173937" cy="349856"/>
            </p14:xfrm>
          </p:contentPart>
        </mc:Choice>
        <mc:Fallback xmlns="">
          <p:sp>
            <p:nvSpPr>
              <p:cNvPr id="1054176" name=""/>
              <p:cNvSpPr/>
              <p:nvPr/>
            </p:nvSpPr>
            <p:spPr>
              <a:xfrm>
                <a:off x="8291950" y="5114895"/>
                <a:ext cx="173937" cy="349856"/>
              </a:xfrm>
            </p:spPr>
          </p:sp>
        </mc:Fallback>
      </mc:AlternateContent>
      <mc:AlternateContent xmlns:mc="http://schemas.openxmlformats.org/markup-compatibility/2006" xmlns:p14="http://schemas.microsoft.com/office/powerpoint/2010/main">
        <mc:Choice Requires="p14">
          <p:contentPart p14:bwMode="auto" r:id="rId40">
            <p14:nvContentPartPr>
              <p14:cNvPr id="1054177" name="墨迹 1054176"/>
              <p14:cNvContentPartPr/>
              <p14:nvPr/>
            </p14:nvContentPartPr>
            <p14:xfrm>
              <a:off x="8306726" y="5244336"/>
              <a:ext cx="79235" cy="149320"/>
            </p14:xfrm>
          </p:contentPart>
        </mc:Choice>
        <mc:Fallback xmlns="">
          <p:sp>
            <p:nvSpPr>
              <p:cNvPr id="1054177" name=""/>
              <p:cNvSpPr/>
              <p:nvPr/>
            </p:nvSpPr>
            <p:spPr>
              <a:xfrm>
                <a:off x="8306726" y="5244336"/>
                <a:ext cx="79235" cy="149320"/>
              </a:xfrm>
            </p:spPr>
          </p:sp>
        </mc:Fallback>
      </mc:AlternateContent>
      <mc:AlternateContent xmlns:mc="http://schemas.openxmlformats.org/markup-compatibility/2006" xmlns:p14="http://schemas.microsoft.com/office/powerpoint/2010/main">
        <mc:Choice Requires="p14">
          <p:contentPart p14:bwMode="auto" r:id="rId41">
            <p14:nvContentPartPr>
              <p14:cNvPr id="1054178" name="墨迹 1054177"/>
              <p14:cNvContentPartPr/>
              <p14:nvPr/>
            </p14:nvContentPartPr>
            <p14:xfrm>
              <a:off x="8525915" y="5002039"/>
              <a:ext cx="142522" cy="413181"/>
            </p14:xfrm>
          </p:contentPart>
        </mc:Choice>
        <mc:Fallback xmlns="">
          <p:sp>
            <p:nvSpPr>
              <p:cNvPr id="1054178" name=""/>
              <p:cNvSpPr/>
              <p:nvPr/>
            </p:nvSpPr>
            <p:spPr>
              <a:xfrm>
                <a:off x="8525915" y="5002039"/>
                <a:ext cx="142522" cy="413181"/>
              </a:xfrm>
            </p:spPr>
          </p:sp>
        </mc:Fallback>
      </mc:AlternateContent>
      <mc:AlternateContent xmlns:mc="http://schemas.openxmlformats.org/markup-compatibility/2006" xmlns:p14="http://schemas.microsoft.com/office/powerpoint/2010/main">
        <mc:Choice Requires="p14">
          <p:contentPart p14:bwMode="auto" r:id="rId42">
            <p14:nvContentPartPr>
              <p14:cNvPr id="1054179" name="墨迹 1054178"/>
              <p14:cNvContentPartPr/>
              <p14:nvPr/>
            </p14:nvContentPartPr>
            <p14:xfrm>
              <a:off x="8980778" y="5168894"/>
              <a:ext cx="214410" cy="32882"/>
            </p14:xfrm>
          </p:contentPart>
        </mc:Choice>
        <mc:Fallback xmlns="">
          <p:sp>
            <p:nvSpPr>
              <p:cNvPr id="1054179" name=""/>
              <p:cNvSpPr/>
              <p:nvPr/>
            </p:nvSpPr>
            <p:spPr>
              <a:xfrm>
                <a:off x="8980778" y="5168894"/>
                <a:ext cx="214410" cy="32882"/>
              </a:xfrm>
            </p:spPr>
          </p:sp>
        </mc:Fallback>
      </mc:AlternateContent>
      <mc:AlternateContent xmlns:mc="http://schemas.openxmlformats.org/markup-compatibility/2006" xmlns:p14="http://schemas.microsoft.com/office/powerpoint/2010/main">
        <mc:Choice Requires="p14">
          <p:contentPart p14:bwMode="auto" r:id="rId43">
            <p14:nvContentPartPr>
              <p14:cNvPr id="1054180" name="墨迹 1054179"/>
              <p14:cNvContentPartPr/>
              <p14:nvPr/>
            </p14:nvContentPartPr>
            <p14:xfrm>
              <a:off x="8887902" y="5314003"/>
              <a:ext cx="296308" cy="38631"/>
            </p14:xfrm>
          </p:contentPart>
        </mc:Choice>
        <mc:Fallback xmlns="">
          <p:sp>
            <p:nvSpPr>
              <p:cNvPr id="1054180" name=""/>
              <p:cNvSpPr/>
              <p:nvPr/>
            </p:nvSpPr>
            <p:spPr>
              <a:xfrm>
                <a:off x="8887902" y="5314003"/>
                <a:ext cx="296308" cy="38631"/>
              </a:xfrm>
            </p:spPr>
          </p:sp>
        </mc:Fallback>
      </mc:AlternateContent>
      <mc:AlternateContent xmlns:mc="http://schemas.openxmlformats.org/markup-compatibility/2006" xmlns:p14="http://schemas.microsoft.com/office/powerpoint/2010/main">
        <mc:Choice Requires="p14">
          <p:contentPart p14:bwMode="auto" r:id="rId44">
            <p14:nvContentPartPr>
              <p14:cNvPr id="1054181" name="墨迹 1054180"/>
              <p14:cNvContentPartPr/>
              <p14:nvPr/>
            </p14:nvContentPartPr>
            <p14:xfrm>
              <a:off x="9337959" y="4873094"/>
              <a:ext cx="224152" cy="220079"/>
            </p14:xfrm>
          </p:contentPart>
        </mc:Choice>
        <mc:Fallback xmlns="">
          <p:sp>
            <p:nvSpPr>
              <p:cNvPr id="1054181" name=""/>
              <p:cNvSpPr/>
              <p:nvPr/>
            </p:nvSpPr>
            <p:spPr>
              <a:xfrm>
                <a:off x="9337959" y="4873094"/>
                <a:ext cx="224152" cy="220079"/>
              </a:xfrm>
            </p:spPr>
          </p:sp>
        </mc:Fallback>
      </mc:AlternateContent>
      <mc:AlternateContent xmlns:mc="http://schemas.openxmlformats.org/markup-compatibility/2006" xmlns:p14="http://schemas.microsoft.com/office/powerpoint/2010/main">
        <mc:Choice Requires="p14">
          <p:contentPart p14:bwMode="auto" r:id="rId45">
            <p14:nvContentPartPr>
              <p14:cNvPr id="1054182" name="墨迹 1054181"/>
              <p14:cNvContentPartPr/>
              <p14:nvPr/>
            </p14:nvContentPartPr>
            <p14:xfrm>
              <a:off x="9406509" y="4999511"/>
              <a:ext cx="66817" cy="435180"/>
            </p14:xfrm>
          </p:contentPart>
        </mc:Choice>
        <mc:Fallback xmlns="">
          <p:sp>
            <p:nvSpPr>
              <p:cNvPr id="1054182" name=""/>
              <p:cNvSpPr/>
              <p:nvPr/>
            </p:nvSpPr>
            <p:spPr>
              <a:xfrm>
                <a:off x="9406509" y="4999511"/>
                <a:ext cx="66817" cy="435180"/>
              </a:xfrm>
            </p:spPr>
          </p:sp>
        </mc:Fallback>
      </mc:AlternateContent>
      <mc:AlternateContent xmlns:mc="http://schemas.openxmlformats.org/markup-compatibility/2006" xmlns:p14="http://schemas.microsoft.com/office/powerpoint/2010/main">
        <mc:Choice Requires="p14">
          <p:contentPart p14:bwMode="auto" r:id="rId46">
            <p14:nvContentPartPr>
              <p14:cNvPr id="1054183" name="墨迹 1054182"/>
              <p14:cNvContentPartPr/>
              <p14:nvPr/>
            </p14:nvContentPartPr>
            <p14:xfrm>
              <a:off x="9556951" y="4978406"/>
              <a:ext cx="244581" cy="52287"/>
            </p14:xfrm>
          </p:contentPart>
        </mc:Choice>
        <mc:Fallback xmlns="">
          <p:sp>
            <p:nvSpPr>
              <p:cNvPr id="1054183" name=""/>
              <p:cNvSpPr/>
              <p:nvPr/>
            </p:nvSpPr>
            <p:spPr>
              <a:xfrm>
                <a:off x="9556951" y="4978406"/>
                <a:ext cx="244581" cy="52287"/>
              </a:xfrm>
            </p:spPr>
          </p:sp>
        </mc:Fallback>
      </mc:AlternateContent>
      <mc:AlternateContent xmlns:mc="http://schemas.openxmlformats.org/markup-compatibility/2006" xmlns:p14="http://schemas.microsoft.com/office/powerpoint/2010/main">
        <mc:Choice Requires="p14">
          <p:contentPart p14:bwMode="auto" r:id="rId47">
            <p14:nvContentPartPr>
              <p14:cNvPr id="1054184" name="墨迹 1054183"/>
              <p14:cNvContentPartPr/>
              <p14:nvPr/>
            </p14:nvContentPartPr>
            <p14:xfrm>
              <a:off x="9503628" y="4916919"/>
              <a:ext cx="143619" cy="514531"/>
            </p14:xfrm>
          </p:contentPart>
        </mc:Choice>
        <mc:Fallback xmlns="">
          <p:sp>
            <p:nvSpPr>
              <p:cNvPr id="1054184" name=""/>
              <p:cNvSpPr/>
              <p:nvPr/>
            </p:nvSpPr>
            <p:spPr>
              <a:xfrm>
                <a:off x="9503628" y="4916919"/>
                <a:ext cx="143619" cy="514531"/>
              </a:xfrm>
            </p:spPr>
          </p:sp>
        </mc:Fallback>
      </mc:AlternateContent>
      <mc:AlternateContent xmlns:mc="http://schemas.openxmlformats.org/markup-compatibility/2006" xmlns:p14="http://schemas.microsoft.com/office/powerpoint/2010/main">
        <mc:Choice Requires="p14">
          <p:contentPart p14:bwMode="auto" r:id="rId48">
            <p14:nvContentPartPr>
              <p14:cNvPr id="1054185" name="墨迹 1054184"/>
              <p14:cNvContentPartPr/>
              <p14:nvPr/>
            </p14:nvContentPartPr>
            <p14:xfrm>
              <a:off x="9582750" y="5077887"/>
              <a:ext cx="148346" cy="325539"/>
            </p14:xfrm>
          </p:contentPart>
        </mc:Choice>
        <mc:Fallback xmlns="">
          <p:sp>
            <p:nvSpPr>
              <p:cNvPr id="1054185" name=""/>
              <p:cNvSpPr/>
              <p:nvPr/>
            </p:nvSpPr>
            <p:spPr>
              <a:xfrm>
                <a:off x="9582750" y="5077887"/>
                <a:ext cx="148346" cy="325539"/>
              </a:xfrm>
            </p:spPr>
          </p:sp>
        </mc:Fallback>
      </mc:AlternateContent>
      <mc:AlternateContent xmlns:mc="http://schemas.openxmlformats.org/markup-compatibility/2006" xmlns:p14="http://schemas.microsoft.com/office/powerpoint/2010/main">
        <mc:Choice Requires="p14">
          <p:contentPart p14:bwMode="auto" r:id="rId49">
            <p14:nvContentPartPr>
              <p14:cNvPr id="1054186" name="墨迹 1054185"/>
              <p14:cNvContentPartPr/>
              <p14:nvPr/>
            </p14:nvContentPartPr>
            <p14:xfrm>
              <a:off x="9512462" y="5167332"/>
              <a:ext cx="407396" cy="234463"/>
            </p14:xfrm>
          </p:contentPart>
        </mc:Choice>
        <mc:Fallback xmlns="">
          <p:sp>
            <p:nvSpPr>
              <p:cNvPr id="1054186" name=""/>
              <p:cNvSpPr/>
              <p:nvPr/>
            </p:nvSpPr>
            <p:spPr>
              <a:xfrm>
                <a:off x="9512462" y="5167332"/>
                <a:ext cx="407396" cy="234463"/>
              </a:xfrm>
            </p:spPr>
          </p:sp>
        </mc:Fallback>
      </mc:AlternateContent>
      <mc:AlternateContent xmlns:mc="http://schemas.openxmlformats.org/markup-compatibility/2006" xmlns:p14="http://schemas.microsoft.com/office/powerpoint/2010/main">
        <mc:Choice Requires="p14">
          <p:contentPart p14:bwMode="auto" r:id="rId50">
            <p14:nvContentPartPr>
              <p14:cNvPr id="1054187" name="墨迹 1054186"/>
              <p14:cNvContentPartPr/>
              <p14:nvPr/>
            </p14:nvContentPartPr>
            <p14:xfrm>
              <a:off x="9932500" y="4885735"/>
              <a:ext cx="79303" cy="509577"/>
            </p14:xfrm>
          </p:contentPart>
        </mc:Choice>
        <mc:Fallback xmlns="">
          <p:sp>
            <p:nvSpPr>
              <p:cNvPr id="1054187" name=""/>
              <p:cNvSpPr/>
              <p:nvPr/>
            </p:nvSpPr>
            <p:spPr>
              <a:xfrm>
                <a:off x="9932500" y="4885735"/>
                <a:ext cx="79303" cy="509577"/>
              </a:xfrm>
            </p:spPr>
          </p:sp>
        </mc:Fallback>
      </mc:AlternateContent>
      <mc:AlternateContent xmlns:mc="http://schemas.openxmlformats.org/markup-compatibility/2006" xmlns:p14="http://schemas.microsoft.com/office/powerpoint/2010/main">
        <mc:Choice Requires="p14">
          <p:contentPart p14:bwMode="auto" r:id="rId51">
            <p14:nvContentPartPr>
              <p14:cNvPr id="1054188" name="墨迹 1054187"/>
              <p14:cNvContentPartPr/>
              <p14:nvPr/>
            </p14:nvContentPartPr>
            <p14:xfrm>
              <a:off x="9998111" y="4818363"/>
              <a:ext cx="377722" cy="608942"/>
            </p14:xfrm>
          </p:contentPart>
        </mc:Choice>
        <mc:Fallback xmlns="">
          <p:sp>
            <p:nvSpPr>
              <p:cNvPr id="1054188" name=""/>
              <p:cNvSpPr/>
              <p:nvPr/>
            </p:nvSpPr>
            <p:spPr>
              <a:xfrm>
                <a:off x="9998111" y="4818363"/>
                <a:ext cx="377722" cy="608942"/>
              </a:xfrm>
            </p:spPr>
          </p:sp>
        </mc:Fallback>
      </mc:AlternateContent>
      <mc:AlternateContent xmlns:mc="http://schemas.openxmlformats.org/markup-compatibility/2006" xmlns:p14="http://schemas.microsoft.com/office/powerpoint/2010/main">
        <mc:Choice Requires="p14">
          <p:contentPart p14:bwMode="auto" r:id="rId52">
            <p14:nvContentPartPr>
              <p14:cNvPr id="1054189" name="墨迹 1054188"/>
              <p14:cNvContentPartPr/>
              <p14:nvPr/>
            </p14:nvContentPartPr>
            <p14:xfrm>
              <a:off x="10084509" y="4919447"/>
              <a:ext cx="108813" cy="167073"/>
            </p14:xfrm>
          </p:contentPart>
        </mc:Choice>
        <mc:Fallback xmlns="">
          <p:sp>
            <p:nvSpPr>
              <p:cNvPr id="1054189" name=""/>
              <p:cNvSpPr/>
              <p:nvPr/>
            </p:nvSpPr>
            <p:spPr>
              <a:xfrm>
                <a:off x="10084509" y="4919447"/>
                <a:ext cx="108813" cy="167073"/>
              </a:xfrm>
            </p:spPr>
          </p:sp>
        </mc:Fallback>
      </mc:AlternateContent>
      <mc:AlternateContent xmlns:mc="http://schemas.openxmlformats.org/markup-compatibility/2006" xmlns:p14="http://schemas.microsoft.com/office/powerpoint/2010/main">
        <mc:Choice Requires="p14">
          <p:contentPart p14:bwMode="auto" r:id="rId53">
            <p14:nvContentPartPr>
              <p14:cNvPr id="1054190" name="墨迹 1054189"/>
              <p14:cNvContentPartPr/>
              <p14:nvPr/>
            </p14:nvContentPartPr>
            <p14:xfrm>
              <a:off x="10010905" y="4942218"/>
              <a:ext cx="258677" cy="314618"/>
            </p14:xfrm>
          </p:contentPart>
        </mc:Choice>
        <mc:Fallback xmlns="">
          <p:sp>
            <p:nvSpPr>
              <p:cNvPr id="1054190" name=""/>
              <p:cNvSpPr/>
              <p:nvPr/>
            </p:nvSpPr>
            <p:spPr>
              <a:xfrm>
                <a:off x="10010905" y="4942218"/>
                <a:ext cx="258677" cy="314618"/>
              </a:xfrm>
            </p:spPr>
          </p:sp>
        </mc:Fallback>
      </mc:AlternateContent>
      <mc:AlternateContent xmlns:mc="http://schemas.openxmlformats.org/markup-compatibility/2006" xmlns:p14="http://schemas.microsoft.com/office/powerpoint/2010/main">
        <mc:Choice Requires="p14">
          <p:contentPart p14:bwMode="auto" r:id="rId54">
            <p14:nvContentPartPr>
              <p14:cNvPr id="1054191" name="墨迹 1054190"/>
              <p14:cNvContentPartPr/>
              <p14:nvPr/>
            </p14:nvContentPartPr>
            <p14:xfrm>
              <a:off x="10115065" y="5053449"/>
              <a:ext cx="231326" cy="90856"/>
            </p14:xfrm>
          </p:contentPart>
        </mc:Choice>
        <mc:Fallback xmlns="">
          <p:sp>
            <p:nvSpPr>
              <p:cNvPr id="1054191" name=""/>
              <p:cNvSpPr/>
              <p:nvPr/>
            </p:nvSpPr>
            <p:spPr>
              <a:xfrm>
                <a:off x="10115065" y="5053449"/>
                <a:ext cx="231326" cy="90856"/>
              </a:xfrm>
            </p:spPr>
          </p:sp>
        </mc:Fallback>
      </mc:AlternateContent>
      <mc:AlternateContent xmlns:mc="http://schemas.openxmlformats.org/markup-compatibility/2006" xmlns:p14="http://schemas.microsoft.com/office/powerpoint/2010/main">
        <mc:Choice Requires="p14">
          <p:contentPart p14:bwMode="auto" r:id="rId55">
            <p14:nvContentPartPr>
              <p14:cNvPr id="1054192" name="墨迹 1054191"/>
              <p14:cNvContentPartPr/>
              <p14:nvPr/>
            </p14:nvContentPartPr>
            <p14:xfrm>
              <a:off x="10054635" y="5204304"/>
              <a:ext cx="297206" cy="245304"/>
            </p14:xfrm>
          </p:contentPart>
        </mc:Choice>
        <mc:Fallback xmlns="">
          <p:sp>
            <p:nvSpPr>
              <p:cNvPr id="1054192" name=""/>
              <p:cNvSpPr/>
              <p:nvPr/>
            </p:nvSpPr>
            <p:spPr>
              <a:xfrm>
                <a:off x="10054635" y="5204304"/>
                <a:ext cx="297206" cy="245304"/>
              </a:xfrm>
            </p:spPr>
          </p:sp>
        </mc:Fallback>
      </mc:AlternateContent>
      <mc:AlternateContent xmlns:mc="http://schemas.openxmlformats.org/markup-compatibility/2006" xmlns:p14="http://schemas.microsoft.com/office/powerpoint/2010/main">
        <mc:Choice Requires="p14">
          <p:contentPart p14:bwMode="auto" r:id="rId56">
            <p14:nvContentPartPr>
              <p14:cNvPr id="1054193" name="墨迹 1054192"/>
              <p14:cNvContentPartPr/>
              <p14:nvPr/>
            </p14:nvContentPartPr>
            <p14:xfrm>
              <a:off x="10407277" y="4899220"/>
              <a:ext cx="272766" cy="691745"/>
            </p14:xfrm>
          </p:contentPart>
        </mc:Choice>
        <mc:Fallback xmlns="">
          <p:sp>
            <p:nvSpPr>
              <p:cNvPr id="1054193" name=""/>
              <p:cNvSpPr/>
              <p:nvPr/>
            </p:nvSpPr>
            <p:spPr>
              <a:xfrm>
                <a:off x="10407277" y="4899220"/>
                <a:ext cx="272766" cy="691745"/>
              </a:xfrm>
            </p:spPr>
          </p:sp>
        </mc:Fallback>
      </mc:AlternateContent>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313" name="Picture 5"/>
          <p:cNvPicPr>
            <a:picLocks noChangeAspect="1" noChangeArrowheads="1"/>
          </p:cNvPicPr>
          <p:nvPr/>
        </p:nvPicPr>
        <p:blipFill>
          <a:blip r:embed="rId2"/>
          <a:srcRect/>
          <a:stretch>
            <a:fillRect/>
          </a:stretch>
        </p:blipFill>
        <p:spPr bwMode="auto">
          <a:xfrm>
            <a:off x="3721100" y="1484313"/>
            <a:ext cx="4821238" cy="4822825"/>
          </a:xfrm>
          <a:prstGeom prst="rect">
            <a:avLst/>
          </a:prstGeom>
          <a:noFill/>
          <a:ln>
            <a:noFill/>
          </a:ln>
          <a:effectLst/>
        </p:spPr>
      </p:pic>
      <p:sp>
        <p:nvSpPr>
          <p:cNvPr id="1052430"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431" name="Arrow: Left 3"/>
          <p:cNvSpPr/>
          <p:nvPr/>
        </p:nvSpPr>
        <p:spPr bwMode="auto">
          <a:xfrm rot="20483037">
            <a:off x="6662738" y="4013200"/>
            <a:ext cx="2230437" cy="104775"/>
          </a:xfrm>
          <a:prstGeom prst="leftArrow">
            <a:avLst/>
          </a:prstGeom>
          <a:solidFill>
            <a:schemeClr val="bg1"/>
          </a:solidFill>
          <a:ln w="9525" cap="flat" cmpd="sng" algn="ctr">
            <a:solidFill>
              <a:schemeClr val="tx1"/>
            </a:solidFill>
            <a:prstDash val="solid"/>
            <a:round/>
            <a:headEnd type="none" w="med" len="med"/>
            <a:tailEnd type="none" w="med" len="med"/>
          </a:ln>
        </p:spPr>
        <p:txBody>
          <a:bodyPr lIns="91404" tIns="45702" rIns="91404" bIns="45702"/>
          <a:lstStyle/>
          <a:p>
            <a:pPr defTabSz="914034" eaLnBrk="1" hangingPunct="1"/>
            <a:endParaRPr lang="en-US" sz="1799"/>
          </a:p>
        </p:txBody>
      </p:sp>
      <p:sp>
        <p:nvSpPr>
          <p:cNvPr id="1052432" name="TextBox 4"/>
          <p:cNvSpPr txBox="1"/>
          <p:nvPr/>
        </p:nvSpPr>
        <p:spPr>
          <a:xfrm>
            <a:off x="524947" y="3103797"/>
            <a:ext cx="1643380" cy="434341"/>
          </a:xfrm>
          <a:prstGeom prst="rect">
            <a:avLst/>
          </a:prstGeom>
          <a:noFill/>
        </p:spPr>
        <p:txBody>
          <a:bodyPr wrap="none">
            <a:spAutoFit/>
          </a:bodyPr>
          <a:lstStyle>
            <a:defPPr>
              <a:defRPr lang="zh-CN"/>
            </a:defPPr>
            <a:lvl1pPr>
              <a:defRPr sz="2399">
                <a:latin typeface="Times New Roman" panose="02020603050405020304" pitchFamily="18" charset="0"/>
                <a:cs typeface="Times New Roman" panose="02020603050405020304" pitchFamily="18" charset="0"/>
              </a:defRPr>
            </a:lvl1pPr>
          </a:lstStyle>
          <a:p>
            <a:r>
              <a:rPr lang="zh-CN" altLang="en-US" dirty="0">
                <a:latin typeface="黑体" panose="02010609060101010101" pitchFamily="49" charset="-122"/>
                <a:ea typeface="黑体" panose="02010609060101010101" pitchFamily="49" charset="-122"/>
              </a:rPr>
              <a:t>全局最小值</a:t>
            </a:r>
            <a:endParaRPr lang="en-US" dirty="0">
              <a:latin typeface="黑体" panose="02010609060101010101" pitchFamily="49" charset="-122"/>
              <a:ea typeface="黑体" panose="02010609060101010101" pitchFamily="49" charset="-122"/>
            </a:endParaRPr>
          </a:p>
        </p:txBody>
      </p:sp>
      <p:sp>
        <p:nvSpPr>
          <p:cNvPr id="1052433" name="Arrow: Left 14"/>
          <p:cNvSpPr/>
          <p:nvPr/>
        </p:nvSpPr>
        <p:spPr bwMode="auto">
          <a:xfrm rot="10265254">
            <a:off x="2243138" y="3057525"/>
            <a:ext cx="2232025" cy="104775"/>
          </a:xfrm>
          <a:prstGeom prst="leftArrow">
            <a:avLst/>
          </a:prstGeom>
          <a:solidFill>
            <a:schemeClr val="bg1"/>
          </a:solidFill>
          <a:ln w="9525" cap="flat" cmpd="sng" algn="ctr">
            <a:solidFill>
              <a:schemeClr val="tx1"/>
            </a:solidFill>
            <a:prstDash val="solid"/>
            <a:round/>
            <a:headEnd type="none" w="med" len="med"/>
            <a:tailEnd type="none" w="med" len="med"/>
          </a:ln>
        </p:spPr>
        <p:txBody>
          <a:bodyPr lIns="91404" tIns="45702" rIns="91404" bIns="45702"/>
          <a:lstStyle/>
          <a:p>
            <a:pPr defTabSz="914034" eaLnBrk="1" hangingPunct="1"/>
            <a:endParaRPr lang="en-US" sz="1799"/>
          </a:p>
        </p:txBody>
      </p:sp>
      <p:sp>
        <p:nvSpPr>
          <p:cNvPr id="1052434" name="TextBox 15"/>
          <p:cNvSpPr txBox="1"/>
          <p:nvPr/>
        </p:nvSpPr>
        <p:spPr>
          <a:xfrm>
            <a:off x="8851550" y="3334566"/>
            <a:ext cx="1643380" cy="434340"/>
          </a:xfrm>
          <a:prstGeom prst="rect">
            <a:avLst/>
          </a:prstGeom>
          <a:noFill/>
        </p:spPr>
        <p:txBody>
          <a:bodyPr wrap="none">
            <a:spAutoFit/>
          </a:bodyPr>
          <a:lstStyle/>
          <a:p>
            <a:r>
              <a:rPr lang="zh-CN" altLang="en-US" sz="2399" dirty="0">
                <a:latin typeface="黑体" panose="02010609060101010101" pitchFamily="49" charset="-122"/>
                <a:ea typeface="黑体" panose="02010609060101010101" pitchFamily="49" charset="-122"/>
                <a:cs typeface="Times New Roman" panose="02020603050405020304" pitchFamily="18" charset="0"/>
              </a:rPr>
              <a:t>区域最小值</a:t>
            </a:r>
            <a:endParaRPr lang="en-US" sz="2399" dirty="0">
              <a:latin typeface="黑体" panose="02010609060101010101" pitchFamily="49" charset="-122"/>
              <a:ea typeface="黑体" panose="02010609060101010101" pitchFamily="49" charset="-122"/>
              <a:cs typeface="Times New Roman" panose="02020603050405020304" pitchFamily="18" charset="0"/>
            </a:endParaRPr>
          </a:p>
        </p:txBody>
      </p:sp>
      <p:sp>
        <p:nvSpPr>
          <p:cNvPr id="1052435" name="Arrow: Left 16"/>
          <p:cNvSpPr/>
          <p:nvPr/>
        </p:nvSpPr>
        <p:spPr bwMode="auto">
          <a:xfrm rot="9344542">
            <a:off x="3074988" y="4506913"/>
            <a:ext cx="1166812" cy="77787"/>
          </a:xfrm>
          <a:prstGeom prst="leftArrow">
            <a:avLst/>
          </a:prstGeom>
          <a:solidFill>
            <a:schemeClr val="bg1"/>
          </a:solidFill>
          <a:ln w="9525" cap="flat" cmpd="sng" algn="ctr">
            <a:solidFill>
              <a:schemeClr val="tx1"/>
            </a:solidFill>
            <a:prstDash val="solid"/>
            <a:round/>
            <a:headEnd type="none" w="med" len="med"/>
            <a:tailEnd type="none" w="med" len="med"/>
          </a:ln>
        </p:spPr>
        <p:txBody>
          <a:bodyPr lIns="91404" tIns="45702" rIns="91404" bIns="45702"/>
          <a:lstStyle/>
          <a:p>
            <a:pPr defTabSz="914034" eaLnBrk="1" hangingPunct="1"/>
            <a:endParaRPr lang="en-US" sz="1799"/>
          </a:p>
        </p:txBody>
      </p:sp>
      <p:sp>
        <p:nvSpPr>
          <p:cNvPr id="1052436" name="TextBox 17"/>
          <p:cNvSpPr txBox="1"/>
          <p:nvPr/>
        </p:nvSpPr>
        <p:spPr>
          <a:xfrm>
            <a:off x="1323190" y="4590184"/>
            <a:ext cx="1643380" cy="434341"/>
          </a:xfrm>
          <a:prstGeom prst="rect">
            <a:avLst/>
          </a:prstGeom>
          <a:noFill/>
        </p:spPr>
        <p:txBody>
          <a:bodyPr wrap="none">
            <a:spAutoFit/>
          </a:bodyPr>
          <a:lstStyle>
            <a:defPPr>
              <a:defRPr lang="zh-CN"/>
            </a:defPPr>
            <a:lvl1pPr>
              <a:defRPr sz="2399">
                <a:latin typeface="Times New Roman" panose="02020603050405020304" pitchFamily="18" charset="0"/>
                <a:cs typeface="Times New Roman" panose="02020603050405020304" pitchFamily="18" charset="0"/>
              </a:defRPr>
            </a:lvl1pPr>
          </a:lstStyle>
          <a:p>
            <a:r>
              <a:rPr lang="zh-CN" altLang="en-US" dirty="0">
                <a:latin typeface="黑体" panose="02010609060101010101" pitchFamily="49" charset="-122"/>
                <a:ea typeface="黑体" panose="02010609060101010101" pitchFamily="49" charset="-122"/>
              </a:rPr>
              <a:t>局部最小值</a:t>
            </a:r>
            <a:endParaRPr lang="en-US" dirty="0">
              <a:latin typeface="黑体" panose="02010609060101010101" pitchFamily="49" charset="-122"/>
              <a:ea typeface="黑体" panose="02010609060101010101" pitchFamily="49" charset="-122"/>
            </a:endParaRPr>
          </a:p>
        </p:txBody>
      </p:sp>
      <p:sp>
        <p:nvSpPr>
          <p:cNvPr id="1052437"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438" name="TextBox 11"/>
          <p:cNvSpPr txBox="1"/>
          <p:nvPr/>
        </p:nvSpPr>
        <p:spPr>
          <a:xfrm>
            <a:off x="1416050" y="1674813"/>
            <a:ext cx="9977438" cy="4415791"/>
          </a:xfrm>
          <a:prstGeom prst="rect">
            <a:avLst/>
          </a:prstGeom>
          <a:noFill/>
          <a:ln w="9525">
            <a:noFill/>
          </a:ln>
        </p:spPr>
        <p:txBody>
          <a:bodyPr>
            <a:spAutoFit/>
          </a:bodyPr>
          <a:lstStyle/>
          <a:p>
            <a:pPr>
              <a:lnSpc>
                <a:spcPct val="150000"/>
              </a:lnSpc>
              <a:spcAft>
                <a:spcPts val="600"/>
              </a:spcAft>
            </a:pP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       分水岭算法，又称水域分割、流域分割或</a:t>
            </a:r>
            <a:r>
              <a:rPr lang="en-US" altLang="zh-CN"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Watershed</a:t>
            </a: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变换，是</a:t>
            </a:r>
            <a:r>
              <a:rPr lang="zh-CN" altLang="en-US" sz="1999"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模仿地形浸没过程</a:t>
            </a: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的一种形态学分割算法。以对图像进行三维可视化处理为基础，其中两个是坐标值另一个是灰度值，对于这样一种“地形学”的解释，考虑三类点</a:t>
            </a:r>
            <a:r>
              <a:rPr lang="en-US" altLang="zh-CN"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a:t>
            </a:r>
          </a:p>
          <a:p>
            <a:pPr marL="457017" indent="-457017">
              <a:lnSpc>
                <a:spcPct val="150000"/>
              </a:lnSpc>
              <a:spcAft>
                <a:spcPts val="600"/>
              </a:spcAft>
              <a:buFont typeface="+mj-lt"/>
              <a:buAutoNum type="alphaLcParenR"/>
            </a:pP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局部极小值点；</a:t>
            </a:r>
            <a:r>
              <a:rPr lang="en-US" altLang="zh-CN"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 </a:t>
            </a:r>
          </a:p>
          <a:p>
            <a:pPr marL="457017" indent="-457017">
              <a:lnSpc>
                <a:spcPct val="150000"/>
              </a:lnSpc>
              <a:spcAft>
                <a:spcPts val="600"/>
              </a:spcAft>
              <a:buFont typeface="+mj-lt"/>
              <a:buAutoNum type="alphaLcParenR"/>
            </a:pP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当一滴水放在某一位置的时候，水一定会下落到一个单一的极小值；</a:t>
            </a:r>
            <a:endParaRPr lang="en-US" altLang="zh-CN"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endParaRPr>
          </a:p>
          <a:p>
            <a:pPr marL="457017" indent="-457017">
              <a:lnSpc>
                <a:spcPct val="150000"/>
              </a:lnSpc>
              <a:spcAft>
                <a:spcPts val="600"/>
              </a:spcAft>
              <a:buFont typeface="+mj-lt"/>
              <a:buAutoNum type="alphaLcParenR"/>
            </a:pP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当水处在某个点的位置上时，水会等概率的流向不止一个这样的极小值点。</a:t>
            </a:r>
            <a:endParaRPr lang="en-US" altLang="zh-CN"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endParaRPr>
          </a:p>
          <a:p>
            <a:pPr marL="457017" indent="-457017">
              <a:lnSpc>
                <a:spcPct val="150000"/>
              </a:lnSpc>
              <a:spcAft>
                <a:spcPts val="600"/>
              </a:spcAft>
              <a:buFont typeface="+mj-lt"/>
              <a:buAutoNum type="alphaLcParenR"/>
            </a:pPr>
            <a:endPar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spcAft>
                <a:spcPts val="600"/>
              </a:spcAft>
            </a:pP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       满足条件</a:t>
            </a:r>
            <a:r>
              <a:rPr lang="en-US" altLang="zh-CN"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的点称为这个极小值的“集水盆地”，满足条件</a:t>
            </a:r>
            <a:r>
              <a:rPr lang="en-US" altLang="zh-CN"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(c)</a:t>
            </a: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的点组成地形表面的峰线，称为“分水岭”。 </a:t>
            </a:r>
          </a:p>
        </p:txBody>
      </p:sp>
      <p:sp>
        <p:nvSpPr>
          <p:cNvPr id="1052439"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440"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
        <p:nvSpPr>
          <p:cNvPr id="1052441" name="Rectangle 8"/>
          <p:cNvSpPr>
            <a:spLocks noChangeArrowheads="1"/>
          </p:cNvSpPr>
          <p:nvPr/>
        </p:nvSpPr>
        <p:spPr bwMode="auto">
          <a:xfrm>
            <a:off x="1181100" y="1014413"/>
            <a:ext cx="2476500" cy="400050"/>
          </a:xfrm>
          <a:prstGeom prst="rect">
            <a:avLst/>
          </a:prstGeom>
          <a:noFill/>
          <a:ln>
            <a:noFill/>
          </a:ln>
          <a:effectLst/>
        </p:spPr>
        <p:txBody>
          <a:bodyPr anchor="ctr">
            <a:spAutoFit/>
          </a:bodyPr>
          <a:lstStyle/>
          <a:p>
            <a:pPr eaLnBrk="1" hangingPunct="1">
              <a:buClr>
                <a:schemeClr val="accent2"/>
              </a:buClr>
            </a:pPr>
            <a:r>
              <a:rPr lang="zh-CN" altLang="en-US" sz="2000" b="1"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算法简介</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444" name="Rectangle 8"/>
          <p:cNvSpPr>
            <a:spLocks noChangeArrowheads="1"/>
          </p:cNvSpPr>
          <p:nvPr/>
        </p:nvSpPr>
        <p:spPr bwMode="auto">
          <a:xfrm>
            <a:off x="1181100" y="1014383"/>
            <a:ext cx="2889250" cy="400110"/>
          </a:xfrm>
          <a:prstGeom prst="rect">
            <a:avLst/>
          </a:prstGeom>
          <a:noFill/>
          <a:ln>
            <a:noFill/>
          </a:ln>
          <a:effectLst/>
        </p:spPr>
        <p:txBody>
          <a:bodyPr wrap="square" anchor="ctr">
            <a:spAutoFit/>
          </a:bodyPr>
          <a:lstStyle/>
          <a:p>
            <a:pPr eaLnBrk="1" hangingPunct="1">
              <a:buClr>
                <a:schemeClr val="accent2"/>
              </a:buClr>
            </a:pPr>
            <a:r>
              <a:rPr lang="zh-CN" altLang="en-US" sz="2000" b="1" dirty="0">
                <a:solidFill>
                  <a:schemeClr val="bg1">
                    <a:lumMod val="50000"/>
                  </a:schemeClr>
                </a:solidFill>
                <a:latin typeface="黑体" panose="02010609060101010101" pitchFamily="49" charset="-122"/>
                <a:ea typeface="黑体" panose="02010609060101010101" pitchFamily="49" charset="-122"/>
              </a:rPr>
              <a:t>基本思想（浸没模型）</a:t>
            </a:r>
          </a:p>
        </p:txBody>
      </p:sp>
      <p:sp>
        <p:nvSpPr>
          <p:cNvPr id="1052445"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
        <p:nvSpPr>
          <p:cNvPr id="1052446"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pic>
        <p:nvPicPr>
          <p:cNvPr id="2097314" name="Picture 7"/>
          <p:cNvPicPr>
            <a:picLocks noChangeAspect="1" noChangeArrowheads="1"/>
          </p:cNvPicPr>
          <p:nvPr/>
        </p:nvPicPr>
        <p:blipFill>
          <a:blip r:embed="rId2"/>
          <a:srcRect/>
          <a:stretch>
            <a:fillRect/>
          </a:stretch>
        </p:blipFill>
        <p:spPr bwMode="auto">
          <a:xfrm>
            <a:off x="4224338" y="3141663"/>
            <a:ext cx="3482975" cy="2255837"/>
          </a:xfrm>
          <a:prstGeom prst="rect">
            <a:avLst/>
          </a:prstGeom>
          <a:noFill/>
          <a:ln>
            <a:noFill/>
          </a:ln>
        </p:spPr>
      </p:pic>
      <p:sp>
        <p:nvSpPr>
          <p:cNvPr id="1052447" name="Text Box 8"/>
          <p:cNvSpPr txBox="1">
            <a:spLocks noChangeArrowheads="1"/>
          </p:cNvSpPr>
          <p:nvPr/>
        </p:nvSpPr>
        <p:spPr bwMode="auto">
          <a:xfrm>
            <a:off x="7958138" y="3141663"/>
            <a:ext cx="457200" cy="2225041"/>
          </a:xfrm>
          <a:prstGeom prst="rect">
            <a:avLst/>
          </a:prstGeom>
          <a:noFill/>
          <a:ln>
            <a:noFill/>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000000"/>
                </a:solidFill>
                <a:latin typeface="黑体" panose="02010609060101010101" pitchFamily="49" charset="-122"/>
                <a:ea typeface="黑体" panose="02010609060101010101" pitchFamily="49" charset="-122"/>
              </a:rPr>
              <a:t>地形浸没过程说明</a:t>
            </a:r>
          </a:p>
        </p:txBody>
      </p:sp>
      <p:sp>
        <p:nvSpPr>
          <p:cNvPr id="1052448" name="Text Box 9"/>
          <p:cNvSpPr txBox="1">
            <a:spLocks noChangeArrowheads="1"/>
          </p:cNvSpPr>
          <p:nvPr/>
        </p:nvSpPr>
        <p:spPr bwMode="auto">
          <a:xfrm>
            <a:off x="1747838" y="1666875"/>
            <a:ext cx="3819525" cy="400050"/>
          </a:xfrm>
          <a:prstGeom prst="rect">
            <a:avLst/>
          </a:prstGeom>
          <a:noFill/>
          <a:ln>
            <a:noFill/>
          </a:ln>
          <a:effectLst/>
        </p:spPr>
        <p:txBody>
          <a:bodyPr>
            <a:spAutoFit/>
          </a:bodyPr>
          <a:lstStyle/>
          <a:p>
            <a:pPr eaLnBrk="1" hangingPunct="1"/>
            <a:r>
              <a:rPr lang="zh-CN" altLang="en-US" sz="2000" dirty="0">
                <a:solidFill>
                  <a:schemeClr val="bg1">
                    <a:lumMod val="50000"/>
                  </a:schemeClr>
                </a:solidFill>
                <a:latin typeface="黑体" panose="02010609060101010101" pitchFamily="49" charset="-122"/>
                <a:ea typeface="黑体" panose="02010609060101010101" pitchFamily="49" charset="-122"/>
              </a:rPr>
              <a:t>模仿地形浸没的过程</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315" name="Picture 8"/>
          <p:cNvPicPr>
            <a:picLocks noChangeAspect="1" noChangeArrowheads="1"/>
          </p:cNvPicPr>
          <p:nvPr/>
        </p:nvPicPr>
        <p:blipFill>
          <a:blip r:embed="rId2"/>
          <a:srcRect/>
          <a:stretch>
            <a:fillRect/>
          </a:stretch>
        </p:blipFill>
        <p:spPr bwMode="auto">
          <a:xfrm>
            <a:off x="2051050" y="1755775"/>
            <a:ext cx="8564563" cy="4811713"/>
          </a:xfrm>
          <a:prstGeom prst="rect">
            <a:avLst/>
          </a:prstGeom>
          <a:noFill/>
          <a:ln>
            <a:noFill/>
          </a:ln>
        </p:spPr>
      </p:pic>
      <p:sp>
        <p:nvSpPr>
          <p:cNvPr id="1052449" name="TextBox 11"/>
          <p:cNvSpPr txBox="1">
            <a:spLocks noChangeArrowheads="1"/>
          </p:cNvSpPr>
          <p:nvPr/>
        </p:nvSpPr>
        <p:spPr bwMode="auto">
          <a:xfrm>
            <a:off x="1014413" y="909638"/>
            <a:ext cx="2849562" cy="400050"/>
          </a:xfrm>
          <a:prstGeom prst="rect">
            <a:avLst/>
          </a:prstGeom>
          <a:noFill/>
          <a:ln>
            <a:noFill/>
          </a:ln>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accent2"/>
              </a:buClr>
            </a:pPr>
            <a:r>
              <a:rPr lang="zh-CN" altLang="en-US" sz="2000" b="1">
                <a:solidFill>
                  <a:srgbClr val="004F58"/>
                </a:solidFill>
                <a:latin typeface="黑体" panose="02010609060101010101" pitchFamily="49" charset="-122"/>
                <a:ea typeface="黑体" panose="02010609060101010101" pitchFamily="49" charset="-122"/>
              </a:rPr>
              <a:t>分水岭算法：</a:t>
            </a:r>
          </a:p>
        </p:txBody>
      </p:sp>
      <p:sp>
        <p:nvSpPr>
          <p:cNvPr id="1052450"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451"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452" name="Rectangle 4"/>
          <p:cNvSpPr>
            <a:spLocks noChangeArrowheads="1"/>
          </p:cNvSpPr>
          <p:nvPr/>
        </p:nvSpPr>
        <p:spPr bwMode="auto">
          <a:xfrm>
            <a:off x="1525588" y="2058988"/>
            <a:ext cx="184150" cy="369887"/>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pic>
        <p:nvPicPr>
          <p:cNvPr id="2097316" name="Picture 6"/>
          <p:cNvPicPr>
            <a:picLocks noChangeAspect="1" noChangeArrowheads="1"/>
          </p:cNvPicPr>
          <p:nvPr/>
        </p:nvPicPr>
        <p:blipFill>
          <a:blip r:embed="rId2"/>
          <a:srcRect/>
          <a:stretch>
            <a:fillRect/>
          </a:stretch>
        </p:blipFill>
        <p:spPr bwMode="auto">
          <a:xfrm>
            <a:off x="1946275" y="1844675"/>
            <a:ext cx="8299450" cy="4708525"/>
          </a:xfrm>
          <a:prstGeom prst="rect">
            <a:avLst/>
          </a:prstGeom>
          <a:noFill/>
          <a:ln>
            <a:noFill/>
          </a:ln>
          <a:effectLst/>
        </p:spPr>
      </p:pic>
      <p:sp>
        <p:nvSpPr>
          <p:cNvPr id="1052453" name="TextBox 11"/>
          <p:cNvSpPr txBox="1">
            <a:spLocks noChangeArrowheads="1"/>
          </p:cNvSpPr>
          <p:nvPr/>
        </p:nvSpPr>
        <p:spPr bwMode="auto">
          <a:xfrm>
            <a:off x="1014413" y="909638"/>
            <a:ext cx="2849562" cy="400050"/>
          </a:xfrm>
          <a:prstGeom prst="rect">
            <a:avLst/>
          </a:prstGeom>
          <a:noFill/>
          <a:ln>
            <a:noFill/>
          </a:ln>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accent2"/>
              </a:buClr>
            </a:pPr>
            <a:r>
              <a:rPr lang="zh-CN" altLang="en-US" sz="2000" b="1">
                <a:solidFill>
                  <a:srgbClr val="004F58"/>
                </a:solidFill>
                <a:latin typeface="黑体" panose="02010609060101010101" pitchFamily="49" charset="-122"/>
                <a:ea typeface="黑体" panose="02010609060101010101" pitchFamily="49" charset="-122"/>
              </a:rPr>
              <a:t>分水岭算法：</a:t>
            </a:r>
          </a:p>
        </p:txBody>
      </p:sp>
      <p:sp>
        <p:nvSpPr>
          <p:cNvPr id="1052454"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455"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456" name="Rectangle 4"/>
          <p:cNvSpPr>
            <a:spLocks noChangeArrowheads="1"/>
          </p:cNvSpPr>
          <p:nvPr/>
        </p:nvSpPr>
        <p:spPr bwMode="auto">
          <a:xfrm>
            <a:off x="1525588" y="2058988"/>
            <a:ext cx="184150" cy="369887"/>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pic>
        <p:nvPicPr>
          <p:cNvPr id="2097317" name="Picture 6"/>
          <p:cNvPicPr>
            <a:picLocks noChangeAspect="1" noChangeArrowheads="1"/>
          </p:cNvPicPr>
          <p:nvPr/>
        </p:nvPicPr>
        <p:blipFill>
          <a:blip r:embed="rId2"/>
          <a:srcRect/>
          <a:stretch>
            <a:fillRect/>
          </a:stretch>
        </p:blipFill>
        <p:spPr bwMode="auto">
          <a:xfrm>
            <a:off x="1841500" y="1741488"/>
            <a:ext cx="8509000" cy="4767262"/>
          </a:xfrm>
          <a:prstGeom prst="rect">
            <a:avLst/>
          </a:prstGeom>
          <a:noFill/>
          <a:ln>
            <a:noFill/>
          </a:ln>
          <a:effectLst/>
        </p:spPr>
      </p:pic>
      <p:sp>
        <p:nvSpPr>
          <p:cNvPr id="1052457" name="TextBox 11"/>
          <p:cNvSpPr txBox="1">
            <a:spLocks noChangeArrowheads="1"/>
          </p:cNvSpPr>
          <p:nvPr/>
        </p:nvSpPr>
        <p:spPr bwMode="auto">
          <a:xfrm>
            <a:off x="1014413" y="909638"/>
            <a:ext cx="2849562" cy="400050"/>
          </a:xfrm>
          <a:prstGeom prst="rect">
            <a:avLst/>
          </a:prstGeom>
          <a:noFill/>
          <a:ln>
            <a:noFill/>
          </a:ln>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accent2"/>
              </a:buClr>
            </a:pPr>
            <a:r>
              <a:rPr lang="zh-CN" altLang="en-US" sz="2000" b="1">
                <a:solidFill>
                  <a:srgbClr val="004F58"/>
                </a:solidFill>
                <a:latin typeface="黑体" panose="02010609060101010101" pitchFamily="49" charset="-122"/>
                <a:ea typeface="黑体" panose="02010609060101010101" pitchFamily="49" charset="-122"/>
              </a:rPr>
              <a:t>分水岭算法：</a:t>
            </a:r>
          </a:p>
        </p:txBody>
      </p:sp>
      <p:sp>
        <p:nvSpPr>
          <p:cNvPr id="1052458"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459"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mc:AlternateContent xmlns:mc="http://schemas.openxmlformats.org/markup-compatibility/2006" xmlns:p14="http://schemas.microsoft.com/office/powerpoint/2010/main">
        <mc:Choice Requires="p14">
          <p:contentPart p14:bwMode="auto" r:id="rId3">
            <p14:nvContentPartPr>
              <p14:cNvPr id="1054194" name="墨迹 1054193"/>
              <p14:cNvContentPartPr/>
              <p14:nvPr/>
            </p14:nvContentPartPr>
            <p14:xfrm>
              <a:off x="9548428" y="2531489"/>
              <a:ext cx="0" cy="0"/>
            </p14:xfrm>
          </p:contentPart>
        </mc:Choice>
        <mc:Fallback xmlns="">
          <p:sp>
            <p:nvSpPr>
              <p:cNvPr id="1054194" name=""/>
              <p:cNvSpPr/>
              <p:nvPr/>
            </p:nvSpPr>
            <p:spPr>
              <a:xfrm>
                <a:off x="9548428" y="2531489"/>
                <a:ext cx="0" cy="0"/>
              </a:xfrm>
            </p:spPr>
          </p:sp>
        </mc:Fallback>
      </mc:AlternateContent>
      <mc:AlternateContent xmlns:mc="http://schemas.openxmlformats.org/markup-compatibility/2006" xmlns:p14="http://schemas.microsoft.com/office/powerpoint/2010/main">
        <mc:Choice Requires="p14">
          <p:contentPart p14:bwMode="auto" r:id="rId4">
            <p14:nvContentPartPr>
              <p14:cNvPr id="1054195" name="墨迹 1054194"/>
              <p14:cNvContentPartPr/>
              <p14:nvPr/>
            </p14:nvContentPartPr>
            <p14:xfrm>
              <a:off x="7091711" y="1221358"/>
              <a:ext cx="186045" cy="267658"/>
            </p14:xfrm>
          </p:contentPart>
        </mc:Choice>
        <mc:Fallback xmlns="">
          <p:sp>
            <p:nvSpPr>
              <p:cNvPr id="1054195" name=""/>
              <p:cNvSpPr/>
              <p:nvPr/>
            </p:nvSpPr>
            <p:spPr>
              <a:xfrm>
                <a:off x="7091711" y="1221358"/>
                <a:ext cx="186045" cy="267658"/>
              </a:xfrm>
            </p:spPr>
          </p:sp>
        </mc:Fallback>
      </mc:AlternateContent>
      <mc:AlternateContent xmlns:mc="http://schemas.openxmlformats.org/markup-compatibility/2006" xmlns:p14="http://schemas.microsoft.com/office/powerpoint/2010/main">
        <mc:Choice Requires="p14">
          <p:contentPart p14:bwMode="auto" r:id="rId5">
            <p14:nvContentPartPr>
              <p14:cNvPr id="1054196" name="墨迹 1054195"/>
              <p14:cNvContentPartPr/>
              <p14:nvPr/>
            </p14:nvContentPartPr>
            <p14:xfrm>
              <a:off x="7223648" y="1083947"/>
              <a:ext cx="31994" cy="274075"/>
            </p14:xfrm>
          </p:contentPart>
        </mc:Choice>
        <mc:Fallback xmlns="">
          <p:sp>
            <p:nvSpPr>
              <p:cNvPr id="1054196" name=""/>
              <p:cNvSpPr/>
              <p:nvPr/>
            </p:nvSpPr>
            <p:spPr>
              <a:xfrm>
                <a:off x="7223648" y="1083947"/>
                <a:ext cx="31994" cy="274075"/>
              </a:xfrm>
            </p:spPr>
          </p:sp>
        </mc:Fallback>
      </mc:AlternateContent>
      <mc:AlternateContent xmlns:mc="http://schemas.openxmlformats.org/markup-compatibility/2006" xmlns:p14="http://schemas.microsoft.com/office/powerpoint/2010/main">
        <mc:Choice Requires="p14">
          <p:contentPart p14:bwMode="auto" r:id="rId6">
            <p14:nvContentPartPr>
              <p14:cNvPr id="1054197" name="墨迹 1054196"/>
              <p14:cNvContentPartPr/>
              <p14:nvPr/>
            </p14:nvContentPartPr>
            <p14:xfrm>
              <a:off x="7317534" y="1187979"/>
              <a:ext cx="15594" cy="326132"/>
            </p14:xfrm>
          </p:contentPart>
        </mc:Choice>
        <mc:Fallback xmlns="">
          <p:sp>
            <p:nvSpPr>
              <p:cNvPr id="1054197" name=""/>
              <p:cNvSpPr/>
              <p:nvPr/>
            </p:nvSpPr>
            <p:spPr>
              <a:xfrm>
                <a:off x="7317534" y="1187979"/>
                <a:ext cx="15594" cy="326132"/>
              </a:xfrm>
            </p:spPr>
          </p:sp>
        </mc:Fallback>
      </mc:AlternateContent>
      <mc:AlternateContent xmlns:mc="http://schemas.openxmlformats.org/markup-compatibility/2006" xmlns:p14="http://schemas.microsoft.com/office/powerpoint/2010/main">
        <mc:Choice Requires="p14">
          <p:contentPart p14:bwMode="auto" r:id="rId7">
            <p14:nvContentPartPr>
              <p14:cNvPr id="1054198" name="墨迹 1054197"/>
              <p14:cNvContentPartPr/>
              <p14:nvPr/>
            </p14:nvContentPartPr>
            <p14:xfrm>
              <a:off x="7778265" y="875328"/>
              <a:ext cx="33118" cy="258863"/>
            </p14:xfrm>
          </p:contentPart>
        </mc:Choice>
        <mc:Fallback xmlns="">
          <p:sp>
            <p:nvSpPr>
              <p:cNvPr id="1054198" name=""/>
              <p:cNvSpPr/>
              <p:nvPr/>
            </p:nvSpPr>
            <p:spPr>
              <a:xfrm>
                <a:off x="7778265" y="875328"/>
                <a:ext cx="33118" cy="258863"/>
              </a:xfrm>
            </p:spPr>
          </p:sp>
        </mc:Fallback>
      </mc:AlternateContent>
      <mc:AlternateContent xmlns:mc="http://schemas.openxmlformats.org/markup-compatibility/2006" xmlns:p14="http://schemas.microsoft.com/office/powerpoint/2010/main">
        <mc:Choice Requires="p14">
          <p:contentPart p14:bwMode="auto" r:id="rId8">
            <p14:nvContentPartPr>
              <p14:cNvPr id="1054199" name="墨迹 1054198"/>
              <p14:cNvContentPartPr/>
              <p14:nvPr/>
            </p14:nvContentPartPr>
            <p14:xfrm>
              <a:off x="7655955" y="981585"/>
              <a:ext cx="63467" cy="127193"/>
            </p14:xfrm>
          </p:contentPart>
        </mc:Choice>
        <mc:Fallback xmlns="">
          <p:sp>
            <p:nvSpPr>
              <p:cNvPr id="1054199" name=""/>
              <p:cNvSpPr/>
              <p:nvPr/>
            </p:nvSpPr>
            <p:spPr>
              <a:xfrm>
                <a:off x="7655955" y="981585"/>
                <a:ext cx="63467" cy="127193"/>
              </a:xfrm>
            </p:spPr>
          </p:sp>
        </mc:Fallback>
      </mc:AlternateContent>
      <mc:AlternateContent xmlns:mc="http://schemas.openxmlformats.org/markup-compatibility/2006" xmlns:p14="http://schemas.microsoft.com/office/powerpoint/2010/main">
        <mc:Choice Requires="p14">
          <p:contentPart p14:bwMode="auto" r:id="rId9">
            <p14:nvContentPartPr>
              <p14:cNvPr id="1054200" name="墨迹 1054199"/>
              <p14:cNvContentPartPr/>
              <p14:nvPr/>
            </p14:nvContentPartPr>
            <p14:xfrm>
              <a:off x="7833522" y="1005506"/>
              <a:ext cx="58384" cy="46753"/>
            </p14:xfrm>
          </p:contentPart>
        </mc:Choice>
        <mc:Fallback xmlns="">
          <p:sp>
            <p:nvSpPr>
              <p:cNvPr id="1054200" name=""/>
              <p:cNvSpPr/>
              <p:nvPr/>
            </p:nvSpPr>
            <p:spPr>
              <a:xfrm>
                <a:off x="7833522" y="1005506"/>
                <a:ext cx="58384" cy="46753"/>
              </a:xfrm>
            </p:spPr>
          </p:sp>
        </mc:Fallback>
      </mc:AlternateContent>
      <mc:AlternateContent xmlns:mc="http://schemas.openxmlformats.org/markup-compatibility/2006" xmlns:p14="http://schemas.microsoft.com/office/powerpoint/2010/main">
        <mc:Choice Requires="p14">
          <p:contentPart p14:bwMode="auto" r:id="rId10">
            <p14:nvContentPartPr>
              <p14:cNvPr id="1054201" name="墨迹 1054200"/>
              <p14:cNvContentPartPr/>
              <p14:nvPr/>
            </p14:nvContentPartPr>
            <p14:xfrm>
              <a:off x="7614971" y="1199332"/>
              <a:ext cx="287236" cy="78214"/>
            </p14:xfrm>
          </p:contentPart>
        </mc:Choice>
        <mc:Fallback xmlns="">
          <p:sp>
            <p:nvSpPr>
              <p:cNvPr id="1054201" name=""/>
              <p:cNvSpPr/>
              <p:nvPr/>
            </p:nvSpPr>
            <p:spPr>
              <a:xfrm>
                <a:off x="7614971" y="1199332"/>
                <a:ext cx="287236" cy="78214"/>
              </a:xfrm>
            </p:spPr>
          </p:sp>
        </mc:Fallback>
      </mc:AlternateContent>
      <mc:AlternateContent xmlns:mc="http://schemas.openxmlformats.org/markup-compatibility/2006" xmlns:p14="http://schemas.microsoft.com/office/powerpoint/2010/main">
        <mc:Choice Requires="p14">
          <p:contentPart p14:bwMode="auto" r:id="rId11">
            <p14:nvContentPartPr>
              <p14:cNvPr id="1054202" name="墨迹 1054201"/>
              <p14:cNvContentPartPr/>
              <p14:nvPr/>
            </p14:nvContentPartPr>
            <p14:xfrm>
              <a:off x="7622169" y="1167951"/>
              <a:ext cx="195458" cy="258500"/>
            </p14:xfrm>
          </p:contentPart>
        </mc:Choice>
        <mc:Fallback xmlns="">
          <p:sp>
            <p:nvSpPr>
              <p:cNvPr id="1054202" name=""/>
              <p:cNvSpPr/>
              <p:nvPr/>
            </p:nvSpPr>
            <p:spPr>
              <a:xfrm>
                <a:off x="7622169" y="1167951"/>
                <a:ext cx="195458" cy="258500"/>
              </a:xfrm>
            </p:spPr>
          </p:sp>
        </mc:Fallback>
      </mc:AlternateContent>
      <mc:AlternateContent xmlns:mc="http://schemas.openxmlformats.org/markup-compatibility/2006" xmlns:p14="http://schemas.microsoft.com/office/powerpoint/2010/main">
        <mc:Choice Requires="p14">
          <p:contentPart p14:bwMode="auto" r:id="rId12">
            <p14:nvContentPartPr>
              <p14:cNvPr id="1054203" name="墨迹 1054202"/>
              <p14:cNvContentPartPr/>
              <p14:nvPr/>
            </p14:nvContentPartPr>
            <p14:xfrm>
              <a:off x="7818762" y="1285891"/>
              <a:ext cx="282530" cy="137624"/>
            </p14:xfrm>
          </p:contentPart>
        </mc:Choice>
        <mc:Fallback xmlns="">
          <p:sp>
            <p:nvSpPr>
              <p:cNvPr id="1054203" name=""/>
              <p:cNvSpPr/>
              <p:nvPr/>
            </p:nvSpPr>
            <p:spPr>
              <a:xfrm>
                <a:off x="7818762" y="1285891"/>
                <a:ext cx="282530" cy="137624"/>
              </a:xfrm>
            </p:spPr>
          </p:sp>
        </mc:Fallback>
      </mc:AlternateContent>
      <mc:AlternateContent xmlns:mc="http://schemas.openxmlformats.org/markup-compatibility/2006" xmlns:p14="http://schemas.microsoft.com/office/powerpoint/2010/main">
        <mc:Choice Requires="p14">
          <p:contentPart p14:bwMode="auto" r:id="rId13">
            <p14:nvContentPartPr>
              <p14:cNvPr id="1054204" name="墨迹 1054203"/>
              <p14:cNvContentPartPr/>
              <p14:nvPr/>
            </p14:nvContentPartPr>
            <p14:xfrm>
              <a:off x="7869852" y="996605"/>
              <a:ext cx="128253" cy="41691"/>
            </p14:xfrm>
          </p:contentPart>
        </mc:Choice>
        <mc:Fallback xmlns="">
          <p:sp>
            <p:nvSpPr>
              <p:cNvPr id="1054204" name=""/>
              <p:cNvSpPr/>
              <p:nvPr/>
            </p:nvSpPr>
            <p:spPr>
              <a:xfrm>
                <a:off x="7869852" y="996605"/>
                <a:ext cx="128253" cy="41691"/>
              </a:xfrm>
            </p:spPr>
          </p:sp>
        </mc:Fallback>
      </mc:AlternateContent>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460" name="Rectangle 4"/>
          <p:cNvSpPr>
            <a:spLocks noChangeArrowheads="1"/>
          </p:cNvSpPr>
          <p:nvPr/>
        </p:nvSpPr>
        <p:spPr bwMode="auto">
          <a:xfrm>
            <a:off x="1525588" y="2058988"/>
            <a:ext cx="184150" cy="369887"/>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pic>
        <p:nvPicPr>
          <p:cNvPr id="2097318" name="Picture 6"/>
          <p:cNvPicPr>
            <a:picLocks noChangeAspect="1" noChangeArrowheads="1"/>
          </p:cNvPicPr>
          <p:nvPr/>
        </p:nvPicPr>
        <p:blipFill>
          <a:blip r:embed="rId2"/>
          <a:srcRect/>
          <a:stretch>
            <a:fillRect/>
          </a:stretch>
        </p:blipFill>
        <p:spPr bwMode="auto">
          <a:xfrm>
            <a:off x="3303588" y="782638"/>
            <a:ext cx="5584825" cy="5729287"/>
          </a:xfrm>
          <a:prstGeom prst="rect">
            <a:avLst/>
          </a:prstGeom>
          <a:noFill/>
          <a:ln>
            <a:noFill/>
          </a:ln>
        </p:spPr>
      </p:pic>
      <p:sp>
        <p:nvSpPr>
          <p:cNvPr id="1052461"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462"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
        <p:nvSpPr>
          <p:cNvPr id="1052463" name="Rectangle 8"/>
          <p:cNvSpPr>
            <a:spLocks noChangeArrowheads="1"/>
          </p:cNvSpPr>
          <p:nvPr/>
        </p:nvSpPr>
        <p:spPr bwMode="auto">
          <a:xfrm>
            <a:off x="1181100" y="1014413"/>
            <a:ext cx="2476500" cy="400050"/>
          </a:xfrm>
          <a:prstGeom prst="rect">
            <a:avLst/>
          </a:prstGeom>
          <a:noFill/>
          <a:ln>
            <a:noFill/>
          </a:ln>
          <a:effectLst/>
        </p:spPr>
        <p:txBody>
          <a:bodyPr anchor="ctr">
            <a:spAutoFit/>
          </a:bodyPr>
          <a:lstStyle/>
          <a:p>
            <a:pPr eaLnBrk="1" hangingPunct="1">
              <a:buClr>
                <a:schemeClr val="accent2"/>
              </a:buClr>
            </a:pPr>
            <a:r>
              <a:rPr lang="zh-CN" altLang="en-US" sz="2000" b="1" dirty="0">
                <a:solidFill>
                  <a:schemeClr val="bg1">
                    <a:lumMod val="50000"/>
                  </a:schemeClr>
                </a:solidFill>
                <a:latin typeface="黑体" panose="02010609060101010101" pitchFamily="49" charset="-122"/>
                <a:ea typeface="黑体" panose="02010609060101010101" pitchFamily="49" charset="-122"/>
              </a:rPr>
              <a:t>基本思想</a:t>
            </a:r>
          </a:p>
        </p:txBody>
      </p:sp>
      <p:sp>
        <p:nvSpPr>
          <p:cNvPr id="1052464" name="Text Box 9"/>
          <p:cNvSpPr txBox="1">
            <a:spLocks noChangeArrowheads="1"/>
          </p:cNvSpPr>
          <p:nvPr/>
        </p:nvSpPr>
        <p:spPr bwMode="auto">
          <a:xfrm>
            <a:off x="1181100" y="2011363"/>
            <a:ext cx="1706879" cy="883920"/>
          </a:xfrm>
          <a:prstGeom prst="rect">
            <a:avLst/>
          </a:prstGeom>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Font typeface="Wingdings 2" panose="05020102010507070707" pitchFamily="18" charset="2"/>
              <a:buChar char=""/>
            </a:pPr>
            <a:r>
              <a:rPr lang="zh-CN" altLang="en-US" sz="2000">
                <a:solidFill>
                  <a:srgbClr val="004F58"/>
                </a:solidFill>
                <a:latin typeface="黑体" panose="02010609060101010101" pitchFamily="49" charset="-122"/>
                <a:ea typeface="黑体" panose="02010609060101010101" pitchFamily="49" charset="-122"/>
              </a:rPr>
              <a:t>局部极小值</a:t>
            </a:r>
            <a:endParaRPr lang="en-US" altLang="zh-CN" sz="2000">
              <a:solidFill>
                <a:srgbClr val="004F58"/>
              </a:solidFill>
              <a:latin typeface="黑体" panose="02010609060101010101" pitchFamily="49" charset="-122"/>
              <a:ea typeface="黑体" panose="02010609060101010101" pitchFamily="49" charset="-122"/>
            </a:endParaRPr>
          </a:p>
          <a:p>
            <a:pPr eaLnBrk="1" hangingPunct="1">
              <a:lnSpc>
                <a:spcPct val="130000"/>
              </a:lnSpc>
              <a:buFont typeface="Wingdings 2" panose="05020102010507070707" pitchFamily="18" charset="2"/>
              <a:buChar char=""/>
            </a:pPr>
            <a:r>
              <a:rPr lang="zh-CN" altLang="en-US" sz="2000">
                <a:solidFill>
                  <a:srgbClr val="004F58"/>
                </a:solidFill>
                <a:latin typeface="黑体" panose="02010609060101010101" pitchFamily="49" charset="-122"/>
                <a:ea typeface="黑体" panose="02010609060101010101" pitchFamily="49" charset="-122"/>
              </a:rPr>
              <a:t>积水盆</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465" name="Rectangle 4"/>
          <p:cNvSpPr>
            <a:spLocks noChangeArrowheads="1"/>
          </p:cNvSpPr>
          <p:nvPr/>
        </p:nvSpPr>
        <p:spPr bwMode="auto">
          <a:xfrm>
            <a:off x="1525588" y="2058988"/>
            <a:ext cx="184150" cy="369887"/>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052466" name="Rectangle 5"/>
          <p:cNvSpPr>
            <a:spLocks noChangeArrowheads="1"/>
          </p:cNvSpPr>
          <p:nvPr/>
        </p:nvSpPr>
        <p:spPr bwMode="auto">
          <a:xfrm>
            <a:off x="1344613" y="1700213"/>
            <a:ext cx="9615487" cy="1422400"/>
          </a:xfrm>
          <a:prstGeom prst="rect">
            <a:avLst/>
          </a:prstGeom>
          <a:noFill/>
          <a:ln>
            <a:noFill/>
          </a:ln>
          <a:effec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999" dirty="0" err="1">
                <a:solidFill>
                  <a:srgbClr val="004C54"/>
                </a:solidFill>
                <a:latin typeface="Times New Roman" panose="02020603050405020304" pitchFamily="18" charset="0"/>
                <a:ea typeface="黑体" panose="02010609060101010101" pitchFamily="49" charset="-122"/>
                <a:cs typeface="Times New Roman" panose="02020603050405020304" pitchFamily="18" charset="0"/>
              </a:rPr>
              <a:t>Buehcer</a:t>
            </a: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和</a:t>
            </a:r>
            <a:r>
              <a:rPr lang="en-US" altLang="zh-CN" sz="1999" dirty="0" err="1">
                <a:solidFill>
                  <a:srgbClr val="004C54"/>
                </a:solidFill>
                <a:latin typeface="Times New Roman" panose="02020603050405020304" pitchFamily="18" charset="0"/>
                <a:ea typeface="黑体" panose="02010609060101010101" pitchFamily="49" charset="-122"/>
                <a:cs typeface="Times New Roman" panose="02020603050405020304" pitchFamily="18" charset="0"/>
              </a:rPr>
              <a:t>Lanturjoul</a:t>
            </a: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最先提出了</a:t>
            </a:r>
            <a:r>
              <a:rPr lang="zh-CN" altLang="en-US" sz="1999"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基于“浸没”模型</a:t>
            </a: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的分水岭算法，在已知区域最小的前提下，在每个区域极小值影响的范围内，通过</a:t>
            </a:r>
            <a:r>
              <a:rPr lang="zh-CN" altLang="en-US" sz="1999"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形态学厚化</a:t>
            </a: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运算，逐渐扩展所影响的区域范围，最后得到分水岭线。</a:t>
            </a:r>
          </a:p>
        </p:txBody>
      </p:sp>
      <p:sp>
        <p:nvSpPr>
          <p:cNvPr id="1052467" name="Rectangle 4"/>
          <p:cNvSpPr>
            <a:spLocks noChangeArrowheads="1"/>
          </p:cNvSpPr>
          <p:nvPr/>
        </p:nvSpPr>
        <p:spPr bwMode="auto">
          <a:xfrm>
            <a:off x="1525588" y="2058988"/>
            <a:ext cx="184150" cy="369887"/>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052468" name="TextBox 11"/>
          <p:cNvSpPr txBox="1"/>
          <p:nvPr/>
        </p:nvSpPr>
        <p:spPr>
          <a:xfrm>
            <a:off x="1344613" y="1325563"/>
            <a:ext cx="6838950" cy="400050"/>
          </a:xfrm>
          <a:prstGeom prst="rect">
            <a:avLst/>
          </a:prstGeom>
          <a:noFill/>
          <a:ln w="9525">
            <a:noFill/>
          </a:ln>
        </p:spPr>
        <p:txBody>
          <a:bodyPr>
            <a:spAutoFit/>
          </a:bodyPr>
          <a:lstStyle/>
          <a:p>
            <a:pPr marL="342763" indent="-342763">
              <a:buFont typeface="Arial" panose="020B0604020202020204" pitchFamily="34" charset="0"/>
              <a:buChar char="•"/>
            </a:pPr>
            <a:r>
              <a:rPr lang="zh-CN" altLang="en-US" sz="1999" dirty="0">
                <a:solidFill>
                  <a:srgbClr val="FF0000"/>
                </a:solidFill>
                <a:latin typeface="黑体" panose="02010609060101010101" pitchFamily="49" charset="-122"/>
                <a:ea typeface="黑体" panose="02010609060101010101" pitchFamily="49" charset="-122"/>
              </a:rPr>
              <a:t>分水岭算法计算方法</a:t>
            </a:r>
            <a:r>
              <a:rPr lang="en-US" altLang="zh-CN" sz="1999" dirty="0">
                <a:solidFill>
                  <a:srgbClr val="FF0000"/>
                </a:solidFill>
                <a:latin typeface="黑体" panose="02010609060101010101" pitchFamily="49" charset="-122"/>
                <a:ea typeface="黑体" panose="02010609060101010101" pitchFamily="49" charset="-122"/>
              </a:rPr>
              <a:t>1</a:t>
            </a:r>
            <a:r>
              <a:rPr lang="zh-CN" altLang="en-US" sz="1999" dirty="0">
                <a:solidFill>
                  <a:srgbClr val="FF0000"/>
                </a:solidFill>
                <a:latin typeface="黑体" panose="02010609060101010101" pitchFamily="49" charset="-122"/>
                <a:ea typeface="黑体" panose="02010609060101010101" pitchFamily="49" charset="-122"/>
              </a:rPr>
              <a:t>：基于“浸没”模型的算法</a:t>
            </a:r>
          </a:p>
        </p:txBody>
      </p:sp>
      <p:sp>
        <p:nvSpPr>
          <p:cNvPr id="1052469" name="TextBox 11"/>
          <p:cNvSpPr txBox="1"/>
          <p:nvPr/>
        </p:nvSpPr>
        <p:spPr>
          <a:xfrm>
            <a:off x="1014413" y="909638"/>
            <a:ext cx="2849562" cy="400050"/>
          </a:xfrm>
          <a:prstGeom prst="rect">
            <a:avLst/>
          </a:prstGeom>
          <a:noFill/>
          <a:ln w="9525">
            <a:noFill/>
          </a:ln>
        </p:spPr>
        <p:txBody>
          <a:bodyPr>
            <a:spAutoFit/>
          </a:bodyPr>
          <a:lstStyle/>
          <a:p>
            <a:r>
              <a:rPr lang="zh-CN" altLang="en-US" sz="1999" b="1" dirty="0">
                <a:solidFill>
                  <a:srgbClr val="004C54"/>
                </a:solidFill>
                <a:latin typeface="黑体" panose="02010609060101010101" pitchFamily="49" charset="-122"/>
                <a:ea typeface="黑体" panose="02010609060101010101" pitchFamily="49" charset="-122"/>
              </a:rPr>
              <a:t>分水岭算法：</a:t>
            </a:r>
          </a:p>
        </p:txBody>
      </p:sp>
      <p:sp>
        <p:nvSpPr>
          <p:cNvPr id="1052470"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471" name="Rectangle 5"/>
          <p:cNvSpPr>
            <a:spLocks noChangeArrowheads="1"/>
          </p:cNvSpPr>
          <p:nvPr/>
        </p:nvSpPr>
        <p:spPr bwMode="auto">
          <a:xfrm>
            <a:off x="1344613" y="3135313"/>
            <a:ext cx="9140825" cy="1422400"/>
          </a:xfrm>
          <a:prstGeom prst="rect">
            <a:avLst/>
          </a:prstGeom>
          <a:noFill/>
          <a:ln>
            <a:noFill/>
          </a:ln>
          <a:effec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       在计算的过程中，如果遇到下图中的情况，当同一区域呈环形时，就有可能产生错误的分水岭线</a:t>
            </a:r>
            <a:r>
              <a:rPr lang="en-US" altLang="zh-CN" sz="2000" i="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。并且这种算法的效率非常低，因为在每一次二值厚化的过程中，都必须将所有的像素扫描一次。 </a:t>
            </a:r>
          </a:p>
        </p:txBody>
      </p:sp>
      <p:pic>
        <p:nvPicPr>
          <p:cNvPr id="2097319" name="Picture 6"/>
          <p:cNvPicPr>
            <a:picLocks noChangeAspect="1" noChangeArrowheads="1"/>
          </p:cNvPicPr>
          <p:nvPr/>
        </p:nvPicPr>
        <p:blipFill>
          <a:blip r:embed="rId2"/>
          <a:srcRect/>
          <a:stretch>
            <a:fillRect/>
          </a:stretch>
        </p:blipFill>
        <p:spPr bwMode="auto">
          <a:xfrm>
            <a:off x="6096000" y="4154488"/>
            <a:ext cx="4511675" cy="2552700"/>
          </a:xfrm>
          <a:prstGeom prst="rect">
            <a:avLst/>
          </a:prstGeom>
          <a:noFill/>
          <a:ln>
            <a:noFill/>
          </a:ln>
          <a:effectLst/>
        </p:spPr>
      </p:pic>
      <p:sp>
        <p:nvSpPr>
          <p:cNvPr id="1052472" name="Rectangle 7"/>
          <p:cNvSpPr>
            <a:spLocks noChangeArrowheads="1"/>
          </p:cNvSpPr>
          <p:nvPr/>
        </p:nvSpPr>
        <p:spPr bwMode="auto">
          <a:xfrm>
            <a:off x="7678738" y="5202238"/>
            <a:ext cx="504825" cy="385762"/>
          </a:xfrm>
          <a:prstGeom prst="rect">
            <a:avLst/>
          </a:prstGeom>
          <a:solidFill>
            <a:schemeClr val="accent1">
              <a:alpha val="0"/>
            </a:schemeClr>
          </a:solidFill>
          <a:ln w="22225">
            <a:solidFill>
              <a:srgbClr val="FF0000"/>
            </a:solidFill>
            <a:prstDash val="dash"/>
            <a:miter lim="800000"/>
            <a:headEnd/>
            <a:tailEnd/>
          </a:ln>
          <a:effectLst/>
        </p:spPr>
        <p:txBody>
          <a:bodyPr wrap="none" anchor="ct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052473"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474" name="Rectangle 4"/>
          <p:cNvSpPr>
            <a:spLocks noChangeArrowheads="1"/>
          </p:cNvSpPr>
          <p:nvPr/>
        </p:nvSpPr>
        <p:spPr bwMode="auto">
          <a:xfrm>
            <a:off x="1525588" y="2058988"/>
            <a:ext cx="184150" cy="369887"/>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052475" name="Rectangle 5"/>
          <p:cNvSpPr>
            <a:spLocks noChangeArrowheads="1"/>
          </p:cNvSpPr>
          <p:nvPr/>
        </p:nvSpPr>
        <p:spPr bwMode="auto">
          <a:xfrm>
            <a:off x="1347788" y="2015648"/>
            <a:ext cx="8816975" cy="2720342"/>
          </a:xfrm>
          <a:prstGeom prst="rect">
            <a:avLst/>
          </a:prstGeom>
          <a:noFill/>
          <a:ln>
            <a:noFill/>
          </a:ln>
          <a:effec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999" dirty="0" err="1">
                <a:solidFill>
                  <a:srgbClr val="004C54"/>
                </a:solidFill>
                <a:latin typeface="Times New Roman" panose="02020603050405020304" pitchFamily="18" charset="0"/>
                <a:ea typeface="黑体" panose="02010609060101010101" pitchFamily="49" charset="-122"/>
                <a:cs typeface="Times New Roman" panose="02020603050405020304" pitchFamily="18" charset="0"/>
              </a:rPr>
              <a:t>Buchcer</a:t>
            </a: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证明了分水岭从一定程度上来说就是灰度骨架中的闭合曲线。灰度图像的骨架可以通过形态学细化运算来计算。在</a:t>
            </a:r>
            <a:r>
              <a:rPr lang="zh-CN" altLang="en-US" sz="1999"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形态学细化</a:t>
            </a: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的过程中，可以很容易地将骨架内不闭合的曲线从图像中去掉。整个过程，包括骨架提取和接下来对曲线修建的过程需要多次迭代，在每一次迭代过程和前一种算法类似的需要对所有的像素进行扫描，所以这种算法的效率也是很低的</a:t>
            </a:r>
            <a:r>
              <a:rPr lang="en-US" altLang="zh-CN"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而且也会产生示意图中的错误，曲线</a:t>
            </a:r>
            <a:r>
              <a:rPr lang="en-US" altLang="zh-CN"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在修剪的过程中无法被剔除，产生虚假分水岭。 </a:t>
            </a:r>
          </a:p>
        </p:txBody>
      </p:sp>
      <p:sp>
        <p:nvSpPr>
          <p:cNvPr id="1052476" name="TextBox 11"/>
          <p:cNvSpPr txBox="1"/>
          <p:nvPr/>
        </p:nvSpPr>
        <p:spPr>
          <a:xfrm>
            <a:off x="1344613" y="1325563"/>
            <a:ext cx="6262687" cy="400050"/>
          </a:xfrm>
          <a:prstGeom prst="rect">
            <a:avLst/>
          </a:prstGeom>
          <a:noFill/>
          <a:ln w="9525">
            <a:noFill/>
          </a:ln>
        </p:spPr>
        <p:txBody>
          <a:bodyPr>
            <a:spAutoFit/>
          </a:bodyPr>
          <a:lstStyle/>
          <a:p>
            <a:pPr marL="342763" indent="-342763">
              <a:buFont typeface="Arial" panose="020B0604020202020204" pitchFamily="34" charset="0"/>
              <a:buChar char="•"/>
            </a:pPr>
            <a:r>
              <a:rPr lang="zh-CN" altLang="en-US" sz="1999" dirty="0">
                <a:solidFill>
                  <a:srgbClr val="FF0000"/>
                </a:solidFill>
                <a:latin typeface="黑体" panose="02010609060101010101" pitchFamily="49" charset="-122"/>
                <a:ea typeface="黑体" panose="02010609060101010101" pitchFamily="49" charset="-122"/>
              </a:rPr>
              <a:t>分水岭算法计算方法</a:t>
            </a:r>
            <a:r>
              <a:rPr lang="en-US" altLang="zh-CN" sz="1999" dirty="0">
                <a:solidFill>
                  <a:srgbClr val="FF0000"/>
                </a:solidFill>
                <a:latin typeface="黑体" panose="02010609060101010101" pitchFamily="49" charset="-122"/>
                <a:ea typeface="黑体" panose="02010609060101010101" pitchFamily="49" charset="-122"/>
              </a:rPr>
              <a:t>2</a:t>
            </a:r>
            <a:r>
              <a:rPr lang="zh-CN" altLang="en-US" sz="1999" dirty="0">
                <a:solidFill>
                  <a:schemeClr val="bg1">
                    <a:lumMod val="50000"/>
                  </a:schemeClr>
                </a:solidFill>
                <a:latin typeface="黑体" panose="02010609060101010101" pitchFamily="49" charset="-122"/>
                <a:ea typeface="黑体" panose="02010609060101010101" pitchFamily="49" charset="-122"/>
              </a:rPr>
              <a:t>：通过</a:t>
            </a:r>
            <a:r>
              <a:rPr lang="zh-CN" altLang="en-US" sz="1999" dirty="0">
                <a:solidFill>
                  <a:srgbClr val="FF0000"/>
                </a:solidFill>
                <a:latin typeface="黑体" panose="02010609060101010101" pitchFamily="49" charset="-122"/>
                <a:ea typeface="黑体" panose="02010609060101010101" pitchFamily="49" charset="-122"/>
              </a:rPr>
              <a:t>灰度骨架</a:t>
            </a:r>
            <a:r>
              <a:rPr lang="zh-CN" altLang="en-US" sz="1999" dirty="0">
                <a:solidFill>
                  <a:schemeClr val="bg1">
                    <a:lumMod val="50000"/>
                  </a:schemeClr>
                </a:solidFill>
                <a:latin typeface="黑体" panose="02010609060101010101" pitchFamily="49" charset="-122"/>
                <a:ea typeface="黑体" panose="02010609060101010101" pitchFamily="49" charset="-122"/>
              </a:rPr>
              <a:t>计算分水岭</a:t>
            </a:r>
          </a:p>
        </p:txBody>
      </p:sp>
      <p:sp>
        <p:nvSpPr>
          <p:cNvPr id="1052477" name="TextBox 11"/>
          <p:cNvSpPr txBox="1"/>
          <p:nvPr/>
        </p:nvSpPr>
        <p:spPr>
          <a:xfrm>
            <a:off x="1014413" y="909638"/>
            <a:ext cx="2849562" cy="400050"/>
          </a:xfrm>
          <a:prstGeom prst="rect">
            <a:avLst/>
          </a:prstGeom>
          <a:noFill/>
          <a:ln w="9525">
            <a:noFill/>
          </a:ln>
        </p:spPr>
        <p:txBody>
          <a:bodyPr>
            <a:spAutoFit/>
          </a:bodyPr>
          <a:lstStyle/>
          <a:p>
            <a:r>
              <a:rPr lang="zh-CN" altLang="en-US" sz="1999" b="1" dirty="0">
                <a:solidFill>
                  <a:srgbClr val="004C54"/>
                </a:solidFill>
                <a:latin typeface="黑体" panose="02010609060101010101" pitchFamily="49" charset="-122"/>
                <a:ea typeface="黑体" panose="02010609060101010101" pitchFamily="49" charset="-122"/>
              </a:rPr>
              <a:t>分水岭算法：</a:t>
            </a:r>
          </a:p>
        </p:txBody>
      </p:sp>
      <p:sp>
        <p:nvSpPr>
          <p:cNvPr id="1052478"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479"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mc:AlternateContent xmlns:mc="http://schemas.openxmlformats.org/markup-compatibility/2006" xmlns:p14="http://schemas.microsoft.com/office/powerpoint/2010/main">
        <mc:Choice Requires="p14">
          <p:contentPart p14:bwMode="auto" r:id="rId2">
            <p14:nvContentPartPr>
              <p14:cNvPr id="1054205" name="墨迹 1054204"/>
              <p14:cNvContentPartPr/>
              <p14:nvPr/>
            </p14:nvContentPartPr>
            <p14:xfrm>
              <a:off x="6465334" y="2476577"/>
              <a:ext cx="2536084" cy="84953"/>
            </p14:xfrm>
          </p:contentPart>
        </mc:Choice>
        <mc:Fallback xmlns="">
          <p:sp>
            <p:nvSpPr>
              <p:cNvPr id="1054205" name=""/>
              <p:cNvSpPr/>
              <p:nvPr/>
            </p:nvSpPr>
            <p:spPr>
              <a:xfrm>
                <a:off x="6465334" y="2476577"/>
                <a:ext cx="2536084" cy="84953"/>
              </a:xfrm>
            </p:spPr>
          </p:sp>
        </mc:Fallback>
      </mc:AlternateContent>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480" name="Rectangle 5"/>
          <p:cNvSpPr>
            <a:spLocks noChangeArrowheads="1"/>
          </p:cNvSpPr>
          <p:nvPr/>
        </p:nvSpPr>
        <p:spPr bwMode="auto">
          <a:xfrm>
            <a:off x="1344613" y="2703035"/>
            <a:ext cx="8816975" cy="2282192"/>
          </a:xfrm>
          <a:prstGeom prst="rect">
            <a:avLst/>
          </a:prstGeom>
          <a:noFill/>
          <a:ln>
            <a:noFill/>
          </a:ln>
          <a:effec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999" dirty="0">
                <a:solidFill>
                  <a:srgbClr val="004C54"/>
                </a:solidFill>
                <a:latin typeface="黑体" panose="02010609060101010101" pitchFamily="49" charset="-122"/>
                <a:ea typeface="黑体" panose="02010609060101010101" pitchFamily="49" charset="-122"/>
              </a:rPr>
              <a:t>       第一，在处理的过程中，它们都连续多次对图像进行完整的扫描。这意味着在每一步过程中，所有的像素都必须被扫描一次，这是非常费时的。</a:t>
            </a:r>
          </a:p>
          <a:p>
            <a:pPr eaLnBrk="1" hangingPunct="1">
              <a:lnSpc>
                <a:spcPct val="150000"/>
              </a:lnSpc>
            </a:pPr>
            <a:endParaRPr lang="zh-CN" altLang="en-US" sz="1999" dirty="0">
              <a:solidFill>
                <a:srgbClr val="004C54"/>
              </a:solidFill>
              <a:latin typeface="黑体" panose="02010609060101010101" pitchFamily="49" charset="-122"/>
              <a:ea typeface="黑体" panose="02010609060101010101" pitchFamily="49" charset="-122"/>
            </a:endParaRPr>
          </a:p>
          <a:p>
            <a:pPr eaLnBrk="1" hangingPunct="1">
              <a:lnSpc>
                <a:spcPct val="150000"/>
              </a:lnSpc>
            </a:pPr>
            <a:r>
              <a:rPr lang="zh-CN" altLang="en-US" sz="1999" dirty="0">
                <a:solidFill>
                  <a:srgbClr val="004C54"/>
                </a:solidFill>
                <a:latin typeface="黑体" panose="02010609060101010101" pitchFamily="49" charset="-122"/>
                <a:ea typeface="黑体" panose="02010609060101010101" pitchFamily="49" charset="-122"/>
              </a:rPr>
              <a:t>       第二，这些算法都没有一个固定的迭代次数，每一次迭代都必须对图像进行完整的扫描，而迭代的次数可能很大。所以，算法计算效率较低。  </a:t>
            </a:r>
          </a:p>
        </p:txBody>
      </p:sp>
      <p:sp>
        <p:nvSpPr>
          <p:cNvPr id="1052481" name="TextBox 11"/>
          <p:cNvSpPr txBox="1"/>
          <p:nvPr/>
        </p:nvSpPr>
        <p:spPr>
          <a:xfrm>
            <a:off x="1344613" y="1325563"/>
            <a:ext cx="6262687" cy="400050"/>
          </a:xfrm>
          <a:prstGeom prst="rect">
            <a:avLst/>
          </a:prstGeom>
          <a:noFill/>
          <a:ln w="9525">
            <a:noFill/>
          </a:ln>
        </p:spPr>
        <p:txBody>
          <a:bodyPr>
            <a:spAutoFit/>
          </a:bodyPr>
          <a:lstStyle/>
          <a:p>
            <a:pPr marL="342763" indent="-342763">
              <a:buFont typeface="Arial" panose="020B0604020202020204" pitchFamily="34" charset="0"/>
              <a:buChar char="•"/>
            </a:pPr>
            <a:r>
              <a:rPr lang="zh-CN" altLang="en-US" sz="1999" dirty="0">
                <a:solidFill>
                  <a:srgbClr val="FF0000"/>
                </a:solidFill>
                <a:latin typeface="黑体" panose="02010609060101010101" pitchFamily="49" charset="-122"/>
                <a:ea typeface="黑体" panose="02010609060101010101" pitchFamily="49" charset="-122"/>
              </a:rPr>
              <a:t>特点</a:t>
            </a:r>
          </a:p>
        </p:txBody>
      </p:sp>
      <p:sp>
        <p:nvSpPr>
          <p:cNvPr id="1052482" name="TextBox 11"/>
          <p:cNvSpPr txBox="1"/>
          <p:nvPr/>
        </p:nvSpPr>
        <p:spPr>
          <a:xfrm>
            <a:off x="1014413" y="909638"/>
            <a:ext cx="2849562" cy="400050"/>
          </a:xfrm>
          <a:prstGeom prst="rect">
            <a:avLst/>
          </a:prstGeom>
          <a:noFill/>
          <a:ln w="9525">
            <a:noFill/>
          </a:ln>
        </p:spPr>
        <p:txBody>
          <a:bodyPr>
            <a:spAutoFit/>
          </a:bodyPr>
          <a:lstStyle/>
          <a:p>
            <a:r>
              <a:rPr lang="zh-CN" altLang="en-US" sz="1999" b="1" dirty="0">
                <a:solidFill>
                  <a:srgbClr val="004C54"/>
                </a:solidFill>
                <a:latin typeface="黑体" panose="02010609060101010101" pitchFamily="49" charset="-122"/>
                <a:ea typeface="黑体" panose="02010609060101010101" pitchFamily="49" charset="-122"/>
              </a:rPr>
              <a:t>分水岭算法：</a:t>
            </a:r>
          </a:p>
        </p:txBody>
      </p:sp>
      <p:sp>
        <p:nvSpPr>
          <p:cNvPr id="1052483"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484"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485" name="Rectangle 4"/>
          <p:cNvSpPr>
            <a:spLocks noChangeArrowheads="1"/>
          </p:cNvSpPr>
          <p:nvPr/>
        </p:nvSpPr>
        <p:spPr bwMode="auto">
          <a:xfrm>
            <a:off x="1525588" y="2058988"/>
            <a:ext cx="184150" cy="369887"/>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052486" name="Rectangle 5"/>
          <p:cNvSpPr>
            <a:spLocks noChangeArrowheads="1"/>
          </p:cNvSpPr>
          <p:nvPr/>
        </p:nvSpPr>
        <p:spPr bwMode="auto">
          <a:xfrm>
            <a:off x="1344613" y="2050573"/>
            <a:ext cx="8816975" cy="4034792"/>
          </a:xfrm>
          <a:prstGeom prst="rect">
            <a:avLst/>
          </a:prstGeom>
          <a:noFill/>
          <a:ln>
            <a:noFill/>
          </a:ln>
          <a:effec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针对上述算法的缺陷，</a:t>
            </a:r>
            <a:r>
              <a:rPr lang="en-US" altLang="zh-CN"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Luc Vincent</a:t>
            </a: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和</a:t>
            </a:r>
            <a:r>
              <a:rPr lang="en-US" altLang="zh-CN" sz="1999" dirty="0" err="1">
                <a:solidFill>
                  <a:srgbClr val="004C54"/>
                </a:solidFill>
                <a:latin typeface="Times New Roman" panose="02020603050405020304" pitchFamily="18" charset="0"/>
                <a:ea typeface="黑体" panose="02010609060101010101" pitchFamily="49" charset="-122"/>
                <a:cs typeface="Times New Roman" panose="02020603050405020304" pitchFamily="18" charset="0"/>
              </a:rPr>
              <a:t>Pierr</a:t>
            </a:r>
            <a:r>
              <a:rPr lang="en-US" altLang="zh-CN"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999" dirty="0" err="1">
                <a:solidFill>
                  <a:srgbClr val="004C54"/>
                </a:solidFill>
                <a:latin typeface="Times New Roman" panose="02020603050405020304" pitchFamily="18" charset="0"/>
                <a:ea typeface="黑体" panose="02010609060101010101" pitchFamily="49" charset="-122"/>
                <a:cs typeface="Times New Roman" panose="02020603050405020304" pitchFamily="18" charset="0"/>
              </a:rPr>
              <a:t>Soille</a:t>
            </a: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提出了一种高效准确的分水岭算法：</a:t>
            </a:r>
            <a:r>
              <a:rPr lang="en-US" altLang="zh-CN"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vs</a:t>
            </a: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算法。</a:t>
            </a:r>
          </a:p>
          <a:p>
            <a:pPr eaLnBrk="1" hangingPunct="1">
              <a:lnSpc>
                <a:spcPct val="150000"/>
              </a:lnSpc>
            </a:pP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       实际上，在分水岭计算的过程中：在任意一步操作中，只有一小部分的像素值发生了变换。可能将所有像素扫描了一遍，但只修改了两个像素的值，为了避免这种情况的发生，必须设计算法使之能够对图像中所有的像素进行直接的访问。因此，假设图像中所有的像素保存在一个简单的数组中，并且满足下面两个条件：</a:t>
            </a:r>
          </a:p>
          <a:p>
            <a:pPr marL="1199670" lvl="1" indent="-457017" eaLnBrk="1" hangingPunct="1">
              <a:lnSpc>
                <a:spcPct val="150000"/>
              </a:lnSpc>
              <a:buFont typeface="+mj-lt"/>
              <a:buAutoNum type="alphaLcParenR"/>
            </a:pP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能够直接访问图像中任意像素</a:t>
            </a:r>
            <a:r>
              <a:rPr lang="en-US" altLang="zh-CN"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a:t>
            </a:r>
          </a:p>
          <a:p>
            <a:pPr marL="1199670" lvl="1" indent="-457017" eaLnBrk="1" hangingPunct="1">
              <a:lnSpc>
                <a:spcPct val="150000"/>
              </a:lnSpc>
              <a:buFont typeface="+mj-lt"/>
              <a:buAutoNum type="alphaLcParenR"/>
            </a:pP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能够直接访问给定像素的邻居像素。</a:t>
            </a:r>
          </a:p>
          <a:p>
            <a:pPr eaLnBrk="1" hangingPunct="1">
              <a:lnSpc>
                <a:spcPct val="150000"/>
              </a:lnSpc>
            </a:pP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       只要满足了这两个条件，就有可能设计出高效的形态学算法。</a:t>
            </a:r>
          </a:p>
        </p:txBody>
      </p:sp>
      <p:sp>
        <p:nvSpPr>
          <p:cNvPr id="1052487" name="TextBox 11"/>
          <p:cNvSpPr txBox="1"/>
          <p:nvPr/>
        </p:nvSpPr>
        <p:spPr>
          <a:xfrm>
            <a:off x="1014413" y="909638"/>
            <a:ext cx="2849562" cy="400050"/>
          </a:xfrm>
          <a:prstGeom prst="rect">
            <a:avLst/>
          </a:prstGeom>
          <a:noFill/>
          <a:ln w="9525">
            <a:noFill/>
          </a:ln>
        </p:spPr>
        <p:txBody>
          <a:bodyPr>
            <a:spAutoFit/>
          </a:bodyPr>
          <a:lstStyle/>
          <a:p>
            <a:r>
              <a:rPr lang="zh-CN" altLang="en-US" sz="1999" b="1" dirty="0">
                <a:solidFill>
                  <a:srgbClr val="004C54"/>
                </a:solidFill>
                <a:latin typeface="黑体" panose="02010609060101010101" pitchFamily="49" charset="-122"/>
                <a:ea typeface="黑体" panose="02010609060101010101" pitchFamily="49" charset="-122"/>
              </a:rPr>
              <a:t>分水岭算法：</a:t>
            </a:r>
          </a:p>
        </p:txBody>
      </p:sp>
      <p:sp>
        <p:nvSpPr>
          <p:cNvPr id="1052488"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489" name="TextBox 11"/>
          <p:cNvSpPr txBox="1"/>
          <p:nvPr/>
        </p:nvSpPr>
        <p:spPr>
          <a:xfrm>
            <a:off x="1344613" y="1325563"/>
            <a:ext cx="6262687" cy="400050"/>
          </a:xfrm>
          <a:prstGeom prst="rect">
            <a:avLst/>
          </a:prstGeom>
          <a:noFill/>
          <a:ln w="9525">
            <a:noFill/>
          </a:ln>
        </p:spPr>
        <p:txBody>
          <a:bodyPr>
            <a:spAutoFit/>
          </a:bodyPr>
          <a:lstStyle/>
          <a:p>
            <a:pPr marL="342763" indent="-342763">
              <a:buFont typeface="Arial" panose="020B0604020202020204" pitchFamily="34" charset="0"/>
              <a:buChar char="•"/>
            </a:pPr>
            <a:r>
              <a:rPr lang="zh-CN" altLang="en-US" sz="1999"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分水岭算法计算方法</a:t>
            </a:r>
            <a:r>
              <a:rPr lang="en-US" altLang="zh-CN" sz="1999"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3</a:t>
            </a:r>
            <a:r>
              <a:rPr lang="zh-CN" altLang="en-US" sz="1999"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999"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vs</a:t>
            </a:r>
            <a:r>
              <a:rPr lang="zh-CN" altLang="en-US" sz="1999"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算法</a:t>
            </a:r>
          </a:p>
        </p:txBody>
      </p:sp>
      <p:sp>
        <p:nvSpPr>
          <p:cNvPr id="1052490"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491" name="Rectangle 4"/>
          <p:cNvSpPr>
            <a:spLocks noChangeArrowheads="1"/>
          </p:cNvSpPr>
          <p:nvPr/>
        </p:nvSpPr>
        <p:spPr bwMode="auto">
          <a:xfrm>
            <a:off x="1525588" y="2058988"/>
            <a:ext cx="184150" cy="369887"/>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052492" name="Rectangle 5"/>
          <p:cNvSpPr>
            <a:spLocks noChangeArrowheads="1"/>
          </p:cNvSpPr>
          <p:nvPr/>
        </p:nvSpPr>
        <p:spPr bwMode="auto">
          <a:xfrm>
            <a:off x="1309688" y="2068829"/>
            <a:ext cx="8816975" cy="2720342"/>
          </a:xfrm>
          <a:prstGeom prst="rect">
            <a:avLst/>
          </a:prstGeom>
          <a:noFill/>
          <a:ln>
            <a:noFill/>
          </a:ln>
          <a:effec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       Vincent</a:t>
            </a: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和</a:t>
            </a:r>
            <a:r>
              <a:rPr lang="en-US" altLang="zh-CN" sz="1999" dirty="0" err="1">
                <a:solidFill>
                  <a:srgbClr val="004C54"/>
                </a:solidFill>
                <a:latin typeface="Times New Roman" panose="02020603050405020304" pitchFamily="18" charset="0"/>
                <a:ea typeface="黑体" panose="02010609060101010101" pitchFamily="49" charset="-122"/>
                <a:cs typeface="Times New Roman" panose="02020603050405020304" pitchFamily="18" charset="0"/>
              </a:rPr>
              <a:t>Soille</a:t>
            </a: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提出的算法是基于浸没模型的，整个算法可以分解为两个步骤。</a:t>
            </a:r>
          </a:p>
          <a:p>
            <a:pPr eaLnBrk="1" hangingPunct="1">
              <a:lnSpc>
                <a:spcPct val="150000"/>
              </a:lnSpc>
            </a:pP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       为了能够直接访问某一灰度值的像素，在第一步中包含了一个初始排序的过程，将所有像素按照它们灰度值的升序进行排序。</a:t>
            </a:r>
          </a:p>
          <a:p>
            <a:pPr eaLnBrk="1" hangingPunct="1">
              <a:lnSpc>
                <a:spcPct val="150000"/>
              </a:lnSpc>
            </a:pPr>
            <a:r>
              <a:rPr lang="zh-CN" altLang="en-US" sz="1999" dirty="0">
                <a:solidFill>
                  <a:srgbClr val="004C54"/>
                </a:solidFill>
                <a:latin typeface="Times New Roman" panose="02020603050405020304" pitchFamily="18" charset="0"/>
                <a:ea typeface="黑体" panose="02010609060101010101" pitchFamily="49" charset="-122"/>
                <a:cs typeface="Times New Roman" panose="02020603050405020304" pitchFamily="18" charset="0"/>
              </a:rPr>
              <a:t>       在第二步中，通过对每个灰度级别上的宽度优先扫描可以快速的计算出所影响到的像素。</a:t>
            </a:r>
          </a:p>
        </p:txBody>
      </p:sp>
      <p:sp>
        <p:nvSpPr>
          <p:cNvPr id="1052493" name="TextBox 11"/>
          <p:cNvSpPr txBox="1"/>
          <p:nvPr/>
        </p:nvSpPr>
        <p:spPr>
          <a:xfrm>
            <a:off x="1014413" y="909638"/>
            <a:ext cx="2849562" cy="400050"/>
          </a:xfrm>
          <a:prstGeom prst="rect">
            <a:avLst/>
          </a:prstGeom>
          <a:noFill/>
          <a:ln w="9525">
            <a:noFill/>
          </a:ln>
        </p:spPr>
        <p:txBody>
          <a:bodyPr>
            <a:spAutoFit/>
          </a:bodyPr>
          <a:lstStyle/>
          <a:p>
            <a:r>
              <a:rPr lang="zh-CN" altLang="en-US" sz="1999" b="1" dirty="0">
                <a:solidFill>
                  <a:srgbClr val="004C54"/>
                </a:solidFill>
                <a:latin typeface="黑体" panose="02010609060101010101" pitchFamily="49" charset="-122"/>
                <a:ea typeface="黑体" panose="02010609060101010101" pitchFamily="49" charset="-122"/>
              </a:rPr>
              <a:t>分水岭算法：</a:t>
            </a:r>
          </a:p>
        </p:txBody>
      </p:sp>
      <p:sp>
        <p:nvSpPr>
          <p:cNvPr id="1052494"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495" name="TextBox 11"/>
          <p:cNvSpPr txBox="1"/>
          <p:nvPr/>
        </p:nvSpPr>
        <p:spPr>
          <a:xfrm>
            <a:off x="1344613" y="1325563"/>
            <a:ext cx="6262687" cy="400050"/>
          </a:xfrm>
          <a:prstGeom prst="rect">
            <a:avLst/>
          </a:prstGeom>
          <a:noFill/>
          <a:ln w="9525">
            <a:noFill/>
          </a:ln>
        </p:spPr>
        <p:txBody>
          <a:bodyPr>
            <a:spAutoFit/>
          </a:bodyPr>
          <a:lstStyle/>
          <a:p>
            <a:pPr marL="342763" indent="-342763">
              <a:buFont typeface="Arial" panose="020B0604020202020204" pitchFamily="34" charset="0"/>
              <a:buChar char="•"/>
            </a:pPr>
            <a:r>
              <a:rPr lang="zh-CN" altLang="en-US" sz="1999"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分水岭算法计算方法</a:t>
            </a:r>
            <a:r>
              <a:rPr lang="en-US" altLang="zh-CN" sz="1999"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3</a:t>
            </a:r>
            <a:r>
              <a:rPr lang="zh-CN" altLang="en-US" sz="1999"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999"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vs</a:t>
            </a:r>
            <a:r>
              <a:rPr lang="zh-CN" altLang="en-US" sz="1999"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算法</a:t>
            </a:r>
          </a:p>
        </p:txBody>
      </p:sp>
      <p:sp>
        <p:nvSpPr>
          <p:cNvPr id="1052496"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497" name="Rectangle 6"/>
          <p:cNvSpPr>
            <a:spLocks noChangeArrowheads="1"/>
          </p:cNvSpPr>
          <p:nvPr/>
        </p:nvSpPr>
        <p:spPr bwMode="auto">
          <a:xfrm>
            <a:off x="1525588" y="2058988"/>
            <a:ext cx="184150" cy="369887"/>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graphicFrame>
        <p:nvGraphicFramePr>
          <p:cNvPr id="4194382" name="Object 5"/>
          <p:cNvGraphicFramePr>
            <a:graphicFrameLocks noChangeAspect="1"/>
          </p:cNvGraphicFramePr>
          <p:nvPr/>
        </p:nvGraphicFramePr>
        <p:xfrm>
          <a:off x="1868488" y="1325563"/>
          <a:ext cx="8455025" cy="3927475"/>
        </p:xfrm>
        <a:graphic>
          <a:graphicData uri="http://schemas.openxmlformats.org/presentationml/2006/ole">
            <mc:AlternateContent xmlns:mc="http://schemas.openxmlformats.org/markup-compatibility/2006">
              <mc:Choice xmlns:v="urn:schemas-microsoft-com:vml" Requires="v">
                <p:oleObj name="Visio" r:id="rId2" imgW="5095788" imgH="2352780" progId="Visio.Drawing.11">
                  <p:embed/>
                </p:oleObj>
              </mc:Choice>
              <mc:Fallback>
                <p:oleObj name="Visio" r:id="rId2" imgW="5095788" imgH="2352780" progId="Visio.Drawing.11">
                  <p:embed/>
                  <p:pic>
                    <p:nvPicPr>
                      <p:cNvPr id="2097320" name=""/>
                      <p:cNvPicPr>
                        <a:picLocks noChangeAspect="1" noChangeArrowheads="1"/>
                      </p:cNvPicPr>
                      <p:nvPr/>
                    </p:nvPicPr>
                    <p:blipFill>
                      <a:blip r:embed="rId3"/>
                      <a:srcRect/>
                      <a:stretch>
                        <a:fillRect/>
                      </a:stretch>
                    </p:blipFill>
                    <p:spPr bwMode="auto">
                      <a:xfrm>
                        <a:off x="1868488" y="1325563"/>
                        <a:ext cx="8455025" cy="3927475"/>
                      </a:xfrm>
                      <a:prstGeom prst="rect">
                        <a:avLst/>
                      </a:prstGeom>
                      <a:noFill/>
                      <a:ln>
                        <a:noFill/>
                      </a:ln>
                    </p:spPr>
                  </p:pic>
                </p:oleObj>
              </mc:Fallback>
            </mc:AlternateContent>
          </a:graphicData>
        </a:graphic>
      </p:graphicFrame>
      <p:sp>
        <p:nvSpPr>
          <p:cNvPr id="1052498"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499" name="Rectangle 5"/>
          <p:cNvSpPr>
            <a:spLocks noChangeArrowheads="1"/>
          </p:cNvSpPr>
          <p:nvPr/>
        </p:nvSpPr>
        <p:spPr bwMode="auto">
          <a:xfrm>
            <a:off x="1012825" y="4911725"/>
            <a:ext cx="10409238" cy="1768475"/>
          </a:xfrm>
          <a:prstGeom prst="rect">
            <a:avLst/>
          </a:prstGeom>
          <a:noFill/>
          <a:ln>
            <a:noFill/>
          </a:ln>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
                <a:schemeClr val="folHlink"/>
              </a:buClr>
              <a:buSzPct val="60000"/>
              <a:buFont typeface="Wingdings" panose="05000000000000000000" pitchFamily="2" charset="2"/>
              <a:buNone/>
            </a:pPr>
            <a:r>
              <a:rPr lang="zh-CN" altLang="en-US" sz="1999" dirty="0">
                <a:solidFill>
                  <a:srgbClr val="004C54"/>
                </a:solidFill>
                <a:latin typeface="黑体" panose="02010609060101010101" pitchFamily="49" charset="-122"/>
                <a:ea typeface="黑体" panose="02010609060101010101" pitchFamily="49" charset="-122"/>
              </a:rPr>
              <a:t>    可直接访问某一像素，并进行宽度优先扫描。 </a:t>
            </a:r>
          </a:p>
        </p:txBody>
      </p:sp>
      <p:sp>
        <p:nvSpPr>
          <p:cNvPr id="1052500"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cxnSp>
        <p:nvCxnSpPr>
          <p:cNvPr id="3145728" name="直接连接符 3"/>
          <p:cNvCxnSpPr>
            <a:cxnSpLocks/>
          </p:cNvCxnSpPr>
          <p:nvPr/>
        </p:nvCxnSpPr>
        <p:spPr bwMode="auto">
          <a:xfrm>
            <a:off x="2423592" y="3645024"/>
            <a:ext cx="7992888" cy="0"/>
          </a:xfrm>
          <a:prstGeom prst="line">
            <a:avLst/>
          </a:prstGeom>
          <a:ln w="38100">
            <a:solidFill>
              <a:srgbClr val="7030A0"/>
            </a:solidFill>
            <a:prstDash val="dash"/>
            <a:headEnd type="triangle" w="med" len="med"/>
            <a:tailEnd type="triangle" w="med" len="med"/>
          </a:ln>
        </p:spPr>
        <p:style>
          <a:lnRef idx="3">
            <a:schemeClr val="accent1"/>
          </a:lnRef>
          <a:fillRef idx="0">
            <a:schemeClr val="accent1"/>
          </a:fillRef>
          <a:effectRef idx="2">
            <a:schemeClr val="accent1"/>
          </a:effectRef>
          <a:fontRef idx="minor">
            <a:schemeClr val="tx1"/>
          </a:fontRef>
        </p:style>
      </p:cxnSp>
      <p:sp>
        <p:nvSpPr>
          <p:cNvPr id="1052501" name="Rectangle 5"/>
          <p:cNvSpPr>
            <a:spLocks noChangeArrowheads="1"/>
          </p:cNvSpPr>
          <p:nvPr/>
        </p:nvSpPr>
        <p:spPr bwMode="auto">
          <a:xfrm>
            <a:off x="10482263" y="3420682"/>
            <a:ext cx="1728192" cy="442888"/>
          </a:xfrm>
          <a:prstGeom prst="rect">
            <a:avLst/>
          </a:prstGeom>
          <a:noFill/>
          <a:ln>
            <a:noFill/>
          </a:ln>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
                <a:schemeClr val="folHlink"/>
              </a:buClr>
              <a:buSzPct val="60000"/>
              <a:buFont typeface="Wingdings" panose="05000000000000000000" pitchFamily="2" charset="2"/>
              <a:buNone/>
            </a:pPr>
            <a:r>
              <a:rPr lang="zh-CN" altLang="en-US" sz="1999" dirty="0">
                <a:solidFill>
                  <a:srgbClr val="004C54"/>
                </a:solidFill>
                <a:latin typeface="黑体" panose="02010609060101010101" pitchFamily="49" charset="-122"/>
                <a:ea typeface="黑体" panose="02010609060101010101" pitchFamily="49" charset="-122"/>
              </a:rPr>
              <a:t>宽度优先扫描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502" name="Rectangle 4"/>
          <p:cNvSpPr>
            <a:spLocks noChangeArrowheads="1"/>
          </p:cNvSpPr>
          <p:nvPr/>
        </p:nvSpPr>
        <p:spPr bwMode="auto">
          <a:xfrm>
            <a:off x="1525588" y="2058988"/>
            <a:ext cx="184150" cy="369887"/>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052503" name="Rectangle 5"/>
          <p:cNvSpPr>
            <a:spLocks noChangeArrowheads="1"/>
          </p:cNvSpPr>
          <p:nvPr/>
        </p:nvSpPr>
        <p:spPr bwMode="auto">
          <a:xfrm>
            <a:off x="1344613" y="2044224"/>
            <a:ext cx="8816975" cy="3158491"/>
          </a:xfrm>
          <a:prstGeom prst="rect">
            <a:avLst/>
          </a:prstGeom>
          <a:noFill/>
          <a:ln>
            <a:noFill/>
          </a:ln>
          <a:effec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999" dirty="0">
                <a:solidFill>
                  <a:srgbClr val="004C54"/>
                </a:solidFill>
                <a:latin typeface="黑体" panose="02010609060101010101" pitchFamily="49" charset="-122"/>
                <a:ea typeface="黑体" panose="02010609060101010101" pitchFamily="49" charset="-122"/>
              </a:rPr>
              <a:t>       从分水岭算法的过程来看，图像中每个局部极小值将对应分割结果中一个单独的区域，在分割结束时会得到待分割对象的区域轮廓，而区域的个数是由局部极小值的数量决定的，但是由于图像中通常存在噪声和局部的不规则性，</a:t>
            </a:r>
            <a:r>
              <a:rPr lang="zh-CN" altLang="en-US" sz="1999" dirty="0">
                <a:solidFill>
                  <a:srgbClr val="FF0000"/>
                </a:solidFill>
                <a:latin typeface="黑体" panose="02010609060101010101" pitchFamily="49" charset="-122"/>
                <a:ea typeface="黑体" panose="02010609060101010101" pitchFamily="49" charset="-122"/>
              </a:rPr>
              <a:t>局部极小值的个数会大于实际的目标对象</a:t>
            </a:r>
            <a:r>
              <a:rPr lang="zh-CN" altLang="en-US" sz="1999" dirty="0">
                <a:solidFill>
                  <a:srgbClr val="004C54"/>
                </a:solidFill>
                <a:latin typeface="黑体" panose="02010609060101010101" pitchFamily="49" charset="-122"/>
                <a:ea typeface="黑体" panose="02010609060101010101" pitchFamily="49" charset="-122"/>
              </a:rPr>
              <a:t>，这也就造成了</a:t>
            </a:r>
            <a:r>
              <a:rPr lang="zh-CN" altLang="en-US" sz="1999" dirty="0">
                <a:solidFill>
                  <a:srgbClr val="FF0000"/>
                </a:solidFill>
                <a:latin typeface="黑体" panose="02010609060101010101" pitchFamily="49" charset="-122"/>
                <a:ea typeface="黑体" panose="02010609060101010101" pitchFamily="49" charset="-122"/>
              </a:rPr>
              <a:t>大量的虚假轮廓</a:t>
            </a:r>
            <a:r>
              <a:rPr lang="zh-CN" altLang="en-US" sz="1999" dirty="0">
                <a:solidFill>
                  <a:srgbClr val="004C54"/>
                </a:solidFill>
                <a:latin typeface="黑体" panose="02010609060101010101" pitchFamily="49" charset="-122"/>
                <a:ea typeface="黑体" panose="02010609060101010101" pitchFamily="49" charset="-122"/>
              </a:rPr>
              <a:t>，干扰了实际轮廓的识别。</a:t>
            </a:r>
            <a:endParaRPr lang="en-US" altLang="zh-CN" sz="1999" dirty="0">
              <a:solidFill>
                <a:srgbClr val="004C54"/>
              </a:solidFill>
              <a:latin typeface="黑体" panose="02010609060101010101" pitchFamily="49" charset="-122"/>
              <a:ea typeface="黑体" panose="02010609060101010101" pitchFamily="49" charset="-122"/>
            </a:endParaRPr>
          </a:p>
          <a:p>
            <a:pPr eaLnBrk="1" hangingPunct="1">
              <a:lnSpc>
                <a:spcPct val="150000"/>
              </a:lnSpc>
            </a:pPr>
            <a:r>
              <a:rPr lang="en-US" altLang="zh-CN" sz="1999" dirty="0">
                <a:solidFill>
                  <a:srgbClr val="004C54"/>
                </a:solidFill>
                <a:latin typeface="黑体" panose="02010609060101010101" pitchFamily="49" charset="-122"/>
                <a:ea typeface="黑体" panose="02010609060101010101" pitchFamily="49" charset="-122"/>
              </a:rPr>
              <a:t>       </a:t>
            </a:r>
            <a:r>
              <a:rPr lang="zh-CN" altLang="en-US" sz="1999" dirty="0">
                <a:solidFill>
                  <a:srgbClr val="004C54"/>
                </a:solidFill>
                <a:latin typeface="黑体" panose="02010609060101010101" pitchFamily="49" charset="-122"/>
                <a:ea typeface="黑体" panose="02010609060101010101" pitchFamily="49" charset="-122"/>
              </a:rPr>
              <a:t>这种现象被称为“</a:t>
            </a:r>
            <a:r>
              <a:rPr lang="zh-CN" altLang="en-US" sz="1999" dirty="0">
                <a:solidFill>
                  <a:srgbClr val="FF0000"/>
                </a:solidFill>
                <a:latin typeface="黑体" panose="02010609060101010101" pitchFamily="49" charset="-122"/>
                <a:ea typeface="黑体" panose="02010609060101010101" pitchFamily="49" charset="-122"/>
              </a:rPr>
              <a:t>过分割</a:t>
            </a:r>
            <a:r>
              <a:rPr lang="zh-CN" altLang="en-US" sz="1999" dirty="0">
                <a:solidFill>
                  <a:srgbClr val="004C54"/>
                </a:solidFill>
                <a:latin typeface="黑体" panose="02010609060101010101" pitchFamily="49" charset="-122"/>
                <a:ea typeface="黑体" panose="02010609060101010101" pitchFamily="49" charset="-122"/>
              </a:rPr>
              <a:t>”，过分割使分割的结果不理想，难以根据分割出来的轮廓识别实际的目标。 </a:t>
            </a:r>
          </a:p>
        </p:txBody>
      </p:sp>
      <p:sp>
        <p:nvSpPr>
          <p:cNvPr id="1052504" name="TextBox 11"/>
          <p:cNvSpPr txBox="1"/>
          <p:nvPr/>
        </p:nvSpPr>
        <p:spPr>
          <a:xfrm>
            <a:off x="1014413" y="909638"/>
            <a:ext cx="2849562" cy="400050"/>
          </a:xfrm>
          <a:prstGeom prst="rect">
            <a:avLst/>
          </a:prstGeom>
          <a:noFill/>
          <a:ln w="9525">
            <a:noFill/>
          </a:ln>
        </p:spPr>
        <p:txBody>
          <a:bodyPr>
            <a:spAutoFit/>
          </a:bodyPr>
          <a:lstStyle/>
          <a:p>
            <a:r>
              <a:rPr lang="zh-CN" altLang="en-US" sz="1999" b="1" dirty="0">
                <a:solidFill>
                  <a:srgbClr val="004C54"/>
                </a:solidFill>
                <a:latin typeface="黑体" panose="02010609060101010101" pitchFamily="49" charset="-122"/>
                <a:ea typeface="黑体" panose="02010609060101010101" pitchFamily="49" charset="-122"/>
              </a:rPr>
              <a:t>分水岭算法：</a:t>
            </a:r>
          </a:p>
        </p:txBody>
      </p:sp>
      <p:sp>
        <p:nvSpPr>
          <p:cNvPr id="1052505"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506" name="TextBox 11"/>
          <p:cNvSpPr txBox="1"/>
          <p:nvPr/>
        </p:nvSpPr>
        <p:spPr>
          <a:xfrm>
            <a:off x="1344613" y="1325563"/>
            <a:ext cx="6262687" cy="400050"/>
          </a:xfrm>
          <a:prstGeom prst="rect">
            <a:avLst/>
          </a:prstGeom>
          <a:noFill/>
          <a:ln w="9525">
            <a:noFill/>
          </a:ln>
        </p:spPr>
        <p:txBody>
          <a:bodyPr>
            <a:spAutoFit/>
          </a:bodyPr>
          <a:lstStyle/>
          <a:p>
            <a:pPr marL="342763" indent="-342763">
              <a:buFont typeface="Arial" panose="020B0604020202020204" pitchFamily="34" charset="0"/>
              <a:buChar char="•"/>
            </a:pPr>
            <a:r>
              <a:rPr lang="zh-CN" altLang="en-US" sz="1999" dirty="0">
                <a:solidFill>
                  <a:srgbClr val="FF0000"/>
                </a:solidFill>
                <a:latin typeface="黑体" panose="02010609060101010101" pitchFamily="49" charset="-122"/>
                <a:ea typeface="黑体" panose="02010609060101010101" pitchFamily="49" charset="-122"/>
              </a:rPr>
              <a:t>分水岭算法的过分割问题</a:t>
            </a:r>
          </a:p>
        </p:txBody>
      </p:sp>
      <p:sp>
        <p:nvSpPr>
          <p:cNvPr id="1052507"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322" name="Picture 5"/>
          <p:cNvPicPr>
            <a:picLocks noChangeAspect="1" noChangeArrowheads="1"/>
          </p:cNvPicPr>
          <p:nvPr/>
        </p:nvPicPr>
        <p:blipFill>
          <a:blip r:embed="rId2"/>
          <a:srcRect/>
          <a:stretch>
            <a:fillRect/>
          </a:stretch>
        </p:blipFill>
        <p:spPr bwMode="auto">
          <a:xfrm>
            <a:off x="1633538" y="2276475"/>
            <a:ext cx="8847137" cy="2879725"/>
          </a:xfrm>
          <a:prstGeom prst="rect">
            <a:avLst/>
          </a:prstGeom>
          <a:noFill/>
          <a:ln>
            <a:noFill/>
          </a:ln>
        </p:spPr>
      </p:pic>
      <p:sp>
        <p:nvSpPr>
          <p:cNvPr id="1052508"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509" name="TextBox 11"/>
          <p:cNvSpPr txBox="1">
            <a:spLocks noChangeArrowheads="1"/>
          </p:cNvSpPr>
          <p:nvPr/>
        </p:nvSpPr>
        <p:spPr bwMode="auto">
          <a:xfrm>
            <a:off x="1014413" y="909638"/>
            <a:ext cx="2849562" cy="400050"/>
          </a:xfrm>
          <a:prstGeom prst="rect">
            <a:avLst/>
          </a:prstGeom>
          <a:noFill/>
          <a:ln>
            <a:noFill/>
          </a:ln>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accent2"/>
              </a:buClr>
            </a:pPr>
            <a:r>
              <a:rPr lang="zh-CN" altLang="en-US" sz="2000" b="1">
                <a:solidFill>
                  <a:srgbClr val="004F58"/>
                </a:solidFill>
                <a:latin typeface="黑体" panose="02010609060101010101" pitchFamily="49" charset="-122"/>
                <a:ea typeface="黑体" panose="02010609060101010101" pitchFamily="49" charset="-122"/>
              </a:rPr>
              <a:t>过分割问题</a:t>
            </a:r>
          </a:p>
        </p:txBody>
      </p:sp>
      <p:sp>
        <p:nvSpPr>
          <p:cNvPr id="1052510"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511" name="Rectangle 4"/>
          <p:cNvSpPr>
            <a:spLocks noChangeArrowheads="1"/>
          </p:cNvSpPr>
          <p:nvPr/>
        </p:nvSpPr>
        <p:spPr bwMode="auto">
          <a:xfrm>
            <a:off x="1525588" y="2058988"/>
            <a:ext cx="184150" cy="369887"/>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pic>
        <p:nvPicPr>
          <p:cNvPr id="2097323" name="Picture 8"/>
          <p:cNvPicPr>
            <a:picLocks noChangeAspect="1" noChangeArrowheads="1"/>
          </p:cNvPicPr>
          <p:nvPr/>
        </p:nvPicPr>
        <p:blipFill>
          <a:blip r:embed="rId2"/>
          <a:srcRect/>
          <a:stretch>
            <a:fillRect/>
          </a:stretch>
        </p:blipFill>
        <p:spPr bwMode="auto">
          <a:xfrm>
            <a:off x="1739900" y="1773238"/>
            <a:ext cx="8710613" cy="4287837"/>
          </a:xfrm>
          <a:prstGeom prst="rect">
            <a:avLst/>
          </a:prstGeom>
          <a:noFill/>
          <a:ln>
            <a:noFill/>
          </a:ln>
        </p:spPr>
      </p:pic>
      <p:sp>
        <p:nvSpPr>
          <p:cNvPr id="1052512"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513" name="TextBox 11"/>
          <p:cNvSpPr txBox="1">
            <a:spLocks noChangeArrowheads="1"/>
          </p:cNvSpPr>
          <p:nvPr/>
        </p:nvSpPr>
        <p:spPr bwMode="auto">
          <a:xfrm>
            <a:off x="1014413" y="909638"/>
            <a:ext cx="2849562" cy="400050"/>
          </a:xfrm>
          <a:prstGeom prst="rect">
            <a:avLst/>
          </a:prstGeom>
          <a:noFill/>
          <a:ln>
            <a:noFill/>
          </a:ln>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accent2"/>
              </a:buClr>
            </a:pPr>
            <a:r>
              <a:rPr lang="zh-CN" altLang="en-US" sz="2000" b="1">
                <a:solidFill>
                  <a:srgbClr val="004F58"/>
                </a:solidFill>
                <a:latin typeface="黑体" panose="02010609060101010101" pitchFamily="49" charset="-122"/>
                <a:ea typeface="黑体" panose="02010609060101010101" pitchFamily="49" charset="-122"/>
              </a:rPr>
              <a:t>过分割问题</a:t>
            </a:r>
          </a:p>
        </p:txBody>
      </p:sp>
      <p:sp>
        <p:nvSpPr>
          <p:cNvPr id="1052514"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515" name="Rectangle 4"/>
          <p:cNvSpPr>
            <a:spLocks noChangeArrowheads="1"/>
          </p:cNvSpPr>
          <p:nvPr/>
        </p:nvSpPr>
        <p:spPr bwMode="auto">
          <a:xfrm>
            <a:off x="1525588" y="2058988"/>
            <a:ext cx="184150" cy="369887"/>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052516" name="Rectangle 6"/>
          <p:cNvSpPr>
            <a:spLocks noChangeArrowheads="1"/>
          </p:cNvSpPr>
          <p:nvPr/>
        </p:nvSpPr>
        <p:spPr bwMode="auto">
          <a:xfrm>
            <a:off x="1127448" y="1707699"/>
            <a:ext cx="9861550" cy="4034790"/>
          </a:xfrm>
          <a:prstGeom prst="rect">
            <a:avLst/>
          </a:prstGeom>
          <a:noFill/>
          <a:ln>
            <a:noFill/>
          </a:ln>
          <a:effec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999" dirty="0">
                <a:solidFill>
                  <a:srgbClr val="004C54"/>
                </a:solidFill>
                <a:latin typeface="黑体" panose="02010609060101010101" pitchFamily="49" charset="-122"/>
                <a:ea typeface="黑体" panose="02010609060101010101" pitchFamily="49" charset="-122"/>
              </a:rPr>
              <a:t>       基于分水岭的目标分割，是以</a:t>
            </a:r>
            <a:r>
              <a:rPr lang="zh-CN" altLang="en-US" sz="1999" dirty="0">
                <a:solidFill>
                  <a:srgbClr val="FF0000"/>
                </a:solidFill>
                <a:latin typeface="黑体" panose="02010609060101010101" pitchFamily="49" charset="-122"/>
                <a:ea typeface="黑体" panose="02010609060101010101" pitchFamily="49" charset="-122"/>
              </a:rPr>
              <a:t>目标边缘灰度变化</a:t>
            </a:r>
            <a:r>
              <a:rPr lang="zh-CN" altLang="en-US" sz="1999" dirty="0">
                <a:solidFill>
                  <a:srgbClr val="004C54"/>
                </a:solidFill>
                <a:latin typeface="黑体" panose="02010609060101010101" pitchFamily="49" charset="-122"/>
                <a:ea typeface="黑体" panose="02010609060101010101" pitchFamily="49" charset="-122"/>
              </a:rPr>
              <a:t>为参考依据的一种目标分割方法，能够较好地保存目标的边缘信息，从而能够比较完整地提取出目标。但是基于区域的分割方法虽然能够较好地保留目标的灰度信息，能够较完整地提取出目标，但受噪声的影响十分敏感，会形成一些无谓的分割区域。同时，区域分割不能有意识地对感兴趣的目标进行分割，而只会依图像中灰度的变化，形成一个个闭合的区域，而对目标分割的要求是既要尽可能完整地分割出目标，又要尽可能少地引入虚警目标的干扰。</a:t>
            </a:r>
            <a:endParaRPr lang="en-US" altLang="zh-CN" sz="1999" dirty="0">
              <a:solidFill>
                <a:srgbClr val="004C54"/>
              </a:solidFill>
              <a:latin typeface="黑体" panose="02010609060101010101" pitchFamily="49" charset="-122"/>
              <a:ea typeface="黑体" panose="02010609060101010101" pitchFamily="49" charset="-122"/>
            </a:endParaRPr>
          </a:p>
          <a:p>
            <a:pPr eaLnBrk="1" hangingPunct="1">
              <a:lnSpc>
                <a:spcPct val="150000"/>
              </a:lnSpc>
            </a:pPr>
            <a:r>
              <a:rPr lang="en-US" altLang="zh-CN" sz="1999" dirty="0">
                <a:solidFill>
                  <a:srgbClr val="004C54"/>
                </a:solidFill>
                <a:latin typeface="黑体" panose="02010609060101010101" pitchFamily="49" charset="-122"/>
                <a:ea typeface="黑体" panose="02010609060101010101" pitchFamily="49" charset="-122"/>
              </a:rPr>
              <a:t>       </a:t>
            </a:r>
            <a:r>
              <a:rPr lang="zh-CN" altLang="en-US" sz="1999" dirty="0">
                <a:solidFill>
                  <a:srgbClr val="004C54"/>
                </a:solidFill>
                <a:latin typeface="黑体" panose="02010609060101010101" pitchFamily="49" charset="-122"/>
                <a:ea typeface="黑体" panose="02010609060101010101" pitchFamily="49" charset="-122"/>
              </a:rPr>
              <a:t>因此，为准确提取图像中的目标，采用</a:t>
            </a:r>
            <a:r>
              <a:rPr lang="zh-CN" altLang="en-US" sz="1999" dirty="0">
                <a:solidFill>
                  <a:srgbClr val="FF0000"/>
                </a:solidFill>
                <a:latin typeface="黑体" panose="02010609060101010101" pitchFamily="49" charset="-122"/>
                <a:ea typeface="黑体" panose="02010609060101010101" pitchFamily="49" charset="-122"/>
              </a:rPr>
              <a:t>基于标记区域的分水岭分割方法</a:t>
            </a:r>
            <a:r>
              <a:rPr lang="zh-CN" altLang="en-US" sz="1999" dirty="0">
                <a:solidFill>
                  <a:srgbClr val="004C54"/>
                </a:solidFill>
                <a:latin typeface="黑体" panose="02010609060101010101" pitchFamily="49" charset="-122"/>
                <a:ea typeface="黑体" panose="02010609060101010101" pitchFamily="49" charset="-122"/>
              </a:rPr>
              <a:t>，即首先对图像中目标可能存在的区域进行标记，在标记区域利用区域分割对目标边缘提取的准确性，准确提取出目标的灰度形态。 </a:t>
            </a:r>
          </a:p>
        </p:txBody>
      </p:sp>
      <p:sp>
        <p:nvSpPr>
          <p:cNvPr id="1052517" name="TextBox 11"/>
          <p:cNvSpPr txBox="1"/>
          <p:nvPr/>
        </p:nvSpPr>
        <p:spPr>
          <a:xfrm>
            <a:off x="1014412" y="909638"/>
            <a:ext cx="3785443" cy="399981"/>
          </a:xfrm>
          <a:prstGeom prst="rect">
            <a:avLst/>
          </a:prstGeom>
          <a:noFill/>
          <a:ln w="9525">
            <a:noFill/>
          </a:ln>
        </p:spPr>
        <p:txBody>
          <a:bodyPr wrap="square">
            <a:spAutoFit/>
          </a:bodyPr>
          <a:lstStyle/>
          <a:p>
            <a:r>
              <a:rPr lang="zh-CN" altLang="en-US" sz="1999" b="1" dirty="0">
                <a:solidFill>
                  <a:srgbClr val="004C54"/>
                </a:solidFill>
                <a:latin typeface="黑体" panose="02010609060101010101" pitchFamily="49" charset="-122"/>
                <a:ea typeface="黑体" panose="02010609060101010101" pitchFamily="49" charset="-122"/>
              </a:rPr>
              <a:t>基于标记的分水岭算法：</a:t>
            </a:r>
          </a:p>
        </p:txBody>
      </p:sp>
      <p:sp>
        <p:nvSpPr>
          <p:cNvPr id="1052518"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519"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mc:AlternateContent xmlns:mc="http://schemas.openxmlformats.org/markup-compatibility/2006" xmlns:p14="http://schemas.microsoft.com/office/powerpoint/2010/main">
        <mc:Choice Requires="p14">
          <p:contentPart p14:bwMode="auto" r:id="rId2">
            <p14:nvContentPartPr>
              <p14:cNvPr id="1054206" name="墨迹 1054205"/>
              <p14:cNvContentPartPr/>
              <p14:nvPr/>
            </p14:nvContentPartPr>
            <p14:xfrm>
              <a:off x="4415142" y="5559785"/>
              <a:ext cx="28516" cy="333722"/>
            </p14:xfrm>
          </p:contentPart>
        </mc:Choice>
        <mc:Fallback xmlns="">
          <p:sp>
            <p:nvSpPr>
              <p:cNvPr id="1054206" name=""/>
              <p:cNvSpPr/>
              <p:nvPr/>
            </p:nvSpPr>
            <p:spPr>
              <a:xfrm>
                <a:off x="4415142" y="5559785"/>
                <a:ext cx="28516" cy="333722"/>
              </a:xfrm>
            </p:spPr>
          </p:sp>
        </mc:Fallback>
      </mc:AlternateContent>
      <mc:AlternateContent xmlns:mc="http://schemas.openxmlformats.org/markup-compatibility/2006" xmlns:p14="http://schemas.microsoft.com/office/powerpoint/2010/main">
        <mc:Choice Requires="p14">
          <p:contentPart p14:bwMode="auto" r:id="rId3">
            <p14:nvContentPartPr>
              <p14:cNvPr id="1054207" name="墨迹 1054206"/>
              <p14:cNvContentPartPr/>
              <p14:nvPr/>
            </p14:nvContentPartPr>
            <p14:xfrm>
              <a:off x="4325420" y="5583963"/>
              <a:ext cx="368862" cy="329574"/>
            </p14:xfrm>
          </p:contentPart>
        </mc:Choice>
        <mc:Fallback xmlns="">
          <p:sp>
            <p:nvSpPr>
              <p:cNvPr id="1054207" name=""/>
              <p:cNvSpPr/>
              <p:nvPr/>
            </p:nvSpPr>
            <p:spPr>
              <a:xfrm>
                <a:off x="4325420" y="5583963"/>
                <a:ext cx="368862" cy="329574"/>
              </a:xfrm>
            </p:spPr>
          </p:sp>
        </mc:Fallback>
      </mc:AlternateContent>
      <mc:AlternateContent xmlns:mc="http://schemas.openxmlformats.org/markup-compatibility/2006" xmlns:p14="http://schemas.microsoft.com/office/powerpoint/2010/main">
        <mc:Choice Requires="p14">
          <p:contentPart p14:bwMode="auto" r:id="rId4">
            <p14:nvContentPartPr>
              <p14:cNvPr id="1054208" name="墨迹 1054207"/>
              <p14:cNvContentPartPr/>
              <p14:nvPr/>
            </p14:nvContentPartPr>
            <p14:xfrm>
              <a:off x="4354877" y="5919750"/>
              <a:ext cx="290339" cy="163872"/>
            </p14:xfrm>
          </p:contentPart>
        </mc:Choice>
        <mc:Fallback xmlns="">
          <p:sp>
            <p:nvSpPr>
              <p:cNvPr id="1054208" name=""/>
              <p:cNvSpPr/>
              <p:nvPr/>
            </p:nvSpPr>
            <p:spPr>
              <a:xfrm>
                <a:off x="4354877" y="5919750"/>
                <a:ext cx="290339" cy="163872"/>
              </a:xfrm>
            </p:spPr>
          </p:sp>
        </mc:Fallback>
      </mc:AlternateContent>
      <mc:AlternateContent xmlns:mc="http://schemas.openxmlformats.org/markup-compatibility/2006" xmlns:p14="http://schemas.microsoft.com/office/powerpoint/2010/main">
        <mc:Choice Requires="p14">
          <p:contentPart p14:bwMode="auto" r:id="rId5">
            <p14:nvContentPartPr>
              <p14:cNvPr id="1054209" name="墨迹 1054208"/>
              <p14:cNvContentPartPr/>
              <p14:nvPr/>
            </p14:nvContentPartPr>
            <p14:xfrm>
              <a:off x="4740005" y="5704547"/>
              <a:ext cx="272156" cy="336754"/>
            </p14:xfrm>
          </p:contentPart>
        </mc:Choice>
        <mc:Fallback xmlns="">
          <p:sp>
            <p:nvSpPr>
              <p:cNvPr id="1054209" name=""/>
              <p:cNvSpPr/>
              <p:nvPr/>
            </p:nvSpPr>
            <p:spPr>
              <a:xfrm>
                <a:off x="4740005" y="5704547"/>
                <a:ext cx="272156" cy="336754"/>
              </a:xfrm>
            </p:spPr>
          </p:sp>
        </mc:Fallback>
      </mc:AlternateContent>
      <mc:AlternateContent xmlns:mc="http://schemas.openxmlformats.org/markup-compatibility/2006" xmlns:p14="http://schemas.microsoft.com/office/powerpoint/2010/main">
        <mc:Choice Requires="p14">
          <p:contentPart p14:bwMode="auto" r:id="rId6">
            <p14:nvContentPartPr>
              <p14:cNvPr id="1054210" name="墨迹 1054209"/>
              <p14:cNvContentPartPr/>
              <p14:nvPr/>
            </p14:nvContentPartPr>
            <p14:xfrm>
              <a:off x="4812040" y="5901385"/>
              <a:ext cx="174610" cy="26726"/>
            </p14:xfrm>
          </p:contentPart>
        </mc:Choice>
        <mc:Fallback xmlns="">
          <p:sp>
            <p:nvSpPr>
              <p:cNvPr id="1054210" name=""/>
              <p:cNvSpPr/>
              <p:nvPr/>
            </p:nvSpPr>
            <p:spPr>
              <a:xfrm>
                <a:off x="4812040" y="5901385"/>
                <a:ext cx="174610" cy="26726"/>
              </a:xfrm>
            </p:spPr>
          </p:sp>
        </mc:Fallback>
      </mc:AlternateContent>
      <mc:AlternateContent xmlns:mc="http://schemas.openxmlformats.org/markup-compatibility/2006" xmlns:p14="http://schemas.microsoft.com/office/powerpoint/2010/main">
        <mc:Choice Requires="p14">
          <p:contentPart p14:bwMode="auto" r:id="rId7">
            <p14:nvContentPartPr>
              <p14:cNvPr id="1054211" name="墨迹 1054210"/>
              <p14:cNvContentPartPr/>
              <p14:nvPr/>
            </p14:nvContentPartPr>
            <p14:xfrm>
              <a:off x="5039194" y="5720062"/>
              <a:ext cx="258572" cy="396459"/>
            </p14:xfrm>
          </p:contentPart>
        </mc:Choice>
        <mc:Fallback xmlns="">
          <p:sp>
            <p:nvSpPr>
              <p:cNvPr id="1054211" name=""/>
              <p:cNvSpPr/>
              <p:nvPr/>
            </p:nvSpPr>
            <p:spPr>
              <a:xfrm>
                <a:off x="5039194" y="5720062"/>
                <a:ext cx="258572" cy="396459"/>
              </a:xfrm>
            </p:spPr>
          </p:sp>
        </mc:Fallback>
      </mc:AlternateContent>
      <mc:AlternateContent xmlns:mc="http://schemas.openxmlformats.org/markup-compatibility/2006" xmlns:p14="http://schemas.microsoft.com/office/powerpoint/2010/main">
        <mc:Choice Requires="p14">
          <p:contentPart p14:bwMode="auto" r:id="rId8">
            <p14:nvContentPartPr>
              <p14:cNvPr id="1054212" name="墨迹 1054211"/>
              <p14:cNvContentPartPr/>
              <p14:nvPr/>
            </p14:nvContentPartPr>
            <p14:xfrm>
              <a:off x="5545396" y="5621242"/>
              <a:ext cx="273961" cy="91112"/>
            </p14:xfrm>
          </p:contentPart>
        </mc:Choice>
        <mc:Fallback xmlns="">
          <p:sp>
            <p:nvSpPr>
              <p:cNvPr id="1054212" name=""/>
              <p:cNvSpPr/>
              <p:nvPr/>
            </p:nvSpPr>
            <p:spPr>
              <a:xfrm>
                <a:off x="5545396" y="5621242"/>
                <a:ext cx="273961" cy="91112"/>
              </a:xfrm>
            </p:spPr>
          </p:sp>
        </mc:Fallback>
      </mc:AlternateContent>
      <mc:AlternateContent xmlns:mc="http://schemas.openxmlformats.org/markup-compatibility/2006" xmlns:p14="http://schemas.microsoft.com/office/powerpoint/2010/main">
        <mc:Choice Requires="p14">
          <p:contentPart p14:bwMode="auto" r:id="rId9">
            <p14:nvContentPartPr>
              <p14:cNvPr id="1054213" name="墨迹 1054212"/>
              <p14:cNvContentPartPr/>
              <p14:nvPr/>
            </p14:nvContentPartPr>
            <p14:xfrm>
              <a:off x="5608989" y="5499334"/>
              <a:ext cx="103884" cy="552181"/>
            </p14:xfrm>
          </p:contentPart>
        </mc:Choice>
        <mc:Fallback xmlns="">
          <p:sp>
            <p:nvSpPr>
              <p:cNvPr id="1054213" name=""/>
              <p:cNvSpPr/>
              <p:nvPr/>
            </p:nvSpPr>
            <p:spPr>
              <a:xfrm>
                <a:off x="5608989" y="5499334"/>
                <a:ext cx="103884" cy="552181"/>
              </a:xfrm>
            </p:spPr>
          </p:sp>
        </mc:Fallback>
      </mc:AlternateContent>
      <mc:AlternateContent xmlns:mc="http://schemas.openxmlformats.org/markup-compatibility/2006" xmlns:p14="http://schemas.microsoft.com/office/powerpoint/2010/main">
        <mc:Choice Requires="p14">
          <p:contentPart p14:bwMode="auto" r:id="rId10">
            <p14:nvContentPartPr>
              <p14:cNvPr id="1054214" name="墨迹 1054213"/>
              <p14:cNvContentPartPr/>
              <p14:nvPr/>
            </p14:nvContentPartPr>
            <p14:xfrm>
              <a:off x="5444735" y="5743059"/>
              <a:ext cx="222071" cy="262401"/>
            </p14:xfrm>
          </p:contentPart>
        </mc:Choice>
        <mc:Fallback xmlns="">
          <p:sp>
            <p:nvSpPr>
              <p:cNvPr id="1054214" name=""/>
              <p:cNvSpPr/>
              <p:nvPr/>
            </p:nvSpPr>
            <p:spPr>
              <a:xfrm>
                <a:off x="5444735" y="5743059"/>
                <a:ext cx="222071" cy="262401"/>
              </a:xfrm>
            </p:spPr>
          </p:sp>
        </mc:Fallback>
      </mc:AlternateContent>
      <mc:AlternateContent xmlns:mc="http://schemas.openxmlformats.org/markup-compatibility/2006" xmlns:p14="http://schemas.microsoft.com/office/powerpoint/2010/main">
        <mc:Choice Requires="p14">
          <p:contentPart p14:bwMode="auto" r:id="rId11">
            <p14:nvContentPartPr>
              <p14:cNvPr id="1054215" name="墨迹 1054214"/>
              <p14:cNvContentPartPr/>
              <p14:nvPr/>
            </p14:nvContentPartPr>
            <p14:xfrm>
              <a:off x="5699116" y="5910021"/>
              <a:ext cx="44868" cy="76909"/>
            </p14:xfrm>
          </p:contentPart>
        </mc:Choice>
        <mc:Fallback xmlns="">
          <p:sp>
            <p:nvSpPr>
              <p:cNvPr id="1054215" name=""/>
              <p:cNvSpPr/>
              <p:nvPr/>
            </p:nvSpPr>
            <p:spPr>
              <a:xfrm>
                <a:off x="5699116" y="5910021"/>
                <a:ext cx="44868" cy="76909"/>
              </a:xfrm>
            </p:spPr>
          </p:sp>
        </mc:Fallback>
      </mc:AlternateContent>
      <mc:AlternateContent xmlns:mc="http://schemas.openxmlformats.org/markup-compatibility/2006" xmlns:p14="http://schemas.microsoft.com/office/powerpoint/2010/main">
        <mc:Choice Requires="p14">
          <p:contentPart p14:bwMode="auto" r:id="rId12">
            <p14:nvContentPartPr>
              <p14:cNvPr id="1054216" name="墨迹 1054215"/>
              <p14:cNvContentPartPr/>
              <p14:nvPr/>
            </p14:nvContentPartPr>
            <p14:xfrm>
              <a:off x="5865517" y="5544405"/>
              <a:ext cx="170962" cy="477138"/>
            </p14:xfrm>
          </p:contentPart>
        </mc:Choice>
        <mc:Fallback xmlns="">
          <p:sp>
            <p:nvSpPr>
              <p:cNvPr id="1054216" name=""/>
              <p:cNvSpPr/>
              <p:nvPr/>
            </p:nvSpPr>
            <p:spPr>
              <a:xfrm>
                <a:off x="5865517" y="5544405"/>
                <a:ext cx="170962" cy="477138"/>
              </a:xfrm>
            </p:spPr>
          </p:sp>
        </mc:Fallback>
      </mc:AlternateContent>
      <mc:AlternateContent xmlns:mc="http://schemas.openxmlformats.org/markup-compatibility/2006" xmlns:p14="http://schemas.microsoft.com/office/powerpoint/2010/main">
        <mc:Choice Requires="p14">
          <p:contentPart p14:bwMode="auto" r:id="rId13">
            <p14:nvContentPartPr>
              <p14:cNvPr id="1054217" name="墨迹 1054216"/>
              <p14:cNvContentPartPr/>
              <p14:nvPr/>
            </p14:nvContentPartPr>
            <p14:xfrm>
              <a:off x="5834270" y="5778563"/>
              <a:ext cx="22484" cy="158389"/>
            </p14:xfrm>
          </p:contentPart>
        </mc:Choice>
        <mc:Fallback xmlns="">
          <p:sp>
            <p:nvSpPr>
              <p:cNvPr id="1054217" name=""/>
              <p:cNvSpPr/>
              <p:nvPr/>
            </p:nvSpPr>
            <p:spPr>
              <a:xfrm>
                <a:off x="5834270" y="5778563"/>
                <a:ext cx="22484" cy="158389"/>
              </a:xfrm>
            </p:spPr>
          </p:sp>
        </mc:Fallback>
      </mc:AlternateContent>
      <mc:AlternateContent xmlns:mc="http://schemas.openxmlformats.org/markup-compatibility/2006" xmlns:p14="http://schemas.microsoft.com/office/powerpoint/2010/main">
        <mc:Choice Requires="p14">
          <p:contentPart p14:bwMode="auto" r:id="rId14">
            <p14:nvContentPartPr>
              <p14:cNvPr id="1054218" name="墨迹 1054217"/>
              <p14:cNvContentPartPr/>
              <p14:nvPr/>
            </p14:nvContentPartPr>
            <p14:xfrm>
              <a:off x="6115241" y="5825581"/>
              <a:ext cx="21811" cy="99742"/>
            </p14:xfrm>
          </p:contentPart>
        </mc:Choice>
        <mc:Fallback xmlns="">
          <p:sp>
            <p:nvSpPr>
              <p:cNvPr id="1054218" name=""/>
              <p:cNvSpPr/>
              <p:nvPr/>
            </p:nvSpPr>
            <p:spPr>
              <a:xfrm>
                <a:off x="6115241" y="5825581"/>
                <a:ext cx="21811" cy="99742"/>
              </a:xfrm>
            </p:spPr>
          </p:sp>
        </mc:Fallback>
      </mc:AlternateContent>
      <mc:AlternateContent xmlns:mc="http://schemas.openxmlformats.org/markup-compatibility/2006" xmlns:p14="http://schemas.microsoft.com/office/powerpoint/2010/main">
        <mc:Choice Requires="p14">
          <p:contentPart p14:bwMode="auto" r:id="rId15">
            <p14:nvContentPartPr>
              <p14:cNvPr id="1054219" name="墨迹 1054218"/>
              <p14:cNvContentPartPr/>
              <p14:nvPr/>
            </p14:nvContentPartPr>
            <p14:xfrm>
              <a:off x="6346311" y="5544433"/>
              <a:ext cx="115720" cy="93482"/>
            </p14:xfrm>
          </p:contentPart>
        </mc:Choice>
        <mc:Fallback xmlns="">
          <p:sp>
            <p:nvSpPr>
              <p:cNvPr id="1054219" name=""/>
              <p:cNvSpPr/>
              <p:nvPr/>
            </p:nvSpPr>
            <p:spPr>
              <a:xfrm>
                <a:off x="6346311" y="5544433"/>
                <a:ext cx="115720" cy="93482"/>
              </a:xfrm>
            </p:spPr>
          </p:sp>
        </mc:Fallback>
      </mc:AlternateContent>
      <mc:AlternateContent xmlns:mc="http://schemas.openxmlformats.org/markup-compatibility/2006" xmlns:p14="http://schemas.microsoft.com/office/powerpoint/2010/main">
        <mc:Choice Requires="p14">
          <p:contentPart p14:bwMode="auto" r:id="rId16">
            <p14:nvContentPartPr>
              <p14:cNvPr id="1054220" name="墨迹 1054219"/>
              <p14:cNvContentPartPr/>
              <p14:nvPr/>
            </p14:nvContentPartPr>
            <p14:xfrm>
              <a:off x="6327708" y="5713577"/>
              <a:ext cx="134138" cy="250809"/>
            </p14:xfrm>
          </p:contentPart>
        </mc:Choice>
        <mc:Fallback xmlns="">
          <p:sp>
            <p:nvSpPr>
              <p:cNvPr id="1054220" name=""/>
              <p:cNvSpPr/>
              <p:nvPr/>
            </p:nvSpPr>
            <p:spPr>
              <a:xfrm>
                <a:off x="6327708" y="5713577"/>
                <a:ext cx="134138" cy="250809"/>
              </a:xfrm>
            </p:spPr>
          </p:sp>
        </mc:Fallback>
      </mc:AlternateContent>
      <mc:AlternateContent xmlns:mc="http://schemas.openxmlformats.org/markup-compatibility/2006" xmlns:p14="http://schemas.microsoft.com/office/powerpoint/2010/main">
        <mc:Choice Requires="p14">
          <p:contentPart p14:bwMode="auto" r:id="rId17">
            <p14:nvContentPartPr>
              <p14:cNvPr id="1054221" name="墨迹 1054220"/>
              <p14:cNvContentPartPr/>
              <p14:nvPr/>
            </p14:nvContentPartPr>
            <p14:xfrm>
              <a:off x="6502969" y="5563116"/>
              <a:ext cx="175137" cy="212733"/>
            </p14:xfrm>
          </p:contentPart>
        </mc:Choice>
        <mc:Fallback xmlns="">
          <p:sp>
            <p:nvSpPr>
              <p:cNvPr id="1054221" name=""/>
              <p:cNvSpPr/>
              <p:nvPr/>
            </p:nvSpPr>
            <p:spPr>
              <a:xfrm>
                <a:off x="6502969" y="5563116"/>
                <a:ext cx="175137" cy="212733"/>
              </a:xfrm>
            </p:spPr>
          </p:sp>
        </mc:Fallback>
      </mc:AlternateContent>
      <mc:AlternateContent xmlns:mc="http://schemas.openxmlformats.org/markup-compatibility/2006" xmlns:p14="http://schemas.microsoft.com/office/powerpoint/2010/main">
        <mc:Choice Requires="p14">
          <p:contentPart p14:bwMode="auto" r:id="rId18">
            <p14:nvContentPartPr>
              <p14:cNvPr id="1054222" name="墨迹 1054221"/>
              <p14:cNvContentPartPr/>
              <p14:nvPr/>
            </p14:nvContentPartPr>
            <p14:xfrm>
              <a:off x="6513559" y="5759372"/>
              <a:ext cx="248563" cy="225598"/>
            </p14:xfrm>
          </p:contentPart>
        </mc:Choice>
        <mc:Fallback xmlns="">
          <p:sp>
            <p:nvSpPr>
              <p:cNvPr id="1054222" name=""/>
              <p:cNvSpPr/>
              <p:nvPr/>
            </p:nvSpPr>
            <p:spPr>
              <a:xfrm>
                <a:off x="6513559" y="5759372"/>
                <a:ext cx="248563" cy="225598"/>
              </a:xfrm>
            </p:spPr>
          </p:sp>
        </mc:Fallback>
      </mc:AlternateContent>
      <mc:AlternateContent xmlns:mc="http://schemas.openxmlformats.org/markup-compatibility/2006" xmlns:p14="http://schemas.microsoft.com/office/powerpoint/2010/main">
        <mc:Choice Requires="p14">
          <p:contentPart p14:bwMode="auto" r:id="rId19">
            <p14:nvContentPartPr>
              <p14:cNvPr id="1054229" name="墨迹 1054228"/>
              <p14:cNvContentPartPr/>
              <p14:nvPr/>
            </p14:nvContentPartPr>
            <p14:xfrm>
              <a:off x="6927906" y="5456951"/>
              <a:ext cx="371301" cy="64452"/>
            </p14:xfrm>
          </p:contentPart>
        </mc:Choice>
        <mc:Fallback xmlns="">
          <p:sp>
            <p:nvSpPr>
              <p:cNvPr id="1054229" name=""/>
              <p:cNvSpPr/>
              <p:nvPr/>
            </p:nvSpPr>
            <p:spPr>
              <a:xfrm>
                <a:off x="6927906" y="5456951"/>
                <a:ext cx="371301" cy="64452"/>
              </a:xfrm>
            </p:spPr>
          </p:sp>
        </mc:Fallback>
      </mc:AlternateContent>
      <mc:AlternateContent xmlns:mc="http://schemas.openxmlformats.org/markup-compatibility/2006" xmlns:p14="http://schemas.microsoft.com/office/powerpoint/2010/main">
        <mc:Choice Requires="p14">
          <p:contentPart p14:bwMode="auto" r:id="rId20">
            <p14:nvContentPartPr>
              <p14:cNvPr id="1054230" name="墨迹 1054229"/>
              <p14:cNvContentPartPr/>
              <p14:nvPr/>
            </p14:nvContentPartPr>
            <p14:xfrm>
              <a:off x="6888613" y="5500293"/>
              <a:ext cx="115663" cy="536893"/>
            </p14:xfrm>
          </p:contentPart>
        </mc:Choice>
        <mc:Fallback xmlns="">
          <p:sp>
            <p:nvSpPr>
              <p:cNvPr id="1054230" name=""/>
              <p:cNvSpPr/>
              <p:nvPr/>
            </p:nvSpPr>
            <p:spPr>
              <a:xfrm>
                <a:off x="6888613" y="5500293"/>
                <a:ext cx="115663" cy="536893"/>
              </a:xfrm>
            </p:spPr>
          </p:sp>
        </mc:Fallback>
      </mc:AlternateContent>
      <mc:AlternateContent xmlns:mc="http://schemas.openxmlformats.org/markup-compatibility/2006" xmlns:p14="http://schemas.microsoft.com/office/powerpoint/2010/main">
        <mc:Choice Requires="p14">
          <p:contentPart p14:bwMode="auto" r:id="rId21">
            <p14:nvContentPartPr>
              <p14:cNvPr id="1054231" name="墨迹 1054230"/>
              <p14:cNvContentPartPr/>
              <p14:nvPr/>
            </p14:nvContentPartPr>
            <p14:xfrm>
              <a:off x="7069877" y="5592410"/>
              <a:ext cx="134926" cy="224337"/>
            </p14:xfrm>
          </p:contentPart>
        </mc:Choice>
        <mc:Fallback xmlns="">
          <p:sp>
            <p:nvSpPr>
              <p:cNvPr id="1054231" name=""/>
              <p:cNvSpPr/>
              <p:nvPr/>
            </p:nvSpPr>
            <p:spPr>
              <a:xfrm>
                <a:off x="7069877" y="5592410"/>
                <a:ext cx="134926" cy="224337"/>
              </a:xfrm>
            </p:spPr>
          </p:sp>
        </mc:Fallback>
      </mc:AlternateContent>
      <mc:AlternateContent xmlns:mc="http://schemas.openxmlformats.org/markup-compatibility/2006" xmlns:p14="http://schemas.microsoft.com/office/powerpoint/2010/main">
        <mc:Choice Requires="p14">
          <p:contentPart p14:bwMode="auto" r:id="rId22">
            <p14:nvContentPartPr>
              <p14:cNvPr id="1054232" name="墨迹 1054231"/>
              <p14:cNvContentPartPr/>
              <p14:nvPr/>
            </p14:nvContentPartPr>
            <p14:xfrm>
              <a:off x="6923729" y="5608722"/>
              <a:ext cx="416612" cy="373784"/>
            </p14:xfrm>
          </p:contentPart>
        </mc:Choice>
        <mc:Fallback xmlns="">
          <p:sp>
            <p:nvSpPr>
              <p:cNvPr id="1054232" name=""/>
              <p:cNvSpPr/>
              <p:nvPr/>
            </p:nvSpPr>
            <p:spPr>
              <a:xfrm>
                <a:off x="6923729" y="5608722"/>
                <a:ext cx="416612" cy="373784"/>
              </a:xfrm>
            </p:spPr>
          </p:sp>
        </mc:Fallback>
      </mc:AlternateContent>
      <mc:AlternateContent xmlns:mc="http://schemas.openxmlformats.org/markup-compatibility/2006" xmlns:p14="http://schemas.microsoft.com/office/powerpoint/2010/main">
        <mc:Choice Requires="p14">
          <p:contentPart p14:bwMode="auto" r:id="rId23">
            <p14:nvContentPartPr>
              <p14:cNvPr id="1054233" name="墨迹 1054232"/>
              <p14:cNvContentPartPr/>
              <p14:nvPr/>
            </p14:nvContentPartPr>
            <p14:xfrm>
              <a:off x="7391026" y="5638080"/>
              <a:ext cx="278469" cy="99222"/>
            </p14:xfrm>
          </p:contentPart>
        </mc:Choice>
        <mc:Fallback xmlns="">
          <p:sp>
            <p:nvSpPr>
              <p:cNvPr id="1054233" name=""/>
              <p:cNvSpPr/>
              <p:nvPr/>
            </p:nvSpPr>
            <p:spPr>
              <a:xfrm>
                <a:off x="7391026" y="5638080"/>
                <a:ext cx="278469" cy="99222"/>
              </a:xfrm>
            </p:spPr>
          </p:sp>
        </mc:Fallback>
      </mc:AlternateContent>
      <mc:AlternateContent xmlns:mc="http://schemas.openxmlformats.org/markup-compatibility/2006" xmlns:p14="http://schemas.microsoft.com/office/powerpoint/2010/main">
        <mc:Choice Requires="p14">
          <p:contentPart p14:bwMode="auto" r:id="rId24">
            <p14:nvContentPartPr>
              <p14:cNvPr id="1054234" name="墨迹 1054233"/>
              <p14:cNvContentPartPr/>
              <p14:nvPr/>
            </p14:nvContentPartPr>
            <p14:xfrm>
              <a:off x="7437542" y="5513727"/>
              <a:ext cx="226040" cy="498786"/>
            </p14:xfrm>
          </p:contentPart>
        </mc:Choice>
        <mc:Fallback xmlns="">
          <p:sp>
            <p:nvSpPr>
              <p:cNvPr id="1054234" name=""/>
              <p:cNvSpPr/>
              <p:nvPr/>
            </p:nvSpPr>
            <p:spPr>
              <a:xfrm>
                <a:off x="7437542" y="5513727"/>
                <a:ext cx="226040" cy="498786"/>
              </a:xfrm>
            </p:spPr>
          </p:sp>
        </mc:Fallback>
      </mc:AlternateContent>
      <mc:AlternateContent xmlns:mc="http://schemas.openxmlformats.org/markup-compatibility/2006" xmlns:p14="http://schemas.microsoft.com/office/powerpoint/2010/main">
        <mc:Choice Requires="p14">
          <p:contentPart p14:bwMode="auto" r:id="rId25">
            <p14:nvContentPartPr>
              <p14:cNvPr id="1054235" name="墨迹 1054234"/>
              <p14:cNvContentPartPr/>
              <p14:nvPr/>
            </p14:nvContentPartPr>
            <p14:xfrm>
              <a:off x="7691614" y="5537271"/>
              <a:ext cx="203266" cy="61856"/>
            </p14:xfrm>
          </p:contentPart>
        </mc:Choice>
        <mc:Fallback xmlns="">
          <p:sp>
            <p:nvSpPr>
              <p:cNvPr id="1054235" name=""/>
              <p:cNvSpPr/>
              <p:nvPr/>
            </p:nvSpPr>
            <p:spPr>
              <a:xfrm>
                <a:off x="7691614" y="5537271"/>
                <a:ext cx="203266" cy="61856"/>
              </a:xfrm>
            </p:spPr>
          </p:sp>
        </mc:Fallback>
      </mc:AlternateContent>
      <mc:AlternateContent xmlns:mc="http://schemas.openxmlformats.org/markup-compatibility/2006" xmlns:p14="http://schemas.microsoft.com/office/powerpoint/2010/main">
        <mc:Choice Requires="p14">
          <p:contentPart p14:bwMode="auto" r:id="rId26">
            <p14:nvContentPartPr>
              <p14:cNvPr id="1054236" name="墨迹 1054235"/>
              <p14:cNvContentPartPr/>
              <p14:nvPr/>
            </p14:nvContentPartPr>
            <p14:xfrm>
              <a:off x="7612185" y="5626953"/>
              <a:ext cx="28515" cy="220183"/>
            </p14:xfrm>
          </p:contentPart>
        </mc:Choice>
        <mc:Fallback xmlns="">
          <p:sp>
            <p:nvSpPr>
              <p:cNvPr id="1054236" name=""/>
              <p:cNvSpPr/>
              <p:nvPr/>
            </p:nvSpPr>
            <p:spPr>
              <a:xfrm>
                <a:off x="7612185" y="5626953"/>
                <a:ext cx="28515" cy="220183"/>
              </a:xfrm>
            </p:spPr>
          </p:sp>
        </mc:Fallback>
      </mc:AlternateContent>
      <mc:AlternateContent xmlns:mc="http://schemas.openxmlformats.org/markup-compatibility/2006" xmlns:p14="http://schemas.microsoft.com/office/powerpoint/2010/main">
        <mc:Choice Requires="p14">
          <p:contentPart p14:bwMode="auto" r:id="rId27">
            <p14:nvContentPartPr>
              <p14:cNvPr id="1054237" name="墨迹 1054236"/>
              <p14:cNvContentPartPr/>
              <p14:nvPr/>
            </p14:nvContentPartPr>
            <p14:xfrm>
              <a:off x="7673990" y="5633920"/>
              <a:ext cx="117426" cy="188835"/>
            </p14:xfrm>
          </p:contentPart>
        </mc:Choice>
        <mc:Fallback xmlns="">
          <p:sp>
            <p:nvSpPr>
              <p:cNvPr id="1054237" name=""/>
              <p:cNvSpPr/>
              <p:nvPr/>
            </p:nvSpPr>
            <p:spPr>
              <a:xfrm>
                <a:off x="7673990" y="5633920"/>
                <a:ext cx="117426" cy="188835"/>
              </a:xfrm>
            </p:spPr>
          </p:sp>
        </mc:Fallback>
      </mc:AlternateContent>
      <mc:AlternateContent xmlns:mc="http://schemas.openxmlformats.org/markup-compatibility/2006" xmlns:p14="http://schemas.microsoft.com/office/powerpoint/2010/main">
        <mc:Choice Requires="p14">
          <p:contentPart p14:bwMode="auto" r:id="rId28">
            <p14:nvContentPartPr>
              <p14:cNvPr id="1054238" name="墨迹 1054237"/>
              <p14:cNvContentPartPr/>
              <p14:nvPr/>
            </p14:nvContentPartPr>
            <p14:xfrm>
              <a:off x="7573141" y="5805909"/>
              <a:ext cx="179539" cy="186633"/>
            </p14:xfrm>
          </p:contentPart>
        </mc:Choice>
        <mc:Fallback xmlns="">
          <p:sp>
            <p:nvSpPr>
              <p:cNvPr id="1054238" name=""/>
              <p:cNvSpPr/>
              <p:nvPr/>
            </p:nvSpPr>
            <p:spPr>
              <a:xfrm>
                <a:off x="7573141" y="5805909"/>
                <a:ext cx="179539" cy="186633"/>
              </a:xfrm>
            </p:spPr>
          </p:sp>
        </mc:Fallback>
      </mc:AlternateContent>
      <mc:AlternateContent xmlns:mc="http://schemas.openxmlformats.org/markup-compatibility/2006" xmlns:p14="http://schemas.microsoft.com/office/powerpoint/2010/main">
        <mc:Choice Requires="p14">
          <p:contentPart p14:bwMode="auto" r:id="rId29">
            <p14:nvContentPartPr>
              <p14:cNvPr id="1054239" name="墨迹 1054238"/>
              <p14:cNvContentPartPr/>
              <p14:nvPr/>
            </p14:nvContentPartPr>
            <p14:xfrm>
              <a:off x="7736934" y="5388026"/>
              <a:ext cx="254176" cy="692568"/>
            </p14:xfrm>
          </p:contentPart>
        </mc:Choice>
        <mc:Fallback xmlns="">
          <p:sp>
            <p:nvSpPr>
              <p:cNvPr id="1054239" name=""/>
              <p:cNvSpPr/>
              <p:nvPr/>
            </p:nvSpPr>
            <p:spPr>
              <a:xfrm>
                <a:off x="7736934" y="5388026"/>
                <a:ext cx="254176" cy="692568"/>
              </a:xfrm>
            </p:spPr>
          </p:sp>
        </mc:Fallback>
      </mc:AlternateContent>
      <mc:AlternateContent xmlns:mc="http://schemas.openxmlformats.org/markup-compatibility/2006" xmlns:p14="http://schemas.microsoft.com/office/powerpoint/2010/main">
        <mc:Choice Requires="p14">
          <p:contentPart p14:bwMode="auto" r:id="rId30">
            <p14:nvContentPartPr>
              <p14:cNvPr id="1054240" name="墨迹 1054239"/>
              <p14:cNvContentPartPr/>
              <p14:nvPr/>
            </p14:nvContentPartPr>
            <p14:xfrm>
              <a:off x="7853168" y="5462342"/>
              <a:ext cx="122993" cy="86255"/>
            </p14:xfrm>
          </p:contentPart>
        </mc:Choice>
        <mc:Fallback xmlns="">
          <p:sp>
            <p:nvSpPr>
              <p:cNvPr id="1054240" name=""/>
              <p:cNvSpPr/>
              <p:nvPr/>
            </p:nvSpPr>
            <p:spPr>
              <a:xfrm>
                <a:off x="7853168" y="5462342"/>
                <a:ext cx="122993" cy="86255"/>
              </a:xfrm>
            </p:spPr>
          </p:sp>
        </mc:Fallback>
      </mc:AlternateContent>
      <mc:AlternateContent xmlns:mc="http://schemas.openxmlformats.org/markup-compatibility/2006" xmlns:p14="http://schemas.microsoft.com/office/powerpoint/2010/main">
        <mc:Choice Requires="p14">
          <p:contentPart p14:bwMode="auto" r:id="rId31">
            <p14:nvContentPartPr>
              <p14:cNvPr id="1054241" name="墨迹 1054240"/>
              <p14:cNvContentPartPr/>
              <p14:nvPr/>
            </p14:nvContentPartPr>
            <p14:xfrm>
              <a:off x="8091064" y="5463830"/>
              <a:ext cx="259494" cy="288029"/>
            </p14:xfrm>
          </p:contentPart>
        </mc:Choice>
        <mc:Fallback xmlns="">
          <p:sp>
            <p:nvSpPr>
              <p:cNvPr id="1054241" name=""/>
              <p:cNvSpPr/>
              <p:nvPr/>
            </p:nvSpPr>
            <p:spPr>
              <a:xfrm>
                <a:off x="8091064" y="5463830"/>
                <a:ext cx="259494" cy="288029"/>
              </a:xfrm>
            </p:spPr>
          </p:sp>
        </mc:Fallback>
      </mc:AlternateContent>
      <mc:AlternateContent xmlns:mc="http://schemas.openxmlformats.org/markup-compatibility/2006" xmlns:p14="http://schemas.microsoft.com/office/powerpoint/2010/main">
        <mc:Choice Requires="p14">
          <p:contentPart p14:bwMode="auto" r:id="rId32">
            <p14:nvContentPartPr>
              <p14:cNvPr id="1054242" name="墨迹 1054241"/>
              <p14:cNvContentPartPr/>
              <p14:nvPr/>
            </p14:nvContentPartPr>
            <p14:xfrm>
              <a:off x="8400493" y="5461911"/>
              <a:ext cx="59941" cy="123087"/>
            </p14:xfrm>
          </p:contentPart>
        </mc:Choice>
        <mc:Fallback xmlns="">
          <p:sp>
            <p:nvSpPr>
              <p:cNvPr id="1054242" name=""/>
              <p:cNvSpPr/>
              <p:nvPr/>
            </p:nvSpPr>
            <p:spPr>
              <a:xfrm>
                <a:off x="8400493" y="5461911"/>
                <a:ext cx="59941" cy="123087"/>
              </a:xfrm>
            </p:spPr>
          </p:sp>
        </mc:Fallback>
      </mc:AlternateContent>
      <mc:AlternateContent xmlns:mc="http://schemas.openxmlformats.org/markup-compatibility/2006" xmlns:p14="http://schemas.microsoft.com/office/powerpoint/2010/main">
        <mc:Choice Requires="p14">
          <p:contentPart p14:bwMode="auto" r:id="rId33">
            <p14:nvContentPartPr>
              <p14:cNvPr id="1054243" name="墨迹 1054242"/>
              <p14:cNvContentPartPr/>
              <p14:nvPr/>
            </p14:nvContentPartPr>
            <p14:xfrm>
              <a:off x="8154090" y="5664739"/>
              <a:ext cx="308765" cy="276524"/>
            </p14:xfrm>
          </p:contentPart>
        </mc:Choice>
        <mc:Fallback xmlns="">
          <p:sp>
            <p:nvSpPr>
              <p:cNvPr id="1054243" name=""/>
              <p:cNvSpPr/>
              <p:nvPr/>
            </p:nvSpPr>
            <p:spPr>
              <a:xfrm>
                <a:off x="8154090" y="5664739"/>
                <a:ext cx="308765" cy="276524"/>
              </a:xfrm>
            </p:spPr>
          </p:sp>
        </mc:Fallback>
      </mc:AlternateContent>
      <mc:AlternateContent xmlns:mc="http://schemas.openxmlformats.org/markup-compatibility/2006" xmlns:p14="http://schemas.microsoft.com/office/powerpoint/2010/main">
        <mc:Choice Requires="p14">
          <p:contentPart p14:bwMode="auto" r:id="rId34">
            <p14:nvContentPartPr>
              <p14:cNvPr id="1054244" name="墨迹 1054243"/>
              <p14:cNvContentPartPr/>
              <p14:nvPr/>
            </p14:nvContentPartPr>
            <p14:xfrm>
              <a:off x="8788939" y="5291111"/>
              <a:ext cx="21256" cy="121625"/>
            </p14:xfrm>
          </p:contentPart>
        </mc:Choice>
        <mc:Fallback xmlns="">
          <p:sp>
            <p:nvSpPr>
              <p:cNvPr id="1054244" name=""/>
              <p:cNvSpPr/>
              <p:nvPr/>
            </p:nvSpPr>
            <p:spPr>
              <a:xfrm>
                <a:off x="8788939" y="5291111"/>
                <a:ext cx="21256" cy="121625"/>
              </a:xfrm>
            </p:spPr>
          </p:sp>
        </mc:Fallback>
      </mc:AlternateContent>
      <mc:AlternateContent xmlns:mc="http://schemas.openxmlformats.org/markup-compatibility/2006" xmlns:p14="http://schemas.microsoft.com/office/powerpoint/2010/main">
        <mc:Choice Requires="p14">
          <p:contentPart p14:bwMode="auto" r:id="rId35">
            <p14:nvContentPartPr>
              <p14:cNvPr id="1054245" name="墨迹 1054244"/>
              <p14:cNvContentPartPr/>
              <p14:nvPr/>
            </p14:nvContentPartPr>
            <p14:xfrm>
              <a:off x="8698144" y="5428327"/>
              <a:ext cx="21532" cy="156065"/>
            </p14:xfrm>
          </p:contentPart>
        </mc:Choice>
        <mc:Fallback xmlns="">
          <p:sp>
            <p:nvSpPr>
              <p:cNvPr id="1054245" name=""/>
              <p:cNvSpPr/>
              <p:nvPr/>
            </p:nvSpPr>
            <p:spPr>
              <a:xfrm>
                <a:off x="8698144" y="5428327"/>
                <a:ext cx="21532" cy="156065"/>
              </a:xfrm>
            </p:spPr>
          </p:sp>
        </mc:Fallback>
      </mc:AlternateContent>
      <mc:AlternateContent xmlns:mc="http://schemas.openxmlformats.org/markup-compatibility/2006" xmlns:p14="http://schemas.microsoft.com/office/powerpoint/2010/main">
        <mc:Choice Requires="p14">
          <p:contentPart p14:bwMode="auto" r:id="rId36">
            <p14:nvContentPartPr>
              <p14:cNvPr id="1054246" name="墨迹 1054245"/>
              <p14:cNvContentPartPr/>
              <p14:nvPr/>
            </p14:nvContentPartPr>
            <p14:xfrm>
              <a:off x="8666812" y="5419468"/>
              <a:ext cx="372735" cy="381809"/>
            </p14:xfrm>
          </p:contentPart>
        </mc:Choice>
        <mc:Fallback xmlns="">
          <p:sp>
            <p:nvSpPr>
              <p:cNvPr id="1054246" name=""/>
              <p:cNvSpPr/>
              <p:nvPr/>
            </p:nvSpPr>
            <p:spPr>
              <a:xfrm>
                <a:off x="8666812" y="5419468"/>
                <a:ext cx="372735" cy="381809"/>
              </a:xfrm>
            </p:spPr>
          </p:sp>
        </mc:Fallback>
      </mc:AlternateContent>
      <mc:AlternateContent xmlns:mc="http://schemas.openxmlformats.org/markup-compatibility/2006" xmlns:p14="http://schemas.microsoft.com/office/powerpoint/2010/main">
        <mc:Choice Requires="p14">
          <p:contentPart p14:bwMode="auto" r:id="rId37">
            <p14:nvContentPartPr>
              <p14:cNvPr id="1054247" name="墨迹 1054246"/>
              <p14:cNvContentPartPr/>
              <p14:nvPr/>
            </p14:nvContentPartPr>
            <p14:xfrm>
              <a:off x="8658148" y="5815026"/>
              <a:ext cx="35209" cy="141974"/>
            </p14:xfrm>
          </p:contentPart>
        </mc:Choice>
        <mc:Fallback xmlns="">
          <p:sp>
            <p:nvSpPr>
              <p:cNvPr id="1054247" name=""/>
              <p:cNvSpPr/>
              <p:nvPr/>
            </p:nvSpPr>
            <p:spPr>
              <a:xfrm>
                <a:off x="8658148" y="5815026"/>
                <a:ext cx="35209" cy="141974"/>
              </a:xfrm>
            </p:spPr>
          </p:sp>
        </mc:Fallback>
      </mc:AlternateContent>
      <mc:AlternateContent xmlns:mc="http://schemas.openxmlformats.org/markup-compatibility/2006" xmlns:p14="http://schemas.microsoft.com/office/powerpoint/2010/main">
        <mc:Choice Requires="p14">
          <p:contentPart p14:bwMode="auto" r:id="rId38">
            <p14:nvContentPartPr>
              <p14:cNvPr id="1054248" name="墨迹 1054247"/>
              <p14:cNvContentPartPr/>
              <p14:nvPr/>
            </p14:nvContentPartPr>
            <p14:xfrm>
              <a:off x="8699123" y="5617990"/>
              <a:ext cx="432179" cy="488866"/>
            </p14:xfrm>
          </p:contentPart>
        </mc:Choice>
        <mc:Fallback xmlns="">
          <p:sp>
            <p:nvSpPr>
              <p:cNvPr id="1054248" name=""/>
              <p:cNvSpPr/>
              <p:nvPr/>
            </p:nvSpPr>
            <p:spPr>
              <a:xfrm>
                <a:off x="8699123" y="5617990"/>
                <a:ext cx="432179" cy="488866"/>
              </a:xfrm>
            </p:spPr>
          </p:sp>
        </mc:Fallback>
      </mc:AlternateContent>
      <mc:AlternateContent xmlns:mc="http://schemas.openxmlformats.org/markup-compatibility/2006" xmlns:p14="http://schemas.microsoft.com/office/powerpoint/2010/main">
        <mc:Choice Requires="p14">
          <p:contentPart p14:bwMode="auto" r:id="rId39">
            <p14:nvContentPartPr>
              <p14:cNvPr id="1054249" name="墨迹 1054248"/>
              <p14:cNvContentPartPr/>
              <p14:nvPr/>
            </p14:nvContentPartPr>
            <p14:xfrm>
              <a:off x="9320860" y="5890830"/>
              <a:ext cx="0" cy="0"/>
            </p14:xfrm>
          </p:contentPart>
        </mc:Choice>
        <mc:Fallback xmlns="">
          <p:sp>
            <p:nvSpPr>
              <p:cNvPr id="1054249" name=""/>
              <p:cNvSpPr/>
              <p:nvPr/>
            </p:nvSpPr>
            <p:spPr>
              <a:xfrm>
                <a:off x="9320860" y="5890830"/>
                <a:ext cx="0" cy="0"/>
              </a:xfrm>
            </p:spPr>
          </p:sp>
        </mc:Fallback>
      </mc:AlternateContent>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520" name="Rectangle 4"/>
          <p:cNvSpPr>
            <a:spLocks noChangeArrowheads="1"/>
          </p:cNvSpPr>
          <p:nvPr/>
        </p:nvSpPr>
        <p:spPr bwMode="auto">
          <a:xfrm>
            <a:off x="1525588" y="2058988"/>
            <a:ext cx="184150" cy="369887"/>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052521" name="Rectangle 5"/>
          <p:cNvSpPr>
            <a:spLocks noChangeArrowheads="1"/>
          </p:cNvSpPr>
          <p:nvPr/>
        </p:nvSpPr>
        <p:spPr bwMode="auto">
          <a:xfrm>
            <a:off x="1344613" y="2785586"/>
            <a:ext cx="8890000" cy="1844041"/>
          </a:xfrm>
          <a:prstGeom prst="rect">
            <a:avLst/>
          </a:prstGeom>
          <a:noFill/>
          <a:ln>
            <a:noFill/>
          </a:ln>
          <a:effec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1999" dirty="0">
                <a:solidFill>
                  <a:srgbClr val="004C54"/>
                </a:solidFill>
                <a:latin typeface="黑体" panose="02010609060101010101" pitchFamily="49" charset="-122"/>
                <a:ea typeface="黑体" panose="02010609060101010101" pitchFamily="49" charset="-122"/>
              </a:rPr>
              <a:t>       </a:t>
            </a:r>
            <a:r>
              <a:rPr lang="zh-CN" altLang="en-US" sz="1999" dirty="0">
                <a:solidFill>
                  <a:srgbClr val="004C54"/>
                </a:solidFill>
                <a:latin typeface="黑体" panose="02010609060101010101" pitchFamily="49" charset="-122"/>
                <a:ea typeface="黑体" panose="02010609060101010101" pitchFamily="49" charset="-122"/>
              </a:rPr>
              <a:t>在实际处理过程中，考虑到各区域内部像素的灰度比较接近，而相邻区域的灰度差距比较大，所以可以</a:t>
            </a:r>
            <a:r>
              <a:rPr lang="zh-CN" altLang="en-US" sz="1999" dirty="0">
                <a:solidFill>
                  <a:srgbClr val="FF0000"/>
                </a:solidFill>
                <a:latin typeface="黑体" panose="02010609060101010101" pitchFamily="49" charset="-122"/>
                <a:ea typeface="黑体" panose="02010609060101010101" pitchFamily="49" charset="-122"/>
              </a:rPr>
              <a:t>先计算图像的梯度图</a:t>
            </a:r>
            <a:r>
              <a:rPr lang="zh-CN" altLang="en-US" sz="1999" dirty="0">
                <a:solidFill>
                  <a:srgbClr val="004C54"/>
                </a:solidFill>
                <a:latin typeface="黑体" panose="02010609060101010101" pitchFamily="49" charset="-122"/>
                <a:ea typeface="黑体" panose="02010609060101010101" pitchFamily="49" charset="-122"/>
              </a:rPr>
              <a:t>，再寻找</a:t>
            </a:r>
            <a:r>
              <a:rPr lang="zh-CN" altLang="en-US" sz="1999" dirty="0">
                <a:solidFill>
                  <a:srgbClr val="FF0000"/>
                </a:solidFill>
                <a:latin typeface="黑体" panose="02010609060101010101" pitchFamily="49" charset="-122"/>
                <a:ea typeface="黑体" panose="02010609060101010101" pitchFamily="49" charset="-122"/>
              </a:rPr>
              <a:t>梯度图</a:t>
            </a:r>
            <a:r>
              <a:rPr lang="zh-CN" altLang="en-US" sz="1999" dirty="0">
                <a:solidFill>
                  <a:srgbClr val="004C54"/>
                </a:solidFill>
                <a:latin typeface="黑体" panose="02010609060101010101" pitchFamily="49" charset="-122"/>
                <a:ea typeface="黑体" panose="02010609060101010101" pitchFamily="49" charset="-122"/>
              </a:rPr>
              <a:t>的分水岭。在梯度图中，</a:t>
            </a:r>
            <a:r>
              <a:rPr lang="zh-CN" altLang="en-US" sz="1999" dirty="0">
                <a:solidFill>
                  <a:srgbClr val="FF0000"/>
                </a:solidFill>
                <a:latin typeface="黑体" panose="02010609060101010101" pitchFamily="49" charset="-122"/>
                <a:ea typeface="黑体" panose="02010609060101010101" pitchFamily="49" charset="-122"/>
              </a:rPr>
              <a:t>较小</a:t>
            </a:r>
            <a:r>
              <a:rPr lang="zh-CN" altLang="en-US" sz="1999" dirty="0">
                <a:solidFill>
                  <a:srgbClr val="004C54"/>
                </a:solidFill>
                <a:latin typeface="黑体" panose="02010609060101010101" pitchFamily="49" charset="-122"/>
                <a:ea typeface="黑体" panose="02010609060101010101" pitchFamily="49" charset="-122"/>
              </a:rPr>
              <a:t>的梯度像素值对应封闭区域的</a:t>
            </a:r>
            <a:r>
              <a:rPr lang="zh-CN" altLang="en-US" sz="1999" dirty="0">
                <a:solidFill>
                  <a:srgbClr val="FF0000"/>
                </a:solidFill>
                <a:latin typeface="黑体" panose="02010609060101010101" pitchFamily="49" charset="-122"/>
                <a:ea typeface="黑体" panose="02010609060101010101" pitchFamily="49" charset="-122"/>
              </a:rPr>
              <a:t>内部</a:t>
            </a:r>
            <a:r>
              <a:rPr lang="zh-CN" altLang="en-US" sz="1999" dirty="0">
                <a:solidFill>
                  <a:srgbClr val="004C54"/>
                </a:solidFill>
                <a:latin typeface="黑体" panose="02010609060101010101" pitchFamily="49" charset="-122"/>
                <a:ea typeface="黑体" panose="02010609060101010101" pitchFamily="49" charset="-122"/>
              </a:rPr>
              <a:t>，而</a:t>
            </a:r>
            <a:r>
              <a:rPr lang="zh-CN" altLang="en-US" sz="1999" dirty="0">
                <a:solidFill>
                  <a:srgbClr val="FF0000"/>
                </a:solidFill>
                <a:latin typeface="黑体" panose="02010609060101010101" pitchFamily="49" charset="-122"/>
                <a:ea typeface="黑体" panose="02010609060101010101" pitchFamily="49" charset="-122"/>
              </a:rPr>
              <a:t>较大</a:t>
            </a:r>
            <a:r>
              <a:rPr lang="zh-CN" altLang="en-US" sz="1999" dirty="0">
                <a:solidFill>
                  <a:srgbClr val="004C54"/>
                </a:solidFill>
                <a:latin typeface="黑体" panose="02010609060101010101" pitchFamily="49" charset="-122"/>
                <a:ea typeface="黑体" panose="02010609060101010101" pitchFamily="49" charset="-122"/>
              </a:rPr>
              <a:t>的梯度像素值对应灰度变换比较剧烈，也就是封闭区域的</a:t>
            </a:r>
            <a:r>
              <a:rPr lang="zh-CN" altLang="en-US" sz="1999" dirty="0">
                <a:solidFill>
                  <a:srgbClr val="FF0000"/>
                </a:solidFill>
                <a:latin typeface="黑体" panose="02010609060101010101" pitchFamily="49" charset="-122"/>
                <a:ea typeface="黑体" panose="02010609060101010101" pitchFamily="49" charset="-122"/>
              </a:rPr>
              <a:t>边缘</a:t>
            </a:r>
            <a:r>
              <a:rPr lang="zh-CN" altLang="en-US" sz="1999" dirty="0">
                <a:solidFill>
                  <a:srgbClr val="004C54"/>
                </a:solidFill>
                <a:latin typeface="黑体" panose="02010609060101010101" pitchFamily="49" charset="-122"/>
                <a:ea typeface="黑体" panose="02010609060101010101" pitchFamily="49" charset="-122"/>
              </a:rPr>
              <a:t>。 </a:t>
            </a:r>
          </a:p>
        </p:txBody>
      </p:sp>
      <p:sp>
        <p:nvSpPr>
          <p:cNvPr id="1052522" name="TextBox 11"/>
          <p:cNvSpPr txBox="1"/>
          <p:nvPr/>
        </p:nvSpPr>
        <p:spPr>
          <a:xfrm>
            <a:off x="1014412" y="909638"/>
            <a:ext cx="3857451" cy="399981"/>
          </a:xfrm>
          <a:prstGeom prst="rect">
            <a:avLst/>
          </a:prstGeom>
          <a:noFill/>
          <a:ln w="9525">
            <a:noFill/>
          </a:ln>
        </p:spPr>
        <p:txBody>
          <a:bodyPr wrap="square">
            <a:spAutoFit/>
          </a:bodyPr>
          <a:lstStyle/>
          <a:p>
            <a:r>
              <a:rPr lang="zh-CN" altLang="en-US" sz="1999" b="1" dirty="0">
                <a:solidFill>
                  <a:srgbClr val="004C54"/>
                </a:solidFill>
                <a:latin typeface="黑体" panose="02010609060101010101" pitchFamily="49" charset="-122"/>
                <a:ea typeface="黑体" panose="02010609060101010101" pitchFamily="49" charset="-122"/>
              </a:rPr>
              <a:t>基于标记的分水岭算法：</a:t>
            </a:r>
          </a:p>
        </p:txBody>
      </p:sp>
      <p:sp>
        <p:nvSpPr>
          <p:cNvPr id="1052523"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524"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525" name="Rectangle 4"/>
          <p:cNvSpPr>
            <a:spLocks noChangeArrowheads="1"/>
          </p:cNvSpPr>
          <p:nvPr/>
        </p:nvSpPr>
        <p:spPr bwMode="auto">
          <a:xfrm>
            <a:off x="1525588" y="2058988"/>
            <a:ext cx="184150" cy="369887"/>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052526" name="Rectangle 5"/>
          <p:cNvSpPr>
            <a:spLocks noChangeArrowheads="1"/>
          </p:cNvSpPr>
          <p:nvPr/>
        </p:nvSpPr>
        <p:spPr bwMode="auto">
          <a:xfrm>
            <a:off x="1346200" y="1961882"/>
            <a:ext cx="8890000" cy="3600986"/>
          </a:xfrm>
          <a:prstGeom prst="rect">
            <a:avLst/>
          </a:prstGeom>
          <a:noFill/>
          <a:ln>
            <a:noFill/>
          </a:ln>
          <a:effectLst/>
        </p:spPr>
        <p:txBody>
          <a:bodyPr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lnSpc>
                <a:spcPct val="150000"/>
              </a:lnSpc>
              <a:spcBef>
                <a:spcPct val="0"/>
              </a:spcBef>
              <a:buFontTx/>
              <a:buNone/>
            </a:pPr>
            <a:r>
              <a:rPr lang="zh-CN" altLang="en-US" sz="1900" dirty="0">
                <a:solidFill>
                  <a:srgbClr val="004C54"/>
                </a:solidFill>
                <a:latin typeface="黑体" panose="02010609060101010101" pitchFamily="49" charset="-122"/>
                <a:ea typeface="黑体" panose="02010609060101010101" pitchFamily="49" charset="-122"/>
              </a:rPr>
              <a:t>其基本处理过程如下：</a:t>
            </a:r>
          </a:p>
          <a:p>
            <a:pPr eaLnBrk="1" hangingPunct="1">
              <a:lnSpc>
                <a:spcPct val="150000"/>
              </a:lnSpc>
              <a:spcBef>
                <a:spcPct val="0"/>
              </a:spcBef>
              <a:buFontTx/>
              <a:buAutoNum type="arabicParenR"/>
            </a:pPr>
            <a:r>
              <a:rPr lang="zh-CN" altLang="en-US" sz="1900" dirty="0">
                <a:solidFill>
                  <a:srgbClr val="004C54"/>
                </a:solidFill>
                <a:latin typeface="黑体" panose="02010609060101010101" pitchFamily="49" charset="-122"/>
                <a:ea typeface="黑体" panose="02010609060101010101" pitchFamily="49" charset="-122"/>
              </a:rPr>
              <a:t>对输入图像进行轮廓增强以获得分割函数图像，图像的轮廓增强可通过求输入图像的</a:t>
            </a:r>
            <a:r>
              <a:rPr lang="zh-CN" altLang="en-US" sz="1900" dirty="0">
                <a:solidFill>
                  <a:srgbClr val="FF0000"/>
                </a:solidFill>
                <a:latin typeface="黑体" panose="02010609060101010101" pitchFamily="49" charset="-122"/>
                <a:ea typeface="黑体" panose="02010609060101010101" pitchFamily="49" charset="-122"/>
              </a:rPr>
              <a:t>梯度图像</a:t>
            </a:r>
            <a:r>
              <a:rPr lang="zh-CN" altLang="en-US" sz="1900" dirty="0">
                <a:solidFill>
                  <a:srgbClr val="004C54"/>
                </a:solidFill>
                <a:latin typeface="黑体" panose="02010609060101010101" pitchFamily="49" charset="-122"/>
                <a:ea typeface="黑体" panose="02010609060101010101" pitchFamily="49" charset="-122"/>
              </a:rPr>
              <a:t>；</a:t>
            </a:r>
          </a:p>
          <a:p>
            <a:pPr eaLnBrk="1" hangingPunct="1">
              <a:lnSpc>
                <a:spcPct val="150000"/>
              </a:lnSpc>
              <a:spcBef>
                <a:spcPct val="0"/>
              </a:spcBef>
              <a:buFontTx/>
              <a:buAutoNum type="arabicParenR"/>
            </a:pPr>
            <a:r>
              <a:rPr lang="zh-CN" altLang="en-US" sz="1900" dirty="0">
                <a:solidFill>
                  <a:srgbClr val="004C54"/>
                </a:solidFill>
                <a:latin typeface="黑体" panose="02010609060101010101" pitchFamily="49" charset="-122"/>
                <a:ea typeface="黑体" panose="02010609060101010101" pitchFamily="49" charset="-122"/>
              </a:rPr>
              <a:t>根据目标增强结果，提取图像中的</a:t>
            </a:r>
            <a:r>
              <a:rPr lang="zh-CN" altLang="en-US" sz="1900" dirty="0">
                <a:solidFill>
                  <a:srgbClr val="FF0000"/>
                </a:solidFill>
                <a:latin typeface="黑体" panose="02010609060101010101" pitchFamily="49" charset="-122"/>
                <a:ea typeface="黑体" panose="02010609060101010101" pitchFamily="49" charset="-122"/>
              </a:rPr>
              <a:t>目标区域</a:t>
            </a:r>
            <a:r>
              <a:rPr lang="zh-CN" altLang="en-US" sz="1900" dirty="0">
                <a:solidFill>
                  <a:srgbClr val="004C54"/>
                </a:solidFill>
                <a:latin typeface="黑体" panose="02010609060101010101" pitchFamily="49" charset="-122"/>
                <a:ea typeface="黑体" panose="02010609060101010101" pitchFamily="49" charset="-122"/>
              </a:rPr>
              <a:t>，</a:t>
            </a:r>
          </a:p>
          <a:p>
            <a:pPr eaLnBrk="1" hangingPunct="1">
              <a:lnSpc>
                <a:spcPct val="150000"/>
              </a:lnSpc>
              <a:spcBef>
                <a:spcPct val="0"/>
              </a:spcBef>
              <a:buFontTx/>
              <a:buAutoNum type="arabicParenR"/>
            </a:pPr>
            <a:r>
              <a:rPr lang="zh-CN" altLang="en-US" sz="1900" dirty="0">
                <a:solidFill>
                  <a:srgbClr val="004C54"/>
                </a:solidFill>
                <a:latin typeface="黑体" panose="02010609060101010101" pitchFamily="49" charset="-122"/>
                <a:ea typeface="黑体" panose="02010609060101010101" pitchFamily="49" charset="-122"/>
              </a:rPr>
              <a:t>标记出图像中的目标和对应的背景（如：距离变换等）；</a:t>
            </a:r>
          </a:p>
          <a:p>
            <a:pPr eaLnBrk="1" hangingPunct="1">
              <a:lnSpc>
                <a:spcPct val="150000"/>
              </a:lnSpc>
              <a:spcBef>
                <a:spcPct val="0"/>
              </a:spcBef>
              <a:buFontTx/>
              <a:buAutoNum type="arabicParenR"/>
            </a:pPr>
            <a:r>
              <a:rPr lang="zh-CN" altLang="en-US" sz="1900" dirty="0">
                <a:solidFill>
                  <a:srgbClr val="004C54"/>
                </a:solidFill>
                <a:latin typeface="黑体" panose="02010609060101010101" pitchFamily="49" charset="-122"/>
                <a:ea typeface="黑体" panose="02010609060101010101" pitchFamily="49" charset="-122"/>
              </a:rPr>
              <a:t>利用形态学极小值标定技术将提取的标记强制作为原梯度图的局部极小值</a:t>
            </a:r>
            <a:r>
              <a:rPr lang="en-US" altLang="zh-CN" sz="1900" dirty="0">
                <a:solidFill>
                  <a:srgbClr val="004C54"/>
                </a:solidFill>
                <a:latin typeface="黑体" panose="02010609060101010101" pitchFamily="49" charset="-122"/>
                <a:ea typeface="黑体" panose="02010609060101010101" pitchFamily="49" charset="-122"/>
              </a:rPr>
              <a:t>,</a:t>
            </a:r>
            <a:r>
              <a:rPr lang="zh-CN" altLang="en-US" sz="1900" dirty="0">
                <a:solidFill>
                  <a:srgbClr val="004C54"/>
                </a:solidFill>
                <a:latin typeface="黑体" panose="02010609060101010101" pitchFamily="49" charset="-122"/>
                <a:ea typeface="黑体" panose="02010609060101010101" pitchFamily="49" charset="-122"/>
              </a:rPr>
              <a:t>减少梯度图像中原有的局部极小值对分割结果的影响；</a:t>
            </a:r>
          </a:p>
          <a:p>
            <a:pPr eaLnBrk="1" hangingPunct="1">
              <a:lnSpc>
                <a:spcPct val="150000"/>
              </a:lnSpc>
              <a:spcBef>
                <a:spcPct val="0"/>
              </a:spcBef>
              <a:buFontTx/>
              <a:buAutoNum type="arabicParenR"/>
            </a:pPr>
            <a:r>
              <a:rPr lang="zh-CN" altLang="en-US" sz="1900" dirty="0">
                <a:solidFill>
                  <a:srgbClr val="004C54"/>
                </a:solidFill>
                <a:latin typeface="黑体" panose="02010609060101010101" pitchFamily="49" charset="-122"/>
                <a:ea typeface="黑体" panose="02010609060101010101" pitchFamily="49" charset="-122"/>
              </a:rPr>
              <a:t>利用分水岭算法在修改后的梯度图像上分割目标。 </a:t>
            </a:r>
          </a:p>
        </p:txBody>
      </p:sp>
      <p:sp>
        <p:nvSpPr>
          <p:cNvPr id="1052527" name="TextBox 11"/>
          <p:cNvSpPr txBox="1"/>
          <p:nvPr/>
        </p:nvSpPr>
        <p:spPr>
          <a:xfrm>
            <a:off x="1014412" y="909638"/>
            <a:ext cx="4073475" cy="399981"/>
          </a:xfrm>
          <a:prstGeom prst="rect">
            <a:avLst/>
          </a:prstGeom>
          <a:noFill/>
          <a:ln w="9525">
            <a:noFill/>
          </a:ln>
        </p:spPr>
        <p:txBody>
          <a:bodyPr wrap="square">
            <a:spAutoFit/>
          </a:bodyPr>
          <a:lstStyle/>
          <a:p>
            <a:r>
              <a:rPr lang="zh-CN" altLang="en-US" sz="1999" b="1" dirty="0">
                <a:solidFill>
                  <a:srgbClr val="004C54"/>
                </a:solidFill>
                <a:latin typeface="黑体" panose="02010609060101010101" pitchFamily="49" charset="-122"/>
                <a:ea typeface="黑体" panose="02010609060101010101" pitchFamily="49" charset="-122"/>
              </a:rPr>
              <a:t>基于标记的分水岭算法：</a:t>
            </a:r>
          </a:p>
        </p:txBody>
      </p:sp>
      <p:sp>
        <p:nvSpPr>
          <p:cNvPr id="1052528"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529" name="TextBox 11"/>
          <p:cNvSpPr txBox="1"/>
          <p:nvPr/>
        </p:nvSpPr>
        <p:spPr>
          <a:xfrm>
            <a:off x="1344613" y="1325563"/>
            <a:ext cx="6262687" cy="400050"/>
          </a:xfrm>
          <a:prstGeom prst="rect">
            <a:avLst/>
          </a:prstGeom>
          <a:noFill/>
          <a:ln w="9525">
            <a:noFill/>
          </a:ln>
        </p:spPr>
        <p:txBody>
          <a:bodyPr>
            <a:spAutoFit/>
          </a:bodyPr>
          <a:lstStyle/>
          <a:p>
            <a:pPr marL="342763" indent="-342763">
              <a:buFont typeface="Arial" panose="020B0604020202020204" pitchFamily="34" charset="0"/>
              <a:buChar char="•"/>
            </a:pPr>
            <a:r>
              <a:rPr lang="zh-CN" altLang="en-US" sz="1999" dirty="0">
                <a:solidFill>
                  <a:srgbClr val="FF0000"/>
                </a:solidFill>
                <a:latin typeface="黑体" panose="02010609060101010101" pitchFamily="49" charset="-122"/>
                <a:ea typeface="黑体" panose="02010609060101010101" pitchFamily="49" charset="-122"/>
              </a:rPr>
              <a:t>基于标记的分水岭算法</a:t>
            </a:r>
          </a:p>
        </p:txBody>
      </p:sp>
      <p:sp>
        <p:nvSpPr>
          <p:cNvPr id="1052530"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531" name="Rectangle 14"/>
          <p:cNvSpPr>
            <a:spLocks noChangeArrowheads="1"/>
          </p:cNvSpPr>
          <p:nvPr/>
        </p:nvSpPr>
        <p:spPr bwMode="auto">
          <a:xfrm>
            <a:off x="1181100" y="1014413"/>
            <a:ext cx="2476500" cy="400050"/>
          </a:xfrm>
          <a:prstGeom prst="rect">
            <a:avLst/>
          </a:prstGeom>
          <a:noFill/>
          <a:ln>
            <a:noFill/>
          </a:ln>
          <a:effectLst/>
        </p:spPr>
        <p:txBody>
          <a:bodyPr anchor="ctr">
            <a:spAutoFit/>
          </a:bodyPr>
          <a:lstStyle/>
          <a:p>
            <a:pPr eaLnBrk="1" hangingPunct="1">
              <a:buClr>
                <a:schemeClr val="accent2"/>
              </a:buClr>
            </a:pPr>
            <a:r>
              <a:rPr lang="zh-CN" altLang="en-US" sz="2000" b="1" dirty="0">
                <a:solidFill>
                  <a:schemeClr val="bg1">
                    <a:lumMod val="50000"/>
                  </a:schemeClr>
                </a:solidFill>
                <a:latin typeface="黑体" panose="02010609060101010101" pitchFamily="49" charset="-122"/>
                <a:ea typeface="黑体" panose="02010609060101010101" pitchFamily="49" charset="-122"/>
              </a:rPr>
              <a:t>示例</a:t>
            </a:r>
          </a:p>
        </p:txBody>
      </p:sp>
      <p:sp>
        <p:nvSpPr>
          <p:cNvPr id="1052532"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533" name="Text Box 4"/>
          <p:cNvSpPr txBox="1">
            <a:spLocks noChangeArrowheads="1"/>
          </p:cNvSpPr>
          <p:nvPr/>
        </p:nvSpPr>
        <p:spPr bwMode="auto">
          <a:xfrm>
            <a:off x="1587517" y="1357591"/>
            <a:ext cx="5266105" cy="487679"/>
          </a:xfrm>
          <a:prstGeom prst="rect">
            <a:avLst/>
          </a:prstGeom>
          <a:noFill/>
          <a:ln>
            <a:noFill/>
          </a:ln>
          <a:effectLst/>
        </p:spPr>
        <p:txBody>
          <a:bodyPr wrap="none">
            <a:spAutoFit/>
          </a:bodyPr>
          <a:lstStyle/>
          <a:p>
            <a:pPr eaLnBrk="1" hangingPunct="1">
              <a:lnSpc>
                <a:spcPct val="130000"/>
              </a:lnSpc>
            </a:pP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sym typeface="Wingdings 2" panose="05020102010507070707" pitchFamily="18" charset="2"/>
              </a:rPr>
              <a:t> </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基于标记的分水岭算法（</a:t>
            </a:r>
            <a:r>
              <a:rPr lang="en-US" altLang="zh-CN"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watershed</a:t>
            </a:r>
            <a:r>
              <a:rPr lang="zh-CN" altLang="en-US" sz="2000"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变换）</a:t>
            </a:r>
          </a:p>
        </p:txBody>
      </p:sp>
      <p:grpSp>
        <p:nvGrpSpPr>
          <p:cNvPr id="653" name="Group 2"/>
          <p:cNvGrpSpPr/>
          <p:nvPr/>
        </p:nvGrpSpPr>
        <p:grpSpPr bwMode="auto">
          <a:xfrm>
            <a:off x="2819400" y="2492375"/>
            <a:ext cx="6553200" cy="3598863"/>
            <a:chOff x="839" y="1752"/>
            <a:chExt cx="4128" cy="2267"/>
          </a:xfrm>
        </p:grpSpPr>
        <p:grpSp>
          <p:nvGrpSpPr>
            <p:cNvPr id="654" name="Group 4"/>
            <p:cNvGrpSpPr/>
            <p:nvPr/>
          </p:nvGrpSpPr>
          <p:grpSpPr bwMode="auto">
            <a:xfrm>
              <a:off x="839" y="1752"/>
              <a:ext cx="4037" cy="1814"/>
              <a:chOff x="2509" y="2662"/>
              <a:chExt cx="6886" cy="2717"/>
            </a:xfrm>
          </p:grpSpPr>
          <p:grpSp>
            <p:nvGrpSpPr>
              <p:cNvPr id="655" name="Group 5"/>
              <p:cNvGrpSpPr/>
              <p:nvPr/>
            </p:nvGrpSpPr>
            <p:grpSpPr bwMode="auto">
              <a:xfrm>
                <a:off x="2509" y="2662"/>
                <a:ext cx="2191" cy="1359"/>
                <a:chOff x="2509" y="2662"/>
                <a:chExt cx="2191" cy="1359"/>
              </a:xfrm>
            </p:grpSpPr>
            <p:pic>
              <p:nvPicPr>
                <p:cNvPr id="2097324" name="Picture 6"/>
                <p:cNvPicPr>
                  <a:picLocks noChangeAspect="1" noChangeArrowheads="1"/>
                </p:cNvPicPr>
                <p:nvPr/>
              </p:nvPicPr>
              <p:blipFill>
                <a:blip r:embed="rId2"/>
                <a:srcRect/>
                <a:stretch>
                  <a:fillRect/>
                </a:stretch>
              </p:blipFill>
              <p:spPr bwMode="auto">
                <a:xfrm>
                  <a:off x="2509" y="2662"/>
                  <a:ext cx="2191" cy="1268"/>
                </a:xfrm>
                <a:prstGeom prst="rect">
                  <a:avLst/>
                </a:prstGeom>
                <a:noFill/>
                <a:ln w="9525">
                  <a:solidFill>
                    <a:srgbClr val="000000"/>
                  </a:solidFill>
                  <a:miter lim="800000"/>
                  <a:headEnd/>
                  <a:tailEnd/>
                </a:ln>
              </p:spPr>
            </p:pic>
            <p:sp>
              <p:nvSpPr>
                <p:cNvPr id="1052534" name="Text Box 7"/>
                <p:cNvSpPr txBox="1">
                  <a:spLocks noChangeArrowheads="1"/>
                </p:cNvSpPr>
                <p:nvPr/>
              </p:nvSpPr>
              <p:spPr bwMode="auto">
                <a:xfrm>
                  <a:off x="4230" y="3477"/>
                  <a:ext cx="470" cy="544"/>
                </a:xfrm>
                <a:prstGeom prst="rect">
                  <a:avLst/>
                </a:prstGeom>
                <a:no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a</a:t>
                  </a:r>
                  <a:endParaRPr lang="en-US" altLang="zh-CN"/>
                </a:p>
              </p:txBody>
            </p:sp>
          </p:grpSp>
          <p:grpSp>
            <p:nvGrpSpPr>
              <p:cNvPr id="656" name="Group 8"/>
              <p:cNvGrpSpPr/>
              <p:nvPr/>
            </p:nvGrpSpPr>
            <p:grpSpPr bwMode="auto">
              <a:xfrm>
                <a:off x="4856" y="2662"/>
                <a:ext cx="2192" cy="1359"/>
                <a:chOff x="4856" y="2662"/>
                <a:chExt cx="2192" cy="1359"/>
              </a:xfrm>
            </p:grpSpPr>
            <p:pic>
              <p:nvPicPr>
                <p:cNvPr id="2097325" name="Picture 9"/>
                <p:cNvPicPr>
                  <a:picLocks noChangeAspect="1" noChangeArrowheads="1"/>
                </p:cNvPicPr>
                <p:nvPr/>
              </p:nvPicPr>
              <p:blipFill>
                <a:blip r:embed="rId3"/>
                <a:srcRect/>
                <a:stretch>
                  <a:fillRect/>
                </a:stretch>
              </p:blipFill>
              <p:spPr bwMode="auto">
                <a:xfrm>
                  <a:off x="4856" y="2662"/>
                  <a:ext cx="2192" cy="1268"/>
                </a:xfrm>
                <a:prstGeom prst="rect">
                  <a:avLst/>
                </a:prstGeom>
                <a:noFill/>
                <a:ln w="9525">
                  <a:solidFill>
                    <a:srgbClr val="000000"/>
                  </a:solidFill>
                  <a:miter lim="800000"/>
                  <a:headEnd/>
                  <a:tailEnd/>
                </a:ln>
              </p:spPr>
            </p:pic>
            <p:sp>
              <p:nvSpPr>
                <p:cNvPr id="1052535" name="Text Box 10"/>
                <p:cNvSpPr txBox="1">
                  <a:spLocks noChangeArrowheads="1"/>
                </p:cNvSpPr>
                <p:nvPr/>
              </p:nvSpPr>
              <p:spPr bwMode="auto">
                <a:xfrm>
                  <a:off x="6578" y="3477"/>
                  <a:ext cx="470" cy="544"/>
                </a:xfrm>
                <a:prstGeom prst="rect">
                  <a:avLst/>
                </a:prstGeom>
                <a:no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b</a:t>
                  </a:r>
                  <a:endParaRPr lang="en-US" altLang="zh-CN"/>
                </a:p>
              </p:txBody>
            </p:sp>
          </p:grpSp>
          <p:grpSp>
            <p:nvGrpSpPr>
              <p:cNvPr id="657" name="Group 11"/>
              <p:cNvGrpSpPr/>
              <p:nvPr/>
            </p:nvGrpSpPr>
            <p:grpSpPr bwMode="auto">
              <a:xfrm>
                <a:off x="7204" y="2662"/>
                <a:ext cx="2191" cy="1359"/>
                <a:chOff x="7204" y="2662"/>
                <a:chExt cx="2191" cy="1359"/>
              </a:xfrm>
            </p:grpSpPr>
            <p:pic>
              <p:nvPicPr>
                <p:cNvPr id="2097326" name="Picture 12"/>
                <p:cNvPicPr>
                  <a:picLocks noChangeAspect="1" noChangeArrowheads="1"/>
                </p:cNvPicPr>
                <p:nvPr/>
              </p:nvPicPr>
              <p:blipFill>
                <a:blip r:embed="rId4"/>
                <a:srcRect/>
                <a:stretch>
                  <a:fillRect/>
                </a:stretch>
              </p:blipFill>
              <p:spPr bwMode="auto">
                <a:xfrm>
                  <a:off x="7204" y="2662"/>
                  <a:ext cx="2191" cy="1267"/>
                </a:xfrm>
                <a:prstGeom prst="rect">
                  <a:avLst/>
                </a:prstGeom>
                <a:noFill/>
                <a:ln w="9525">
                  <a:solidFill>
                    <a:srgbClr val="000000"/>
                  </a:solidFill>
                  <a:miter lim="800000"/>
                  <a:headEnd/>
                  <a:tailEnd/>
                </a:ln>
              </p:spPr>
            </p:pic>
            <p:sp>
              <p:nvSpPr>
                <p:cNvPr id="1052536" name="Text Box 13"/>
                <p:cNvSpPr txBox="1">
                  <a:spLocks noChangeArrowheads="1"/>
                </p:cNvSpPr>
                <p:nvPr/>
              </p:nvSpPr>
              <p:spPr bwMode="auto">
                <a:xfrm>
                  <a:off x="8926" y="3477"/>
                  <a:ext cx="469" cy="544"/>
                </a:xfrm>
                <a:prstGeom prst="rect">
                  <a:avLst/>
                </a:prstGeom>
                <a:no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c</a:t>
                  </a:r>
                  <a:endParaRPr lang="en-US" altLang="zh-CN"/>
                </a:p>
              </p:txBody>
            </p:sp>
          </p:grpSp>
          <p:grpSp>
            <p:nvGrpSpPr>
              <p:cNvPr id="658" name="Group 14"/>
              <p:cNvGrpSpPr/>
              <p:nvPr/>
            </p:nvGrpSpPr>
            <p:grpSpPr bwMode="auto">
              <a:xfrm>
                <a:off x="2509" y="4021"/>
                <a:ext cx="2191" cy="1358"/>
                <a:chOff x="2509" y="4021"/>
                <a:chExt cx="2191" cy="1358"/>
              </a:xfrm>
            </p:grpSpPr>
            <p:pic>
              <p:nvPicPr>
                <p:cNvPr id="2097327" name="Picture 15"/>
                <p:cNvPicPr>
                  <a:picLocks noChangeAspect="1" noChangeArrowheads="1"/>
                </p:cNvPicPr>
                <p:nvPr/>
              </p:nvPicPr>
              <p:blipFill>
                <a:blip r:embed="rId5"/>
                <a:srcRect/>
                <a:stretch>
                  <a:fillRect/>
                </a:stretch>
              </p:blipFill>
              <p:spPr bwMode="auto">
                <a:xfrm>
                  <a:off x="2509" y="4021"/>
                  <a:ext cx="2190" cy="1267"/>
                </a:xfrm>
                <a:prstGeom prst="rect">
                  <a:avLst/>
                </a:prstGeom>
                <a:noFill/>
                <a:ln w="9525">
                  <a:solidFill>
                    <a:srgbClr val="000000"/>
                  </a:solidFill>
                  <a:miter lim="800000"/>
                  <a:headEnd/>
                  <a:tailEnd/>
                </a:ln>
              </p:spPr>
            </p:pic>
            <p:sp>
              <p:nvSpPr>
                <p:cNvPr id="1052537" name="Text Box 16"/>
                <p:cNvSpPr txBox="1">
                  <a:spLocks noChangeArrowheads="1"/>
                </p:cNvSpPr>
                <p:nvPr/>
              </p:nvSpPr>
              <p:spPr bwMode="auto">
                <a:xfrm>
                  <a:off x="4230" y="4836"/>
                  <a:ext cx="470" cy="543"/>
                </a:xfrm>
                <a:prstGeom prst="rect">
                  <a:avLst/>
                </a:prstGeom>
                <a:no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d</a:t>
                  </a:r>
                  <a:endParaRPr lang="en-US" altLang="zh-CN"/>
                </a:p>
              </p:txBody>
            </p:sp>
          </p:grpSp>
          <p:grpSp>
            <p:nvGrpSpPr>
              <p:cNvPr id="659" name="Group 17"/>
              <p:cNvGrpSpPr/>
              <p:nvPr/>
            </p:nvGrpSpPr>
            <p:grpSpPr bwMode="auto">
              <a:xfrm>
                <a:off x="4856" y="4021"/>
                <a:ext cx="2192" cy="1358"/>
                <a:chOff x="4856" y="4021"/>
                <a:chExt cx="2192" cy="1358"/>
              </a:xfrm>
            </p:grpSpPr>
            <p:pic>
              <p:nvPicPr>
                <p:cNvPr id="2097328" name="Picture 18"/>
                <p:cNvPicPr>
                  <a:picLocks noChangeAspect="1" noChangeArrowheads="1"/>
                </p:cNvPicPr>
                <p:nvPr/>
              </p:nvPicPr>
              <p:blipFill>
                <a:blip r:embed="rId6"/>
                <a:srcRect/>
                <a:stretch>
                  <a:fillRect/>
                </a:stretch>
              </p:blipFill>
              <p:spPr bwMode="auto">
                <a:xfrm>
                  <a:off x="4856" y="4021"/>
                  <a:ext cx="2191" cy="1268"/>
                </a:xfrm>
                <a:prstGeom prst="rect">
                  <a:avLst/>
                </a:prstGeom>
                <a:noFill/>
                <a:ln w="9525">
                  <a:solidFill>
                    <a:srgbClr val="000000"/>
                  </a:solidFill>
                  <a:miter lim="800000"/>
                  <a:headEnd/>
                  <a:tailEnd/>
                </a:ln>
              </p:spPr>
            </p:pic>
            <p:sp>
              <p:nvSpPr>
                <p:cNvPr id="1052538" name="Text Box 19"/>
                <p:cNvSpPr txBox="1">
                  <a:spLocks noChangeArrowheads="1"/>
                </p:cNvSpPr>
                <p:nvPr/>
              </p:nvSpPr>
              <p:spPr bwMode="auto">
                <a:xfrm>
                  <a:off x="6578" y="4836"/>
                  <a:ext cx="470" cy="543"/>
                </a:xfrm>
                <a:prstGeom prst="rect">
                  <a:avLst/>
                </a:prstGeom>
                <a:no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e</a:t>
                  </a:r>
                  <a:endParaRPr lang="en-US" altLang="zh-CN"/>
                </a:p>
              </p:txBody>
            </p:sp>
          </p:grpSp>
          <p:grpSp>
            <p:nvGrpSpPr>
              <p:cNvPr id="660" name="Group 20"/>
              <p:cNvGrpSpPr/>
              <p:nvPr/>
            </p:nvGrpSpPr>
            <p:grpSpPr bwMode="auto">
              <a:xfrm>
                <a:off x="7204" y="4021"/>
                <a:ext cx="2191" cy="1358"/>
                <a:chOff x="7204" y="4021"/>
                <a:chExt cx="2191" cy="1358"/>
              </a:xfrm>
            </p:grpSpPr>
            <p:pic>
              <p:nvPicPr>
                <p:cNvPr id="2097329" name="Picture 21"/>
                <p:cNvPicPr>
                  <a:picLocks noChangeAspect="1" noChangeArrowheads="1"/>
                </p:cNvPicPr>
                <p:nvPr/>
              </p:nvPicPr>
              <p:blipFill>
                <a:blip r:embed="rId7"/>
                <a:srcRect/>
                <a:stretch>
                  <a:fillRect/>
                </a:stretch>
              </p:blipFill>
              <p:spPr bwMode="auto">
                <a:xfrm>
                  <a:off x="7204" y="4021"/>
                  <a:ext cx="2191" cy="1267"/>
                </a:xfrm>
                <a:prstGeom prst="rect">
                  <a:avLst/>
                </a:prstGeom>
                <a:noFill/>
                <a:ln w="9525">
                  <a:solidFill>
                    <a:srgbClr val="000000"/>
                  </a:solidFill>
                  <a:miter lim="800000"/>
                  <a:headEnd/>
                  <a:tailEnd/>
                </a:ln>
              </p:spPr>
            </p:pic>
            <p:sp>
              <p:nvSpPr>
                <p:cNvPr id="1052539" name="Text Box 22"/>
                <p:cNvSpPr txBox="1">
                  <a:spLocks noChangeArrowheads="1"/>
                </p:cNvSpPr>
                <p:nvPr/>
              </p:nvSpPr>
              <p:spPr bwMode="auto">
                <a:xfrm>
                  <a:off x="8926" y="4836"/>
                  <a:ext cx="469" cy="543"/>
                </a:xfrm>
                <a:prstGeom prst="rect">
                  <a:avLst/>
                </a:prstGeom>
                <a:no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400">
                      <a:latin typeface="Times New Roman" panose="02020603050405020304" pitchFamily="18" charset="0"/>
                    </a:rPr>
                    <a:t>f</a:t>
                  </a:r>
                  <a:endParaRPr lang="en-US" altLang="zh-CN"/>
                </a:p>
              </p:txBody>
            </p:sp>
          </p:grpSp>
        </p:grpSp>
        <p:sp>
          <p:nvSpPr>
            <p:cNvPr id="1052540" name="Text Box 23"/>
            <p:cNvSpPr txBox="1">
              <a:spLocks noChangeArrowheads="1"/>
            </p:cNvSpPr>
            <p:nvPr/>
          </p:nvSpPr>
          <p:spPr bwMode="auto">
            <a:xfrm>
              <a:off x="975" y="3612"/>
              <a:ext cx="3992" cy="407"/>
            </a:xfrm>
            <a:prstGeom prst="rect">
              <a:avLst/>
            </a:prstGeom>
            <a:noFill/>
            <a:ln>
              <a:noFill/>
            </a:ln>
            <a:effectLst/>
          </p:spPr>
          <p:txBody>
            <a:bodyPr>
              <a:spAutoFit/>
            </a:bodyPr>
            <a:lstStyle/>
            <a:p>
              <a:pPr eaLnBrk="1" hangingPunct="1">
                <a:spcBef>
                  <a:spcPct val="50000"/>
                </a:spcBef>
              </a:pPr>
              <a:r>
                <a:rPr lang="zh-CN" altLang="en-US"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用</a:t>
              </a:r>
              <a:r>
                <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不同梯度算子</a:t>
              </a:r>
              <a:r>
                <a:rPr lang="zh-CN" altLang="en-US"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进行水域分割的结果，它们依次为</a:t>
              </a:r>
              <a:r>
                <a:rPr lang="en-US" altLang="zh-CN" dirty="0" err="1">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prewitt</a:t>
              </a:r>
              <a:r>
                <a:rPr lang="zh-CN" altLang="en-US"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err="1">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sobel</a:t>
              </a:r>
              <a:r>
                <a:rPr lang="zh-CN" altLang="en-US"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、形态学梯度、最大距离梯度及</a:t>
              </a:r>
              <a:r>
                <a:rPr lang="en-US" altLang="zh-CN"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canny</a:t>
              </a:r>
              <a:r>
                <a:rPr lang="zh-CN" altLang="en-US" dirty="0">
                  <a:solidFill>
                    <a:schemeClr val="bg1">
                      <a:lumMod val="50000"/>
                    </a:schemeClr>
                  </a:solidFill>
                  <a:latin typeface="Times New Roman" panose="02020603050405020304" pitchFamily="18" charset="0"/>
                  <a:ea typeface="黑体" panose="02010609060101010101" pitchFamily="49" charset="-122"/>
                  <a:cs typeface="Times New Roman" panose="02020603050405020304" pitchFamily="18" charset="0"/>
                </a:rPr>
                <a:t>梯度 </a:t>
              </a:r>
            </a:p>
          </p:txBody>
        </p:sp>
      </p:grpSp>
      <p:sp>
        <p:nvSpPr>
          <p:cNvPr id="1052541"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
        <p:nvSpPr>
          <p:cNvPr id="1052542" name="Text Box 4"/>
          <p:cNvSpPr txBox="1">
            <a:spLocks noChangeArrowheads="1"/>
          </p:cNvSpPr>
          <p:nvPr/>
        </p:nvSpPr>
        <p:spPr bwMode="auto">
          <a:xfrm>
            <a:off x="1587517" y="1916832"/>
            <a:ext cx="3624580" cy="487680"/>
          </a:xfrm>
          <a:prstGeom prst="rect">
            <a:avLst/>
          </a:prstGeom>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000" dirty="0">
                <a:solidFill>
                  <a:srgbClr val="004F58"/>
                </a:solidFill>
                <a:latin typeface="Times New Roman" panose="02020603050405020304" pitchFamily="18" charset="0"/>
                <a:ea typeface="黑体" panose="02010609060101010101" pitchFamily="49" charset="-122"/>
                <a:cs typeface="Times New Roman" panose="02020603050405020304" pitchFamily="18" charset="0"/>
                <a:sym typeface="Wingdings 2" panose="05020102010507070707" pitchFamily="18" charset="2"/>
              </a:rPr>
              <a:t></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关键技术</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2000" dirty="0">
                <a:solidFill>
                  <a:srgbClr val="004F58"/>
                </a:solidFill>
                <a:latin typeface="Times New Roman" panose="02020603050405020304" pitchFamily="18" charset="0"/>
                <a:ea typeface="黑体" panose="02010609060101010101" pitchFamily="49" charset="-122"/>
                <a:cs typeface="Times New Roman" panose="02020603050405020304" pitchFamily="18" charset="0"/>
              </a:rPr>
              <a:t>：梯度算子的选择</a:t>
            </a:r>
            <a:endParaRPr lang="en-US" altLang="zh-CN" sz="2000" dirty="0">
              <a:solidFill>
                <a:srgbClr val="004F58"/>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543" name="Rectangle 27"/>
          <p:cNvSpPr>
            <a:spLocks noChangeArrowheads="1"/>
          </p:cNvSpPr>
          <p:nvPr/>
        </p:nvSpPr>
        <p:spPr bwMode="auto">
          <a:xfrm>
            <a:off x="1181100" y="1014413"/>
            <a:ext cx="2476500" cy="400050"/>
          </a:xfrm>
          <a:prstGeom prst="rect">
            <a:avLst/>
          </a:prstGeom>
          <a:noFill/>
          <a:ln>
            <a:noFill/>
          </a:ln>
          <a:effectLst/>
        </p:spPr>
        <p:txBody>
          <a:bodyPr anchor="ctr">
            <a:spAutoFit/>
          </a:bodyPr>
          <a:lstStyle/>
          <a:p>
            <a:pPr eaLnBrk="1" hangingPunct="1">
              <a:buClr>
                <a:schemeClr val="accent2"/>
              </a:buClr>
            </a:pPr>
            <a:r>
              <a:rPr lang="zh-CN" altLang="en-US" sz="2000" b="1" dirty="0">
                <a:solidFill>
                  <a:srgbClr val="FF0000"/>
                </a:solidFill>
                <a:latin typeface="黑体" panose="02010609060101010101" pitchFamily="49" charset="-122"/>
                <a:ea typeface="黑体" panose="02010609060101010101" pitchFamily="49" charset="-122"/>
              </a:rPr>
              <a:t>标记点选择</a:t>
            </a:r>
            <a:r>
              <a:rPr lang="zh-CN" altLang="en-US" sz="2000" b="1" dirty="0">
                <a:solidFill>
                  <a:schemeClr val="bg1">
                    <a:lumMod val="50000"/>
                  </a:schemeClr>
                </a:solidFill>
                <a:latin typeface="黑体" panose="02010609060101010101" pitchFamily="49" charset="-122"/>
                <a:ea typeface="黑体" panose="02010609060101010101" pitchFamily="49" charset="-122"/>
              </a:rPr>
              <a:t>示例</a:t>
            </a:r>
          </a:p>
        </p:txBody>
      </p:sp>
      <p:sp>
        <p:nvSpPr>
          <p:cNvPr id="1052544"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grpSp>
        <p:nvGrpSpPr>
          <p:cNvPr id="662" name="Group 4"/>
          <p:cNvGrpSpPr/>
          <p:nvPr/>
        </p:nvGrpSpPr>
        <p:grpSpPr bwMode="auto">
          <a:xfrm>
            <a:off x="3103563" y="2786211"/>
            <a:ext cx="5984875" cy="2795588"/>
            <a:chOff x="1106" y="2069"/>
            <a:chExt cx="3770" cy="1761"/>
          </a:xfrm>
        </p:grpSpPr>
        <p:pic>
          <p:nvPicPr>
            <p:cNvPr id="2097330" name="Picture 6"/>
            <p:cNvPicPr>
              <a:picLocks noChangeAspect="1" noChangeArrowheads="1"/>
            </p:cNvPicPr>
            <p:nvPr/>
          </p:nvPicPr>
          <p:blipFill>
            <a:blip r:embed="rId2"/>
            <a:srcRect/>
            <a:stretch>
              <a:fillRect/>
            </a:stretch>
          </p:blipFill>
          <p:spPr bwMode="auto">
            <a:xfrm>
              <a:off x="2336" y="2069"/>
              <a:ext cx="896" cy="832"/>
            </a:xfrm>
            <a:prstGeom prst="rect">
              <a:avLst/>
            </a:prstGeom>
            <a:noFill/>
            <a:ln w="9525">
              <a:solidFill>
                <a:srgbClr val="C0C0C0"/>
              </a:solidFill>
              <a:miter lim="800000"/>
              <a:headEnd/>
              <a:tailEnd/>
            </a:ln>
          </p:spPr>
        </p:pic>
        <p:pic>
          <p:nvPicPr>
            <p:cNvPr id="2097331" name="Picture 7"/>
            <p:cNvPicPr>
              <a:picLocks noChangeAspect="1" noChangeArrowheads="1"/>
            </p:cNvPicPr>
            <p:nvPr/>
          </p:nvPicPr>
          <p:blipFill>
            <a:blip r:embed="rId3"/>
            <a:srcRect/>
            <a:stretch>
              <a:fillRect/>
            </a:stretch>
          </p:blipFill>
          <p:spPr bwMode="auto">
            <a:xfrm>
              <a:off x="3379" y="2069"/>
              <a:ext cx="1497" cy="808"/>
            </a:xfrm>
            <a:prstGeom prst="rect">
              <a:avLst/>
            </a:prstGeom>
            <a:noFill/>
            <a:ln>
              <a:noFill/>
            </a:ln>
          </p:spPr>
        </p:pic>
        <p:sp>
          <p:nvSpPr>
            <p:cNvPr id="1052545" name="Text Box 8"/>
            <p:cNvSpPr txBox="1">
              <a:spLocks noChangeArrowheads="1"/>
            </p:cNvSpPr>
            <p:nvPr/>
          </p:nvSpPr>
          <p:spPr bwMode="auto">
            <a:xfrm>
              <a:off x="1106" y="3022"/>
              <a:ext cx="1678" cy="562"/>
            </a:xfrm>
            <a:prstGeom prst="rect">
              <a:avLst/>
            </a:prstGeom>
            <a:noFill/>
            <a:ln>
              <a:noFill/>
            </a:ln>
            <a:effectLst/>
          </p:spPr>
          <p:txBody>
            <a:bodyPr>
              <a:spAutoFit/>
            </a:bodyPr>
            <a:lstStyle/>
            <a:p>
              <a:pPr eaLnBrk="1" hangingPunct="1">
                <a:spcBef>
                  <a:spcPct val="50000"/>
                </a:spcBef>
              </a:pPr>
              <a:r>
                <a:rPr lang="zh-CN" altLang="en-US" dirty="0">
                  <a:solidFill>
                    <a:schemeClr val="bg1">
                      <a:lumMod val="50000"/>
                    </a:schemeClr>
                  </a:solidFill>
                  <a:latin typeface="黑体" panose="02010609060101010101" pitchFamily="49" charset="-122"/>
                  <a:ea typeface="黑体" panose="02010609060101010101" pitchFamily="49" charset="-122"/>
                </a:rPr>
                <a:t>一种比较典型的方法是通过截取直方图的峰选取种子点的方法</a:t>
              </a:r>
            </a:p>
          </p:txBody>
        </p:sp>
        <p:pic>
          <p:nvPicPr>
            <p:cNvPr id="2097332" name="Picture 9"/>
            <p:cNvPicPr>
              <a:picLocks noChangeAspect="1" noChangeArrowheads="1"/>
            </p:cNvPicPr>
            <p:nvPr/>
          </p:nvPicPr>
          <p:blipFill>
            <a:blip r:embed="rId3"/>
            <a:srcRect/>
            <a:stretch>
              <a:fillRect/>
            </a:stretch>
          </p:blipFill>
          <p:spPr bwMode="auto">
            <a:xfrm>
              <a:off x="3424" y="3022"/>
              <a:ext cx="1451" cy="808"/>
            </a:xfrm>
            <a:prstGeom prst="rect">
              <a:avLst/>
            </a:prstGeom>
            <a:noFill/>
            <a:ln>
              <a:noFill/>
            </a:ln>
          </p:spPr>
        </p:pic>
        <p:sp>
          <p:nvSpPr>
            <p:cNvPr id="1052546" name="Line 10"/>
            <p:cNvSpPr>
              <a:spLocks noChangeShapeType="1"/>
            </p:cNvSpPr>
            <p:nvPr/>
          </p:nvSpPr>
          <p:spPr bwMode="auto">
            <a:xfrm>
              <a:off x="3424" y="3566"/>
              <a:ext cx="1452" cy="0"/>
            </a:xfrm>
            <a:prstGeom prst="line">
              <a:avLst/>
            </a:prstGeom>
            <a:noFill/>
            <a:ln w="9525">
              <a:solidFill>
                <a:schemeClr val="tx1"/>
              </a:solidFill>
              <a:round/>
              <a:headEnd/>
              <a:tailEnd/>
            </a:ln>
            <a:effectLst/>
          </p:spPr>
          <p:txBody>
            <a:bodyPr/>
            <a:lstStyle/>
            <a:p>
              <a:endParaRPr lang="zh-CN" altLang="en-US"/>
            </a:p>
          </p:txBody>
        </p:sp>
        <p:sp>
          <p:nvSpPr>
            <p:cNvPr id="1052547" name="Text Box 11"/>
            <p:cNvSpPr txBox="1">
              <a:spLocks noChangeArrowheads="1"/>
            </p:cNvSpPr>
            <p:nvPr/>
          </p:nvSpPr>
          <p:spPr bwMode="auto">
            <a:xfrm>
              <a:off x="3198" y="3430"/>
              <a:ext cx="317" cy="231"/>
            </a:xfrm>
            <a:prstGeom prst="rect">
              <a:avLst/>
            </a:prstGeom>
            <a:noFill/>
            <a:ln>
              <a:noFill/>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000000"/>
                  </a:solidFill>
                </a:rPr>
                <a:t>th</a:t>
              </a:r>
            </a:p>
          </p:txBody>
        </p:sp>
      </p:grpSp>
      <p:sp>
        <p:nvSpPr>
          <p:cNvPr id="1052548"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
        <p:nvSpPr>
          <p:cNvPr id="1052549" name="Text Box 4"/>
          <p:cNvSpPr txBox="1">
            <a:spLocks noChangeArrowheads="1"/>
          </p:cNvSpPr>
          <p:nvPr/>
        </p:nvSpPr>
        <p:spPr bwMode="auto">
          <a:xfrm>
            <a:off x="1457325" y="1844824"/>
            <a:ext cx="3370580" cy="883920"/>
          </a:xfrm>
          <a:prstGeom prst="rect">
            <a:avLst/>
          </a:prstGeom>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000" dirty="0">
                <a:solidFill>
                  <a:srgbClr val="004F58"/>
                </a:solidFill>
                <a:latin typeface="Times New Roman" panose="02020603050405020304" pitchFamily="18" charset="0"/>
                <a:ea typeface="黑体" panose="02010609060101010101" pitchFamily="49" charset="-122"/>
                <a:cs typeface="Times New Roman" panose="02020603050405020304" pitchFamily="18" charset="0"/>
                <a:sym typeface="Wingdings 2" panose="05020102010507070707" pitchFamily="18" charset="2"/>
              </a:rPr>
              <a:t></a:t>
            </a:r>
            <a:r>
              <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关键技术</a:t>
            </a: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000" dirty="0">
                <a:solidFill>
                  <a:srgbClr val="004F58"/>
                </a:solidFill>
                <a:latin typeface="Times New Roman" panose="02020603050405020304" pitchFamily="18" charset="0"/>
                <a:ea typeface="黑体" panose="02010609060101010101" pitchFamily="49" charset="-122"/>
                <a:cs typeface="Times New Roman" panose="02020603050405020304" pitchFamily="18" charset="0"/>
              </a:rPr>
              <a:t>：种子点的选取</a:t>
            </a:r>
          </a:p>
          <a:p>
            <a:pPr eaLnBrk="1" hangingPunct="1">
              <a:lnSpc>
                <a:spcPct val="130000"/>
              </a:lnSpc>
            </a:pPr>
            <a:endParaRPr lang="en-US" altLang="zh-CN" sz="2000" dirty="0">
              <a:solidFill>
                <a:srgbClr val="004F58"/>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550" name="Rectangle 27"/>
          <p:cNvSpPr>
            <a:spLocks noChangeArrowheads="1"/>
          </p:cNvSpPr>
          <p:nvPr/>
        </p:nvSpPr>
        <p:spPr bwMode="auto">
          <a:xfrm>
            <a:off x="1181100" y="1014413"/>
            <a:ext cx="2476500" cy="400050"/>
          </a:xfrm>
          <a:prstGeom prst="rect">
            <a:avLst/>
          </a:prstGeom>
          <a:noFill/>
          <a:ln>
            <a:noFill/>
          </a:ln>
          <a:effectLst/>
        </p:spPr>
        <p:txBody>
          <a:bodyPr anchor="ctr">
            <a:spAutoFit/>
          </a:bodyPr>
          <a:lstStyle/>
          <a:p>
            <a:pPr eaLnBrk="1" hangingPunct="1">
              <a:buClr>
                <a:schemeClr val="accent2"/>
              </a:buClr>
            </a:pPr>
            <a:r>
              <a:rPr lang="zh-CN" altLang="en-US" sz="2000" b="1" dirty="0">
                <a:solidFill>
                  <a:schemeClr val="bg1">
                    <a:lumMod val="50000"/>
                  </a:schemeClr>
                </a:solidFill>
                <a:latin typeface="黑体" panose="02010609060101010101" pitchFamily="49" charset="-122"/>
                <a:ea typeface="黑体" panose="02010609060101010101" pitchFamily="49" charset="-122"/>
              </a:rPr>
              <a:t>示例</a:t>
            </a:r>
          </a:p>
        </p:txBody>
      </p:sp>
      <p:sp>
        <p:nvSpPr>
          <p:cNvPr id="1052551"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grpSp>
        <p:nvGrpSpPr>
          <p:cNvPr id="664" name="Group 2"/>
          <p:cNvGrpSpPr/>
          <p:nvPr/>
        </p:nvGrpSpPr>
        <p:grpSpPr bwMode="auto">
          <a:xfrm>
            <a:off x="2855268" y="1916832"/>
            <a:ext cx="7559676" cy="3683000"/>
            <a:chOff x="975" y="1661"/>
            <a:chExt cx="4762" cy="2320"/>
          </a:xfrm>
        </p:grpSpPr>
        <p:grpSp>
          <p:nvGrpSpPr>
            <p:cNvPr id="665" name="Group 4"/>
            <p:cNvGrpSpPr/>
            <p:nvPr/>
          </p:nvGrpSpPr>
          <p:grpSpPr bwMode="auto">
            <a:xfrm>
              <a:off x="975" y="1661"/>
              <a:ext cx="3130" cy="1905"/>
              <a:chOff x="3135" y="3086"/>
              <a:chExt cx="4539" cy="2587"/>
            </a:xfrm>
          </p:grpSpPr>
          <p:pic>
            <p:nvPicPr>
              <p:cNvPr id="2097333" name="Picture 5"/>
              <p:cNvPicPr>
                <a:picLocks noChangeAspect="1" noChangeArrowheads="1"/>
              </p:cNvPicPr>
              <p:nvPr/>
            </p:nvPicPr>
            <p:blipFill>
              <a:blip r:embed="rId2"/>
              <a:srcRect/>
              <a:stretch>
                <a:fillRect/>
              </a:stretch>
            </p:blipFill>
            <p:spPr bwMode="auto">
              <a:xfrm>
                <a:off x="3135" y="3086"/>
                <a:ext cx="1408" cy="1226"/>
              </a:xfrm>
              <a:prstGeom prst="rect">
                <a:avLst/>
              </a:prstGeom>
              <a:noFill/>
              <a:ln w="9525">
                <a:solidFill>
                  <a:srgbClr val="000000"/>
                </a:solidFill>
                <a:miter lim="800000"/>
                <a:headEnd/>
                <a:tailEnd/>
              </a:ln>
            </p:spPr>
          </p:pic>
          <p:pic>
            <p:nvPicPr>
              <p:cNvPr id="2097334" name="Picture 6"/>
              <p:cNvPicPr>
                <a:picLocks noChangeAspect="1" noChangeArrowheads="1"/>
              </p:cNvPicPr>
              <p:nvPr/>
            </p:nvPicPr>
            <p:blipFill>
              <a:blip r:embed="rId3"/>
              <a:srcRect/>
              <a:stretch>
                <a:fillRect/>
              </a:stretch>
            </p:blipFill>
            <p:spPr bwMode="auto">
              <a:xfrm>
                <a:off x="6265" y="3086"/>
                <a:ext cx="1409" cy="1223"/>
              </a:xfrm>
              <a:prstGeom prst="rect">
                <a:avLst/>
              </a:prstGeom>
              <a:noFill/>
              <a:ln>
                <a:noFill/>
              </a:ln>
            </p:spPr>
          </p:pic>
          <p:pic>
            <p:nvPicPr>
              <p:cNvPr id="2097335" name="Picture 7"/>
              <p:cNvPicPr>
                <a:picLocks noChangeAspect="1" noChangeArrowheads="1"/>
              </p:cNvPicPr>
              <p:nvPr/>
            </p:nvPicPr>
            <p:blipFill>
              <a:blip r:embed="rId4"/>
              <a:srcRect/>
              <a:stretch>
                <a:fillRect/>
              </a:stretch>
            </p:blipFill>
            <p:spPr bwMode="auto">
              <a:xfrm>
                <a:off x="4700" y="3086"/>
                <a:ext cx="1409" cy="1226"/>
              </a:xfrm>
              <a:prstGeom prst="rect">
                <a:avLst/>
              </a:prstGeom>
              <a:noFill/>
              <a:ln>
                <a:noFill/>
              </a:ln>
            </p:spPr>
          </p:pic>
          <p:pic>
            <p:nvPicPr>
              <p:cNvPr id="2097336" name="Picture 8"/>
              <p:cNvPicPr>
                <a:picLocks noChangeAspect="1" noChangeArrowheads="1"/>
              </p:cNvPicPr>
              <p:nvPr/>
            </p:nvPicPr>
            <p:blipFill>
              <a:blip r:embed="rId5"/>
              <a:srcRect/>
              <a:stretch>
                <a:fillRect/>
              </a:stretch>
            </p:blipFill>
            <p:spPr bwMode="auto">
              <a:xfrm>
                <a:off x="3135" y="4444"/>
                <a:ext cx="1408" cy="1229"/>
              </a:xfrm>
              <a:prstGeom prst="rect">
                <a:avLst/>
              </a:prstGeom>
              <a:noFill/>
              <a:ln w="9525">
                <a:solidFill>
                  <a:srgbClr val="000000"/>
                </a:solidFill>
                <a:miter lim="800000"/>
                <a:headEnd/>
                <a:tailEnd/>
              </a:ln>
            </p:spPr>
          </p:pic>
          <p:pic>
            <p:nvPicPr>
              <p:cNvPr id="2097337" name="Picture 9"/>
              <p:cNvPicPr>
                <a:picLocks noChangeAspect="1" noChangeArrowheads="1"/>
              </p:cNvPicPr>
              <p:nvPr/>
            </p:nvPicPr>
            <p:blipFill>
              <a:blip r:embed="rId6"/>
              <a:srcRect/>
              <a:stretch>
                <a:fillRect/>
              </a:stretch>
            </p:blipFill>
            <p:spPr bwMode="auto">
              <a:xfrm>
                <a:off x="4700" y="4444"/>
                <a:ext cx="1409" cy="1223"/>
              </a:xfrm>
              <a:prstGeom prst="rect">
                <a:avLst/>
              </a:prstGeom>
              <a:noFill/>
              <a:ln>
                <a:noFill/>
              </a:ln>
            </p:spPr>
          </p:pic>
          <p:pic>
            <p:nvPicPr>
              <p:cNvPr id="2097338" name="Picture 10"/>
              <p:cNvPicPr>
                <a:picLocks noChangeAspect="1" noChangeArrowheads="1"/>
              </p:cNvPicPr>
              <p:nvPr/>
            </p:nvPicPr>
            <p:blipFill>
              <a:blip r:embed="rId7"/>
              <a:srcRect/>
              <a:stretch>
                <a:fillRect/>
              </a:stretch>
            </p:blipFill>
            <p:spPr bwMode="auto">
              <a:xfrm>
                <a:off x="6265" y="4444"/>
                <a:ext cx="1409" cy="1223"/>
              </a:xfrm>
              <a:prstGeom prst="rect">
                <a:avLst/>
              </a:prstGeom>
              <a:noFill/>
              <a:ln w="9525">
                <a:solidFill>
                  <a:srgbClr val="000000"/>
                </a:solidFill>
                <a:miter lim="800000"/>
                <a:headEnd/>
                <a:tailEnd/>
              </a:ln>
            </p:spPr>
          </p:pic>
        </p:grpSp>
        <p:sp>
          <p:nvSpPr>
            <p:cNvPr id="1052552" name="Text Box 12"/>
            <p:cNvSpPr txBox="1">
              <a:spLocks noChangeArrowheads="1"/>
            </p:cNvSpPr>
            <p:nvPr/>
          </p:nvSpPr>
          <p:spPr bwMode="auto">
            <a:xfrm>
              <a:off x="1383" y="3748"/>
              <a:ext cx="4354" cy="233"/>
            </a:xfrm>
            <a:prstGeom prst="rect">
              <a:avLst/>
            </a:prstGeom>
            <a:noFill/>
            <a:ln>
              <a:noFill/>
            </a:ln>
            <a:effectLst/>
          </p:spPr>
          <p:txBody>
            <a:bodyPr>
              <a:spAutoFit/>
            </a:bodyPr>
            <a:lstStyle/>
            <a:p>
              <a:pPr eaLnBrk="1" hangingPunct="1">
                <a:spcBef>
                  <a:spcPct val="50000"/>
                </a:spcBef>
              </a:pPr>
              <a:r>
                <a:rPr lang="zh-CN" altLang="en-US" dirty="0">
                  <a:solidFill>
                    <a:schemeClr val="bg1">
                      <a:lumMod val="50000"/>
                    </a:schemeClr>
                  </a:solidFill>
                  <a:latin typeface="黑体" panose="02010609060101010101" pitchFamily="49" charset="-122"/>
                  <a:ea typeface="黑体" panose="02010609060101010101" pitchFamily="49" charset="-122"/>
                </a:rPr>
                <a:t>直方图势函数与水域分割相结合</a:t>
              </a:r>
            </a:p>
          </p:txBody>
        </p:sp>
      </p:grpSp>
      <p:sp>
        <p:nvSpPr>
          <p:cNvPr id="1052553"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554" name="Rectangle 13"/>
          <p:cNvSpPr>
            <a:spLocks noChangeArrowheads="1"/>
          </p:cNvSpPr>
          <p:nvPr/>
        </p:nvSpPr>
        <p:spPr bwMode="auto">
          <a:xfrm>
            <a:off x="1920875" y="2660967"/>
            <a:ext cx="8890000" cy="967742"/>
          </a:xfrm>
          <a:prstGeom prst="rect">
            <a:avLst/>
          </a:prstGeom>
          <a:noFill/>
          <a:ln>
            <a:noFill/>
          </a:ln>
          <a:effectLst/>
        </p:spPr>
        <p:txBody>
          <a:bodyPr anchor="ct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AU" sz="1999" dirty="0">
              <a:solidFill>
                <a:srgbClr val="004C54"/>
              </a:solidFill>
              <a:latin typeface="黑体" panose="02010609060101010101" pitchFamily="49" charset="-122"/>
              <a:ea typeface="黑体" panose="02010609060101010101" pitchFamily="49" charset="-122"/>
            </a:endParaRPr>
          </a:p>
          <a:p>
            <a:pPr eaLnBrk="1" hangingPunct="1"/>
            <a:endParaRPr lang="zh-CN" altLang="en-AU" sz="1999" dirty="0">
              <a:solidFill>
                <a:srgbClr val="004C54"/>
              </a:solidFill>
              <a:latin typeface="黑体" panose="02010609060101010101" pitchFamily="49" charset="-122"/>
              <a:ea typeface="黑体" panose="02010609060101010101" pitchFamily="49" charset="-122"/>
            </a:endParaRPr>
          </a:p>
          <a:p>
            <a:pPr algn="ctr" eaLnBrk="1" hangingPunct="1"/>
            <a:r>
              <a:rPr lang="zh-CN" altLang="en-AU" sz="1999" dirty="0">
                <a:solidFill>
                  <a:srgbClr val="004C54"/>
                </a:solidFill>
                <a:latin typeface="黑体" panose="02010609060101010101" pitchFamily="49" charset="-122"/>
                <a:ea typeface="黑体" panose="02010609060101010101" pitchFamily="49" charset="-122"/>
              </a:rPr>
              <a:t>图像     </a:t>
            </a:r>
            <a:r>
              <a:rPr lang="zh-CN" altLang="en-US" sz="1999" dirty="0">
                <a:solidFill>
                  <a:srgbClr val="004C54"/>
                </a:solidFill>
                <a:latin typeface="黑体" panose="02010609060101010101" pitchFamily="49" charset="-122"/>
                <a:ea typeface="黑体" panose="02010609060101010101" pitchFamily="49" charset="-122"/>
              </a:rPr>
              <a:t>   </a:t>
            </a:r>
            <a:r>
              <a:rPr lang="zh-CN" altLang="en-AU" sz="1999" dirty="0">
                <a:solidFill>
                  <a:srgbClr val="004C54"/>
                </a:solidFill>
                <a:latin typeface="黑体" panose="02010609060101010101" pitchFamily="49" charset="-122"/>
                <a:ea typeface="黑体" panose="02010609060101010101" pitchFamily="49" charset="-122"/>
              </a:rPr>
              <a:t>梯度图像</a:t>
            </a:r>
            <a:r>
              <a:rPr lang="zh-CN" altLang="en-US" sz="1999" dirty="0">
                <a:solidFill>
                  <a:srgbClr val="004C54"/>
                </a:solidFill>
                <a:latin typeface="黑体" panose="02010609060101010101" pitchFamily="49" charset="-122"/>
                <a:ea typeface="黑体" panose="02010609060101010101" pitchFamily="49" charset="-122"/>
              </a:rPr>
              <a:t>       </a:t>
            </a:r>
            <a:r>
              <a:rPr lang="zh-CN" altLang="en-AU" sz="1999" dirty="0">
                <a:solidFill>
                  <a:srgbClr val="004C54"/>
                </a:solidFill>
                <a:latin typeface="黑体" panose="02010609060101010101" pitchFamily="49" charset="-122"/>
                <a:ea typeface="黑体" panose="02010609060101010101" pitchFamily="49" charset="-122"/>
              </a:rPr>
              <a:t>分水岭算法       区域合并</a:t>
            </a:r>
            <a:endParaRPr lang="zh-CN" altLang="en-US" sz="1999" dirty="0">
              <a:solidFill>
                <a:srgbClr val="004C54"/>
              </a:solidFill>
              <a:latin typeface="黑体" panose="02010609060101010101" pitchFamily="49" charset="-122"/>
              <a:ea typeface="黑体" panose="02010609060101010101" pitchFamily="49" charset="-122"/>
            </a:endParaRPr>
          </a:p>
        </p:txBody>
      </p:sp>
      <p:sp>
        <p:nvSpPr>
          <p:cNvPr id="1052555" name="Line 14"/>
          <p:cNvSpPr>
            <a:spLocks noChangeShapeType="1"/>
          </p:cNvSpPr>
          <p:nvPr/>
        </p:nvSpPr>
        <p:spPr bwMode="auto">
          <a:xfrm>
            <a:off x="3863975" y="3429000"/>
            <a:ext cx="431800" cy="0"/>
          </a:xfrm>
          <a:prstGeom prst="line">
            <a:avLst/>
          </a:prstGeom>
          <a:noFill/>
          <a:ln w="31750">
            <a:solidFill>
              <a:srgbClr val="666699"/>
            </a:solidFill>
            <a:round/>
            <a:headEnd/>
            <a:tailEnd type="triangle" w="med" len="med"/>
          </a:ln>
          <a:effectLst/>
        </p:spPr>
        <p:txBody>
          <a:bodyPr/>
          <a:lstStyle/>
          <a:p>
            <a:endParaRPr lang="zh-CN" altLang="en-US"/>
          </a:p>
        </p:txBody>
      </p:sp>
      <p:sp>
        <p:nvSpPr>
          <p:cNvPr id="1052556" name="Line 15"/>
          <p:cNvSpPr>
            <a:spLocks noChangeShapeType="1"/>
          </p:cNvSpPr>
          <p:nvPr/>
        </p:nvSpPr>
        <p:spPr bwMode="auto">
          <a:xfrm>
            <a:off x="5840413" y="3429000"/>
            <a:ext cx="431800" cy="0"/>
          </a:xfrm>
          <a:prstGeom prst="line">
            <a:avLst/>
          </a:prstGeom>
          <a:noFill/>
          <a:ln w="31750">
            <a:solidFill>
              <a:srgbClr val="666699"/>
            </a:solidFill>
            <a:round/>
            <a:headEnd/>
            <a:tailEnd type="triangle" w="med" len="med"/>
          </a:ln>
          <a:effectLst/>
        </p:spPr>
        <p:txBody>
          <a:bodyPr/>
          <a:lstStyle/>
          <a:p>
            <a:endParaRPr lang="zh-CN" altLang="en-US"/>
          </a:p>
        </p:txBody>
      </p:sp>
      <p:sp>
        <p:nvSpPr>
          <p:cNvPr id="1052557" name="Line 16"/>
          <p:cNvSpPr>
            <a:spLocks noChangeShapeType="1"/>
          </p:cNvSpPr>
          <p:nvPr/>
        </p:nvSpPr>
        <p:spPr bwMode="auto">
          <a:xfrm>
            <a:off x="7967663" y="3429000"/>
            <a:ext cx="431800" cy="0"/>
          </a:xfrm>
          <a:prstGeom prst="line">
            <a:avLst/>
          </a:prstGeom>
          <a:noFill/>
          <a:ln w="31750">
            <a:solidFill>
              <a:srgbClr val="666699"/>
            </a:solidFill>
            <a:round/>
            <a:headEnd/>
            <a:tailEnd type="triangle" w="med" len="med"/>
          </a:ln>
          <a:effectLst/>
        </p:spPr>
        <p:txBody>
          <a:bodyPr/>
          <a:lstStyle/>
          <a:p>
            <a:endParaRPr lang="zh-CN" altLang="en-US"/>
          </a:p>
        </p:txBody>
      </p:sp>
      <p:sp>
        <p:nvSpPr>
          <p:cNvPr id="1052558" name="TextBox 11"/>
          <p:cNvSpPr txBox="1">
            <a:spLocks noChangeArrowheads="1"/>
          </p:cNvSpPr>
          <p:nvPr/>
        </p:nvSpPr>
        <p:spPr bwMode="auto">
          <a:xfrm>
            <a:off x="1014413" y="909638"/>
            <a:ext cx="2849562" cy="400050"/>
          </a:xfrm>
          <a:prstGeom prst="rect">
            <a:avLst/>
          </a:prstGeom>
          <a:noFill/>
          <a:ln>
            <a:noFill/>
          </a:ln>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accent2"/>
              </a:buClr>
            </a:pPr>
            <a:r>
              <a:rPr lang="zh-CN" altLang="en-US" sz="2000" b="1" dirty="0">
                <a:solidFill>
                  <a:srgbClr val="004F58"/>
                </a:solidFill>
                <a:latin typeface="黑体" panose="02010609060101010101" pitchFamily="49" charset="-122"/>
                <a:ea typeface="黑体" panose="02010609060101010101" pitchFamily="49" charset="-122"/>
              </a:rPr>
              <a:t>无标记点分水岭算法 </a:t>
            </a:r>
          </a:p>
        </p:txBody>
      </p:sp>
      <p:sp>
        <p:nvSpPr>
          <p:cNvPr id="1052559"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560" name="TextBox 11"/>
          <p:cNvSpPr txBox="1">
            <a:spLocks noChangeArrowheads="1"/>
          </p:cNvSpPr>
          <p:nvPr/>
        </p:nvSpPr>
        <p:spPr bwMode="auto">
          <a:xfrm>
            <a:off x="1344613" y="1325563"/>
            <a:ext cx="6262687" cy="487679"/>
          </a:xfrm>
          <a:prstGeom prst="rect">
            <a:avLst/>
          </a:prstGeom>
          <a:noFill/>
          <a:ln>
            <a:noFill/>
          </a:ln>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Font typeface="Arial" panose="020B0604020202020204" pitchFamily="34" charset="0"/>
              <a:buChar char="•"/>
            </a:pPr>
            <a:r>
              <a:rPr lang="zh-CN" altLang="en-US" sz="2000">
                <a:solidFill>
                  <a:srgbClr val="004F58"/>
                </a:solidFill>
                <a:latin typeface="黑体" panose="02010609060101010101" pitchFamily="49" charset="-122"/>
                <a:ea typeface="黑体" panose="02010609060101010101" pitchFamily="49" charset="-122"/>
              </a:rPr>
              <a:t>算法步骤</a:t>
            </a:r>
          </a:p>
        </p:txBody>
      </p:sp>
      <p:sp>
        <p:nvSpPr>
          <p:cNvPr id="1052561"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562" name="Rectangle 5"/>
          <p:cNvSpPr>
            <a:spLocks noChangeArrowheads="1"/>
          </p:cNvSpPr>
          <p:nvPr/>
        </p:nvSpPr>
        <p:spPr bwMode="auto">
          <a:xfrm>
            <a:off x="1525588" y="2501900"/>
            <a:ext cx="184150" cy="368300"/>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052563" name="Rectangle 6"/>
          <p:cNvSpPr>
            <a:spLocks noChangeArrowheads="1"/>
          </p:cNvSpPr>
          <p:nvPr/>
        </p:nvSpPr>
        <p:spPr bwMode="auto">
          <a:xfrm>
            <a:off x="1525588" y="2292350"/>
            <a:ext cx="184150" cy="369888"/>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052564" name="Rectangle 7"/>
          <p:cNvSpPr>
            <a:spLocks noChangeArrowheads="1"/>
          </p:cNvSpPr>
          <p:nvPr/>
        </p:nvSpPr>
        <p:spPr bwMode="auto">
          <a:xfrm>
            <a:off x="1525588" y="2125663"/>
            <a:ext cx="184150" cy="369887"/>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pic>
        <p:nvPicPr>
          <p:cNvPr id="2097339" name="Picture 10"/>
          <p:cNvPicPr>
            <a:picLocks noChangeAspect="1" noChangeArrowheads="1"/>
          </p:cNvPicPr>
          <p:nvPr/>
        </p:nvPicPr>
        <p:blipFill>
          <a:blip r:embed="rId2"/>
          <a:srcRect/>
          <a:stretch>
            <a:fillRect/>
          </a:stretch>
        </p:blipFill>
        <p:spPr bwMode="auto">
          <a:xfrm>
            <a:off x="9839325" y="2495550"/>
            <a:ext cx="2249488" cy="2543175"/>
          </a:xfrm>
          <a:prstGeom prst="rect">
            <a:avLst/>
          </a:prstGeom>
          <a:noFill/>
          <a:ln>
            <a:noFill/>
          </a:ln>
          <a:effectLst/>
        </p:spPr>
      </p:pic>
      <p:pic>
        <p:nvPicPr>
          <p:cNvPr id="2097340" name="Picture 11"/>
          <p:cNvPicPr>
            <a:picLocks noChangeAspect="1" noChangeArrowheads="1"/>
          </p:cNvPicPr>
          <p:nvPr/>
        </p:nvPicPr>
        <p:blipFill>
          <a:blip r:embed="rId3"/>
          <a:srcRect/>
          <a:stretch>
            <a:fillRect/>
          </a:stretch>
        </p:blipFill>
        <p:spPr bwMode="auto">
          <a:xfrm>
            <a:off x="5173663" y="5124450"/>
            <a:ext cx="1844675" cy="1403350"/>
          </a:xfrm>
          <a:prstGeom prst="rect">
            <a:avLst/>
          </a:prstGeom>
          <a:noFill/>
          <a:ln>
            <a:noFill/>
          </a:ln>
          <a:effectLst/>
        </p:spPr>
      </p:pic>
      <p:pic>
        <p:nvPicPr>
          <p:cNvPr id="2097341" name="Picture 12"/>
          <p:cNvPicPr>
            <a:picLocks noChangeAspect="1" noChangeArrowheads="1"/>
          </p:cNvPicPr>
          <p:nvPr/>
        </p:nvPicPr>
        <p:blipFill>
          <a:blip r:embed="rId4"/>
          <a:srcRect/>
          <a:stretch>
            <a:fillRect/>
          </a:stretch>
        </p:blipFill>
        <p:spPr bwMode="auto">
          <a:xfrm>
            <a:off x="1970088" y="2211388"/>
            <a:ext cx="7748587" cy="2827337"/>
          </a:xfrm>
          <a:prstGeom prst="rect">
            <a:avLst/>
          </a:prstGeom>
          <a:noFill/>
          <a:ln>
            <a:noFill/>
          </a:ln>
          <a:effectLst/>
        </p:spPr>
      </p:pic>
      <p:sp>
        <p:nvSpPr>
          <p:cNvPr id="1052565"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566" name="TextBox 11"/>
          <p:cNvSpPr txBox="1">
            <a:spLocks noChangeArrowheads="1"/>
          </p:cNvSpPr>
          <p:nvPr/>
        </p:nvSpPr>
        <p:spPr bwMode="auto">
          <a:xfrm>
            <a:off x="1344613" y="1325563"/>
            <a:ext cx="6262687" cy="487679"/>
          </a:xfrm>
          <a:prstGeom prst="rect">
            <a:avLst/>
          </a:prstGeom>
          <a:noFill/>
          <a:ln>
            <a:noFill/>
          </a:ln>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Font typeface="Arial" panose="020B0604020202020204" pitchFamily="34" charset="0"/>
              <a:buChar char="•"/>
            </a:pPr>
            <a:r>
              <a:rPr lang="zh-CN" altLang="en-US" sz="2000">
                <a:solidFill>
                  <a:srgbClr val="004F58"/>
                </a:solidFill>
                <a:latin typeface="黑体" panose="02010609060101010101" pitchFamily="49" charset="-122"/>
                <a:ea typeface="黑体" panose="02010609060101010101" pitchFamily="49" charset="-122"/>
              </a:rPr>
              <a:t>基于图论的方法</a:t>
            </a:r>
          </a:p>
        </p:txBody>
      </p:sp>
      <p:sp>
        <p:nvSpPr>
          <p:cNvPr id="1052567" name="TextBox 11"/>
          <p:cNvSpPr txBox="1">
            <a:spLocks noChangeArrowheads="1"/>
          </p:cNvSpPr>
          <p:nvPr/>
        </p:nvSpPr>
        <p:spPr bwMode="auto">
          <a:xfrm>
            <a:off x="1014413" y="909638"/>
            <a:ext cx="2849562" cy="400050"/>
          </a:xfrm>
          <a:prstGeom prst="rect">
            <a:avLst/>
          </a:prstGeom>
          <a:noFill/>
          <a:ln>
            <a:noFill/>
          </a:ln>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accent2"/>
              </a:buClr>
            </a:pPr>
            <a:r>
              <a:rPr lang="zh-CN" altLang="en-US" sz="2000" b="1" dirty="0">
                <a:solidFill>
                  <a:srgbClr val="004F58"/>
                </a:solidFill>
                <a:latin typeface="黑体" panose="02010609060101010101" pitchFamily="49" charset="-122"/>
                <a:ea typeface="黑体" panose="02010609060101010101" pitchFamily="49" charset="-122"/>
              </a:rPr>
              <a:t>无标记点分水岭算法 </a:t>
            </a:r>
          </a:p>
        </p:txBody>
      </p:sp>
      <p:sp>
        <p:nvSpPr>
          <p:cNvPr id="1052568"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569" name="Rectangle 8"/>
          <p:cNvSpPr>
            <a:spLocks noChangeArrowheads="1"/>
          </p:cNvSpPr>
          <p:nvPr/>
        </p:nvSpPr>
        <p:spPr bwMode="auto">
          <a:xfrm>
            <a:off x="1690688" y="3141663"/>
            <a:ext cx="1287462" cy="400050"/>
          </a:xfrm>
          <a:prstGeom prst="rect">
            <a:avLst/>
          </a:prstGeom>
          <a:noFill/>
          <a:ln>
            <a:noFill/>
          </a:ln>
          <a:effectLst/>
        </p:spPr>
        <p:txBody>
          <a:bodyPr anchor="ct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AU" sz="1999" dirty="0">
                <a:solidFill>
                  <a:srgbClr val="004C54"/>
                </a:solidFill>
                <a:latin typeface="黑体" panose="02010609060101010101" pitchFamily="49" charset="-122"/>
                <a:ea typeface="黑体" panose="02010609060101010101" pitchFamily="49" charset="-122"/>
              </a:rPr>
              <a:t>区域合并：</a:t>
            </a:r>
          </a:p>
        </p:txBody>
      </p:sp>
      <p:pic>
        <p:nvPicPr>
          <p:cNvPr id="2097342" name="Picture 12"/>
          <p:cNvPicPr>
            <a:picLocks noChangeAspect="1" noChangeArrowheads="1"/>
          </p:cNvPicPr>
          <p:nvPr/>
        </p:nvPicPr>
        <p:blipFill>
          <a:blip r:embed="rId2"/>
          <a:srcRect/>
          <a:stretch>
            <a:fillRect/>
          </a:stretch>
        </p:blipFill>
        <p:spPr bwMode="auto">
          <a:xfrm>
            <a:off x="3668713" y="2376488"/>
            <a:ext cx="3117850" cy="2055812"/>
          </a:xfrm>
          <a:prstGeom prst="rect">
            <a:avLst/>
          </a:prstGeom>
          <a:noFill/>
          <a:ln>
            <a:noFill/>
          </a:ln>
          <a:effectLst/>
        </p:spPr>
      </p:pic>
      <p:pic>
        <p:nvPicPr>
          <p:cNvPr id="2097343" name="Picture 13"/>
          <p:cNvPicPr>
            <a:picLocks noChangeAspect="1" noChangeArrowheads="1"/>
          </p:cNvPicPr>
          <p:nvPr/>
        </p:nvPicPr>
        <p:blipFill>
          <a:blip r:embed="rId3"/>
          <a:srcRect/>
          <a:stretch>
            <a:fillRect/>
          </a:stretch>
        </p:blipFill>
        <p:spPr bwMode="auto">
          <a:xfrm>
            <a:off x="7051675" y="2376488"/>
            <a:ext cx="2974975" cy="2063750"/>
          </a:xfrm>
          <a:prstGeom prst="rect">
            <a:avLst/>
          </a:prstGeom>
          <a:noFill/>
          <a:ln>
            <a:noFill/>
          </a:ln>
          <a:effectLst/>
        </p:spPr>
      </p:pic>
      <p:pic>
        <p:nvPicPr>
          <p:cNvPr id="2097344" name="Picture 14"/>
          <p:cNvPicPr>
            <a:picLocks noChangeAspect="1" noChangeArrowheads="1"/>
          </p:cNvPicPr>
          <p:nvPr/>
        </p:nvPicPr>
        <p:blipFill>
          <a:blip r:embed="rId4"/>
          <a:srcRect/>
          <a:stretch>
            <a:fillRect/>
          </a:stretch>
        </p:blipFill>
        <p:spPr bwMode="auto">
          <a:xfrm>
            <a:off x="3668713" y="4559300"/>
            <a:ext cx="3089275" cy="1970088"/>
          </a:xfrm>
          <a:prstGeom prst="rect">
            <a:avLst/>
          </a:prstGeom>
          <a:noFill/>
          <a:ln>
            <a:noFill/>
          </a:ln>
          <a:effectLst/>
        </p:spPr>
      </p:pic>
      <p:pic>
        <p:nvPicPr>
          <p:cNvPr id="2097345" name="Picture 15"/>
          <p:cNvPicPr>
            <a:picLocks noChangeAspect="1" noChangeArrowheads="1"/>
          </p:cNvPicPr>
          <p:nvPr/>
        </p:nvPicPr>
        <p:blipFill>
          <a:blip r:embed="rId5"/>
          <a:srcRect/>
          <a:stretch>
            <a:fillRect/>
          </a:stretch>
        </p:blipFill>
        <p:spPr bwMode="auto">
          <a:xfrm>
            <a:off x="7031038" y="4530725"/>
            <a:ext cx="2976562" cy="2003425"/>
          </a:xfrm>
          <a:prstGeom prst="rect">
            <a:avLst/>
          </a:prstGeom>
          <a:noFill/>
          <a:ln>
            <a:noFill/>
          </a:ln>
          <a:effectLst/>
        </p:spPr>
      </p:pic>
      <p:sp>
        <p:nvSpPr>
          <p:cNvPr id="1052570"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571" name="TextBox 11"/>
          <p:cNvSpPr txBox="1">
            <a:spLocks noChangeArrowheads="1"/>
          </p:cNvSpPr>
          <p:nvPr/>
        </p:nvSpPr>
        <p:spPr bwMode="auto">
          <a:xfrm>
            <a:off x="1014413" y="909638"/>
            <a:ext cx="2849562" cy="400050"/>
          </a:xfrm>
          <a:prstGeom prst="rect">
            <a:avLst/>
          </a:prstGeom>
          <a:noFill/>
          <a:ln>
            <a:noFill/>
          </a:ln>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accent2"/>
              </a:buClr>
            </a:pPr>
            <a:r>
              <a:rPr lang="zh-CN" altLang="en-US" sz="2000" b="1" dirty="0">
                <a:solidFill>
                  <a:srgbClr val="004F58"/>
                </a:solidFill>
                <a:latin typeface="黑体" panose="02010609060101010101" pitchFamily="49" charset="-122"/>
                <a:ea typeface="黑体" panose="02010609060101010101" pitchFamily="49" charset="-122"/>
              </a:rPr>
              <a:t>无标记点分水岭算法 </a:t>
            </a:r>
          </a:p>
        </p:txBody>
      </p:sp>
      <p:sp>
        <p:nvSpPr>
          <p:cNvPr id="1052572" name="TextBox 11"/>
          <p:cNvSpPr txBox="1">
            <a:spLocks noChangeArrowheads="1"/>
          </p:cNvSpPr>
          <p:nvPr/>
        </p:nvSpPr>
        <p:spPr bwMode="auto">
          <a:xfrm>
            <a:off x="1344613" y="1325563"/>
            <a:ext cx="6262687" cy="487679"/>
          </a:xfrm>
          <a:prstGeom prst="rect">
            <a:avLst/>
          </a:prstGeom>
          <a:noFill/>
          <a:ln>
            <a:noFill/>
          </a:ln>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Font typeface="Arial" panose="020B0604020202020204" pitchFamily="34" charset="0"/>
              <a:buChar char="•"/>
            </a:pPr>
            <a:r>
              <a:rPr lang="zh-CN" altLang="en-US" sz="2000">
                <a:solidFill>
                  <a:srgbClr val="004F58"/>
                </a:solidFill>
                <a:latin typeface="黑体" panose="02010609060101010101" pitchFamily="49" charset="-122"/>
                <a:ea typeface="黑体" panose="02010609060101010101" pitchFamily="49" charset="-122"/>
              </a:rPr>
              <a:t>基于图论的方法</a:t>
            </a:r>
          </a:p>
        </p:txBody>
      </p:sp>
      <p:sp>
        <p:nvSpPr>
          <p:cNvPr id="1052573"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346" name="Picture 8"/>
          <p:cNvPicPr>
            <a:picLocks noChangeAspect="1" noChangeArrowheads="1"/>
          </p:cNvPicPr>
          <p:nvPr/>
        </p:nvPicPr>
        <p:blipFill>
          <a:blip r:embed="rId2"/>
          <a:srcRect/>
          <a:stretch>
            <a:fillRect/>
          </a:stretch>
        </p:blipFill>
        <p:spPr bwMode="auto">
          <a:xfrm>
            <a:off x="2938463" y="1760538"/>
            <a:ext cx="6315075" cy="4886325"/>
          </a:xfrm>
          <a:prstGeom prst="rect">
            <a:avLst/>
          </a:prstGeom>
          <a:noFill/>
          <a:ln>
            <a:noFill/>
          </a:ln>
          <a:effectLst/>
        </p:spPr>
      </p:pic>
      <p:sp>
        <p:nvSpPr>
          <p:cNvPr id="1052574"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575" name="TextBox 11"/>
          <p:cNvSpPr txBox="1">
            <a:spLocks noChangeArrowheads="1"/>
          </p:cNvSpPr>
          <p:nvPr/>
        </p:nvSpPr>
        <p:spPr bwMode="auto">
          <a:xfrm>
            <a:off x="1014413" y="909638"/>
            <a:ext cx="2849562" cy="400050"/>
          </a:xfrm>
          <a:prstGeom prst="rect">
            <a:avLst/>
          </a:prstGeom>
          <a:noFill/>
          <a:ln>
            <a:noFill/>
          </a:ln>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accent2"/>
              </a:buClr>
            </a:pPr>
            <a:r>
              <a:rPr lang="zh-CN" altLang="en-US" sz="2000" b="1" dirty="0">
                <a:solidFill>
                  <a:srgbClr val="004F58"/>
                </a:solidFill>
                <a:latin typeface="黑体" panose="02010609060101010101" pitchFamily="49" charset="-122"/>
                <a:ea typeface="黑体" panose="02010609060101010101" pitchFamily="49" charset="-122"/>
              </a:rPr>
              <a:t>无标记点分水岭算法 </a:t>
            </a:r>
          </a:p>
        </p:txBody>
      </p:sp>
      <p:sp>
        <p:nvSpPr>
          <p:cNvPr id="1052576" name="TextBox 11"/>
          <p:cNvSpPr txBox="1">
            <a:spLocks noChangeArrowheads="1"/>
          </p:cNvSpPr>
          <p:nvPr/>
        </p:nvSpPr>
        <p:spPr bwMode="auto">
          <a:xfrm>
            <a:off x="1344613" y="1325563"/>
            <a:ext cx="6262687" cy="487679"/>
          </a:xfrm>
          <a:prstGeom prst="rect">
            <a:avLst/>
          </a:prstGeom>
          <a:noFill/>
          <a:ln>
            <a:noFill/>
          </a:ln>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Font typeface="Arial" panose="020B0604020202020204" pitchFamily="34" charset="0"/>
              <a:buChar char="•"/>
            </a:pPr>
            <a:r>
              <a:rPr lang="zh-CN" altLang="en-US" sz="2000">
                <a:solidFill>
                  <a:srgbClr val="004F58"/>
                </a:solidFill>
                <a:latin typeface="黑体" panose="02010609060101010101" pitchFamily="49" charset="-122"/>
                <a:ea typeface="黑体" panose="02010609060101010101" pitchFamily="49" charset="-122"/>
              </a:rPr>
              <a:t>基于图论的方法</a:t>
            </a:r>
          </a:p>
        </p:txBody>
      </p:sp>
      <p:sp>
        <p:nvSpPr>
          <p:cNvPr id="1052577"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347" name="Picture 9"/>
          <p:cNvPicPr>
            <a:picLocks noChangeAspect="1" noChangeArrowheads="1"/>
          </p:cNvPicPr>
          <p:nvPr/>
        </p:nvPicPr>
        <p:blipFill>
          <a:blip r:embed="rId2"/>
          <a:srcRect/>
          <a:stretch>
            <a:fillRect/>
          </a:stretch>
        </p:blipFill>
        <p:spPr bwMode="auto">
          <a:xfrm>
            <a:off x="1976438" y="2157413"/>
            <a:ext cx="8239125" cy="4476750"/>
          </a:xfrm>
          <a:prstGeom prst="rect">
            <a:avLst/>
          </a:prstGeom>
          <a:noFill/>
          <a:ln>
            <a:noFill/>
          </a:ln>
          <a:effectLst/>
        </p:spPr>
      </p:pic>
      <p:sp>
        <p:nvSpPr>
          <p:cNvPr id="1052578"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579" name="TextBox 11"/>
          <p:cNvSpPr txBox="1">
            <a:spLocks noChangeArrowheads="1"/>
          </p:cNvSpPr>
          <p:nvPr/>
        </p:nvSpPr>
        <p:spPr bwMode="auto">
          <a:xfrm>
            <a:off x="1014413" y="909638"/>
            <a:ext cx="2849562" cy="400050"/>
          </a:xfrm>
          <a:prstGeom prst="rect">
            <a:avLst/>
          </a:prstGeom>
          <a:noFill/>
          <a:ln>
            <a:noFill/>
          </a:ln>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accent2"/>
              </a:buClr>
            </a:pPr>
            <a:r>
              <a:rPr lang="zh-CN" altLang="en-US" sz="2000" b="1" dirty="0">
                <a:solidFill>
                  <a:srgbClr val="004F58"/>
                </a:solidFill>
                <a:latin typeface="黑体" panose="02010609060101010101" pitchFamily="49" charset="-122"/>
                <a:ea typeface="黑体" panose="02010609060101010101" pitchFamily="49" charset="-122"/>
              </a:rPr>
              <a:t>无标记点分水岭算法 </a:t>
            </a:r>
          </a:p>
        </p:txBody>
      </p:sp>
      <p:sp>
        <p:nvSpPr>
          <p:cNvPr id="1052580" name="TextBox 11"/>
          <p:cNvSpPr txBox="1">
            <a:spLocks noChangeArrowheads="1"/>
          </p:cNvSpPr>
          <p:nvPr/>
        </p:nvSpPr>
        <p:spPr bwMode="auto">
          <a:xfrm>
            <a:off x="1344613" y="1325563"/>
            <a:ext cx="6262687" cy="487679"/>
          </a:xfrm>
          <a:prstGeom prst="rect">
            <a:avLst/>
          </a:prstGeom>
          <a:noFill/>
          <a:ln>
            <a:noFill/>
          </a:ln>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Font typeface="Arial" panose="020B0604020202020204" pitchFamily="34" charset="0"/>
              <a:buChar char="•"/>
            </a:pPr>
            <a:r>
              <a:rPr lang="zh-CN" altLang="en-US" sz="2000">
                <a:solidFill>
                  <a:srgbClr val="004F58"/>
                </a:solidFill>
                <a:latin typeface="黑体" panose="02010609060101010101" pitchFamily="49" charset="-122"/>
                <a:ea typeface="黑体" panose="02010609060101010101" pitchFamily="49" charset="-122"/>
              </a:rPr>
              <a:t>基于图论的方法</a:t>
            </a:r>
          </a:p>
        </p:txBody>
      </p:sp>
      <p:sp>
        <p:nvSpPr>
          <p:cNvPr id="1052581"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582" name="Rectangle 8"/>
          <p:cNvSpPr>
            <a:spLocks noChangeArrowheads="1"/>
          </p:cNvSpPr>
          <p:nvPr/>
        </p:nvSpPr>
        <p:spPr bwMode="auto">
          <a:xfrm>
            <a:off x="1703388" y="1944688"/>
            <a:ext cx="9896475" cy="400050"/>
          </a:xfrm>
          <a:prstGeom prst="rect">
            <a:avLst/>
          </a:prstGeom>
          <a:noFill/>
          <a:ln>
            <a:noFill/>
          </a:ln>
          <a:effectLst/>
        </p:spPr>
        <p:txBody>
          <a:bodyPr anchor="ct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AU" sz="1999" dirty="0">
                <a:solidFill>
                  <a:srgbClr val="004C54"/>
                </a:solidFill>
                <a:latin typeface="黑体" panose="02010609060101010101" pitchFamily="49" charset="-122"/>
                <a:ea typeface="黑体" panose="02010609060101010101" pitchFamily="49" charset="-122"/>
              </a:rPr>
              <a:t>区域特性包括：区域大小、区域纹理、区域灰度分布、区域颜色分布等。</a:t>
            </a:r>
            <a:endParaRPr lang="en-AU" altLang="zh-CN" sz="1999" dirty="0">
              <a:solidFill>
                <a:srgbClr val="004C54"/>
              </a:solidFill>
              <a:latin typeface="黑体" panose="02010609060101010101" pitchFamily="49" charset="-122"/>
              <a:ea typeface="黑体" panose="02010609060101010101" pitchFamily="49" charset="-122"/>
            </a:endParaRPr>
          </a:p>
        </p:txBody>
      </p:sp>
      <p:pic>
        <p:nvPicPr>
          <p:cNvPr id="2097348" name="Picture 12"/>
          <p:cNvPicPr>
            <a:picLocks noChangeAspect="1" noChangeArrowheads="1"/>
          </p:cNvPicPr>
          <p:nvPr/>
        </p:nvPicPr>
        <p:blipFill>
          <a:blip r:embed="rId2"/>
          <a:srcRect/>
          <a:stretch>
            <a:fillRect/>
          </a:stretch>
        </p:blipFill>
        <p:spPr bwMode="auto">
          <a:xfrm>
            <a:off x="3216275" y="2476500"/>
            <a:ext cx="5759450" cy="4083050"/>
          </a:xfrm>
          <a:prstGeom prst="rect">
            <a:avLst/>
          </a:prstGeom>
          <a:noFill/>
          <a:ln>
            <a:noFill/>
          </a:ln>
          <a:effectLst/>
        </p:spPr>
      </p:pic>
      <p:sp>
        <p:nvSpPr>
          <p:cNvPr id="1052583"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584" name="TextBox 11"/>
          <p:cNvSpPr txBox="1">
            <a:spLocks noChangeArrowheads="1"/>
          </p:cNvSpPr>
          <p:nvPr/>
        </p:nvSpPr>
        <p:spPr bwMode="auto">
          <a:xfrm>
            <a:off x="1344613" y="1325563"/>
            <a:ext cx="6262687" cy="487679"/>
          </a:xfrm>
          <a:prstGeom prst="rect">
            <a:avLst/>
          </a:prstGeom>
          <a:noFill/>
          <a:ln>
            <a:noFill/>
          </a:ln>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Font typeface="Arial" panose="020B0604020202020204" pitchFamily="34" charset="0"/>
              <a:buChar char="•"/>
            </a:pPr>
            <a:r>
              <a:rPr lang="zh-CN" altLang="en-US" sz="2000">
                <a:solidFill>
                  <a:srgbClr val="004F58"/>
                </a:solidFill>
                <a:latin typeface="黑体" panose="02010609060101010101" pitchFamily="49" charset="-122"/>
                <a:ea typeface="黑体" panose="02010609060101010101" pitchFamily="49" charset="-122"/>
              </a:rPr>
              <a:t>基于区域特性的方法</a:t>
            </a:r>
          </a:p>
        </p:txBody>
      </p:sp>
      <p:sp>
        <p:nvSpPr>
          <p:cNvPr id="1052585" name="TextBox 11"/>
          <p:cNvSpPr txBox="1">
            <a:spLocks noChangeArrowheads="1"/>
          </p:cNvSpPr>
          <p:nvPr/>
        </p:nvSpPr>
        <p:spPr bwMode="auto">
          <a:xfrm>
            <a:off x="1014413" y="909638"/>
            <a:ext cx="2849562" cy="400050"/>
          </a:xfrm>
          <a:prstGeom prst="rect">
            <a:avLst/>
          </a:prstGeom>
          <a:noFill/>
          <a:ln>
            <a:noFill/>
          </a:ln>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accent2"/>
              </a:buClr>
            </a:pPr>
            <a:r>
              <a:rPr lang="zh-CN" altLang="en-US" sz="2000" b="1" dirty="0">
                <a:solidFill>
                  <a:srgbClr val="004F58"/>
                </a:solidFill>
                <a:latin typeface="黑体" panose="02010609060101010101" pitchFamily="49" charset="-122"/>
                <a:ea typeface="黑体" panose="02010609060101010101" pitchFamily="49" charset="-122"/>
              </a:rPr>
              <a:t>无标记点分水岭算法 </a:t>
            </a:r>
          </a:p>
        </p:txBody>
      </p:sp>
      <p:sp>
        <p:nvSpPr>
          <p:cNvPr id="1052586"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587" name="Rectangle 3"/>
          <p:cNvSpPr>
            <a:spLocks noChangeArrowheads="1"/>
          </p:cNvSpPr>
          <p:nvPr/>
        </p:nvSpPr>
        <p:spPr bwMode="auto">
          <a:xfrm>
            <a:off x="1525588" y="2058988"/>
            <a:ext cx="184150" cy="369887"/>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052588" name="Rectangle 5"/>
          <p:cNvSpPr>
            <a:spLocks noChangeArrowheads="1"/>
          </p:cNvSpPr>
          <p:nvPr/>
        </p:nvSpPr>
        <p:spPr bwMode="auto">
          <a:xfrm>
            <a:off x="1525588" y="2501900"/>
            <a:ext cx="184150" cy="368300"/>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052589" name="Rectangle 6"/>
          <p:cNvSpPr>
            <a:spLocks noChangeArrowheads="1"/>
          </p:cNvSpPr>
          <p:nvPr/>
        </p:nvSpPr>
        <p:spPr bwMode="auto">
          <a:xfrm>
            <a:off x="1525588" y="2292350"/>
            <a:ext cx="184150" cy="369888"/>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052590" name="Rectangle 7"/>
          <p:cNvSpPr>
            <a:spLocks noChangeArrowheads="1"/>
          </p:cNvSpPr>
          <p:nvPr/>
        </p:nvSpPr>
        <p:spPr bwMode="auto">
          <a:xfrm>
            <a:off x="1525588" y="2125663"/>
            <a:ext cx="184150" cy="369887"/>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pic>
        <p:nvPicPr>
          <p:cNvPr id="2097349" name="Picture 10"/>
          <p:cNvPicPr>
            <a:picLocks noChangeAspect="1" noChangeArrowheads="1"/>
          </p:cNvPicPr>
          <p:nvPr/>
        </p:nvPicPr>
        <p:blipFill>
          <a:blip r:embed="rId2"/>
          <a:srcRect/>
          <a:stretch>
            <a:fillRect/>
          </a:stretch>
        </p:blipFill>
        <p:spPr bwMode="auto">
          <a:xfrm>
            <a:off x="1616075" y="2208213"/>
            <a:ext cx="8959850" cy="4416425"/>
          </a:xfrm>
          <a:prstGeom prst="rect">
            <a:avLst/>
          </a:prstGeom>
          <a:noFill/>
          <a:ln>
            <a:noFill/>
          </a:ln>
          <a:effectLst/>
        </p:spPr>
      </p:pic>
      <p:sp>
        <p:nvSpPr>
          <p:cNvPr id="1052591"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592" name="TextBox 11"/>
          <p:cNvSpPr txBox="1">
            <a:spLocks noChangeArrowheads="1"/>
          </p:cNvSpPr>
          <p:nvPr/>
        </p:nvSpPr>
        <p:spPr bwMode="auto">
          <a:xfrm>
            <a:off x="1014413" y="909638"/>
            <a:ext cx="2849562" cy="400050"/>
          </a:xfrm>
          <a:prstGeom prst="rect">
            <a:avLst/>
          </a:prstGeom>
          <a:noFill/>
          <a:ln>
            <a:noFill/>
          </a:ln>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accent2"/>
              </a:buClr>
            </a:pPr>
            <a:r>
              <a:rPr lang="zh-CN" altLang="en-US" sz="2000" b="1" dirty="0">
                <a:solidFill>
                  <a:srgbClr val="004F58"/>
                </a:solidFill>
                <a:latin typeface="黑体" panose="02010609060101010101" pitchFamily="49" charset="-122"/>
                <a:ea typeface="黑体" panose="02010609060101010101" pitchFamily="49" charset="-122"/>
              </a:rPr>
              <a:t>无标记点分水岭算法 </a:t>
            </a:r>
          </a:p>
        </p:txBody>
      </p:sp>
      <p:sp>
        <p:nvSpPr>
          <p:cNvPr id="1052593" name="TextBox 11"/>
          <p:cNvSpPr txBox="1">
            <a:spLocks noChangeArrowheads="1"/>
          </p:cNvSpPr>
          <p:nvPr/>
        </p:nvSpPr>
        <p:spPr bwMode="auto">
          <a:xfrm>
            <a:off x="1344613" y="1325563"/>
            <a:ext cx="6262687" cy="487679"/>
          </a:xfrm>
          <a:prstGeom prst="rect">
            <a:avLst/>
          </a:prstGeom>
          <a:noFill/>
          <a:ln>
            <a:noFill/>
          </a:ln>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Font typeface="Arial" panose="020B0604020202020204" pitchFamily="34" charset="0"/>
              <a:buChar char="•"/>
            </a:pPr>
            <a:r>
              <a:rPr lang="zh-CN" altLang="en-US" sz="2000">
                <a:solidFill>
                  <a:srgbClr val="004F58"/>
                </a:solidFill>
                <a:latin typeface="黑体" panose="02010609060101010101" pitchFamily="49" charset="-122"/>
                <a:ea typeface="黑体" panose="02010609060101010101" pitchFamily="49" charset="-122"/>
              </a:rPr>
              <a:t>基于区域特性的方法</a:t>
            </a:r>
          </a:p>
        </p:txBody>
      </p:sp>
      <p:sp>
        <p:nvSpPr>
          <p:cNvPr id="1052594"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595" name="Rectangle 3"/>
          <p:cNvSpPr>
            <a:spLocks noChangeArrowheads="1"/>
          </p:cNvSpPr>
          <p:nvPr/>
        </p:nvSpPr>
        <p:spPr bwMode="auto">
          <a:xfrm>
            <a:off x="1525588" y="2058988"/>
            <a:ext cx="184150" cy="369887"/>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052596" name="Rectangle 5"/>
          <p:cNvSpPr>
            <a:spLocks noChangeArrowheads="1"/>
          </p:cNvSpPr>
          <p:nvPr/>
        </p:nvSpPr>
        <p:spPr bwMode="auto">
          <a:xfrm>
            <a:off x="1525588" y="2501900"/>
            <a:ext cx="184150" cy="368300"/>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052597" name="Rectangle 6"/>
          <p:cNvSpPr>
            <a:spLocks noChangeArrowheads="1"/>
          </p:cNvSpPr>
          <p:nvPr/>
        </p:nvSpPr>
        <p:spPr bwMode="auto">
          <a:xfrm>
            <a:off x="1525588" y="2292350"/>
            <a:ext cx="184150" cy="369888"/>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052598" name="Rectangle 7"/>
          <p:cNvSpPr>
            <a:spLocks noChangeArrowheads="1"/>
          </p:cNvSpPr>
          <p:nvPr/>
        </p:nvSpPr>
        <p:spPr bwMode="auto">
          <a:xfrm>
            <a:off x="1525588" y="2125663"/>
            <a:ext cx="184150" cy="369887"/>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pic>
        <p:nvPicPr>
          <p:cNvPr id="2097350" name="Picture 9"/>
          <p:cNvPicPr>
            <a:picLocks noChangeAspect="1" noChangeArrowheads="1"/>
          </p:cNvPicPr>
          <p:nvPr/>
        </p:nvPicPr>
        <p:blipFill>
          <a:blip r:embed="rId2"/>
          <a:srcRect/>
          <a:stretch>
            <a:fillRect/>
          </a:stretch>
        </p:blipFill>
        <p:spPr bwMode="auto">
          <a:xfrm>
            <a:off x="1709738" y="2243138"/>
            <a:ext cx="8782050" cy="4327525"/>
          </a:xfrm>
          <a:prstGeom prst="rect">
            <a:avLst/>
          </a:prstGeom>
          <a:noFill/>
          <a:ln>
            <a:noFill/>
          </a:ln>
          <a:effectLst/>
        </p:spPr>
      </p:pic>
      <p:sp>
        <p:nvSpPr>
          <p:cNvPr id="1052599"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600" name="TextBox 11"/>
          <p:cNvSpPr txBox="1">
            <a:spLocks noChangeArrowheads="1"/>
          </p:cNvSpPr>
          <p:nvPr/>
        </p:nvSpPr>
        <p:spPr bwMode="auto">
          <a:xfrm>
            <a:off x="1014413" y="909638"/>
            <a:ext cx="2849562" cy="400050"/>
          </a:xfrm>
          <a:prstGeom prst="rect">
            <a:avLst/>
          </a:prstGeom>
          <a:noFill/>
          <a:ln>
            <a:noFill/>
          </a:ln>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accent2"/>
              </a:buClr>
            </a:pPr>
            <a:r>
              <a:rPr lang="zh-CN" altLang="en-US" sz="2000" b="1" dirty="0">
                <a:solidFill>
                  <a:srgbClr val="004F58"/>
                </a:solidFill>
                <a:latin typeface="黑体" panose="02010609060101010101" pitchFamily="49" charset="-122"/>
                <a:ea typeface="黑体" panose="02010609060101010101" pitchFamily="49" charset="-122"/>
              </a:rPr>
              <a:t>无标记点分水岭算法 </a:t>
            </a:r>
          </a:p>
        </p:txBody>
      </p:sp>
      <p:sp>
        <p:nvSpPr>
          <p:cNvPr id="1052601" name="TextBox 11"/>
          <p:cNvSpPr txBox="1">
            <a:spLocks noChangeArrowheads="1"/>
          </p:cNvSpPr>
          <p:nvPr/>
        </p:nvSpPr>
        <p:spPr bwMode="auto">
          <a:xfrm>
            <a:off x="1344613" y="1325563"/>
            <a:ext cx="6262687" cy="487679"/>
          </a:xfrm>
          <a:prstGeom prst="rect">
            <a:avLst/>
          </a:prstGeom>
          <a:noFill/>
          <a:ln>
            <a:noFill/>
          </a:ln>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Font typeface="Arial" panose="020B0604020202020204" pitchFamily="34" charset="0"/>
              <a:buChar char="•"/>
            </a:pPr>
            <a:r>
              <a:rPr lang="zh-CN" altLang="en-US" sz="2000">
                <a:solidFill>
                  <a:srgbClr val="004F58"/>
                </a:solidFill>
                <a:latin typeface="黑体" panose="02010609060101010101" pitchFamily="49" charset="-122"/>
                <a:ea typeface="黑体" panose="02010609060101010101" pitchFamily="49" charset="-122"/>
              </a:rPr>
              <a:t>基于区域特性的方法</a:t>
            </a:r>
          </a:p>
        </p:txBody>
      </p:sp>
      <p:sp>
        <p:nvSpPr>
          <p:cNvPr id="1052602"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603" name="Rectangle 3"/>
          <p:cNvSpPr>
            <a:spLocks noChangeArrowheads="1"/>
          </p:cNvSpPr>
          <p:nvPr/>
        </p:nvSpPr>
        <p:spPr bwMode="auto">
          <a:xfrm>
            <a:off x="1525588" y="2058988"/>
            <a:ext cx="184150" cy="369887"/>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052604" name="Rectangle 5"/>
          <p:cNvSpPr>
            <a:spLocks noChangeArrowheads="1"/>
          </p:cNvSpPr>
          <p:nvPr/>
        </p:nvSpPr>
        <p:spPr bwMode="auto">
          <a:xfrm>
            <a:off x="1525588" y="2501900"/>
            <a:ext cx="184150" cy="368300"/>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052605" name="Rectangle 6"/>
          <p:cNvSpPr>
            <a:spLocks noChangeArrowheads="1"/>
          </p:cNvSpPr>
          <p:nvPr/>
        </p:nvSpPr>
        <p:spPr bwMode="auto">
          <a:xfrm>
            <a:off x="1525588" y="2292350"/>
            <a:ext cx="184150" cy="369888"/>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052606" name="Rectangle 7"/>
          <p:cNvSpPr>
            <a:spLocks noChangeArrowheads="1"/>
          </p:cNvSpPr>
          <p:nvPr/>
        </p:nvSpPr>
        <p:spPr bwMode="auto">
          <a:xfrm>
            <a:off x="1525588" y="2125663"/>
            <a:ext cx="184150" cy="369887"/>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pic>
        <p:nvPicPr>
          <p:cNvPr id="2097351" name="Picture 8"/>
          <p:cNvPicPr>
            <a:picLocks noChangeAspect="1" noChangeArrowheads="1"/>
          </p:cNvPicPr>
          <p:nvPr/>
        </p:nvPicPr>
        <p:blipFill>
          <a:blip r:embed="rId2"/>
          <a:srcRect/>
          <a:stretch>
            <a:fillRect/>
          </a:stretch>
        </p:blipFill>
        <p:spPr bwMode="auto">
          <a:xfrm>
            <a:off x="2095500" y="2309813"/>
            <a:ext cx="8001000" cy="3932237"/>
          </a:xfrm>
          <a:prstGeom prst="rect">
            <a:avLst/>
          </a:prstGeom>
          <a:noFill/>
          <a:ln>
            <a:noFill/>
          </a:ln>
          <a:effectLst/>
        </p:spPr>
      </p:pic>
      <p:sp>
        <p:nvSpPr>
          <p:cNvPr id="1052607"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608" name="TextBox 11"/>
          <p:cNvSpPr txBox="1">
            <a:spLocks noChangeArrowheads="1"/>
          </p:cNvSpPr>
          <p:nvPr/>
        </p:nvSpPr>
        <p:spPr bwMode="auto">
          <a:xfrm>
            <a:off x="1014413" y="909638"/>
            <a:ext cx="2849562" cy="400050"/>
          </a:xfrm>
          <a:prstGeom prst="rect">
            <a:avLst/>
          </a:prstGeom>
          <a:noFill/>
          <a:ln>
            <a:noFill/>
          </a:ln>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accent2"/>
              </a:buClr>
            </a:pPr>
            <a:r>
              <a:rPr lang="zh-CN" altLang="en-US" sz="2000" b="1" dirty="0">
                <a:solidFill>
                  <a:srgbClr val="004F58"/>
                </a:solidFill>
                <a:latin typeface="黑体" panose="02010609060101010101" pitchFamily="49" charset="-122"/>
                <a:ea typeface="黑体" panose="02010609060101010101" pitchFamily="49" charset="-122"/>
              </a:rPr>
              <a:t>无标记点分水岭算法 </a:t>
            </a:r>
          </a:p>
        </p:txBody>
      </p:sp>
      <p:sp>
        <p:nvSpPr>
          <p:cNvPr id="1052609" name="TextBox 11"/>
          <p:cNvSpPr txBox="1">
            <a:spLocks noChangeArrowheads="1"/>
          </p:cNvSpPr>
          <p:nvPr/>
        </p:nvSpPr>
        <p:spPr bwMode="auto">
          <a:xfrm>
            <a:off x="1344613" y="1325563"/>
            <a:ext cx="6262687" cy="487679"/>
          </a:xfrm>
          <a:prstGeom prst="rect">
            <a:avLst/>
          </a:prstGeom>
          <a:noFill/>
          <a:ln>
            <a:noFill/>
          </a:ln>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Font typeface="Arial" panose="020B0604020202020204" pitchFamily="34" charset="0"/>
              <a:buChar char="•"/>
            </a:pPr>
            <a:r>
              <a:rPr lang="zh-CN" altLang="en-US" sz="2000">
                <a:solidFill>
                  <a:srgbClr val="004F58"/>
                </a:solidFill>
                <a:latin typeface="黑体" panose="02010609060101010101" pitchFamily="49" charset="-122"/>
                <a:ea typeface="黑体" panose="02010609060101010101" pitchFamily="49" charset="-122"/>
              </a:rPr>
              <a:t>基于区域特性的方法</a:t>
            </a:r>
          </a:p>
        </p:txBody>
      </p:sp>
      <p:sp>
        <p:nvSpPr>
          <p:cNvPr id="1052610"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611" name="Rectangle 3"/>
          <p:cNvSpPr>
            <a:spLocks noChangeArrowheads="1"/>
          </p:cNvSpPr>
          <p:nvPr/>
        </p:nvSpPr>
        <p:spPr bwMode="auto">
          <a:xfrm>
            <a:off x="1525588" y="2058988"/>
            <a:ext cx="184150" cy="369887"/>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052612" name="Rectangle 5"/>
          <p:cNvSpPr>
            <a:spLocks noChangeArrowheads="1"/>
          </p:cNvSpPr>
          <p:nvPr/>
        </p:nvSpPr>
        <p:spPr bwMode="auto">
          <a:xfrm>
            <a:off x="1525588" y="2501900"/>
            <a:ext cx="184150" cy="368300"/>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052613" name="Rectangle 6"/>
          <p:cNvSpPr>
            <a:spLocks noChangeArrowheads="1"/>
          </p:cNvSpPr>
          <p:nvPr/>
        </p:nvSpPr>
        <p:spPr bwMode="auto">
          <a:xfrm>
            <a:off x="1525588" y="2292350"/>
            <a:ext cx="184150" cy="369888"/>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sp>
        <p:nvSpPr>
          <p:cNvPr id="1052614" name="Rectangle 7"/>
          <p:cNvSpPr>
            <a:spLocks noChangeArrowheads="1"/>
          </p:cNvSpPr>
          <p:nvPr/>
        </p:nvSpPr>
        <p:spPr bwMode="auto">
          <a:xfrm>
            <a:off x="1525588" y="2125663"/>
            <a:ext cx="184150" cy="369887"/>
          </a:xfrm>
          <a:prstGeom prst="rect">
            <a:avLst/>
          </a:prstGeom>
          <a:noFill/>
          <a:ln>
            <a:noFill/>
          </a:ln>
          <a:effectLst/>
        </p:spPr>
        <p:txBody>
          <a:bodyPr wrap="none" anchor="ctr">
            <a:spAutoFit/>
          </a:bodyPr>
          <a:lstStyle>
            <a:lvl1pPr>
              <a:spcBef>
                <a:spcPct val="20000"/>
              </a:spcBef>
              <a:buChar char="•"/>
              <a:defRPr sz="14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1400">
                <a:solidFill>
                  <a:schemeClr val="accent1"/>
                </a:solidFill>
                <a:latin typeface="Arial" panose="020B0604020202020204" pitchFamily="34" charset="0"/>
                <a:ea typeface="仿宋_GB2312"/>
                <a:cs typeface="仿宋_GB2312"/>
              </a:defRPr>
            </a:lvl2pPr>
            <a:lvl3pPr marL="1143000" indent="-228600">
              <a:spcBef>
                <a:spcPct val="20000"/>
              </a:spcBef>
              <a:buChar char="•"/>
              <a:defRPr sz="1700">
                <a:solidFill>
                  <a:schemeClr val="tx1"/>
                </a:solidFill>
                <a:latin typeface="Arial" panose="020B0604020202020204" pitchFamily="34" charset="0"/>
                <a:ea typeface="宋体" panose="02010600030101010101" pitchFamily="2" charset="-122"/>
                <a:cs typeface="仿宋_GB2312"/>
              </a:defRPr>
            </a:lvl3pPr>
            <a:lvl4pPr marL="16002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4pPr>
            <a:lvl5pPr marL="2057400" indent="-228600">
              <a:spcBef>
                <a:spcPct val="20000"/>
              </a:spcBef>
              <a:buChar char="»"/>
              <a:defRPr sz="1400">
                <a:solidFill>
                  <a:schemeClr val="tx1"/>
                </a:solidFill>
                <a:latin typeface="Arial" panose="020B0604020202020204" pitchFamily="34" charset="0"/>
                <a:ea typeface="宋体" panose="02010600030101010101" pitchFamily="2" charset="-122"/>
                <a:cs typeface="仿宋_GB2312"/>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ea typeface="宋体" panose="02010600030101010101" pitchFamily="2" charset="-122"/>
                <a:cs typeface="仿宋_GB2312"/>
              </a:defRPr>
            </a:lvl9pPr>
          </a:lstStyle>
          <a:p>
            <a:pPr eaLnBrk="1" hangingPunct="1">
              <a:spcBef>
                <a:spcPct val="0"/>
              </a:spcBef>
              <a:buFontTx/>
              <a:buNone/>
            </a:pPr>
            <a:endParaRPr lang="zh-CN" altLang="en-US" sz="1800">
              <a:solidFill>
                <a:schemeClr val="tx1"/>
              </a:solidFill>
              <a:ea typeface="宋体" panose="02010600030101010101" pitchFamily="2" charset="-122"/>
            </a:endParaRPr>
          </a:p>
        </p:txBody>
      </p:sp>
      <p:pic>
        <p:nvPicPr>
          <p:cNvPr id="2097352" name="Picture 11"/>
          <p:cNvPicPr>
            <a:picLocks noChangeAspect="1" noChangeArrowheads="1"/>
          </p:cNvPicPr>
          <p:nvPr/>
        </p:nvPicPr>
        <p:blipFill>
          <a:blip r:embed="rId2"/>
          <a:srcRect/>
          <a:stretch>
            <a:fillRect/>
          </a:stretch>
        </p:blipFill>
        <p:spPr bwMode="auto">
          <a:xfrm>
            <a:off x="1149350" y="2276475"/>
            <a:ext cx="9893300" cy="4064000"/>
          </a:xfrm>
          <a:prstGeom prst="rect">
            <a:avLst/>
          </a:prstGeom>
          <a:noFill/>
          <a:ln>
            <a:noFill/>
          </a:ln>
          <a:effectLst/>
        </p:spPr>
      </p:pic>
      <p:sp>
        <p:nvSpPr>
          <p:cNvPr id="1052615"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616" name="TextBox 11"/>
          <p:cNvSpPr txBox="1">
            <a:spLocks noChangeArrowheads="1"/>
          </p:cNvSpPr>
          <p:nvPr/>
        </p:nvSpPr>
        <p:spPr bwMode="auto">
          <a:xfrm>
            <a:off x="1014413" y="909638"/>
            <a:ext cx="2849562" cy="400050"/>
          </a:xfrm>
          <a:prstGeom prst="rect">
            <a:avLst/>
          </a:prstGeom>
          <a:noFill/>
          <a:ln>
            <a:noFill/>
          </a:ln>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accent2"/>
              </a:buClr>
            </a:pPr>
            <a:r>
              <a:rPr lang="zh-CN" altLang="en-US" sz="2000" b="1" dirty="0">
                <a:solidFill>
                  <a:srgbClr val="004F58"/>
                </a:solidFill>
                <a:latin typeface="黑体" panose="02010609060101010101" pitchFamily="49" charset="-122"/>
                <a:ea typeface="黑体" panose="02010609060101010101" pitchFamily="49" charset="-122"/>
              </a:rPr>
              <a:t>无标记点分水岭算法 </a:t>
            </a:r>
          </a:p>
        </p:txBody>
      </p:sp>
      <p:sp>
        <p:nvSpPr>
          <p:cNvPr id="1052617" name="TextBox 11"/>
          <p:cNvSpPr txBox="1">
            <a:spLocks noChangeArrowheads="1"/>
          </p:cNvSpPr>
          <p:nvPr/>
        </p:nvSpPr>
        <p:spPr bwMode="auto">
          <a:xfrm>
            <a:off x="1344613" y="1325563"/>
            <a:ext cx="6262687" cy="487679"/>
          </a:xfrm>
          <a:prstGeom prst="rect">
            <a:avLst/>
          </a:prstGeom>
          <a:noFill/>
          <a:ln>
            <a:noFill/>
          </a:ln>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Font typeface="Arial" panose="020B0604020202020204" pitchFamily="34" charset="0"/>
              <a:buChar char="•"/>
            </a:pPr>
            <a:r>
              <a:rPr lang="zh-CN" altLang="en-US" sz="2000">
                <a:solidFill>
                  <a:srgbClr val="004F58"/>
                </a:solidFill>
                <a:latin typeface="黑体" panose="02010609060101010101" pitchFamily="49" charset="-122"/>
                <a:ea typeface="黑体" panose="02010609060101010101" pitchFamily="49" charset="-122"/>
              </a:rPr>
              <a:t>基于区域特性的方法</a:t>
            </a:r>
          </a:p>
        </p:txBody>
      </p:sp>
      <p:sp>
        <p:nvSpPr>
          <p:cNvPr id="1052618"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7" name="Group 5"/>
          <p:cNvGrpSpPr/>
          <p:nvPr/>
        </p:nvGrpSpPr>
        <p:grpSpPr bwMode="auto">
          <a:xfrm>
            <a:off x="3863975" y="2492375"/>
            <a:ext cx="5283200" cy="3311525"/>
            <a:chOff x="1020" y="2024"/>
            <a:chExt cx="3328" cy="2086"/>
          </a:xfrm>
        </p:grpSpPr>
        <p:grpSp>
          <p:nvGrpSpPr>
            <p:cNvPr id="678" name="Group 7"/>
            <p:cNvGrpSpPr/>
            <p:nvPr/>
          </p:nvGrpSpPr>
          <p:grpSpPr bwMode="auto">
            <a:xfrm>
              <a:off x="1020" y="2024"/>
              <a:ext cx="2813" cy="2086"/>
              <a:chOff x="1980" y="1752"/>
              <a:chExt cx="5400" cy="3604"/>
            </a:xfrm>
          </p:grpSpPr>
          <p:pic>
            <p:nvPicPr>
              <p:cNvPr id="2097353" name="Picture 8"/>
              <p:cNvPicPr>
                <a:picLocks noChangeAspect="1" noChangeArrowheads="1"/>
              </p:cNvPicPr>
              <p:nvPr/>
            </p:nvPicPr>
            <p:blipFill>
              <a:blip r:embed="rId2"/>
              <a:srcRect/>
              <a:stretch>
                <a:fillRect/>
              </a:stretch>
            </p:blipFill>
            <p:spPr bwMode="auto">
              <a:xfrm>
                <a:off x="1980" y="1752"/>
                <a:ext cx="2520" cy="1723"/>
              </a:xfrm>
              <a:prstGeom prst="rect">
                <a:avLst/>
              </a:prstGeom>
              <a:solidFill>
                <a:srgbClr val="C0C0C0"/>
              </a:solidFill>
              <a:ln w="9525">
                <a:solidFill>
                  <a:srgbClr val="000000"/>
                </a:solidFill>
                <a:miter lim="800000"/>
                <a:headEnd/>
                <a:tailEnd/>
              </a:ln>
            </p:spPr>
          </p:pic>
          <p:pic>
            <p:nvPicPr>
              <p:cNvPr id="2097354" name="Picture 9"/>
              <p:cNvPicPr>
                <a:picLocks noChangeAspect="1" noChangeArrowheads="1"/>
              </p:cNvPicPr>
              <p:nvPr/>
            </p:nvPicPr>
            <p:blipFill>
              <a:blip r:embed="rId3"/>
              <a:srcRect/>
              <a:stretch>
                <a:fillRect/>
              </a:stretch>
            </p:blipFill>
            <p:spPr bwMode="auto">
              <a:xfrm>
                <a:off x="4860" y="1752"/>
                <a:ext cx="2520" cy="1720"/>
              </a:xfrm>
              <a:prstGeom prst="rect">
                <a:avLst/>
              </a:prstGeom>
              <a:solidFill>
                <a:srgbClr val="C0C0C0"/>
              </a:solidFill>
              <a:ln w="9525">
                <a:solidFill>
                  <a:srgbClr val="000000"/>
                </a:solidFill>
                <a:miter lim="800000"/>
                <a:headEnd/>
                <a:tailEnd/>
              </a:ln>
            </p:spPr>
          </p:pic>
          <p:pic>
            <p:nvPicPr>
              <p:cNvPr id="2097355" name="Picture 10"/>
              <p:cNvPicPr>
                <a:picLocks noChangeAspect="1" noChangeArrowheads="1"/>
              </p:cNvPicPr>
              <p:nvPr/>
            </p:nvPicPr>
            <p:blipFill>
              <a:blip r:embed="rId4"/>
              <a:srcRect/>
              <a:stretch>
                <a:fillRect/>
              </a:stretch>
            </p:blipFill>
            <p:spPr bwMode="auto">
              <a:xfrm>
                <a:off x="1980" y="3624"/>
                <a:ext cx="2520" cy="1719"/>
              </a:xfrm>
              <a:prstGeom prst="rect">
                <a:avLst/>
              </a:prstGeom>
              <a:solidFill>
                <a:srgbClr val="C0C0C0"/>
              </a:solidFill>
              <a:ln w="9525">
                <a:solidFill>
                  <a:srgbClr val="000000"/>
                </a:solidFill>
                <a:miter lim="800000"/>
                <a:headEnd/>
                <a:tailEnd/>
              </a:ln>
            </p:spPr>
          </p:pic>
          <p:pic>
            <p:nvPicPr>
              <p:cNvPr id="2097356" name="Picture 11"/>
              <p:cNvPicPr>
                <a:picLocks noChangeAspect="1" noChangeArrowheads="1"/>
              </p:cNvPicPr>
              <p:nvPr/>
            </p:nvPicPr>
            <p:blipFill>
              <a:blip r:embed="rId5"/>
              <a:srcRect/>
              <a:stretch>
                <a:fillRect/>
              </a:stretch>
            </p:blipFill>
            <p:spPr bwMode="auto">
              <a:xfrm>
                <a:off x="4860" y="3624"/>
                <a:ext cx="2520" cy="1732"/>
              </a:xfrm>
              <a:prstGeom prst="rect">
                <a:avLst/>
              </a:prstGeom>
              <a:noFill/>
              <a:ln w="9525">
                <a:solidFill>
                  <a:srgbClr val="000000"/>
                </a:solidFill>
                <a:miter lim="800000"/>
                <a:headEnd/>
                <a:tailEnd/>
              </a:ln>
            </p:spPr>
          </p:pic>
        </p:grpSp>
        <p:sp>
          <p:nvSpPr>
            <p:cNvPr id="1052619" name="Text Box 12"/>
            <p:cNvSpPr txBox="1">
              <a:spLocks noChangeArrowheads="1"/>
            </p:cNvSpPr>
            <p:nvPr/>
          </p:nvSpPr>
          <p:spPr bwMode="auto">
            <a:xfrm>
              <a:off x="4057" y="2523"/>
              <a:ext cx="291" cy="952"/>
            </a:xfrm>
            <a:prstGeom prst="rect">
              <a:avLst/>
            </a:prstGeom>
            <a:noFill/>
            <a:ln>
              <a:noFill/>
            </a:ln>
            <a:effectLst/>
          </p:spPr>
          <p:txBody>
            <a:bodyPr vert="eaVert">
              <a:spAutoFit/>
            </a:bodyPr>
            <a:lstStyle/>
            <a:p>
              <a:pPr eaLnBrk="1" hangingPunct="1">
                <a:spcBef>
                  <a:spcPct val="50000"/>
                </a:spcBef>
              </a:pPr>
              <a:r>
                <a:rPr lang="zh-CN" altLang="en-US" dirty="0">
                  <a:solidFill>
                    <a:schemeClr val="bg1">
                      <a:lumMod val="50000"/>
                    </a:schemeClr>
                  </a:solidFill>
                  <a:latin typeface="黑体" panose="02010609060101010101" pitchFamily="49" charset="-122"/>
                  <a:ea typeface="黑体" panose="02010609060101010101" pitchFamily="49" charset="-122"/>
                </a:rPr>
                <a:t>一组分割实例</a:t>
              </a:r>
            </a:p>
          </p:txBody>
        </p:sp>
      </p:grpSp>
      <p:sp>
        <p:nvSpPr>
          <p:cNvPr id="1052620" name="Rectangle 14"/>
          <p:cNvSpPr>
            <a:spLocks noChangeArrowheads="1"/>
          </p:cNvSpPr>
          <p:nvPr/>
        </p:nvSpPr>
        <p:spPr bwMode="auto">
          <a:xfrm>
            <a:off x="1181100" y="1014413"/>
            <a:ext cx="2476500" cy="400050"/>
          </a:xfrm>
          <a:prstGeom prst="rect">
            <a:avLst/>
          </a:prstGeom>
          <a:noFill/>
          <a:ln>
            <a:noFill/>
          </a:ln>
          <a:effectLst/>
        </p:spPr>
        <p:txBody>
          <a:bodyPr anchor="ctr">
            <a:spAutoFit/>
          </a:bodyPr>
          <a:lstStyle/>
          <a:p>
            <a:pPr eaLnBrk="1" hangingPunct="1">
              <a:buClr>
                <a:schemeClr val="accent2"/>
              </a:buClr>
            </a:pPr>
            <a:r>
              <a:rPr lang="zh-CN" altLang="en-US" sz="2000" b="1" dirty="0">
                <a:solidFill>
                  <a:schemeClr val="bg1">
                    <a:lumMod val="50000"/>
                  </a:schemeClr>
                </a:solidFill>
                <a:latin typeface="黑体" panose="02010609060101010101" pitchFamily="49" charset="-122"/>
                <a:ea typeface="黑体" panose="02010609060101010101" pitchFamily="49" charset="-122"/>
              </a:rPr>
              <a:t>示例</a:t>
            </a:r>
          </a:p>
        </p:txBody>
      </p:sp>
      <p:sp>
        <p:nvSpPr>
          <p:cNvPr id="1052621" name="Freeform 5"/>
          <p:cNvSpPr/>
          <p:nvPr/>
        </p:nvSpPr>
        <p:spPr bwMode="auto">
          <a:xfrm>
            <a:off x="427038" y="222250"/>
            <a:ext cx="474662" cy="560388"/>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4"/>
              <a:gd name="T64" fmla="*/ 0 h 681"/>
              <a:gd name="T65" fmla="*/ 574 w 574"/>
              <a:gd name="T66" fmla="*/ 681 h 6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a:noFill/>
          </a:ln>
        </p:spPr>
        <p:txBody>
          <a:bodyPr/>
          <a:lstStyle/>
          <a:p>
            <a:endParaRPr lang="zh-CN" altLang="en-US"/>
          </a:p>
        </p:txBody>
      </p:sp>
      <p:sp>
        <p:nvSpPr>
          <p:cNvPr id="1052622" name="Text Box 4"/>
          <p:cNvSpPr txBox="1">
            <a:spLocks noChangeArrowheads="1"/>
          </p:cNvSpPr>
          <p:nvPr/>
        </p:nvSpPr>
        <p:spPr bwMode="auto">
          <a:xfrm>
            <a:off x="1558925" y="1658938"/>
            <a:ext cx="5012105" cy="487680"/>
          </a:xfrm>
          <a:prstGeom prst="rect">
            <a:avLst/>
          </a:prstGeom>
          <a:noFill/>
          <a:ln>
            <a:noFill/>
          </a:ln>
          <a:effectLst/>
        </p:spPr>
        <p:txBody>
          <a:bodyPr wrap="none">
            <a:spAutoFit/>
          </a:bodyPr>
          <a:lstStyle/>
          <a:p>
            <a:pPr eaLnBrk="1" hangingPunct="1">
              <a:lnSpc>
                <a:spcPct val="130000"/>
              </a:lnSpc>
            </a:pPr>
            <a:r>
              <a:rPr lang="en-US" altLang="zh-CN" sz="2000" dirty="0">
                <a:solidFill>
                  <a:schemeClr val="bg1">
                    <a:lumMod val="50000"/>
                  </a:schemeClr>
                </a:solidFill>
                <a:latin typeface="黑体" panose="02010609060101010101" pitchFamily="49" charset="-122"/>
                <a:ea typeface="黑体" panose="02010609060101010101" pitchFamily="49" charset="-122"/>
                <a:sym typeface="Wingdings 2" panose="05020102010507070707" pitchFamily="18" charset="2"/>
              </a:rPr>
              <a:t> </a:t>
            </a:r>
            <a:r>
              <a:rPr lang="zh-CN" altLang="en-US" sz="2000" dirty="0">
                <a:solidFill>
                  <a:schemeClr val="bg1">
                    <a:lumMod val="50000"/>
                  </a:schemeClr>
                </a:solidFill>
                <a:latin typeface="黑体" panose="02010609060101010101" pitchFamily="49" charset="-122"/>
                <a:ea typeface="黑体" panose="02010609060101010101" pitchFamily="49" charset="-122"/>
                <a:sym typeface="Wingdings 2" panose="05020102010507070707" pitchFamily="18" charset="2"/>
              </a:rPr>
              <a:t>无标记的分水岭算法</a:t>
            </a:r>
            <a:r>
              <a:rPr lang="zh-CN" altLang="en-US" sz="2000" dirty="0">
                <a:solidFill>
                  <a:schemeClr val="bg1">
                    <a:lumMod val="50000"/>
                  </a:schemeClr>
                </a:solidFill>
                <a:latin typeface="黑体" panose="02010609060101010101" pitchFamily="49" charset="-122"/>
                <a:ea typeface="黑体" panose="02010609060101010101" pitchFamily="49" charset="-122"/>
              </a:rPr>
              <a:t>（</a:t>
            </a:r>
            <a:r>
              <a:rPr lang="en-US" altLang="zh-CN" sz="2000" dirty="0">
                <a:solidFill>
                  <a:schemeClr val="bg1">
                    <a:lumMod val="50000"/>
                  </a:schemeClr>
                </a:solidFill>
                <a:latin typeface="黑体" panose="02010609060101010101" pitchFamily="49" charset="-122"/>
                <a:ea typeface="黑体" panose="02010609060101010101" pitchFamily="49" charset="-122"/>
              </a:rPr>
              <a:t>watershed</a:t>
            </a:r>
            <a:r>
              <a:rPr lang="zh-CN" altLang="en-US" sz="2000" dirty="0">
                <a:solidFill>
                  <a:schemeClr val="bg1">
                    <a:lumMod val="50000"/>
                  </a:schemeClr>
                </a:solidFill>
                <a:latin typeface="黑体" panose="02010609060101010101" pitchFamily="49" charset="-122"/>
                <a:ea typeface="黑体" panose="02010609060101010101" pitchFamily="49" charset="-122"/>
              </a:rPr>
              <a:t>变换）</a:t>
            </a:r>
          </a:p>
        </p:txBody>
      </p:sp>
      <p:sp>
        <p:nvSpPr>
          <p:cNvPr id="1052623" name="TextBox 9"/>
          <p:cNvSpPr txBox="1"/>
          <p:nvPr/>
        </p:nvSpPr>
        <p:spPr>
          <a:xfrm>
            <a:off x="1012825" y="177800"/>
            <a:ext cx="2938780" cy="561340"/>
          </a:xfrm>
          <a:prstGeom prst="rect">
            <a:avLst/>
          </a:prstGeom>
          <a:noFill/>
          <a:ln w="9525">
            <a:noFill/>
          </a:ln>
        </p:spPr>
        <p:txBody>
          <a:bodyPr wrap="none">
            <a:spAutoFit/>
          </a:bodyPr>
          <a:lstStyle/>
          <a:p>
            <a:pPr eaLnBrk="1" hangingPunct="1"/>
            <a:r>
              <a:rPr lang="zh-CN" altLang="en-US" sz="3199" dirty="0">
                <a:latin typeface="黑体" panose="02010609060101010101" pitchFamily="49" charset="-122"/>
                <a:ea typeface="黑体" panose="02010609060101010101" pitchFamily="49" charset="-122"/>
              </a:rPr>
              <a:t>五、分水岭算法</a:t>
            </a:r>
          </a:p>
        </p:txBody>
      </p:sp>
    </p:spTree>
  </p:cSld>
  <p:clrMapOvr>
    <a:masterClrMapping/>
  </p:clrMapOvr>
</p:sld>
</file>

<file path=ppt/theme/theme1.xml><?xml version="1.0" encoding="utf-8"?>
<a:theme xmlns:a="http://schemas.openxmlformats.org/drawingml/2006/main" name="presentation">
  <a:themeElements>
    <a:clrScheme name="">
      <a:dk1>
        <a:srgbClr val="004C54"/>
      </a:dk1>
      <a:lt1>
        <a:srgbClr val="009EB0"/>
      </a:lt1>
      <a:dk2>
        <a:srgbClr val="DDDDDD"/>
      </a:dk2>
      <a:lt2>
        <a:srgbClr val="808080"/>
      </a:lt2>
      <a:accent1>
        <a:srgbClr val="292929"/>
      </a:accent1>
      <a:accent2>
        <a:srgbClr val="FFFFFF"/>
      </a:accent2>
      <a:accent3>
        <a:srgbClr val="AACCD4"/>
      </a:accent3>
      <a:accent4>
        <a:srgbClr val="004046"/>
      </a:accent4>
      <a:accent5>
        <a:srgbClr val="ACACAC"/>
      </a:accent5>
      <a:accent6>
        <a:srgbClr val="E7E7E7"/>
      </a:accent6>
      <a:hlink>
        <a:srgbClr val="B3B3B3"/>
      </a:hlink>
      <a:folHlink>
        <a:srgbClr val="404040"/>
      </a:folHlink>
    </a:clrScheme>
    <a:fontScheme name="3_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3_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3_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TotalTime>
  <Words>4316</Words>
  <Application>Microsoft Office PowerPoint</Application>
  <PresentationFormat>宽屏</PresentationFormat>
  <Paragraphs>516</Paragraphs>
  <Slides>89</Slides>
  <Notes>2</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4</vt:i4>
      </vt:variant>
      <vt:variant>
        <vt:lpstr>幻灯片标题</vt:lpstr>
      </vt:variant>
      <vt:variant>
        <vt:i4>89</vt:i4>
      </vt:variant>
    </vt:vector>
  </HeadingPairs>
  <TitlesOfParts>
    <vt:vector size="102" baseType="lpstr">
      <vt:lpstr>黑体</vt:lpstr>
      <vt:lpstr>宋体</vt:lpstr>
      <vt:lpstr>微软雅黑</vt:lpstr>
      <vt:lpstr>Arial</vt:lpstr>
      <vt:lpstr>Calibri</vt:lpstr>
      <vt:lpstr>Times New Roman</vt:lpstr>
      <vt:lpstr>Wingdings</vt:lpstr>
      <vt:lpstr>Wingdings 2</vt:lpstr>
      <vt:lpstr>presentation</vt:lpstr>
      <vt:lpstr>Equation</vt:lpstr>
      <vt:lpstr>Microsoft Equation 3.0</vt:lpstr>
      <vt:lpstr>MathType 6.0 Equation</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venus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yxb</dc:creator>
  <cp:lastModifiedBy>zonglin he</cp:lastModifiedBy>
  <cp:revision>2</cp:revision>
  <dcterms:created xsi:type="dcterms:W3CDTF">2003-04-26T02:00:10Z</dcterms:created>
  <dcterms:modified xsi:type="dcterms:W3CDTF">2025-12-15T17:16:36Z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5a0f3eb1107243069a4ef9020448d423_23</vt:lpwstr>
  </property>
</Properties>
</file>