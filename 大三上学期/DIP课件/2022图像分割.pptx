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ink/ink190.xml" ContentType="application/inkml+xml"/>
  <Override PartName="/ppt/ink/ink191.xml" ContentType="application/inkml+xml"/>
  <Override PartName="/ppt/ink/ink192.xml" ContentType="application/inkml+xml"/>
  <Override PartName="/ppt/ink/ink193.xml" ContentType="application/inkml+xml"/>
  <Override PartName="/ppt/ink/ink194.xml" ContentType="application/inkml+xml"/>
  <Override PartName="/ppt/ink/ink195.xml" ContentType="application/inkml+xml"/>
  <Override PartName="/ppt/ink/ink196.xml" ContentType="application/inkml+xml"/>
  <Override PartName="/ppt/ink/ink197.xml" ContentType="application/inkml+xml"/>
  <Override PartName="/ppt/ink/ink198.xml" ContentType="application/inkml+xml"/>
  <Override PartName="/ppt/ink/ink199.xml" ContentType="application/inkml+xml"/>
  <Override PartName="/ppt/ink/ink200.xml" ContentType="application/inkml+xml"/>
  <Override PartName="/ppt/ink/ink201.xml" ContentType="application/inkml+xml"/>
  <Override PartName="/ppt/ink/ink202.xml" ContentType="application/inkml+xml"/>
  <Override PartName="/ppt/ink/ink203.xml" ContentType="application/inkml+xml"/>
  <Override PartName="/ppt/ink/ink204.xml" ContentType="application/inkml+xml"/>
  <Override PartName="/ppt/ink/ink205.xml" ContentType="application/inkml+xml"/>
  <Override PartName="/ppt/ink/ink206.xml" ContentType="application/inkml+xml"/>
  <Override PartName="/ppt/ink/ink207.xml" ContentType="application/inkml+xml"/>
  <Override PartName="/ppt/ink/ink208.xml" ContentType="application/inkml+xml"/>
  <Override PartName="/ppt/ink/ink209.xml" ContentType="application/inkml+xml"/>
  <Override PartName="/ppt/ink/ink210.xml" ContentType="application/inkml+xml"/>
  <Override PartName="/ppt/ink/ink211.xml" ContentType="application/inkml+xml"/>
  <Override PartName="/ppt/ink/ink212.xml" ContentType="application/inkml+xml"/>
  <Override PartName="/ppt/ink/ink213.xml" ContentType="application/inkml+xml"/>
  <Override PartName="/ppt/ink/ink214.xml" ContentType="application/inkml+xml"/>
  <Override PartName="/ppt/ink/ink215.xml" ContentType="application/inkml+xml"/>
  <Override PartName="/ppt/ink/ink216.xml" ContentType="application/inkml+xml"/>
  <Override PartName="/ppt/ink/ink217.xml" ContentType="application/inkml+xml"/>
  <Override PartName="/ppt/ink/ink218.xml" ContentType="application/inkml+xml"/>
  <Override PartName="/ppt/ink/ink219.xml" ContentType="application/inkml+xml"/>
  <Override PartName="/ppt/ink/ink220.xml" ContentType="application/inkml+xml"/>
  <Override PartName="/ppt/ink/ink221.xml" ContentType="application/inkml+xml"/>
  <Override PartName="/ppt/ink/ink222.xml" ContentType="application/inkml+xml"/>
  <Override PartName="/ppt/ink/ink223.xml" ContentType="application/inkml+xml"/>
  <Override PartName="/ppt/ink/ink224.xml" ContentType="application/inkml+xml"/>
  <Override PartName="/ppt/ink/ink225.xml" ContentType="application/inkml+xml"/>
  <Override PartName="/ppt/ink/ink226.xml" ContentType="application/inkml+xml"/>
  <Override PartName="/ppt/ink/ink227.xml" ContentType="application/inkml+xml"/>
  <Override PartName="/ppt/ink/ink228.xml" ContentType="application/inkml+xml"/>
  <Override PartName="/ppt/ink/ink229.xml" ContentType="application/inkml+xml"/>
  <Override PartName="/ppt/ink/ink230.xml" ContentType="application/inkml+xml"/>
  <Override PartName="/ppt/ink/ink231.xml" ContentType="application/inkml+xml"/>
  <Override PartName="/ppt/ink/ink232.xml" ContentType="application/inkml+xml"/>
  <Override PartName="/ppt/ink/ink233.xml" ContentType="application/inkml+xml"/>
  <Override PartName="/ppt/ink/ink234.xml" ContentType="application/inkml+xml"/>
  <Override PartName="/ppt/ink/ink235.xml" ContentType="application/inkml+xml"/>
  <Override PartName="/ppt/ink/ink236.xml" ContentType="application/inkml+xml"/>
  <Override PartName="/ppt/ink/ink237.xml" ContentType="application/inkml+xml"/>
  <Override PartName="/ppt/ink/ink238.xml" ContentType="application/inkml+xml"/>
  <Override PartName="/ppt/ink/ink239.xml" ContentType="application/inkml+xml"/>
  <Override PartName="/ppt/ink/ink240.xml" ContentType="application/inkml+xml"/>
  <Override PartName="/ppt/ink/ink241.xml" ContentType="application/inkml+xml"/>
  <Override PartName="/ppt/ink/ink242.xml" ContentType="application/inkml+xml"/>
  <Override PartName="/ppt/ink/ink243.xml" ContentType="application/inkml+xml"/>
  <Override PartName="/ppt/ink/ink244.xml" ContentType="application/inkml+xml"/>
  <Override PartName="/ppt/ink/ink245.xml" ContentType="application/inkml+xml"/>
  <Override PartName="/ppt/ink/ink246.xml" ContentType="application/inkml+xml"/>
  <Override PartName="/ppt/ink/ink247.xml" ContentType="application/inkml+xml"/>
  <Override PartName="/ppt/ink/ink248.xml" ContentType="application/inkml+xml"/>
  <Override PartName="/ppt/ink/ink249.xml" ContentType="application/inkml+xml"/>
  <Override PartName="/ppt/ink/ink250.xml" ContentType="application/inkml+xml"/>
  <Override PartName="/ppt/ink/ink251.xml" ContentType="application/inkml+xml"/>
  <Override PartName="/ppt/ink/ink252.xml" ContentType="application/inkml+xml"/>
  <Override PartName="/ppt/ink/ink253.xml" ContentType="application/inkml+xml"/>
  <Override PartName="/ppt/ink/ink254.xml" ContentType="application/inkml+xml"/>
  <Override PartName="/ppt/ink/ink255.xml" ContentType="application/inkml+xml"/>
  <Override PartName="/ppt/ink/ink256.xml" ContentType="application/inkml+xml"/>
  <Override PartName="/ppt/ink/ink257.xml" ContentType="application/inkml+xml"/>
  <Override PartName="/ppt/ink/ink258.xml" ContentType="application/inkml+xml"/>
  <Override PartName="/ppt/ink/ink259.xml" ContentType="application/inkml+xml"/>
  <Override PartName="/ppt/ink/ink260.xml" ContentType="application/inkml+xml"/>
  <Override PartName="/ppt/ink/ink261.xml" ContentType="application/inkml+xml"/>
  <Override PartName="/ppt/ink/ink262.xml" ContentType="application/inkml+xml"/>
  <Override PartName="/ppt/ink/ink263.xml" ContentType="application/inkml+xml"/>
  <Override PartName="/ppt/ink/ink264.xml" ContentType="application/inkml+xml"/>
  <Override PartName="/ppt/ink/ink265.xml" ContentType="application/inkml+xml"/>
  <Override PartName="/ppt/ink/ink266.xml" ContentType="application/inkml+xml"/>
  <Override PartName="/ppt/ink/ink267.xml" ContentType="application/inkml+xml"/>
  <Override PartName="/ppt/ink/ink268.xml" ContentType="application/inkml+xml"/>
  <Override PartName="/ppt/ink/ink269.xml" ContentType="application/inkml+xml"/>
  <Override PartName="/ppt/ink/ink270.xml" ContentType="application/inkml+xml"/>
  <Override PartName="/ppt/ink/ink271.xml" ContentType="application/inkml+xml"/>
  <Override PartName="/ppt/ink/ink272.xml" ContentType="application/inkml+xml"/>
  <Override PartName="/ppt/ink/ink273.xml" ContentType="application/inkml+xml"/>
  <Override PartName="/ppt/ink/ink274.xml" ContentType="application/inkml+xml"/>
  <Override PartName="/ppt/ink/ink275.xml" ContentType="application/inkml+xml"/>
  <Override PartName="/ppt/ink/ink276.xml" ContentType="application/inkml+xml"/>
  <Override PartName="/ppt/ink/ink277.xml" ContentType="application/inkml+xml"/>
  <Override PartName="/ppt/ink/ink278.xml" ContentType="application/inkml+xml"/>
  <Override PartName="/ppt/ink/ink279.xml" ContentType="application/inkml+xml"/>
  <Override PartName="/ppt/ink/ink280.xml" ContentType="application/inkml+xml"/>
  <Override PartName="/ppt/ink/ink281.xml" ContentType="application/inkml+xml"/>
  <Override PartName="/ppt/ink/ink282.xml" ContentType="application/inkml+xml"/>
  <Override PartName="/ppt/ink/ink283.xml" ContentType="application/inkml+xml"/>
  <Override PartName="/ppt/ink/ink284.xml" ContentType="application/inkml+xml"/>
  <Override PartName="/ppt/ink/ink285.xml" ContentType="application/inkml+xml"/>
  <Override PartName="/ppt/ink/ink286.xml" ContentType="application/inkml+xml"/>
  <Override PartName="/ppt/ink/ink287.xml" ContentType="application/inkml+xml"/>
  <Override PartName="/ppt/ink/ink288.xml" ContentType="application/inkml+xml"/>
  <Override PartName="/ppt/ink/ink289.xml" ContentType="application/inkml+xml"/>
  <Override PartName="/ppt/ink/ink290.xml" ContentType="application/inkml+xml"/>
  <Override PartName="/ppt/ink/ink291.xml" ContentType="application/inkml+xml"/>
  <Override PartName="/ppt/ink/ink292.xml" ContentType="application/inkml+xml"/>
  <Override PartName="/ppt/ink/ink293.xml" ContentType="application/inkml+xml"/>
  <Override PartName="/ppt/ink/ink294.xml" ContentType="application/inkml+xml"/>
  <Override PartName="/ppt/ink/ink295.xml" ContentType="application/inkml+xml"/>
  <Override PartName="/ppt/ink/ink296.xml" ContentType="application/inkml+xml"/>
  <Override PartName="/ppt/ink/ink297.xml" ContentType="application/inkml+xml"/>
  <Override PartName="/ppt/ink/ink298.xml" ContentType="application/inkml+xml"/>
  <Override PartName="/ppt/ink/ink299.xml" ContentType="application/inkml+xml"/>
  <Override PartName="/ppt/ink/ink300.xml" ContentType="application/inkml+xml"/>
  <Override PartName="/ppt/ink/ink301.xml" ContentType="application/inkml+xml"/>
  <Override PartName="/ppt/ink/ink302.xml" ContentType="application/inkml+xml"/>
  <Override PartName="/ppt/ink/ink303.xml" ContentType="application/inkml+xml"/>
  <Override PartName="/ppt/ink/ink304.xml" ContentType="application/inkml+xml"/>
  <Override PartName="/ppt/ink/ink305.xml" ContentType="application/inkml+xml"/>
  <Override PartName="/ppt/ink/ink306.xml" ContentType="application/inkml+xml"/>
  <Override PartName="/ppt/ink/ink307.xml" ContentType="application/inkml+xml"/>
  <Override PartName="/ppt/ink/ink308.xml" ContentType="application/inkml+xml"/>
  <Override PartName="/ppt/ink/ink309.xml" ContentType="application/inkml+xml"/>
  <Override PartName="/ppt/ink/ink310.xml" ContentType="application/inkml+xml"/>
  <Override PartName="/ppt/ink/ink311.xml" ContentType="application/inkml+xml"/>
  <Override PartName="/ppt/ink/ink312.xml" ContentType="application/inkml+xml"/>
  <Override PartName="/ppt/ink/ink313.xml" ContentType="application/inkml+xml"/>
  <Override PartName="/ppt/ink/ink314.xml" ContentType="application/inkml+xml"/>
  <Override PartName="/ppt/ink/ink315.xml" ContentType="application/inkml+xml"/>
  <Override PartName="/ppt/ink/ink316.xml" ContentType="application/inkml+xml"/>
  <Override PartName="/ppt/ink/ink317.xml" ContentType="application/inkml+xml"/>
  <Override PartName="/ppt/ink/ink318.xml" ContentType="application/inkml+xml"/>
  <Override PartName="/ppt/ink/ink319.xml" ContentType="application/inkml+xml"/>
  <Override PartName="/ppt/ink/ink320.xml" ContentType="application/inkml+xml"/>
  <Override PartName="/ppt/ink/ink321.xml" ContentType="application/inkml+xml"/>
  <Override PartName="/ppt/ink/ink322.xml" ContentType="application/inkml+xml"/>
  <Override PartName="/ppt/ink/ink323.xml" ContentType="application/inkml+xml"/>
  <Override PartName="/ppt/ink/ink324.xml" ContentType="application/inkml+xml"/>
  <Override PartName="/ppt/ink/ink325.xml" ContentType="application/inkml+xml"/>
  <Override PartName="/ppt/ink/ink326.xml" ContentType="application/inkml+xml"/>
  <Override PartName="/ppt/ink/ink327.xml" ContentType="application/inkml+xml"/>
  <Override PartName="/ppt/ink/ink328.xml" ContentType="application/inkml+xml"/>
  <Override PartName="/ppt/ink/ink329.xml" ContentType="application/inkml+xml"/>
  <Override PartName="/ppt/ink/ink330.xml" ContentType="application/inkml+xml"/>
  <Override PartName="/ppt/ink/ink331.xml" ContentType="application/inkml+xml"/>
  <Override PartName="/ppt/ink/ink332.xml" ContentType="application/inkml+xml"/>
  <Override PartName="/ppt/ink/ink333.xml" ContentType="application/inkml+xml"/>
  <Override PartName="/ppt/ink/ink334.xml" ContentType="application/inkml+xml"/>
  <Override PartName="/ppt/ink/ink335.xml" ContentType="application/inkml+xml"/>
  <Override PartName="/ppt/ink/ink336.xml" ContentType="application/inkml+xml"/>
  <Override PartName="/ppt/ink/ink337.xml" ContentType="application/inkml+xml"/>
  <Override PartName="/ppt/ink/ink338.xml" ContentType="application/inkml+xml"/>
  <Override PartName="/ppt/ink/ink339.xml" ContentType="application/inkml+xml"/>
  <Override PartName="/ppt/ink/ink340.xml" ContentType="application/inkml+xml"/>
  <Override PartName="/ppt/ink/ink341.xml" ContentType="application/inkml+xml"/>
  <Override PartName="/ppt/ink/ink342.xml" ContentType="application/inkml+xml"/>
  <Override PartName="/ppt/ink/ink343.xml" ContentType="application/inkml+xml"/>
  <Override PartName="/ppt/ink/ink344.xml" ContentType="application/inkml+xml"/>
  <Override PartName="/ppt/ink/ink345.xml" ContentType="application/inkml+xml"/>
  <Override PartName="/ppt/ink/ink346.xml" ContentType="application/inkml+xml"/>
  <Override PartName="/ppt/ink/ink347.xml" ContentType="application/inkml+xml"/>
  <Override PartName="/ppt/ink/ink348.xml" ContentType="application/inkml+xml"/>
  <Override PartName="/ppt/ink/ink349.xml" ContentType="application/inkml+xml"/>
  <Override PartName="/ppt/ink/ink350.xml" ContentType="application/inkml+xml"/>
  <Override PartName="/ppt/ink/ink351.xml" ContentType="application/inkml+xml"/>
  <Override PartName="/ppt/ink/ink352.xml" ContentType="application/inkml+xml"/>
  <Override PartName="/ppt/ink/ink353.xml" ContentType="application/inkml+xml"/>
  <Override PartName="/ppt/ink/ink354.xml" ContentType="application/inkml+xml"/>
  <Override PartName="/ppt/ink/ink355.xml" ContentType="application/inkml+xml"/>
  <Override PartName="/ppt/ink/ink356.xml" ContentType="application/inkml+xml"/>
  <Override PartName="/ppt/ink/ink357.xml" ContentType="application/inkml+xml"/>
  <Override PartName="/ppt/ink/ink358.xml" ContentType="application/inkml+xml"/>
  <Override PartName="/ppt/ink/ink359.xml" ContentType="application/inkml+xml"/>
  <Override PartName="/ppt/ink/ink360.xml" ContentType="application/inkml+xml"/>
  <Override PartName="/ppt/ink/ink361.xml" ContentType="application/inkml+xml"/>
  <Override PartName="/ppt/ink/ink362.xml" ContentType="application/inkml+xml"/>
  <Override PartName="/ppt/ink/ink363.xml" ContentType="application/inkml+xml"/>
  <Override PartName="/ppt/ink/ink364.xml" ContentType="application/inkml+xml"/>
  <Override PartName="/ppt/ink/ink365.xml" ContentType="application/inkml+xml"/>
  <Override PartName="/ppt/ink/ink366.xml" ContentType="application/inkml+xml"/>
  <Override PartName="/ppt/ink/ink367.xml" ContentType="application/inkml+xml"/>
  <Override PartName="/ppt/ink/ink368.xml" ContentType="application/inkml+xml"/>
  <Override PartName="/ppt/ink/ink369.xml" ContentType="application/inkml+xml"/>
  <Override PartName="/ppt/ink/ink370.xml" ContentType="application/inkml+xml"/>
  <Override PartName="/ppt/ink/ink371.xml" ContentType="application/inkml+xml"/>
  <Override PartName="/ppt/ink/ink372.xml" ContentType="application/inkml+xml"/>
  <Override PartName="/ppt/ink/ink373.xml" ContentType="application/inkml+xml"/>
  <Override PartName="/ppt/ink/ink374.xml" ContentType="application/inkml+xml"/>
  <Override PartName="/ppt/ink/ink375.xml" ContentType="application/inkml+xml"/>
  <Override PartName="/ppt/ink/ink376.xml" ContentType="application/inkml+xml"/>
  <Override PartName="/ppt/ink/ink377.xml" ContentType="application/inkml+xml"/>
  <Override PartName="/ppt/ink/ink378.xml" ContentType="application/inkml+xml"/>
  <Override PartName="/ppt/ink/ink379.xml" ContentType="application/inkml+xml"/>
  <Override PartName="/ppt/ink/ink380.xml" ContentType="application/inkml+xml"/>
  <Override PartName="/ppt/ink/ink381.xml" ContentType="application/inkml+xml"/>
  <Override PartName="/ppt/ink/ink382.xml" ContentType="application/inkml+xml"/>
  <Override PartName="/ppt/ink/ink383.xml" ContentType="application/inkml+xml"/>
  <Override PartName="/ppt/ink/ink384.xml" ContentType="application/inkml+xml"/>
  <Override PartName="/ppt/ink/ink385.xml" ContentType="application/inkml+xml"/>
  <Override PartName="/ppt/ink/ink386.xml" ContentType="application/inkml+xml"/>
  <Override PartName="/ppt/ink/ink387.xml" ContentType="application/inkml+xml"/>
  <Override PartName="/ppt/ink/ink388.xml" ContentType="application/inkml+xml"/>
  <Override PartName="/ppt/ink/ink389.xml" ContentType="application/inkml+xml"/>
  <Override PartName="/ppt/ink/ink390.xml" ContentType="application/inkml+xml"/>
  <Override PartName="/ppt/ink/ink391.xml" ContentType="application/inkml+xml"/>
  <Override PartName="/ppt/ink/ink392.xml" ContentType="application/inkml+xml"/>
  <Override PartName="/ppt/ink/ink393.xml" ContentType="application/inkml+xml"/>
  <Override PartName="/ppt/ink/ink394.xml" ContentType="application/inkml+xml"/>
  <Override PartName="/ppt/ink/ink395.xml" ContentType="application/inkml+xml"/>
  <Override PartName="/ppt/ink/ink396.xml" ContentType="application/inkml+xml"/>
  <Override PartName="/ppt/ink/ink397.xml" ContentType="application/inkml+xml"/>
  <Override PartName="/ppt/ink/ink398.xml" ContentType="application/inkml+xml"/>
  <Override PartName="/ppt/ink/ink399.xml" ContentType="application/inkml+xml"/>
  <Override PartName="/ppt/ink/ink400.xml" ContentType="application/inkml+xml"/>
  <Override PartName="/ppt/ink/ink401.xml" ContentType="application/inkml+xml"/>
  <Override PartName="/ppt/ink/ink402.xml" ContentType="application/inkml+xml"/>
  <Override PartName="/ppt/ink/ink403.xml" ContentType="application/inkml+xml"/>
  <Override PartName="/ppt/ink/ink404.xml" ContentType="application/inkml+xml"/>
  <Override PartName="/ppt/ink/ink405.xml" ContentType="application/inkml+xml"/>
  <Override PartName="/ppt/ink/ink406.xml" ContentType="application/inkml+xml"/>
  <Override PartName="/ppt/ink/ink407.xml" ContentType="application/inkml+xml"/>
  <Override PartName="/ppt/ink/ink408.xml" ContentType="application/inkml+xml"/>
  <Override PartName="/ppt/ink/ink409.xml" ContentType="application/inkml+xml"/>
  <Override PartName="/ppt/ink/ink410.xml" ContentType="application/inkml+xml"/>
  <Override PartName="/ppt/ink/ink411.xml" ContentType="application/inkml+xml"/>
  <Override PartName="/ppt/ink/ink412.xml" ContentType="application/inkml+xml"/>
  <Override PartName="/ppt/ink/ink413.xml" ContentType="application/inkml+xml"/>
  <Override PartName="/ppt/ink/ink414.xml" ContentType="application/inkml+xml"/>
  <Override PartName="/ppt/ink/ink415.xml" ContentType="application/inkml+xml"/>
  <Override PartName="/ppt/ink/ink416.xml" ContentType="application/inkml+xml"/>
  <Override PartName="/ppt/ink/ink417.xml" ContentType="application/inkml+xml"/>
  <Override PartName="/ppt/ink/ink418.xml" ContentType="application/inkml+xml"/>
  <Override PartName="/ppt/ink/ink419.xml" ContentType="application/inkml+xml"/>
  <Override PartName="/ppt/ink/ink420.xml" ContentType="application/inkml+xml"/>
  <Override PartName="/ppt/ink/ink421.xml" ContentType="application/inkml+xml"/>
  <Override PartName="/ppt/ink/ink422.xml" ContentType="application/inkml+xml"/>
  <Override PartName="/ppt/ink/ink423.xml" ContentType="application/inkml+xml"/>
  <Override PartName="/ppt/ink/ink424.xml" ContentType="application/inkml+xml"/>
  <Override PartName="/ppt/ink/ink425.xml" ContentType="application/inkml+xml"/>
  <Override PartName="/ppt/ink/ink426.xml" ContentType="application/inkml+xml"/>
  <Override PartName="/ppt/ink/ink427.xml" ContentType="application/inkml+xml"/>
  <Override PartName="/ppt/ink/ink428.xml" ContentType="application/inkml+xml"/>
  <Override PartName="/ppt/ink/ink429.xml" ContentType="application/inkml+xml"/>
  <Override PartName="/ppt/ink/ink430.xml" ContentType="application/inkml+xml"/>
  <Override PartName="/ppt/ink/ink431.xml" ContentType="application/inkml+xml"/>
  <Override PartName="/ppt/ink/ink432.xml" ContentType="application/inkml+xml"/>
  <Override PartName="/ppt/ink/ink433.xml" ContentType="application/inkml+xml"/>
  <Override PartName="/ppt/ink/ink434.xml" ContentType="application/inkml+xml"/>
  <Override PartName="/ppt/ink/ink435.xml" ContentType="application/inkml+xml"/>
  <Override PartName="/ppt/ink/ink436.xml" ContentType="application/inkml+xml"/>
  <Override PartName="/ppt/ink/ink437.xml" ContentType="application/inkml+xml"/>
  <Override PartName="/ppt/ink/ink438.xml" ContentType="application/inkml+xml"/>
  <Override PartName="/ppt/ink/ink439.xml" ContentType="application/inkml+xml"/>
  <Override PartName="/ppt/ink/ink440.xml" ContentType="application/inkml+xml"/>
  <Override PartName="/ppt/ink/ink441.xml" ContentType="application/inkml+xml"/>
  <Override PartName="/ppt/ink/ink442.xml" ContentType="application/inkml+xml"/>
  <Override PartName="/ppt/ink/ink443.xml" ContentType="application/inkml+xml"/>
  <Override PartName="/ppt/ink/ink444.xml" ContentType="application/inkml+xml"/>
  <Override PartName="/ppt/ink/ink445.xml" ContentType="application/inkml+xml"/>
  <Override PartName="/ppt/ink/ink446.xml" ContentType="application/inkml+xml"/>
  <Override PartName="/ppt/ink/ink447.xml" ContentType="application/inkml+xml"/>
  <Override PartName="/ppt/ink/ink448.xml" ContentType="application/inkml+xml"/>
  <Override PartName="/ppt/ink/ink449.xml" ContentType="application/inkml+xml"/>
  <Override PartName="/ppt/ink/ink450.xml" ContentType="application/inkml+xml"/>
  <Override PartName="/ppt/ink/ink451.xml" ContentType="application/inkml+xml"/>
  <Override PartName="/ppt/ink/ink452.xml" ContentType="application/inkml+xml"/>
  <Override PartName="/ppt/ink/ink453.xml" ContentType="application/inkml+xml"/>
  <Override PartName="/ppt/ink/ink454.xml" ContentType="application/inkml+xml"/>
  <Override PartName="/ppt/ink/ink455.xml" ContentType="application/inkml+xml"/>
  <Override PartName="/ppt/ink/ink456.xml" ContentType="application/inkml+xml"/>
  <Override PartName="/ppt/ink/ink457.xml" ContentType="application/inkml+xml"/>
  <Override PartName="/ppt/ink/ink458.xml" ContentType="application/inkml+xml"/>
  <Override PartName="/ppt/ink/ink459.xml" ContentType="application/inkml+xml"/>
  <Override PartName="/ppt/ink/ink460.xml" ContentType="application/inkml+xml"/>
  <Override PartName="/ppt/ink/ink461.xml" ContentType="application/inkml+xml"/>
  <Override PartName="/ppt/ink/ink462.xml" ContentType="application/inkml+xml"/>
  <Override PartName="/ppt/ink/ink463.xml" ContentType="application/inkml+xml"/>
  <Override PartName="/ppt/ink/ink464.xml" ContentType="application/inkml+xml"/>
  <Override PartName="/ppt/ink/ink465.xml" ContentType="application/inkml+xml"/>
  <Override PartName="/ppt/ink/ink466.xml" ContentType="application/inkml+xml"/>
  <Override PartName="/ppt/ink/ink467.xml" ContentType="application/inkml+xml"/>
  <Override PartName="/ppt/ink/ink468.xml" ContentType="application/inkml+xml"/>
  <Override PartName="/ppt/ink/ink469.xml" ContentType="application/inkml+xml"/>
  <Override PartName="/ppt/ink/ink470.xml" ContentType="application/inkml+xml"/>
  <Override PartName="/ppt/ink/ink471.xml" ContentType="application/inkml+xml"/>
  <Override PartName="/ppt/ink/ink472.xml" ContentType="application/inkml+xml"/>
  <Override PartName="/ppt/ink/ink473.xml" ContentType="application/inkml+xml"/>
  <Override PartName="/ppt/ink/ink474.xml" ContentType="application/inkml+xml"/>
  <Override PartName="/ppt/ink/ink475.xml" ContentType="application/inkml+xml"/>
  <Override PartName="/ppt/ink/ink476.xml" ContentType="application/inkml+xml"/>
  <Override PartName="/ppt/ink/ink477.xml" ContentType="application/inkml+xml"/>
  <Override PartName="/ppt/ink/ink478.xml" ContentType="application/inkml+xml"/>
  <Override PartName="/ppt/ink/ink479.xml" ContentType="application/inkml+xml"/>
  <Override PartName="/ppt/ink/ink480.xml" ContentType="application/inkml+xml"/>
  <Override PartName="/ppt/ink/ink481.xml" ContentType="application/inkml+xml"/>
  <Override PartName="/ppt/ink/ink482.xml" ContentType="application/inkml+xml"/>
  <Override PartName="/ppt/ink/ink483.xml" ContentType="application/inkml+xml"/>
  <Override PartName="/ppt/ink/ink484.xml" ContentType="application/inkml+xml"/>
  <Override PartName="/ppt/ink/ink485.xml" ContentType="application/inkml+xml"/>
  <Override PartName="/ppt/ink/ink486.xml" ContentType="application/inkml+xml"/>
  <Override PartName="/ppt/ink/ink487.xml" ContentType="application/inkml+xml"/>
  <Override PartName="/ppt/ink/ink488.xml" ContentType="application/inkml+xml"/>
  <Override PartName="/ppt/ink/ink489.xml" ContentType="application/inkml+xml"/>
  <Override PartName="/ppt/ink/ink490.xml" ContentType="application/inkml+xml"/>
  <Override PartName="/ppt/ink/ink491.xml" ContentType="application/inkml+xml"/>
  <Override PartName="/ppt/ink/ink492.xml" ContentType="application/inkml+xml"/>
  <Override PartName="/ppt/ink/ink493.xml" ContentType="application/inkml+xml"/>
  <Override PartName="/ppt/ink/ink494.xml" ContentType="application/inkml+xml"/>
  <Override PartName="/ppt/ink/ink495.xml" ContentType="application/inkml+xml"/>
  <Override PartName="/ppt/ink/ink496.xml" ContentType="application/inkml+xml"/>
  <Override PartName="/ppt/ink/ink497.xml" ContentType="application/inkml+xml"/>
  <Override PartName="/ppt/ink/ink498.xml" ContentType="application/inkml+xml"/>
  <Override PartName="/ppt/ink/ink499.xml" ContentType="application/inkml+xml"/>
  <Override PartName="/ppt/ink/ink500.xml" ContentType="application/inkml+xml"/>
  <Override PartName="/ppt/ink/ink501.xml" ContentType="application/inkml+xml"/>
  <Override PartName="/ppt/ink/ink502.xml" ContentType="application/inkml+xml"/>
  <Override PartName="/ppt/ink/ink503.xml" ContentType="application/inkml+xml"/>
  <Override PartName="/ppt/ink/ink504.xml" ContentType="application/inkml+xml"/>
  <Override PartName="/ppt/ink/ink505.xml" ContentType="application/inkml+xml"/>
  <Override PartName="/ppt/ink/ink506.xml" ContentType="application/inkml+xml"/>
  <Override PartName="/ppt/ink/ink507.xml" ContentType="application/inkml+xml"/>
  <Override PartName="/ppt/ink/ink508.xml" ContentType="application/inkml+xml"/>
  <Override PartName="/ppt/ink/ink509.xml" ContentType="application/inkml+xml"/>
  <Override PartName="/ppt/ink/ink510.xml" ContentType="application/inkml+xml"/>
  <Override PartName="/ppt/ink/ink511.xml" ContentType="application/inkml+xml"/>
  <Override PartName="/ppt/ink/ink512.xml" ContentType="application/inkml+xml"/>
  <Override PartName="/ppt/ink/ink513.xml" ContentType="application/inkml+xml"/>
  <Override PartName="/ppt/ink/ink514.xml" ContentType="application/inkml+xml"/>
  <Override PartName="/ppt/ink/ink515.xml" ContentType="application/inkml+xml"/>
  <Override PartName="/ppt/ink/ink516.xml" ContentType="application/inkml+xml"/>
  <Override PartName="/ppt/ink/ink517.xml" ContentType="application/inkml+xml"/>
  <Override PartName="/ppt/ink/ink518.xml" ContentType="application/inkml+xml"/>
  <Override PartName="/ppt/ink/ink519.xml" ContentType="application/inkml+xml"/>
  <Override PartName="/ppt/ink/ink520.xml" ContentType="application/inkml+xml"/>
  <Override PartName="/ppt/ink/ink521.xml" ContentType="application/inkml+xml"/>
  <Override PartName="/ppt/ink/ink522.xml" ContentType="application/inkml+xml"/>
  <Override PartName="/ppt/ink/ink523.xml" ContentType="application/inkml+xml"/>
  <Override PartName="/ppt/ink/ink524.xml" ContentType="application/inkml+xml"/>
  <Override PartName="/ppt/ink/ink525.xml" ContentType="application/inkml+xml"/>
  <Override PartName="/ppt/ink/ink526.xml" ContentType="application/inkml+xml"/>
  <Override PartName="/ppt/ink/ink527.xml" ContentType="application/inkml+xml"/>
  <Override PartName="/ppt/ink/ink528.xml" ContentType="application/inkml+xml"/>
  <Override PartName="/ppt/ink/ink529.xml" ContentType="application/inkml+xml"/>
  <Override PartName="/ppt/ink/ink530.xml" ContentType="application/inkml+xml"/>
  <Override PartName="/ppt/ink/ink531.xml" ContentType="application/inkml+xml"/>
  <Override PartName="/ppt/ink/ink532.xml" ContentType="application/inkml+xml"/>
  <Override PartName="/ppt/ink/ink533.xml" ContentType="application/inkml+xml"/>
  <Override PartName="/ppt/ink/ink534.xml" ContentType="application/inkml+xml"/>
  <Override PartName="/ppt/ink/ink535.xml" ContentType="application/inkml+xml"/>
  <Override PartName="/ppt/ink/ink536.xml" ContentType="application/inkml+xml"/>
  <Override PartName="/ppt/ink/ink537.xml" ContentType="application/inkml+xml"/>
  <Override PartName="/ppt/ink/ink538.xml" ContentType="application/inkml+xml"/>
  <Override PartName="/ppt/ink/ink539.xml" ContentType="application/inkml+xml"/>
  <Override PartName="/ppt/ink/ink540.xml" ContentType="application/inkml+xml"/>
  <Override PartName="/ppt/ink/ink541.xml" ContentType="application/inkml+xml"/>
  <Override PartName="/ppt/ink/ink542.xml" ContentType="application/inkml+xml"/>
  <Override PartName="/ppt/ink/ink543.xml" ContentType="application/inkml+xml"/>
  <Override PartName="/ppt/ink/ink544.xml" ContentType="application/inkml+xml"/>
  <Override PartName="/ppt/ink/ink545.xml" ContentType="application/inkml+xml"/>
  <Override PartName="/ppt/ink/ink546.xml" ContentType="application/inkml+xml"/>
  <Override PartName="/ppt/ink/ink547.xml" ContentType="application/inkml+xml"/>
  <Override PartName="/ppt/ink/ink548.xml" ContentType="application/inkml+xml"/>
  <Override PartName="/ppt/ink/ink549.xml" ContentType="application/inkml+xml"/>
  <Override PartName="/ppt/ink/ink550.xml" ContentType="application/inkml+xml"/>
  <Override PartName="/ppt/ink/ink551.xml" ContentType="application/inkml+xml"/>
  <Override PartName="/ppt/ink/ink552.xml" ContentType="application/inkml+xml"/>
  <Override PartName="/ppt/ink/ink553.xml" ContentType="application/inkml+xml"/>
  <Override PartName="/ppt/ink/ink554.xml" ContentType="application/inkml+xml"/>
  <Override PartName="/ppt/ink/ink555.xml" ContentType="application/inkml+xml"/>
  <Override PartName="/ppt/ink/ink556.xml" ContentType="application/inkml+xml"/>
  <Override PartName="/ppt/ink/ink557.xml" ContentType="application/inkml+xml"/>
  <Override PartName="/ppt/ink/ink558.xml" ContentType="application/inkml+xml"/>
  <Override PartName="/ppt/ink/ink559.xml" ContentType="application/inkml+xml"/>
  <Override PartName="/ppt/ink/ink560.xml" ContentType="application/inkml+xml"/>
  <Override PartName="/ppt/ink/ink561.xml" ContentType="application/inkml+xml"/>
  <Override PartName="/ppt/ink/ink562.xml" ContentType="application/inkml+xml"/>
  <Override PartName="/ppt/ink/ink563.xml" ContentType="application/inkml+xml"/>
  <Override PartName="/ppt/ink/ink564.xml" ContentType="application/inkml+xml"/>
  <Override PartName="/ppt/ink/ink565.xml" ContentType="application/inkml+xml"/>
  <Override PartName="/ppt/ink/ink566.xml" ContentType="application/inkml+xml"/>
  <Override PartName="/ppt/ink/ink567.xml" ContentType="application/inkml+xml"/>
  <Override PartName="/ppt/ink/ink568.xml" ContentType="application/inkml+xml"/>
  <Override PartName="/ppt/ink/ink569.xml" ContentType="application/inkml+xml"/>
  <Override PartName="/ppt/ink/ink570.xml" ContentType="application/inkml+xml"/>
  <Override PartName="/ppt/ink/ink571.xml" ContentType="application/inkml+xml"/>
  <Override PartName="/ppt/ink/ink572.xml" ContentType="application/inkml+xml"/>
  <Override PartName="/ppt/ink/ink573.xml" ContentType="application/inkml+xml"/>
  <Override PartName="/ppt/ink/ink574.xml" ContentType="application/inkml+xml"/>
  <Override PartName="/ppt/ink/ink575.xml" ContentType="application/inkml+xml"/>
  <Override PartName="/ppt/ink/ink576.xml" ContentType="application/inkml+xml"/>
  <Override PartName="/ppt/ink/ink577.xml" ContentType="application/inkml+xml"/>
  <Override PartName="/ppt/ink/ink578.xml" ContentType="application/inkml+xml"/>
  <Override PartName="/ppt/ink/ink579.xml" ContentType="application/inkml+xml"/>
  <Override PartName="/ppt/ink/ink580.xml" ContentType="application/inkml+xml"/>
  <Override PartName="/ppt/ink/ink581.xml" ContentType="application/inkml+xml"/>
  <Override PartName="/ppt/ink/ink582.xml" ContentType="application/inkml+xml"/>
  <Override PartName="/ppt/ink/ink583.xml" ContentType="application/inkml+xml"/>
  <Override PartName="/ppt/ink/ink584.xml" ContentType="application/inkml+xml"/>
  <Override PartName="/ppt/ink/ink585.xml" ContentType="application/inkml+xml"/>
  <Override PartName="/ppt/ink/ink586.xml" ContentType="application/inkml+xml"/>
  <Override PartName="/ppt/ink/ink587.xml" ContentType="application/inkml+xml"/>
  <Override PartName="/ppt/ink/ink588.xml" ContentType="application/inkml+xml"/>
  <Override PartName="/ppt/ink/ink589.xml" ContentType="application/inkml+xml"/>
  <Override PartName="/ppt/ink/ink590.xml" ContentType="application/inkml+xml"/>
  <Override PartName="/ppt/ink/ink591.xml" ContentType="application/inkml+xml"/>
  <Override PartName="/ppt/ink/ink592.xml" ContentType="application/inkml+xml"/>
  <Override PartName="/ppt/ink/ink593.xml" ContentType="application/inkml+xml"/>
  <Override PartName="/ppt/ink/ink594.xml" ContentType="application/inkml+xml"/>
  <Override PartName="/ppt/ink/ink595.xml" ContentType="application/inkml+xml"/>
  <Override PartName="/ppt/ink/ink596.xml" ContentType="application/inkml+xml"/>
  <Override PartName="/ppt/ink/ink597.xml" ContentType="application/inkml+xml"/>
  <Override PartName="/ppt/ink/ink598.xml" ContentType="application/inkml+xml"/>
  <Override PartName="/ppt/ink/ink599.xml" ContentType="application/inkml+xml"/>
  <Override PartName="/ppt/ink/ink600.xml" ContentType="application/inkml+xml"/>
  <Override PartName="/ppt/ink/ink601.xml" ContentType="application/inkml+xml"/>
  <Override PartName="/ppt/ink/ink602.xml" ContentType="application/inkml+xml"/>
  <Override PartName="/ppt/ink/ink603.xml" ContentType="application/inkml+xml"/>
  <Override PartName="/ppt/ink/ink604.xml" ContentType="application/inkml+xml"/>
  <Override PartName="/ppt/ink/ink605.xml" ContentType="application/inkml+xml"/>
  <Override PartName="/ppt/ink/ink606.xml" ContentType="application/inkml+xml"/>
  <Override PartName="/ppt/ink/ink607.xml" ContentType="application/inkml+xml"/>
  <Override PartName="/ppt/ink/ink608.xml" ContentType="application/inkml+xml"/>
  <Override PartName="/ppt/ink/ink609.xml" ContentType="application/inkml+xml"/>
  <Override PartName="/ppt/ink/ink610.xml" ContentType="application/inkml+xml"/>
  <Override PartName="/ppt/ink/ink611.xml" ContentType="application/inkml+xml"/>
  <Override PartName="/ppt/ink/ink612.xml" ContentType="application/inkml+xml"/>
  <Override PartName="/ppt/ink/ink613.xml" ContentType="application/inkml+xml"/>
  <Override PartName="/ppt/ink/ink614.xml" ContentType="application/inkml+xml"/>
  <Override PartName="/ppt/ink/ink615.xml" ContentType="application/inkml+xml"/>
  <Override PartName="/ppt/ink/ink616.xml" ContentType="application/inkml+xml"/>
  <Override PartName="/ppt/ink/ink617.xml" ContentType="application/inkml+xml"/>
  <Override PartName="/ppt/ink/ink618.xml" ContentType="application/inkml+xml"/>
  <Override PartName="/ppt/ink/ink619.xml" ContentType="application/inkml+xml"/>
  <Override PartName="/ppt/ink/ink620.xml" ContentType="application/inkml+xml"/>
  <Override PartName="/ppt/ink/ink621.xml" ContentType="application/inkml+xml"/>
  <Override PartName="/ppt/ink/ink622.xml" ContentType="application/inkml+xml"/>
  <Override PartName="/ppt/ink/ink623.xml" ContentType="application/inkml+xml"/>
  <Override PartName="/ppt/ink/ink624.xml" ContentType="application/inkml+xml"/>
  <Override PartName="/ppt/ink/ink625.xml" ContentType="application/inkml+xml"/>
  <Override PartName="/ppt/ink/ink626.xml" ContentType="application/inkml+xml"/>
  <Override PartName="/ppt/ink/ink627.xml" ContentType="application/inkml+xml"/>
  <Override PartName="/ppt/ink/ink628.xml" ContentType="application/inkml+xml"/>
  <Override PartName="/ppt/ink/ink629.xml" ContentType="application/inkml+xml"/>
  <Override PartName="/ppt/ink/ink630.xml" ContentType="application/inkml+xml"/>
  <Override PartName="/ppt/ink/ink631.xml" ContentType="application/inkml+xml"/>
  <Override PartName="/ppt/ink/ink632.xml" ContentType="application/inkml+xml"/>
  <Override PartName="/ppt/ink/ink633.xml" ContentType="application/inkml+xml"/>
  <Override PartName="/ppt/ink/ink634.xml" ContentType="application/inkml+xml"/>
  <Override PartName="/ppt/ink/ink635.xml" ContentType="application/inkml+xml"/>
  <Override PartName="/ppt/ink/ink636.xml" ContentType="application/inkml+xml"/>
  <Override PartName="/ppt/ink/ink637.xml" ContentType="application/inkml+xml"/>
  <Override PartName="/ppt/ink/ink638.xml" ContentType="application/inkml+xml"/>
  <Override PartName="/ppt/ink/ink639.xml" ContentType="application/inkml+xml"/>
  <Override PartName="/ppt/ink/ink640.xml" ContentType="application/inkml+xml"/>
  <Override PartName="/ppt/ink/ink641.xml" ContentType="application/inkml+xml"/>
  <Override PartName="/ppt/ink/ink642.xml" ContentType="application/inkml+xml"/>
  <Override PartName="/ppt/ink/ink643.xml" ContentType="application/inkml+xml"/>
  <Override PartName="/ppt/ink/ink644.xml" ContentType="application/inkml+xml"/>
  <Override PartName="/ppt/ink/ink645.xml" ContentType="application/inkml+xml"/>
  <Override PartName="/ppt/ink/ink646.xml" ContentType="application/inkml+xml"/>
  <Override PartName="/ppt/ink/ink647.xml" ContentType="application/inkml+xml"/>
  <Override PartName="/ppt/ink/ink648.xml" ContentType="application/inkml+xml"/>
  <Override PartName="/ppt/ink/ink649.xml" ContentType="application/inkml+xml"/>
  <Override PartName="/ppt/ink/ink650.xml" ContentType="application/inkml+xml"/>
  <Override PartName="/ppt/ink/ink651.xml" ContentType="application/inkml+xml"/>
  <Override PartName="/ppt/ink/ink652.xml" ContentType="application/inkml+xml"/>
  <Override PartName="/ppt/ink/ink653.xml" ContentType="application/inkml+xml"/>
  <Override PartName="/ppt/ink/ink654.xml" ContentType="application/inkml+xml"/>
  <Override PartName="/ppt/ink/ink655.xml" ContentType="application/inkml+xml"/>
  <Override PartName="/ppt/ink/ink656.xml" ContentType="application/inkml+xml"/>
  <Override PartName="/ppt/ink/ink657.xml" ContentType="application/inkml+xml"/>
  <Override PartName="/ppt/ink/ink658.xml" ContentType="application/inkml+xml"/>
  <Override PartName="/ppt/ink/ink659.xml" ContentType="application/inkml+xml"/>
  <Override PartName="/ppt/ink/ink660.xml" ContentType="application/inkml+xml"/>
  <Override PartName="/ppt/ink/ink661.xml" ContentType="application/inkml+xml"/>
  <Override PartName="/ppt/ink/ink662.xml" ContentType="application/inkml+xml"/>
  <Override PartName="/ppt/ink/ink663.xml" ContentType="application/inkml+xml"/>
  <Override PartName="/ppt/ink/ink664.xml" ContentType="application/inkml+xml"/>
  <Override PartName="/ppt/ink/ink665.xml" ContentType="application/inkml+xml"/>
  <Override PartName="/ppt/ink/ink666.xml" ContentType="application/inkml+xml"/>
  <Override PartName="/ppt/ink/ink667.xml" ContentType="application/inkml+xml"/>
  <Override PartName="/ppt/ink/ink668.xml" ContentType="application/inkml+xml"/>
  <Override PartName="/ppt/ink/ink669.xml" ContentType="application/inkml+xml"/>
  <Override PartName="/ppt/ink/ink670.xml" ContentType="application/inkml+xml"/>
  <Override PartName="/ppt/ink/ink671.xml" ContentType="application/inkml+xml"/>
  <Override PartName="/ppt/ink/ink672.xml" ContentType="application/inkml+xml"/>
  <Override PartName="/ppt/ink/ink673.xml" ContentType="application/inkml+xml"/>
  <Override PartName="/ppt/ink/ink674.xml" ContentType="application/inkml+xml"/>
  <Override PartName="/ppt/ink/ink675.xml" ContentType="application/inkml+xml"/>
  <Override PartName="/ppt/ink/ink676.xml" ContentType="application/inkml+xml"/>
  <Override PartName="/ppt/ink/ink677.xml" ContentType="application/inkml+xml"/>
  <Override PartName="/ppt/ink/ink678.xml" ContentType="application/inkml+xml"/>
  <Override PartName="/ppt/ink/ink679.xml" ContentType="application/inkml+xml"/>
  <Override PartName="/ppt/ink/ink680.xml" ContentType="application/inkml+xml"/>
  <Override PartName="/ppt/ink/ink681.xml" ContentType="application/inkml+xml"/>
  <Override PartName="/ppt/ink/ink682.xml" ContentType="application/inkml+xml"/>
  <Override PartName="/ppt/ink/ink683.xml" ContentType="application/inkml+xml"/>
  <Override PartName="/ppt/ink/ink684.xml" ContentType="application/inkml+xml"/>
  <Override PartName="/ppt/ink/ink685.xml" ContentType="application/inkml+xml"/>
  <Override PartName="/ppt/ink/ink686.xml" ContentType="application/inkml+xml"/>
  <Override PartName="/ppt/ink/ink687.xml" ContentType="application/inkml+xml"/>
  <Override PartName="/ppt/ink/ink688.xml" ContentType="application/inkml+xml"/>
  <Override PartName="/ppt/ink/ink689.xml" ContentType="application/inkml+xml"/>
  <Override PartName="/ppt/ink/ink690.xml" ContentType="application/inkml+xml"/>
  <Override PartName="/ppt/ink/ink691.xml" ContentType="application/inkml+xml"/>
  <Override PartName="/ppt/ink/ink692.xml" ContentType="application/inkml+xml"/>
  <Override PartName="/ppt/ink/ink693.xml" ContentType="application/inkml+xml"/>
  <Override PartName="/ppt/ink/ink694.xml" ContentType="application/inkml+xml"/>
  <Override PartName="/ppt/ink/ink695.xml" ContentType="application/inkml+xml"/>
  <Override PartName="/ppt/ink/ink696.xml" ContentType="application/inkml+xml"/>
  <Override PartName="/ppt/ink/ink697.xml" ContentType="application/inkml+xml"/>
  <Override PartName="/ppt/ink/ink698.xml" ContentType="application/inkml+xml"/>
  <Override PartName="/ppt/ink/ink699.xml" ContentType="application/inkml+xml"/>
  <Override PartName="/ppt/ink/ink700.xml" ContentType="application/inkml+xml"/>
  <Override PartName="/ppt/ink/ink701.xml" ContentType="application/inkml+xml"/>
  <Override PartName="/ppt/ink/ink702.xml" ContentType="application/inkml+xml"/>
  <Override PartName="/ppt/ink/ink703.xml" ContentType="application/inkml+xml"/>
  <Override PartName="/ppt/ink/ink704.xml" ContentType="application/inkml+xml"/>
  <Override PartName="/ppt/ink/ink705.xml" ContentType="application/inkml+xml"/>
  <Override PartName="/ppt/ink/ink706.xml" ContentType="application/inkml+xml"/>
  <Override PartName="/ppt/ink/ink707.xml" ContentType="application/inkml+xml"/>
  <Override PartName="/ppt/ink/ink708.xml" ContentType="application/inkml+xml"/>
  <Override PartName="/ppt/ink/ink709.xml" ContentType="application/inkml+xml"/>
  <Override PartName="/ppt/ink/ink710.xml" ContentType="application/inkml+xml"/>
  <Override PartName="/ppt/ink/ink711.xml" ContentType="application/inkml+xml"/>
  <Override PartName="/ppt/ink/ink712.xml" ContentType="application/inkml+xml"/>
  <Override PartName="/ppt/ink/ink713.xml" ContentType="application/inkml+xml"/>
  <Override PartName="/ppt/ink/ink714.xml" ContentType="application/inkml+xml"/>
  <Override PartName="/ppt/ink/ink715.xml" ContentType="application/inkml+xml"/>
  <Override PartName="/ppt/ink/ink716.xml" ContentType="application/inkml+xml"/>
  <Override PartName="/ppt/ink/ink717.xml" ContentType="application/inkml+xml"/>
  <Override PartName="/ppt/ink/ink718.xml" ContentType="application/inkml+xml"/>
  <Override PartName="/ppt/ink/ink719.xml" ContentType="application/inkml+xml"/>
  <Override PartName="/ppt/ink/ink720.xml" ContentType="application/inkml+xml"/>
  <Override PartName="/ppt/ink/ink721.xml" ContentType="application/inkml+xml"/>
  <Override PartName="/ppt/ink/ink722.xml" ContentType="application/inkml+xml"/>
  <Override PartName="/ppt/ink/ink723.xml" ContentType="application/inkml+xml"/>
  <Override PartName="/ppt/ink/ink724.xml" ContentType="application/inkml+xml"/>
  <Override PartName="/ppt/ink/ink725.xml" ContentType="application/inkml+xml"/>
  <Override PartName="/ppt/ink/ink726.xml" ContentType="application/inkml+xml"/>
  <Override PartName="/ppt/ink/ink727.xml" ContentType="application/inkml+xml"/>
  <Override PartName="/ppt/ink/ink728.xml" ContentType="application/inkml+xml"/>
  <Override PartName="/ppt/ink/ink729.xml" ContentType="application/inkml+xml"/>
  <Override PartName="/ppt/ink/ink730.xml" ContentType="application/inkml+xml"/>
  <Override PartName="/ppt/ink/ink731.xml" ContentType="application/inkml+xml"/>
  <Override PartName="/ppt/ink/ink732.xml" ContentType="application/inkml+xml"/>
  <Override PartName="/ppt/ink/ink733.xml" ContentType="application/inkml+xml"/>
  <Override PartName="/ppt/ink/ink734.xml" ContentType="application/inkml+xml"/>
  <Override PartName="/ppt/ink/ink735.xml" ContentType="application/inkml+xml"/>
  <Override PartName="/ppt/ink/ink736.xml" ContentType="application/inkml+xml"/>
  <Override PartName="/ppt/ink/ink737.xml" ContentType="application/inkml+xml"/>
  <Override PartName="/ppt/ink/ink738.xml" ContentType="application/inkml+xml"/>
  <Override PartName="/ppt/ink/ink739.xml" ContentType="application/inkml+xml"/>
  <Override PartName="/ppt/ink/ink740.xml" ContentType="application/inkml+xml"/>
  <Override PartName="/ppt/ink/ink741.xml" ContentType="application/inkml+xml"/>
  <Override PartName="/ppt/ink/ink742.xml" ContentType="application/inkml+xml"/>
  <Override PartName="/ppt/ink/ink743.xml" ContentType="application/inkml+xml"/>
  <Override PartName="/ppt/ink/ink744.xml" ContentType="application/inkml+xml"/>
  <Override PartName="/ppt/ink/ink745.xml" ContentType="application/inkml+xml"/>
  <Override PartName="/ppt/ink/ink746.xml" ContentType="application/inkml+xml"/>
  <Override PartName="/ppt/ink/ink747.xml" ContentType="application/inkml+xml"/>
  <Override PartName="/ppt/ink/ink748.xml" ContentType="application/inkml+xml"/>
  <Override PartName="/ppt/ink/ink749.xml" ContentType="application/inkml+xml"/>
  <Override PartName="/ppt/ink/ink750.xml" ContentType="application/inkml+xml"/>
  <Override PartName="/ppt/ink/ink751.xml" ContentType="application/inkml+xml"/>
  <Override PartName="/ppt/ink/ink752.xml" ContentType="application/inkml+xml"/>
  <Override PartName="/ppt/ink/ink753.xml" ContentType="application/inkml+xml"/>
  <Override PartName="/ppt/ink/ink754.xml" ContentType="application/inkml+xml"/>
  <Override PartName="/ppt/ink/ink755.xml" ContentType="application/inkml+xml"/>
  <Override PartName="/ppt/ink/ink756.xml" ContentType="application/inkml+xml"/>
  <Override PartName="/ppt/ink/ink757.xml" ContentType="application/inkml+xml"/>
  <Override PartName="/ppt/ink/ink758.xml" ContentType="application/inkml+xml"/>
  <Override PartName="/ppt/ink/ink759.xml" ContentType="application/inkml+xml"/>
  <Override PartName="/ppt/ink/ink760.xml" ContentType="application/inkml+xml"/>
  <Override PartName="/ppt/ink/ink761.xml" ContentType="application/inkml+xml"/>
  <Override PartName="/ppt/ink/ink762.xml" ContentType="application/inkml+xml"/>
  <Override PartName="/ppt/ink/ink763.xml" ContentType="application/inkml+xml"/>
  <Override PartName="/ppt/ink/ink764.xml" ContentType="application/inkml+xml"/>
  <Override PartName="/ppt/ink/ink765.xml" ContentType="application/inkml+xml"/>
  <Override PartName="/ppt/ink/ink766.xml" ContentType="application/inkml+xml"/>
  <Override PartName="/ppt/ink/ink767.xml" ContentType="application/inkml+xml"/>
  <Override PartName="/ppt/ink/ink768.xml" ContentType="application/inkml+xml"/>
  <Override PartName="/ppt/ink/ink769.xml" ContentType="application/inkml+xml"/>
  <Override PartName="/ppt/ink/ink770.xml" ContentType="application/inkml+xml"/>
  <Override PartName="/ppt/ink/ink771.xml" ContentType="application/inkml+xml"/>
  <Override PartName="/ppt/ink/ink772.xml" ContentType="application/inkml+xml"/>
  <Override PartName="/ppt/ink/ink773.xml" ContentType="application/inkml+xml"/>
  <Override PartName="/ppt/ink/ink774.xml" ContentType="application/inkml+xml"/>
  <Override PartName="/ppt/ink/ink775.xml" ContentType="application/inkml+xml"/>
  <Override PartName="/ppt/ink/ink776.xml" ContentType="application/inkml+xml"/>
  <Override PartName="/ppt/ink/ink777.xml" ContentType="application/inkml+xml"/>
  <Override PartName="/ppt/ink/ink778.xml" ContentType="application/inkml+xml"/>
  <Override PartName="/ppt/ink/ink779.xml" ContentType="application/inkml+xml"/>
  <Override PartName="/ppt/ink/ink780.xml" ContentType="application/inkml+xml"/>
  <Override PartName="/ppt/ink/ink781.xml" ContentType="application/inkml+xml"/>
  <Override PartName="/ppt/ink/ink782.xml" ContentType="application/inkml+xml"/>
  <Override PartName="/ppt/ink/ink783.xml" ContentType="application/inkml+xml"/>
  <Override PartName="/ppt/ink/ink784.xml" ContentType="application/inkml+xml"/>
  <Override PartName="/ppt/ink/ink785.xml" ContentType="application/inkml+xml"/>
  <Override PartName="/ppt/ink/ink786.xml" ContentType="application/inkml+xml"/>
  <Override PartName="/ppt/ink/ink787.xml" ContentType="application/inkml+xml"/>
  <Override PartName="/ppt/ink/ink788.xml" ContentType="application/inkml+xml"/>
  <Override PartName="/ppt/ink/ink789.xml" ContentType="application/inkml+xml"/>
  <Override PartName="/ppt/ink/ink790.xml" ContentType="application/inkml+xml"/>
  <Override PartName="/ppt/ink/ink791.xml" ContentType="application/inkml+xml"/>
  <Override PartName="/ppt/ink/ink792.xml" ContentType="application/inkml+xml"/>
  <Override PartName="/ppt/ink/ink793.xml" ContentType="application/inkml+xml"/>
  <Override PartName="/ppt/ink/ink794.xml" ContentType="application/inkml+xml"/>
  <Override PartName="/ppt/ink/ink795.xml" ContentType="application/inkml+xml"/>
  <Override PartName="/ppt/ink/ink796.xml" ContentType="application/inkml+xml"/>
  <Override PartName="/ppt/ink/ink797.xml" ContentType="application/inkml+xml"/>
  <Override PartName="/ppt/ink/ink798.xml" ContentType="application/inkml+xml"/>
  <Override PartName="/ppt/ink/ink799.xml" ContentType="application/inkml+xml"/>
  <Override PartName="/ppt/ink/ink800.xml" ContentType="application/inkml+xml"/>
  <Override PartName="/ppt/ink/ink801.xml" ContentType="application/inkml+xml"/>
  <Override PartName="/ppt/ink/ink802.xml" ContentType="application/inkml+xml"/>
  <Override PartName="/ppt/ink/ink803.xml" ContentType="application/inkml+xml"/>
  <Override PartName="/ppt/ink/ink804.xml" ContentType="application/inkml+xml"/>
  <Override PartName="/ppt/ink/ink805.xml" ContentType="application/inkml+xml"/>
  <Override PartName="/ppt/ink/ink806.xml" ContentType="application/inkml+xml"/>
  <Override PartName="/ppt/ink/ink807.xml" ContentType="application/inkml+xml"/>
  <Override PartName="/ppt/ink/ink808.xml" ContentType="application/inkml+xml"/>
  <Override PartName="/ppt/ink/ink809.xml" ContentType="application/inkml+xml"/>
  <Override PartName="/ppt/ink/ink810.xml" ContentType="application/inkml+xml"/>
  <Override PartName="/ppt/ink/ink811.xml" ContentType="application/inkml+xml"/>
  <Override PartName="/ppt/ink/ink812.xml" ContentType="application/inkml+xml"/>
  <Override PartName="/ppt/ink/ink813.xml" ContentType="application/inkml+xml"/>
  <Override PartName="/ppt/ink/ink814.xml" ContentType="application/inkml+xml"/>
  <Override PartName="/ppt/ink/ink815.xml" ContentType="application/inkml+xml"/>
  <Override PartName="/ppt/ink/ink816.xml" ContentType="application/inkml+xml"/>
  <Override PartName="/ppt/ink/ink817.xml" ContentType="application/inkml+xml"/>
  <Override PartName="/ppt/ink/ink818.xml" ContentType="application/inkml+xml"/>
  <Override PartName="/ppt/ink/ink819.xml" ContentType="application/inkml+xml"/>
  <Override PartName="/ppt/ink/ink820.xml" ContentType="application/inkml+xml"/>
  <Override PartName="/ppt/ink/ink821.xml" ContentType="application/inkml+xml"/>
  <Override PartName="/ppt/ink/ink822.xml" ContentType="application/inkml+xml"/>
  <Override PartName="/ppt/ink/ink823.xml" ContentType="application/inkml+xml"/>
  <Override PartName="/ppt/ink/ink824.xml" ContentType="application/inkml+xml"/>
  <Override PartName="/ppt/ink/ink825.xml" ContentType="application/inkml+xml"/>
  <Override PartName="/ppt/ink/ink826.xml" ContentType="application/inkml+xml"/>
  <Override PartName="/ppt/ink/ink827.xml" ContentType="application/inkml+xml"/>
  <Override PartName="/ppt/ink/ink828.xml" ContentType="application/inkml+xml"/>
  <Override PartName="/ppt/ink/ink829.xml" ContentType="application/inkml+xml"/>
  <Override PartName="/ppt/ink/ink830.xml" ContentType="application/inkml+xml"/>
  <Override PartName="/ppt/ink/ink831.xml" ContentType="application/inkml+xml"/>
  <Override PartName="/ppt/ink/ink832.xml" ContentType="application/inkml+xml"/>
  <Override PartName="/ppt/ink/ink833.xml" ContentType="application/inkml+xml"/>
  <Override PartName="/ppt/ink/ink834.xml" ContentType="application/inkml+xml"/>
  <Override PartName="/ppt/ink/ink835.xml" ContentType="application/inkml+xml"/>
  <Override PartName="/ppt/ink/ink836.xml" ContentType="application/inkml+xml"/>
  <Override PartName="/ppt/ink/ink837.xml" ContentType="application/inkml+xml"/>
  <Override PartName="/ppt/ink/ink838.xml" ContentType="application/inkml+xml"/>
  <Override PartName="/ppt/ink/ink839.xml" ContentType="application/inkml+xml"/>
  <Override PartName="/ppt/ink/ink840.xml" ContentType="application/inkml+xml"/>
  <Override PartName="/ppt/ink/ink841.xml" ContentType="application/inkml+xml"/>
  <Override PartName="/ppt/ink/ink842.xml" ContentType="application/inkml+xml"/>
  <Override PartName="/ppt/ink/ink843.xml" ContentType="application/inkml+xml"/>
  <Override PartName="/ppt/ink/ink844.xml" ContentType="application/inkml+xml"/>
  <Override PartName="/ppt/ink/ink845.xml" ContentType="application/inkml+xml"/>
  <Override PartName="/ppt/ink/ink846.xml" ContentType="application/inkml+xml"/>
  <Override PartName="/ppt/ink/ink847.xml" ContentType="application/inkml+xml"/>
  <Override PartName="/ppt/ink/ink848.xml" ContentType="application/inkml+xml"/>
  <Override PartName="/ppt/ink/ink849.xml" ContentType="application/inkml+xml"/>
  <Override PartName="/ppt/ink/ink850.xml" ContentType="application/inkml+xml"/>
  <Override PartName="/ppt/ink/ink851.xml" ContentType="application/inkml+xml"/>
  <Override PartName="/ppt/ink/ink852.xml" ContentType="application/inkml+xml"/>
  <Override PartName="/ppt/ink/ink853.xml" ContentType="application/inkml+xml"/>
  <Override PartName="/ppt/ink/ink854.xml" ContentType="application/inkml+xml"/>
  <Override PartName="/ppt/ink/ink855.xml" ContentType="application/inkml+xml"/>
  <Override PartName="/ppt/ink/ink856.xml" ContentType="application/inkml+xml"/>
  <Override PartName="/ppt/ink/ink857.xml" ContentType="application/inkml+xml"/>
  <Override PartName="/ppt/ink/ink858.xml" ContentType="application/inkml+xml"/>
  <Override PartName="/ppt/ink/ink859.xml" ContentType="application/inkml+xml"/>
  <Override PartName="/ppt/ink/ink860.xml" ContentType="application/inkml+xml"/>
  <Override PartName="/ppt/ink/ink861.xml" ContentType="application/inkml+xml"/>
  <Override PartName="/ppt/ink/ink862.xml" ContentType="application/inkml+xml"/>
  <Override PartName="/ppt/ink/ink863.xml" ContentType="application/inkml+xml"/>
  <Override PartName="/ppt/ink/ink864.xml" ContentType="application/inkml+xml"/>
  <Override PartName="/ppt/ink/ink865.xml" ContentType="application/inkml+xml"/>
  <Override PartName="/ppt/ink/ink866.xml" ContentType="application/inkml+xml"/>
  <Override PartName="/ppt/ink/ink867.xml" ContentType="application/inkml+xml"/>
  <Override PartName="/ppt/ink/ink868.xml" ContentType="application/inkml+xml"/>
  <Override PartName="/ppt/ink/ink869.xml" ContentType="application/inkml+xml"/>
  <Override PartName="/ppt/ink/ink870.xml" ContentType="application/inkml+xml"/>
  <Override PartName="/ppt/ink/ink871.xml" ContentType="application/inkml+xml"/>
  <Override PartName="/ppt/ink/ink872.xml" ContentType="application/inkml+xml"/>
  <Override PartName="/ppt/ink/ink873.xml" ContentType="application/inkml+xml"/>
  <Override PartName="/ppt/ink/ink874.xml" ContentType="application/inkml+xml"/>
  <Override PartName="/ppt/ink/ink875.xml" ContentType="application/inkml+xml"/>
  <Override PartName="/ppt/ink/ink876.xml" ContentType="application/inkml+xml"/>
  <Override PartName="/ppt/ink/ink877.xml" ContentType="application/inkml+xml"/>
  <Override PartName="/ppt/ink/ink878.xml" ContentType="application/inkml+xml"/>
  <Override PartName="/ppt/ink/ink879.xml" ContentType="application/inkml+xml"/>
  <Override PartName="/ppt/ink/ink880.xml" ContentType="application/inkml+xml"/>
  <Override PartName="/ppt/ink/ink881.xml" ContentType="application/inkml+xml"/>
  <Override PartName="/ppt/ink/ink882.xml" ContentType="application/inkml+xml"/>
  <Override PartName="/ppt/ink/ink883.xml" ContentType="application/inkml+xml"/>
  <Override PartName="/ppt/ink/ink884.xml" ContentType="application/inkml+xml"/>
  <Override PartName="/ppt/ink/ink885.xml" ContentType="application/inkml+xml"/>
  <Override PartName="/ppt/ink/ink886.xml" ContentType="application/inkml+xml"/>
  <Override PartName="/ppt/ink/ink887.xml" ContentType="application/inkml+xml"/>
  <Override PartName="/ppt/ink/ink888.xml" ContentType="application/inkml+xml"/>
  <Override PartName="/ppt/ink/ink889.xml" ContentType="application/inkml+xml"/>
  <Override PartName="/ppt/ink/ink890.xml" ContentType="application/inkml+xml"/>
  <Override PartName="/ppt/ink/ink891.xml" ContentType="application/inkml+xml"/>
  <Override PartName="/ppt/ink/ink892.xml" ContentType="application/inkml+xml"/>
  <Override PartName="/ppt/ink/ink893.xml" ContentType="application/inkml+xml"/>
  <Override PartName="/ppt/ink/ink894.xml" ContentType="application/inkml+xml"/>
  <Override PartName="/ppt/ink/ink895.xml" ContentType="application/inkml+xml"/>
  <Override PartName="/ppt/ink/ink896.xml" ContentType="application/inkml+xml"/>
  <Override PartName="/ppt/ink/ink897.xml" ContentType="application/inkml+xml"/>
  <Override PartName="/ppt/ink/ink898.xml" ContentType="application/inkml+xml"/>
  <Override PartName="/ppt/ink/ink899.xml" ContentType="application/inkml+xml"/>
  <Override PartName="/ppt/ink/ink900.xml" ContentType="application/inkml+xml"/>
  <Override PartName="/ppt/ink/ink901.xml" ContentType="application/inkml+xml"/>
  <Override PartName="/ppt/ink/ink902.xml" ContentType="application/inkml+xml"/>
  <Override PartName="/ppt/ink/ink903.xml" ContentType="application/inkml+xml"/>
  <Override PartName="/ppt/ink/ink904.xml" ContentType="application/inkml+xml"/>
  <Override PartName="/ppt/ink/ink905.xml" ContentType="application/inkml+xml"/>
  <Override PartName="/ppt/ink/ink906.xml" ContentType="application/inkml+xml"/>
  <Override PartName="/ppt/ink/ink907.xml" ContentType="application/inkml+xml"/>
  <Override PartName="/ppt/ink/ink908.xml" ContentType="application/inkml+xml"/>
  <Override PartName="/ppt/ink/ink909.xml" ContentType="application/inkml+xml"/>
  <Override PartName="/ppt/ink/ink910.xml" ContentType="application/inkml+xml"/>
  <Override PartName="/ppt/ink/ink911.xml" ContentType="application/inkml+xml"/>
  <Override PartName="/ppt/ink/ink912.xml" ContentType="application/inkml+xml"/>
  <Override PartName="/ppt/ink/ink913.xml" ContentType="application/inkml+xml"/>
  <Override PartName="/ppt/ink/ink914.xml" ContentType="application/inkml+xml"/>
  <Override PartName="/ppt/ink/ink915.xml" ContentType="application/inkml+xml"/>
  <Override PartName="/ppt/ink/ink916.xml" ContentType="application/inkml+xml"/>
  <Override PartName="/ppt/ink/ink917.xml" ContentType="application/inkml+xml"/>
  <Override PartName="/ppt/ink/ink918.xml" ContentType="application/inkml+xml"/>
  <Override PartName="/ppt/ink/ink919.xml" ContentType="application/inkml+xml"/>
  <Override PartName="/ppt/ink/ink920.xml" ContentType="application/inkml+xml"/>
  <Override PartName="/ppt/ink/ink921.xml" ContentType="application/inkml+xml"/>
  <Override PartName="/ppt/ink/ink922.xml" ContentType="application/inkml+xml"/>
  <Override PartName="/ppt/ink/ink923.xml" ContentType="application/inkml+xml"/>
  <Override PartName="/ppt/ink/ink924.xml" ContentType="application/inkml+xml"/>
  <Override PartName="/ppt/ink/ink925.xml" ContentType="application/inkml+xml"/>
  <Override PartName="/ppt/ink/ink926.xml" ContentType="application/inkml+xml"/>
  <Override PartName="/ppt/ink/ink927.xml" ContentType="application/inkml+xml"/>
  <Override PartName="/ppt/ink/ink928.xml" ContentType="application/inkml+xml"/>
  <Override PartName="/ppt/ink/ink929.xml" ContentType="application/inkml+xml"/>
  <Override PartName="/ppt/ink/ink930.xml" ContentType="application/inkml+xml"/>
  <Override PartName="/ppt/ink/ink931.xml" ContentType="application/inkml+xml"/>
  <Override PartName="/ppt/ink/ink932.xml" ContentType="application/inkml+xml"/>
  <Override PartName="/ppt/ink/ink933.xml" ContentType="application/inkml+xml"/>
  <Override PartName="/ppt/ink/ink934.xml" ContentType="application/inkml+xml"/>
  <Override PartName="/ppt/ink/ink935.xml" ContentType="application/inkml+xml"/>
  <Override PartName="/ppt/ink/ink936.xml" ContentType="application/inkml+xml"/>
  <Override PartName="/ppt/ink/ink937.xml" ContentType="application/inkml+xml"/>
  <Override PartName="/ppt/ink/ink938.xml" ContentType="application/inkml+xml"/>
  <Override PartName="/ppt/ink/ink939.xml" ContentType="application/inkml+xml"/>
  <Override PartName="/ppt/ink/ink940.xml" ContentType="application/inkml+xml"/>
  <Override PartName="/ppt/ink/ink941.xml" ContentType="application/inkml+xml"/>
  <Override PartName="/ppt/ink/ink942.xml" ContentType="application/inkml+xml"/>
  <Override PartName="/ppt/ink/ink943.xml" ContentType="application/inkml+xml"/>
  <Override PartName="/ppt/ink/ink944.xml" ContentType="application/inkml+xml"/>
  <Override PartName="/ppt/ink/ink945.xml" ContentType="application/inkml+xml"/>
  <Override PartName="/ppt/ink/ink946.xml" ContentType="application/inkml+xml"/>
  <Override PartName="/ppt/ink/ink947.xml" ContentType="application/inkml+xml"/>
  <Override PartName="/ppt/ink/ink948.xml" ContentType="application/inkml+xml"/>
  <Override PartName="/ppt/ink/ink949.xml" ContentType="application/inkml+xml"/>
  <Override PartName="/ppt/ink/ink950.xml" ContentType="application/inkml+xml"/>
  <Override PartName="/ppt/ink/ink951.xml" ContentType="application/inkml+xml"/>
  <Override PartName="/ppt/ink/ink952.xml" ContentType="application/inkml+xml"/>
  <Override PartName="/ppt/ink/ink953.xml" ContentType="application/inkml+xml"/>
  <Override PartName="/ppt/ink/ink954.xml" ContentType="application/inkml+xml"/>
  <Override PartName="/ppt/ink/ink955.xml" ContentType="application/inkml+xml"/>
  <Override PartName="/ppt/ink/ink956.xml" ContentType="application/inkml+xml"/>
  <Override PartName="/ppt/ink/ink957.xml" ContentType="application/inkml+xml"/>
  <Override PartName="/ppt/ink/ink958.xml" ContentType="application/inkml+xml"/>
  <Override PartName="/ppt/ink/ink959.xml" ContentType="application/inkml+xml"/>
  <Override PartName="/ppt/ink/ink960.xml" ContentType="application/inkml+xml"/>
  <Override PartName="/ppt/ink/ink961.xml" ContentType="application/inkml+xml"/>
  <Override PartName="/ppt/ink/ink962.xml" ContentType="application/inkml+xml"/>
  <Override PartName="/ppt/ink/ink963.xml" ContentType="application/inkml+xml"/>
  <Override PartName="/ppt/ink/ink964.xml" ContentType="application/inkml+xml"/>
  <Override PartName="/ppt/ink/ink965.xml" ContentType="application/inkml+xml"/>
  <Override PartName="/ppt/ink/ink966.xml" ContentType="application/inkml+xml"/>
  <Override PartName="/ppt/ink/ink967.xml" ContentType="application/inkml+xml"/>
  <Override PartName="/ppt/ink/ink968.xml" ContentType="application/inkml+xml"/>
  <Override PartName="/ppt/ink/ink969.xml" ContentType="application/inkml+xml"/>
  <Override PartName="/ppt/ink/ink970.xml" ContentType="application/inkml+xml"/>
  <Override PartName="/ppt/ink/ink971.xml" ContentType="application/inkml+xml"/>
  <Override PartName="/ppt/ink/ink972.xml" ContentType="application/inkml+xml"/>
  <Override PartName="/ppt/ink/ink973.xml" ContentType="application/inkml+xml"/>
  <Override PartName="/ppt/ink/ink974.xml" ContentType="application/inkml+xml"/>
  <Override PartName="/ppt/ink/ink975.xml" ContentType="application/inkml+xml"/>
  <Override PartName="/ppt/ink/ink976.xml" ContentType="application/inkml+xml"/>
  <Override PartName="/ppt/ink/ink977.xml" ContentType="application/inkml+xml"/>
  <Override PartName="/ppt/ink/ink978.xml" ContentType="application/inkml+xml"/>
  <Override PartName="/ppt/ink/ink979.xml" ContentType="application/inkml+xml"/>
  <Override PartName="/ppt/ink/ink980.xml" ContentType="application/inkml+xml"/>
  <Override PartName="/ppt/ink/ink981.xml" ContentType="application/inkml+xml"/>
  <Override PartName="/ppt/ink/ink982.xml" ContentType="application/inkml+xml"/>
  <Override PartName="/ppt/ink/ink983.xml" ContentType="application/inkml+xml"/>
  <Override PartName="/ppt/ink/ink984.xml" ContentType="application/inkml+xml"/>
  <Override PartName="/ppt/ink/ink985.xml" ContentType="application/inkml+xml"/>
  <Override PartName="/ppt/ink/ink986.xml" ContentType="application/inkml+xml"/>
  <Override PartName="/ppt/ink/ink987.xml" ContentType="application/inkml+xml"/>
  <Override PartName="/ppt/ink/ink988.xml" ContentType="application/inkml+xml"/>
  <Override PartName="/ppt/ink/ink989.xml" ContentType="application/inkml+xml"/>
  <Override PartName="/ppt/ink/ink990.xml" ContentType="application/inkml+xml"/>
  <Override PartName="/ppt/ink/ink991.xml" ContentType="application/inkml+xml"/>
  <Override PartName="/ppt/ink/ink992.xml" ContentType="application/inkml+xml"/>
  <Override PartName="/ppt/ink/ink993.xml" ContentType="application/inkml+xml"/>
  <Override PartName="/ppt/ink/ink994.xml" ContentType="application/inkml+xml"/>
  <Override PartName="/ppt/ink/ink995.xml" ContentType="application/inkml+xml"/>
  <Override PartName="/ppt/ink/ink996.xml" ContentType="application/inkml+xml"/>
  <Override PartName="/ppt/ink/ink997.xml" ContentType="application/inkml+xml"/>
  <Override PartName="/ppt/ink/ink998.xml" ContentType="application/inkml+xml"/>
  <Override PartName="/ppt/ink/ink999.xml" ContentType="application/inkml+xml"/>
  <Override PartName="/ppt/ink/ink1000.xml" ContentType="application/inkml+xml"/>
  <Override PartName="/ppt/ink/ink1001.xml" ContentType="application/inkml+xml"/>
  <Override PartName="/ppt/ink/ink1002.xml" ContentType="application/inkml+xml"/>
  <Override PartName="/ppt/ink/ink1003.xml" ContentType="application/inkml+xml"/>
  <Override PartName="/ppt/ink/ink1004.xml" ContentType="application/inkml+xml"/>
  <Override PartName="/ppt/ink/ink1005.xml" ContentType="application/inkml+xml"/>
  <Override PartName="/ppt/ink/ink1006.xml" ContentType="application/inkml+xml"/>
  <Override PartName="/ppt/ink/ink1007.xml" ContentType="application/inkml+xml"/>
  <Override PartName="/ppt/ink/ink1008.xml" ContentType="application/inkml+xml"/>
  <Override PartName="/ppt/ink/ink1009.xml" ContentType="application/inkml+xml"/>
  <Override PartName="/ppt/ink/ink1010.xml" ContentType="application/inkml+xml"/>
  <Override PartName="/ppt/ink/ink1011.xml" ContentType="application/inkml+xml"/>
  <Override PartName="/ppt/ink/ink1012.xml" ContentType="application/inkml+xml"/>
  <Override PartName="/ppt/ink/ink1013.xml" ContentType="application/inkml+xml"/>
  <Override PartName="/ppt/ink/ink1014.xml" ContentType="application/inkml+xml"/>
  <Override PartName="/ppt/ink/ink1015.xml" ContentType="application/inkml+xml"/>
  <Override PartName="/ppt/ink/ink1016.xml" ContentType="application/inkml+xml"/>
  <Override PartName="/ppt/ink/ink1017.xml" ContentType="application/inkml+xml"/>
  <Override PartName="/ppt/ink/ink1018.xml" ContentType="application/inkml+xml"/>
  <Override PartName="/ppt/ink/ink1019.xml" ContentType="application/inkml+xml"/>
  <Override PartName="/ppt/ink/ink1020.xml" ContentType="application/inkml+xml"/>
  <Override PartName="/ppt/ink/ink1021.xml" ContentType="application/inkml+xml"/>
  <Override PartName="/ppt/ink/ink1022.xml" ContentType="application/inkml+xml"/>
  <Override PartName="/ppt/ink/ink1023.xml" ContentType="application/inkml+xml"/>
  <Override PartName="/ppt/ink/ink1024.xml" ContentType="application/inkml+xml"/>
  <Override PartName="/ppt/ink/ink1025.xml" ContentType="application/inkml+xml"/>
  <Override PartName="/ppt/ink/ink1026.xml" ContentType="application/inkml+xml"/>
  <Override PartName="/ppt/ink/ink1027.xml" ContentType="application/inkml+xml"/>
  <Override PartName="/ppt/ink/ink1028.xml" ContentType="application/inkml+xml"/>
  <Override PartName="/ppt/ink/ink1029.xml" ContentType="application/inkml+xml"/>
  <Override PartName="/ppt/ink/ink1030.xml" ContentType="application/inkml+xml"/>
  <Override PartName="/ppt/ink/ink1031.xml" ContentType="application/inkml+xml"/>
  <Override PartName="/ppt/ink/ink1032.xml" ContentType="application/inkml+xml"/>
  <Override PartName="/ppt/ink/ink1033.xml" ContentType="application/inkml+xml"/>
  <Override PartName="/ppt/ink/ink1034.xml" ContentType="application/inkml+xml"/>
  <Override PartName="/ppt/ink/ink1035.xml" ContentType="application/inkml+xml"/>
  <Override PartName="/ppt/ink/ink1036.xml" ContentType="application/inkml+xml"/>
  <Override PartName="/ppt/ink/ink1037.xml" ContentType="application/inkml+xml"/>
  <Override PartName="/ppt/ink/ink1038.xml" ContentType="application/inkml+xml"/>
  <Override PartName="/ppt/ink/ink1039.xml" ContentType="application/inkml+xml"/>
  <Override PartName="/ppt/ink/ink1040.xml" ContentType="application/inkml+xml"/>
  <Override PartName="/ppt/ink/ink1041.xml" ContentType="application/inkml+xml"/>
  <Override PartName="/ppt/ink/ink1042.xml" ContentType="application/inkml+xml"/>
  <Override PartName="/ppt/ink/ink1043.xml" ContentType="application/inkml+xml"/>
  <Override PartName="/ppt/ink/ink1044.xml" ContentType="application/inkml+xml"/>
  <Override PartName="/ppt/ink/ink1045.xml" ContentType="application/inkml+xml"/>
  <Override PartName="/ppt/ink/ink1046.xml" ContentType="application/inkml+xml"/>
  <Override PartName="/ppt/ink/ink1047.xml" ContentType="application/inkml+xml"/>
  <Override PartName="/ppt/ink/ink1048.xml" ContentType="application/inkml+xml"/>
  <Override PartName="/ppt/ink/ink1049.xml" ContentType="application/inkml+xml"/>
  <Override PartName="/ppt/ink/ink1050.xml" ContentType="application/inkml+xml"/>
  <Override PartName="/ppt/ink/ink1051.xml" ContentType="application/inkml+xml"/>
  <Override PartName="/ppt/ink/ink1052.xml" ContentType="application/inkml+xml"/>
  <Override PartName="/ppt/ink/ink1053.xml" ContentType="application/inkml+xml"/>
  <Override PartName="/ppt/ink/ink1054.xml" ContentType="application/inkml+xml"/>
  <Override PartName="/ppt/ink/ink1055.xml" ContentType="application/inkml+xml"/>
  <Override PartName="/ppt/ink/ink1056.xml" ContentType="application/inkml+xml"/>
  <Override PartName="/ppt/ink/ink1057.xml" ContentType="application/inkml+xml"/>
  <Override PartName="/ppt/ink/ink1058.xml" ContentType="application/inkml+xml"/>
  <Override PartName="/ppt/ink/ink1059.xml" ContentType="application/inkml+xml"/>
  <Override PartName="/ppt/ink/ink1060.xml" ContentType="application/inkml+xml"/>
  <Override PartName="/ppt/ink/ink1061.xml" ContentType="application/inkml+xml"/>
  <Override PartName="/ppt/ink/ink1062.xml" ContentType="application/inkml+xml"/>
  <Override PartName="/ppt/ink/ink1063.xml" ContentType="application/inkml+xml"/>
  <Override PartName="/ppt/ink/ink1064.xml" ContentType="application/inkml+xml"/>
  <Override PartName="/ppt/ink/ink1065.xml" ContentType="application/inkml+xml"/>
  <Override PartName="/ppt/ink/ink1066.xml" ContentType="application/inkml+xml"/>
  <Override PartName="/ppt/ink/ink1067.xml" ContentType="application/inkml+xml"/>
  <Override PartName="/ppt/ink/ink1068.xml" ContentType="application/inkml+xml"/>
  <Override PartName="/ppt/ink/ink1069.xml" ContentType="application/inkml+xml"/>
  <Override PartName="/ppt/ink/ink1070.xml" ContentType="application/inkml+xml"/>
  <Override PartName="/ppt/ink/ink1071.xml" ContentType="application/inkml+xml"/>
  <Override PartName="/ppt/ink/ink1072.xml" ContentType="application/inkml+xml"/>
  <Override PartName="/ppt/ink/ink1073.xml" ContentType="application/inkml+xml"/>
  <Override PartName="/ppt/ink/ink1074.xml" ContentType="application/inkml+xml"/>
  <Override PartName="/ppt/ink/ink1075.xml" ContentType="application/inkml+xml"/>
  <Override PartName="/ppt/ink/ink1076.xml" ContentType="application/inkml+xml"/>
  <Override PartName="/ppt/ink/ink1077.xml" ContentType="application/inkml+xml"/>
  <Override PartName="/ppt/ink/ink1078.xml" ContentType="application/inkml+xml"/>
  <Override PartName="/ppt/ink/ink1079.xml" ContentType="application/inkml+xml"/>
  <Override PartName="/ppt/ink/ink1080.xml" ContentType="application/inkml+xml"/>
  <Override PartName="/ppt/ink/ink1081.xml" ContentType="application/inkml+xml"/>
  <Override PartName="/ppt/ink/ink1082.xml" ContentType="application/inkml+xml"/>
  <Override PartName="/ppt/ink/ink1083.xml" ContentType="application/inkml+xml"/>
  <Override PartName="/ppt/ink/ink1084.xml" ContentType="application/inkml+xml"/>
  <Override PartName="/ppt/ink/ink1085.xml" ContentType="application/inkml+xml"/>
  <Override PartName="/ppt/ink/ink1086.xml" ContentType="application/inkml+xml"/>
  <Override PartName="/ppt/ink/ink1087.xml" ContentType="application/inkml+xml"/>
  <Override PartName="/ppt/ink/ink1088.xml" ContentType="application/inkml+xml"/>
  <Override PartName="/ppt/ink/ink1089.xml" ContentType="application/inkml+xml"/>
  <Override PartName="/ppt/ink/ink1090.xml" ContentType="application/inkml+xml"/>
  <Override PartName="/ppt/ink/ink1091.xml" ContentType="application/inkml+xml"/>
  <Override PartName="/ppt/ink/ink1092.xml" ContentType="application/inkml+xml"/>
  <Override PartName="/ppt/ink/ink1093.xml" ContentType="application/inkml+xml"/>
  <Override PartName="/ppt/ink/ink1094.xml" ContentType="application/inkml+xml"/>
  <Override PartName="/ppt/ink/ink1095.xml" ContentType="application/inkml+xml"/>
  <Override PartName="/ppt/ink/ink1096.xml" ContentType="application/inkml+xml"/>
  <Override PartName="/ppt/ink/ink1097.xml" ContentType="application/inkml+xml"/>
  <Override PartName="/ppt/ink/ink1098.xml" ContentType="application/inkml+xml"/>
  <Override PartName="/ppt/ink/ink1099.xml" ContentType="application/inkml+xml"/>
  <Override PartName="/ppt/ink/ink1100.xml" ContentType="application/inkml+xml"/>
  <Override PartName="/ppt/ink/ink1101.xml" ContentType="application/inkml+xml"/>
  <Override PartName="/ppt/ink/ink1102.xml" ContentType="application/inkml+xml"/>
  <Override PartName="/ppt/ink/ink1103.xml" ContentType="application/inkml+xml"/>
  <Override PartName="/ppt/ink/ink1104.xml" ContentType="application/inkml+xml"/>
  <Override PartName="/ppt/ink/ink1105.xml" ContentType="application/inkml+xml"/>
  <Override PartName="/ppt/ink/ink1106.xml" ContentType="application/inkml+xml"/>
  <Override PartName="/ppt/ink/ink1107.xml" ContentType="application/inkml+xml"/>
  <Override PartName="/ppt/ink/ink1108.xml" ContentType="application/inkml+xml"/>
  <Override PartName="/ppt/ink/ink1109.xml" ContentType="application/inkml+xml"/>
  <Override PartName="/ppt/ink/ink1110.xml" ContentType="application/inkml+xml"/>
  <Override PartName="/ppt/ink/ink1111.xml" ContentType="application/inkml+xml"/>
  <Override PartName="/ppt/ink/ink1112.xml" ContentType="application/inkml+xml"/>
  <Override PartName="/ppt/ink/ink1113.xml" ContentType="application/inkml+xml"/>
  <Override PartName="/ppt/ink/ink1114.xml" ContentType="application/inkml+xml"/>
  <Override PartName="/ppt/ink/ink1115.xml" ContentType="application/inkml+xml"/>
  <Override PartName="/ppt/ink/ink1116.xml" ContentType="application/inkml+xml"/>
  <Override PartName="/ppt/ink/ink1117.xml" ContentType="application/inkml+xml"/>
  <Override PartName="/ppt/ink/ink1118.xml" ContentType="application/inkml+xml"/>
  <Override PartName="/ppt/ink/ink1119.xml" ContentType="application/inkml+xml"/>
  <Override PartName="/ppt/ink/ink1120.xml" ContentType="application/inkml+xml"/>
  <Override PartName="/ppt/ink/ink1121.xml" ContentType="application/inkml+xml"/>
  <Override PartName="/ppt/ink/ink1122.xml" ContentType="application/inkml+xml"/>
  <Override PartName="/ppt/ink/ink1123.xml" ContentType="application/inkml+xml"/>
  <Override PartName="/ppt/ink/ink1124.xml" ContentType="application/inkml+xml"/>
  <Override PartName="/ppt/ink/ink1125.xml" ContentType="application/inkml+xml"/>
  <Override PartName="/ppt/ink/ink1126.xml" ContentType="application/inkml+xml"/>
  <Override PartName="/ppt/ink/ink1127.xml" ContentType="application/inkml+xml"/>
  <Override PartName="/ppt/ink/ink1128.xml" ContentType="application/inkml+xml"/>
  <Override PartName="/ppt/ink/ink1129.xml" ContentType="application/inkml+xml"/>
  <Override PartName="/ppt/ink/ink1130.xml" ContentType="application/inkml+xml"/>
  <Override PartName="/ppt/ink/ink1131.xml" ContentType="application/inkml+xml"/>
  <Override PartName="/ppt/ink/ink1132.xml" ContentType="application/inkml+xml"/>
  <Override PartName="/ppt/ink/ink1133.xml" ContentType="application/inkml+xml"/>
  <Override PartName="/ppt/ink/ink1134.xml" ContentType="application/inkml+xml"/>
  <Override PartName="/ppt/ink/ink1135.xml" ContentType="application/inkml+xml"/>
  <Override PartName="/ppt/ink/ink1136.xml" ContentType="application/inkml+xml"/>
  <Override PartName="/ppt/ink/ink1137.xml" ContentType="application/inkml+xml"/>
  <Override PartName="/ppt/ink/ink1138.xml" ContentType="application/inkml+xml"/>
  <Override PartName="/ppt/ink/ink1139.xml" ContentType="application/inkml+xml"/>
  <Override PartName="/ppt/ink/ink1140.xml" ContentType="application/inkml+xml"/>
  <Override PartName="/ppt/ink/ink1141.xml" ContentType="application/inkml+xml"/>
  <Override PartName="/ppt/ink/ink1142.xml" ContentType="application/inkml+xml"/>
  <Override PartName="/ppt/ink/ink1143.xml" ContentType="application/inkml+xml"/>
  <Override PartName="/ppt/ink/ink1144.xml" ContentType="application/inkml+xml"/>
  <Override PartName="/ppt/ink/ink1145.xml" ContentType="application/inkml+xml"/>
  <Override PartName="/ppt/ink/ink1146.xml" ContentType="application/inkml+xml"/>
  <Override PartName="/ppt/ink/ink1147.xml" ContentType="application/inkml+xml"/>
  <Override PartName="/ppt/ink/ink1148.xml" ContentType="application/inkml+xml"/>
  <Override PartName="/ppt/ink/ink1149.xml" ContentType="application/inkml+xml"/>
  <Override PartName="/ppt/ink/ink1150.xml" ContentType="application/inkml+xml"/>
  <Override PartName="/ppt/ink/ink1151.xml" ContentType="application/inkml+xml"/>
  <Override PartName="/ppt/ink/ink1152.xml" ContentType="application/inkml+xml"/>
  <Override PartName="/ppt/ink/ink1153.xml" ContentType="application/inkml+xml"/>
  <Override PartName="/ppt/ink/ink1154.xml" ContentType="application/inkml+xml"/>
  <Override PartName="/ppt/ink/ink1155.xml" ContentType="application/inkml+xml"/>
  <Override PartName="/ppt/ink/ink1156.xml" ContentType="application/inkml+xml"/>
  <Override PartName="/ppt/ink/ink1157.xml" ContentType="application/inkml+xml"/>
  <Override PartName="/ppt/ink/ink1158.xml" ContentType="application/inkml+xml"/>
  <Override PartName="/ppt/ink/ink1159.xml" ContentType="application/inkml+xml"/>
  <Override PartName="/ppt/ink/ink1160.xml" ContentType="application/inkml+xml"/>
  <Override PartName="/ppt/ink/ink1161.xml" ContentType="application/inkml+xml"/>
  <Override PartName="/ppt/ink/ink1162.xml" ContentType="application/inkml+xml"/>
  <Override PartName="/ppt/ink/ink1163.xml" ContentType="application/inkml+xml"/>
  <Override PartName="/ppt/ink/ink1164.xml" ContentType="application/inkml+xml"/>
  <Override PartName="/ppt/ink/ink1165.xml" ContentType="application/inkml+xml"/>
  <Override PartName="/ppt/ink/ink1166.xml" ContentType="application/inkml+xml"/>
  <Override PartName="/ppt/ink/ink1167.xml" ContentType="application/inkml+xml"/>
  <Override PartName="/ppt/ink/ink1168.xml" ContentType="application/inkml+xml"/>
  <Override PartName="/ppt/ink/ink1169.xml" ContentType="application/inkml+xml"/>
  <Override PartName="/ppt/ink/ink1170.xml" ContentType="application/inkml+xml"/>
  <Override PartName="/ppt/ink/ink1171.xml" ContentType="application/inkml+xml"/>
  <Override PartName="/ppt/ink/ink1172.xml" ContentType="application/inkml+xml"/>
  <Override PartName="/ppt/ink/ink1173.xml" ContentType="application/inkml+xml"/>
  <Override PartName="/ppt/ink/ink1174.xml" ContentType="application/inkml+xml"/>
  <Override PartName="/ppt/ink/ink1175.xml" ContentType="application/inkml+xml"/>
  <Override PartName="/ppt/ink/ink1176.xml" ContentType="application/inkml+xml"/>
  <Override PartName="/ppt/ink/ink1177.xml" ContentType="application/inkml+xml"/>
  <Override PartName="/ppt/ink/ink1178.xml" ContentType="application/inkml+xml"/>
  <Override PartName="/ppt/ink/ink1179.xml" ContentType="application/inkml+xml"/>
  <Override PartName="/ppt/ink/ink1180.xml" ContentType="application/inkml+xml"/>
  <Override PartName="/ppt/ink/ink1181.xml" ContentType="application/inkml+xml"/>
  <Override PartName="/ppt/ink/ink1182.xml" ContentType="application/inkml+xml"/>
  <Override PartName="/ppt/ink/ink1183.xml" ContentType="application/inkml+xml"/>
  <Override PartName="/ppt/ink/ink1184.xml" ContentType="application/inkml+xml"/>
  <Override PartName="/ppt/ink/ink1185.xml" ContentType="application/inkml+xml"/>
  <Override PartName="/ppt/ink/ink1186.xml" ContentType="application/inkml+xml"/>
  <Override PartName="/ppt/ink/ink1187.xml" ContentType="application/inkml+xml"/>
  <Override PartName="/ppt/ink/ink1188.xml" ContentType="application/inkml+xml"/>
  <Override PartName="/ppt/ink/ink1189.xml" ContentType="application/inkml+xml"/>
  <Override PartName="/ppt/ink/ink1190.xml" ContentType="application/inkml+xml"/>
  <Override PartName="/ppt/ink/ink1191.xml" ContentType="application/inkml+xml"/>
  <Override PartName="/ppt/ink/ink1192.xml" ContentType="application/inkml+xml"/>
  <Override PartName="/ppt/ink/ink1193.xml" ContentType="application/inkml+xml"/>
  <Override PartName="/ppt/ink/ink1194.xml" ContentType="application/inkml+xml"/>
  <Override PartName="/ppt/ink/ink1195.xml" ContentType="application/inkml+xml"/>
  <Override PartName="/ppt/ink/ink1196.xml" ContentType="application/inkml+xml"/>
  <Override PartName="/ppt/ink/ink1197.xml" ContentType="application/inkml+xml"/>
  <Override PartName="/ppt/ink/ink1198.xml" ContentType="application/inkml+xml"/>
  <Override PartName="/ppt/ink/ink1199.xml" ContentType="application/inkml+xml"/>
  <Override PartName="/ppt/ink/ink1200.xml" ContentType="application/inkml+xml"/>
  <Override PartName="/ppt/ink/ink1201.xml" ContentType="application/inkml+xml"/>
  <Override PartName="/ppt/ink/ink1202.xml" ContentType="application/inkml+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6"/>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 id="309" r:id="rId54"/>
    <p:sldId id="310" r:id="rId55"/>
    <p:sldId id="311" r:id="rId56"/>
    <p:sldId id="312" r:id="rId57"/>
    <p:sldId id="313" r:id="rId58"/>
    <p:sldId id="314" r:id="rId59"/>
    <p:sldId id="315" r:id="rId60"/>
    <p:sldId id="316" r:id="rId61"/>
    <p:sldId id="317" r:id="rId62"/>
    <p:sldId id="318" r:id="rId63"/>
    <p:sldId id="319" r:id="rId64"/>
    <p:sldId id="320" r:id="rId65"/>
    <p:sldId id="321" r:id="rId66"/>
    <p:sldId id="322" r:id="rId67"/>
    <p:sldId id="323" r:id="rId68"/>
    <p:sldId id="324" r:id="rId69"/>
    <p:sldId id="325" r:id="rId70"/>
    <p:sldId id="326" r:id="rId71"/>
    <p:sldId id="327" r:id="rId72"/>
    <p:sldId id="328" r:id="rId73"/>
    <p:sldId id="329" r:id="rId74"/>
    <p:sldId id="330" r:id="rId75"/>
    <p:sldId id="331" r:id="rId76"/>
    <p:sldId id="332" r:id="rId77"/>
    <p:sldId id="333" r:id="rId78"/>
    <p:sldId id="334" r:id="rId79"/>
    <p:sldId id="335" r:id="rId80"/>
    <p:sldId id="336" r:id="rId81"/>
    <p:sldId id="337" r:id="rId82"/>
    <p:sldId id="338" r:id="rId83"/>
    <p:sldId id="339" r:id="rId84"/>
    <p:sldId id="340" r:id="rId85"/>
    <p:sldId id="341" r:id="rId86"/>
    <p:sldId id="342" r:id="rId87"/>
    <p:sldId id="343" r:id="rId88"/>
    <p:sldId id="344" r:id="rId89"/>
    <p:sldId id="345" r:id="rId90"/>
    <p:sldId id="346" r:id="rId91"/>
    <p:sldId id="347" r:id="rId92"/>
    <p:sldId id="348" r:id="rId93"/>
    <p:sldId id="349" r:id="rId94"/>
    <p:sldId id="350" r:id="rId95"/>
    <p:sldId id="351" r:id="rId96"/>
    <p:sldId id="352" r:id="rId97"/>
    <p:sldId id="353" r:id="rId98"/>
    <p:sldId id="354" r:id="rId99"/>
    <p:sldId id="355" r:id="rId100"/>
    <p:sldId id="356" r:id="rId101"/>
    <p:sldId id="357" r:id="rId102"/>
    <p:sldId id="358" r:id="rId103"/>
    <p:sldId id="359" r:id="rId104"/>
    <p:sldId id="360" r:id="rId105"/>
  </p:sldIdLst>
  <p:sldSz cx="12196763" cy="6858000"/>
  <p:notesSz cx="6858000" cy="9144000"/>
  <p:defaultTextStyle>
    <a:defPPr>
      <a:defRPr lang="zh-CN"/>
    </a:defPPr>
    <a:lvl1pPr marL="0" lvl="0"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defRPr>
    </a:lvl2pPr>
    <a:lvl3pPr marL="914400" lvl="2"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defRPr>
    </a:lvl3pPr>
    <a:lvl4pPr marL="1371600" lvl="3"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defRPr>
    </a:lvl4pPr>
    <a:lvl5pPr marL="1828800" lvl="4"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defRPr>
    </a:lvl5pPr>
    <a:lvl6pPr marL="2286000" lvl="5"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defRPr>
    </a:lvl6pPr>
    <a:lvl7pPr marL="2743200" lvl="6"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defRPr>
    </a:lvl7pPr>
    <a:lvl8pPr marL="3200400" lvl="7"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defRPr>
    </a:lvl8pPr>
    <a:lvl9pPr marL="3657600" lvl="8"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defRPr>
    </a:lvl9pPr>
  </p:defaultTextStyle>
  <p:extLst>
    <p:ext uri="{EFAFB233-063F-42B5-8137-9DF3F51BA10A}">
      <p15:sldGuideLst xmlns:p15="http://schemas.microsoft.com/office/powerpoint/2012/main">
        <p15:guide id="1" orient="horz" pos="2142">
          <p15:clr>
            <a:srgbClr val="A4A3A4"/>
          </p15:clr>
        </p15:guide>
        <p15:guide id="2" pos="384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3B3B3"/>
    <a:srgbClr val="004C54"/>
    <a:srgbClr val="0F3D68"/>
    <a:srgbClr val="113E6A"/>
    <a:srgbClr val="00467A"/>
    <a:srgbClr val="006BBC"/>
    <a:srgbClr val="F8F8F8"/>
    <a:srgbClr val="363636"/>
    <a:srgbClr val="FAFAFA"/>
    <a:srgbClr val="0033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16D9F66E-5EB9-4882-86FB-DCBF35E3C3E4}" styleName="Medium Style 4 - Accent 6">
    <a:wholeTbl>
      <a:tcTxStyle>
        <a:fontRef idx="minor">
          <a:srgbClr val="00000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3552" autoAdjust="0"/>
    <p:restoredTop sz="94660"/>
  </p:normalViewPr>
  <p:slideViewPr>
    <p:cSldViewPr snapToObjects="1" showGuides="1">
      <p:cViewPr varScale="1">
        <p:scale>
          <a:sx n="60" d="100"/>
          <a:sy n="60" d="100"/>
        </p:scale>
        <p:origin x="60" y="1076"/>
      </p:cViewPr>
      <p:guideLst>
        <p:guide orient="horz" pos="2142"/>
        <p:guide pos="384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presProps" Target="presProps.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viewProps" Target="viewProp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theme" Target="theme/theme1.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s>
</file>

<file path=ppt/ink/ink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482"/>
    </inkml:context>
    <inkml:brush xml:id="br0">
      <inkml:brushProperty name="width" value="0.03969" units="cm"/>
      <inkml:brushProperty name="height" value="0.03969" units="cm"/>
      <inkml:brushProperty name="fitToCurve" value="1"/>
    </inkml:brush>
  </inkml:definitions>
  <inkml:trace contextRef="#ctx0" brushRef="#br0">10731 5992 430,'-78'129'105,"0"-18"-16,-8 10-24,-5 20 11,24-40-19,-6 13-38,21-35-27,-7 7-75</inkml:trace>
</inkml:ink>
</file>

<file path=ppt/ink/ink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483"/>
    </inkml:context>
    <inkml:brush xml:id="br0">
      <inkml:brushProperty name="width" value="0.03969" units="cm"/>
      <inkml:brushProperty name="height" value="0.03969" units="cm"/>
      <inkml:brushProperty name="fitToCurve" value="1"/>
    </inkml:brush>
  </inkml:definitions>
  <inkml:trace contextRef="#ctx0" brushRef="#br0">10563 6301 210,'94'-44'185,"6"-2"-53,36 3 45,-79 164-121,-121-5-50,5-34 4,-16 6 4,-22 17-1,15-22-2,-11 4-2,3-2-1,-42 39-5,50-55-20,-5-33-573</inkml:trace>
</inkml:ink>
</file>

<file path=ppt/ink/ink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484"/>
    </inkml:context>
    <inkml:brush xml:id="br0">
      <inkml:brushProperty name="width" value="0.03969" units="cm"/>
      <inkml:brushProperty name="height" value="0.03969" units="cm"/>
      <inkml:brushProperty name="fitToCurve" value="1"/>
    </inkml:brush>
  </inkml:definitions>
  <inkml:trace contextRef="#ctx0" brushRef="#br0">10428 6450 166,'50'56'-28</inkml:trace>
</inkml:ink>
</file>

<file path=ppt/ink/ink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485"/>
    </inkml:context>
    <inkml:brush xml:id="br0">
      <inkml:brushProperty name="width" value="0.03969" units="cm"/>
      <inkml:brushProperty name="height" value="0.03969" units="cm"/>
      <inkml:brushProperty name="fitToCurve" value="1"/>
    </inkml:brush>
  </inkml:definitions>
  <inkml:trace contextRef="#ctx0" brushRef="#br0">10610 6512 162,'77'100'564,"-85"-21"-536,-86 71-30,-30-20 9,220-160 81,-6 5-108,13 22-29,-40 158-35,-110-56 120,-17-7-2,-54 31 22,30-83-15,69-140-22,68 22-25,21 1-9,17 4-36</inkml:trace>
</inkml:ink>
</file>

<file path=ppt/ink/ink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486"/>
    </inkml:context>
    <inkml:brush xml:id="br0">
      <inkml:brushProperty name="width" value="0.03969" units="cm"/>
      <inkml:brushProperty name="height" value="0.03969" units="cm"/>
      <inkml:brushProperty name="fitToCurve" value="1"/>
    </inkml:brush>
  </inkml:definitions>
  <inkml:trace contextRef="#ctx0" brushRef="#br0">11037 6441 565,'146'0'242,"-38"-20"-188,-4-7-40,-10-3-10,15-1-6,-14 9-28,-11 30-399</inkml:trace>
</inkml:ink>
</file>

<file path=ppt/ink/ink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487"/>
    </inkml:context>
    <inkml:brush xml:id="br0">
      <inkml:brushProperty name="width" value="0.03969" units="cm"/>
      <inkml:brushProperty name="height" value="0.03969" units="cm"/>
      <inkml:brushProperty name="fitToCurve" value="1"/>
    </inkml:brush>
  </inkml:definitions>
  <inkml:trace contextRef="#ctx0" brushRef="#br0">11478 6425 409,'-40'94'205,"-42"59"-11,30-63-160,-10 4-22,-10-2-6,-3-12-4,-54 50-3,53-91-436</inkml:trace>
</inkml:ink>
</file>

<file path=ppt/ink/ink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488"/>
    </inkml:context>
    <inkml:brush xml:id="br0">
      <inkml:brushProperty name="width" value="0.03969" units="cm"/>
      <inkml:brushProperty name="height" value="0.03969" units="cm"/>
      <inkml:brushProperty name="fitToCurve" value="1"/>
    </inkml:brush>
  </inkml:definitions>
  <inkml:trace contextRef="#ctx0" brushRef="#br0">11264 6612 242,'0'95'26,"-3"13"74,-1 21 27,-3 1-47,-8 34-72,9-86-73</inkml:trace>
</inkml:ink>
</file>

<file path=ppt/ink/ink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489"/>
    </inkml:context>
    <inkml:brush xml:id="br0">
      <inkml:brushProperty name="width" value="0.03969" units="cm"/>
      <inkml:brushProperty name="height" value="0.03969" units="cm"/>
      <inkml:brushProperty name="fitToCurve" value="1"/>
    </inkml:brush>
  </inkml:definitions>
  <inkml:trace contextRef="#ctx0" brushRef="#br0">11342 6727 434,'64'116'327,"97"13"-236,-93-50-935</inkml:trace>
</inkml:ink>
</file>

<file path=ppt/ink/ink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490"/>
    </inkml:context>
    <inkml:brush xml:id="br0">
      <inkml:brushProperty name="width" value="0.03969" units="cm"/>
      <inkml:brushProperty name="height" value="0.03969" units="cm"/>
      <inkml:brushProperty name="fitToCurve" value="1"/>
    </inkml:brush>
  </inkml:definitions>
  <inkml:trace contextRef="#ctx0" brushRef="#br0">11925 6225 374,'22'117'367,"-10"-36"-280,3 3-63,0 27-32,-11-5-83,-27-27-453</inkml:trace>
</inkml:ink>
</file>

<file path=ppt/ink/ink1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491"/>
    </inkml:context>
    <inkml:brush xml:id="br0">
      <inkml:brushProperty name="width" value="0.03969" units="cm"/>
      <inkml:brushProperty name="height" value="0.03969" units="cm"/>
      <inkml:brushProperty name="fitToCurve" value="1"/>
    </inkml:brush>
  </inkml:definitions>
  <inkml:trace contextRef="#ctx0" brushRef="#br0">11898 6420 319,'-35'99'383,"-1"-17"-330,-51 69-24,-9-2-281</inkml:trace>
</inkml:ink>
</file>

<file path=ppt/ink/ink1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492"/>
    </inkml:context>
    <inkml:brush xml:id="br0">
      <inkml:brushProperty name="width" value="0.03969" units="cm"/>
      <inkml:brushProperty name="height" value="0.03969" units="cm"/>
      <inkml:brushProperty name="fitToCurve" value="1"/>
    </inkml:brush>
  </inkml:definitions>
  <inkml:trace contextRef="#ctx0" brushRef="#br0">12094 6400 555,'95'99'245,"-36"53"-717</inkml:trace>
</inkml:ink>
</file>

<file path=ppt/ink/ink1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493"/>
    </inkml:context>
    <inkml:brush xml:id="br0">
      <inkml:brushProperty name="width" value="0.03969" units="cm"/>
      <inkml:brushProperty name="height" value="0.03969" units="cm"/>
      <inkml:brushProperty name="fitToCurve" value="1"/>
    </inkml:brush>
  </inkml:definitions>
  <inkml:trace contextRef="#ctx0" brushRef="#br0">12327 6665 570,'-24'139'131,"-54"36"-19,29-81-70,-19 23-28,17-37-10,-17 28-1,-43 33 0,17-33-4,12-19-1,-26 6-12,26-26-27,7-38-375</inkml:trace>
</inkml:ink>
</file>

<file path=ppt/ink/ink1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494"/>
    </inkml:context>
    <inkml:brush xml:id="br0">
      <inkml:brushProperty name="width" value="0.03969" units="cm"/>
      <inkml:brushProperty name="height" value="0.03969" units="cm"/>
      <inkml:brushProperty name="fitToCurve" value="1"/>
    </inkml:brush>
  </inkml:definitions>
  <inkml:trace contextRef="#ctx0" brushRef="#br0">9210 5992 446,'14'138'139,"13"-53"-140</inkml:trace>
</inkml:ink>
</file>

<file path=ppt/ink/ink1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495"/>
    </inkml:context>
    <inkml:brush xml:id="br0">
      <inkml:brushProperty name="width" value="0.03969" units="cm"/>
      <inkml:brushProperty name="height" value="0.03969" units="cm"/>
      <inkml:brushProperty name="fitToCurve" value="1"/>
    </inkml:brush>
  </inkml:definitions>
  <inkml:trace contextRef="#ctx0" brushRef="#br0">9046 6244 449,'1'113'104,"19"-36"-5,0 11-37,-7 6-95,0-16-81,-6-3-142</inkml:trace>
</inkml:ink>
</file>

<file path=ppt/ink/ink1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496"/>
    </inkml:context>
    <inkml:brush xml:id="br0">
      <inkml:brushProperty name="width" value="0.03969" units="cm"/>
      <inkml:brushProperty name="height" value="0.03969" units="cm"/>
      <inkml:brushProperty name="fitToCurve" value="1"/>
    </inkml:brush>
  </inkml:definitions>
  <inkml:trace contextRef="#ctx0" brushRef="#br0">9290 6397 358,'94'-25'80,"25"-12"61,-31 16-24,-14 7-49,16 6-38,-222 113 1,45-42-19,11-2-3,-68 86 6,115-61-6,138-77-5,-14-52-20,-15-8-105,0 31-411</inkml:trace>
</inkml:ink>
</file>

<file path=ppt/ink/ink1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497"/>
    </inkml:context>
    <inkml:brush xml:id="br0">
      <inkml:brushProperty name="width" value="0.03969" units="cm"/>
      <inkml:brushProperty name="height" value="0.03969" units="cm"/>
      <inkml:brushProperty name="fitToCurve" value="1"/>
    </inkml:brush>
  </inkml:definitions>
  <inkml:trace contextRef="#ctx0" brushRef="#br0">9581 6638 177,'0'91'27,"0"15"122,7-2 56,1 46 7,-16-67-146,-19-3-30,-60-3-22,-2-36-10,-20-42-3,25-39-1,-2-39-5,39 5-873</inkml:trace>
</inkml:ink>
</file>

<file path=ppt/ink/ink1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498"/>
    </inkml:context>
    <inkml:brush xml:id="br0">
      <inkml:brushProperty name="width" value="0.03969" units="cm"/>
      <inkml:brushProperty name="height" value="0.03969" units="cm"/>
      <inkml:brushProperty name="fitToCurve" value="1"/>
    </inkml:brush>
  </inkml:definitions>
  <inkml:trace contextRef="#ctx0" brushRef="#br0">21204 20830 533,'-243'-17'-136,"-26"-8"207,-52 10-84,-5 12 31,-28 50-20,-15 68-13,138-43-33,143-63 50,-52 24-35,50 3-8,3 13-13</inkml:trace>
</inkml:ink>
</file>

<file path=ppt/ink/ink1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499"/>
    </inkml:context>
    <inkml:brush xml:id="br0">
      <inkml:brushProperty name="width" value="0.03969" units="cm"/>
      <inkml:brushProperty name="height" value="0.03969" units="cm"/>
      <inkml:brushProperty name="fitToCurve" value="1"/>
    </inkml:brush>
  </inkml:definitions>
  <inkml:trace contextRef="#ctx0" brushRef="#br0">24469 12648 533,'-157'44'336,"124"41"-333</inkml:trace>
</inkml:ink>
</file>

<file path=ppt/ink/ink1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500"/>
    </inkml:context>
    <inkml:brush xml:id="br0">
      <inkml:brushProperty name="width" value="0.03969" units="cm"/>
      <inkml:brushProperty name="height" value="0.03969" units="cm"/>
      <inkml:brushProperty name="fitToCurve" value="1"/>
    </inkml:brush>
  </inkml:definitions>
  <inkml:trace contextRef="#ctx0" brushRef="#br0">16539 9152 313,'30'93'503,"-12"-15"-917</inkml:trace>
</inkml:ink>
</file>

<file path=ppt/ink/ink2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501"/>
    </inkml:context>
    <inkml:brush xml:id="br0">
      <inkml:brushProperty name="width" value="0.03969" units="cm"/>
      <inkml:brushProperty name="height" value="0.03969" units="cm"/>
      <inkml:brushProperty name="fitToCurve" value="1"/>
    </inkml:brush>
  </inkml:definitions>
  <inkml:trace contextRef="#ctx0" brushRef="#br0">16446 9495 446,'62'105'293,"-66"-27"-296,-15 12-32,-10 6 19,-1-17 39,-23 69 110,98-230-215,1-35-64,-13 24 22,3-22-5,-7 5 8,-9 36-48</inkml:trace>
</inkml:ink>
</file>

<file path=ppt/ink/ink2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502"/>
    </inkml:context>
    <inkml:brush xml:id="br0">
      <inkml:brushProperty name="width" value="0.03969" units="cm"/>
      <inkml:brushProperty name="height" value="0.03969" units="cm"/>
      <inkml:brushProperty name="fitToCurve" value="1"/>
    </inkml:brush>
  </inkml:definitions>
  <inkml:trace contextRef="#ctx0" brushRef="#br0">16638 9096 353,'14'126'176,"0"-39"-61,-6 50-38,-9-52-97,-11 0-96</inkml:trace>
</inkml:ink>
</file>

<file path=ppt/ink/ink2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503"/>
    </inkml:context>
    <inkml:brush xml:id="br0">
      <inkml:brushProperty name="width" value="0.03969" units="cm"/>
      <inkml:brushProperty name="height" value="0.03969" units="cm"/>
      <inkml:brushProperty name="fitToCurve" value="1"/>
    </inkml:brush>
  </inkml:definitions>
  <inkml:trace contextRef="#ctx0" brushRef="#br0">16576 9249 269,'122'-66'82,"-13"26"15,32 12-45,-97 160-79,-120-38 41,-5 2 1,-15 25-22,34-47-120</inkml:trace>
</inkml:ink>
</file>

<file path=ppt/ink/ink2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504"/>
    </inkml:context>
    <inkml:brush xml:id="br0">
      <inkml:brushProperty name="width" value="0.03969" units="cm"/>
      <inkml:brushProperty name="height" value="0.03969" units="cm"/>
      <inkml:brushProperty name="fitToCurve" value="1"/>
    </inkml:brush>
  </inkml:definitions>
  <inkml:trace contextRef="#ctx0" brushRef="#br0">16698 9502 244,'88'-3'-24,"16"-6"35,-19 15 8,-25 83 58,-146 23 63,-17-16-23,-34 11-98,21-68-239,80-139 55,59 23 109,70 28 85,24 80 242,50 53 23,-64-52-231,5-14-71,-3-17-103,-21 29-582</inkml:trace>
</inkml:ink>
</file>

<file path=ppt/ink/ink2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505"/>
    </inkml:context>
    <inkml:brush xml:id="br0">
      <inkml:brushProperty name="width" value="0.03969" units="cm"/>
      <inkml:brushProperty name="height" value="0.03969" units="cm"/>
      <inkml:brushProperty name="fitToCurve" value="1"/>
    </inkml:brush>
  </inkml:definitions>
  <inkml:trace contextRef="#ctx0" brushRef="#br0">17233 9140 276,'84'-11'479,"-7"31"-373,5 18-99,7 4-5,-68 44-2,-66-7-4,-2 16-3,12-14-8,12 12-17,37 0-29,72-53 24,-7-28 12,2-1 4,48 69-5,-129 13 50,-39-14 25,-88 58 28,52-86-83,-8-26-562</inkml:trace>
</inkml:ink>
</file>

<file path=ppt/ink/ink2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506"/>
    </inkml:context>
    <inkml:brush xml:id="br0">
      <inkml:brushProperty name="width" value="0.03969" units="cm"/>
      <inkml:brushProperty name="height" value="0.03969" units="cm"/>
      <inkml:brushProperty name="fitToCurve" value="1"/>
    </inkml:brush>
  </inkml:definitions>
  <inkml:trace contextRef="#ctx0" brushRef="#br0">18228 9060 136,'-73'79'360,"15"39"-184,27-40-119,-2 23-13,14-16-14,3 11-9,11 20-5,9-28-6,8 1-3,15 16-4,26-7-7,30-50-16,5-68-130,-12 26-346</inkml:trace>
</inkml:ink>
</file>

<file path=ppt/ink/ink2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507"/>
    </inkml:context>
    <inkml:brush xml:id="br0">
      <inkml:brushProperty name="width" value="0.03969" units="cm"/>
      <inkml:brushProperty name="height" value="0.03969" units="cm"/>
      <inkml:brushProperty name="fitToCurve" value="1"/>
    </inkml:brush>
  </inkml:definitions>
  <inkml:trace contextRef="#ctx0" brushRef="#br0">18432 9074 212,'12'114'565,"-6"-18"-527,-12-7-68,-31-9-537</inkml:trace>
</inkml:ink>
</file>

<file path=ppt/ink/ink2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508"/>
    </inkml:context>
    <inkml:brush xml:id="br0">
      <inkml:brushProperty name="width" value="0.03969" units="cm"/>
      <inkml:brushProperty name="height" value="0.03969" units="cm"/>
      <inkml:brushProperty name="fitToCurve" value="1"/>
    </inkml:brush>
  </inkml:definitions>
  <inkml:trace contextRef="#ctx0" brushRef="#br0">18511 8965 332,'78'-2'67,"32"10"61,-90 88-339</inkml:trace>
</inkml:ink>
</file>

<file path=ppt/ink/ink2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509"/>
    </inkml:context>
    <inkml:brush xml:id="br0">
      <inkml:brushProperty name="width" value="0.03969" units="cm"/>
      <inkml:brushProperty name="height" value="0.03969" units="cm"/>
      <inkml:brushProperty name="fitToCurve" value="1"/>
    </inkml:brush>
  </inkml:definitions>
  <inkml:trace contextRef="#ctx0" brushRef="#br0">18429 9195 137,'106'-71'52,"-18"38"20,4 60-29,-149 73-35,-39-7 11,20-37 54,-19 6 6,-34 16-1,4-7-48,261-124 203,-50 11-217,32-13-4,-21 13-3,-4 7-4,10-1-2,-17 9-2,28-7-4,-11 9-12,-7 5-50,-18 28-334</inkml:trace>
</inkml:ink>
</file>

<file path=ppt/ink/ink2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510"/>
    </inkml:context>
    <inkml:brush xml:id="br0">
      <inkml:brushProperty name="width" value="0.03969" units="cm"/>
      <inkml:brushProperty name="height" value="0.03969" units="cm"/>
      <inkml:brushProperty name="fitToCurve" value="1"/>
    </inkml:brush>
  </inkml:definitions>
  <inkml:trace contextRef="#ctx0" brushRef="#br0">18441 9314 163,'0'112'319,"-12"-35"-185,-7 19-35,2-13-40,9 11-41,27-14-180,69-187-207,-42 13 282,-11 3 55,0 10 26,0-7 11,26 236 467,-61-57-398,-1 15-24,-1 23-15,0-30-14,-5-2-16,0 7-10,-6 13-35,-2-25-46,-4-17-103</inkml:trace>
</inkml:ink>
</file>

<file path=ppt/ink/ink3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511"/>
    </inkml:context>
    <inkml:brush xml:id="br0">
      <inkml:brushProperty name="width" value="0.03969" units="cm"/>
      <inkml:brushProperty name="height" value="0.03969" units="cm"/>
      <inkml:brushProperty name="fitToCurve" value="1"/>
    </inkml:brush>
  </inkml:definitions>
  <inkml:trace contextRef="#ctx0" brushRef="#br0">18447 9420 285,'105'-42'563,"-12"23"-543,-37 95-21,-112-2-1,-20 22 2,14-17 1,-10 14 2,25-4-2,135-60-260,-45-142 13,19 40 149,31-11 64,3 19 78,-15 32 74,23 25 108,-74 151-19,-141 2-191,-25-24-137,110-207-280,86 1 368,81 49 263,-4 78 5,8 50-158,-66-44-70,38-27-7,-33 25-617</inkml:trace>
</inkml:ink>
</file>

<file path=ppt/ink/ink3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512"/>
    </inkml:context>
    <inkml:brush xml:id="br0">
      <inkml:brushProperty name="width" value="0.03969" units="cm"/>
      <inkml:brushProperty name="height" value="0.03969" units="cm"/>
      <inkml:brushProperty name="fitToCurve" value="1"/>
    </inkml:brush>
  </inkml:definitions>
  <inkml:trace contextRef="#ctx0" brushRef="#br0">19179 9306 570,'151'-69'81,"3"7"44,-41 23-59,-9 13-29,1 6-33,-9 3-15,-10 31-431</inkml:trace>
</inkml:ink>
</file>

<file path=ppt/ink/ink3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513"/>
    </inkml:context>
    <inkml:brush xml:id="br0">
      <inkml:brushProperty name="width" value="0.03969" units="cm"/>
      <inkml:brushProperty name="height" value="0.03969" units="cm"/>
      <inkml:brushProperty name="fitToCurve" value="1"/>
    </inkml:brush>
  </inkml:definitions>
  <inkml:trace contextRef="#ctx0" brushRef="#br0">19656 9176 212,'-16'99'503,"-20"-18"-434,-12 11-38,1-11-15,-14 32 4,-1-12-8,-1-13-8,10-15-3,-11 8-3,-17-27-623</inkml:trace>
</inkml:ink>
</file>

<file path=ppt/ink/ink3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514"/>
    </inkml:context>
    <inkml:brush xml:id="br0">
      <inkml:brushProperty name="width" value="0.03969" units="cm"/>
      <inkml:brushProperty name="height" value="0.03969" units="cm"/>
      <inkml:brushProperty name="fitToCurve" value="1"/>
    </inkml:brush>
  </inkml:definitions>
  <inkml:trace contextRef="#ctx0" brushRef="#br0">19516 9333 136,'0'112'372,"0"37"-128,-3-46-187,2-6-68,5-13-330</inkml:trace>
</inkml:ink>
</file>

<file path=ppt/ink/ink3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515"/>
    </inkml:context>
    <inkml:brush xml:id="br0">
      <inkml:brushProperty name="width" value="0.03969" units="cm"/>
      <inkml:brushProperty name="height" value="0.03969" units="cm"/>
      <inkml:brushProperty name="fitToCurve" value="1"/>
    </inkml:brush>
  </inkml:definitions>
  <inkml:trace contextRef="#ctx0" brushRef="#br0">19633 9502 419,'69'125'354,"75"-19"-292,-55-87-371</inkml:trace>
</inkml:ink>
</file>

<file path=ppt/ink/ink3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516"/>
    </inkml:context>
    <inkml:brush xml:id="br0">
      <inkml:brushProperty name="width" value="0.03969" units="cm"/>
      <inkml:brushProperty name="height" value="0.03969" units="cm"/>
      <inkml:brushProperty name="fitToCurve" value="1"/>
    </inkml:brush>
  </inkml:definitions>
  <inkml:trace contextRef="#ctx0" brushRef="#br0">19827 9403 302,'79'-30'140,"62"0"157,-55 18-199,1 1-63,14-1-26,6-3-13,-21-34-160,-101-32-15,-29 5 121</inkml:trace>
</inkml:ink>
</file>

<file path=ppt/ink/ink3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517"/>
    </inkml:context>
    <inkml:brush xml:id="br0">
      <inkml:brushProperty name="width" value="0.03969" units="cm"/>
      <inkml:brushProperty name="height" value="0.03969" units="cm"/>
      <inkml:brushProperty name="fitToCurve" value="1"/>
    </inkml:brush>
  </inkml:definitions>
  <inkml:trace contextRef="#ctx0" brushRef="#br0">20126 9041 163,'-2'80'103,"-20"5"-13,-6 9-34,-1 26 177,17-37-81,14 6-92,12 1-53,31 2-2,27-4-1,82 36-12,-65-144-135,-9 27-378</inkml:trace>
</inkml:ink>
</file>

<file path=ppt/ink/ink3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518"/>
    </inkml:context>
    <inkml:brush xml:id="br0">
      <inkml:brushProperty name="width" value="0.03969" units="cm"/>
      <inkml:brushProperty name="height" value="0.03969" units="cm"/>
      <inkml:brushProperty name="fitToCurve" value="1"/>
    </inkml:brush>
  </inkml:definitions>
  <inkml:trace contextRef="#ctx0" brushRef="#br0">20484 9335 136,'-95'52'131,"31"37"88,-10 23-11,-46 50-74,57-78-110,-2-7-19,-15-26-624</inkml:trace>
</inkml:ink>
</file>

<file path=ppt/ink/ink3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519"/>
    </inkml:context>
    <inkml:brush xml:id="br0">
      <inkml:brushProperty name="width" value="0.03969" units="cm"/>
      <inkml:brushProperty name="height" value="0.03969" units="cm"/>
      <inkml:brushProperty name="fitToCurve" value="1"/>
    </inkml:brush>
  </inkml:definitions>
  <inkml:trace contextRef="#ctx0" brushRef="#br0">20487 8952 793,'86'0'65,"-54"91"-53,-40 15-5,18-2-3,10 12-2,-7-19-1,2 6 0,-7-2-1,-6 5 0,-19-8-2,-129-60 6,90-138-3,24-10 0,5 14-1,104 44-3,40 37-6,-14-23-20,-27-8-100,37-40-180,-48-7 109,2 182 674,-46 5-365,-6 18-55,-8 2-42,-9-16-24,-26-19-417</inkml:trace>
</inkml:ink>
</file>

<file path=ppt/ink/ink3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520"/>
    </inkml:context>
    <inkml:brush xml:id="br0">
      <inkml:brushProperty name="width" value="0.03969" units="cm"/>
      <inkml:brushProperty name="height" value="0.03969" units="cm"/>
      <inkml:brushProperty name="fitToCurve" value="1"/>
    </inkml:brush>
  </inkml:definitions>
  <inkml:trace contextRef="#ctx0" brushRef="#br0">21048 7068 236,'97'-95'231,"21"2"-93,28-14-41,-57 45-65,37-20-36,-26 21-13,-14 15-5,5-2-9,29-19-135</inkml:trace>
</inkml:ink>
</file>

<file path=ppt/ink/ink4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521"/>
    </inkml:context>
    <inkml:brush xml:id="br0">
      <inkml:brushProperty name="width" value="0.03969" units="cm"/>
      <inkml:brushProperty name="height" value="0.03969" units="cm"/>
      <inkml:brushProperty name="fitToCurve" value="1"/>
    </inkml:brush>
  </inkml:definitions>
  <inkml:trace contextRef="#ctx0" brushRef="#br0">21806 6127 340,'25'-78'86,"91"42"33,27 48 28,-42 17-56,-20 15-35,-26 36-34,-44 17-21,-20-7-38,-28-7-559</inkml:trace>
</inkml:ink>
</file>

<file path=ppt/ink/ink4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522"/>
    </inkml:context>
    <inkml:brush xml:id="br0">
      <inkml:brushProperty name="width" value="0.03969" units="cm"/>
      <inkml:brushProperty name="height" value="0.03969" units="cm"/>
      <inkml:brushProperty name="fitToCurve" value="1"/>
    </inkml:brush>
  </inkml:definitions>
  <inkml:trace contextRef="#ctx0" brushRef="#br0">19934 5134 360,'88'-21'20,"20"-10"138,53-9 51,-85 22-158,13 2-19,12-4-22,-13 9-25,11 11-170,-23 25-449</inkml:trace>
</inkml:ink>
</file>

<file path=ppt/ink/ink4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523"/>
    </inkml:context>
    <inkml:brush xml:id="br0">
      <inkml:brushProperty name="width" value="0.03969" units="cm"/>
      <inkml:brushProperty name="height" value="0.03969" units="cm"/>
      <inkml:brushProperty name="fitToCurve" value="1"/>
    </inkml:brush>
  </inkml:definitions>
  <inkml:trace contextRef="#ctx0" brushRef="#br0">20162 5145 458,'-35'100'-16,"8"21"43,16-4 95,36 25 29,18-60-342</inkml:trace>
</inkml:ink>
</file>

<file path=ppt/ink/ink4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524"/>
    </inkml:context>
    <inkml:brush xml:id="br0">
      <inkml:brushProperty name="width" value="0.03969" units="cm"/>
      <inkml:brushProperty name="height" value="0.03969" units="cm"/>
      <inkml:brushProperty name="fitToCurve" value="1"/>
    </inkml:brush>
  </inkml:definitions>
  <inkml:trace contextRef="#ctx0" brushRef="#br0">20126 5307 142,'95'-14'185,"-40"143"30,-48-13-223,59-212-10,1-8 10,30 53-5,-64 167 47,-39 52 116,-2-64-68,-4-8-28,-7-10-27,-12 5-10,-21-7-11,-98 35 2,59-89-4,-3-29-3,0-62-6,60-46-6,29 9-33,-2-15-86,8 31-137</inkml:trace>
</inkml:ink>
</file>

<file path=ppt/ink/ink4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525"/>
    </inkml:context>
    <inkml:brush xml:id="br0">
      <inkml:brushProperty name="width" value="0.03969" units="cm"/>
      <inkml:brushProperty name="height" value="0.03969" units="cm"/>
      <inkml:brushProperty name="fitToCurve" value="1"/>
    </inkml:brush>
  </inkml:definitions>
  <inkml:trace contextRef="#ctx0" brushRef="#br0">20726 5176 136,'-38'148'637,"16"-66"-595,1 1-25,8 17-9,3-15 2,1 7-3,93-67-3,-35-103-5,-6 0-1,1-11-1,112 184-82,-121 2 33,-135 35 30,190-202-354,-2 41 543,51 18 75,-58 13-211,14 3-94,-15 24-628</inkml:trace>
</inkml:ink>
</file>

<file path=ppt/ink/ink4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526"/>
    </inkml:context>
    <inkml:brush xml:id="br0">
      <inkml:brushProperty name="width" value="0.03969" units="cm"/>
      <inkml:brushProperty name="height" value="0.03969" units="cm"/>
      <inkml:brushProperty name="fitToCurve" value="1"/>
    </inkml:brush>
  </inkml:definitions>
  <inkml:trace contextRef="#ctx0" brushRef="#br0">21480 5201 210,'89'-59'145,"3"12"-30,49-6 99,19 29-49,-77 43-596</inkml:trace>
</inkml:ink>
</file>

<file path=ppt/ink/ink4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527"/>
    </inkml:context>
    <inkml:brush xml:id="br0">
      <inkml:brushProperty name="width" value="0.03969" units="cm"/>
      <inkml:brushProperty name="height" value="0.03969" units="cm"/>
      <inkml:brushProperty name="fitToCurve" value="1"/>
    </inkml:brush>
  </inkml:definitions>
  <inkml:trace contextRef="#ctx0" brushRef="#br0">21720 4810 230,'30'138'427,"-29"-61"-366,-2 2-30,-5 9-46,-7-6-38,-15 67-98,-8-41-36,3-35 41,-51-58 85,52-102 487,198 35-168,-61 34-229,13-2-21,-10 2-17,-8 5-81,-13 29-457</inkml:trace>
</inkml:ink>
</file>

<file path=ppt/ink/ink4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528"/>
    </inkml:context>
    <inkml:brush xml:id="br0">
      <inkml:brushProperty name="width" value="0.03969" units="cm"/>
      <inkml:brushProperty name="height" value="0.03969" units="cm"/>
      <inkml:brushProperty name="fitToCurve" value="1"/>
    </inkml:brush>
  </inkml:definitions>
  <inkml:trace contextRef="#ctx0" brushRef="#br0">21840 5345 136,'-89'68'124,"25"22"-69,20-15-37,-3-2-4,-10 16 54,182-62 280,-32-77-312,-1 4-10,-1 11-8,11 7-1,-31 181-10,-103-74-447</inkml:trace>
</inkml:ink>
</file>

<file path=ppt/ink/ink4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529"/>
    </inkml:context>
    <inkml:brush xml:id="br0">
      <inkml:brushProperty name="width" value="0.03969" units="cm"/>
      <inkml:brushProperty name="height" value="0.03969" units="cm"/>
      <inkml:brushProperty name="fitToCurve" value="1"/>
    </inkml:brush>
  </inkml:definitions>
  <inkml:trace contextRef="#ctx0" brushRef="#br0">22105 5152 369,'132'-74'218,"14"32"10,-59 37-203,-7 30-451</inkml:trace>
</inkml:ink>
</file>

<file path=ppt/ink/ink4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530"/>
    </inkml:context>
    <inkml:brush xml:id="br0">
      <inkml:brushProperty name="width" value="0.03969" units="cm"/>
      <inkml:brushProperty name="height" value="0.03969" units="cm"/>
      <inkml:brushProperty name="fitToCurve" value="1"/>
    </inkml:brush>
  </inkml:definitions>
  <inkml:trace contextRef="#ctx0" brushRef="#br0">22367 4762 154,'-7'125'397,"-5"-31"-275,5 26-42,5-26-41,2-6-11,8 27-8,-1-21-9,7 36-2,0-14-7,3-3-1,-7-18-1,-114-109-1,32-70 2,30-25 0,21 12 2,21 3-1,34-3-1,126 5-16,-66 74-12,11 0 4,-25-6-48,2 27-459</inkml:trace>
</inkml:ink>
</file>

<file path=ppt/ink/ink5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531"/>
    </inkml:context>
    <inkml:brush xml:id="br0">
      <inkml:brushProperty name="width" value="0.03969" units="cm"/>
      <inkml:brushProperty name="height" value="0.03969" units="cm"/>
      <inkml:brushProperty name="fitToCurve" value="1"/>
    </inkml:brush>
  </inkml:definitions>
  <inkml:trace contextRef="#ctx0" brushRef="#br0">22577 4600 155,'45'112'422,"-37"17"-357,-31 27-29,0-72-178</inkml:trace>
</inkml:ink>
</file>

<file path=ppt/ink/ink5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532"/>
    </inkml:context>
    <inkml:brush xml:id="br0">
      <inkml:brushProperty name="width" value="0.03969" units="cm"/>
      <inkml:brushProperty name="height" value="0.03969" units="cm"/>
      <inkml:brushProperty name="fitToCurve" value="1"/>
    </inkml:brush>
  </inkml:definitions>
  <inkml:trace contextRef="#ctx0" brushRef="#br0">22645 4953 136,'41'-79'9,"44"5"115,4 84 36</inkml:trace>
</inkml:ink>
</file>

<file path=ppt/ink/ink5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533"/>
    </inkml:context>
    <inkml:brush xml:id="br0">
      <inkml:brushProperty name="width" value="0.03969" units="cm"/>
      <inkml:brushProperty name="height" value="0.03969" units="cm"/>
      <inkml:brushProperty name="fitToCurve" value="1"/>
    </inkml:brush>
  </inkml:definitions>
  <inkml:trace contextRef="#ctx0" brushRef="#br0">22537 4888 190,'-23'100'100,"13"-15"34,3 15 58,3 41-31,2-56-168,-27-5-549</inkml:trace>
</inkml:ink>
</file>

<file path=ppt/ink/ink5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534"/>
    </inkml:context>
    <inkml:brush xml:id="br0">
      <inkml:brushProperty name="width" value="0.03969" units="cm"/>
      <inkml:brushProperty name="height" value="0.03969" units="cm"/>
      <inkml:brushProperty name="fitToCurve" value="1"/>
    </inkml:brush>
  </inkml:definitions>
  <inkml:trace contextRef="#ctx0" brushRef="#br0">22482 5095 165,'93'-40'21,"-9"10"65,3 4 46,18 7 51,-13 92 87,-142 16-272,-1 2-25,-9-19-229</inkml:trace>
</inkml:ink>
</file>

<file path=ppt/ink/ink5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535"/>
    </inkml:context>
    <inkml:brush xml:id="br0">
      <inkml:brushProperty name="width" value="0.03969" units="cm"/>
      <inkml:brushProperty name="height" value="0.03969" units="cm"/>
      <inkml:brushProperty name="fitToCurve" value="1"/>
    </inkml:brush>
  </inkml:definitions>
  <inkml:trace contextRef="#ctx0" brushRef="#br0">22570 5131 166,'87'-41'133,"-69"172"350,-123 8-421,74-56-53,117-46-8,5-49 1,-4 1 3,-173 75-2,11 2-7,-1-1 1,2 9 0,93 30 9,63-134-2,6-20-3,56-76-6,-163 216 17,13 48-7,5-46-3,5 1 0,3 13-1,2 15-1,1-10-2,8-4-6,6-2-103,-31-29-275</inkml:trace>
</inkml:ink>
</file>

<file path=ppt/ink/ink5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536"/>
    </inkml:context>
    <inkml:brush xml:id="br0">
      <inkml:brushProperty name="width" value="0.03969" units="cm"/>
      <inkml:brushProperty name="height" value="0.03969" units="cm"/>
      <inkml:brushProperty name="fitToCurve" value="1"/>
    </inkml:brush>
  </inkml:definitions>
  <inkml:trace contextRef="#ctx0" brushRef="#br0">23031 5944 861</inkml:trace>
</inkml:ink>
</file>

<file path=ppt/ink/ink5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557"/>
    </inkml:context>
    <inkml:brush xml:id="br0">
      <inkml:brushProperty name="width" value="0.03969" units="cm"/>
      <inkml:brushProperty name="height" value="0.03969" units="cm"/>
      <inkml:brushProperty name="fitToCurve" value="1"/>
    </inkml:brush>
  </inkml:definitions>
  <inkml:trace contextRef="#ctx0" brushRef="#br0">10370 1554 678,'0'166'143,"10"-82"-112,13 2-29,4 5-56,-3-7-190</inkml:trace>
</inkml:ink>
</file>

<file path=ppt/ink/ink5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558"/>
    </inkml:context>
    <inkml:brush xml:id="br0">
      <inkml:brushProperty name="width" value="0.03969" units="cm"/>
      <inkml:brushProperty name="height" value="0.03969" units="cm"/>
      <inkml:brushProperty name="fitToCurve" value="1"/>
    </inkml:brush>
  </inkml:definitions>
  <inkml:trace contextRef="#ctx0" brushRef="#br0">10450 1501 568,'114'20'98,"-119"60"1,-26 18-52,-8-18-28,-15 12 0,-5-17-9,75-191-402,29 37 29</inkml:trace>
</inkml:ink>
</file>

<file path=ppt/ink/ink5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559"/>
    </inkml:context>
    <inkml:brush xml:id="br0">
      <inkml:brushProperty name="width" value="0.03969" units="cm"/>
      <inkml:brushProperty name="height" value="0.03969" units="cm"/>
      <inkml:brushProperty name="fitToCurve" value="1"/>
    </inkml:brush>
  </inkml:definitions>
  <inkml:trace contextRef="#ctx0" brushRef="#br0">10696 1149 338,'45'88'232,"-10"43"-169,-35-250-36,146 60 136,-99 145-202,-75 3 21,-23-15 31,-7 6 12,-50 64 19,31-90-656</inkml:trace>
</inkml:ink>
</file>

<file path=ppt/ink/ink5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560"/>
    </inkml:context>
    <inkml:brush xml:id="br0">
      <inkml:brushProperty name="width" value="0.03969" units="cm"/>
      <inkml:brushProperty name="height" value="0.03969" units="cm"/>
      <inkml:brushProperty name="fitToCurve" value="1"/>
    </inkml:brush>
  </inkml:definitions>
  <inkml:trace contextRef="#ctx0" brushRef="#br0">10634 1585 415,'49'105'383,"28"-72"-391,-118 48 82,-7-5-87,109-151-145,2 1-19</inkml:trace>
</inkml:ink>
</file>

<file path=ppt/ink/ink6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561"/>
    </inkml:context>
    <inkml:brush xml:id="br0">
      <inkml:brushProperty name="width" value="0.03969" units="cm"/>
      <inkml:brushProperty name="height" value="0.03969" units="cm"/>
      <inkml:brushProperty name="fitToCurve" value="1"/>
    </inkml:brush>
  </inkml:definitions>
  <inkml:trace contextRef="#ctx0" brushRef="#br0">11040 1537 136,'68'121'655,"-101"-46"-712,-44 46 23,43-34-122,-27 14-26,-43 22 62,4-28 94,-12-13 58,18-26 55,2-13 105,225-166 124,-50 61-309,37-37-2,-14 11-2,-12 12-2,4-7-2,1-3-17,-86 184-300,-63 65 488,35-84-106,6 2-15,3 8-19,10 26-12,11-16-10,4-9-4,0-4-2,-70-182-5,32 6-8,0-3-38,6 0-72,3 18-45,-26-6-150,-63 153 476,26 6 42,-23 21-43,-40 30-106,57-93-613</inkml:trace>
</inkml:ink>
</file>

<file path=ppt/ink/ink6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562"/>
    </inkml:context>
    <inkml:brush xml:id="br0">
      <inkml:brushProperty name="width" value="0.03969" units="cm"/>
      <inkml:brushProperty name="height" value="0.03969" units="cm"/>
      <inkml:brushProperty name="fitToCurve" value="1"/>
    </inkml:brush>
  </inkml:definitions>
  <inkml:trace contextRef="#ctx0" brushRef="#br0">11031 2053 798,'43'78'55,"14"17"-27,33-43-21,10-60-15,-14 28-438</inkml:trace>
</inkml:ink>
</file>

<file path=ppt/ink/ink6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563"/>
    </inkml:context>
    <inkml:brush xml:id="br0">
      <inkml:brushProperty name="width" value="0.03969" units="cm"/>
      <inkml:brushProperty name="height" value="0.03969" units="cm"/>
      <inkml:brushProperty name="fitToCurve" value="1"/>
    </inkml:brush>
  </inkml:definitions>
  <inkml:trace contextRef="#ctx0" brushRef="#br0">11427 1437 654,'119'-118'212,"-38"66"-202,14 5-3,2 12-3,4 13-5,-25 30-300</inkml:trace>
</inkml:ink>
</file>

<file path=ppt/ink/ink6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564"/>
    </inkml:context>
    <inkml:brush xml:id="br0">
      <inkml:brushProperty name="width" value="0.03969" units="cm"/>
      <inkml:brushProperty name="height" value="0.03969" units="cm"/>
      <inkml:brushProperty name="fitToCurve" value="1"/>
    </inkml:brush>
  </inkml:definitions>
  <inkml:trace contextRef="#ctx0" brushRef="#br0">11660 1013 213,'-22'141'507,"26"-55"-450,0-6-55,6 9-105,-4-7-176</inkml:trace>
</inkml:ink>
</file>

<file path=ppt/ink/ink6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565"/>
    </inkml:context>
    <inkml:brush xml:id="br0">
      <inkml:brushProperty name="width" value="0.03969" units="cm"/>
      <inkml:brushProperty name="height" value="0.03969" units="cm"/>
      <inkml:brushProperty name="fitToCurve" value="1"/>
    </inkml:brush>
  </inkml:definitions>
  <inkml:trace contextRef="#ctx0" brushRef="#br0">11654 1420 136,'129'-3'706,"-38"13"-820,-115 75-321,-49-7 311,-21-9 143,11-13 227,258-101 162,-76 9-399,-3 16-1,-81 106-6,-132-94-674,16 78 822,32 19 105,114 36-81,-79-40-146,0-6 3,-11 8-6,-1 0-20,0-11-114</inkml:trace>
</inkml:ink>
</file>

<file path=ppt/ink/ink6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566"/>
    </inkml:context>
    <inkml:brush xml:id="br0">
      <inkml:brushProperty name="width" value="0.03969" units="cm"/>
      <inkml:brushProperty name="height" value="0.03969" units="cm"/>
      <inkml:brushProperty name="fitToCurve" value="1"/>
    </inkml:brush>
  </inkml:definitions>
  <inkml:trace contextRef="#ctx0" brushRef="#br0">12319 1790 573,'160'-23'190,"-68"4"-140,35-7-10,-39 12-31,40-3-6,-16-2-5,-22 5-32,-8 29-387</inkml:trace>
</inkml:ink>
</file>

<file path=ppt/ink/ink6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567"/>
    </inkml:context>
    <inkml:brush xml:id="br0">
      <inkml:brushProperty name="width" value="0.03969" units="cm"/>
      <inkml:brushProperty name="height" value="0.03969" units="cm"/>
      <inkml:brushProperty name="fitToCurve" value="1"/>
    </inkml:brush>
  </inkml:definitions>
  <inkml:trace contextRef="#ctx0" brushRef="#br0">12701 1560 461,'107'-45'155,"-23"48"-46,-3 16-44,-4 18-30,-9 44-11,-40 16-8,-33 3-9,-30-15-4,-35-4-870</inkml:trace>
</inkml:ink>
</file>

<file path=ppt/ink/ink6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568"/>
    </inkml:context>
    <inkml:brush xml:id="br0">
      <inkml:brushProperty name="width" value="0.03969" units="cm"/>
      <inkml:brushProperty name="height" value="0.03969" units="cm"/>
      <inkml:brushProperty name="fitToCurve" value="1"/>
    </inkml:brush>
  </inkml:definitions>
  <inkml:trace contextRef="#ctx0" brushRef="#br0">13730 1095 550,'32'142'302,"-38"-59"-734</inkml:trace>
</inkml:ink>
</file>

<file path=ppt/ink/ink6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569"/>
    </inkml:context>
    <inkml:brush xml:id="br0">
      <inkml:brushProperty name="width" value="0.03969" units="cm"/>
      <inkml:brushProperty name="height" value="0.03969" units="cm"/>
      <inkml:brushProperty name="fitToCurve" value="1"/>
    </inkml:brush>
  </inkml:definitions>
  <inkml:trace contextRef="#ctx0" brushRef="#br0">13709 1373 152,'-5'108'568,"5"-26"-492,4 20-43,9-4-12,9-2-11,3-6-6,-18-187-42,7 7-154</inkml:trace>
</inkml:ink>
</file>

<file path=ppt/ink/ink6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570"/>
    </inkml:context>
    <inkml:brush xml:id="br0">
      <inkml:brushProperty name="width" value="0.03969" units="cm"/>
      <inkml:brushProperty name="height" value="0.03969" units="cm"/>
      <inkml:brushProperty name="fitToCurve" value="1"/>
    </inkml:brush>
  </inkml:definitions>
  <inkml:trace contextRef="#ctx0" brushRef="#br0">14031 780 476,'0'123'227,"0"-31"-161,-7-1-62,1-3-76,-3-2-74</inkml:trace>
</inkml:ink>
</file>

<file path=ppt/ink/ink7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571"/>
    </inkml:context>
    <inkml:brush xml:id="br0">
      <inkml:brushProperty name="width" value="0.03969" units="cm"/>
      <inkml:brushProperty name="height" value="0.03969" units="cm"/>
      <inkml:brushProperty name="fitToCurve" value="1"/>
    </inkml:brush>
  </inkml:definitions>
  <inkml:trace contextRef="#ctx0" brushRef="#br0">14112 1018 495,'76'-49'116,"65"18"98,-106 112-229,-75 12-72,-72 25-92,-24-44 97,29-44 78,219-107 221,-25 35-165,-7 6-16,-6 7-6,-227 149-54,71-61-51,-6 69-64,78-3 67,-6-8 43,-16-11 58,-26 13 27,-26 13 50</inkml:trace>
</inkml:ink>
</file>

<file path=ppt/ink/ink7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572"/>
    </inkml:context>
    <inkml:brush xml:id="br0">
      <inkml:brushProperty name="width" value="0.03969" units="cm"/>
      <inkml:brushProperty name="height" value="0.03969" units="cm"/>
      <inkml:brushProperty name="fitToCurve" value="1"/>
    </inkml:brush>
  </inkml:definitions>
  <inkml:trace contextRef="#ctx0" brushRef="#br0">14339 1268 213,'-42'82'161,"-33"1"-13,-37-10-132,35-61-176</inkml:trace>
</inkml:ink>
</file>

<file path=ppt/ink/ink7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573"/>
    </inkml:context>
    <inkml:brush xml:id="br0">
      <inkml:brushProperty name="width" value="0.03969" units="cm"/>
      <inkml:brushProperty name="height" value="0.03969" units="cm"/>
      <inkml:brushProperty name="fitToCurve" value="1"/>
    </inkml:brush>
  </inkml:definitions>
  <inkml:trace contextRef="#ctx0" brushRef="#br0">14094 1327 137,'76'60'287,"7"23"55,8-100-259,-5-33-108,-3 39-393</inkml:trace>
</inkml:ink>
</file>

<file path=ppt/ink/ink7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574"/>
    </inkml:context>
    <inkml:brush xml:id="br0">
      <inkml:brushProperty name="width" value="0.03969" units="cm"/>
      <inkml:brushProperty name="height" value="0.03969" units="cm"/>
      <inkml:brushProperty name="fitToCurve" value="1"/>
    </inkml:brush>
  </inkml:definitions>
  <inkml:trace contextRef="#ctx0" brushRef="#br0">14083 1477 138,'-12'88'54,"-9"-2"-5,13 14 0</inkml:trace>
</inkml:ink>
</file>

<file path=ppt/ink/ink7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575"/>
    </inkml:context>
    <inkml:brush xml:id="br0">
      <inkml:brushProperty name="width" value="0.03969" units="cm"/>
      <inkml:brushProperty name="height" value="0.03969" units="cm"/>
      <inkml:brushProperty name="fitToCurve" value="1"/>
    </inkml:brush>
  </inkml:definitions>
  <inkml:trace contextRef="#ctx0" brushRef="#br0">14196 1546 136,'0'104'266,"13"-8"-120,103-131-91,5-50 70,-45 94-44,12 8-57,-3-46-98,-1-16-105,-8 13-343</inkml:trace>
</inkml:ink>
</file>

<file path=ppt/ink/ink7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576"/>
    </inkml:context>
    <inkml:brush xml:id="br0">
      <inkml:brushProperty name="width" value="0.03969" units="cm"/>
      <inkml:brushProperty name="height" value="0.03969" units="cm"/>
      <inkml:brushProperty name="fitToCurve" value="1"/>
    </inkml:brush>
  </inkml:definitions>
  <inkml:trace contextRef="#ctx0" brushRef="#br0">14825 944 590,'39'56'168</inkml:trace>
</inkml:ink>
</file>

<file path=ppt/ink/ink7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577"/>
    </inkml:context>
    <inkml:brush xml:id="br0">
      <inkml:brushProperty name="width" value="0.03969" units="cm"/>
      <inkml:brushProperty name="height" value="0.03969" units="cm"/>
      <inkml:brushProperty name="fitToCurve" value="1"/>
    </inkml:brush>
  </inkml:definitions>
  <inkml:trace contextRef="#ctx0" brushRef="#br0">14793 1182 546,'4'150'96,"5"-53"-65,6 3-9,-8-12 15,-4 9 11,-17-8-4,15-211-272,15 43-72</inkml:trace>
</inkml:ink>
</file>

<file path=ppt/ink/ink7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578"/>
    </inkml:context>
    <inkml:brush xml:id="br0">
      <inkml:brushProperty name="width" value="0.03969" units="cm"/>
      <inkml:brushProperty name="height" value="0.03969" units="cm"/>
      <inkml:brushProperty name="fitToCurve" value="1"/>
    </inkml:brush>
  </inkml:definitions>
  <inkml:trace contextRef="#ctx0" brushRef="#br0">14980 1042 338,'104'-89'128,"11"25"71,-33 28-81,1 23-59,11 24-38,-11 46-21,-91 31-10,-61 1-25,-7-25-53,-5-40-105</inkml:trace>
</inkml:ink>
</file>

<file path=ppt/ink/ink7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579"/>
    </inkml:context>
    <inkml:brush xml:id="br0">
      <inkml:brushProperty name="width" value="0.03969" units="cm"/>
      <inkml:brushProperty name="height" value="0.03969" units="cm"/>
      <inkml:brushProperty name="fitToCurve" value="1"/>
    </inkml:brush>
  </inkml:definitions>
  <inkml:trace contextRef="#ctx0" brushRef="#br0">15144 894 136,'4'120'548,"-6"55"-421,-2-87-105,-2 0-11,-6 15-3,1-15-3,-9 36-1,-1-27-9,5-10-90,-19-173-576</inkml:trace>
</inkml:ink>
</file>

<file path=ppt/ink/ink7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580"/>
    </inkml:context>
    <inkml:brush xml:id="br0">
      <inkml:brushProperty name="width" value="0.03969" units="cm"/>
      <inkml:brushProperty name="height" value="0.03969" units="cm"/>
      <inkml:brushProperty name="fitToCurve" value="1"/>
    </inkml:brush>
  </inkml:definitions>
  <inkml:trace contextRef="#ctx0" brushRef="#br0">15235 291 343,'6'104'71,"-5"-29"-18,-4 66 23,-2 37-31,1 6-27,1-9-15,0-82-5,2 0-45,0 32-115,-13-51-154</inkml:trace>
</inkml:ink>
</file>

<file path=ppt/ink/ink8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581"/>
    </inkml:context>
    <inkml:brush xml:id="br0">
      <inkml:brushProperty name="width" value="0.03969" units="cm"/>
      <inkml:brushProperty name="height" value="0.03969" units="cm"/>
      <inkml:brushProperty name="fitToCurve" value="1"/>
    </inkml:brush>
  </inkml:definitions>
  <inkml:trace contextRef="#ctx0" brushRef="#br0">15238 1224 136,'4'-82'32,"97"7"186,2 51-23,15 82-20,-106 27-132,-41 5-27,-18-9-1,-17-5 1,-82 49-20,55-132-183,186-56-51,22 108 493,-11 82-99,-55-29-131,0-7-16,70 44 5,-17-114-12,-8-51-8,14-47-48,-18-1-40,-18-1 13,-10 4-55</inkml:trace>
</inkml:ink>
</file>

<file path=ppt/ink/ink8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582"/>
    </inkml:context>
    <inkml:brush xml:id="br0">
      <inkml:brushProperty name="width" value="0.03969" units="cm"/>
      <inkml:brushProperty name="height" value="0.03969" units="cm"/>
      <inkml:brushProperty name="fitToCurve" value="1"/>
    </inkml:brush>
  </inkml:definitions>
  <inkml:trace contextRef="#ctx0" brushRef="#br0">13752 10858 436,'128'-35'321,"-28"16"-301,-15 10-66,-6 23-62,-97 64-96,-100 39 141,14-36 121,0-1 59,-29 16 109,238-88-109,16-61-118,-34 8 0,18-26-43,-24 17-59,-2 1-54,53-59-104</inkml:trace>
</inkml:ink>
</file>

<file path=ppt/ink/ink8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583"/>
    </inkml:context>
    <inkml:brush xml:id="br0">
      <inkml:brushProperty name="width" value="0.03969" units="cm"/>
      <inkml:brushProperty name="height" value="0.03969" units="cm"/>
      <inkml:brushProperty name="fitToCurve" value="1"/>
    </inkml:brush>
  </inkml:definitions>
  <inkml:trace contextRef="#ctx0" brushRef="#br0">14219 10339 424,'0'128'45,"3"-5"21,2-4 8,1-26-35,5 65 33,-7-66-40,4 61 17,-6-57-33,1 55 6,1-25-11,1 15-4,-3-36-7,3 21-7,-8-13-51,-14-200-642</inkml:trace>
</inkml:ink>
</file>

<file path=ppt/ink/ink8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584"/>
    </inkml:context>
    <inkml:brush xml:id="br0">
      <inkml:brushProperty name="width" value="0.03969" units="cm"/>
      <inkml:brushProperty name="height" value="0.03969" units="cm"/>
      <inkml:brushProperty name="fitToCurve" value="1"/>
    </inkml:brush>
  </inkml:definitions>
  <inkml:trace contextRef="#ctx0" brushRef="#br0">14101 10452 244,'128'-72'278,"-47"41"-187,59-15 30,-36 19-74,-6 11-33,-60 93-9,-80-2 20,-18 11 2,-3 6-8,9-4-11,16 0-3,48 12-2,48-13-4,-86 28-29,-62-89 8,3-56-59,132-70-113,36-9-153</inkml:trace>
</inkml:ink>
</file>

<file path=ppt/ink/ink8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585"/>
    </inkml:context>
    <inkml:brush xml:id="br0">
      <inkml:brushProperty name="width" value="0.03969" units="cm"/>
      <inkml:brushProperty name="height" value="0.03969" units="cm"/>
      <inkml:brushProperty name="fitToCurve" value="1"/>
    </inkml:brush>
  </inkml:definitions>
  <inkml:trace contextRef="#ctx0" brushRef="#br0">14939 10189 449,'-84'87'184,"25"-5"-73,-7 22-34,-4 4-59,1-2-31,8-16-73,-3-12-164</inkml:trace>
</inkml:ink>
</file>

<file path=ppt/ink/ink8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586"/>
    </inkml:context>
    <inkml:brush xml:id="br0">
      <inkml:brushProperty name="width" value="0.03969" units="cm"/>
      <inkml:brushProperty name="height" value="0.03969" units="cm"/>
      <inkml:brushProperty name="fitToCurve" value="1"/>
    </inkml:brush>
  </inkml:definitions>
  <inkml:trace contextRef="#ctx0" brushRef="#br0">14709 10480 261,'84'12'261,"53"14"-27,-54 18-983</inkml:trace>
</inkml:ink>
</file>

<file path=ppt/ink/ink8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587"/>
    </inkml:context>
    <inkml:brush xml:id="br0">
      <inkml:brushProperty name="width" value="0.03969" units="cm"/>
      <inkml:brushProperty name="height" value="0.03969" units="cm"/>
      <inkml:brushProperty name="fitToCurve" value="1"/>
    </inkml:brush>
  </inkml:definitions>
  <inkml:trace contextRef="#ctx0" brushRef="#br0">14639 10662 195,'0'135'258,"-4"-61"-201,-1 9-17,-2-2-12,8 54 15,102-233-189,-44-16 120,11-19 21,-12 34 52,-33 232 217,-22-23-194,-5 5-37,5-15-21,9 4-14,20-22-67,-29-4-336</inkml:trace>
</inkml:ink>
</file>

<file path=ppt/ink/ink8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588"/>
    </inkml:context>
    <inkml:brush xml:id="br0">
      <inkml:brushProperty name="width" value="0.03969" units="cm"/>
      <inkml:brushProperty name="height" value="0.03969" units="cm"/>
      <inkml:brushProperty name="fitToCurve" value="1"/>
    </inkml:brush>
  </inkml:definitions>
  <inkml:trace contextRef="#ctx0" brushRef="#br0">15212 10560 222,'80'0'335,"67"0"-53,-62 33-254,-107 81-27,-49-14 3,-67 42 1,257-219-371,-33-4 322</inkml:trace>
</inkml:ink>
</file>

<file path=ppt/ink/ink8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589"/>
    </inkml:context>
    <inkml:brush xml:id="br0">
      <inkml:brushProperty name="width" value="0.03969" units="cm"/>
      <inkml:brushProperty name="height" value="0.03969" units="cm"/>
      <inkml:brushProperty name="fitToCurve" value="1"/>
    </inkml:brush>
  </inkml:definitions>
  <inkml:trace contextRef="#ctx0" brushRef="#br0">15728 10521 805,'0'101'15,"0"-7"-6,11 6-6,145-36 24,-92-140-22,-37-24 2,-28-3 0,-27-1 0,-127 87-8,85 26-299</inkml:trace>
</inkml:ink>
</file>

<file path=ppt/ink/ink8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590"/>
    </inkml:context>
    <inkml:brush xml:id="br0">
      <inkml:brushProperty name="width" value="0.03969" units="cm"/>
      <inkml:brushProperty name="height" value="0.03969" units="cm"/>
      <inkml:brushProperty name="fitToCurve" value="1"/>
    </inkml:brush>
  </inkml:definitions>
  <inkml:trace contextRef="#ctx0" brushRef="#br0">14733 11414 422,'67'110'309,"-51"-23"-449</inkml:trace>
</inkml:ink>
</file>

<file path=ppt/ink/ink9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591"/>
    </inkml:context>
    <inkml:brush xml:id="br0">
      <inkml:brushProperty name="width" value="0.03969" units="cm"/>
      <inkml:brushProperty name="height" value="0.03969" units="cm"/>
      <inkml:brushProperty name="fitToCurve" value="1"/>
    </inkml:brush>
  </inkml:definitions>
  <inkml:trace contextRef="#ctx0" brushRef="#br0">14515 11811 626,'145'-97'134,"-38"40"-78,-26 18-22,0 2-21,18 0-7,14 2-5,-6 17-3,-20 43-229</inkml:trace>
</inkml:ink>
</file>

<file path=ppt/ink/ink9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592"/>
    </inkml:context>
    <inkml:brush xml:id="br0">
      <inkml:brushProperty name="width" value="0.03969" units="cm"/>
      <inkml:brushProperty name="height" value="0.03969" units="cm"/>
      <inkml:brushProperty name="fitToCurve" value="1"/>
    </inkml:brush>
  </inkml:definitions>
  <inkml:trace contextRef="#ctx0" brushRef="#br0">14677 11723 242,'87'61'234,"-59"84"14,-18-70-192,-6 5-40,-3 2-135,-26-3-552</inkml:trace>
</inkml:ink>
</file>

<file path=ppt/ink/ink9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593"/>
    </inkml:context>
    <inkml:brush xml:id="br0">
      <inkml:brushProperty name="width" value="0.03969" units="cm"/>
      <inkml:brushProperty name="height" value="0.03969" units="cm"/>
      <inkml:brushProperty name="fitToCurve" value="1"/>
    </inkml:brush>
  </inkml:definitions>
  <inkml:trace contextRef="#ctx0" brushRef="#br0">14728 11846 136,'94'-75'237,"31"34"64,-37 148-357,-169 23-144,5-47-44</inkml:trace>
</inkml:ink>
</file>

<file path=ppt/ink/ink9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594"/>
    </inkml:context>
    <inkml:brush xml:id="br0">
      <inkml:brushProperty name="width" value="0.03969" units="cm"/>
      <inkml:brushProperty name="height" value="0.03969" units="cm"/>
      <inkml:brushProperty name="fitToCurve" value="1"/>
    </inkml:brush>
  </inkml:definitions>
  <inkml:trace contextRef="#ctx0" brushRef="#br0">14569 11968 136,'64'120'375,"-65"31"-294,-7-72-83,-7 49-190</inkml:trace>
</inkml:ink>
</file>

<file path=ppt/ink/ink9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595"/>
    </inkml:context>
    <inkml:brush xml:id="br0">
      <inkml:brushProperty name="width" value="0.03969" units="cm"/>
      <inkml:brushProperty name="height" value="0.03969" units="cm"/>
      <inkml:brushProperty name="fitToCurve" value="1"/>
    </inkml:brush>
  </inkml:definitions>
  <inkml:trace contextRef="#ctx0" brushRef="#br0">14730 12193 282,'82'-90'0,"18"7"36,-8 18 26,20-11 41,-29 23 3,-3 11-11,80-17 55,-83 113-131,-94 32-18,-27 13 0,-4-15 1,-5-4-5,-7 0-17,-25 1-79</inkml:trace>
</inkml:ink>
</file>

<file path=ppt/ink/ink9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596"/>
    </inkml:context>
    <inkml:brush xml:id="br0">
      <inkml:brushProperty name="width" value="0.03969" units="cm"/>
      <inkml:brushProperty name="height" value="0.03969" units="cm"/>
      <inkml:brushProperty name="fitToCurve" value="1"/>
    </inkml:brush>
  </inkml:definitions>
  <inkml:trace contextRef="#ctx0" brushRef="#br0">14872 12111 379,'5'95'181,"-17"55"21,-7-71-169,-8 16-39,-8-11-104</inkml:trace>
</inkml:ink>
</file>

<file path=ppt/ink/ink9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597"/>
    </inkml:context>
    <inkml:brush xml:id="br0">
      <inkml:brushProperty name="width" value="0.03969" units="cm"/>
      <inkml:brushProperty name="height" value="0.03969" units="cm"/>
      <inkml:brushProperty name="fitToCurve" value="1"/>
    </inkml:brush>
  </inkml:definitions>
  <inkml:trace contextRef="#ctx0" brushRef="#br0">14830 12133 244,'119'-50'128,"-8"68"110,-20 117-85,-84-36-126,-17 2 2,0-13-1,16 4-6,83-58-12,10-94-8,-34-17-3,-11 0-1,-8-6-2,37 11-862</inkml:trace>
</inkml:ink>
</file>

<file path=ppt/ink/ink9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598"/>
    </inkml:context>
    <inkml:brush xml:id="br0">
      <inkml:brushProperty name="width" value="0.03969" units="cm"/>
      <inkml:brushProperty name="height" value="0.03969" units="cm"/>
      <inkml:brushProperty name="fitToCurve" value="1"/>
    </inkml:brush>
  </inkml:definitions>
  <inkml:trace contextRef="#ctx0" brushRef="#br0">13545 13448 543,'130'-24'138,"-49"4"-80,3 3-90,0 2-82</inkml:trace>
</inkml:ink>
</file>

<file path=ppt/ink/ink9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599"/>
    </inkml:context>
    <inkml:brush xml:id="br0">
      <inkml:brushProperty name="width" value="0.03969" units="cm"/>
      <inkml:brushProperty name="height" value="0.03969" units="cm"/>
      <inkml:brushProperty name="fitToCurve" value="1"/>
    </inkml:brush>
  </inkml:definitions>
  <inkml:trace contextRef="#ctx0" brushRef="#br0">13467 13843 618,'150'-73'227,"-63"36"-208,47-11-19,-43 15-9,30-20-48,-45 20-45,1 24-401</inkml:trace>
</inkml:ink>
</file>

<file path=ppt/ink/ink9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600"/>
    </inkml:context>
    <inkml:brush xml:id="br0">
      <inkml:brushProperty name="width" value="0.03969" units="cm"/>
      <inkml:brushProperty name="height" value="0.03969" units="cm"/>
      <inkml:brushProperty name="fitToCurve" value="1"/>
    </inkml:brush>
  </inkml:definitions>
  <inkml:trace contextRef="#ctx0" brushRef="#br0">14117 13003 356,'0'121'200,"11"-19"-133,3 8-6,-1-1-7,10 39-16,-6-21-18,-3-15-5,3 21 0,-3-32-3,-1-11-4,-2 4-6,-1 10-20,1-15-125,-26-15-353</inkml:trace>
</inkml:ink>
</file>

<file path=ppt/ink/ink10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601"/>
    </inkml:context>
    <inkml:brush xml:id="br0">
      <inkml:brushProperty name="width" value="0.03969" units="cm"/>
      <inkml:brushProperty name="height" value="0.03969" units="cm"/>
      <inkml:brushProperty name="fitToCurve" value="1"/>
    </inkml:brush>
  </inkml:definitions>
  <inkml:trace contextRef="#ctx0" brushRef="#br0">14075 13197 219,'105'-71'638,"-9"37"-630,7 11-5,-5 35-7,-70 70-8,-66 17 3,-2-13 10,1 0 8,128-49-8,16-63-33,-19 39-71,-181 108 116,7-66 35,2-16-3,-12-15-15,13-90-43</inkml:trace>
</inkml:ink>
</file>

<file path=ppt/ink/ink10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602"/>
    </inkml:context>
    <inkml:brush xml:id="br0">
      <inkml:brushProperty name="width" value="0.03969" units="cm"/>
      <inkml:brushProperty name="height" value="0.03969" units="cm"/>
      <inkml:brushProperty name="fitToCurve" value="1"/>
    </inkml:brush>
  </inkml:definitions>
  <inkml:trace contextRef="#ctx0" brushRef="#br0">14709 12958 253,'-83'91'436,"43"-17"-358,2 6-39,6 0-25,4 8-43,-29-10-755</inkml:trace>
</inkml:ink>
</file>

<file path=ppt/ink/ink10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603"/>
    </inkml:context>
    <inkml:brush xml:id="br0">
      <inkml:brushProperty name="width" value="0.03969" units="cm"/>
      <inkml:brushProperty name="height" value="0.03969" units="cm"/>
      <inkml:brushProperty name="fitToCurve" value="1"/>
    </inkml:brush>
  </inkml:definitions>
  <inkml:trace contextRef="#ctx0" brushRef="#br0">14522 13274 136,'93'-78'36,"-2"64"176,-11 77-40,-64 18-179</inkml:trace>
</inkml:ink>
</file>

<file path=ppt/ink/ink10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604"/>
    </inkml:context>
    <inkml:brush xml:id="br0">
      <inkml:brushProperty name="width" value="0.03969" units="cm"/>
      <inkml:brushProperty name="height" value="0.03969" units="cm"/>
      <inkml:brushProperty name="fitToCurve" value="1"/>
    </inkml:brush>
  </inkml:definitions>
  <inkml:trace contextRef="#ctx0" brushRef="#br0">14547 13379 371,'0'109'124,"0"-20"-67,0 40 5,0 12-55,-4-54-60</inkml:trace>
</inkml:ink>
</file>

<file path=ppt/ink/ink10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605"/>
    </inkml:context>
    <inkml:brush xml:id="br0">
      <inkml:brushProperty name="width" value="0.03969" units="cm"/>
      <inkml:brushProperty name="height" value="0.03969" units="cm"/>
      <inkml:brushProperty name="fitToCurve" value="1"/>
    </inkml:brush>
  </inkml:definitions>
  <inkml:trace contextRef="#ctx0" brushRef="#br0">14684 13443 136,'69'108'442,"-52"-33"-356,1 30-4,1 0-42,-3-21-29,8-6-21,-26-2-389</inkml:trace>
</inkml:ink>
</file>

<file path=ppt/ink/ink10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606"/>
    </inkml:context>
    <inkml:brush xml:id="br0">
      <inkml:brushProperty name="width" value="0.03969" units="cm"/>
      <inkml:brushProperty name="height" value="0.03969" units="cm"/>
      <inkml:brushProperty name="fitToCurve" value="1"/>
    </inkml:brush>
  </inkml:definitions>
  <inkml:trace contextRef="#ctx0" brushRef="#br0">15408 13141 618,'-133'62'184,"55"-7"-138,-54 76-27,24 28-4,148-65-10,64-39-6,-13-42-2,30-28-10,-23-28-12,-15 35-403</inkml:trace>
</inkml:ink>
</file>

<file path=ppt/ink/ink10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607"/>
    </inkml:context>
    <inkml:brush xml:id="br0">
      <inkml:brushProperty name="width" value="0.03969" units="cm"/>
      <inkml:brushProperty name="height" value="0.03969" units="cm"/>
      <inkml:brushProperty name="fitToCurve" value="1"/>
    </inkml:brush>
  </inkml:definitions>
  <inkml:trace contextRef="#ctx0" brushRef="#br0">15483 13277 299,'0'94'374,"5"-17"-286,5 6-43,16 3-17,26-11-8,42-107-10,-57-68-5,-29-8 0,-19 17 0,-142 26 2,62 118-6,21 17-7,1 29-54,29-24-70,0 0-296</inkml:trace>
</inkml:ink>
</file>

<file path=ppt/ink/ink10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608"/>
    </inkml:context>
    <inkml:brush xml:id="br0">
      <inkml:brushProperty name="width" value="0.03969" units="cm"/>
      <inkml:brushProperty name="height" value="0.03969" units="cm"/>
      <inkml:brushProperty name="fitToCurve" value="1"/>
    </inkml:brush>
  </inkml:definitions>
  <inkml:trace contextRef="#ctx0" brushRef="#br0">16085 12815 531,'0'73'42,"0"15"42,0 66 38,2-49-78,5-20-21,-1 10-14,-2 3-5,1 24-11,-3-10-45,-4-31-92,-25-6-506</inkml:trace>
</inkml:ink>
</file>

<file path=ppt/ink/ink10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609"/>
    </inkml:context>
    <inkml:brush xml:id="br0">
      <inkml:brushProperty name="width" value="0.03969" units="cm"/>
      <inkml:brushProperty name="height" value="0.03969" units="cm"/>
      <inkml:brushProperty name="fitToCurve" value="1"/>
    </inkml:brush>
  </inkml:definitions>
  <inkml:trace contextRef="#ctx0" brushRef="#br0">15946 13211 255,'0'-79'335,"114"-51"-152,17 17-144,-35 44-23,-8 21-2,-3 15-5,6 61-4,-66 67-4,-29 7 2,-5 2 2,2 7 1,-1-1-2,7-6-1,-1 16-4,9-29-7,-28-8-433</inkml:trace>
</inkml:ink>
</file>

<file path=ppt/ink/ink10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610"/>
    </inkml:context>
    <inkml:brush xml:id="br0">
      <inkml:brushProperty name="width" value="0.03969" units="cm"/>
      <inkml:brushProperty name="height" value="0.03969" units="cm"/>
      <inkml:brushProperty name="fitToCurve" value="1"/>
    </inkml:brush>
  </inkml:definitions>
  <inkml:trace contextRef="#ctx0" brushRef="#br0">16149 13273 409,'47'-83'68,"84"55"269,-97 121-299,-58 0-31,-11 7 0,-4 0 0,-3 9-3,14-18-1,140-242-22,-76 66 4,5-14-10,4-19-48,-5 21-25,15-26-210</inkml:trace>
</inkml:ink>
</file>

<file path=ppt/ink/ink11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611"/>
    </inkml:context>
    <inkml:brush xml:id="br0">
      <inkml:brushProperty name="width" value="0.03969" units="cm"/>
      <inkml:brushProperty name="height" value="0.03969" units="cm"/>
      <inkml:brushProperty name="fitToCurve" value="1"/>
    </inkml:brush>
  </inkml:definitions>
  <inkml:trace contextRef="#ctx0" brushRef="#br0">16600 12558 151,'-4'102'179,"-37"-8"-261,-30 8 143,146-52 482,17-79-534,0-1-20,-6 3-224,-10 28-374</inkml:trace>
</inkml:ink>
</file>

<file path=ppt/ink/ink11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612"/>
    </inkml:context>
    <inkml:brush xml:id="br0">
      <inkml:brushProperty name="width" value="0.03969" units="cm"/>
      <inkml:brushProperty name="height" value="0.03969" units="cm"/>
      <inkml:brushProperty name="fitToCurve" value="1"/>
    </inkml:brush>
  </inkml:definitions>
  <inkml:trace contextRef="#ctx0" brushRef="#br0">16575 12839 145,'-69'75'63,"93"24"394,71-82-298,15-57-135,-21-17-20,68-50-4,-176 200 14,-32-18-6,-26 21 0,3-12-2,9 0-4,111-3-13,-94-1-93,22-3 106,6 9 2,9 4 1,7-2-1,7-4-6,-30-1-567</inkml:trace>
</inkml:ink>
</file>

<file path=ppt/ink/ink11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613"/>
    </inkml:context>
    <inkml:brush xml:id="br0">
      <inkml:brushProperty name="width" value="0.03969" units="cm"/>
      <inkml:brushProperty name="height" value="0.03969" units="cm"/>
      <inkml:brushProperty name="fitToCurve" value="1"/>
    </inkml:brush>
  </inkml:definitions>
  <inkml:trace contextRef="#ctx0" brushRef="#br0">16689 13459 224,'44'-79'21,"28"-12"45,40-13 69,-29 48 11,4 161 101,-78-6-228,-7-1-8,9 2-3,6-3-8,2-4-4,-11 4-4,-29-14-431</inkml:trace>
</inkml:ink>
</file>

<file path=ppt/ink/ink11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614"/>
    </inkml:context>
    <inkml:brush xml:id="br0">
      <inkml:brushProperty name="width" value="0.03969" units="cm"/>
      <inkml:brushProperty name="height" value="0.03969" units="cm"/>
      <inkml:brushProperty name="fitToCurve" value="1"/>
    </inkml:brush>
  </inkml:definitions>
  <inkml:trace contextRef="#ctx0" brushRef="#br0">16851 13514 136,'-86'-84'3,"17"-14"152,200 18 199,-150 227-212,-5-70-88,22 14-24,114-89-25,-17-49-11,-3 31-437</inkml:trace>
</inkml:ink>
</file>

<file path=ppt/ink/ink11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615"/>
    </inkml:context>
    <inkml:brush xml:id="br0">
      <inkml:brushProperty name="width" value="0.03969" units="cm"/>
      <inkml:brushProperty name="height" value="0.03969" units="cm"/>
      <inkml:brushProperty name="fitToCurve" value="1"/>
    </inkml:brush>
  </inkml:definitions>
  <inkml:trace contextRef="#ctx0" brushRef="#br0">19797 9160 537,'77'-3'-109,"71"-2"136,-56-1-11,80 2 18,-61 3-2,94-4 40,-42-6-35,-57 5-6,68-5 2,-4 0-4,-60 5-4,74-1 0,30 0-5,-75 2-6,64-2 0,-5 7-6,-71 0-2,68-2 0,19 0-2,-75 1-1,57 1 1,-11 1-2,-66 1-1,55-2 1,9-2 0,-66 1 0,43-3 0,-24 3-1,79 1 2,-99 0-2,64-3 0,-40-1 0,-2-1-1,-36-3-1,19-5-3,-10-6-16,-27 31-416</inkml:trace>
</inkml:ink>
</file>

<file path=ppt/ink/ink11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616"/>
    </inkml:context>
    <inkml:brush xml:id="br0">
      <inkml:brushProperty name="width" value="0.03969" units="cm"/>
      <inkml:brushProperty name="height" value="0.03969" units="cm"/>
      <inkml:brushProperty name="fitToCurve" value="1"/>
    </inkml:brush>
  </inkml:definitions>
  <inkml:trace contextRef="#ctx0" brushRef="#br0">18218 11294 136,'-93'0'0,"9"5"1,-3 2 6,-2 0 14,174 7 181,21-14-166,16 0-10,-16-2-15,19 1 3,-44 0-2,46-3 3,0 1 2,-45 1-2,66-1 8,31 1 2,-63 0-2,57-1 7,-1-2 2,-60 1-6,72 1 0,28 0-2,-74 0-4,72 1 0,4 0-4,-77 0-3,71 1 0,33 0-4,-85 0-2,76 0 1,-5-1-2,-81 0 0,72 1-1,26-3-2,-87 2 0,66 0 0,-6 2-1,-77 0-1,57-1 1,17 0-1,-76 0 0,54 1 0,-14 0 0,-65 0 0,52 2 1,1 0-1,-61-1 0,32 0-1,-17 0 1,59 0 0,-87 0 0,31 1-1,3 1-2,-32-1-3,-14 19-433</inkml:trace>
</inkml:ink>
</file>

<file path=ppt/ink/ink11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617"/>
    </inkml:context>
    <inkml:brush xml:id="br0">
      <inkml:brushProperty name="width" value="0.03969" units="cm"/>
      <inkml:brushProperty name="height" value="0.03969" units="cm"/>
      <inkml:brushProperty name="fitToCurve" value="1"/>
    </inkml:brush>
  </inkml:definitions>
  <inkml:trace contextRef="#ctx0" brushRef="#br0">17835 12096 575,'95'42'-248,"9"-33"222,12-6 32,-19-1 15,82 0 25,-77-2-5,93 0 39,-34-2-26,-56 1-9,65 0 1,-12-4-4,-54 2-9,78-3 0,30-2-4,-75 3-8,72-2-2,-7 1-4,-72 2-7,76-3 1,25 0-4,-81 2 0,63 0-1,-2 0-1,-77 2-1,58-2-1,19 0 1,-76 1-1,54 0 0,-14 0 0,-65 1-1,49-1 0,3 0 0,-56 1 0,35-1 0,-26 1-2,63 0-2,-82 5-2,31 2-22,-39 1-40,-9 19-485</inkml:trace>
</inkml:ink>
</file>

<file path=ppt/ink/ink11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618"/>
    </inkml:context>
    <inkml:brush xml:id="br0">
      <inkml:brushProperty name="width" value="0.03969" units="cm"/>
      <inkml:brushProperty name="height" value="0.03969" units="cm"/>
      <inkml:brushProperty name="fitToCurve" value="1"/>
    </inkml:brush>
  </inkml:definitions>
  <inkml:trace contextRef="#ctx0" brushRef="#br0">1620 8109 875,'113'-15'10,"10"-15"-8,-18-8-1,33-13-5,-23 2-7,4-12-21,-32 6-165,-9 14-397</inkml:trace>
</inkml:ink>
</file>

<file path=ppt/ink/ink11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619"/>
    </inkml:context>
    <inkml:brush xml:id="br0">
      <inkml:brushProperty name="width" value="0.03969" units="cm"/>
      <inkml:brushProperty name="height" value="0.03969" units="cm"/>
      <inkml:brushProperty name="fitToCurve" value="1"/>
    </inkml:brush>
  </inkml:definitions>
  <inkml:trace contextRef="#ctx0" brushRef="#br0">2454 7212 641,'38'183'211,"1"-85"-191,-6 5-17,23 58-1,-10-18 0,-7-17 0,2 42-2,-15-39-1,-7-17-1,-4 7-2,-5-13-11,-31-24-420</inkml:trace>
</inkml:ink>
</file>

<file path=ppt/ink/ink11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620"/>
    </inkml:context>
    <inkml:brush xml:id="br0">
      <inkml:brushProperty name="width" value="0.03969" units="cm"/>
      <inkml:brushProperty name="height" value="0.03969" units="cm"/>
      <inkml:brushProperty name="fitToCurve" value="1"/>
    </inkml:brush>
  </inkml:definitions>
  <inkml:trace contextRef="#ctx0" brushRef="#br0">2329 7546 139,'51'-88'374,"55"-44"-154,36-13-108,-66 88-99,18 76-13,-84 74-1,-16 32 0,-14 3 4,-1-9 2,15-23 0,33-1 2,75-73-8,-13-44-13,-164 106 22,-87 12 3,154-213-94,31 31-407</inkml:trace>
</inkml:ink>
</file>

<file path=ppt/ink/ink12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621"/>
    </inkml:context>
    <inkml:brush xml:id="br0">
      <inkml:brushProperty name="width" value="0.03969" units="cm"/>
      <inkml:brushProperty name="height" value="0.03969" units="cm"/>
      <inkml:brushProperty name="fitToCurve" value="1"/>
    </inkml:brush>
  </inkml:definitions>
  <inkml:trace contextRef="#ctx0" brushRef="#br0">2999 6959 548,'-60'123'215,"29"-21"-148,5 3-31,7-11-38,9 5-113,-25-24-426</inkml:trace>
</inkml:ink>
</file>

<file path=ppt/ink/ink12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622"/>
    </inkml:context>
    <inkml:brush xml:id="br0">
      <inkml:brushProperty name="width" value="0.03969" units="cm"/>
      <inkml:brushProperty name="height" value="0.03969" units="cm"/>
      <inkml:brushProperty name="fitToCurve" value="1"/>
    </inkml:brush>
  </inkml:definitions>
  <inkml:trace contextRef="#ctx0" brushRef="#br0">2944 7171 248,'89'-27'117,"25"39"226,25 93-201,-105-17-245,-28-3-437</inkml:trace>
</inkml:ink>
</file>

<file path=ppt/ink/ink12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623"/>
    </inkml:context>
    <inkml:brush xml:id="br0">
      <inkml:brushProperty name="width" value="0.03969" units="cm"/>
      <inkml:brushProperty name="height" value="0.03969" units="cm"/>
      <inkml:brushProperty name="fitToCurve" value="1"/>
    </inkml:brush>
  </inkml:definitions>
  <inkml:trace contextRef="#ctx0" brushRef="#br0">2986 7400 338,'0'95'89,"0"31"122,0-39-105,0-9-46,16 7-49,69-101-37,-50-65 24,4-11 3,-1 15 10,107 34 58,-109 138-63,-9 8-1,1 6-1,3 33-1,-4-23-2,-7-14-1,11 7-2,11 5-9,-3-36-140,-31-2-371</inkml:trace>
</inkml:ink>
</file>

<file path=ppt/ink/ink12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624"/>
    </inkml:context>
    <inkml:brush xml:id="br0">
      <inkml:brushProperty name="width" value="0.03969" units="cm"/>
      <inkml:brushProperty name="height" value="0.03969" units="cm"/>
      <inkml:brushProperty name="fitToCurve" value="1"/>
    </inkml:brush>
  </inkml:definitions>
  <inkml:trace contextRef="#ctx0" brushRef="#br0">2023 10178 777,'157'-137'86,"-41"65"-69,-5 19-15,11 24-4,-22 28-9,-17 25-430</inkml:trace>
</inkml:ink>
</file>

<file path=ppt/ink/ink12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625"/>
    </inkml:context>
    <inkml:brush xml:id="br0">
      <inkml:brushProperty name="width" value="0.03969" units="cm"/>
      <inkml:brushProperty name="height" value="0.03969" units="cm"/>
      <inkml:brushProperty name="fitToCurve" value="1"/>
    </inkml:brush>
  </inkml:definitions>
  <inkml:trace contextRef="#ctx0" brushRef="#br0">2051 10741 633,'157'-146'209,"-66"75"-192,33-25 0,-18 18-16,-30 30-3,49-33-4,-18 15-178,-31 23-89</inkml:trace>
</inkml:ink>
</file>

<file path=ppt/ink/ink12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626"/>
    </inkml:context>
    <inkml:brush xml:id="br0">
      <inkml:brushProperty name="width" value="0.03969" units="cm"/>
      <inkml:brushProperty name="height" value="0.03969" units="cm"/>
      <inkml:brushProperty name="fitToCurve" value="1"/>
    </inkml:brush>
  </inkml:definitions>
  <inkml:trace contextRef="#ctx0" brushRef="#br0">2688 9295 584,'12'73'158,"22"35"-120,9 19-1,-14-43-16,28 72 7,-15-44-23,24 73 1,-33-86-4,23 71 1,-23-59-3,18 65 2,-25-87-2,13 50 1,-1-6-2,-3-3 1,-12-41-2,1 12-3,-32-27-293</inkml:trace>
</inkml:ink>
</file>

<file path=ppt/ink/ink12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627"/>
    </inkml:context>
    <inkml:brush xml:id="br0">
      <inkml:brushProperty name="width" value="0.03969" units="cm"/>
      <inkml:brushProperty name="height" value="0.03969" units="cm"/>
      <inkml:brushProperty name="fitToCurve" value="1"/>
    </inkml:brush>
  </inkml:definitions>
  <inkml:trace contextRef="#ctx0" brushRef="#br0">2644 9548 838,'68'-77'30,"10"12"-22,32-10-2,-10 19-4,-11 20-2,8 36-5,-70 97 2,-49 26 4,-16 7 2,11-43-1,-2 11-1,1 17 1,18-19 0,86-43-1,34-84-1,-25-11-3,11 3-7,-143 128 2,-28-9 14,-3-11 0,3-17-2,-18-101-26,108-97-51,14 20 12,-8 53 32,17-46-22,8-7-168</inkml:trace>
</inkml:ink>
</file>

<file path=ppt/ink/ink12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628"/>
    </inkml:context>
    <inkml:brush xml:id="br0">
      <inkml:brushProperty name="width" value="0.03969" units="cm"/>
      <inkml:brushProperty name="height" value="0.03969" units="cm"/>
      <inkml:brushProperty name="fitToCurve" value="1"/>
    </inkml:brush>
  </inkml:definitions>
  <inkml:trace contextRef="#ctx0" brushRef="#br0">3404 9147 795,'-39'89'-1,"6"-2"27,5 11-2,1 13-6,-1-14-15,9-8-53,-28-11-539</inkml:trace>
</inkml:ink>
</file>

<file path=ppt/ink/ink12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629"/>
    </inkml:context>
    <inkml:brush xml:id="br0">
      <inkml:brushProperty name="width" value="0.03969" units="cm"/>
      <inkml:brushProperty name="height" value="0.03969" units="cm"/>
      <inkml:brushProperty name="fitToCurve" value="1"/>
    </inkml:brush>
  </inkml:definitions>
  <inkml:trace contextRef="#ctx0" brushRef="#br0">3365 9395 282,'124'0'463,"-44"29"-352,-16 45-109,-45 15-114,-46-3-229,-50-16 103</inkml:trace>
</inkml:ink>
</file>

<file path=ppt/ink/ink12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630"/>
    </inkml:context>
    <inkml:brush xml:id="br0">
      <inkml:brushProperty name="width" value="0.03969" units="cm"/>
      <inkml:brushProperty name="height" value="0.03969" units="cm"/>
      <inkml:brushProperty name="fitToCurve" value="1"/>
    </inkml:brush>
  </inkml:definitions>
  <inkml:trace contextRef="#ctx0" brushRef="#br0">3372 9685 141,'-24'89'164,"24"19"7,27 8 67,90-220-169,-73 5-61,-9 24 0,75 85 49,-75 95-45,9 37-3,-16-48-5,0-6-1,6 16-1,9 14-2,-9-31-4,-31-11-295</inkml:trace>
</inkml:ink>
</file>

<file path=ppt/ink/ink13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631"/>
    </inkml:context>
    <inkml:brush xml:id="br0">
      <inkml:brushProperty name="width" value="0.03969" units="cm"/>
      <inkml:brushProperty name="height" value="0.03969" units="cm"/>
      <inkml:brushProperty name="fitToCurve" value="1"/>
    </inkml:brush>
  </inkml:definitions>
  <inkml:trace contextRef="#ctx0" brushRef="#br0">24596 10510 533</inkml:trace>
</inkml:ink>
</file>

<file path=ppt/ink/ink13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632"/>
    </inkml:context>
    <inkml:brush xml:id="br0">
      <inkml:brushProperty name="width" value="0.03969" units="cm"/>
      <inkml:brushProperty name="height" value="0.03969" units="cm"/>
      <inkml:brushProperty name="fitToCurve" value="1"/>
    </inkml:brush>
  </inkml:definitions>
  <inkml:trace contextRef="#ctx0" brushRef="#br0">14095 11562 650,'72'-106'-271,"-20"0"261,-7 7 26,15-33 0,-21 47-1,24-71 13,2-5 6,-22 57-4,37-86 8,18-47 3,-35 84-4,48-110 0,9-14-5,-43 98-5,55-126-2,25-60-7,-55 127-5,62-139-3,6-2-6,-59 134-3,72-135-3,37-49-5,-78 153 0,80-120-2,4 18 0,-79 134 0,76-95 1,33-12-4,-92 125 2,61-69-3,-13 21 2,-76 98 2,55-62-7,13-10-2,-72 88 2,38-53-7,-11 7-3,-56 74 5,51-55-44,-54 67-12,-30 33-29,26-26-94</inkml:trace>
</inkml:ink>
</file>

<file path=ppt/ink/ink13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633"/>
    </inkml:context>
    <inkml:brush xml:id="br0">
      <inkml:brushProperty name="width" value="0.03969" units="cm"/>
      <inkml:brushProperty name="height" value="0.03969" units="cm"/>
      <inkml:brushProperty name="fitToCurve" value="1"/>
    </inkml:brush>
  </inkml:definitions>
  <inkml:trace contextRef="#ctx0" brushRef="#br0">18016 1701 523,'133'-58'17,"5"-8"37,-55 34-8,15 7 5,4 26 11,6 124-14,-93-20-41,-16-3 0,1-7-2,-27-20-421</inkml:trace>
</inkml:ink>
</file>

<file path=ppt/ink/ink13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634"/>
    </inkml:context>
    <inkml:brush xml:id="br0">
      <inkml:brushProperty name="width" value="0.03969" units="cm"/>
      <inkml:brushProperty name="height" value="0.03969" units="cm"/>
      <inkml:brushProperty name="fitToCurve" value="1"/>
    </inkml:brush>
  </inkml:definitions>
  <inkml:trace contextRef="#ctx0" brushRef="#br0">19194 2440 535,'159'0'-25,"-59"0"12,52-8 5,14-4 4,37 0 8,-78 5 0,27-3 1,54 1 4,23-2 0,-81 4-2,69-2 9,-2 1 1,-78 4-2,63-2 1,33 0-8,-79 3 0,58 3-5,-10-6-6,-71 4 0,65 0-3,20 4-1,-76-2-1,53 2 1,-15-2-1,-64 0 3,69-1 0,13-4-6,-71 2 4,48 0-3,-18-2-15,-56 2 3,62-3-31,-57 2-13,-11 0-74,-11 0 15</inkml:trace>
</inkml:ink>
</file>

<file path=ppt/ink/ink13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635"/>
    </inkml:context>
    <inkml:brush xml:id="br0">
      <inkml:brushProperty name="width" value="0.03969" units="cm"/>
      <inkml:brushProperty name="height" value="0.03969" units="cm"/>
      <inkml:brushProperty name="fitToCurve" value="1"/>
    </inkml:brush>
  </inkml:definitions>
  <inkml:trace contextRef="#ctx0" brushRef="#br0">19556 697 198,'0'111'0,"4"3"0,5-16 6,6 78 6,-6-55 2,-3-44-2,3 66 2,1 23 3,-4-56-3,0 59 2,3-4-1,-5-57-3,-6 71-3,0 19-1,-1-70-4,-4 50-2,-1 2-2,2-63-1,-3 43-11,-2 3-5,4-58 1,-3 35 0,3-14 1,2-44 1,-11 48 1,5 2-10,4-45-16,0-11-14,0-1-62</inkml:trace>
</inkml:ink>
</file>

<file path=ppt/ink/ink13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636"/>
    </inkml:context>
    <inkml:brush xml:id="br0">
      <inkml:brushProperty name="width" value="0.03969" units="cm"/>
      <inkml:brushProperty name="height" value="0.03969" units="cm"/>
      <inkml:brushProperty name="fitToCurve" value="1"/>
    </inkml:brush>
  </inkml:definitions>
  <inkml:trace contextRef="#ctx0" brushRef="#br0">19717 2694 136,'11'-74'0,"77"116"255,1-51-212,4-19-4,3 12-53,-1-98-8,-54 26-3,-26-7-3,2 20 10,-3-7-9,14-24 5,8 8-5,-24 10 10,-7-6 17,4 2-26,15 19 18,43 154 34,-62 6-4,5 10-2,12 10-2,-31 0 11,16-29-8,3 2-6,16 0-5,-14 7-6,14-7 6,65 6 8,-10-39 24,18-23-10,9-4-29,-28 44-29,-19 13-45,-26-1 55,-7 3 12,-7 0 1,-14-1-9,9 34 10,-13-37-1,11 0-10,45 18-10,38-90 9,-57-93-15,-24-6 35,-6 0-14,-6-4 17,14 6-5,16 2 17,2-4-24,60 0 13,-21 21 8,32 50-2,-31 6-21,23 78-3,-62 43 15,-29-26-8,-1-2-1,-13 0-25,18 29 50,-4-26-16,2 1 4,4-2-8,4-2 9,82-8-17,-7-110-31,-70-60 15,-29 0 7,4 4 16,19 4-20,7 6 0,15 9 21,15 6 26,29 18 15,16 5-38,2 3 13,-22 29-2,7-67-16,-63 10-16,-19-3-5,-8-28 8,3-3 41,5 29-24,-7-2 7,24 4-15,-11-7-4,19 7-12,14-24 14,-1 200 5,-46-13 43,-1 5 12,8 13-3,-10 4-17,10 11-40,9-2 48,45-5 19,42-14-52,38-85-39,2-15 47,-63 30-656</inkml:trace>
</inkml:ink>
</file>

<file path=ppt/ink/ink13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637"/>
    </inkml:context>
    <inkml:brush xml:id="br0">
      <inkml:brushProperty name="width" value="0.03969" units="cm"/>
      <inkml:brushProperty name="height" value="0.03969" units="cm"/>
      <inkml:brushProperty name="color" value="#99CCFF"/>
      <inkml:brushProperty name="fitToCurve" value="1"/>
    </inkml:brush>
  </inkml:definitions>
  <inkml:trace contextRef="#ctx0" brushRef="#br0">385 10490 458,'88'-86'101,"-6"15"-55,68-51 5,2 8-48,17 1-47,-22 20-29,3 0-27,-40 26 4,-25 22 27,-43 147 37,-80-14 65,-16 32 37,2-15 15,17-31-28,-22 50 47,-18 42 30,27-60-73,3-7-20,-7 4-14,0-11-17,-14-263-18,73 43-5,1-33-2,-3 36 2,0 2 1,3-4 4,0 36 4,12-28 0,8 43 1,51 39-2,13 92 2,5 47 1,-21 0 3,-25-22 3,28 56 6,-38-60 0,22 47 9,-29-44-10,11 34 8,-18-20-4,-8 5-3,-15 15-1,-29-19-3,-47-7-1,-21-54-4,-29-34 0,0-34-1,11-13 0,7-6 0,-31-23 0,27 10 0,18 7 0,-1-7 0,-7-10-1,43-6-642</inkml:trace>
</inkml:ink>
</file>

<file path=ppt/ink/ink13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638"/>
    </inkml:context>
    <inkml:brush xml:id="br0">
      <inkml:brushProperty name="width" value="0.03969" units="cm"/>
      <inkml:brushProperty name="height" value="0.03969" units="cm"/>
      <inkml:brushProperty name="color" value="#99CCFF"/>
      <inkml:brushProperty name="fitToCurve" value="1"/>
    </inkml:brush>
  </inkml:definitions>
  <inkml:trace contextRef="#ctx0" brushRef="#br0">1214 10960 279,'0'107'59,"4"-33"-35,15 41 5,-2-40-21,9 61-13,-15 2-3,-7-32-8,-12 0-9,1-28-74</inkml:trace>
</inkml:ink>
</file>

<file path=ppt/ink/ink13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639"/>
    </inkml:context>
    <inkml:brush xml:id="br0">
      <inkml:brushProperty name="width" value="0.03969" units="cm"/>
      <inkml:brushProperty name="height" value="0.03969" units="cm"/>
      <inkml:brushProperty name="color" value="#99CCFF"/>
      <inkml:brushProperty name="fitToCurve" value="1"/>
    </inkml:brush>
  </inkml:definitions>
  <inkml:trace contextRef="#ctx0" brushRef="#br0">966 11790 136,'0'-89'36,"101"121"258,-61 50-245,-10-7-12,22 66 34,-26-61-17,4 9 2,4-2 15,95-51 0,-78-142-73,-16-7-1,2-17-8,-12 27 2,6-10-20,26-75-90,-33 114 18,18-53-343</inkml:trace>
</inkml:ink>
</file>

<file path=ppt/ink/ink13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640"/>
    </inkml:context>
    <inkml:brush xml:id="br0">
      <inkml:brushProperty name="width" value="0.03969" units="cm"/>
      <inkml:brushProperty name="height" value="0.03969" units="cm"/>
      <inkml:brushProperty name="color" value="#99CCFF"/>
      <inkml:brushProperty name="fitToCurve" value="1"/>
    </inkml:brush>
  </inkml:definitions>
  <inkml:trace contextRef="#ctx0" brushRef="#br0">923 12311 523,'12'200'353,"-4"-63"-351,-5-44-1,-4 18-1,-9 14 0,0-23-1,-2 12-1,-3 1-2,-7 14-12,-1-36-45,-27-19-513</inkml:trace>
</inkml:ink>
</file>

<file path=ppt/ink/ink14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641"/>
    </inkml:context>
    <inkml:brush xml:id="br0">
      <inkml:brushProperty name="width" value="0.03969" units="cm"/>
      <inkml:brushProperty name="height" value="0.03969" units="cm"/>
      <inkml:brushProperty name="color" value="#99CCFF"/>
      <inkml:brushProperty name="fitToCurve" value="1"/>
    </inkml:brush>
  </inkml:definitions>
  <inkml:trace contextRef="#ctx0" brushRef="#br0">762 12944 136,'27'-77'0,"18"2"4,37-22 20,14 2 27,25-3 22,-40 41-32,9-10-7,-13 12-5,22-5 4,22 12 22,-8 64 72,-62 120 12,-22-25-73,-6-29-37,7 44-7,-10-39-16,3 10-2,5 18 0,-7-4-1,-9-15-1,-7 12 0,-17-15-1,-29-6 0,-64-62-4,9-58-4,9-17-13,19-29-828</inkml:trace>
</inkml:ink>
</file>

<file path=ppt/ink/ink14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642"/>
    </inkml:context>
    <inkml:brush xml:id="br0">
      <inkml:brushProperty name="width" value="0.03969" units="cm"/>
      <inkml:brushProperty name="height" value="0.03969" units="cm"/>
      <inkml:brushProperty name="color" value="#99CCFF"/>
      <inkml:brushProperty name="fitToCurve" value="1"/>
    </inkml:brush>
  </inkml:definitions>
  <inkml:trace contextRef="#ctx0" brushRef="#br0">1003 12734 415</inkml:trace>
</inkml:ink>
</file>

<file path=ppt/ink/ink14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643"/>
    </inkml:context>
    <inkml:brush xml:id="br0">
      <inkml:brushProperty name="width" value="0.03969" units="cm"/>
      <inkml:brushProperty name="height" value="0.03969" units="cm"/>
      <inkml:brushProperty name="color" value="#99CCFF"/>
      <inkml:brushProperty name="fitToCurve" value="1"/>
    </inkml:brush>
  </inkml:definitions>
  <inkml:trace contextRef="#ctx0" brushRef="#br0">1576 12468 858,'-33'110'-5,"-24"-24"14,-19 17 0,4-8-4,3-4-2,0-1 1,15-15-2,151-62-4,-11-45-2,0 3-2,5-17-23,-6-7-308</inkml:trace>
</inkml:ink>
</file>

<file path=ppt/ink/ink14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644"/>
    </inkml:context>
    <inkml:brush xml:id="br0">
      <inkml:brushProperty name="width" value="0.03969" units="cm"/>
      <inkml:brushProperty name="height" value="0.03969" units="cm"/>
      <inkml:brushProperty name="color" value="#99CCFF"/>
      <inkml:brushProperty name="fitToCurve" value="1"/>
    </inkml:brush>
  </inkml:definitions>
  <inkml:trace contextRef="#ctx0" brushRef="#br0">1241 12468 319,'0'117'179,"28"56"-5,-4-71-99,1-4-28,4 29-20,-6-22-28,-1-1-12,5 17-42,-4-25-21,-5-8-24,3 9-33,-3-21-163</inkml:trace>
</inkml:ink>
</file>

<file path=ppt/ink/ink14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645"/>
    </inkml:context>
    <inkml:brush xml:id="br0">
      <inkml:brushProperty name="width" value="0.03969" units="cm"/>
      <inkml:brushProperty name="height" value="0.03969" units="cm"/>
      <inkml:brushProperty name="color" value="#99CCFF"/>
      <inkml:brushProperty name="fitToCurve" value="1"/>
    </inkml:brush>
  </inkml:definitions>
  <inkml:trace contextRef="#ctx0" brushRef="#br0">2021 12886 870</inkml:trace>
</inkml:ink>
</file>

<file path=ppt/ink/ink14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646"/>
    </inkml:context>
    <inkml:brush xml:id="br0">
      <inkml:brushProperty name="width" value="0.03969" units="cm"/>
      <inkml:brushProperty name="height" value="0.03969" units="cm"/>
      <inkml:brushProperty name="color" value="#99CCFF"/>
      <inkml:brushProperty name="fitToCurve" value="1"/>
    </inkml:brush>
  </inkml:definitions>
  <inkml:trace contextRef="#ctx0" brushRef="#br0">2216 11478 778,'82'-20'57,"13"-13"-33,7 7-8,5 0-14,-17 7-6,18 10-4,-36 100-74</inkml:trace>
</inkml:ink>
</file>

<file path=ppt/ink/ink14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647"/>
    </inkml:context>
    <inkml:brush xml:id="br0">
      <inkml:brushProperty name="width" value="0.03969" units="cm"/>
      <inkml:brushProperty name="height" value="0.03969" units="cm"/>
      <inkml:brushProperty name="color" value="#99CCFF"/>
      <inkml:brushProperty name="fitToCurve" value="1"/>
    </inkml:brush>
  </inkml:definitions>
  <inkml:trace contextRef="#ctx0" brushRef="#br0">2195 11692 464,'0'148'231,"0"-55"-215,0 5-27,0 4-27,-11-6-19,-33 26-175</inkml:trace>
</inkml:ink>
</file>

<file path=ppt/ink/ink14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648"/>
    </inkml:context>
    <inkml:brush xml:id="br0">
      <inkml:brushProperty name="width" value="0.03969" units="cm"/>
      <inkml:brushProperty name="height" value="0.03969" units="cm"/>
      <inkml:brushProperty name="color" value="#99CCFF"/>
      <inkml:brushProperty name="fitToCurve" value="1"/>
    </inkml:brush>
  </inkml:definitions>
  <inkml:trace contextRef="#ctx0" brushRef="#br0">2061 12200 139,'63'-89'3,"17"0"15,43-16 49,-38 40 7,44-23 7,-8 16-11,52-17 3,-15 20 4,-77 42-20,68 6 78,-115 114-74,-60-10-46,-23 9-7,-6-6-8,-20-7-22,-9-34-596</inkml:trace>
</inkml:ink>
</file>

<file path=ppt/ink/ink14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649"/>
    </inkml:context>
    <inkml:brush xml:id="br0">
      <inkml:brushProperty name="width" value="0.03969" units="cm"/>
      <inkml:brushProperty name="height" value="0.03969" units="cm"/>
      <inkml:brushProperty name="color" value="#99CCFF"/>
      <inkml:brushProperty name="fitToCurve" value="1"/>
    </inkml:brush>
  </inkml:definitions>
  <inkml:trace contextRef="#ctx0" brushRef="#br0">2449 11586 219,'34'76'283,"-11"0"-147,0 13-49,-8 11-46,-3-2-40,-5-3-37,1-3-25,-5-15-31,-9 39-110</inkml:trace>
</inkml:ink>
</file>

<file path=ppt/ink/ink14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650"/>
    </inkml:context>
    <inkml:brush xml:id="br0">
      <inkml:brushProperty name="width" value="0.03969" units="cm"/>
      <inkml:brushProperty name="height" value="0.03969" units="cm"/>
      <inkml:brushProperty name="color" value="#99CCFF"/>
      <inkml:brushProperty name="fitToCurve" value="1"/>
    </inkml:brush>
  </inkml:definitions>
  <inkml:trace contextRef="#ctx0" brushRef="#br0">2376 11820 288,'121'70'514,"6"-193"-532,-40 119 27,-13 167-183,-89-85-204</inkml:trace>
</inkml:ink>
</file>

<file path=ppt/ink/ink15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651"/>
    </inkml:context>
    <inkml:brush xml:id="br0">
      <inkml:brushProperty name="width" value="0.03969" units="cm"/>
      <inkml:brushProperty name="height" value="0.03969" units="cm"/>
      <inkml:brushProperty name="color" value="#99CCFF"/>
      <inkml:brushProperty name="fitToCurve" value="1"/>
    </inkml:brush>
  </inkml:definitions>
  <inkml:trace contextRef="#ctx0" brushRef="#br0">2690 11911 196,'-101'115'488,"44"-35"-387,-56 47-86,35-61-134</inkml:trace>
</inkml:ink>
</file>

<file path=ppt/ink/ink15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652"/>
    </inkml:context>
    <inkml:brush xml:id="br0">
      <inkml:brushProperty name="width" value="0.03969" units="cm"/>
      <inkml:brushProperty name="height" value="0.03969" units="cm"/>
      <inkml:brushProperty name="color" value="#99CCFF"/>
      <inkml:brushProperty name="fitToCurve" value="1"/>
    </inkml:brush>
  </inkml:definitions>
  <inkml:trace contextRef="#ctx0" brushRef="#br0">2586 11935 136,'76'0'86,"49"0"233,-45 0-144,1 0-68,6 0-63,8 0-41,-13 23-444</inkml:trace>
</inkml:ink>
</file>

<file path=ppt/ink/ink15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653"/>
    </inkml:context>
    <inkml:brush xml:id="br0">
      <inkml:brushProperty name="width" value="0.03969" units="cm"/>
      <inkml:brushProperty name="height" value="0.03969" units="cm"/>
      <inkml:brushProperty name="color" value="#99CCFF"/>
      <inkml:brushProperty name="fitToCurve" value="1"/>
    </inkml:brush>
  </inkml:definitions>
  <inkml:trace contextRef="#ctx0" brushRef="#br0">2570 12030 697,'81'37'40,"-6"7"-113,-19 34-60</inkml:trace>
</inkml:ink>
</file>

<file path=ppt/ink/ink15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654"/>
    </inkml:context>
    <inkml:brush xml:id="br0">
      <inkml:brushProperty name="width" value="0.03969" units="cm"/>
      <inkml:brushProperty name="height" value="0.03969" units="cm"/>
      <inkml:brushProperty name="color" value="#99CCFF"/>
      <inkml:brushProperty name="fitToCurve" value="1"/>
    </inkml:brush>
  </inkml:definitions>
  <inkml:trace contextRef="#ctx0" brushRef="#br0">2494 12287 213,'113'-46'296,"11"1"-201,-40 18-60,-94 153 25,-109 1 94,63-41-126,85 3-22,69-47-7,13-34-2,15-21-4,6-17-27,-30 1-109,-23 31-362</inkml:trace>
</inkml:ink>
</file>

<file path=ppt/ink/ink15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655"/>
    </inkml:context>
    <inkml:brush xml:id="br0">
      <inkml:brushProperty name="width" value="0.03969" units="cm"/>
      <inkml:brushProperty name="height" value="0.03969" units="cm"/>
      <inkml:brushProperty name="color" value="#99CCFF"/>
      <inkml:brushProperty name="fitToCurve" value="1"/>
    </inkml:brush>
  </inkml:definitions>
  <inkml:trace contextRef="#ctx0" brushRef="#br0">3398 11093 523,'41'157'325,"-35"-61"-322,-6 14-11,-9-1-12,0-8-29,-2-10-92,-4-11-53</inkml:trace>
</inkml:ink>
</file>

<file path=ppt/ink/ink15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656"/>
    </inkml:context>
    <inkml:brush xml:id="br0">
      <inkml:brushProperty name="width" value="0.03969" units="cm"/>
      <inkml:brushProperty name="height" value="0.03969" units="cm"/>
      <inkml:brushProperty name="color" value="#99CCFF"/>
      <inkml:brushProperty name="fitToCurve" value="1"/>
    </inkml:brush>
  </inkml:definitions>
  <inkml:trace contextRef="#ctx0" brushRef="#br0">3461 11457 139,'47'-87'1,"28"2"55,6 27 40,14 98-128</inkml:trace>
</inkml:ink>
</file>

<file path=ppt/ink/ink15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657"/>
    </inkml:context>
    <inkml:brush xml:id="br0">
      <inkml:brushProperty name="width" value="0.03969" units="cm"/>
      <inkml:brushProperty name="height" value="0.03969" units="cm"/>
      <inkml:brushProperty name="color" value="#99CCFF"/>
      <inkml:brushProperty name="fitToCurve" value="1"/>
    </inkml:brush>
  </inkml:definitions>
  <inkml:trace contextRef="#ctx0" brushRef="#br0">3260 11535 526,'38'139'256,"-3"-50"-255,-19-11-3,-9 18-50,-13-6-49</inkml:trace>
</inkml:ink>
</file>

<file path=ppt/ink/ink15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658"/>
    </inkml:context>
    <inkml:brush xml:id="br0">
      <inkml:brushProperty name="width" value="0.03969" units="cm"/>
      <inkml:brushProperty name="height" value="0.03969" units="cm"/>
      <inkml:brushProperty name="color" value="#99CCFF"/>
      <inkml:brushProperty name="fitToCurve" value="1"/>
    </inkml:brush>
  </inkml:definitions>
  <inkml:trace contextRef="#ctx0" brushRef="#br0">3290 11802 213,'103'-76'0,"-9"12"7,13 7 26,-7 15 45,16 3 36,-1 31-33,-55 89 86,-92-6-70,-13 2-44,-34 17-35,15-17-14,-11 1-3,-87 59 3,81-93 2,178-85 4,5 2-12,1 1-8,-24 34-287</inkml:trace>
</inkml:ink>
</file>

<file path=ppt/ink/ink15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659"/>
    </inkml:context>
    <inkml:brush xml:id="br0">
      <inkml:brushProperty name="width" value="0.03969" units="cm"/>
      <inkml:brushProperty name="height" value="0.03969" units="cm"/>
      <inkml:brushProperty name="color" value="#99CCFF"/>
      <inkml:brushProperty name="fitToCurve" value="1"/>
    </inkml:brush>
  </inkml:definitions>
  <inkml:trace contextRef="#ctx0" brushRef="#br0">3183 12257 299,'8'97'234,"24"27"-184,75-86-152,-15-104 7,-10 2 67,5 11 19,2 23 10,18 21 26,-18 14 35,24 11 233,-30-28-177,8-21-103,-5-12-16,1 9-4,-9-9-7,8-6-10,2 42-65,-8 29-447</inkml:trace>
</inkml:ink>
</file>

<file path=ppt/ink/ink15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660"/>
    </inkml:context>
    <inkml:brush xml:id="br0">
      <inkml:brushProperty name="width" value="0.05953" units="cm"/>
      <inkml:brushProperty name="height" value="0.05953" units="cm"/>
      <inkml:brushProperty name="color" value="#99CCFF"/>
      <inkml:brushProperty name="fitToCurve" value="1"/>
    </inkml:brush>
  </inkml:definitions>
  <inkml:trace contextRef="#ctx0" brushRef="#br0">18994 12409 533</inkml:trace>
</inkml:ink>
</file>

<file path=ppt/ink/ink16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661"/>
    </inkml:context>
    <inkml:brush xml:id="br0">
      <inkml:brushProperty name="width" value="0.05953" units="cm"/>
      <inkml:brushProperty name="height" value="0.05953" units="cm"/>
      <inkml:brushProperty name="color" value="#99CCFF"/>
      <inkml:brushProperty name="fitToCurve" value="1"/>
    </inkml:brush>
  </inkml:definitions>
  <inkml:trace contextRef="#ctx0" brushRef="#br0">14396 11735 746,'104'99'58,"14"6"-30,28 7-2,11-10-8,7-10-11,-14-3-4,-23-13-6,-6 12-6,-65-9-178</inkml:trace>
</inkml:ink>
</file>

<file path=ppt/ink/ink16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662"/>
    </inkml:context>
    <inkml:brush xml:id="br0">
      <inkml:brushProperty name="width" value="0.05953" units="cm"/>
      <inkml:brushProperty name="height" value="0.05953" units="cm"/>
      <inkml:brushProperty name="color" value="#99CCFF"/>
      <inkml:brushProperty name="fitToCurve" value="1"/>
    </inkml:brush>
  </inkml:definitions>
  <inkml:trace contextRef="#ctx0" brushRef="#br0">15564 11538 550,'-83'35'63,"-23"53"49,19-2-51,-30 33-12,29-20-14,-4 13-25,-13 21-6,-16 32 0,18-24-3,26-27-1,12 18-8,-15-52-291</inkml:trace>
</inkml:ink>
</file>

<file path=ppt/ink/ink16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663"/>
    </inkml:context>
    <inkml:brush xml:id="br0">
      <inkml:brushProperty name="width" value="0.05953" units="cm"/>
      <inkml:brushProperty name="height" value="0.05953" units="cm"/>
      <inkml:brushProperty name="color" value="#99CCFF"/>
      <inkml:brushProperty name="fitToCurve" value="1"/>
    </inkml:brush>
  </inkml:definitions>
  <inkml:trace contextRef="#ctx0" brushRef="#br0">15682 11395 532,'0'91'29,"13"9"54,11 10-22,11 30 18,3 0-38,-7-2-28,-14-11-17,-20 4-35,-30-8-103,-15-33-96</inkml:trace>
</inkml:ink>
</file>

<file path=ppt/ink/ink16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664"/>
    </inkml:context>
    <inkml:brush xml:id="br0">
      <inkml:brushProperty name="width" value="0.05953" units="cm"/>
      <inkml:brushProperty name="height" value="0.05953" units="cm"/>
      <inkml:brushProperty name="color" value="#99CCFF"/>
      <inkml:brushProperty name="fitToCurve" value="1"/>
    </inkml:brush>
  </inkml:definitions>
  <inkml:trace contextRef="#ctx0" brushRef="#br0">15654 11547 224,'105'-58'190,"40"-14"116,-41 39-206,24 49-64,-108 127-23,-29-12-6,-2 2-2,4 33-2,1-11-3,7-5-3,-7-10-22,-28-54-158</inkml:trace>
</inkml:ink>
</file>

<file path=ppt/ink/ink16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665"/>
    </inkml:context>
    <inkml:brush xml:id="br0">
      <inkml:brushProperty name="width" value="0.05953" units="cm"/>
      <inkml:brushProperty name="height" value="0.05953" units="cm"/>
      <inkml:brushProperty name="color" value="#99CCFF"/>
      <inkml:brushProperty name="fitToCurve" value="1"/>
    </inkml:brush>
  </inkml:definitions>
  <inkml:trace contextRef="#ctx0" brushRef="#br0">15754 11743 492,'89'-36'226,"27"36"-127,-41 106-60,-112 48-30,-21-28-4,-17 8 3,2-15-1,215-242-29,-52-44-114,-33 49-421</inkml:trace>
</inkml:ink>
</file>

<file path=ppt/ink/ink16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666"/>
    </inkml:context>
    <inkml:brush xml:id="br0">
      <inkml:brushProperty name="width" value="0.05953" units="cm"/>
      <inkml:brushProperty name="height" value="0.05953" units="cm"/>
      <inkml:brushProperty name="color" value="#99CCFF"/>
      <inkml:brushProperty name="fitToCurve" value="1"/>
    </inkml:brush>
  </inkml:definitions>
  <inkml:trace contextRef="#ctx0" brushRef="#br0">16199 11190 319,'68'-54'259,"-12"52"-455</inkml:trace>
</inkml:ink>
</file>

<file path=ppt/ink/ink16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667"/>
    </inkml:context>
    <inkml:brush xml:id="br0">
      <inkml:brushProperty name="width" value="0.05953" units="cm"/>
      <inkml:brushProperty name="height" value="0.05953" units="cm"/>
      <inkml:brushProperty name="color" value="#99CCFF"/>
      <inkml:brushProperty name="fitToCurve" value="1"/>
    </inkml:brush>
  </inkml:definitions>
  <inkml:trace contextRef="#ctx0" brushRef="#br0">16051 11413 520,'97'-23'252,"40"-8"-174,0-2-60,14-3-22,-71 43-103,0-1-642</inkml:trace>
</inkml:ink>
</file>

<file path=ppt/ink/ink16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668"/>
    </inkml:context>
    <inkml:brush xml:id="br0">
      <inkml:brushProperty name="width" value="0.05953" units="cm"/>
      <inkml:brushProperty name="height" value="0.05953" units="cm"/>
      <inkml:brushProperty name="color" value="#99CCFF"/>
      <inkml:brushProperty name="fitToCurve" value="1"/>
    </inkml:brush>
  </inkml:definitions>
  <inkml:trace contextRef="#ctx0" brushRef="#br0">16174 11470 313,'137'-41'8,"-41"8"-5,17 9-91,-135 110 191,-95 19 337,22-27-359,-13-1-63,245-69-6,-3-61-13,4 13-16,-59 42-91,1 0-648</inkml:trace>
</inkml:ink>
</file>

<file path=ppt/ink/ink16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669"/>
    </inkml:context>
    <inkml:brush xml:id="br0">
      <inkml:brushProperty name="width" value="0.05953" units="cm"/>
      <inkml:brushProperty name="height" value="0.05953" units="cm"/>
      <inkml:brushProperty name="color" value="#99CCFF"/>
      <inkml:brushProperty name="fitToCurve" value="1"/>
    </inkml:brush>
  </inkml:definitions>
  <inkml:trace contextRef="#ctx0" brushRef="#br0">16371 11680 136,'-88'55'491,"69"54"-290,-3 44-168,-14 4-39,1-30-231,-14-52-76</inkml:trace>
</inkml:ink>
</file>

<file path=ppt/ink/ink16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670"/>
    </inkml:context>
    <inkml:brush xml:id="br0">
      <inkml:brushProperty name="width" value="0.05953" units="cm"/>
      <inkml:brushProperty name="height" value="0.05953" units="cm"/>
      <inkml:brushProperty name="color" value="#99CCFF"/>
      <inkml:brushProperty name="fitToCurve" value="1"/>
    </inkml:brush>
  </inkml:definitions>
  <inkml:trace contextRef="#ctx0" brushRef="#br0">16191 11994 136,'62'-77'1,"43"-20"33,-29 45 31,6 4 60,52 47 303,-128 137-353,-6 14-66,-1-13-8,1 5-17,-24-68-90,-1 1-638</inkml:trace>
</inkml:ink>
</file>

<file path=ppt/ink/ink17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671"/>
    </inkml:context>
    <inkml:brush xml:id="br0">
      <inkml:brushProperty name="width" value="0.05953" units="cm"/>
      <inkml:brushProperty name="height" value="0.05953" units="cm"/>
      <inkml:brushProperty name="color" value="#99CCFF"/>
      <inkml:brushProperty name="fitToCurve" value="1"/>
    </inkml:brush>
  </inkml:definitions>
  <inkml:trace contextRef="#ctx0" brushRef="#br0">16272 11944 379,'148'-65'376,"-158"187"-253,-44 16-113,139-22-12,60-188-21,-65 61-84,0 1-641</inkml:trace>
</inkml:ink>
</file>

<file path=ppt/ink/ink17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672"/>
    </inkml:context>
    <inkml:brush xml:id="br0">
      <inkml:brushProperty name="width" value="0.05953" units="cm"/>
      <inkml:brushProperty name="height" value="0.05953" units="cm"/>
      <inkml:brushProperty name="color" value="#99CCFF"/>
      <inkml:brushProperty name="fitToCurve" value="1"/>
    </inkml:brush>
  </inkml:definitions>
  <inkml:trace contextRef="#ctx0" brushRef="#br0">16168 12648 221,'60'161'651,"44"-29"-639,0-21-9,52 26-1,-6-16-1,-6-13-3,-26-23-2,-1-6-18,-58-4-162</inkml:trace>
</inkml:ink>
</file>

<file path=ppt/ink/ink17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673"/>
    </inkml:context>
    <inkml:brush xml:id="br0">
      <inkml:brushProperty name="width" value="0.05953" units="cm"/>
      <inkml:brushProperty name="height" value="0.05953" units="cm"/>
      <inkml:brushProperty name="color" value="#99CCFF"/>
      <inkml:brushProperty name="fitToCurve" value="1"/>
    </inkml:brush>
  </inkml:definitions>
  <inkml:trace contextRef="#ctx0" brushRef="#br0">17081 12853 366,'-78'0'78,"-6"11"77,-6 47-16,-18 36-50,-3 17-55,5 16-30,19 2-8,1 11-40,15-15-17,0-9-139,-6-50-351</inkml:trace>
</inkml:ink>
</file>

<file path=ppt/ink/ink17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674"/>
    </inkml:context>
    <inkml:brush xml:id="br0">
      <inkml:brushProperty name="width" value="0.05953" units="cm"/>
      <inkml:brushProperty name="height" value="0.05953" units="cm"/>
      <inkml:brushProperty name="color" value="#99CCFF"/>
      <inkml:brushProperty name="fitToCurve" value="1"/>
    </inkml:brush>
  </inkml:definitions>
  <inkml:trace contextRef="#ctx0" brushRef="#br0">18566 12665 732,'109'80'125,"-78"53"-203,-99-14-207</inkml:trace>
</inkml:ink>
</file>

<file path=ppt/ink/ink17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675"/>
    </inkml:context>
    <inkml:brush xml:id="br0">
      <inkml:brushProperty name="width" value="0.05953" units="cm"/>
      <inkml:brushProperty name="height" value="0.05953" units="cm"/>
      <inkml:brushProperty name="color" value="#99CCFF"/>
      <inkml:brushProperty name="fitToCurve" value="1"/>
    </inkml:brush>
  </inkml:definitions>
  <inkml:trace contextRef="#ctx0" brushRef="#br0">18191 13030 319,'180'-17'496,"-31"-2"-447,23-8-38,-10 9-8,-13-1-7,-12 28-120,-59 25-37</inkml:trace>
</inkml:ink>
</file>

<file path=ppt/ink/ink17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676"/>
    </inkml:context>
    <inkml:brush xml:id="br0">
      <inkml:brushProperty name="width" value="0.05953" units="cm"/>
      <inkml:brushProperty name="height" value="0.05953" units="cm"/>
      <inkml:brushProperty name="color" value="#99CCFF"/>
      <inkml:brushProperty name="fitToCurve" value="1"/>
    </inkml:brush>
  </inkml:definitions>
  <inkml:trace contextRef="#ctx0" brushRef="#br0">18478 12987 217,'-43'74'297,"53"17"-123,-1 18-119,-25 13-130,-32-15-183</inkml:trace>
</inkml:ink>
</file>

<file path=ppt/ink/ink17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677"/>
    </inkml:context>
    <inkml:brush xml:id="br0">
      <inkml:brushProperty name="width" value="0.05953" units="cm"/>
      <inkml:brushProperty name="height" value="0.05953" units="cm"/>
      <inkml:brushProperty name="color" value="#99CCFF"/>
      <inkml:brushProperty name="fitToCurve" value="1"/>
    </inkml:brush>
  </inkml:definitions>
  <inkml:trace contextRef="#ctx0" brushRef="#br0">18462 13265 151,'55'-74'42,"45"5"87,20 46 5,-115 99-53,-138 45-70,35-80-11,10-21-1,-2 1 51,-3 14 96,18 69-55,56 34-69,-2-3-16,1 7-30,-22-59-156</inkml:trace>
</inkml:ink>
</file>

<file path=ppt/ink/ink17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678"/>
    </inkml:context>
    <inkml:brush xml:id="br0">
      <inkml:brushProperty name="width" value="0.05953" units="cm"/>
      <inkml:brushProperty name="height" value="0.05953" units="cm"/>
      <inkml:brushProperty name="color" value="#99CCFF"/>
      <inkml:brushProperty name="fitToCurve" value="1"/>
    </inkml:brush>
  </inkml:definitions>
  <inkml:trace contextRef="#ctx0" brushRef="#br0">18147 13799 143,'73'-89'4,"3"21"9,20-4 6,20-4 1,-33 25-1,49-20 34,9 7 34,-60 37-14,7 5 16,11 4 33,16 21 26,-123 120-72,-95-20-80,-12-20-55,-6-19-156,30-44 52,13-28-258</inkml:trace>
</inkml:ink>
</file>

<file path=ppt/ink/ink17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679"/>
    </inkml:context>
    <inkml:brush xml:id="br0">
      <inkml:brushProperty name="width" value="0.05953" units="cm"/>
      <inkml:brushProperty name="height" value="0.05953" units="cm"/>
      <inkml:brushProperty name="color" value="#99CCFF"/>
      <inkml:brushProperty name="fitToCurve" value="1"/>
    </inkml:brush>
  </inkml:definitions>
  <inkml:trace contextRef="#ctx0" brushRef="#br0">18464 13502 136,'30'116'617,"-39"13"-523,-16 4-78,-25 2-19,-11-60-181</inkml:trace>
</inkml:ink>
</file>

<file path=ppt/ink/ink17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680"/>
    </inkml:context>
    <inkml:brush xml:id="br0">
      <inkml:brushProperty name="width" value="0.05953" units="cm"/>
      <inkml:brushProperty name="height" value="0.05953" units="cm"/>
      <inkml:brushProperty name="color" value="#99CCFF"/>
      <inkml:brushProperty name="fitToCurve" value="1"/>
    </inkml:brush>
  </inkml:definitions>
  <inkml:trace contextRef="#ctx0" brushRef="#br0">18442 13607 152,'92'-75'137,"44"37"173,-25 54-193,-27 61-44,-56 44-15,-46 18-34,-29-6-13,92-2-3,91-179-7,-22-29-2,6-26 1,-21 7-1,-2-41-9,-52 11-17,-38-4-12,25 46-135</inkml:trace>
</inkml:ink>
</file>

<file path=ppt/ink/ink18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681"/>
    </inkml:context>
    <inkml:brush xml:id="br0">
      <inkml:brushProperty name="width" value="0.05953" units="cm"/>
      <inkml:brushProperty name="height" value="0.05953" units="cm"/>
      <inkml:brushProperty name="color" value="#99CCFF"/>
      <inkml:brushProperty name="fitToCurve" value="1"/>
    </inkml:brush>
  </inkml:definitions>
  <inkml:trace contextRef="#ctx0" brushRef="#br0">19925 18141 533,'-187'0'-139</inkml:trace>
</inkml:ink>
</file>

<file path=ppt/ink/ink18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682"/>
    </inkml:context>
    <inkml:brush xml:id="br0">
      <inkml:brushProperty name="width" value="0.05953" units="cm"/>
      <inkml:brushProperty name="height" value="0.05953" units="cm"/>
      <inkml:brushProperty name="color" value="#99CCFF"/>
      <inkml:brushProperty name="fitToCurve" value="1"/>
    </inkml:brush>
  </inkml:definitions>
  <inkml:trace contextRef="#ctx0" brushRef="#br0">22251 15848 533</inkml:trace>
</inkml:ink>
</file>

<file path=ppt/ink/ink18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683"/>
    </inkml:context>
    <inkml:brush xml:id="br0">
      <inkml:brushProperty name="width" value="0.05953" units="cm"/>
      <inkml:brushProperty name="height" value="0.05953" units="cm"/>
      <inkml:brushProperty name="color" value="#99CCFF"/>
      <inkml:brushProperty name="fitToCurve" value="1"/>
    </inkml:brush>
  </inkml:definitions>
  <inkml:trace contextRef="#ctx0" brushRef="#br0">21191 10403 533</inkml:trace>
</inkml:ink>
</file>

<file path=ppt/ink/ink18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684"/>
    </inkml:context>
    <inkml:brush xml:id="br0">
      <inkml:brushProperty name="width" value="0.05953" units="cm"/>
      <inkml:brushProperty name="height" value="0.05953" units="cm"/>
      <inkml:brushProperty name="color" value="#99CCFF"/>
      <inkml:brushProperty name="fitToCurve" value="1"/>
    </inkml:brush>
  </inkml:definitions>
  <inkml:trace contextRef="#ctx0" brushRef="#br0">20470 12893 144,'-84'16'190,"10"76"-105,-20 45-18,47-53-43,-23 66 22,33-54-20,0 24 4,14-4-15,21-15-30,25 10-74,30-35-39</inkml:trace>
</inkml:ink>
</file>

<file path=ppt/ink/ink18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685"/>
    </inkml:context>
    <inkml:brush xml:id="br0">
      <inkml:brushProperty name="width" value="0.05953" units="cm"/>
      <inkml:brushProperty name="height" value="0.05953" units="cm"/>
      <inkml:brushProperty name="color" value="#99CCFF"/>
      <inkml:brushProperty name="fitToCurve" value="1"/>
    </inkml:brush>
  </inkml:definitions>
  <inkml:trace contextRef="#ctx0" brushRef="#br0">20963 12870 155,'-90'84'171,"13"22"-93,32-30-60,-7 12-24,-15 33-37,28-46-1,-19 39-48,17-35 24</inkml:trace>
</inkml:ink>
</file>

<file path=ppt/ink/ink18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686"/>
    </inkml:context>
    <inkml:brush xml:id="br0">
      <inkml:brushProperty name="width" value="0.05953" units="cm"/>
      <inkml:brushProperty name="height" value="0.05953" units="cm"/>
      <inkml:brushProperty name="color" value="#99CCFF"/>
      <inkml:brushProperty name="fitToCurve" value="1"/>
    </inkml:brush>
  </inkml:definitions>
  <inkml:trace contextRef="#ctx0" brushRef="#br0">20730 13224 136,'48'97'131,"-26"7"-110,-3-5-30,6-24-103</inkml:trace>
</inkml:ink>
</file>

<file path=ppt/ink/ink18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687"/>
    </inkml:context>
    <inkml:brush xml:id="br0">
      <inkml:brushProperty name="width" value="0.05953" units="cm"/>
      <inkml:brushProperty name="height" value="0.05953" units="cm"/>
      <inkml:brushProperty name="color" value="#99CCFF"/>
      <inkml:brushProperty name="fitToCurve" value="1"/>
    </inkml:brush>
  </inkml:definitions>
  <inkml:trace contextRef="#ctx0" brushRef="#br0">21195 12858 136,'0'101'40,"0"-19"32,-10 28 8,-39 21-43,-14 10-16,-15 0-7,-6-2-59,12-20-84</inkml:trace>
</inkml:ink>
</file>

<file path=ppt/ink/ink18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688"/>
    </inkml:context>
    <inkml:brush xml:id="br0">
      <inkml:brushProperty name="width" value="0.05953" units="cm"/>
      <inkml:brushProperty name="height" value="0.05953" units="cm"/>
      <inkml:brushProperty name="color" value="#99CCFF"/>
      <inkml:brushProperty name="fitToCurve" value="1"/>
    </inkml:brush>
  </inkml:definitions>
  <inkml:trace contextRef="#ctx0" brushRef="#br0">21011 13317 136,'72'88'106,"-35"-6"3,25 68 37,-25-68-97,17 3-68,17-7-111</inkml:trace>
</inkml:ink>
</file>

<file path=ppt/ink/ink18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689"/>
    </inkml:context>
    <inkml:brush xml:id="br0">
      <inkml:brushProperty name="width" value="0.05953" units="cm"/>
      <inkml:brushProperty name="height" value="0.05953" units="cm"/>
      <inkml:brushProperty name="color" value="#99CCFF"/>
      <inkml:brushProperty name="fitToCurve" value="1"/>
    </inkml:brush>
  </inkml:definitions>
  <inkml:trace contextRef="#ctx0" brushRef="#br0">21568 12906 195,'16'81'153,"-21"-2"-45,1 19 29,-7 18-22,-7 5-46,-6-1-41,-7 9-33,-2 8-84,-18-59-152</inkml:trace>
</inkml:ink>
</file>

<file path=ppt/ink/ink18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690"/>
    </inkml:context>
    <inkml:brush xml:id="br0">
      <inkml:brushProperty name="width" value="0.05953" units="cm"/>
      <inkml:brushProperty name="height" value="0.05953" units="cm"/>
      <inkml:brushProperty name="color" value="#99CCFF"/>
      <inkml:brushProperty name="fitToCurve" value="1"/>
    </inkml:brush>
  </inkml:definitions>
  <inkml:trace contextRef="#ctx0" brushRef="#br0">21437 13074 142,'83'-76'59,"2"14"17,7 14-17,37-3 51,-44 178 199,-108 19-242,-2-8-42,3-2-15,5 23-9,9-19-32,-15-14-134,-20-51-60</inkml:trace>
</inkml:ink>
</file>

<file path=ppt/ink/ink19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691"/>
    </inkml:context>
    <inkml:brush xml:id="br0">
      <inkml:brushProperty name="width" value="0.05953" units="cm"/>
      <inkml:brushProperty name="height" value="0.05953" units="cm"/>
      <inkml:brushProperty name="color" value="#99CCFF"/>
      <inkml:brushProperty name="fitToCurve" value="1"/>
    </inkml:brush>
  </inkml:definitions>
  <inkml:trace contextRef="#ctx0" brushRef="#br0">21609 13186 145,'92'-34'66,"-7"35"96,-101 140 127,-57-37-183,3-9-43,1 11-33,212-151-77,-81-73 2,-3-17-66,13 54-364</inkml:trace>
</inkml:ink>
</file>

<file path=ppt/ink/ink19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692"/>
    </inkml:context>
    <inkml:brush xml:id="br0">
      <inkml:brushProperty name="width" value="0.05953" units="cm"/>
      <inkml:brushProperty name="height" value="0.05953" units="cm"/>
      <inkml:brushProperty name="color" value="#99CCFF"/>
      <inkml:brushProperty name="fitToCurve" value="1"/>
    </inkml:brush>
  </inkml:definitions>
  <inkml:trace contextRef="#ctx0" brushRef="#br0">21971 12639 136,'33'58'74</inkml:trace>
</inkml:ink>
</file>

<file path=ppt/ink/ink19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693"/>
    </inkml:context>
    <inkml:brush xml:id="br0">
      <inkml:brushProperty name="width" value="0.05953" units="cm"/>
      <inkml:brushProperty name="height" value="0.05953" units="cm"/>
      <inkml:brushProperty name="color" value="#99CCFF"/>
      <inkml:brushProperty name="fitToCurve" value="1"/>
    </inkml:brush>
  </inkml:definitions>
  <inkml:trace contextRef="#ctx0" brushRef="#br0">21890 12822 136,'105'-46'490,"-5"26"-407,9 15-65,-30 30-173</inkml:trace>
</inkml:ink>
</file>

<file path=ppt/ink/ink19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694"/>
    </inkml:context>
    <inkml:brush xml:id="br0">
      <inkml:brushProperty name="width" value="0.05953" units="cm"/>
      <inkml:brushProperty name="height" value="0.05953" units="cm"/>
      <inkml:brushProperty name="color" value="#99CCFF"/>
      <inkml:brushProperty name="fitToCurve" value="1"/>
    </inkml:brush>
  </inkml:definitions>
  <inkml:trace contextRef="#ctx0" brushRef="#br0">21989 12917 136,'113'0'261,"35"11"-162,-303 90 196,42-52-237,246 1-62,-233 35-585,27-4 791,19 72 18,28-39-122,1 32-49,5-3-62,-21-64-161</inkml:trace>
</inkml:ink>
</file>

<file path=ppt/ink/ink19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695"/>
    </inkml:context>
    <inkml:brush xml:id="br0">
      <inkml:brushProperty name="width" value="0.05953" units="cm"/>
      <inkml:brushProperty name="height" value="0.05953" units="cm"/>
      <inkml:brushProperty name="color" value="#99CCFF"/>
      <inkml:brushProperty name="fitToCurve" value="1"/>
    </inkml:brush>
  </inkml:definitions>
  <inkml:trace contextRef="#ctx0" brushRef="#br0">21957 13287 136,'77'-44'19,"16"-17"124,29 10 186,-34 92-150,-89 83-144,-35 25-17,0-24-9,1 17-6,12-2-13,-21-56-175</inkml:trace>
</inkml:ink>
</file>

<file path=ppt/ink/ink19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696"/>
    </inkml:context>
    <inkml:brush xml:id="br0">
      <inkml:brushProperty name="width" value="0.05953" units="cm"/>
      <inkml:brushProperty name="height" value="0.05953" units="cm"/>
      <inkml:brushProperty name="color" value="#99CCFF"/>
      <inkml:brushProperty name="fitToCurve" value="1"/>
    </inkml:brush>
  </inkml:definitions>
  <inkml:trace contextRef="#ctx0" brushRef="#br0">21933 13418 154,'109'-65'278,"-89"215"-48,-95-60-123,-18 10-27,168 25-60,122-173-53,-61-4-41,-2-27-118,-43 24-238</inkml:trace>
</inkml:ink>
</file>

<file path=ppt/ink/ink19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697"/>
    </inkml:context>
    <inkml:brush xml:id="br0">
      <inkml:brushProperty name="width" value="0.05953" units="cm"/>
      <inkml:brushProperty name="height" value="0.05953" units="cm"/>
      <inkml:brushProperty name="color" value="#99CCFF"/>
      <inkml:brushProperty name="fitToCurve" value="1"/>
    </inkml:brush>
  </inkml:definitions>
  <inkml:trace contextRef="#ctx0" brushRef="#br0">22605 12967 222,'104'-80'96,"22"41"30,-15 16-37,2 8-6,-12 5-30,6 10-27,7 13-30,-31 24-231</inkml:trace>
</inkml:ink>
</file>

<file path=ppt/ink/ink19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698"/>
    </inkml:context>
    <inkml:brush xml:id="br0">
      <inkml:brushProperty name="width" value="0.05953" units="cm"/>
      <inkml:brushProperty name="height" value="0.05953" units="cm"/>
      <inkml:brushProperty name="color" value="#99CCFF"/>
      <inkml:brushProperty name="fitToCurve" value="1"/>
    </inkml:brush>
  </inkml:definitions>
  <inkml:trace contextRef="#ctx0" brushRef="#br0">22407 13397 263,'127'-23'308,"-40"3"-217,47-12-26,-8 6-28,-3 5-21,21-1-12,-19 8-17,0-2-138,-46 33-60</inkml:trace>
</inkml:ink>
</file>

<file path=ppt/ink/ink19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699"/>
    </inkml:context>
    <inkml:brush xml:id="br0">
      <inkml:brushProperty name="width" value="0.05953" units="cm"/>
      <inkml:brushProperty name="height" value="0.05953" units="cm"/>
      <inkml:brushProperty name="color" value="#99CCFF"/>
      <inkml:brushProperty name="fitToCurve" value="1"/>
    </inkml:brush>
  </inkml:definitions>
  <inkml:trace contextRef="#ctx0" brushRef="#br0">22862 12946 152,'0'83'53,"0"10"7,-20 37-9,-7 14 38,-14 19 10,10-66-66,-3 7-14,15-16-13,109-156-268,-31-35 171,-4 17 48,-5-4 21,-7 16-4</inkml:trace>
</inkml:ink>
</file>

<file path=ppt/ink/ink19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700"/>
    </inkml:context>
    <inkml:brush xml:id="br0">
      <inkml:brushProperty name="width" value="0.05953" units="cm"/>
      <inkml:brushProperty name="height" value="0.05953" units="cm"/>
      <inkml:brushProperty name="color" value="#99CCFF"/>
      <inkml:brushProperty name="fitToCurve" value="1"/>
    </inkml:brush>
  </inkml:definitions>
  <inkml:trace contextRef="#ctx0" brushRef="#br0">23031 13050 140,'65'99'253,"-58"-7"-126,-7 26-6,-7 0-35,-5 12-35,-1-6-44,8 7-61,-23-56-102</inkml:trace>
</inkml:ink>
</file>

<file path=ppt/ink/ink20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701"/>
    </inkml:context>
    <inkml:brush xml:id="br0">
      <inkml:brushProperty name="width" value="0.05953" units="cm"/>
      <inkml:brushProperty name="height" value="0.05953" units="cm"/>
      <inkml:brushProperty name="color" value="#99CCFF"/>
      <inkml:brushProperty name="fitToCurve" value="1"/>
    </inkml:brush>
  </inkml:definitions>
  <inkml:trace contextRef="#ctx0" brushRef="#br0">23365 13084 158,'95'-87'232,"58"19"30,-44 47-174,16 42-69,-38 24-277</inkml:trace>
</inkml:ink>
</file>

<file path=ppt/ink/ink20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702"/>
    </inkml:context>
    <inkml:brush xml:id="br0">
      <inkml:brushProperty name="width" value="0.05953" units="cm"/>
      <inkml:brushProperty name="height" value="0.05953" units="cm"/>
      <inkml:brushProperty name="color" value="#99CCFF"/>
      <inkml:brushProperty name="fitToCurve" value="1"/>
    </inkml:brush>
  </inkml:definitions>
  <inkml:trace contextRef="#ctx0" brushRef="#br0">23697 12753 136,'-62'109'242,"42"-18"-165,0 8 9,-4 12 4,0-10-11,-9 27-9,1 0-21,15 14-17,28-9-25,38 2-4,42-21-1,17-21-6,-24-198-518</inkml:trace>
</inkml:ink>
</file>

<file path=ppt/ink/ink20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703"/>
    </inkml:context>
    <inkml:brush xml:id="br0">
      <inkml:brushProperty name="width" value="0.05953" units="cm"/>
      <inkml:brushProperty name="height" value="0.05953" units="cm"/>
      <inkml:brushProperty name="color" value="#99CCFF"/>
      <inkml:brushProperty name="fitToCurve" value="1"/>
    </inkml:brush>
  </inkml:definitions>
  <inkml:trace contextRef="#ctx0" brushRef="#br0">24003 13010 195,'-99'47'64,"19"82"125,32-24-92,9-26-35,-23 44 25,-10 13-24,9-28-30,-22 17-9,-2-18 4,195-285-507,-49 82 225</inkml:trace>
</inkml:ink>
</file>

<file path=ppt/ink/ink20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704"/>
    </inkml:context>
    <inkml:brush xml:id="br0">
      <inkml:brushProperty name="width" value="0.05953" units="cm"/>
      <inkml:brushProperty name="height" value="0.05953" units="cm"/>
      <inkml:brushProperty name="color" value="#99CCFF"/>
      <inkml:brushProperty name="fitToCurve" value="1"/>
    </inkml:brush>
  </inkml:definitions>
  <inkml:trace contextRef="#ctx0" brushRef="#br0">24120 12568 162,'-82'118'229,"10"28"-90,26-73-63,0 16 64,23 23-49,166-110-74,1-28-17,-216 147-75,-42-68 85,31 40 39,78 35-33,50-6-24,86-152-103,-33-55 87,14 64 29,-129 142 54,-85-42-11,-20 1-17,10 4-16,143 45-2,141-140-15,-34-20-1,-55 39-106,0 0-651</inkml:trace>
</inkml:ink>
</file>

<file path=ppt/ink/ink20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705"/>
    </inkml:context>
    <inkml:brush xml:id="br0">
      <inkml:brushProperty name="width" value="0.05953" units="cm"/>
      <inkml:brushProperty name="height" value="0.05953" units="cm"/>
      <inkml:brushProperty name="fitToCurve" value="1"/>
    </inkml:brush>
  </inkml:definitions>
  <inkml:trace contextRef="#ctx0" brushRef="#br0">13490-2470 533,'-3'-155'275,"47"24"-263,76-23-40,18 22 0,-40 39-21,128-105-19,-66 60 3,151-97 1,-95 73 7,152-127 7,-108 83 5,202-119 9,-140 99 6,131-69 12,-143 94 5,-109 72-30,-121 73 31,25-12-1,30-15-19</inkml:trace>
</inkml:ink>
</file>

<file path=ppt/ink/ink20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706"/>
    </inkml:context>
    <inkml:brush xml:id="br0">
      <inkml:brushProperty name="width" value="0.05953" units="cm"/>
      <inkml:brushProperty name="height" value="0.05953" units="cm"/>
      <inkml:brushProperty name="fitToCurve" value="1"/>
    </inkml:brush>
  </inkml:definitions>
  <inkml:trace contextRef="#ctx0" brushRef="#br0">13676-124 533,'-68'-130'54,"-19"-60"-45,5-34-52,33 88 11,-25-68 11,26 71 4,-18-106-1,21 75 2,-4-69-1,16 77-3,12-97 0,7 79 8,25-68 11,-2 77 1,63-173-9,-20 102-5,-1 21 4,-14 70 6,-13 53-36,3-16-5</inkml:trace>
</inkml:ink>
</file>

<file path=ppt/ink/ink20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707"/>
    </inkml:context>
    <inkml:brush xml:id="br0">
      <inkml:brushProperty name="width" value="0.05953" units="cm"/>
      <inkml:brushProperty name="height" value="0.05953" units="cm"/>
      <inkml:brushProperty name="fitToCurve" value="1"/>
    </inkml:brush>
  </inkml:definitions>
  <inkml:trace contextRef="#ctx0" brushRef="#br0">14576-634 533,'-82'-103'242,"-2"-4"-253,0-31-8,1-92-4,50 114-13,5-68-6,9 57 3,9-119-7,2 73 1,10-83 1,0 81 5,63-177 0,-18 111 3,114-246 10,-48 150 4,-22 75 7,-31 88 2,-20 64-33,-7 14 21,-2 17-54</inkml:trace>
</inkml:ink>
</file>

<file path=ppt/ink/ink20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708"/>
    </inkml:context>
    <inkml:brush xml:id="br0">
      <inkml:brushProperty name="width" value="0.03969" units="cm"/>
      <inkml:brushProperty name="height" value="0.03969" units="cm"/>
      <inkml:brushProperty name="fitToCurve" value="1"/>
    </inkml:brush>
  </inkml:definitions>
  <inkml:trace contextRef="#ctx0" brushRef="#br0">765 8755 302,'21'84'208,"10"69"-134,-11-57-33,0 27 0,-5-19-8,9 69 14,-7-56-31,7 57 7,-11-77-13,11 64 0,-5-62-11,10 51-6,-4-32-37,3-4-37,14 16-315</inkml:trace>
</inkml:ink>
</file>

<file path=ppt/ink/ink20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709"/>
    </inkml:context>
    <inkml:brush xml:id="br0">
      <inkml:brushProperty name="width" value="0.03969" units="cm"/>
      <inkml:brushProperty name="height" value="0.03969" units="cm"/>
      <inkml:brushProperty name="fitToCurve" value="1"/>
    </inkml:brush>
  </inkml:definitions>
  <inkml:trace contextRef="#ctx0" brushRef="#br0">1240 9307 240,'-78'57'58,"8"66"190,50 11 0,70-52-198,113-14-78,-72-71-16,-14-12-21,14-17-24,14-24 9,-29 6 14,4-17-97</inkml:trace>
</inkml:ink>
</file>

<file path=ppt/ink/ink20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710"/>
    </inkml:context>
    <inkml:brush xml:id="br0">
      <inkml:brushProperty name="width" value="0.03969" units="cm"/>
      <inkml:brushProperty name="height" value="0.03969" units="cm"/>
      <inkml:brushProperty name="fitToCurve" value="1"/>
    </inkml:brush>
  </inkml:definitions>
  <inkml:trace contextRef="#ctx0" brushRef="#br0">1895 9357 407,'74'90'31,"45"-22"3,-43-20-199</inkml:trace>
</inkml:ink>
</file>

<file path=ppt/ink/ink21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711"/>
    </inkml:context>
    <inkml:brush xml:id="br0">
      <inkml:brushProperty name="width" value="0.03969" units="cm"/>
      <inkml:brushProperty name="height" value="0.03969" units="cm"/>
      <inkml:brushProperty name="fitToCurve" value="1"/>
    </inkml:brush>
  </inkml:definitions>
  <inkml:trace contextRef="#ctx0" brushRef="#br0">2030 9687 562,'0'74'0,"86"51"-87</inkml:trace>
</inkml:ink>
</file>

<file path=ppt/ink/ink21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712"/>
    </inkml:context>
    <inkml:brush xml:id="br0">
      <inkml:brushProperty name="width" value="0.03969" units="cm"/>
      <inkml:brushProperty name="height" value="0.03969" units="cm"/>
      <inkml:brushProperty name="fitToCurve" value="1"/>
    </inkml:brush>
  </inkml:definitions>
  <inkml:trace contextRef="#ctx0" brushRef="#br0">2735 8346 575,'-32'133'0,"7"59"100,14-90-56,-1-11-8,5 24-26,2-30-32,4-6-48,-3 1-36,-7-5-201</inkml:trace>
</inkml:ink>
</file>

<file path=ppt/ink/ink21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713"/>
    </inkml:context>
    <inkml:brush xml:id="br0">
      <inkml:brushProperty name="width" value="0.03969" units="cm"/>
      <inkml:brushProperty name="height" value="0.03969" units="cm"/>
      <inkml:brushProperty name="fitToCurve" value="1"/>
    </inkml:brush>
  </inkml:definitions>
  <inkml:trace contextRef="#ctx0" brushRef="#br0">2696 8835 203,'70'-108'121,"58"-8"197,-14 163-221,-131 35-105,-20 20 24,-16 4 15,-6-2 6,11-27-11,3 7-2,138-106-22,2-50-34,-18 14-145,-69 182-192,-68-3 383,-11-12 79,-2-5 73,-17 8 88,182-113-211,-13 41-46,-12 39 2,-22 7 5,-5 18 6,46-147-1,-72-82-21,-7 30-17,5 0-42,3-36-71,-6 14-5,-3 27-165</inkml:trace>
</inkml:ink>
</file>

<file path=ppt/ink/ink21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714"/>
    </inkml:context>
    <inkml:brush xml:id="br0">
      <inkml:brushProperty name="width" value="0.03969" units="cm"/>
      <inkml:brushProperty name="height" value="0.03969" units="cm"/>
      <inkml:brushProperty name="fitToCurve" value="1"/>
    </inkml:brush>
  </inkml:definitions>
  <inkml:trace contextRef="#ctx0" brushRef="#br0">3043 8446 483</inkml:trace>
</inkml:ink>
</file>

<file path=ppt/ink/ink21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715"/>
    </inkml:context>
    <inkml:brush xml:id="br0">
      <inkml:brushProperty name="width" value="0.03969" units="cm"/>
      <inkml:brushProperty name="height" value="0.03969" units="cm"/>
      <inkml:brushProperty name="fitToCurve" value="1"/>
    </inkml:brush>
  </inkml:definitions>
  <inkml:trace contextRef="#ctx0" brushRef="#br0">3453 8306 461,'-59'81'43,"-25"22"153,-19 23-83,6 26-108,65-46 11,22 8-3,16-21-6,11 10-3,17-15-3,4 4-67,-33-16-336</inkml:trace>
</inkml:ink>
</file>

<file path=ppt/ink/ink21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716"/>
    </inkml:context>
    <inkml:brush xml:id="br0">
      <inkml:brushProperty name="width" value="0.03969" units="cm"/>
      <inkml:brushProperty name="height" value="0.03969" units="cm"/>
      <inkml:brushProperty name="fitToCurve" value="1"/>
    </inkml:brush>
  </inkml:definitions>
  <inkml:trace contextRef="#ctx0" brushRef="#br0">3136 8938 236,'111'-96'184,"-1"15"-13,13-3 0,-44 48-126,-55 137-46,-54 4 12,-20 7 7,4-33-8,-15 20 0,12-25-3,-25 37 1,25-35-2,165-111-5,-29-46-19,-7-14-75,0 47-666</inkml:trace>
</inkml:ink>
</file>

<file path=ppt/ink/ink21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717"/>
    </inkml:context>
    <inkml:brush xml:id="br0">
      <inkml:brushProperty name="width" value="0.03969" units="cm"/>
      <inkml:brushProperty name="height" value="0.03969" units="cm"/>
      <inkml:brushProperty name="fitToCurve" value="1"/>
    </inkml:brush>
  </inkml:definitions>
  <inkml:trace contextRef="#ctx0" brushRef="#br0">3465 9057 299,'-27'77'0,"-39"28"46,1 1 72,11 21-1</inkml:trace>
</inkml:ink>
</file>

<file path=ppt/ink/ink21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718"/>
    </inkml:context>
    <inkml:brush xml:id="br0">
      <inkml:brushProperty name="width" value="0.03969" units="cm"/>
      <inkml:brushProperty name="height" value="0.03969" units="cm"/>
      <inkml:brushProperty name="fitToCurve" value="1"/>
    </inkml:brush>
  </inkml:definitions>
  <inkml:trace contextRef="#ctx0" brushRef="#br0">3472 9449 136,'77'44'53,"-10"30"409,46-249-235,-76 70-228,-4 0-2,15-41-19,-10 43-3,-10 16-5,-2 3-38</inkml:trace>
</inkml:ink>
</file>

<file path=ppt/ink/ink21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719"/>
    </inkml:context>
    <inkml:brush xml:id="br0">
      <inkml:brushProperty name="width" value="0.03969" units="cm"/>
      <inkml:brushProperty name="height" value="0.03969" units="cm"/>
      <inkml:brushProperty name="fitToCurve" value="1"/>
    </inkml:brush>
  </inkml:definitions>
  <inkml:trace contextRef="#ctx0" brushRef="#br0">4217 8180 212,'-66'127'245,"21"12"-70,15-33-101,4-20-18,-2-3-21,-6 14-20,6 13-33,-24-28-769</inkml:trace>
</inkml:ink>
</file>

<file path=ppt/ink/ink21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720"/>
    </inkml:context>
    <inkml:brush xml:id="br0">
      <inkml:brushProperty name="width" value="0.03969" units="cm"/>
      <inkml:brushProperty name="height" value="0.03969" units="cm"/>
      <inkml:brushProperty name="fitToCurve" value="1"/>
    </inkml:brush>
  </inkml:definitions>
  <inkml:trace contextRef="#ctx0" brushRef="#br0">4134 8453 179,'4'99'43,"5"22"-24,-4-18 34,6 25 37,-3-26 23,7 58 62,-6-65-87,1-5-26,4 2-28,24-6-85,2-170-237,-9-122 85,-20 129 130,1-4-78</inkml:trace>
</inkml:ink>
</file>

<file path=ppt/ink/ink22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721"/>
    </inkml:context>
    <inkml:brush xml:id="br0">
      <inkml:brushProperty name="width" value="0.03969" units="cm"/>
      <inkml:brushProperty name="height" value="0.03969" units="cm"/>
      <inkml:brushProperty name="fitToCurve" value="1"/>
    </inkml:brush>
  </inkml:definitions>
  <inkml:trace contextRef="#ctx0" brushRef="#br0">4676 8370 597,'-35'82'102,"-1"20"-37,-9 15-16,8-24-21,-10 4-12,-10 15-12,3-18-17,-14-11-72</inkml:trace>
</inkml:ink>
</file>

<file path=ppt/ink/ink22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722"/>
    </inkml:context>
    <inkml:brush xml:id="br0">
      <inkml:brushProperty name="width" value="0.03969" units="cm"/>
      <inkml:brushProperty name="height" value="0.03969" units="cm"/>
      <inkml:brushProperty name="fitToCurve" value="1"/>
    </inkml:brush>
  </inkml:definitions>
  <inkml:trace contextRef="#ctx0" brushRef="#br0">4300 8505 136,'29'95'66,"9"-5"89,11 0 66,48 35 22,55-28-179,-59-89-62,-7-80-12,-44-26-23,-16 17-73</inkml:trace>
</inkml:ink>
</file>

<file path=ppt/ink/ink22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723"/>
    </inkml:context>
    <inkml:brush xml:id="br0">
      <inkml:brushProperty name="width" value="0.03969" units="cm"/>
      <inkml:brushProperty name="height" value="0.03969" units="cm"/>
      <inkml:brushProperty name="fitToCurve" value="1"/>
    </inkml:brush>
  </inkml:definitions>
  <inkml:trace contextRef="#ctx0" brushRef="#br0">5468 7870 379,'-94'77'305,"4"67"-199,47-68-83,3 7-19,-7 20-7,13-21-7,-7 13-11,3 1-33,7-20-6,-23 64-69,6-24 56,163-112 399,-34-55-293,2-9-22,8-24-20,20-45-49,-56 48-11,18-50-54,-29 15-29,-105 197 144,61 67 155,11 8-6,1-49-74,1 4-20,-2-29-19,13 45-13,-7-23-10,-1 7 0,-14-21-3,-52-8-1,-41-125-2,5-34-3,5-30-6,16 0-21,27 7-57,35 19-448</inkml:trace>
</inkml:ink>
</file>

<file path=ppt/ink/ink22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724"/>
    </inkml:context>
    <inkml:brush xml:id="br0">
      <inkml:brushProperty name="width" value="0.03969" units="cm"/>
      <inkml:brushProperty name="height" value="0.03969" units="cm"/>
      <inkml:brushProperty name="fitToCurve" value="1"/>
    </inkml:brush>
  </inkml:definitions>
  <inkml:trace contextRef="#ctx0" brushRef="#br0">5289 8379 136,'-13'99'275,"-20"11"-122,5-21-99,5-6-9,-1-5-6,-5 24-7,8-15-9,3-5-6,-5 12-8,1 16-24,8-19-63,58-181-525</inkml:trace>
</inkml:ink>
</file>

<file path=ppt/ink/ink22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725"/>
    </inkml:context>
    <inkml:brush xml:id="br0">
      <inkml:brushProperty name="width" value="0.03969" units="cm"/>
      <inkml:brushProperty name="height" value="0.03969" units="cm"/>
      <inkml:brushProperty name="fitToCurve" value="1"/>
    </inkml:brush>
  </inkml:definitions>
  <inkml:trace contextRef="#ctx0" brushRef="#br0">5330 8586 136,'47'64'63,"-16"-130"-34</inkml:trace>
</inkml:ink>
</file>

<file path=ppt/ink/ink22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726"/>
    </inkml:context>
    <inkml:brush xml:id="br0">
      <inkml:brushProperty name="width" value="0.03969" units="cm"/>
      <inkml:brushProperty name="height" value="0.03969" units="cm"/>
      <inkml:brushProperty name="fitToCurve" value="1"/>
    </inkml:brush>
  </inkml:definitions>
  <inkml:trace contextRef="#ctx0" brushRef="#br0">5356 8039 313,'5'77'129,"20"57"-18,18 14-14,-14-68-95</inkml:trace>
</inkml:ink>
</file>

<file path=ppt/ink/ink22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727"/>
    </inkml:context>
    <inkml:brush xml:id="br0">
      <inkml:brushProperty name="width" value="0.03969" units="cm"/>
      <inkml:brushProperty name="height" value="0.03969" units="cm"/>
      <inkml:brushProperty name="fitToCurve" value="1"/>
    </inkml:brush>
  </inkml:definitions>
  <inkml:trace contextRef="#ctx0" brushRef="#br0">5397 8184 136,'88'-98'118,"6"24"64,2 6-64,-70 198 178,-70-38-279,1-11-9,-12 17-1,1-11-3,145-120-22,-6-45-73,-6 16-140</inkml:trace>
</inkml:ink>
</file>

<file path=ppt/ink/ink22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728"/>
    </inkml:context>
    <inkml:brush xml:id="br0">
      <inkml:brushProperty name="width" value="0.03969" units="cm"/>
      <inkml:brushProperty name="height" value="0.03969" units="cm"/>
      <inkml:brushProperty name="fitToCurve" value="1"/>
    </inkml:brush>
  </inkml:definitions>
  <inkml:trace contextRef="#ctx0" brushRef="#br0">5717 8277 153,'-37'77'0,"-18"6"24,-6 11 81,-3 5 144,204-128 95,-54-39-345,-6 2-2,0 16-2,-85 152-11,-44-8 17,-19 11 7,-2 0 2,13-16-2,8-11-2,149-85-4,-16-50-6,2-13-1,-8 19-1,-44 142-5,-42-1 28,96-129-7,45-107-98,-67 66-133</inkml:trace>
</inkml:ink>
</file>

<file path=ppt/ink/ink22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729"/>
    </inkml:context>
    <inkml:brush xml:id="br0">
      <inkml:brushProperty name="width" value="0.03969" units="cm"/>
      <inkml:brushProperty name="height" value="0.03969" units="cm"/>
      <inkml:brushProperty name="fitToCurve" value="1"/>
    </inkml:brush>
  </inkml:definitions>
  <inkml:trace contextRef="#ctx0" brushRef="#br0">6147 7619 764,'-9'80'85,"30"9"-171,7-12-139,-19-1 101</inkml:trace>
</inkml:ink>
</file>

<file path=ppt/ink/ink22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730"/>
    </inkml:context>
    <inkml:brush xml:id="br0">
      <inkml:brushProperty name="width" value="0.03969" units="cm"/>
      <inkml:brushProperty name="height" value="0.03969" units="cm"/>
      <inkml:brushProperty name="fitToCurve" value="1"/>
    </inkml:brush>
  </inkml:definitions>
  <inkml:trace contextRef="#ctx0" brushRef="#br0">6083 8032 419,'123'-75'383,"-40"25"-322,11-3-50,-12 12-9,13-1-19,-18 86-264</inkml:trace>
</inkml:ink>
</file>

<file path=ppt/ink/ink23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731"/>
    </inkml:context>
    <inkml:brush xml:id="br0">
      <inkml:brushProperty name="width" value="0.03969" units="cm"/>
      <inkml:brushProperty name="height" value="0.03969" units="cm"/>
      <inkml:brushProperty name="fitToCurve" value="1"/>
    </inkml:brush>
  </inkml:definitions>
  <inkml:trace contextRef="#ctx0" brushRef="#br0">6147 7956 136,'4'95'236,"24"54"-30,-10-52-116,2 7-15,2 40-16,-7-16-25,-7-12-21,-6 22-5,0-30-4,-4 28-4,0-20-7,-11-24-79,-24-16-469</inkml:trace>
</inkml:ink>
</file>

<file path=ppt/ink/ink23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732"/>
    </inkml:context>
    <inkml:brush xml:id="br0">
      <inkml:brushProperty name="width" value="0.03969" units="cm"/>
      <inkml:brushProperty name="height" value="0.03969" units="cm"/>
      <inkml:brushProperty name="fitToCurve" value="1"/>
    </inkml:brush>
  </inkml:definitions>
  <inkml:trace contextRef="#ctx0" brushRef="#br0">6138 8599 212,'67'-80'50,"42"-33"52,3 8 102,-2 9-38,20 1-52,-54 46-103,12 9-26,-128 121-136,-67-4-176</inkml:trace>
</inkml:ink>
</file>

<file path=ppt/ink/ink23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733"/>
    </inkml:context>
    <inkml:brush xml:id="br0">
      <inkml:brushProperty name="width" value="0.03969" units="cm"/>
      <inkml:brushProperty name="height" value="0.03969" units="cm"/>
      <inkml:brushProperty name="fitToCurve" value="1"/>
    </inkml:brush>
  </inkml:definitions>
  <inkml:trace contextRef="#ctx0" brushRef="#br0">6277 8003 185,'28'95'316,"8"31"-200,-20-51-97,82-152-19,-72-5-1,36-54 14,-50 223 135,-25 9-106,-3-8-28,-1 18-8,2-19-3,78-8-353</inkml:trace>
</inkml:ink>
</file>

<file path=ppt/ink/ink23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734"/>
    </inkml:context>
    <inkml:brush xml:id="br0">
      <inkml:brushProperty name="width" value="0.03969" units="cm"/>
      <inkml:brushProperty name="height" value="0.03969" units="cm"/>
      <inkml:brushProperty name="fitToCurve" value="1"/>
    </inkml:brush>
  </inkml:definitions>
  <inkml:trace contextRef="#ctx0" brushRef="#br0">6484 8534 136,'79'-95'386,"41"128"-380,-91 106 4,-53-28 64,-46 36 58,-47-34-52,28-94-82,37-97-62,97 1 13,98 16 78,-31 46 19,-27 14-14,49 5 1,-46-3-20,26-13-6,-16-9-6,17-25-4,-35 2-2,39-35-25,19-71-57,-44 34-56,-21 21-251</inkml:trace>
</inkml:ink>
</file>

<file path=ppt/ink/ink23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735"/>
    </inkml:context>
    <inkml:brush xml:id="br0">
      <inkml:brushProperty name="width" value="0.03969" units="cm"/>
      <inkml:brushProperty name="height" value="0.03969" units="cm"/>
      <inkml:brushProperty name="fitToCurve" value="1"/>
    </inkml:brush>
  </inkml:definitions>
  <inkml:trace contextRef="#ctx0" brushRef="#br0">1902 10630 285,'-62'116'488,"27"-38"-423,-9 24-51,7-5-12,-6 12-2,14-26 0,121-66-60,-10-48-63,-66 181 91,-41-62 83,-2 1 0,6-9-19,8 12-16,148 2 23,-51-69-68,-31 57-27,-39 6 35,-17-12 15,-14 26 10,-7-6 6,-61-89-117,86-130 40,3 11 10,4 31-4,1-18-125</inkml:trace>
</inkml:ink>
</file>

<file path=ppt/ink/ink23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736"/>
    </inkml:context>
    <inkml:brush xml:id="br0">
      <inkml:brushProperty name="width" value="0.03969" units="cm"/>
      <inkml:brushProperty name="height" value="0.03969" units="cm"/>
      <inkml:brushProperty name="fitToCurve" value="1"/>
    </inkml:brush>
  </inkml:definitions>
  <inkml:trace contextRef="#ctx0" brushRef="#br0">2018 10947 136,'37'-105'187,"71"-7"129,40 127-159,-139 79-153,-18-11-2,-14 21-1,-17 27 1,2-24 0,-9 5 0,-22 8 2,17-35 0,-4-6 1,-8 4-13,-29-117-274,119-43-187</inkml:trace>
</inkml:ink>
</file>

<file path=ppt/ink/ink23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737"/>
    </inkml:context>
    <inkml:brush xml:id="br0">
      <inkml:brushProperty name="width" value="0.03969" units="cm"/>
      <inkml:brushProperty name="height" value="0.03969" units="cm"/>
      <inkml:brushProperty name="fitToCurve" value="1"/>
    </inkml:brush>
  </inkml:definitions>
  <inkml:trace contextRef="#ctx0" brushRef="#br0">2094 11117 136,'76'-49'55,"17"20"117,3 35 94,-6 96-613</inkml:trace>
</inkml:ink>
</file>

<file path=ppt/ink/ink23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738"/>
    </inkml:context>
    <inkml:brush xml:id="br0">
      <inkml:brushProperty name="width" value="0.03969" units="cm"/>
      <inkml:brushProperty name="height" value="0.03969" units="cm"/>
      <inkml:brushProperty name="fitToCurve" value="1"/>
    </inkml:brush>
  </inkml:definitions>
  <inkml:trace contextRef="#ctx0" brushRef="#br0">2089 11442 230,'83'-36'413,"65"-64"-245,-66 28-171,-4 7-145</inkml:trace>
</inkml:ink>
</file>

<file path=ppt/ink/ink23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739"/>
    </inkml:context>
    <inkml:brush xml:id="br0">
      <inkml:brushProperty name="width" value="0.03969" units="cm"/>
      <inkml:brushProperty name="height" value="0.03969" units="cm"/>
      <inkml:brushProperty name="fitToCurve" value="1"/>
    </inkml:brush>
  </inkml:definitions>
  <inkml:trace contextRef="#ctx0" brushRef="#br0">2292 11269 179,'6'105'212,"-35"2"-144,-12-6 45,-36 49 112,46-69-168,116-57-40,31-70-11,-18-11-5,1 1-2,1-7-5,-3-2-16,-13 17-50,-8 32-322</inkml:trace>
</inkml:ink>
</file>

<file path=ppt/ink/ink23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740"/>
    </inkml:context>
    <inkml:brush xml:id="br0">
      <inkml:brushProperty name="width" value="0.03969" units="cm"/>
      <inkml:brushProperty name="height" value="0.03969" units="cm"/>
      <inkml:brushProperty name="fitToCurve" value="1"/>
    </inkml:brush>
  </inkml:definitions>
  <inkml:trace contextRef="#ctx0" brushRef="#br0">2766 10596 253,'99'-91'183,"-16"21"-60,57 18 43,-116 221-259,-67-23 46,-14-21 12,-19-11-9,-18-37-104,81-183 4,40 9 110,10 7 15,-73 168 102,-9 25 34,5 6 15,-7 22 20,102-19-40,39-120-147,-3-14-21,77 7-46,-82 33 21,18 44-41,-76 54 107,-49-8 77,-50 37 99,7-64-64,-76 47 64,53-91-126,-8-47-25,51-75-8,39-66-2,22 30 0,16-7 0,29-31-2,-2 29-3,-5 18-181,-13 37-91</inkml:trace>
</inkml:ink>
</file>

<file path=ppt/ink/ink24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741"/>
    </inkml:context>
    <inkml:brush xml:id="br0">
      <inkml:brushProperty name="width" value="0.03969" units="cm"/>
      <inkml:brushProperty name="height" value="0.03969" units="cm"/>
      <inkml:brushProperty name="fitToCurve" value="1"/>
    </inkml:brush>
  </inkml:definitions>
  <inkml:trace contextRef="#ctx0" brushRef="#br0">3370 10197 452,'0'176'279,"-7"-56"-213,-4-31-54,-13 20-14,4-28-6,-1 2-6,-10 6-23,-7 3-56,-49-9-287</inkml:trace>
</inkml:ink>
</file>

<file path=ppt/ink/ink24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742"/>
    </inkml:context>
    <inkml:brush xml:id="br0">
      <inkml:brushProperty name="width" value="0.03969" units="cm"/>
      <inkml:brushProperty name="height" value="0.03969" units="cm"/>
      <inkml:brushProperty name="fitToCurve" value="1"/>
    </inkml:brush>
  </inkml:definitions>
  <inkml:trace contextRef="#ctx0" brushRef="#br0">3363 10557 136,'85'-67'63,"-5"13"128,17 50 150,-83 85-271,-36 8-39,-26 19-14,0-29-9,-9 12-2,9-12 2,11 10 0,133-127-11,72-89-91,-85 100-471</inkml:trace>
</inkml:ink>
</file>

<file path=ppt/ink/ink24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743"/>
    </inkml:context>
    <inkml:brush xml:id="br0">
      <inkml:brushProperty name="width" value="0.03969" units="cm"/>
      <inkml:brushProperty name="height" value="0.03969" units="cm"/>
      <inkml:brushProperty name="fitToCurve" value="1"/>
    </inkml:brush>
  </inkml:definitions>
  <inkml:trace contextRef="#ctx0" brushRef="#br0">3376 11038 157,'13'131'378,"37"-12"-266,50-224-135,-58-22-14,1 3-1,-11 267 206,-24-63-94,75-127-85,-38-33-39,4 2-1,35-37-21,-106 274 47,-42-34 71,-39 16 55,-32 4-11,-19-2-50,283-115-21,-38-79-19,46-38 0,-12 9-1,-5 12 1,35-13-1,-27 22 1,-17 9 0,-7 8-79,-28 10-30,31-11-267</inkml:trace>
</inkml:ink>
</file>

<file path=ppt/ink/ink24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744"/>
    </inkml:context>
    <inkml:brush xml:id="br0">
      <inkml:brushProperty name="width" value="0.03969" units="cm"/>
      <inkml:brushProperty name="height" value="0.03969" units="cm"/>
      <inkml:brushProperty name="fitToCurve" value="1"/>
    </inkml:brush>
  </inkml:definitions>
  <inkml:trace contextRef="#ctx0" brushRef="#br0">4262 9956 148,'-16'108'176,"-15"20"-78,-12 42-28,-2-2-28,-15 11-26,-4-38-15,28-66-7,-5-2-20,-14 26-84</inkml:trace>
</inkml:ink>
</file>

<file path=ppt/ink/ink24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745"/>
    </inkml:context>
    <inkml:brush xml:id="br0">
      <inkml:brushProperty name="width" value="0.03969" units="cm"/>
      <inkml:brushProperty name="height" value="0.03969" units="cm"/>
      <inkml:brushProperty name="fitToCurve" value="1"/>
    </inkml:brush>
  </inkml:definitions>
  <inkml:trace contextRef="#ctx0" brushRef="#br0">4057 10396 136,'84'33'50,"-44"81"22,-12-25 14,9 50 14,-4-13-2,12 53 34,-1-8-56,-22-90-50,-1 6-14,4 6-18,4-9-96,-27-9-389</inkml:trace>
</inkml:ink>
</file>

<file path=ppt/ink/ink24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746"/>
    </inkml:context>
    <inkml:brush xml:id="br0">
      <inkml:brushProperty name="width" value="0.03969" units="cm"/>
      <inkml:brushProperty name="height" value="0.03969" units="cm"/>
      <inkml:brushProperty name="fitToCurve" value="1"/>
    </inkml:brush>
  </inkml:definitions>
  <inkml:trace contextRef="#ctx0" brushRef="#br0">4214 10426 430,'95'-105'137,"-3"10"17,51-23-36,-69 71-106,20 7-27,-11 32-409</inkml:trace>
</inkml:ink>
</file>

<file path=ppt/ink/ink24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747"/>
    </inkml:context>
    <inkml:brush xml:id="br0">
      <inkml:brushProperty name="width" value="0.03969" units="cm"/>
      <inkml:brushProperty name="height" value="0.03969" units="cm"/>
      <inkml:brushProperty name="fitToCurve" value="1"/>
    </inkml:brush>
  </inkml:definitions>
  <inkml:trace contextRef="#ctx0" brushRef="#br0">4424 9923 182,'0'80'84,"-2"-1"-4,-8 7-33,-19 32-36,-5-21-12,10 4 72,20 58 18,21-17-70,2-40-16,-5-18-2,15 68-13,10 10-44,-9-30-8,-4-13 22</inkml:trace>
</inkml:ink>
</file>

<file path=ppt/ink/ink24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748"/>
    </inkml:context>
    <inkml:brush xml:id="br0">
      <inkml:brushProperty name="width" value="0.03969" units="cm"/>
      <inkml:brushProperty name="height" value="0.03969" units="cm"/>
      <inkml:brushProperty name="fitToCurve" value="1"/>
    </inkml:brush>
  </inkml:definitions>
  <inkml:trace contextRef="#ctx0" brushRef="#br0">4508 10520 198,'59'-104'20,"17"19"60,22 6 78,-50 171 1,-31 5-65,1 14-23,3 3-29,3-4-26,4-8-9,-3-11-6,-1-6-13,2-1-106,-29-5-399</inkml:trace>
</inkml:ink>
</file>

<file path=ppt/ink/ink24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749"/>
    </inkml:context>
    <inkml:brush xml:id="br0">
      <inkml:brushProperty name="width" value="0.03969" units="cm"/>
      <inkml:brushProperty name="height" value="0.03969" units="cm"/>
      <inkml:brushProperty name="fitToCurve" value="1"/>
    </inkml:brush>
  </inkml:definitions>
  <inkml:trace contextRef="#ctx0" brushRef="#br0">4448 10650 332,'39'-80'225,"71"-2"15,-22 91-201,-104 97-42,-18-22 8,-10 8 2,2-5-1,-4 5-3,4-11-1,130-48 7,-2-62-8,-1-8-3,0 3-11,-105 129 11,-48-7 14,18-12-8,-54 69 0,234-148 0,-39-26 0,13 0-2,2-10-3,-3-8-5,4-7-13,-17 9-57,-4 0-246</inkml:trace>
</inkml:ink>
</file>

<file path=ppt/ink/ink24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750"/>
    </inkml:context>
    <inkml:brush xml:id="br0">
      <inkml:brushProperty name="width" value="0.03969" units="cm"/>
      <inkml:brushProperty name="height" value="0.03969" units="cm"/>
      <inkml:brushProperty name="fitToCurve" value="1"/>
    </inkml:brush>
  </inkml:definitions>
  <inkml:trace contextRef="#ctx0" brushRef="#br0">5481 10767 515</inkml:trace>
</inkml:ink>
</file>

<file path=ppt/ink/ink25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751"/>
    </inkml:context>
    <inkml:brush xml:id="br0">
      <inkml:brushProperty name="width" value="0.03969" units="cm"/>
      <inkml:brushProperty name="height" value="0.03969" units="cm"/>
      <inkml:brushProperty name="fitToCurve" value="1"/>
    </inkml:brush>
  </inkml:definitions>
  <inkml:trace contextRef="#ctx0" brushRef="#br0">3772 13424 311,'99'0'1,"46"10"4,-50-2-3,18-1 0,-17-4-1,64 3 2,-47-1-1,25-2-1,-18 1 0,-42-3 0,42 2 0,7-6-1,-44 2 0,45 1 2,-12-5 1,-40 1-1,60-1 1,9-3 0,-52 2 0,51-1 1,-5-2 0,-50 4 0,58-6 1,14 2-2,-56 2 0,39 3 0,-13-1 0,-47 3-2,59-7 1,11-1 0,-54 3 0,44-4 0,-12 3 1,-46 2-1,50-2 6,18 0 2,-54 3-1,43-5 1,-19 2 1,-44 3-2,57-1 1,10-3-1,-51 4-1,43-3 0,-15 0 3,-44 4-3,41-1 2,4-1 8,-43 2-3,38-1 4,-12 1 0,68-1 17,-62 1-19,60-1 11,-82 3-15,64-2 4,-54 1-3,66-1 11,-78 4-12,63 2 9,-59-5-12,65 6 6,-74-5-10,58 1 1,-56 1-4,54 1 0,-18 1-1,25 1 0,-31 3 0,-14-1-2,25 6 1,-18-1-1,-7-1 0,20 0 1,-30-1-1,34-2 1,-13 2-1,-8-3-1,-16-4-1,12 2-5,-14 1-38,-8 24-508</inkml:trace>
</inkml:ink>
</file>

<file path=ppt/ink/ink25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752"/>
    </inkml:context>
    <inkml:brush xml:id="br0">
      <inkml:brushProperty name="width" value="0.03969" units="cm"/>
      <inkml:brushProperty name="height" value="0.03969" units="cm"/>
      <inkml:brushProperty name="fitToCurve" value="1"/>
    </inkml:brush>
  </inkml:definitions>
  <inkml:trace contextRef="#ctx0" brushRef="#br0">464 9774 495,'161'-39'259,"-58"-5"-198,7-10-41,5-6-18,-14 9-11,-20 13-30,-2 27-361</inkml:trace>
</inkml:ink>
</file>

<file path=ppt/ink/ink25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753"/>
    </inkml:context>
    <inkml:brush xml:id="br0">
      <inkml:brushProperty name="width" value="0.03969" units="cm"/>
      <inkml:brushProperty name="height" value="0.03969" units="cm"/>
      <inkml:brushProperty name="fitToCurve" value="1"/>
    </inkml:brush>
  </inkml:definitions>
  <inkml:trace contextRef="#ctx0" brushRef="#br0">964 9587 199,'-14'97'7,"-10"2"34,-8 12 41,-9 27 25,-5-2 8,-9 8-10,18-65-53,-6 5-12,-7 19-4,-5-19-33</inkml:trace>
</inkml:ink>
</file>

<file path=ppt/ink/ink25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754"/>
    </inkml:context>
    <inkml:brush xml:id="br0">
      <inkml:brushProperty name="width" value="0.03969" units="cm"/>
      <inkml:brushProperty name="height" value="0.03969" units="cm"/>
      <inkml:brushProperty name="fitToCurve" value="1"/>
    </inkml:brush>
  </inkml:definitions>
  <inkml:trace contextRef="#ctx0" brushRef="#br0">872 9749 242,'0'73'101,"0"17"44,0-12-69,0 68 24,8-52-73,-3-19-18,2 25-31,5-3-28,30 33-144</inkml:trace>
</inkml:ink>
</file>

<file path=ppt/ink/ink25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755"/>
    </inkml:context>
    <inkml:brush xml:id="br0">
      <inkml:brushProperty name="width" value="0.03969" units="cm"/>
      <inkml:brushProperty name="height" value="0.03969" units="cm"/>
      <inkml:brushProperty name="fitToCurve" value="1"/>
    </inkml:brush>
  </inkml:definitions>
  <inkml:trace contextRef="#ctx0" brushRef="#br0">1010 9978 165,'12'100'206,"32"9"-96,41-60-349</inkml:trace>
</inkml:ink>
</file>

<file path=ppt/ink/ink25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756"/>
    </inkml:context>
    <inkml:brush xml:id="br0">
      <inkml:brushProperty name="width" value="0.03969" units="cm"/>
      <inkml:brushProperty name="height" value="0.03969" units="cm"/>
      <inkml:brushProperty name="fitToCurve" value="1"/>
    </inkml:brush>
  </inkml:definitions>
  <inkml:trace contextRef="#ctx0" brushRef="#br0">1282 9228 371,'-23'93'216,"2"31"-186,9-49-2,84 21 99,8-129-124,-2 10-86,-76 106-66,-52 30 102,-25 12-16,23-42 64,21 17 115,24 36-71,8-42-36,-7 36-1,-1 14-3,47-255-421,-30 6 383,6-2 18,6 10 19,8 10 19,7 6 31,7 5 30,19 0 32,14 11-24,33 106 49,-72 38-84,-8 22-14,-9-8-9,-6 3-8,-1 3-5,-5-9-14,-15 2-35,-72-49-258,5-120 78,8-10 136,-9 3 52,0 9 102,66-10 219,84 114-92,-110 65-188,12-5-26,108-130-231,-5-66-177</inkml:trace>
</inkml:ink>
</file>

<file path=ppt/ink/ink25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757"/>
    </inkml:context>
    <inkml:brush xml:id="br0">
      <inkml:brushProperty name="width" value="0.03969" units="cm"/>
      <inkml:brushProperty name="height" value="0.03969" units="cm"/>
      <inkml:brushProperty name="fitToCurve" value="1"/>
    </inkml:brush>
  </inkml:definitions>
  <inkml:trace contextRef="#ctx0" brushRef="#br0">1543 9357 136,'0'-81'136,"6"219"134,21 2-118,89-68-85,-52-155-79,-52 173-502,-27-7 406</inkml:trace>
</inkml:ink>
</file>

<file path=ppt/ink/ink25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758"/>
    </inkml:context>
    <inkml:brush xml:id="br0">
      <inkml:brushProperty name="width" value="0.03969" units="cm"/>
      <inkml:brushProperty name="height" value="0.03969" units="cm"/>
      <inkml:brushProperty name="fitToCurve" value="1"/>
    </inkml:brush>
  </inkml:definitions>
  <inkml:trace contextRef="#ctx0" brushRef="#br0">1741 9690 136,'0'114'237,"0"-24"-83,14 47 4,79-25-53,0-110-83,4-43-2,-13-109 10,-182 143-26,13-25-443</inkml:trace>
</inkml:ink>
</file>

<file path=ppt/ink/ink25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759"/>
    </inkml:context>
    <inkml:brush xml:id="br0">
      <inkml:brushProperty name="width" value="0.03969" units="cm"/>
      <inkml:brushProperty name="height" value="0.03969" units="cm"/>
      <inkml:brushProperty name="fitToCurve" value="1"/>
    </inkml:brush>
  </inkml:definitions>
  <inkml:trace contextRef="#ctx0" brushRef="#br0">2096 9224 319,'54'112'403,"-20"5"-319,-17-36-61,4 38-9,-9-13-12,-1 3-9,-6 13-21,-2-30-28,-3-11-33,-7-1-74</inkml:trace>
</inkml:ink>
</file>

<file path=ppt/ink/ink25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760"/>
    </inkml:context>
    <inkml:brush xml:id="br0">
      <inkml:brushProperty name="width" value="0.03969" units="cm"/>
      <inkml:brushProperty name="height" value="0.03969" units="cm"/>
      <inkml:brushProperty name="fitToCurve" value="1"/>
    </inkml:brush>
  </inkml:definitions>
  <inkml:trace contextRef="#ctx0" brushRef="#br0">1989 9467 293,'84'-107'67,"16"18"52,9 10-12,45-21-19,0 31-44,-77 61-38,58 86 22,-78 14-3,-5 36 7,-21-41-14,6 23-3,-5-19-3,-2-6-4,-1 9-2,7 10-2,-8-14-1,-3 7-2,-7-3-2,-121-72-11,-1-65 0,9-10-21</inkml:trace>
</inkml:ink>
</file>

<file path=ppt/ink/ink26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761"/>
    </inkml:context>
    <inkml:brush xml:id="br0">
      <inkml:brushProperty name="width" value="0.03969" units="cm"/>
      <inkml:brushProperty name="height" value="0.03969" units="cm"/>
      <inkml:brushProperty name="fitToCurve" value="1"/>
    </inkml:brush>
  </inkml:definitions>
  <inkml:trace contextRef="#ctx0" brushRef="#br0">2211 9636 327,'45'-111'446,"99"11"-372,-60 54-65,0 10-7,10 36-37,-107 88-13,-91 72 61,39-82 6,-68 53 32,238-131-32,-13-41-20,0-9-2,-7 32-440</inkml:trace>
</inkml:ink>
</file>

<file path=ppt/ink/ink26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762"/>
    </inkml:context>
    <inkml:brush xml:id="br0">
      <inkml:brushProperty name="width" value="0.03969" units="cm"/>
      <inkml:brushProperty name="height" value="0.03969" units="cm"/>
      <inkml:brushProperty name="fitToCurve" value="1"/>
    </inkml:brush>
  </inkml:definitions>
  <inkml:trace contextRef="#ctx0" brushRef="#br0">2415 9229 345,'0'108'75,"0"17"39,19 33-12,19 29-15,-12-74-55,12 8-12,-6-31-15,-1-14-34,-27 7-513</inkml:trace>
</inkml:ink>
</file>

<file path=ppt/ink/ink26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763"/>
    </inkml:context>
    <inkml:brush xml:id="br0">
      <inkml:brushProperty name="width" value="0.03969" units="cm"/>
      <inkml:brushProperty name="height" value="0.03969" units="cm"/>
      <inkml:brushProperty name="fitToCurve" value="1"/>
    </inkml:brush>
  </inkml:definitions>
  <inkml:trace contextRef="#ctx0" brushRef="#br0">1184 10875 290,'-54'79'104,"-6"28"-35,-16 30 7,34-59-41,-1-3-4,-19 37 7,8-23-25,-4-2-21,-29 29-90</inkml:trace>
</inkml:ink>
</file>

<file path=ppt/ink/ink26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764"/>
    </inkml:context>
    <inkml:brush xml:id="br0">
      <inkml:brushProperty name="width" value="0.03969" units="cm"/>
      <inkml:brushProperty name="height" value="0.03969" units="cm"/>
      <inkml:brushProperty name="fitToCurve" value="1"/>
    </inkml:brush>
  </inkml:definitions>
  <inkml:trace contextRef="#ctx0" brushRef="#br0">869 11107 136,'54'116'151,"-27"23"17,3 46 7,-3-5-67,-13-59-73,1 5-16,-5-34-12,-1-7 5,4-2-4,1 6-5,5-4-82,-28-3-457</inkml:trace>
</inkml:ink>
</file>

<file path=ppt/ink/ink26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765"/>
    </inkml:context>
    <inkml:brush xml:id="br0">
      <inkml:brushProperty name="width" value="0.03969" units="cm"/>
      <inkml:brushProperty name="height" value="0.03969" units="cm"/>
      <inkml:brushProperty name="fitToCurve" value="1"/>
    </inkml:brush>
  </inkml:definitions>
  <inkml:trace contextRef="#ctx0" brushRef="#br0">1066 10889 248,'20'106'48,"0"-10"30,4 13 12,5 20-23,-21-49-109</inkml:trace>
</inkml:ink>
</file>

<file path=ppt/ink/ink26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766"/>
    </inkml:context>
    <inkml:brush xml:id="br0">
      <inkml:brushProperty name="width" value="0.03969" units="cm"/>
      <inkml:brushProperty name="height" value="0.03969" units="cm"/>
      <inkml:brushProperty name="fitToCurve" value="1"/>
    </inkml:brush>
  </inkml:definitions>
  <inkml:trace contextRef="#ctx0" brushRef="#br0">1087 10798 240,'87'-59'0,"40"43"233,-41 93-92,-56 76-92,-43-67-34,-53 56-35,-46-65-273,21-88 97,54-71 164,103-5 84,10 37-9,12 16 121,-107 165 265,-17-40-396,3-6-28,12 6-4,42 0-94,-27-15-298</inkml:trace>
</inkml:ink>
</file>

<file path=ppt/ink/ink26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767"/>
    </inkml:context>
    <inkml:brush xml:id="br0">
      <inkml:brushProperty name="width" value="0.03969" units="cm"/>
      <inkml:brushProperty name="height" value="0.03969" units="cm"/>
      <inkml:brushProperty name="fitToCurve" value="1"/>
    </inkml:brush>
  </inkml:definitions>
  <inkml:trace contextRef="#ctx0" brushRef="#br0">1251 11382 136,'-62'87'21,"18"-6"29,4 8 37,15 15 16,11 9-3,38 6 54,102-151-191,-69-113-41,-14 7 68,-8 49 28,41-45 48,40 23 19,-33 61-39,3 27-21,13 56-11,-36 45 7,-34 17 5,-19 8-8,-20-3-5,-10-7-6,-24 2 1,-125-24 0,63-132-17,41-17-22,35 2-396</inkml:trace>
</inkml:ink>
</file>

<file path=ppt/ink/ink26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768"/>
    </inkml:context>
    <inkml:brush xml:id="br0">
      <inkml:brushProperty name="width" value="0.03969" units="cm"/>
      <inkml:brushProperty name="height" value="0.03969" units="cm"/>
      <inkml:brushProperty name="fitToCurve" value="1"/>
    </inkml:brush>
  </inkml:definitions>
  <inkml:trace contextRef="#ctx0" brushRef="#br0">1233 10981 140,'87'115'299,"-62"-2"-262,-8-22-24,-5-15-2,11 86 7,-9-23-5,-7 6 16,4-14 152,109-269-107,-61 60-89,47-37-436</inkml:trace>
</inkml:ink>
</file>

<file path=ppt/ink/ink26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769"/>
    </inkml:context>
    <inkml:brush xml:id="br0">
      <inkml:brushProperty name="width" value="0.03969" units="cm"/>
      <inkml:brushProperty name="height" value="0.03969" units="cm"/>
      <inkml:brushProperty name="fitToCurve" value="1"/>
    </inkml:brush>
  </inkml:definitions>
  <inkml:trace contextRef="#ctx0" brushRef="#br0">1853 11020 393,'114'-89'366,"30"-10"-298,-54 46-142,-7 4-221</inkml:trace>
</inkml:ink>
</file>

<file path=ppt/ink/ink26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770"/>
    </inkml:context>
    <inkml:brush xml:id="br0">
      <inkml:brushProperty name="width" value="0.03969" units="cm"/>
      <inkml:brushProperty name="height" value="0.03969" units="cm"/>
      <inkml:brushProperty name="fitToCurve" value="1"/>
    </inkml:brush>
  </inkml:definitions>
  <inkml:trace contextRef="#ctx0" brushRef="#br0">2012 10501 188,'39'103'172,"-6"7"-92,-13-33-23,12 62 15,-14-62-32,-2 12-8,16 56-21,-13-63-110</inkml:trace>
</inkml:ink>
</file>

<file path=ppt/ink/ink27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771"/>
    </inkml:context>
    <inkml:brush xml:id="br0">
      <inkml:brushProperty name="width" value="0.03969" units="cm"/>
      <inkml:brushProperty name="height" value="0.03969" units="cm"/>
      <inkml:brushProperty name="fitToCurve" value="1"/>
    </inkml:brush>
  </inkml:definitions>
  <inkml:trace contextRef="#ctx0" brushRef="#br0">1825 10743 305,'84'-8'193,"-5"-33"-199,37-43-78,-33 24-11,13-3-32,-61 158 118,-63-19 36,-5 0-2,-5 24 23,66-26-35,58-147-137,-150 153 443,-7 28-101,182-86-291,-186 110 142,30-52-32,-2 4-16,1-1-4,15-4 13,181-54-16,-74-68-67,40-70-196,-216 117 129,11 97 178,17 7 15,30 21 68,107-5 5,29-161-150,-8-38-20,20-63-94,-56 57-5,-86 214 86,-7-11 81,2 9 44,11-44-17</inkml:trace>
</inkml:ink>
</file>

<file path=ppt/ink/ink27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772"/>
    </inkml:context>
    <inkml:brush xml:id="br0">
      <inkml:brushProperty name="width" value="0.03969" units="cm"/>
      <inkml:brushProperty name="height" value="0.03969" units="cm"/>
      <inkml:brushProperty name="fitToCurve" value="1"/>
    </inkml:brush>
  </inkml:definitions>
  <inkml:trace contextRef="#ctx0" brushRef="#br0">2357 10499 255,'-24'76'285,"39"72"-164,-8 17-53,-9-85-45,-6 4-6,-5-6 23,153-219-39,-47 138-58,-45 89-12,-24 12 20,-25 6 21,-4-27 24,-13 15 25,-20 44 42,-33-4 5,-81-88-163,140-166 43,88 96 125,16 17-4,-8 9-12,12 4-21,0 2-34,0-6-65,-9-29-230</inkml:trace>
</inkml:ink>
</file>

<file path=ppt/ink/ink27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773"/>
    </inkml:context>
    <inkml:brush xml:id="br0">
      <inkml:brushProperty name="width" value="0.03969" units="cm"/>
      <inkml:brushProperty name="height" value="0.03969" units="cm"/>
      <inkml:brushProperty name="fitToCurve" value="1"/>
    </inkml:brush>
  </inkml:definitions>
  <inkml:trace contextRef="#ctx0" brushRef="#br0">2904 10713 136,'68'-84'270,"4"-2"-147,22-7 19,42-15-217</inkml:trace>
</inkml:ink>
</file>

<file path=ppt/ink/ink27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774"/>
    </inkml:context>
    <inkml:brush xml:id="br0">
      <inkml:brushProperty name="width" value="0.03969" units="cm"/>
      <inkml:brushProperty name="height" value="0.03969" units="cm"/>
      <inkml:brushProperty name="fitToCurve" value="1"/>
    </inkml:brush>
  </inkml:definitions>
  <inkml:trace contextRef="#ctx0" brushRef="#br0">3024 10168 148,'17'85'0,"23"42"10,-4-16 15,0 6 30,-8-35-15,-1 8 4,22 54 46,-22-68-38,18 52 44,-19-52-48,16 37 30,-9-28-17,3 15-12,6 9-7,-4-15-20,-121-160-16,22-31-10,5-2 1,4 5-1,-6-26-2,14 23-4,5 10-10,0 4-41,0-7-62,32 12-506</inkml:trace>
</inkml:ink>
</file>

<file path=ppt/ink/ink27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775"/>
    </inkml:context>
    <inkml:brush xml:id="br0">
      <inkml:brushProperty name="width" value="0.03969" units="cm"/>
      <inkml:brushProperty name="height" value="0.03969" units="cm"/>
      <inkml:brushProperty name="fitToCurve" value="1"/>
    </inkml:brush>
  </inkml:definitions>
  <inkml:trace contextRef="#ctx0" brushRef="#br0">3139 10517 219,'0'99'116,"0"10"3,-10 24-45,-4-42-53,-18 65-1,15-60-4,-14 38 42,-2 0-25</inkml:trace>
</inkml:ink>
</file>

<file path=ppt/ink/ink27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776"/>
    </inkml:context>
    <inkml:brush xml:id="br0">
      <inkml:brushProperty name="width" value="0.03969" units="cm"/>
      <inkml:brushProperty name="height" value="0.03969" units="cm"/>
      <inkml:brushProperty name="fitToCurve" value="1"/>
    </inkml:brush>
  </inkml:definitions>
  <inkml:trace contextRef="#ctx0" brushRef="#br0">3174 10644 136,'96'44'60,"3"33"115</inkml:trace>
</inkml:ink>
</file>

<file path=ppt/ink/ink27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777"/>
    </inkml:context>
    <inkml:brush xml:id="br0">
      <inkml:brushProperty name="width" value="0.03969" units="cm"/>
      <inkml:brushProperty name="height" value="0.03969" units="cm"/>
      <inkml:brushProperty name="fitToCurve" value="1"/>
    </inkml:brush>
  </inkml:definitions>
  <inkml:trace contextRef="#ctx0" brushRef="#br0">3293 10464 165,'45'-80'101,"71"-5"137,13 10-102,-52 25-220</inkml:trace>
</inkml:ink>
</file>

<file path=ppt/ink/ink27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778"/>
    </inkml:context>
    <inkml:brush xml:id="br0">
      <inkml:brushProperty name="width" value="0.03969" units="cm"/>
      <inkml:brushProperty name="height" value="0.03969" units="cm"/>
      <inkml:brushProperty name="fitToCurve" value="1"/>
    </inkml:brush>
  </inkml:definitions>
  <inkml:trace contextRef="#ctx0" brushRef="#br0">3216 10128 157,'118'-28'293,"-29"125"-295,-29 12-77,-5-19 14</inkml:trace>
</inkml:ink>
</file>

<file path=ppt/ink/ink27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779"/>
    </inkml:context>
    <inkml:brush xml:id="br0">
      <inkml:brushProperty name="width" value="0.03969" units="cm"/>
      <inkml:brushProperty name="height" value="0.03969" units="cm"/>
      <inkml:brushProperty name="fitToCurve" value="1"/>
    </inkml:brush>
  </inkml:definitions>
  <inkml:trace contextRef="#ctx0" brushRef="#br0">3425 10001 175,'0'96'25,"0"-11"-12,10 22-1,6 4-6,-6-2-13,-6-35-83</inkml:trace>
</inkml:ink>
</file>

<file path=ppt/ink/ink27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780"/>
    </inkml:context>
    <inkml:brush xml:id="br0">
      <inkml:brushProperty name="width" value="0.03969" units="cm"/>
      <inkml:brushProperty name="height" value="0.03969" units="cm"/>
      <inkml:brushProperty name="fitToCurve" value="1"/>
    </inkml:brush>
  </inkml:definitions>
  <inkml:trace contextRef="#ctx0" brushRef="#br0">3269 10486 175,'-33'92'494,"109"46"-370,44 15-135,-93-71-554</inkml:trace>
</inkml:ink>
</file>

<file path=ppt/ink/ink28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781"/>
    </inkml:context>
    <inkml:brush xml:id="br0">
      <inkml:brushProperty name="width" value="0.03969" units="cm"/>
      <inkml:brushProperty name="height" value="0.03969" units="cm"/>
      <inkml:brushProperty name="fitToCurve" value="1"/>
    </inkml:brush>
  </inkml:definitions>
  <inkml:trace contextRef="#ctx0" brushRef="#br0">3304 10642 166,'59'-81'48,"66"-33"122,-36 38-30,21-3 1,18 102-47,-142 67-60,-23 17 2,-2-19-17,-1-2-13,-9-2-32,-84-45-454,115-158 909,96 285-334,-58-75-112,-46 8-19,-19-11 33,-2 0 6,171-188-42,-57 12 10,37-29-3,-137 271 136,-2-58-80,2-10-15,-13 19-6,1-17-6,-3 0-22,52-203-234,72-3 74,9 27 67,13 42 177,-4 70 169,29 67 20,49-27-267,-87-139-152,-47 0 100,-2-35-122</inkml:trace>
</inkml:ink>
</file>

<file path=ppt/ink/ink28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782"/>
    </inkml:context>
    <inkml:brush xml:id="br0">
      <inkml:brushProperty name="width" value="0.03969" units="cm"/>
      <inkml:brushProperty name="height" value="0.03969" units="cm"/>
      <inkml:brushProperty name="fitToCurve" value="1"/>
    </inkml:brush>
  </inkml:definitions>
  <inkml:trace contextRef="#ctx0" brushRef="#br0">4047 10293 325,'89'-60'475,"-12"28"-412,20-16-52,-12-10-12,-37-31-48</inkml:trace>
</inkml:ink>
</file>

<file path=ppt/ink/ink28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783"/>
    </inkml:context>
    <inkml:brush xml:id="br0">
      <inkml:brushProperty name="width" value="0.03969" units="cm"/>
      <inkml:brushProperty name="height" value="0.03969" units="cm"/>
      <inkml:brushProperty name="fitToCurve" value="1"/>
    </inkml:brush>
  </inkml:definitions>
  <inkml:trace contextRef="#ctx0" brushRef="#br0">4244 9668 136,'-34'88'117,"46"-12"-36,16 88 74,-9-80-98,13 61 41,-13-62-57,16 65 26,-9-56-40,9 50 13,-3-19-21,0 15-8,-11-28-4,-5-20-3,-2 5 0,-4 10 2,-15-2 0,-137-115-7,93-84-7,4-30-27,11 9-71,14 37-11,28 7-486</inkml:trace>
</inkml:ink>
</file>

<file path=ppt/ink/ink28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784"/>
    </inkml:context>
    <inkml:brush xml:id="br0">
      <inkml:brushProperty name="width" value="0.03969" units="cm"/>
      <inkml:brushProperty name="height" value="0.03969" units="cm"/>
      <inkml:brushProperty name="fitToCurve" value="1"/>
    </inkml:brush>
  </inkml:definitions>
  <inkml:trace contextRef="#ctx0" brushRef="#br0">4246 10244 188,'-16'84'169,"-5"9"-6,5-17-79,-12 61 18,10-45-74,4-16-22,2-1-23,3 10-25,1 7-58,-1-13-127</inkml:trace>
</inkml:ink>
</file>

<file path=ppt/ink/ink28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785"/>
    </inkml:context>
    <inkml:brush xml:id="br0">
      <inkml:brushProperty name="width" value="0.03969" units="cm"/>
      <inkml:brushProperty name="height" value="0.03969" units="cm"/>
      <inkml:brushProperty name="fitToCurve" value="1"/>
    </inkml:brush>
  </inkml:definitions>
  <inkml:trace contextRef="#ctx0" brushRef="#br0">4411 10244 208,'81'1'187,"7"75"199,-55 3-950</inkml:trace>
</inkml:ink>
</file>

<file path=ppt/ink/ink28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786"/>
    </inkml:context>
    <inkml:brush xml:id="br0">
      <inkml:brushProperty name="width" value="0.03969" units="cm"/>
      <inkml:brushProperty name="height" value="0.03969" units="cm"/>
      <inkml:brushProperty name="fitToCurve" value="1"/>
    </inkml:brush>
  </inkml:definitions>
  <inkml:trace contextRef="#ctx0" brushRef="#br0">4932 9893 497,'-86'-76'343,"-6"115"-336,-41 103-9,89-37 7,27 15 1,17-5-4,9 18-1,7-5-3,-2-10-5,0-11-5,3-18-1,2-4-36,-29-6-345</inkml:trace>
</inkml:ink>
</file>

<file path=ppt/ink/ink28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787"/>
    </inkml:context>
    <inkml:brush xml:id="br0">
      <inkml:brushProperty name="width" value="0.03969" units="cm"/>
      <inkml:brushProperty name="height" value="0.03969" units="cm"/>
      <inkml:brushProperty name="fitToCurve" value="1"/>
    </inkml:brush>
  </inkml:definitions>
  <inkml:trace contextRef="#ctx0" brushRef="#br0">4724 10541 142,'8'-73'8,"16"-15"8,18-3 7,5 9 23,19-6 29,40 37 238,-94 131-205,-19 10-53,-6 4-23,-14 16-9,-1 1-8,-9-9-9,-10-6-5,-5-5-2,-23-3-29,-14-56-138,47-171-140,48 33 203,14 16 60,40-4 87,16 80 74,9 50-1,13 54 58,8 22-28,-21-42-87,11-21-43,26-47-14,-29-33-2,-3-27-4,40-78 1,-31 0 1,-50 52-84,30-49-260</inkml:trace>
</inkml:ink>
</file>

<file path=ppt/ink/ink28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788"/>
    </inkml:context>
    <inkml:brush xml:id="br0">
      <inkml:brushProperty name="width" value="0.03969" units="cm"/>
      <inkml:brushProperty name="height" value="0.03969" units="cm"/>
      <inkml:brushProperty name="fitToCurve" value="1"/>
    </inkml:brush>
  </inkml:definitions>
  <inkml:trace contextRef="#ctx0" brushRef="#br0">5694 9619 206,'-31'80'426,"-7"23"-309,14-14-67,6 7-24,2 52-11,8-22-6,7-7-4,7 19-3,7-26-1,5-13-1,20 15 0,-2-28-1,25 23-8,14-33-17,2-24-91</inkml:trace>
</inkml:ink>
</file>

<file path=ppt/ink/ink28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789"/>
    </inkml:context>
    <inkml:brush xml:id="br0">
      <inkml:brushProperty name="width" value="0.03969" units="cm"/>
      <inkml:brushProperty name="height" value="0.03969" units="cm"/>
      <inkml:brushProperty name="fitToCurve" value="1"/>
    </inkml:brush>
  </inkml:definitions>
  <inkml:trace contextRef="#ctx0" brushRef="#br0">6050 9835 293,'-56'80'432,"30"0"-335,6 15-78,7-4-14,7 3-4,1 6-1,5-3-1,20 6 0,25-1 0,130-21-1,-59-123 1,17-126-23,-93 75 4,-18 13 1,-32-12 10,-69 61 62,0 100-19,24 38-22,23-23-9,-6 45-1,16-10-2,37-10-2,66-66-17,-9 33-825</inkml:trace>
</inkml:ink>
</file>

<file path=ppt/ink/ink28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790"/>
    </inkml:context>
    <inkml:brush xml:id="br0">
      <inkml:brushProperty name="width" value="0.03969" units="cm"/>
      <inkml:brushProperty name="height" value="0.03969" units="cm"/>
      <inkml:brushProperty name="fitToCurve" value="1"/>
    </inkml:brush>
  </inkml:definitions>
  <inkml:trace contextRef="#ctx0" brushRef="#br0">6392 9901 226,'98'32'265,"-6"88"-16,-29-24-170,-7-11-55,8-1-39,17-13-32</inkml:trace>
</inkml:ink>
</file>

<file path=ppt/ink/ink29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791"/>
    </inkml:context>
    <inkml:brush xml:id="br0">
      <inkml:brushProperty name="width" value="0.03969" units="cm"/>
      <inkml:brushProperty name="height" value="0.03969" units="cm"/>
      <inkml:brushProperty name="fitToCurve" value="1"/>
    </inkml:brush>
  </inkml:definitions>
  <inkml:trace contextRef="#ctx0" brushRef="#br0">6815 9907 139,'-80'28'159,"19"74"59,5 31-38,16-32-111,3-14-59,1-7-93,-17-3-171</inkml:trace>
</inkml:ink>
</file>

<file path=ppt/ink/ink29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792"/>
    </inkml:context>
    <inkml:brush xml:id="br0">
      <inkml:brushProperty name="width" value="0.03969" units="cm"/>
      <inkml:brushProperty name="height" value="0.03969" units="cm"/>
      <inkml:brushProperty name="fitToCurve" value="1"/>
    </inkml:brush>
  </inkml:definitions>
  <inkml:trace contextRef="#ctx0" brushRef="#br0">6951 9578 236,'-51'88'134,"0"15"38,23-25-79,12 1-19,11 3-18,14 2-20,7 8-15,8 2-5,8-5-6,24 0-5,31-29-9,4-68-12,27-141-29,-94 72 37,-2-22 5,-21 19 11,-33-7 14,-64 67 21,3 188-23,79-73-18,9 30-2,10-20-5,15-11-24,-29-14-396</inkml:trace>
</inkml:ink>
</file>

<file path=ppt/ink/ink29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793"/>
    </inkml:context>
    <inkml:brush xml:id="br0">
      <inkml:brushProperty name="width" value="0.03969" units="cm"/>
      <inkml:brushProperty name="height" value="0.03969" units="cm"/>
      <inkml:brushProperty name="fitToCurve" value="1"/>
    </inkml:brush>
  </inkml:definitions>
  <inkml:trace contextRef="#ctx0" brushRef="#br0">7260 9485 401,'83'77'39,"-38"-2"45,-12 5 7,8 102 37,-28-60-68,-16 45-21,-10-36-28,-4-19-7,-15 7-6,4-34-9,-12 19-45,-17-24-208</inkml:trace>
</inkml:ink>
</file>

<file path=ppt/ink/ink29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794"/>
    </inkml:context>
    <inkml:brush xml:id="br0">
      <inkml:brushProperty name="width" value="0.03969" units="cm"/>
      <inkml:brushProperty name="height" value="0.03969" units="cm"/>
      <inkml:brushProperty name="fitToCurve" value="1"/>
    </inkml:brush>
  </inkml:definitions>
  <inkml:trace contextRef="#ctx0" brushRef="#br0">13907 11821 533</inkml:trace>
</inkml:ink>
</file>

<file path=ppt/ink/ink29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795"/>
    </inkml:context>
    <inkml:brush xml:id="br0">
      <inkml:brushProperty name="width" value="0.03969" units="cm"/>
      <inkml:brushProperty name="height" value="0.03969" units="cm"/>
      <inkml:brushProperty name="fitToCurve" value="1"/>
    </inkml:brush>
  </inkml:definitions>
  <inkml:trace contextRef="#ctx0" brushRef="#br0">1395 12387 688,'84'36'102,"-6"-14"-135,-1 31-717</inkml:trace>
</inkml:ink>
</file>

<file path=ppt/ink/ink29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796"/>
    </inkml:context>
    <inkml:brush xml:id="br0">
      <inkml:brushProperty name="width" value="0.03969" units="cm"/>
      <inkml:brushProperty name="height" value="0.03969" units="cm"/>
      <inkml:brushProperty name="fitToCurve" value="1"/>
    </inkml:brush>
  </inkml:definitions>
  <inkml:trace contextRef="#ctx0" brushRef="#br0">1434 12663 579,'135'15'94,"-142"114"-278,-73-48 104,-17-20 99,-23-5 170,264 48 68,-33-83-256,1-2 1,33-8-1,-24-6-1,-10-6 1,24-1-1,-37 2-1,37 3-8,-23 4-35,-21-3-201</inkml:trace>
</inkml:ink>
</file>

<file path=ppt/ink/ink29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797"/>
    </inkml:context>
    <inkml:brush xml:id="br0">
      <inkml:brushProperty name="width" value="0.03969" units="cm"/>
      <inkml:brushProperty name="height" value="0.03969" units="cm"/>
      <inkml:brushProperty name="fitToCurve" value="1"/>
    </inkml:brush>
  </inkml:definitions>
  <inkml:trace contextRef="#ctx0" brushRef="#br0">1619 12107 205,'-18'132'485,"18"-52"-440,-4 3-32,0-3-50,4 2-45,-1 47-224,73-215 123,-28 4 208,8-4 28,10-6 25,4-9-33,-20 3-182,-127 87 69,32 101 90,46-5 18,9 30 12,-5-13-21,-14 11-1,-47 9 414,209-104-448,-73-70-80,4 30-577</inkml:trace>
</inkml:ink>
</file>

<file path=ppt/ink/ink29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798"/>
    </inkml:context>
    <inkml:brush xml:id="br0">
      <inkml:brushProperty name="width" value="0.03969" units="cm"/>
      <inkml:brushProperty name="height" value="0.03969" units="cm"/>
      <inkml:brushProperty name="fitToCurve" value="1"/>
    </inkml:brush>
  </inkml:definitions>
  <inkml:trace contextRef="#ctx0" brushRef="#br0">1711 12767 136,'24'-84'91,"36"171"157,-77 42-95,51 3 68,67-143-211,-23-36-12,21-38-6,-17 12-40</inkml:trace>
</inkml:ink>
</file>

<file path=ppt/ink/ink29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799"/>
    </inkml:context>
    <inkml:brush xml:id="br0">
      <inkml:brushProperty name="width" value="0.03969" units="cm"/>
      <inkml:brushProperty name="height" value="0.03969" units="cm"/>
      <inkml:brushProperty name="fitToCurve" value="1"/>
    </inkml:brush>
  </inkml:definitions>
  <inkml:trace contextRef="#ctx0" brushRef="#br0">2417 12105 308,'85'-65'355,"70"-25"-187,-73 51-153,14 14-47,-17 53-430</inkml:trace>
</inkml:ink>
</file>

<file path=ppt/ink/ink29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800"/>
    </inkml:context>
    <inkml:brush xml:id="br0">
      <inkml:brushProperty name="width" value="0.03969" units="cm"/>
      <inkml:brushProperty name="height" value="0.03969" units="cm"/>
      <inkml:brushProperty name="fitToCurve" value="1"/>
    </inkml:brush>
  </inkml:definitions>
  <inkml:trace contextRef="#ctx0" brushRef="#br0">2415 11990 279,'8'92'272,"8"-13"-167,14 34-31,-9-32-42,2-4-11,1 27-6,-6-16-8,6 38-3,-11-45-9,-2 8-14,-1 27-57,-5-25-18,-6-15-22</inkml:trace>
</inkml:ink>
</file>

<file path=ppt/ink/ink30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801"/>
    </inkml:context>
    <inkml:brush xml:id="br0">
      <inkml:brushProperty name="width" value="0.03969" units="cm"/>
      <inkml:brushProperty name="height" value="0.03969" units="cm"/>
      <inkml:brushProperty name="fitToCurve" value="1"/>
    </inkml:brush>
  </inkml:definitions>
  <inkml:trace contextRef="#ctx0" brushRef="#br0">2480 12727 136,'0'-81'0,"13"2"15,15-9 25,4 6 6,17-8 48,22 3 27,15 39-36,28 96 4,-84 34-38,-24 2 6,-25-3 8,-103 50 3,35-116-77,-4-164-214,78 73 43</inkml:trace>
</inkml:ink>
</file>

<file path=ppt/ink/ink30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802"/>
    </inkml:context>
    <inkml:brush xml:id="br0">
      <inkml:brushProperty name="width" value="0.03969" units="cm"/>
      <inkml:brushProperty name="height" value="0.03969" units="cm"/>
      <inkml:brushProperty name="fitToCurve" value="1"/>
    </inkml:brush>
  </inkml:definitions>
  <inkml:trace contextRef="#ctx0" brushRef="#br0">2545 11721 219,'10'83'23,"56"33"124,17-2 0,-24-37-47,63 60 10,-49-62-60,14 21-16,49 35-6,-59-60-23,19 18-3,-12-12-1,69 44-1,-130-236 3,-86-28-2,25 51-2,-7-35-1,6 17-1,0 7-4,-15-17-6,16 39-5,-8 4-13,-37 203 21,78-26 27,8 50 1,0-26-3,-3-10-6,-1 16-2,-5-31-3,-3 25-1,-15-21-3,-60-186-41,46 8-52,27-4-430</inkml:trace>
</inkml:ink>
</file>

<file path=ppt/ink/ink30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803"/>
    </inkml:context>
    <inkml:brush xml:id="br0">
      <inkml:brushProperty name="width" value="0.03969" units="cm"/>
      <inkml:brushProperty name="height" value="0.03969" units="cm"/>
      <inkml:brushProperty name="fitToCurve" value="1"/>
    </inkml:brush>
  </inkml:definitions>
  <inkml:trace contextRef="#ctx0" brushRef="#br0">2718 11524 184,'105'25'232,"3"64"-94,-1 4-89</inkml:trace>
</inkml:ink>
</file>

<file path=ppt/ink/ink30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804"/>
    </inkml:context>
    <inkml:brush xml:id="br0">
      <inkml:brushProperty name="width" value="0.03969" units="cm"/>
      <inkml:brushProperty name="height" value="0.03969" units="cm"/>
      <inkml:brushProperty name="fitToCurve" value="1"/>
    </inkml:brush>
  </inkml:definitions>
  <inkml:trace contextRef="#ctx0" brushRef="#br0">3418 11662 523,'0'118'177,"66"22"-42,-18-64-128,5 19-51,-15-8-124,-31-11-456</inkml:trace>
</inkml:ink>
</file>

<file path=ppt/ink/ink30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805"/>
    </inkml:context>
    <inkml:brush xml:id="br0">
      <inkml:brushProperty name="width" value="0.03969" units="cm"/>
      <inkml:brushProperty name="height" value="0.03969" units="cm"/>
      <inkml:brushProperty name="fitToCurve" value="1"/>
    </inkml:brush>
  </inkml:definitions>
  <inkml:trace contextRef="#ctx0" brushRef="#br0">3471 11976 299,'91'-94'30,"19"22"131,8 21 25,36 18-68,-70 50-102,-81 87 11,-52-16-6,-67 64-6,-24-6-10,46-192-22,100-98-35,0 37-23,0-4-55,-1-5-1,0 35 16,0-17-29,5 185 385,3-7-118,29 107 38,-12-71-95,-4-35-40,3 9-10,21 55 3,12 35-12,-28-85-5,18 39 1,-9-26-1,6-1-1,8 6 0,-8-17-1,-123-183-56,38 13-762</inkml:trace>
</inkml:ink>
</file>

<file path=ppt/ink/ink30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806"/>
    </inkml:context>
    <inkml:brush xml:id="br0">
      <inkml:brushProperty name="width" value="0.03969" units="cm"/>
      <inkml:brushProperty name="height" value="0.03969" units="cm"/>
      <inkml:brushProperty name="fitToCurve" value="1"/>
    </inkml:brush>
  </inkml:definitions>
  <inkml:trace contextRef="#ctx0" brushRef="#br0">4404 11705 353,'-67'161'514,"57"-54"-510,7-4-7,38-11-89,-40-17-302</inkml:trace>
</inkml:ink>
</file>

<file path=ppt/ink/ink30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807"/>
    </inkml:context>
    <inkml:brush xml:id="br0">
      <inkml:brushProperty name="width" value="0.03969" units="cm"/>
      <inkml:brushProperty name="height" value="0.03969" units="cm"/>
      <inkml:brushProperty name="fitToCurve" value="1"/>
    </inkml:brush>
  </inkml:definitions>
  <inkml:trace contextRef="#ctx0" brushRef="#br0">4587 11785 137,'25'97'541,"93"18"-465,-42-64-68,-91-139-375,-30-7 318,1-6 31,-5-3 33,3-4 40,26-5 70,74-9 110,27 102-189,7 58-19,-22 39-9,-15 20-3,-13 26-8,-15-6-3,-7-9-4,-6 7-5,-28-30-436</inkml:trace>
</inkml:ink>
</file>

<file path=ppt/ink/ink30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808"/>
    </inkml:context>
    <inkml:brush xml:id="br0">
      <inkml:brushProperty name="width" value="0.03969" units="cm"/>
      <inkml:brushProperty name="height" value="0.03969" units="cm"/>
      <inkml:brushProperty name="fitToCurve" value="1"/>
    </inkml:brush>
  </inkml:definitions>
  <inkml:trace contextRef="#ctx0" brushRef="#br0">5493 10969 261,'-46'104'449,"12"-5"-387,5-18-46,-9 28-10,0-6-3,-1 6-2,11-29 0,4 3-1,-4-2-4,2 3-46,-5-1-178</inkml:trace>
</inkml:ink>
</file>

<file path=ppt/ink/ink30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809"/>
    </inkml:context>
    <inkml:brush xml:id="br0">
      <inkml:brushProperty name="width" value="0.03969" units="cm"/>
      <inkml:brushProperty name="height" value="0.03969" units="cm"/>
      <inkml:brushProperty name="fitToCurve" value="1"/>
    </inkml:brush>
  </inkml:definitions>
  <inkml:trace contextRef="#ctx0" brushRef="#br0">5302 11321 274,'0'104'94,"4"-1"7,4-25-27,12 62 33,-3-54-52,0 8-15,7 22-7,-2-14-19,-6-24-34,7 0-285</inkml:trace>
</inkml:ink>
</file>

<file path=ppt/ink/ink30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810"/>
    </inkml:context>
    <inkml:brush xml:id="br0">
      <inkml:brushProperty name="width" value="0.03969" units="cm"/>
      <inkml:brushProperty name="height" value="0.03969" units="cm"/>
      <inkml:brushProperty name="fitToCurve" value="1"/>
    </inkml:brush>
  </inkml:definitions>
  <inkml:trace contextRef="#ctx0" brushRef="#br0">5496 10970 182,'0'60'-11,"-3"-4"-96</inkml:trace>
</inkml:ink>
</file>

<file path=ppt/ink/ink31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811"/>
    </inkml:context>
    <inkml:brush xml:id="br0">
      <inkml:brushProperty name="width" value="0.03969" units="cm"/>
      <inkml:brushProperty name="height" value="0.03969" units="cm"/>
      <inkml:brushProperty name="fitToCurve" value="1"/>
    </inkml:brush>
  </inkml:definitions>
  <inkml:trace contextRef="#ctx0" brushRef="#br0">5530 11194 224,'59'-97'201,"41"28"55,19 118-144,-131 52-120,-17-13 3,-13 8-5,-8-13-27,-4-2-28,-47 19-170,69-216 59,48 38 125,22 1 4,-32 178 143,-12 9 24,3-24-38,-2 55 32,2-44-63,2 2-15,1-20-19,0 4-17,0 3-18,0 20-40,0-13-43</inkml:trace>
</inkml:ink>
</file>

<file path=ppt/ink/ink31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812"/>
    </inkml:context>
    <inkml:brush xml:id="br0">
      <inkml:brushProperty name="width" value="0.03969" units="cm"/>
      <inkml:brushProperty name="height" value="0.03969" units="cm"/>
      <inkml:brushProperty name="fitToCurve" value="1"/>
    </inkml:brush>
  </inkml:definitions>
  <inkml:trace contextRef="#ctx0" brushRef="#br0">5551 11507 330,'107'100'210,"-63"39"-204,-17-50-11,8 42-24,2-2-33,-53-201-196,-5-12 236,4-12 15,9 6 17,12 2 23,13 12 27,24 1 23,47-16 31,24 1-34,-37 41-51,62-27 37,1 90 0,-72 159 2,-56-93-42,0 47 11,-9-43-23,0 23-1,2-3-6,-6-15-2,-89-83-49,7-37-11,6 7-263</inkml:trace>
</inkml:ink>
</file>

<file path=ppt/ink/ink31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813"/>
    </inkml:context>
    <inkml:brush xml:id="br0">
      <inkml:brushProperty name="width" value="0.03969" units="cm"/>
      <inkml:brushProperty name="height" value="0.03969" units="cm"/>
      <inkml:brushProperty name="fitToCurve" value="1"/>
    </inkml:brush>
  </inkml:definitions>
  <inkml:trace contextRef="#ctx0" brushRef="#br0">5642 11800 559,'102'-85'131,"42"-8"-36,-68 46-67,76-33-3,-74 39-150,1 29-390</inkml:trace>
</inkml:ink>
</file>

<file path=ppt/ink/ink31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814"/>
    </inkml:context>
    <inkml:brush xml:id="br0">
      <inkml:brushProperty name="width" value="0.03969" units="cm"/>
      <inkml:brushProperty name="height" value="0.03969" units="cm"/>
      <inkml:brushProperty name="fitToCurve" value="1"/>
    </inkml:brush>
  </inkml:definitions>
  <inkml:trace contextRef="#ctx0" brushRef="#br0">5746 11367 206,'0'97'107,"23"26"-87,9-50-8,59-121-24,-48-27 98,43 5 268,-4 92-325,-48 82-27,-15 8-1,-5 13-2,-2-38-2,3-4-28,6 8-66,9-15-161</inkml:trace>
</inkml:ink>
</file>

<file path=ppt/ink/ink31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815"/>
    </inkml:context>
    <inkml:brush xml:id="br0">
      <inkml:brushProperty name="width" value="0.03969" units="cm"/>
      <inkml:brushProperty name="height" value="0.03969" units="cm"/>
      <inkml:brushProperty name="fitToCurve" value="1"/>
    </inkml:brush>
  </inkml:definitions>
  <inkml:trace contextRef="#ctx0" brushRef="#br0">6833 10677 470,'-111'32'71,"-6"102"83,51-26-118,21-17-70,1 1-64,-17 28-39,22-44-155</inkml:trace>
</inkml:ink>
</file>

<file path=ppt/ink/ink31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816"/>
    </inkml:context>
    <inkml:brush xml:id="br0">
      <inkml:brushProperty name="width" value="0.03969" units="cm"/>
      <inkml:brushProperty name="height" value="0.03969" units="cm"/>
      <inkml:brushProperty name="fitToCurve" value="1"/>
    </inkml:brush>
  </inkml:definitions>
  <inkml:trace contextRef="#ctx0" brushRef="#br0">6227 11542 136,'97'-86'435,"57"-31"-190,-68 56-208,17-7-30,-12 7-16,-2-1-53,-3-11-190</inkml:trace>
</inkml:ink>
</file>

<file path=ppt/ink/ink31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817"/>
    </inkml:context>
    <inkml:brush xml:id="br0">
      <inkml:brushProperty name="width" value="0.03969" units="cm"/>
      <inkml:brushProperty name="height" value="0.03969" units="cm"/>
      <inkml:brushProperty name="fitToCurve" value="1"/>
    </inkml:brush>
  </inkml:definitions>
  <inkml:trace contextRef="#ctx0" brushRef="#br0">6586 11093 379,'0'130'145,"13"-20"-57,5-13-29,1 3 22,4 5-20,-2-25-35,7 30-11,-3-17-12,1 1-33,-64-169-451</inkml:trace>
</inkml:ink>
</file>

<file path=ppt/ink/ink31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818"/>
    </inkml:context>
    <inkml:brush xml:id="br0">
      <inkml:brushProperty name="width" value="0.03969" units="cm"/>
      <inkml:brushProperty name="height" value="0.03969" units="cm"/>
      <inkml:brushProperty name="fitToCurve" value="1"/>
    </inkml:brush>
  </inkml:definitions>
  <inkml:trace contextRef="#ctx0" brushRef="#br0">6679 11278 169,'-72'117'501,"38"-41"-433,-6 14-41,0-1-22,-57 37-188</inkml:trace>
</inkml:ink>
</file>

<file path=ppt/ink/ink31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819"/>
    </inkml:context>
    <inkml:brush xml:id="br0">
      <inkml:brushProperty name="width" value="0.03969" units="cm"/>
      <inkml:brushProperty name="height" value="0.03969" units="cm"/>
      <inkml:brushProperty name="fitToCurve" value="1"/>
    </inkml:brush>
  </inkml:definitions>
  <inkml:trace contextRef="#ctx0" brushRef="#br0">6621 11241 327,'0'93'59,"30"19"213,119-81-381</inkml:trace>
</inkml:ink>
</file>

<file path=ppt/ink/ink31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820"/>
    </inkml:context>
    <inkml:brush xml:id="br0">
      <inkml:brushProperty name="width" value="0.03969" units="cm"/>
      <inkml:brushProperty name="height" value="0.03969" units="cm"/>
      <inkml:brushProperty name="fitToCurve" value="1"/>
    </inkml:brush>
  </inkml:definitions>
  <inkml:trace contextRef="#ctx0" brushRef="#br0">6966 10534 311,'-44'112'522,"17"-19"-501,5-9-19,-5 15-8,-2-12-17,-7 2-51,117-66-314,27-123 365,-30 29 25,6 55 137,-127 148 119,6-40-181,-8 10-51,2-10-17,2-2-10,-5 6-30,-13-18-91,-63-46-103</inkml:trace>
</inkml:ink>
</file>

<file path=ppt/ink/ink32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821"/>
    </inkml:context>
    <inkml:brush xml:id="br0">
      <inkml:brushProperty name="width" value="0.03969" units="cm"/>
      <inkml:brushProperty name="height" value="0.03969" units="cm"/>
      <inkml:brushProperty name="fitToCurve" value="1"/>
    </inkml:brush>
  </inkml:definitions>
  <inkml:trace contextRef="#ctx0" brushRef="#br0">6881 10955 136,'81'11'3,"-69"82"28,-24-1-11,-20 20-7,4-23-2,3-13 14,121-172-10,1 21-34,-12 62 3,-39 134 169,-62-31-22,-48 50-22,-26-17-19,-36-25-16,152-176-134,102-34-42,-6 66-3,-10 21-133</inkml:trace>
</inkml:ink>
</file>

<file path=ppt/ink/ink32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822"/>
    </inkml:context>
    <inkml:brush xml:id="br0">
      <inkml:brushProperty name="width" value="0.03969" units="cm"/>
      <inkml:brushProperty name="height" value="0.03969" units="cm"/>
      <inkml:brushProperty name="fitToCurve" value="1"/>
    </inkml:brush>
  </inkml:definitions>
  <inkml:trace contextRef="#ctx0" brushRef="#br0">7521 11621 470</inkml:trace>
</inkml:ink>
</file>

<file path=ppt/ink/ink32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823"/>
    </inkml:context>
    <inkml:brush xml:id="br0">
      <inkml:brushProperty name="width" value="0.05953" units="cm"/>
      <inkml:brushProperty name="height" value="0.05953" units="cm"/>
      <inkml:brushProperty name="fitToCurve" value="1"/>
    </inkml:brush>
  </inkml:definitions>
  <inkml:trace contextRef="#ctx0" brushRef="#br0">4111 3645 285,'131'-8'22,"-42"2"22,67-8-2,32-4 20,-75 9-18,91-15 3,19-1-1,79-10-6,50 0 14,68-6-3,-30 6-8,58-5-10,5 4-6,-158 12-11,84-1-1,-24 2-7,42-2-3,-5 1-2,-138 6-2,55 1 1,-26 2-2,-102 6 1,51 4-1,1 2 0,-84 2 1,27 7-1,-36 4-1,59 8 1,-43 6-2,-7 7-1,-63 18-187</inkml:trace>
</inkml:ink>
</file>

<file path=ppt/ink/ink32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824"/>
    </inkml:context>
    <inkml:brush xml:id="br0">
      <inkml:brushProperty name="width" value="0.03969" units="cm"/>
      <inkml:brushProperty name="height" value="0.03969" units="cm"/>
      <inkml:brushProperty name="fitToCurve" value="1"/>
    </inkml:brush>
  </inkml:definitions>
  <inkml:trace contextRef="#ctx0" brushRef="#br0">8391 11574 798,'153'32'19,"-26"-23"-18,52-16 1,2-11 1,66-16 2,29-11 0,-100 18-1,105-15 1,-1-3 1,62-11-3,8 4 0,-124 18 0,77-7-1,-11 4-2,-105 16 0,70-4-8,22 3-3,-101 7 1,58 10-1,-27 6 0,-74 1 1,66 6 0,2-4-59,-74-1 6,10-6-24,-51 2-8,11 1-167</inkml:trace>
</inkml:ink>
</file>

<file path=ppt/ink/ink32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825"/>
    </inkml:context>
    <inkml:brush xml:id="br0">
      <inkml:brushProperty name="width" value="0.05953" units="cm"/>
      <inkml:brushProperty name="height" value="0.05953" units="cm"/>
      <inkml:brushProperty name="fitToCurve" value="1"/>
    </inkml:brush>
  </inkml:definitions>
  <inkml:trace contextRef="#ctx0" brushRef="#br0">13164 5772 757,'-50'23'62,"-11"29"-21,-10 7-28,30-21-12,-2-1-1,-21 22-3,-8 11-17,35-33-16,-7 9-9,11-12-19,-7 7-2,4-3-6,-16 18-59,4-3 14,6-7 40,12-12 49,-1 2 79,96-50 301,-23-2-274,18-10-18,17-10-19,8-4-18,-1 1-9,2-1-7,-18 6-17,-16 3-40,1-3-50,-14 4-30,-6 0-64</inkml:trace>
</inkml:ink>
</file>

<file path=ppt/ink/ink32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826"/>
    </inkml:context>
    <inkml:brush xml:id="br0">
      <inkml:brushProperty name="width" value="0.05953" units="cm"/>
      <inkml:brushProperty name="height" value="0.05953" units="cm"/>
      <inkml:brushProperty name="fitToCurve" value="1"/>
    </inkml:brush>
  </inkml:definitions>
  <inkml:trace contextRef="#ctx0" brushRef="#br0">12982 6045 136,'-32'43'0,"18"-2"1,3 12 11,9-22 0,-1 21 12,2 7 32,1-25-17,0 4 9,-2-6 2,1 2 9,-2 1 3,-2 1 0,-4 16 57,-9 4-32,-4-3-27,-8-2-25,-1-4-19,-17 6-6,-2-22-8,5-86-9,35-16-2,6 14 1,5-12-86,2 14-261</inkml:trace>
</inkml:ink>
</file>

<file path=ppt/ink/ink32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827"/>
    </inkml:context>
    <inkml:brush xml:id="br0">
      <inkml:brushProperty name="width" value="0.05953" units="cm"/>
      <inkml:brushProperty name="height" value="0.05953" units="cm"/>
      <inkml:brushProperty name="fitToCurve" value="1"/>
    </inkml:brush>
  </inkml:definitions>
  <inkml:trace contextRef="#ctx0" brushRef="#br0">12864 6193 526,'-30'36'-21,"3"-6"82,-9 14 43,3-1-44,-5 6-1,-4 11-28,7-13-20,-3 4-8,-1 1-9,3-9-3,1-6-70,0-18-173</inkml:trace>
</inkml:ink>
</file>

<file path=ppt/ink/ink32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828"/>
    </inkml:context>
    <inkml:brush xml:id="br0">
      <inkml:brushProperty name="width" value="0.05953" units="cm"/>
      <inkml:brushProperty name="height" value="0.05953" units="cm"/>
      <inkml:brushProperty name="fitToCurve" value="1"/>
    </inkml:brush>
  </inkml:definitions>
  <inkml:trace contextRef="#ctx0" brushRef="#br0">12818 6163 316,'37'14'134,"-8"41"46,-20-25-134,2 11-11,2-9-78,5-59-357</inkml:trace>
</inkml:ink>
</file>

<file path=ppt/ink/ink32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829"/>
    </inkml:context>
    <inkml:brush xml:id="br0">
      <inkml:brushProperty name="width" value="0.05953" units="cm"/>
      <inkml:brushProperty name="height" value="0.05953" units="cm"/>
      <inkml:brushProperty name="fitToCurve" value="1"/>
    </inkml:brush>
  </inkml:definitions>
  <inkml:trace contextRef="#ctx0" brushRef="#br0">12968 6122 269,'-4'55'78,"0"1"40,39-57-308,-19-36 83,5-6 80,1 7 39,13-5 43,-3 12 4,15 0 55,8 41 205,-71 57-219,-9 3-43,-5-3-40,-2-4-9,6-6-4,6-1-2,44 6 1,49-59-4,-7-28-1,16-10-5,14-16-26,-34 16-168,-24 14-104</inkml:trace>
</inkml:ink>
</file>

<file path=ppt/ink/ink32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830"/>
    </inkml:context>
    <inkml:brush xml:id="br0">
      <inkml:brushProperty name="width" value="0.05953" units="cm"/>
      <inkml:brushProperty name="height" value="0.05953" units="cm"/>
      <inkml:brushProperty name="fitToCurve" value="1"/>
    </inkml:brush>
  </inkml:definitions>
  <inkml:trace contextRef="#ctx0" brushRef="#br0">13599 5810 675</inkml:trace>
</inkml:ink>
</file>

<file path=ppt/ink/ink33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831"/>
    </inkml:context>
    <inkml:brush xml:id="br0">
      <inkml:brushProperty name="width" value="0.05953" units="cm"/>
      <inkml:brushProperty name="height" value="0.05953" units="cm"/>
      <inkml:brushProperty name="fitToCurve" value="1"/>
    </inkml:brush>
  </inkml:definitions>
  <inkml:trace contextRef="#ctx0" brushRef="#br0">13665 5982 185,'-32'27'54,"7"10"59,41 15 57,29-30-95,-2-14-35,3-2-73,-69 30-13,-18-14 124,-9 5 5,-8 9 14,10 11-45,32 16-39,36-1-8,24-9-4,15-4 0,19-5-1,-18-16-1,11-4 0,3-8-3,-9-5-4,-9-6-25,-21 10-147</inkml:trace>
</inkml:ink>
</file>

<file path=ppt/ink/ink33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832"/>
    </inkml:context>
    <inkml:brush xml:id="br0">
      <inkml:brushProperty name="width" value="0.05953" units="cm"/>
      <inkml:brushProperty name="height" value="0.05953" units="cm"/>
      <inkml:brushProperty name="fitToCurve" value="1"/>
    </inkml:brush>
  </inkml:definitions>
  <inkml:trace contextRef="#ctx0" brushRef="#br0">13736 6045 369,'47'-25'96,"0"10"-34,-7 4 12,-2 6-4,15 5-14,7 15-14,-4 18-14,-18-1-6,-9 15-6,-9 11-1,-12-2-3,-9 9 0,-20-3-5,-15-12-3,-7-10-2,-15-38-2,12-48-7,23-4-7,19 19-93,0-1-644</inkml:trace>
</inkml:ink>
</file>

<file path=ppt/ink/ink33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833"/>
    </inkml:context>
    <inkml:brush xml:id="br0">
      <inkml:brushProperty name="width" value="0.05953" units="cm"/>
      <inkml:brushProperty name="height" value="0.05953" units="cm"/>
      <inkml:brushProperty name="fitToCurve" value="1"/>
    </inkml:brush>
  </inkml:definitions>
  <inkml:trace contextRef="#ctx0" brushRef="#br0">13893 5790 136,'5'65'229,"-1"-1"-96,-4-32-66,-1 23 49,-9 25-26,-9 1-36,-5 8-33,3-27-12,-1 0-4,-4-3-3,5-10-3,1 1-24,-9-18-259</inkml:trace>
</inkml:ink>
</file>

<file path=ppt/ink/ink33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834"/>
    </inkml:context>
    <inkml:brush xml:id="br0">
      <inkml:brushProperty name="width" value="0.05953" units="cm"/>
      <inkml:brushProperty name="height" value="0.05953" units="cm"/>
      <inkml:brushProperty name="fitToCurve" value="1"/>
    </inkml:brush>
  </inkml:definitions>
  <inkml:trace contextRef="#ctx0" brushRef="#br0">14583 5617 467,'-49'40'45,"10"-7"-37,0 5 26,9-9 28,-34 48 102,38-30-104,19 13-37,52-20-24,5-18-19,2-5-21,-8 10-46,-21 25 8,-37 5 98,-16 6 28,-1-7 9,-6 1-5,-5 10-12,4-6-19,9-1-9,67-5-5,26-59-8,-2-17-6,-9-19-49,-49-12-233,-37 2-69</inkml:trace>
</inkml:ink>
</file>

<file path=ppt/ink/ink33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835"/>
    </inkml:context>
    <inkml:brush xml:id="br0">
      <inkml:brushProperty name="width" value="0.05953" units="cm"/>
      <inkml:brushProperty name="height" value="0.05953" units="cm"/>
      <inkml:brushProperty name="fitToCurve" value="1"/>
    </inkml:brush>
  </inkml:definitions>
  <inkml:trace contextRef="#ctx0" brushRef="#br0">14691 5651 175,'-2'68'605,"-18"-16"-573,2-6-19,30 7 10,48-53-26,0-17-12,13-14-34,-25 5-26,-8-1-27,-6 1-57,-30-8-37,-40 13 105,-7 12 77,7 6 29,-9 6 53,65 29 300,24-20-313,-3 1-29,-12 19-88,-43 9 27,-18-8 51,-19 6 40,-5 2 5,12-10-7,-9 5-8,-3 1-16,11-7-17,-6 4-2,123-58-32,-23-7-15,3-2-42,-3 1-67,-10 11 1,-6 15-294</inkml:trace>
</inkml:ink>
</file>

<file path=ppt/ink/ink33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836"/>
    </inkml:context>
    <inkml:brush xml:id="br0">
      <inkml:brushProperty name="width" value="0.05953" units="cm"/>
      <inkml:brushProperty name="height" value="0.05953" units="cm"/>
      <inkml:brushProperty name="fitToCurve" value="1"/>
    </inkml:brush>
  </inkml:definitions>
  <inkml:trace contextRef="#ctx0" brushRef="#br0">14802 5889 136,'-40'33'88,"0"6"29,0-3 30,10-8-82,-1-2-20,94-13-161,-26-15 51,6 7 15,-6 11 15,4 29 14,-22-8 41,-7 16 49,-9-23-21,-5 4 0,0 15 39,-12-1-9,-6 0-1,-13 6-1,-6-14-23,-18-44-33,34-59-22,17-8-6,7-13-39,0 33-65,13 17-132</inkml:trace>
</inkml:ink>
</file>

<file path=ppt/ink/ink33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837"/>
    </inkml:context>
    <inkml:brush xml:id="br0">
      <inkml:brushProperty name="width" value="0.05953" units="cm"/>
      <inkml:brushProperty name="height" value="0.05953" units="cm"/>
      <inkml:brushProperty name="fitToCurve" value="1"/>
    </inkml:brush>
  </inkml:definitions>
  <inkml:trace contextRef="#ctx0" brushRef="#br0">14795 6005 196,'-42'25'33,"0"15"54,-5-1 55,1 7-10,46 17-77,54-78-154,-12-1 9,-7 4-5,4 19-105,-62 25 205,-2-1 37,-20 10 47,4-7 15,-3 2 30,-3-5-13,10-8 5,93-53-110,1-11-70,-12 8-24,-11 24-148</inkml:trace>
</inkml:ink>
</file>

<file path=ppt/ink/ink33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838"/>
    </inkml:context>
    <inkml:brush xml:id="br0">
      <inkml:brushProperty name="width" value="0.05953" units="cm"/>
      <inkml:brushProperty name="height" value="0.05953" units="cm"/>
      <inkml:brushProperty name="fitToCurve" value="1"/>
    </inkml:brush>
  </inkml:definitions>
  <inkml:trace contextRef="#ctx0" brushRef="#br0">14843 6121 174,'-18'61'271,"5"-19"-142,3-7-45,9 19 70,33-5-95,25-48-59,11-31-3,12-18 0,-33 18-3,26-16-6,-15 9-39,-23 29-120</inkml:trace>
</inkml:ink>
</file>

<file path=ppt/ink/ink33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839"/>
    </inkml:context>
    <inkml:brush xml:id="br0">
      <inkml:brushProperty name="width" value="0.05953" units="cm"/>
      <inkml:brushProperty name="height" value="0.05953" units="cm"/>
      <inkml:brushProperty name="fitToCurve" value="1"/>
    </inkml:brush>
  </inkml:definitions>
  <inkml:trace contextRef="#ctx0" brushRef="#br0">15227 6065 611,'36'-10'171,"20"0"-140,-4-2-15,18-3-8,11-2-18,-21 5-51,-26 18-103</inkml:trace>
</inkml:ink>
</file>

<file path=ppt/ink/ink33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840"/>
    </inkml:context>
    <inkml:brush xml:id="br0">
      <inkml:brushProperty name="width" value="0.05953" units="cm"/>
      <inkml:brushProperty name="height" value="0.05953" units="cm"/>
      <inkml:brushProperty name="fitToCurve" value="1"/>
    </inkml:brush>
  </inkml:definitions>
  <inkml:trace contextRef="#ctx0" brushRef="#br0">15753 5848 718,'49'-22'-30,"-5"13"66,8 0-4,13 1-50,-1-8-157,-28 5-218</inkml:trace>
</inkml:ink>
</file>

<file path=ppt/ink/ink34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841"/>
    </inkml:context>
    <inkml:brush xml:id="br0">
      <inkml:brushProperty name="width" value="0.05953" units="cm"/>
      <inkml:brushProperty name="height" value="0.05953" units="cm"/>
      <inkml:brushProperty name="fitToCurve" value="1"/>
    </inkml:brush>
  </inkml:definitions>
  <inkml:trace contextRef="#ctx0" brushRef="#br0">15992 5479 236,'-19'37'34,"11"10"-1,3-12-7,1 18 9,1 4 11,1 9 7,2-14-1,0-18-5,1 17 1,2 2-6,-1 9-3,2-8-9,0 7-4,0-3-7,-1 0-6,-1-10-4,0 24 1,-2 6-6,-2-17 6,-3 7 4,-13-17 2,-16-94-59,18-10-8,-2-23 3,9 29-35,1 10-75,1 5-17</inkml:trace>
</inkml:ink>
</file>

<file path=ppt/ink/ink34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842"/>
    </inkml:context>
    <inkml:brush xml:id="br0">
      <inkml:brushProperty name="width" value="0.05953" units="cm"/>
      <inkml:brushProperty name="height" value="0.05953" units="cm"/>
      <inkml:brushProperty name="fitToCurve" value="1"/>
    </inkml:brush>
  </inkml:definitions>
  <inkml:trace contextRef="#ctx0" brushRef="#br0">15878 5861 146,'-12'44'81,"-3"1"6,-11 16 31,-10-2-41,12-26-57,4-4-8,-2 4-3,-10-7-554</inkml:trace>
</inkml:ink>
</file>

<file path=ppt/ink/ink34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843"/>
    </inkml:context>
    <inkml:brush xml:id="br0">
      <inkml:brushProperty name="width" value="0.05953" units="cm"/>
      <inkml:brushProperty name="height" value="0.05953" units="cm"/>
      <inkml:brushProperty name="fitToCurve" value="1"/>
    </inkml:brush>
  </inkml:definitions>
  <inkml:trace contextRef="#ctx0" brushRef="#br0">15941 5874 443,'4'23'2,"3"5"18,2 1 72,-1 4 17,14-7-1,10-42-120,-7-16-67,-6 4-41,5 8-438</inkml:trace>
</inkml:ink>
</file>

<file path=ppt/ink/ink34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844"/>
    </inkml:context>
    <inkml:brush xml:id="br0">
      <inkml:brushProperty name="width" value="0.05953" units="cm"/>
      <inkml:brushProperty name="height" value="0.05953" units="cm"/>
      <inkml:brushProperty name="fitToCurve" value="1"/>
    </inkml:brush>
  </inkml:definitions>
  <inkml:trace contextRef="#ctx0" brushRef="#br0">16392 5545 230,'-30'49'551,"-8"-13"-505,-10 4-27,-1-2-12,7 0-2,44 16-2,62-54-41,-11-11-63,-45 63-70,-74 9 380,31-26-138,6 10-43,58-1-38,27-37-109,-14 13-218,-56 16 237,-25 10 107,1-7 62,-15 4 45,-16 14 61,35-30-85,-4 9 12,95-58-94,-7-8-16,15-12-11,10-4-28,-10 6-24,-19 20 0,-3 25-13,-45 36 127,-6 5 15,-13 20-3,8-22-22,-14 34 24,5-2-21,10-24-19,8 9-4,36-10-37,-24-21-81,0 0-628</inkml:trace>
</inkml:ink>
</file>

<file path=ppt/ink/ink34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845"/>
    </inkml:context>
    <inkml:brush xml:id="br0">
      <inkml:brushProperty name="width" value="0.05953" units="cm"/>
      <inkml:brushProperty name="height" value="0.05953" units="cm"/>
      <inkml:brushProperty name="fitToCurve" value="1"/>
    </inkml:brush>
  </inkml:definitions>
  <inkml:trace contextRef="#ctx0" brushRef="#br0">14497 6899 568,'32'17'59,"-15"30"33,-1 16-17,-7-14-54,-3 8-19,0-2-53,-1-3-55,-2-8-207</inkml:trace>
</inkml:ink>
</file>

<file path=ppt/ink/ink34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846"/>
    </inkml:context>
    <inkml:brush xml:id="br0">
      <inkml:brushProperty name="width" value="0.05953" units="cm"/>
      <inkml:brushProperty name="height" value="0.05953" units="cm"/>
      <inkml:brushProperty name="fitToCurve" value="1"/>
    </inkml:brush>
  </inkml:definitions>
  <inkml:trace contextRef="#ctx0" brushRef="#br0">14514 7006 509,'0'-39'-10,"10"7"-15,38-13 68,-1 32 39,4 7-1,8 0-8,7 6-16,-6 6-26,0 8-24,-21 23-11,-53 27 0,-32-10 4,-10-18 1,-5-14-6,5-15-29,60-63-274,33 29 171,15-3 25,-67 74 99,-42 1 52,25-24-10,-19 11 28,21-11-28,-5 2-2,-26 15 18,29-17-28,3 1-4,-31 20 24,29-17 16,110-37 152,-34-14-201,11-3 4,5-3-1,-8 7 1,9 0-2,-9 7-10,4 2-4,2 6-51,-83 50-321,-31-23 342,11-23 120,39 89 368,5-25-447,-5-2-2,-2 3-1,-1-2-1,1-1-20,65-64-428,-37-54 307,-14 27 94,-6-6 7,-9 8 20,-15-6 24,-15 10 20,-5 24 0,0 17 2,-3 10 15,-9 12 9,-6 11 32,12-10-33,-1 0-14,5-5-20,12-10-21,2-5-14,-3-6-49,3-24-142</inkml:trace>
</inkml:ink>
</file>

<file path=ppt/ink/ink34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847"/>
    </inkml:context>
    <inkml:brush xml:id="br0">
      <inkml:brushProperty name="width" value="0.05953" units="cm"/>
      <inkml:brushProperty name="height" value="0.05953" units="cm"/>
      <inkml:brushProperty name="fitToCurve" value="1"/>
    </inkml:brush>
  </inkml:definitions>
  <inkml:trace contextRef="#ctx0" brushRef="#br0">14324 7250 136,'32'0'36,"-1"12"34,6 22-17,10 22 20,-9-7 16,6 7 36,-16-27-70,7 2-5,35 17 34,-8-17-24,10-11-21,26-15-30,-39-12-7,49-18 0,-54 4-3,36-19-1,-44 13-1,14-10-1,2-6-14,0-6-15,-8 10-7,11-2 1,0-1 2,-5-2-51,-20 16-9,15-9-168</inkml:trace>
</inkml:ink>
</file>

<file path=ppt/ink/ink34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848"/>
    </inkml:context>
    <inkml:brush xml:id="br0">
      <inkml:brushProperty name="width" value="0.05953" units="cm"/>
      <inkml:brushProperty name="height" value="0.05953" units="cm"/>
      <inkml:brushProperty name="fitToCurve" value="1"/>
    </inkml:brush>
  </inkml:definitions>
  <inkml:trace contextRef="#ctx0" brushRef="#br0">15133 6793 338,'0'40'6</inkml:trace>
</inkml:ink>
</file>

<file path=ppt/ink/ink34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849"/>
    </inkml:context>
    <inkml:brush xml:id="br0">
      <inkml:brushProperty name="width" value="0.05953" units="cm"/>
      <inkml:brushProperty name="height" value="0.05953" units="cm"/>
      <inkml:brushProperty name="fitToCurve" value="1"/>
    </inkml:brush>
  </inkml:definitions>
  <inkml:trace contextRef="#ctx0" brushRef="#br0">15096 6871 436,'-5'41'29,"0"-9"23,3 23 15,6-6 8,0 24-1,3 25-18,-2-25-21,-1 15-18,-1-3-13,-3-8-10,4-10-3,0-12-1,3-1-40,-17-20-114</inkml:trace>
</inkml:ink>
</file>

<file path=ppt/ink/ink34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850"/>
    </inkml:context>
    <inkml:brush xml:id="br0">
      <inkml:brushProperty name="width" value="0.05953" units="cm"/>
      <inkml:brushProperty name="height" value="0.05953" units="cm"/>
      <inkml:brushProperty name="fitToCurve" value="1"/>
    </inkml:brush>
  </inkml:definitions>
  <inkml:trace contextRef="#ctx0" brushRef="#br0">15386 6730 430,'41'-14'25,"-1"9"34,-7 5 1,6 12-4,-6 10 9,9 20-3,1 28-18,-14-14-15,0 25-12,-17-26-9,5 44 2,-9-47-6,-4 9-2,1 20 3,-5 10-1,0 2-1,-2-2 0,-6-12-2,-4-5 0,-7-7 0,-6-8-1,-15-18-1,-30-57-4,21-31-1,-8-24-19,25 28-17,0-9-10,6 8-43,2 5-87,4 6-68</inkml:trace>
</inkml:ink>
</file>

<file path=ppt/ink/ink35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851"/>
    </inkml:context>
    <inkml:brush xml:id="br0">
      <inkml:brushProperty name="width" value="0.05953" units="cm"/>
      <inkml:brushProperty name="height" value="0.05953" units="cm"/>
      <inkml:brushProperty name="fitToCurve" value="1"/>
    </inkml:brush>
  </inkml:definitions>
  <inkml:trace contextRef="#ctx0" brushRef="#br0">15146 7063 641,'44'-26'143,"8"6"-67,14 2-65,-4 10-12,-9 0-21,-21 15-83,-1-2-630</inkml:trace>
</inkml:ink>
</file>

<file path=ppt/ink/ink35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852"/>
    </inkml:context>
    <inkml:brush xml:id="br0">
      <inkml:brushProperty name="width" value="0.05953" units="cm"/>
      <inkml:brushProperty name="height" value="0.05953" units="cm"/>
      <inkml:brushProperty name="fitToCurve" value="1"/>
    </inkml:brush>
  </inkml:definitions>
  <inkml:trace contextRef="#ctx0" brushRef="#br0">15267 6881 139,'0'35'-2,"0"3"8,0 5 17,0 1 7,0 0 11,-1 9 22,-3-20-11,-4-2 7,-7 30 177,58-85-136,-15-34-194,-4 12-39,-3 8-10,5-10-1,2 8 63,4 41 136,-40 31-23,-19 15 29,31-7 169,31-35-210,5-8-13,-5 2 39,-60 42 155,-20-3-154,-1 0-29,7 0-9,84-72-71,-19-12-79,6 16-347</inkml:trace>
</inkml:ink>
</file>

<file path=ppt/ink/ink35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853"/>
    </inkml:context>
    <inkml:brush xml:id="br0">
      <inkml:brushProperty name="width" value="0.05953" units="cm"/>
      <inkml:brushProperty name="height" value="0.05953" units="cm"/>
      <inkml:brushProperty name="fitToCurve" value="1"/>
    </inkml:brush>
  </inkml:definitions>
  <inkml:trace contextRef="#ctx0" brushRef="#br0">15405 6876 143,'5'32'115,"5"21"9,-5-16-28,3 10-1,-3-13-10,5 14-15,0 2-20,3 4-5,10 9-20,6-10-20,-1-9-2,17-78 19,-41-20-27,-2-10 0,-5 8-7,2-18-30,1 9-25,2 13 11,12 20-179</inkml:trace>
</inkml:ink>
</file>

<file path=ppt/ink/ink35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854"/>
    </inkml:context>
    <inkml:brush xml:id="br0">
      <inkml:brushProperty name="width" value="0.05953" units="cm"/>
      <inkml:brushProperty name="height" value="0.05953" units="cm"/>
      <inkml:brushProperty name="fitToCurve" value="1"/>
    </inkml:brush>
  </inkml:definitions>
  <inkml:trace contextRef="#ctx0" brushRef="#br0">15560 6858 138,'-28'23'291,"-2"22"-53,9-16-195,-1-3-61,-2-5-258</inkml:trace>
</inkml:ink>
</file>

<file path=ppt/ink/ink35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855"/>
    </inkml:context>
    <inkml:brush xml:id="br0">
      <inkml:brushProperty name="width" value="0.05953" units="cm"/>
      <inkml:brushProperty name="height" value="0.05953" units="cm"/>
      <inkml:brushProperty name="fitToCurve" value="1"/>
    </inkml:brush>
  </inkml:definitions>
  <inkml:trace contextRef="#ctx0" brushRef="#br0">16113 6731 374,'-40'73'480,"9"-25"-480,-4 0-6,-6 0-6,-7 2-5,9-10-1,1-2-7,-2 2-8,9-6-14,-1 3-80,0-18-284</inkml:trace>
</inkml:ink>
</file>

<file path=ppt/ink/ink35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856"/>
    </inkml:context>
    <inkml:brush xml:id="br0">
      <inkml:brushProperty name="width" value="0.05953" units="cm"/>
      <inkml:brushProperty name="height" value="0.05953" units="cm"/>
      <inkml:brushProperty name="fitToCurve" value="1"/>
    </inkml:brush>
  </inkml:definitions>
  <inkml:trace contextRef="#ctx0" brushRef="#br0">15932 6932 539,'0'44'0,"0"13"3,-2 4 43,0-12-8,2 11 8,0-1-2,2 3 9,6 5-31,-4-7-36,-3-6-88,-6-11-166</inkml:trace>
</inkml:ink>
</file>

<file path=ppt/ink/ink35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857"/>
    </inkml:context>
    <inkml:brush xml:id="br0">
      <inkml:brushProperty name="width" value="0.05953" units="cm"/>
      <inkml:brushProperty name="height" value="0.05953" units="cm"/>
      <inkml:brushProperty name="fitToCurve" value="1"/>
    </inkml:brush>
  </inkml:definitions>
  <inkml:trace contextRef="#ctx0" brushRef="#br0">15969 6920 217,'39'-32'115,"-9"23"-23,14-3 20,-2 4-9,8-2-24,12-2 0,6 2-52,-10 4-38,-7 9-95,-94 10-243,-5-33 193,26-17 108,10 5 38,-24 51 236,8 49-136,16-35-52,-3 7 7,6-8-5,-4 12 7,-3 8-1,-4 6 7,3 4-17,6-16-16,-1 1-4,3 6 2,0 11-4,2 0-9,0-2-15,-1 0-46,-1-10-73,-10-20-197</inkml:trace>
</inkml:ink>
</file>

<file path=ppt/ink/ink35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858"/>
    </inkml:context>
    <inkml:brush xml:id="br0">
      <inkml:brushProperty name="width" value="0.05953" units="cm"/>
      <inkml:brushProperty name="height" value="0.05953" units="cm"/>
      <inkml:brushProperty name="fitToCurve" value="1"/>
    </inkml:brush>
  </inkml:definitions>
  <inkml:trace contextRef="#ctx0" brushRef="#br0">16034 7233 136,'4'-29'5,"13"-11"15,4 7 2,22-8 29,-13 19-1,12-2 29,-10 14-36,2 2 6,-2 5 20,6 7 37,3 21 20,-16 17-54,-14 12-47,-7 5-13,-3 8-8,-6-12-5,-6 2-10,-14-1-117,-9-27-147,3-15-175</inkml:trace>
</inkml:ink>
</file>

<file path=ppt/ink/ink35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859"/>
    </inkml:context>
    <inkml:brush xml:id="br0">
      <inkml:brushProperty name="width" value="0.05953" units="cm"/>
      <inkml:brushProperty name="height" value="0.05953" units="cm"/>
      <inkml:brushProperty name="fitToCurve" value="1"/>
    </inkml:brush>
  </inkml:definitions>
  <inkml:trace contextRef="#ctx0" brushRef="#br0">16132 7181 244,'50'-25'327,"-13"34"-266,-6 18-48,-46 10 113,-6 8-152,41-2-303,-59 2 262,-13-19 135,22-14-2,-3 3 31,-5 2 30,-3 3 5,89 4-96,27-24-34,-4 1 0,-13 2 0,12 4 1,-12 6-1,-1 4 0,-4 6-3,-18 8-300</inkml:trace>
</inkml:ink>
</file>

<file path=ppt/ink/ink35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860"/>
    </inkml:context>
    <inkml:brush xml:id="br0">
      <inkml:brushProperty name="width" value="0.05953" units="cm"/>
      <inkml:brushProperty name="height" value="0.05953" units="cm"/>
      <inkml:brushProperty name="fitToCurve" value="1"/>
    </inkml:brush>
  </inkml:definitions>
  <inkml:trace contextRef="#ctx0" brushRef="#br0">16706 6639 302,'-7'33'33,"-2"-10"-133</inkml:trace>
</inkml:ink>
</file>

<file path=ppt/ink/ink36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861"/>
    </inkml:context>
    <inkml:brush xml:id="br0">
      <inkml:brushProperty name="width" value="0.05953" units="cm"/>
      <inkml:brushProperty name="height" value="0.05953" units="cm"/>
      <inkml:brushProperty name="fitToCurve" value="1"/>
    </inkml:brush>
  </inkml:definitions>
  <inkml:trace contextRef="#ctx0" brushRef="#br0">16563 6738 288,'0'49'58,"0"-17"13,0-2 3,0 2-40,0 9-48,-7-5-69,-3-5-61</inkml:trace>
</inkml:ink>
</file>

<file path=ppt/ink/ink36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862"/>
    </inkml:context>
    <inkml:brush xml:id="br0">
      <inkml:brushProperty name="width" value="0.05953" units="cm"/>
      <inkml:brushProperty name="height" value="0.05953" units="cm"/>
      <inkml:brushProperty name="fitToCurve" value="1"/>
    </inkml:brush>
  </inkml:definitions>
  <inkml:trace contextRef="#ctx0" brushRef="#br0">16544 6903 136,'40'-35'0,"1"10"1,11 1 2,1 4 8,-22 12 1,-1 0 1,20-2 21,8 2 27,-26 4-22,3 2 8,19 1 72,-11 2-4,6 7 24,-5 11-26,-60 38-90,-27-12-29,-7-6-2,-6-9-37,20-23-128</inkml:trace>
</inkml:ink>
</file>

<file path=ppt/ink/ink36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863"/>
    </inkml:context>
    <inkml:brush xml:id="br0">
      <inkml:brushProperty name="width" value="0.05953" units="cm"/>
      <inkml:brushProperty name="height" value="0.05953" units="cm"/>
      <inkml:brushProperty name="fitToCurve" value="1"/>
    </inkml:brush>
  </inkml:definitions>
  <inkml:trace contextRef="#ctx0" brushRef="#br0">16740 6823 145,'0'25'296,"-8"-1"-139,-9 0-74,-6 3-25,-5 3-21,0-6-60,46-59-494,7 13 453,2 2 46,-4 7-136</inkml:trace>
</inkml:ink>
</file>

<file path=ppt/ink/ink36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864"/>
    </inkml:context>
    <inkml:brush xml:id="br0">
      <inkml:brushProperty name="width" value="0.05953" units="cm"/>
      <inkml:brushProperty name="height" value="0.05953" units="cm"/>
      <inkml:brushProperty name="fitToCurve" value="1"/>
    </inkml:brush>
  </inkml:definitions>
  <inkml:trace contextRef="#ctx0" brushRef="#br0">16885 6848 136,'37'-6'0,"0"6"6,-1 8 61,-24 25 71,-54 13-102,-13 1-28,14-17-1,7-8 8,-6 4 17,-30 15 18,31-16-10,2-3 37,74-2 124,27-34-196,7-8-18,-20 5-17,1-1-65,-11 2-33,-95 77 311,19-29-133,1 4-16,-10 4-12,-16 7-27,9-11-31,-2-8-69,10-14-182,12-14-117</inkml:trace>
</inkml:ink>
</file>

<file path=ppt/ink/ink36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865"/>
    </inkml:context>
    <inkml:brush xml:id="br0">
      <inkml:brushProperty name="width" value="0.05953" units="cm"/>
      <inkml:brushProperty name="height" value="0.05953" units="cm"/>
      <inkml:brushProperty name="fitToCurve" value="1"/>
    </inkml:brush>
  </inkml:definitions>
  <inkml:trace contextRef="#ctx0" brushRef="#br0">16721 7152 136,'27'4'0,"-1"7"7,-1 7 56,1 15 97,1 7 46,-2-49-457,-19-17 175,-2 3 21,1-6-1,0 7-59</inkml:trace>
</inkml:ink>
</file>

<file path=ppt/ink/ink36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866"/>
    </inkml:context>
    <inkml:brush xml:id="br0">
      <inkml:brushProperty name="width" value="0.05953" units="cm"/>
      <inkml:brushProperty name="height" value="0.05953" units="cm"/>
      <inkml:brushProperty name="fitToCurve" value="1"/>
    </inkml:brush>
  </inkml:definitions>
  <inkml:trace contextRef="#ctx0" brushRef="#br0">16912 6974 136,'32'26'424,"17"19"-393,-33-21-458</inkml:trace>
</inkml:ink>
</file>

<file path=ppt/ink/ink36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867"/>
    </inkml:context>
    <inkml:brush xml:id="br0">
      <inkml:brushProperty name="width" value="0.05953" units="cm"/>
      <inkml:brushProperty name="height" value="0.05953" units="cm"/>
      <inkml:brushProperty name="fitToCurve" value="1"/>
    </inkml:brush>
  </inkml:definitions>
  <inkml:trace contextRef="#ctx0" brushRef="#br0">17462 6493 369,'20'-30'468,"7"60"-450,-11 9-86,-6-3-153,-11-12-66</inkml:trace>
</inkml:ink>
</file>

<file path=ppt/ink/ink36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868"/>
    </inkml:context>
    <inkml:brush xml:id="br0">
      <inkml:brushProperty name="width" value="0.05953" units="cm"/>
      <inkml:brushProperty name="height" value="0.05953" units="cm"/>
      <inkml:brushProperty name="fitToCurve" value="1"/>
    </inkml:brush>
  </inkml:definitions>
  <inkml:trace contextRef="#ctx0" brushRef="#br0">17251 6816 718,'51'-20'33,"16"0"8,7 0-10,27-5-5,-4 5-9,-17 4-8,-3 7-6,-4 1-3,-16 8-2,3 9-3,-25 8-181</inkml:trace>
</inkml:ink>
</file>

<file path=ppt/ink/ink36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869"/>
    </inkml:context>
    <inkml:brush xml:id="br0">
      <inkml:brushProperty name="width" value="0.05953" units="cm"/>
      <inkml:brushProperty name="height" value="0.05953" units="cm"/>
      <inkml:brushProperty name="fitToCurve" value="1"/>
    </inkml:brush>
  </inkml:definitions>
  <inkml:trace contextRef="#ctx0" brushRef="#br0">17513 6695 175,'4'57'307,"-7"-14"-203,-1-2-20,-2 25 15,-2-3-38,2 0-69,4-8-93,43-66-425</inkml:trace>
</inkml:ink>
</file>

<file path=ppt/ink/ink36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870"/>
    </inkml:context>
    <inkml:brush xml:id="br0">
      <inkml:brushProperty name="width" value="0.05953" units="cm"/>
      <inkml:brushProperty name="height" value="0.05953" units="cm"/>
      <inkml:brushProperty name="fitToCurve" value="1"/>
    </inkml:brush>
  </inkml:definitions>
  <inkml:trace contextRef="#ctx0" brushRef="#br0">17594 6886 136,'10'-30'0,"5"-6"0,3-7 1,-3 13 1,9-2 22,-17 77 107,-11 3-69,-3 12-6,-4-6-62,-2-1-34,-2 3-22,2-15-22,2-10-136</inkml:trace>
</inkml:ink>
</file>

<file path=ppt/ink/ink37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871"/>
    </inkml:context>
    <inkml:brush xml:id="br0">
      <inkml:brushProperty name="width" value="0.05953" units="cm"/>
      <inkml:brushProperty name="height" value="0.05953" units="cm"/>
      <inkml:brushProperty name="fitToCurve" value="1"/>
    </inkml:brush>
  </inkml:definitions>
  <inkml:trace contextRef="#ctx0" brushRef="#br0">17436 6829 136,'-23'4'76,"-12"31"170,4 4-118,11-14-52,-1-1-11,-1 7-22,-3-14-304</inkml:trace>
</inkml:ink>
</file>

<file path=ppt/ink/ink37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872"/>
    </inkml:context>
    <inkml:brush xml:id="br0">
      <inkml:brushProperty name="width" value="0.05953" units="cm"/>
      <inkml:brushProperty name="height" value="0.05953" units="cm"/>
      <inkml:brushProperty name="fitToCurve" value="1"/>
    </inkml:brush>
  </inkml:definitions>
  <inkml:trace contextRef="#ctx0" brushRef="#br0">17756 6831 136,'23'19'179,"-40"16"1</inkml:trace>
</inkml:ink>
</file>

<file path=ppt/ink/ink37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873"/>
    </inkml:context>
    <inkml:brush xml:id="br0">
      <inkml:brushProperty name="width" value="0.05953" units="cm"/>
      <inkml:brushProperty name="height" value="0.05953" units="cm"/>
      <inkml:brushProperty name="fitToCurve" value="1"/>
    </inkml:brush>
  </inkml:definitions>
  <inkml:trace contextRef="#ctx0" brushRef="#br0">17470 7052 305,'69'-27'-4,"-6"6"46,15-1 38,-18 9 12,-2 3 4,-7 8 4,-17 36-33,-63 27-30,-6-21-18,-7 5-3,-11-1-2,-3 1-8,3-7-4,-2-3-1,-8-11-3,5-41-18,45-41-110,26 12 30,12 13 68,18 11 98,-2 15 2,13 7-6,4 7-14,11 10-13,-17 2-26,20 14-4,-20-4-4,12 4-1,15-5-4,-4-17-4,-8-8-16,-4-4-41,-2-3-1,-14 3-118,-16 10-86</inkml:trace>
</inkml:ink>
</file>

<file path=ppt/ink/ink37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874"/>
    </inkml:context>
    <inkml:brush xml:id="br0">
      <inkml:brushProperty name="width" value="0.05953" units="cm"/>
      <inkml:brushProperty name="height" value="0.05953" units="cm"/>
      <inkml:brushProperty name="fitToCurve" value="1"/>
    </inkml:brush>
  </inkml:definitions>
  <inkml:trace contextRef="#ctx0" brushRef="#br0">17651 5710 533</inkml:trace>
</inkml:ink>
</file>

<file path=ppt/ink/ink37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875"/>
    </inkml:context>
    <inkml:brush xml:id="br0">
      <inkml:brushProperty name="width" value="0.05953" units="cm"/>
      <inkml:brushProperty name="height" value="0.05953" units="cm"/>
      <inkml:brushProperty name="fitToCurve" value="1"/>
    </inkml:brush>
  </inkml:definitions>
  <inkml:trace contextRef="#ctx0" brushRef="#br0">15563 8382 533,'73'-2'70,"10"1"-131,46-4-5,14-2 22,-54 2 14,53 1 5,-45 1 7,55 2 3,36-1-8,25 2-15,18 2 28,-79-1 2,24 3 7,12 0 1,9 0-1,-9 1 16,-64-1-1,19 0 6,2 4 5,-4 5 10,-13 6 6,-12 10 10,-39-10-2,7 14 1,-10 12-2,-28-16-20,-8-12 62,-1 18-80,-18-3-261</inkml:trace>
</inkml:ink>
</file>

<file path=ppt/ink/ink37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876"/>
    </inkml:context>
    <inkml:brush xml:id="br0">
      <inkml:brushProperty name="width" value="0.05953" units="cm"/>
      <inkml:brushProperty name="height" value="0.05953" units="cm"/>
      <inkml:brushProperty name="fitToCurve" value="1"/>
    </inkml:brush>
  </inkml:definitions>
  <inkml:trace contextRef="#ctx0" brushRef="#br0">17166 6824 533</inkml:trace>
</inkml:ink>
</file>

<file path=ppt/ink/ink37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877"/>
    </inkml:context>
    <inkml:brush xml:id="br0">
      <inkml:brushProperty name="width" value="0.05953" units="cm"/>
      <inkml:brushProperty name="height" value="0.05953" units="cm"/>
      <inkml:brushProperty name="fitToCurve" value="1"/>
    </inkml:brush>
  </inkml:definitions>
  <inkml:trace contextRef="#ctx0" brushRef="#br0">17267-592 533</inkml:trace>
</inkml:ink>
</file>

<file path=ppt/ink/ink37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878"/>
    </inkml:context>
    <inkml:brush xml:id="br0">
      <inkml:brushProperty name="width" value="0.05953" units="cm"/>
      <inkml:brushProperty name="height" value="0.05953" units="cm"/>
      <inkml:brushProperty name="fitToCurve" value="1"/>
    </inkml:brush>
  </inkml:definitions>
  <inkml:trace contextRef="#ctx0" brushRef="#br0">22731-7773 533</inkml:trace>
</inkml:ink>
</file>

<file path=ppt/ink/ink37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879"/>
    </inkml:context>
    <inkml:brush xml:id="br0">
      <inkml:brushProperty name="width" value="0.05953" units="cm"/>
      <inkml:brushProperty name="height" value="0.05953" units="cm"/>
      <inkml:brushProperty name="fitToCurve" value="1"/>
    </inkml:brush>
  </inkml:definitions>
  <inkml:trace contextRef="#ctx0" brushRef="#br0">18498 13584 533</inkml:trace>
</inkml:ink>
</file>

<file path=ppt/ink/ink37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880"/>
    </inkml:context>
    <inkml:brush xml:id="br0">
      <inkml:brushProperty name="width" value="0.05953" units="cm"/>
      <inkml:brushProperty name="height" value="0.05953" units="cm"/>
      <inkml:brushProperty name="fitToCurve" value="1"/>
    </inkml:brush>
  </inkml:definitions>
  <inkml:trace contextRef="#ctx0" brushRef="#br0">5630 9415 868,'148'0'-6,"75"0"6,-65-6 0,49-7-1,-3-2 1,-72 5 0,67-6 0,29-5 0,46-7 0,-21 3 0,-88 7-1,67-4-2,20 1-3,-91 6 1,72-2-16,-3 5-54,-84 4 6,47-4-21,-70 5-10,-28 2-105,17-3 9</inkml:trace>
</inkml:ink>
</file>

<file path=ppt/ink/ink38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881"/>
    </inkml:context>
    <inkml:brush xml:id="br0">
      <inkml:brushProperty name="width" value="0.03969" units="cm"/>
      <inkml:brushProperty name="height" value="0.03969" units="cm"/>
      <inkml:brushProperty name="fitToCurve" value="1"/>
    </inkml:brush>
  </inkml:definitions>
  <inkml:trace contextRef="#ctx0" brushRef="#br0">6867 3174 136,'52'-49'113,"32"-27"-12,-9 10-1,-2 6-5,2 1-3,13-9-25,-30 23-23,34-18-12,-34 36-58,-34 81-36,-50 22 90,6-25-2,-10 24 3,4-17-6,5-7-8,-7 3-5,-3-2-2,-11-164-63,47 57 11,2-8-10,1-5-17,-3 15-1,4-35-72,-22 144 0,-4 5 185,-6 7 23,4-13-7,9-118-27,2-8-31,-44 128 39,28 22 83,21 35 57,22-52-114,10-8-41,106-1-9,-59-88-18,-3-27-9,-22 5-2,2-19 1,-10 7 2,-2-6-171,-6 24-117</inkml:trace>
</inkml:ink>
</file>

<file path=ppt/ink/ink38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882"/>
    </inkml:context>
    <inkml:brush xml:id="br0">
      <inkml:brushProperty name="width" value="0.03969" units="cm"/>
      <inkml:brushProperty name="height" value="0.03969" units="cm"/>
      <inkml:brushProperty name="fitToCurve" value="1"/>
    </inkml:brush>
  </inkml:definitions>
  <inkml:trace contextRef="#ctx0" brushRef="#br0">7594 2687 305,'65'-55'73,"25"7"81,11 3 3,-28 17-100,-18 4-22,18-5-19,-12 8-43,-4 1-110,-3 20-490</inkml:trace>
</inkml:ink>
</file>

<file path=ppt/ink/ink38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883"/>
    </inkml:context>
    <inkml:brush xml:id="br0">
      <inkml:brushProperty name="width" value="0.03969" units="cm"/>
      <inkml:brushProperty name="height" value="0.03969" units="cm"/>
      <inkml:brushProperty name="fitToCurve" value="1"/>
    </inkml:brush>
  </inkml:definitions>
  <inkml:trace contextRef="#ctx0" brushRef="#br0">8057 2267 136,'-33'53'226,"13"14"-121,0-7-52,-2-8-7,-24 52 22,17-42-26,-15 25-2,6-14-10,0-6-11,-9 16-7,12-24-7,-2 8-17</inkml:trace>
</inkml:ink>
</file>

<file path=ppt/ink/ink38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884"/>
    </inkml:context>
    <inkml:brush xml:id="br0">
      <inkml:brushProperty name="width" value="0.03969" units="cm"/>
      <inkml:brushProperty name="height" value="0.03969" units="cm"/>
      <inkml:brushProperty name="fitToCurve" value="1"/>
    </inkml:brush>
  </inkml:definitions>
  <inkml:trace contextRef="#ctx0" brushRef="#br0">7833 2635 136,'0'60'57,"0"8"32,0 8 2,0 16 9,0-39-27,-4 11 2,-5 48 58,4-47-117,-17-13-572</inkml:trace>
</inkml:ink>
</file>

<file path=ppt/ink/ink38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885"/>
    </inkml:context>
    <inkml:brush xml:id="br0">
      <inkml:brushProperty name="width" value="0.03969" units="cm"/>
      <inkml:brushProperty name="height" value="0.03969" units="cm"/>
      <inkml:brushProperty name="fitToCurve" value="1"/>
    </inkml:brush>
  </inkml:definitions>
  <inkml:trace contextRef="#ctx0" brushRef="#br0">7834 2752 234,'65'-74'4,"1"12"82,-3 15 74,18 16 32,-22 132-101,-52-20-58,-2-21-12,-1-1-5,0 17-3,4 14-1,0-14-5,3-7-3,0 6-1,-7-5-2,-16-6-1,-53-45-9,15-76-26,9-10-61,8-4-47,-3-24-13,8 25 14,10 11 73,15-19 326,38 156 139,-49-13-392,89-68-8,-12-47-7,-7 29-430</inkml:trace>
</inkml:ink>
</file>

<file path=ppt/ink/ink38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886"/>
    </inkml:context>
    <inkml:brush xml:id="br0">
      <inkml:brushProperty name="width" value="0.03969" units="cm"/>
      <inkml:brushProperty name="height" value="0.03969" units="cm"/>
      <inkml:brushProperty name="fitToCurve" value="1"/>
    </inkml:brush>
  </inkml:definitions>
  <inkml:trace contextRef="#ctx0" brushRef="#br0">8911 2239 379,'69'-42'462,"-2"22"-445,-6-5-33,-7-1-38,5-3-59,-3 21-556</inkml:trace>
</inkml:ink>
</file>

<file path=ppt/ink/ink38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887"/>
    </inkml:context>
    <inkml:brush xml:id="br0">
      <inkml:brushProperty name="width" value="0.03969" units="cm"/>
      <inkml:brushProperty name="height" value="0.03969" units="cm"/>
      <inkml:brushProperty name="fitToCurve" value="1"/>
    </inkml:brush>
  </inkml:definitions>
  <inkml:trace contextRef="#ctx0" brushRef="#br0">9289 2027 464,'0'73'21,"-1"20"41,1-34-30,2 18 5,4-16-18,1 0-38,-16-11-591</inkml:trace>
</inkml:ink>
</file>

<file path=ppt/ink/ink38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888"/>
    </inkml:context>
    <inkml:brush xml:id="br0">
      <inkml:brushProperty name="width" value="0.03969" units="cm"/>
      <inkml:brushProperty name="height" value="0.03969" units="cm"/>
      <inkml:brushProperty name="fitToCurve" value="1"/>
    </inkml:brush>
  </inkml:definitions>
  <inkml:trace contextRef="#ctx0" brushRef="#br0">9977 2602 802,'0'99'-13,"0"-32"23,0 0 6,0 37-1,0-10 0,0-14-4,10 11-7,-1-26-10,3-4-34,-21-7-373</inkml:trace>
</inkml:ink>
</file>

<file path=ppt/ink/ink38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889"/>
    </inkml:context>
    <inkml:brush xml:id="br0">
      <inkml:brushProperty name="width" value="0.03969" units="cm"/>
      <inkml:brushProperty name="height" value="0.03969" units="cm"/>
      <inkml:brushProperty name="fitToCurve" value="1"/>
    </inkml:brush>
  </inkml:definitions>
  <inkml:trace contextRef="#ctx0" brushRef="#br0">12464 2215 136,'85'1'537,"-23"-12"-457,22-6-10,9-9-49,-30 10-23,22-12-44,-21 0-61,-9 6-184</inkml:trace>
</inkml:ink>
</file>

<file path=ppt/ink/ink38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890"/>
    </inkml:context>
    <inkml:brush xml:id="br0">
      <inkml:brushProperty name="width" value="0.03969" units="cm"/>
      <inkml:brushProperty name="height" value="0.03969" units="cm"/>
      <inkml:brushProperty name="fitToCurve" value="1"/>
    </inkml:brush>
  </inkml:definitions>
  <inkml:trace contextRef="#ctx0" brushRef="#br0">12954 1824 635,'-8'65'5,"-3"-13"35,1 25-4,3-12-2,3 7-7,4 1-11,3-15-27,-1 4-62,-15-11-439</inkml:trace>
</inkml:ink>
</file>

<file path=ppt/ink/ink39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891"/>
    </inkml:context>
    <inkml:brush xml:id="br0">
      <inkml:brushProperty name="width" value="0.03969" units="cm"/>
      <inkml:brushProperty name="height" value="0.03969" units="cm"/>
      <inkml:brushProperty name="fitToCurve" value="1"/>
    </inkml:brush>
  </inkml:definitions>
  <inkml:trace contextRef="#ctx0" brushRef="#br0">20024 5724 533</inkml:trace>
</inkml:ink>
</file>

<file path=ppt/ink/ink39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892"/>
    </inkml:context>
    <inkml:brush xml:id="br0">
      <inkml:brushProperty name="width" value="0.03969" units="cm"/>
      <inkml:brushProperty name="height" value="0.03969" units="cm"/>
      <inkml:brushProperty name="fitToCurve" value="1"/>
    </inkml:brush>
  </inkml:definitions>
  <inkml:trace contextRef="#ctx0" brushRef="#br0">12151 2586 718,'-12'63'109,"-5"34"-95,1 10-6,8-44 2,-2 48-2,5-40-6,-2 43 0,7-54-2,2 35 0,0-9-2,7 0-16,-2-26-33,-19-8-355</inkml:trace>
</inkml:ink>
</file>

<file path=ppt/ink/ink39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893"/>
    </inkml:context>
    <inkml:brush xml:id="br0">
      <inkml:brushProperty name="width" value="0.05953" units="cm"/>
      <inkml:brushProperty name="height" value="0.05953" units="cm"/>
      <inkml:brushProperty name="fitToCurve" value="1"/>
    </inkml:brush>
  </inkml:definitions>
  <inkml:trace contextRef="#ctx0" brushRef="#br0">691 2732 401,'132'-109'56,"-32"49"-10,2 5-3,2 7-55,-1 0-71,-19 39-364</inkml:trace>
</inkml:ink>
</file>

<file path=ppt/ink/ink39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894"/>
    </inkml:context>
    <inkml:brush xml:id="br0">
      <inkml:brushProperty name="width" value="0.05953" units="cm"/>
      <inkml:brushProperty name="height" value="0.05953" units="cm"/>
      <inkml:brushProperty name="fitToCurve" value="1"/>
    </inkml:brush>
  </inkml:definitions>
  <inkml:trace contextRef="#ctx0" brushRef="#br0">1346 1965 244,'7'101'6,"22"31"24,16 28 1,-23-83-21,14 54 9,-16-58-7,13 47 8,-6-32-8,16 57 7,-20-67-9,14 62 5,-15-55-9,11 47-7,7 34-37,-20-82-2,7 30-148</inkml:trace>
</inkml:ink>
</file>

<file path=ppt/ink/ink39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895"/>
    </inkml:context>
    <inkml:brush xml:id="br0">
      <inkml:brushProperty name="width" value="0.05953" units="cm"/>
      <inkml:brushProperty name="height" value="0.05953" units="cm"/>
      <inkml:brushProperty name="fitToCurve" value="1"/>
    </inkml:brush>
  </inkml:definitions>
  <inkml:trace contextRef="#ctx0" brushRef="#br0">1231 2082 222,'97'-44'61,"37"-17"9,-9 25 33,-47 58-80,-47 57-32,-30-5 2,-1 3 1,13-4 2,129 25 3,-37 0-22,-170 40 22,-36-15 129,3-58-52,16-37-531</inkml:trace>
</inkml:ink>
</file>

<file path=ppt/ink/ink39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896"/>
    </inkml:context>
    <inkml:brush xml:id="br0">
      <inkml:brushProperty name="width" value="0.05953" units="cm"/>
      <inkml:brushProperty name="height" value="0.05953" units="cm"/>
      <inkml:brushProperty name="fitToCurve" value="1"/>
    </inkml:brush>
  </inkml:definitions>
  <inkml:trace contextRef="#ctx0" brushRef="#br0">2029 1710 470,'-32'79'32,"-6"14"-7,-8 22 0,11-31-28,-7 13-19,-9 18-35,7-26-26,-1-15-25</inkml:trace>
</inkml:ink>
</file>

<file path=ppt/ink/ink39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897"/>
    </inkml:context>
    <inkml:brush xml:id="br0">
      <inkml:brushProperty name="width" value="0.05953" units="cm"/>
      <inkml:brushProperty name="height" value="0.05953" units="cm"/>
      <inkml:brushProperty name="fitToCurve" value="1"/>
    </inkml:brush>
  </inkml:definitions>
  <inkml:trace contextRef="#ctx0" brushRef="#br0">1914 1991 136,'83'-9'33,"29"31"174,-38 95-284</inkml:trace>
</inkml:ink>
</file>

<file path=ppt/ink/ink39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898"/>
    </inkml:context>
    <inkml:brush xml:id="br0">
      <inkml:brushProperty name="width" value="0.05953" units="cm"/>
      <inkml:brushProperty name="height" value="0.05953" units="cm"/>
      <inkml:brushProperty name="fitToCurve" value="1"/>
    </inkml:brush>
  </inkml:definitions>
  <inkml:trace contextRef="#ctx0" brushRef="#br0">1862 2212 146,'0'87'5,"4"-6"14,7 1 22,-3 4 22,6 9 11,77-153-47,-52-67-31,-14 42 7,11-35 55,75 96 276,-73 155-293,2 29-8,-10-36-21,6 3-23,17-5-261,-46-41-17</inkml:trace>
</inkml:ink>
</file>

<file path=ppt/ink/ink39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899"/>
    </inkml:context>
    <inkml:brush xml:id="br0">
      <inkml:brushProperty name="width" value="0.05953" units="cm"/>
      <inkml:brushProperty name="height" value="0.05953" units="cm"/>
      <inkml:brushProperty name="fitToCurve" value="1"/>
    </inkml:brush>
  </inkml:definitions>
  <inkml:trace contextRef="#ctx0" brushRef="#br0">1111 7834 195,'85'-43'35,"2"-17"-26,48-28 31,-33 19 16,28-17 9,2 15-125,-147 174-119,-50-5 159,-27 22 15,24-38 5,3-2 0,-26 24 6,22-25 3,-17 18 25,18-17 23,229-189 443,-52 25-471,-3 1-23,17-3-48,-17 6-44,-7 1-52,-19 49-231</inkml:trace>
</inkml:ink>
</file>

<file path=ppt/ink/ink39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900"/>
    </inkml:context>
    <inkml:brush xml:id="br0">
      <inkml:brushProperty name="width" value="0.05953" units="cm"/>
      <inkml:brushProperty name="height" value="0.05953" units="cm"/>
      <inkml:brushProperty name="fitToCurve" value="1"/>
    </inkml:brush>
  </inkml:definitions>
  <inkml:trace contextRef="#ctx0" brushRef="#br0">1735 7073 276,'-1'113'24,"26"-2"14,8 6 16,33 93 41,-34-113-63,26 63 22,-23-71-31,22 65 7,-19-52-24,15 58-2,-9-21-8,16 16-8,-15-39-7,-2-16-35,-36-20-223</inkml:trace>
</inkml:ink>
</file>

<file path=ppt/ink/ink40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901"/>
    </inkml:context>
    <inkml:brush xml:id="br0">
      <inkml:brushProperty name="width" value="0.05953" units="cm"/>
      <inkml:brushProperty name="height" value="0.05953" units="cm"/>
      <inkml:brushProperty name="fitToCurve" value="1"/>
    </inkml:brush>
  </inkml:definitions>
  <inkml:trace contextRef="#ctx0" brushRef="#br0">1608 7047 153,'146'-1'638,"-16"-54"-615,-6 10-20,-55 179-120,-86-4 19,12-33 35,42-17 32,50-80 14,-3-31-36,39-44-50,-86 159 112,-75-6 43,-11 9-8,4 4-17,5-17-17,-37 4-24</inkml:trace>
</inkml:ink>
</file>

<file path=ppt/ink/ink40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902"/>
    </inkml:context>
    <inkml:brush xml:id="br0">
      <inkml:brushProperty name="width" value="0.05953" units="cm"/>
      <inkml:brushProperty name="height" value="0.05953" units="cm"/>
      <inkml:brushProperty name="fitToCurve" value="1"/>
    </inkml:brush>
  </inkml:definitions>
  <inkml:trace contextRef="#ctx0" brushRef="#br0">2413 6776 290,'-36'132'85,"-19"1"-21,17-47-42,-36 63-7,34-67-14,-3 4-8,-12-2-60</inkml:trace>
</inkml:ink>
</file>

<file path=ppt/ink/ink40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903"/>
    </inkml:context>
    <inkml:brush xml:id="br0">
      <inkml:brushProperty name="width" value="0.05953" units="cm"/>
      <inkml:brushProperty name="height" value="0.05953" units="cm"/>
      <inkml:brushProperty name="fitToCurve" value="1"/>
    </inkml:brush>
  </inkml:definitions>
  <inkml:trace contextRef="#ctx0" brushRef="#br0">2288 7018 236,'104'-16'420,"-1"13"-240,38 10-160,-4-20-123,-55 30-58</inkml:trace>
</inkml:ink>
</file>

<file path=ppt/ink/ink40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904"/>
    </inkml:context>
    <inkml:brush xml:id="br0">
      <inkml:brushProperty name="width" value="0.05953" units="cm"/>
      <inkml:brushProperty name="height" value="0.05953" units="cm"/>
      <inkml:brushProperty name="fitToCurve" value="1"/>
    </inkml:brush>
  </inkml:definitions>
  <inkml:trace contextRef="#ctx0" brushRef="#br0">2288 7389 188,'11'110'118,"18"8"49,18 37 20,39-239-140,-50-43-44,-9 21 1,7-14 10,8 2 2,55 57 62,-24 210-49,-15 47-17,-10 14-6,-7-31-3,-8-41-1,8 6-3,21-20-22,-53-46-82,2-2-632</inkml:trace>
</inkml:ink>
</file>

<file path=ppt/ink/ink40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905"/>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3237 6676 542,'96'56'17,"29"85"51,-13 2-15,-22-24-6,-10-22-6,26 21-9,22 16-16,-14-32-22,-5-24-60,-2-30-156</inkml:trace>
</inkml:ink>
</file>

<file path=ppt/ink/ink40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906"/>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4117 6837 149,'-95'-62'0,"-6"47"71,6 78 190,-21 130 35,39-13-217,5 12-63,25-57-12,2 17-3,-5 24-3,10-28-9,4-7-144,-13-64-86</inkml:trace>
</inkml:ink>
</file>

<file path=ppt/ink/ink40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907"/>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1279 10292 470,'204'-22'304,"-74"-44"-255,13-26-30,11-25-18,9-17-34,-62 43-16,-13 13-140,-9 43-101</inkml:trace>
</inkml:ink>
</file>

<file path=ppt/ink/ink40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908"/>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2119 9198 382,'68'147'235,"-30"-44"-158,22 84-7,-11-27-25,-6-22-22,16 64-9,-13-33-7,-10-32-5,7 19-4,5 17-18,-5-37-38,-3-7-102,-41-50-49</inkml:trace>
</inkml:ink>
</file>

<file path=ppt/ink/ink40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909"/>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2001 9417 136,'63'-111'221,"76"-24"-14,-56 73-83,15 13 8,0 147-94,-90 52-33,-18 8-4,6-14-2,27-4-1,76-39-4,50-75-2,-209 110 28,-68-38-13,5-21-11,28-184-357,60 28-7</inkml:trace>
</inkml:ink>
</file>

<file path=ppt/ink/ink40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910"/>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2742 9078 217,'-4'113'302,"-24"-15"-166,-8 22-49,-8 7-40,1-6-62,-3-8-67,-11-15-173,54-178-19,46-12 258,17 1 8,18 3 14,2 10 31,28-7 74,-6 30 124,-17 46-40,25 64-108,-64 59-333,-40-31-40</inkml:trace>
</inkml:ink>
</file>

<file path=ppt/ink/ink41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911"/>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2698 9613 174,'0'88'318,"17"-2"-199,17 29-17,3-11-55,30-8-41,5-209-50,-44-1 37,-3 1 5,2-2 16,3 2 27,102 194 63,-75 71-98,7 23-2,-9-10-2,5-33-2,9-15-5,45-25-120,-62-10-131</inkml:trace>
</inkml:ink>
</file>

<file path=ppt/ink/ink41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912"/>
    </inkml:context>
    <inkml:brush xml:id="br0">
      <inkml:brushProperty name="width" value="0.05953" units="cm"/>
      <inkml:brushProperty name="height" value="0.05953" units="cm"/>
      <inkml:brushProperty name="fitToCurve" value="1"/>
    </inkml:brush>
  </inkml:definitions>
  <inkml:trace contextRef="#ctx0" brushRef="#br0">14757-4974 868,'87'-60'-401,"-29"19"6</inkml:trace>
</inkml:ink>
</file>

<file path=ppt/ink/ink41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913"/>
    </inkml:context>
    <inkml:brush xml:id="br0">
      <inkml:brushProperty name="width" value="0.03969" units="cm"/>
      <inkml:brushProperty name="height" value="0.03969" units="cm"/>
      <inkml:brushProperty name="fitToCurve" value="1"/>
    </inkml:brush>
  </inkml:definitions>
  <inkml:trace contextRef="#ctx0" brushRef="#br0">20318 4997 533</inkml:trace>
</inkml:ink>
</file>

<file path=ppt/ink/ink41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914"/>
    </inkml:context>
    <inkml:brush xml:id="br0">
      <inkml:brushProperty name="width" value="0.03969" units="cm"/>
      <inkml:brushProperty name="height" value="0.03969" units="cm"/>
      <inkml:brushProperty name="fitToCurve" value="1"/>
    </inkml:brush>
  </inkml:definitions>
  <inkml:trace contextRef="#ctx0" brushRef="#br0">9924 1597 338,'33'-82'326,"-92"-1"-447,-7 83 105,-42 36 2,17 20-11,59 29-6,108-31 33,25 3-28,-52 22-80,-67-13 85,-54 8 89,-23-13 51,-4-14 1,137-155-141,56 30-94,25-7-4,-49 40 44,7 3 15,2 9 3,-13 41 38,-62 60 111,-29 20 115,4 17 106,90-93-217,-15-85-98,-60-6-26,-29-31-415</inkml:trace>
</inkml:ink>
</file>

<file path=ppt/ink/ink41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915"/>
    </inkml:context>
    <inkml:brush xml:id="br0">
      <inkml:brushProperty name="width" value="0.03969" units="cm"/>
      <inkml:brushProperty name="height" value="0.03969" units="cm"/>
      <inkml:brushProperty name="fitToCurve" value="1"/>
    </inkml:brush>
  </inkml:definitions>
  <inkml:trace contextRef="#ctx0" brushRef="#br0">10289 1159 269,'0'104'257,"-3"50"-147,-4-70-82,-1 2-9,-7 20-19,-4-10-15,-10 51-39,12-65-1,0 7 5,-2 13-58</inkml:trace>
</inkml:ink>
</file>

<file path=ppt/ink/ink41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916"/>
    </inkml:context>
    <inkml:brush xml:id="br0">
      <inkml:brushProperty name="width" value="0.03969" units="cm"/>
      <inkml:brushProperty name="height" value="0.03969" units="cm"/>
      <inkml:brushProperty name="fitToCurve" value="1"/>
    </inkml:brush>
  </inkml:definitions>
  <inkml:trace contextRef="#ctx0" brushRef="#br0">10187 1570 166,'83'0'167,"-8"17"-106,-49 51-68,-58 10 19,-32 9 34,-32 11-7,175-107-363,3-52 304,5 2 16,-9 3 4,-7 8 0,-3 0 1,-7-26 42,-150 48 215,14 91-81,59 76 8,41-64-169,50-29-54,-3-66-20,-4-36-67</inkml:trace>
</inkml:ink>
</file>

<file path=ppt/ink/ink41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917"/>
    </inkml:context>
    <inkml:brush xml:id="br0">
      <inkml:brushProperty name="width" value="0.03969" units="cm"/>
      <inkml:brushProperty name="height" value="0.03969" units="cm"/>
      <inkml:brushProperty name="fitToCurve" value="1"/>
    </inkml:brush>
  </inkml:definitions>
  <inkml:trace contextRef="#ctx0" brushRef="#br0">10778 1203 398,'0'65'0,"0"31"0,-4 51 42,3 18 61,0-82-58,-3 42 36,1 35 21,4-67-57,2-12-18,5 3-8,29-9-5,56-115-12,-23-27-4,-17 3 0,48-57-9,-40 41-1,48-59-35,-26 36 0,-30 37 5,28-31-48,8-11-181,-33 44 39</inkml:trace>
</inkml:ink>
</file>

<file path=ppt/ink/ink41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918"/>
    </inkml:context>
    <inkml:brush xml:id="br0">
      <inkml:brushProperty name="width" value="0.03969" units="cm"/>
      <inkml:brushProperty name="height" value="0.03969" units="cm"/>
      <inkml:brushProperty name="fitToCurve" value="1"/>
    </inkml:brush>
  </inkml:definitions>
  <inkml:trace contextRef="#ctx0" brushRef="#br0">11885 1076 230,'-54'100'323,"67"-27"-309,6 6-53,-7-10-45,-10 22-214</inkml:trace>
</inkml:ink>
</file>

<file path=ppt/ink/ink41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919"/>
    </inkml:context>
    <inkml:brush xml:id="br0">
      <inkml:brushProperty name="width" value="0.03969" units="cm"/>
      <inkml:brushProperty name="height" value="0.03969" units="cm"/>
      <inkml:brushProperty name="fitToCurve" value="1"/>
    </inkml:brush>
  </inkml:definitions>
  <inkml:trace contextRef="#ctx0" brushRef="#br0">11911 1089 221,'78'-51'24,"9"15"56,7 16 1,2 20-64,-13 43-43,-97 47-12,-56 8 8,-13-17 16,15-30 7,2-20 1,-1-5-2,122-98-45,21 40 38,5 24-24,-116 76 10,-51-7 33,13-21 9,-3-2 14,8-3 17,-29 12 55,30-20 26,166-45 43,30-28-164,-47 17-10,-11 6-10,1 1-11,-4 8-18,35 0-99,-116 89-56,-67-30 170,7-33-7,13 125 713,43-55-685,1-7-16,3-7-42,1 49-180,77-148 102,-29-63 100,-20 5 25,-14 16 7,-39 3 22,-59 89 74,-1 46-47,24-3-14,5 2-3,-20 5-2,15-22-18,8-35-122</inkml:trace>
</inkml:ink>
</file>

<file path=ppt/ink/ink41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920"/>
    </inkml:context>
    <inkml:brush xml:id="br0">
      <inkml:brushProperty name="width" value="0.03969" units="cm"/>
      <inkml:brushProperty name="height" value="0.03969" units="cm"/>
      <inkml:brushProperty name="fitToCurve" value="1"/>
    </inkml:brush>
  </inkml:definitions>
  <inkml:trace contextRef="#ctx0" brushRef="#br0">11643 1682 136,'73'0'5,"19"20"84,-9 21 63,34 23 88,-41-28-148,73 20 1,-57-22-97,-6-3-5,3-7-23,-22-17-88</inkml:trace>
</inkml:ink>
</file>

<file path=ppt/ink/ink42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921"/>
    </inkml:context>
    <inkml:brush xml:id="br0">
      <inkml:brushProperty name="width" value="0.03969" units="cm"/>
      <inkml:brushProperty name="height" value="0.03969" units="cm"/>
      <inkml:brushProperty name="fitToCurve" value="1"/>
    </inkml:brush>
  </inkml:definitions>
  <inkml:trace contextRef="#ctx0" brushRef="#br0">12943 998 215,'-14'80'208,"9"46"-126,6-55-53,-2 71 20,-6 0 3,-10 5-16,-1-64-30,-11 19-15,4-24-15,-1-12-19,-30 57-99</inkml:trace>
</inkml:ink>
</file>

<file path=ppt/ink/ink42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922"/>
    </inkml:context>
    <inkml:brush xml:id="br0">
      <inkml:brushProperty name="width" value="0.03969" units="cm"/>
      <inkml:brushProperty name="height" value="0.03969" units="cm"/>
      <inkml:brushProperty name="fitToCurve" value="1"/>
    </inkml:brush>
  </inkml:definitions>
  <inkml:trace contextRef="#ctx0" brushRef="#br0">12735 1269 136,'117'-63'542,"14"111"-443,-49-20-94,-14-7-4,2 1-4,-186 87 30,45-47-3,-2 3-8,-52 58-4,89-49-14,118-48-35,0-43-35,-16-14-29,46-31-130</inkml:trace>
</inkml:ink>
</file>

<file path=ppt/ink/ink42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923"/>
    </inkml:context>
    <inkml:brush xml:id="br0">
      <inkml:brushProperty name="width" value="0.03969" units="cm"/>
      <inkml:brushProperty name="height" value="0.03969" units="cm"/>
      <inkml:brushProperty name="fitToCurve" value="1"/>
    </inkml:brush>
  </inkml:definitions>
  <inkml:trace contextRef="#ctx0" brushRef="#br0">13206 1494 159,'-24'73'56,"-13"3"29,9 5 48,3 19 138,131-157-115,-70-25-155,-25 7-3,21 10-434</inkml:trace>
</inkml:ink>
</file>

<file path=ppt/ink/ink42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924"/>
    </inkml:context>
    <inkml:brush xml:id="br0">
      <inkml:brushProperty name="width" value="0.03969" units="cm"/>
      <inkml:brushProperty name="height" value="0.03969" units="cm"/>
      <inkml:brushProperty name="fitToCurve" value="1"/>
    </inkml:brush>
  </inkml:definitions>
  <inkml:trace contextRef="#ctx0" brushRef="#br0">13526 1050 177,'-34'115'466,"27"-43"-428,-4 63 6,4-47-26,2-16-5,-3 7-3,-3 18-5,2-21-8,-4-3-10,1 3-24,0 7-35,-4 24-248</inkml:trace>
</inkml:ink>
</file>

<file path=ppt/ink/ink42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925"/>
    </inkml:context>
    <inkml:brush xml:id="br0">
      <inkml:brushProperty name="width" value="0.03969" units="cm"/>
      <inkml:brushProperty name="height" value="0.03969" units="cm"/>
      <inkml:brushProperty name="fitToCurve" value="1"/>
    </inkml:brush>
  </inkml:definitions>
  <inkml:trace contextRef="#ctx0" brushRef="#br0">13410 1518 157,'100'21'122,"-29"-2"-20,-60 48 7,-99 16 49,-12 1-72,170-54-520</inkml:trace>
</inkml:ink>
</file>

<file path=ppt/ink/ink42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926"/>
    </inkml:context>
    <inkml:brush xml:id="br0">
      <inkml:brushProperty name="width" value="0.03969" units="cm"/>
      <inkml:brushProperty name="height" value="0.03969" units="cm"/>
      <inkml:brushProperty name="fitToCurve" value="1"/>
    </inkml:brush>
  </inkml:definitions>
  <inkml:trace contextRef="#ctx0" brushRef="#br0">13713 1788 136,'52'-71'43,"-23"1"104,8-21 4,-14-7-116,-95 40-58,-25 124 135,50 2-21,-3 57 2,29-40-55,14 4-16,28-1-25,58-69-135,22-97-348</inkml:trace>
</inkml:ink>
</file>

<file path=ppt/ink/ink42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927"/>
    </inkml:context>
    <inkml:brush xml:id="br0">
      <inkml:brushProperty name="width" value="0.03969" units="cm"/>
      <inkml:brushProperty name="height" value="0.03969" units="cm"/>
      <inkml:brushProperty name="fitToCurve" value="1"/>
    </inkml:brush>
  </inkml:definitions>
  <inkml:trace contextRef="#ctx0" brushRef="#br0">13855 1439 136,'35'63'170,"2"31"-16,-13 13-54,-16-36-62,-18 45 93,1-183 2,32-19-132,14-11-2,1 10-4,8 13-48,19 19-743</inkml:trace>
</inkml:ink>
</file>

<file path=ppt/ink/ink42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928"/>
    </inkml:context>
    <inkml:brush xml:id="br0">
      <inkml:brushProperty name="width" value="0.03969" units="cm"/>
      <inkml:brushProperty name="height" value="0.03969" units="cm"/>
      <inkml:brushProperty name="fitToCurve" value="1"/>
    </inkml:brush>
  </inkml:definitions>
  <inkml:trace contextRef="#ctx0" brushRef="#br0">14100 1520 163,'126'-61'554,"-55"24"-495,-7 7-83,-133-8-535,50 143 864,8 22-90,9-40-140,0-15-27,5 37-19,12-15-20,55-56-7,9-102-7,-13-3 0,82-115-18,-92 110 5,42-63-90,-20 30-184</inkml:trace>
</inkml:ink>
</file>

<file path=ppt/ink/ink42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929"/>
    </inkml:context>
    <inkml:brush xml:id="br0">
      <inkml:brushProperty name="width" value="0.03969" units="cm"/>
      <inkml:brushProperty name="height" value="0.03969" units="cm"/>
      <inkml:brushProperty name="fitToCurve" value="1"/>
    </inkml:brush>
  </inkml:definitions>
  <inkml:trace contextRef="#ctx0" brushRef="#br0">15802 803 276,'-95'93'331,"41"-27"-253,-47 54 1,34-45-62,-38 43-29,-15 10-34,15-44-331</inkml:trace>
</inkml:ink>
</file>

<file path=ppt/ink/ink42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930"/>
    </inkml:context>
    <inkml:brush xml:id="br0">
      <inkml:brushProperty name="width" value="0.03969" units="cm"/>
      <inkml:brushProperty name="height" value="0.03969" units="cm"/>
      <inkml:brushProperty name="fitToCurve" value="1"/>
    </inkml:brush>
  </inkml:definitions>
  <inkml:trace contextRef="#ctx0" brushRef="#br0">15456 1060 138,'85'-24'41,"-2"5"64,-18 11-48,6 17-37,-95 70 6,-48 2 54,-20 0 9,18-22-54,-39 30-12,5-5-69,15-19-177</inkml:trace>
</inkml:ink>
</file>

<file path=ppt/ink/ink43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931"/>
    </inkml:context>
    <inkml:brush xml:id="br0">
      <inkml:brushProperty name="width" value="0.03969" units="cm"/>
      <inkml:brushProperty name="height" value="0.03969" units="cm"/>
      <inkml:brushProperty name="fitToCurve" value="1"/>
    </inkml:brush>
  </inkml:definitions>
  <inkml:trace contextRef="#ctx0" brushRef="#br0">15452 1128 136,'69'7'19,"-9"75"6,-91 13-23,-22-27 1,-25 11 0,9-27 26,137-67 198,27-24-221,6 5-37,-6 4-4,-10 18-30,-73 99 81,-75-12 97,-33 6 58,-39 10-9,46-45-102,6-8-44,3-18-10,130-103-48,36-4-83,-14 25 11,13-10-90</inkml:trace>
</inkml:ink>
</file>

<file path=ppt/ink/ink43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932"/>
    </inkml:context>
    <inkml:brush xml:id="br0">
      <inkml:brushProperty name="width" value="0.03969" units="cm"/>
      <inkml:brushProperty name="height" value="0.03969" units="cm"/>
      <inkml:brushProperty name="fitToCurve" value="1"/>
    </inkml:brush>
  </inkml:definitions>
  <inkml:trace contextRef="#ctx0" brushRef="#br0">15903 1156 327,'-14'82'-21,"-15"-10"-24,-13 11-71</inkml:trace>
</inkml:ink>
</file>

<file path=ppt/ink/ink43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933"/>
    </inkml:context>
    <inkml:brush xml:id="br0">
      <inkml:brushProperty name="width" value="0.03969" units="cm"/>
      <inkml:brushProperty name="height" value="0.03969" units="cm"/>
      <inkml:brushProperty name="fitToCurve" value="1"/>
    </inkml:brush>
  </inkml:definitions>
  <inkml:trace contextRef="#ctx0" brushRef="#br0">15700 1725 196,'77'-80'148,"-4"-4"-187,-15 16-24</inkml:trace>
</inkml:ink>
</file>

<file path=ppt/ink/ink43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934"/>
    </inkml:context>
    <inkml:brush xml:id="br0">
      <inkml:brushProperty name="width" value="0.03969" units="cm"/>
      <inkml:brushProperty name="height" value="0.03969" units="cm"/>
      <inkml:brushProperty name="fitToCurve" value="1"/>
    </inkml:brush>
  </inkml:definitions>
  <inkml:trace contextRef="#ctx0" brushRef="#br0">16158 846 136,'2'73'121,"-16"22"-40,-5-16-2,1 5-14,-4 17-41,1-11-64,-9 19-70,99-153 6,5-28 115,-1 8 4,6 16 1,-7 24 13,2 32 32,-44 82 3,-72 41-5,2-63-30,-54 59 35,6-27-24,-16-12-19,61-192-233,94 24 93,17 4 11,-54 163 346,-45 21-116,91-40-164,48-74 16,8 24-45</inkml:trace>
</inkml:ink>
</file>

<file path=ppt/ink/ink43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935"/>
    </inkml:context>
    <inkml:brush xml:id="br0">
      <inkml:brushProperty name="width" value="0.03969" units="cm"/>
      <inkml:brushProperty name="height" value="0.03969" units="cm"/>
      <inkml:brushProperty name="fitToCurve" value="1"/>
    </inkml:brush>
  </inkml:definitions>
  <inkml:trace contextRef="#ctx0" brushRef="#br0">22773 4590 533</inkml:trace>
</inkml:ink>
</file>

<file path=ppt/ink/ink43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936"/>
    </inkml:context>
    <inkml:brush xml:id="br0">
      <inkml:brushProperty name="width" value="0.03969" units="cm"/>
      <inkml:brushProperty name="height" value="0.03969" units="cm"/>
      <inkml:brushProperty name="fitToCurve" value="1"/>
    </inkml:brush>
  </inkml:definitions>
  <inkml:trace contextRef="#ctx0" brushRef="#br0">16805 908 232,'24'83'207</inkml:trace>
</inkml:ink>
</file>

<file path=ppt/ink/ink43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937"/>
    </inkml:context>
    <inkml:brush xml:id="br0">
      <inkml:brushProperty name="width" value="0.03969" units="cm"/>
      <inkml:brushProperty name="height" value="0.03969" units="cm"/>
      <inkml:brushProperty name="fitToCurve" value="1"/>
    </inkml:brush>
  </inkml:definitions>
  <inkml:trace contextRef="#ctx0" brushRef="#br0">16716 1184 271,'95'77'159,"-28"-26"-81,-115 23-74,-62-26 101,4 17 19,81 63-48,70-61-61,21-20-9,36 7-7,-30-28-4,5-10-1,10-6-10,18-3-47,-26-8-66</inkml:trace>
</inkml:ink>
</file>

<file path=ppt/ink/ink43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938"/>
    </inkml:context>
    <inkml:brush xml:id="br0">
      <inkml:brushProperty name="width" value="0.03969" units="cm"/>
      <inkml:brushProperty name="height" value="0.03969" units="cm"/>
      <inkml:brushProperty name="fitToCurve" value="1"/>
    </inkml:brush>
  </inkml:definitions>
  <inkml:trace contextRef="#ctx0" brushRef="#br0">16935 947 166,'79'0'246,"21"0"-88,-29 67-165,-161 25-32,8-30 52,-19 10 64,104 6 97,78-81-179,-1-13-16,-9-1-41,6-2-20</inkml:trace>
</inkml:ink>
</file>

<file path=ppt/ink/ink43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939"/>
    </inkml:context>
    <inkml:brush xml:id="br0">
      <inkml:brushProperty name="width" value="0.03969" units="cm"/>
      <inkml:brushProperty name="height" value="0.03969" units="cm"/>
      <inkml:brushProperty name="fitToCurve" value="1"/>
    </inkml:brush>
  </inkml:definitions>
  <inkml:trace contextRef="#ctx0" brushRef="#br0">17087 1230 136,'-73'55'274,"54"22"-251,-17 13-9,0-7-8,0 1-5,103-128 35,22-32 4,-2 21 21,19 73 121,-101 52-161,11-2-53,52-52-17,-1-36-32,0 20-545</inkml:trace>
</inkml:ink>
</file>

<file path=ppt/ink/ink43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940"/>
    </inkml:context>
    <inkml:brush xml:id="br0">
      <inkml:brushProperty name="width" value="0.03969" units="cm"/>
      <inkml:brushProperty name="height" value="0.03969" units="cm"/>
      <inkml:brushProperty name="fitToCurve" value="1"/>
    </inkml:brush>
  </inkml:definitions>
  <inkml:trace contextRef="#ctx0" brushRef="#br0">17629 662 159,'-6'96'303,"-28"28"-216,8-59-74,-19 38-29,-7-39-254</inkml:trace>
</inkml:ink>
</file>

<file path=ppt/ink/ink44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941"/>
    </inkml:context>
    <inkml:brush xml:id="br0">
      <inkml:brushProperty name="width" value="0.03969" units="cm"/>
      <inkml:brushProperty name="height" value="0.03969" units="cm"/>
      <inkml:brushProperty name="fitToCurve" value="1"/>
    </inkml:brush>
  </inkml:definitions>
  <inkml:trace contextRef="#ctx0" brushRef="#br0">17578 767 152,'87'-28'11,"-1"24"14,-53 84 77,-142 6 172,133-12-354</inkml:trace>
</inkml:ink>
</file>

<file path=ppt/ink/ink44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942"/>
    </inkml:context>
    <inkml:brush xml:id="br0">
      <inkml:brushProperty name="width" value="0.03969" units="cm"/>
      <inkml:brushProperty name="height" value="0.03969" units="cm"/>
      <inkml:brushProperty name="fitToCurve" value="1"/>
    </inkml:brush>
  </inkml:definitions>
  <inkml:trace contextRef="#ctx0" brushRef="#br0">17887 550 168,'-2'73'81,"-6"-4"-17,-10 23 32,-7 7-39,-4-2-43,-20 10-50</inkml:trace>
</inkml:ink>
</file>

<file path=ppt/ink/ink44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943"/>
    </inkml:context>
    <inkml:brush xml:id="br0">
      <inkml:brushProperty name="width" value="0.03969" units="cm"/>
      <inkml:brushProperty name="height" value="0.03969" units="cm"/>
      <inkml:brushProperty name="fitToCurve" value="1"/>
    </inkml:brush>
  </inkml:definitions>
  <inkml:trace contextRef="#ctx0" brushRef="#br0">17741 894 151,'59'-82'29,"26"19"102,14 58 229,-106 70-287,-13 0-23,12 7-1,-23-8-477</inkml:trace>
</inkml:ink>
</file>

<file path=ppt/ink/ink44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944"/>
    </inkml:context>
    <inkml:brush xml:id="br0">
      <inkml:brushProperty name="width" value="0.03969" units="cm"/>
      <inkml:brushProperty name="height" value="0.03969" units="cm"/>
      <inkml:brushProperty name="fitToCurve" value="1"/>
    </inkml:brush>
  </inkml:definitions>
  <inkml:trace contextRef="#ctx0" brushRef="#br0">17475 1067 182,'23'97'277,"-16"7"-217,-4-3-33,-18 27-83,-1-40-117</inkml:trace>
</inkml:ink>
</file>

<file path=ppt/ink/ink44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945"/>
    </inkml:context>
    <inkml:brush xml:id="br0">
      <inkml:brushProperty name="width" value="0.03969" units="cm"/>
      <inkml:brushProperty name="height" value="0.03969" units="cm"/>
      <inkml:brushProperty name="fitToCurve" value="1"/>
    </inkml:brush>
  </inkml:definitions>
  <inkml:trace contextRef="#ctx0" brushRef="#br0">17555 1121 136,'84'-37'0,"10"-2"9,2 3 40,-8 12 12,12 11 12,-46 78 58,-95 32 42,17-30-108,5 6-29,0 2-21,2-11-14,-3 17-4,-4-7-138</inkml:trace>
</inkml:ink>
</file>

<file path=ppt/ink/ink44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946"/>
    </inkml:context>
    <inkml:brush xml:id="br0">
      <inkml:brushProperty name="width" value="0.03969" units="cm"/>
      <inkml:brushProperty name="height" value="0.03969" units="cm"/>
      <inkml:brushProperty name="fitToCurve" value="1"/>
    </inkml:brush>
  </inkml:definitions>
  <inkml:trace contextRef="#ctx0" brushRef="#br0">17597 1207 212,'93'-45'114,"-15"31"57,4 53-29,-191 57-29,-11-15-36,195-58-91,14-19-56,-19 3-65,-155 88 302,-54-2-157,8-1-11,63-42-3,-1-8-28,144-52 143,17-17-109,-14 6-2,32-6-1,-5-3 0,-14 2-1,-11 1-24,-93-44-543</inkml:trace>
</inkml:ink>
</file>

<file path=ppt/ink/ink44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947"/>
    </inkml:context>
    <inkml:brush xml:id="br0">
      <inkml:brushProperty name="width" value="0.03969" units="cm"/>
      <inkml:brushProperty name="height" value="0.03969" units="cm"/>
      <inkml:brushProperty name="fitToCurve" value="1"/>
    </inkml:brush>
  </inkml:definitions>
  <inkml:trace contextRef="#ctx0" brushRef="#br0">17751 1386 136,'-48'75'8,"11"-11"14,-3 25 28,13-12-8,8 19-9,105-105-133,-31-55 70,-1-1 25,14-10 36,1 14 80,18 69 156,-73 68-202,-6 82 27,-8-72-55,-4-9-9,-2 27-10,2-23-14,3 22-15,6-24-34,13-11-240</inkml:trace>
</inkml:ink>
</file>

<file path=ppt/ink/ink44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948"/>
    </inkml:context>
    <inkml:brush xml:id="br0">
      <inkml:brushProperty name="width" value="0.03969" units="cm"/>
      <inkml:brushProperty name="height" value="0.03969" units="cm"/>
      <inkml:brushProperty name="fitToCurve" value="1"/>
    </inkml:brush>
  </inkml:definitions>
  <inkml:trace contextRef="#ctx0" brushRef="#br0">18639 883 138,'-84'0'292,"1"0"-314,-11 0 24,7 0 70,29 66 118,58-2-151,1 12-22,3-1-11,-8-11-4,-4 23-2,-1-2-4,1-6-4,1-4-36,2-7-38,2-3-20,2 34-102</inkml:trace>
</inkml:ink>
</file>

<file path=ppt/ink/ink44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949"/>
    </inkml:context>
    <inkml:brush xml:id="br0">
      <inkml:brushProperty name="width" value="0.03969" units="cm"/>
      <inkml:brushProperty name="height" value="0.03969" units="cm"/>
      <inkml:brushProperty name="fitToCurve" value="1"/>
    </inkml:brush>
  </inkml:definitions>
  <inkml:trace contextRef="#ctx0" brushRef="#br0">18265 1157 154,'62'-18'22,"24"-2"-8,-11 1 21,5 24 115,-63 77 118,-19-15-203,-4 5-33,0-7-24,-5 6-11,2 10-3,2-17-36,-6 5-95,-51-56-328</inkml:trace>
</inkml:ink>
</file>

<file path=ppt/ink/ink44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950"/>
    </inkml:context>
    <inkml:brush xml:id="br0">
      <inkml:brushProperty name="width" value="0.03969" units="cm"/>
      <inkml:brushProperty name="height" value="0.03969" units="cm"/>
      <inkml:brushProperty name="fitToCurve" value="1"/>
    </inkml:brush>
  </inkml:definitions>
  <inkml:trace contextRef="#ctx0" brushRef="#br0">18299 1320 188,'79'-55'0,"28"7"81,-34 35 54,-44 86 13,-88 39-69,11-46-26,-17 5-1,-46 34 30,45-41-56,165-125-39,38-58-48,-62 61-94</inkml:trace>
</inkml:ink>
</file>

<file path=ppt/ink/ink45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951"/>
    </inkml:context>
    <inkml:brush xml:id="br0">
      <inkml:brushProperty name="width" value="0.03969" units="cm"/>
      <inkml:brushProperty name="height" value="0.03969" units="cm"/>
      <inkml:brushProperty name="fitToCurve" value="1"/>
    </inkml:brush>
  </inkml:definitions>
  <inkml:trace contextRef="#ctx0" brushRef="#br0">18702 948 136,'-20'85'407,"-30"8"-386,57 7 10,99-27 23,-16 17-23,-42 43-21,-57-60 6,-40-9 35,-21-28 5,-21-17-21,3-26-22,53-135-6,95 60-6,18-1-2,100-60-3,-7 22-18,-73 51-16,-23 23-103</inkml:trace>
</inkml:ink>
</file>

<file path=ppt/ink/ink45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952"/>
    </inkml:context>
    <inkml:brush xml:id="br0">
      <inkml:brushProperty name="width" value="0.03969" units="cm"/>
      <inkml:brushProperty name="height" value="0.03969" units="cm"/>
      <inkml:brushProperty name="fitToCurve" value="1"/>
    </inkml:brush>
  </inkml:definitions>
  <inkml:trace contextRef="#ctx0" brushRef="#br0">21378 4498 533</inkml:trace>
</inkml:ink>
</file>

<file path=ppt/ink/ink45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953"/>
    </inkml:context>
    <inkml:brush xml:id="br0">
      <inkml:brushProperty name="width" value="0.03969" units="cm"/>
      <inkml:brushProperty name="height" value="0.03969" units="cm"/>
      <inkml:brushProperty name="fitToCurve" value="1"/>
    </inkml:brush>
  </inkml:definitions>
  <inkml:trace contextRef="#ctx0" brushRef="#br0">21312 991 533</inkml:trace>
</inkml:ink>
</file>

<file path=ppt/ink/ink45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954"/>
    </inkml:context>
    <inkml:brush xml:id="br0">
      <inkml:brushProperty name="width" value="0.03969" units="cm"/>
      <inkml:brushProperty name="height" value="0.03969" units="cm"/>
      <inkml:brushProperty name="fitToCurve" value="1"/>
    </inkml:brush>
  </inkml:definitions>
  <inkml:trace contextRef="#ctx0" brushRef="#br0">19485 666 136,'-51'127'666,"4"-58"-653,-44 47-2,201-103 22,-32-37-58,-79 100-21,-87 41 78,56-49-24,43 8-110,-4 0-6,-39 47 135,7-58 35,1 0-3,1 12-6,10-3-26,99-90-28,-47-50-42,2-18-87,-5 5-55,-7-11 6</inkml:trace>
</inkml:ink>
</file>

<file path=ppt/ink/ink45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955"/>
    </inkml:context>
    <inkml:brush xml:id="br0">
      <inkml:brushProperty name="width" value="0.03969" units="cm"/>
      <inkml:brushProperty name="height" value="0.03969" units="cm"/>
      <inkml:brushProperty name="fitToCurve" value="1"/>
    </inkml:brush>
  </inkml:definitions>
  <inkml:trace contextRef="#ctx0" brushRef="#br0">19510 945 322,'95'-26'136,"7"-11"62,21 9-404</inkml:trace>
</inkml:ink>
</file>

<file path=ppt/ink/ink45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956"/>
    </inkml:context>
    <inkml:brush xml:id="br0">
      <inkml:brushProperty name="width" value="0.03969" units="cm"/>
      <inkml:brushProperty name="height" value="0.03969" units="cm"/>
      <inkml:brushProperty name="fitToCurve" value="1"/>
    </inkml:brush>
  </inkml:definitions>
  <inkml:trace contextRef="#ctx0" brushRef="#br0">19699 655 149,'4'91'317,"-21"6"-295,-2 7-4,-4 1 5,3-8 95,169-90 70,-75 9-612</inkml:trace>
</inkml:ink>
</file>

<file path=ppt/ink/ink45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957"/>
    </inkml:context>
    <inkml:brush xml:id="br0">
      <inkml:brushProperty name="width" value="0.03969" units="cm"/>
      <inkml:brushProperty name="height" value="0.03969" units="cm"/>
      <inkml:brushProperty name="fitToCurve" value="1"/>
    </inkml:brush>
  </inkml:definitions>
  <inkml:trace contextRef="#ctx0" brushRef="#br0">19519 1183 199,'-8'79'108,"20"-13"80,78-80-178,12-36 1,-9 40 46,-118 125 145,-69 5-121,164-73-65,15-62-17,2-29-37,-16 35-385</inkml:trace>
</inkml:ink>
</file>

<file path=ppt/ink/ink45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958"/>
    </inkml:context>
    <inkml:brush xml:id="br0">
      <inkml:brushProperty name="width" value="0.03969" units="cm"/>
      <inkml:brushProperty name="height" value="0.03969" units="cm"/>
      <inkml:brushProperty name="fitToCurve" value="1"/>
    </inkml:brush>
  </inkml:definitions>
  <inkml:trace contextRef="#ctx0" brushRef="#br0">20251 655 136,'14'96'715,"0"-22"-703,-19 11-13,-10-5-25,-13 11-67,-6-22-114</inkml:trace>
</inkml:ink>
</file>

<file path=ppt/ink/ink45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959"/>
    </inkml:context>
    <inkml:brush xml:id="br0">
      <inkml:brushProperty name="width" value="0.03969" units="cm"/>
      <inkml:brushProperty name="height" value="0.03969" units="cm"/>
      <inkml:brushProperty name="fitToCurve" value="1"/>
    </inkml:brush>
  </inkml:definitions>
  <inkml:trace contextRef="#ctx0" brushRef="#br0">20114 910 136,'78'-56'81,"-11"9"-35,36-22 111,-7 28 53,30 36-61,-59 33-142,-52 108 67,-45-51-77,-2-4-34,-13-16-181,-31-15-163</inkml:trace>
</inkml:ink>
</file>

<file path=ppt/ink/ink45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960"/>
    </inkml:context>
    <inkml:brush xml:id="br0">
      <inkml:brushProperty name="width" value="0.03969" units="cm"/>
      <inkml:brushProperty name="height" value="0.03969" units="cm"/>
      <inkml:brushProperty name="fitToCurve" value="1"/>
    </inkml:brush>
  </inkml:definitions>
  <inkml:trace contextRef="#ctx0" brushRef="#br0">20296 848 221,'89'0'416,"28"55"-416,-208 25-24,-11-11 32,-3 7 32,135-12 152,64-78-186,5-4-10,-17-9-54,-12-37-268</inkml:trace>
</inkml:ink>
</file>

<file path=ppt/ink/ink46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961"/>
    </inkml:context>
    <inkml:brush xml:id="br0">
      <inkml:brushProperty name="width" value="0.03969" units="cm"/>
      <inkml:brushProperty name="height" value="0.03969" units="cm"/>
      <inkml:brushProperty name="fitToCurve" value="1"/>
    </inkml:brush>
  </inkml:definitions>
  <inkml:trace contextRef="#ctx0" brushRef="#br0">20637 842 136,'-71'83'223,"64"-10"-214,2-5 18,-5 66 84,-1-6 17,3-44-56,1 3-20,-3 7-19,2-19-29,-4 4-9,28-167-357,-8-4 232,-3-7 43,-1 15 57,-3 15 17,-95 73 634,38 64-568,-69 63-33,2-21-16,57-54-4,-2-28-439</inkml:trace>
</inkml:ink>
</file>

<file path=ppt/ink/ink46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962"/>
    </inkml:context>
    <inkml:brush xml:id="br0">
      <inkml:brushProperty name="width" value="0.03969" units="cm"/>
      <inkml:brushProperty name="height" value="0.03969" units="cm"/>
      <inkml:brushProperty name="fitToCurve" value="1"/>
    </inkml:brush>
  </inkml:definitions>
  <inkml:trace contextRef="#ctx0" brushRef="#br0">20394 1222 495,'85'98'239,"-11"-47"-160,-1-10-51,18 1-13,-11-11-20,-12 27-838</inkml:trace>
</inkml:ink>
</file>

<file path=ppt/ink/ink46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963"/>
    </inkml:context>
    <inkml:brush xml:id="br0">
      <inkml:brushProperty name="width" value="0.05953" units="cm"/>
      <inkml:brushProperty name="height" value="0.05953" units="cm"/>
      <inkml:brushProperty name="fitToCurve" value="1"/>
    </inkml:brush>
  </inkml:definitions>
  <inkml:trace contextRef="#ctx0" brushRef="#br0">14375 2569 882,'169'0'-10,"75"-16"9,-83 2 3,-15 2 0,91-5 1,-65 7-2,28-1 0,-23-1 1,28-3 0,4-2 0,14-3-1,-32 2-1,103-13 1,-115 15-2,18-2 0,-33 3 0,89 0-78,-124 9-46,-3 3-228</inkml:trace>
</inkml:ink>
</file>

<file path=ppt/ink/ink46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964"/>
    </inkml:context>
    <inkml:brush xml:id="br0">
      <inkml:brushProperty name="width" value="0.05953" units="cm"/>
      <inkml:brushProperty name="height" value="0.05953" units="cm"/>
      <inkml:brushProperty name="fitToCurve" value="1"/>
    </inkml:brush>
  </inkml:definitions>
  <inkml:trace contextRef="#ctx0" brushRef="#br0">23813 5941 533</inkml:trace>
</inkml:ink>
</file>

<file path=ppt/ink/ink46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965"/>
    </inkml:context>
    <inkml:brush xml:id="br0">
      <inkml:brushProperty name="width" value="0.05953" units="cm"/>
      <inkml:brushProperty name="height" value="0.05953" units="cm"/>
      <inkml:brushProperty name="fitToCurve" value="1"/>
    </inkml:brush>
  </inkml:definitions>
  <inkml:trace contextRef="#ctx0" brushRef="#br0">14952 3045 203,'-16'125'136,"-27"-5"-121,14-38-12,-27 61 5,24-59-3,-25 37 20,-7 13 48,32-55 72,244-45 44,-83-80-194,20-10-22,-23 5-9,-17 1-68,-50-56-374</inkml:trace>
</inkml:ink>
</file>

<file path=ppt/ink/ink46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966"/>
    </inkml:context>
    <inkml:brush xml:id="br0">
      <inkml:brushProperty name="width" value="0.05953" units="cm"/>
      <inkml:brushProperty name="height" value="0.05953" units="cm"/>
      <inkml:brushProperty name="fitToCurve" value="1"/>
    </inkml:brush>
  </inkml:definitions>
  <inkml:trace contextRef="#ctx0" brushRef="#br0">15160 3352 136,'-87'1'132,"22"99"-12,4 32-59,36-32-35,7-19-7,3 6-2,9 15-8,7 10-19,16-30-54,-25 0-378</inkml:trace>
</inkml:ink>
</file>

<file path=ppt/ink/ink46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967"/>
    </inkml:context>
    <inkml:brush xml:id="br0">
      <inkml:brushProperty name="width" value="0.05953" units="cm"/>
      <inkml:brushProperty name="height" value="0.05953" units="cm"/>
      <inkml:brushProperty name="fitToCurve" value="1"/>
    </inkml:brush>
  </inkml:definitions>
  <inkml:trace contextRef="#ctx0" brushRef="#br0">15411 3256 387,'33'113'92,"-38"-55"-438</inkml:trace>
</inkml:ink>
</file>

<file path=ppt/ink/ink46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968"/>
    </inkml:context>
    <inkml:brush xml:id="br0">
      <inkml:brushProperty name="width" value="0.05953" units="cm"/>
      <inkml:brushProperty name="height" value="0.05953" units="cm"/>
      <inkml:brushProperty name="fitToCurve" value="1"/>
    </inkml:brush>
  </inkml:definitions>
  <inkml:trace contextRef="#ctx0" brushRef="#br0">15389 3794 387,'47'-117'239,"15"69"-691</inkml:trace>
</inkml:ink>
</file>

<file path=ppt/ink/ink46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969"/>
    </inkml:context>
    <inkml:brush xml:id="br0">
      <inkml:brushProperty name="width" value="0.05953" units="cm"/>
      <inkml:brushProperty name="height" value="0.05953" units="cm"/>
      <inkml:brushProperty name="fitToCurve" value="1"/>
    </inkml:brush>
  </inkml:definitions>
  <inkml:trace contextRef="#ctx0" brushRef="#br0">15792 2778 205,'-29'115'270,"-28"41"-170,22-70-68,-2 12-4,17 2-13,136-138-10,-36-23 2,20-8 29,-2 9 32,21 22-13,-130 185-24,-52-12-35,-11-15-17,-5-17-24,-2-4-86,5-164-323,103-26 439,-19 202 348,-24-34-237,-12 19-43,-14 9-35,-8-11-15,-25 8-13,88-226-489,79 43 463,-10 34 32,7 18 20,0 25 42,10 28 93,19 56 118,22 104-45,-65-76-219,-54-33-111,1 1-639</inkml:trace>
</inkml:ink>
</file>

<file path=ppt/ink/ink46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970"/>
    </inkml:context>
    <inkml:brush xml:id="br0">
      <inkml:brushProperty name="width" value="0.05953" units="cm"/>
      <inkml:brushProperty name="height" value="0.05953" units="cm"/>
      <inkml:brushProperty name="fitToCurve" value="1"/>
    </inkml:brush>
  </inkml:definitions>
  <inkml:trace contextRef="#ctx0" brushRef="#br0">16337 3775 415</inkml:trace>
</inkml:ink>
</file>

<file path=ppt/ink/ink47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971"/>
    </inkml:context>
    <inkml:brush xml:id="br0">
      <inkml:brushProperty name="width" value="0.05953" units="cm"/>
      <inkml:brushProperty name="height" value="0.05953" units="cm"/>
      <inkml:brushProperty name="fitToCurve" value="1"/>
    </inkml:brush>
  </inkml:definitions>
  <inkml:trace contextRef="#ctx0" brushRef="#br0">24535 6369 533</inkml:trace>
</inkml:ink>
</file>

<file path=ppt/ink/ink47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972"/>
    </inkml:context>
    <inkml:brush xml:id="br0">
      <inkml:brushProperty name="width" value="0.05953" units="cm"/>
      <inkml:brushProperty name="height" value="0.05953" units="cm"/>
      <inkml:brushProperty name="fitToCurve" value="1"/>
    </inkml:brush>
  </inkml:definitions>
  <inkml:trace contextRef="#ctx0" brushRef="#br0">16574 3233 136</inkml:trace>
</inkml:ink>
</file>

<file path=ppt/ink/ink47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973"/>
    </inkml:context>
    <inkml:brush xml:id="br0">
      <inkml:brushProperty name="width" value="0.05953" units="cm"/>
      <inkml:brushProperty name="height" value="0.05953" units="cm"/>
      <inkml:brushProperty name="fitToCurve" value="1"/>
    </inkml:brush>
  </inkml:definitions>
  <inkml:trace contextRef="#ctx0" brushRef="#br0">16442 3154 248,'125'104'584,"-40"-6"-560,19 34-15,-18-24-9,-5-3-2,-56-30-104,2 0-643</inkml:trace>
</inkml:ink>
</file>

<file path=ppt/ink/ink47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974"/>
    </inkml:context>
    <inkml:brush xml:id="br0">
      <inkml:brushProperty name="width" value="0.05953" units="cm"/>
      <inkml:brushProperty name="height" value="0.05953" units="cm"/>
      <inkml:brushProperty name="fitToCurve" value="1"/>
    </inkml:brush>
  </inkml:definitions>
  <inkml:trace contextRef="#ctx0" brushRef="#br0">16854 3135 261,'-125'102'573,"53"20"-548,7 5-23,4 5-2,23-4-162,-22-44-193</inkml:trace>
</inkml:ink>
</file>

<file path=ppt/ink/ink47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975"/>
    </inkml:context>
    <inkml:brush xml:id="br0">
      <inkml:brushProperty name="width" value="0.05953" units="cm"/>
      <inkml:brushProperty name="height" value="0.05953" units="cm"/>
      <inkml:brushProperty name="fitToCurve" value="1"/>
    </inkml:brush>
  </inkml:definitions>
  <inkml:trace contextRef="#ctx0" brushRef="#br0">16947 3057 332,'169'9'480,"-36"25"-447,-60 76-23,-94 24-2,-42-11-3,-22 0 3,225-132-58,-51 32-127</inkml:trace>
</inkml:ink>
</file>

<file path=ppt/ink/ink47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976"/>
    </inkml:context>
    <inkml:brush xml:id="br0">
      <inkml:brushProperty name="width" value="0.05953" units="cm"/>
      <inkml:brushProperty name="height" value="0.05953" units="cm"/>
      <inkml:brushProperty name="fitToCurve" value="1"/>
    </inkml:brush>
  </inkml:definitions>
  <inkml:trace contextRef="#ctx0" brushRef="#br0">21005 16223 533</inkml:trace>
</inkml:ink>
</file>

<file path=ppt/ink/ink47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977"/>
    </inkml:context>
    <inkml:brush xml:id="br0">
      <inkml:brushProperty name="width" value="0.05953" units="cm"/>
      <inkml:brushProperty name="height" value="0.05953" units="cm"/>
      <inkml:brushProperty name="fitToCurve" value="1"/>
    </inkml:brush>
  </inkml:definitions>
  <inkml:trace contextRef="#ctx0" brushRef="#br0">15878 9028 165,'107'76'65,"39"-32"-25,50-5 5,-102-32-26,70-2 15,-72-9-19,74-9 8,-56 1-13,74-18 3,-86 13-8,72-23 2,-72 12-4,66-27 11,-82 22 2,48-25 22,-43 21-12,38-23 21,-19-1-2,8-24-6,-32 14-13,4-37-3,-36-19-9,-41 3-6,-53-6-2,-55 22-3,-2 49-5,-48 8-3,21 26-1,-23 6-1,-40 25 0,27 7 1,48 6 2,-68 14-1,19-3-10,-44 18-4,37 1-2,34-4 1,-19 21 1,49-11 7,28-7 3,-45 119 61,110-60-15,54 0-9,74 2-17,0-34-6,6-11 0,58 16 10,-21-22-4,-6-12-12,78 1-41,-27-17-23,-100-21 14,1 2-95,-17-2 7</inkml:trace>
</inkml:ink>
</file>

<file path=ppt/ink/ink47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978"/>
    </inkml:context>
    <inkml:brush xml:id="br0">
      <inkml:brushProperty name="width" value="0.05953" units="cm"/>
      <inkml:brushProperty name="height" value="0.05953" units="cm"/>
      <inkml:brushProperty name="fitToCurve" value="1"/>
    </inkml:brush>
  </inkml:definitions>
  <inkml:trace contextRef="#ctx0" brushRef="#br0">11839 8942 153,'81'9'-14,"15"-15"22,-14 7 0,36-5 4,-35 3-4,2-1-2,17-3 1,-4 3 1,18-1 1,-4-2-1,3-3 0,6 4 1,6 4-2,9-1-3,16-2 0,-13-1 3,2-1 2,-7 4 1,8-2-4,3 3-1,0-1 2,-7 1 3,6 0 2,-15 0 1,8-3 0,-54 1-5,20-1 0,-19 2-2,-4-2 0,18 0-2,-18 0-2,87-4-1,-86 3-1,-1 0 0,19-1-1,-18 0 1,-5 2-2,26-1 1,-16-4-1,0 3 2,14-1 0,-11 2 1,-6-1 2,26 0 0,-13-2 1,-4 2 1,31 0 0,-15-1 0,-11 0 0,30 1 1,-15-1-1,59-3 3,29 1 0,-9 1 1,-114 4-6,51-2 4,72 0 5,-113 3-8,60 1 2,-69 1-4,56 1 2,-48 1 0,68-1 5,-72 1-4,64-2 7,-42-2-6,68 2 6,-80 2-5,65-5 2,-49 0-4,65 0 3,-73 2-3,75-2 5,-56 0-4,74-4 12,-92 4 6,75-3 22,-50 5-21,71-4 17,-35 1-6,44 0-9,-40 2-13,-27-2-4,45 1 1,-41 0-1,53 1 3,-18-3-7,-24 1-8,12 0-6,-28-6-14,-50 34-154</inkml:trace>
</inkml:ink>
</file>

<file path=ppt/ink/ink47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979"/>
    </inkml:context>
    <inkml:brush xml:id="br0">
      <inkml:brushProperty name="width" value="0.05953" units="cm"/>
      <inkml:brushProperty name="height" value="0.05953" units="cm"/>
      <inkml:brushProperty name="fitToCurve" value="1"/>
    </inkml:brush>
  </inkml:definitions>
  <inkml:trace contextRef="#ctx0" brushRef="#br0">24753 11058 533,'-88'28'336</inkml:trace>
</inkml:ink>
</file>

<file path=ppt/ink/ink47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980"/>
    </inkml:context>
    <inkml:brush xml:id="br0">
      <inkml:brushProperty name="width" value="0.05953" units="cm"/>
      <inkml:brushProperty name="height" value="0.05953" units="cm"/>
      <inkml:brushProperty name="fitToCurve" value="1"/>
    </inkml:brush>
  </inkml:definitions>
  <inkml:trace contextRef="#ctx0" brushRef="#br0">18185 6018 221,'-43'111'233,"-49"62"-93,54-89-109,-10 17-7,-19 33-7,-3 2-26,2-11-33,-3 0-35,4-9-33,-11 15-16,26-47-11</inkml:trace>
</inkml:ink>
</file>

<file path=ppt/ink/ink48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981"/>
    </inkml:context>
    <inkml:brush xml:id="br0">
      <inkml:brushProperty name="width" value="0.05953" units="cm"/>
      <inkml:brushProperty name="height" value="0.05953" units="cm"/>
      <inkml:brushProperty name="fitToCurve" value="1"/>
    </inkml:brush>
  </inkml:definitions>
  <inkml:trace contextRef="#ctx0" brushRef="#br0">17528 6681 138,'-51'111'266,"14"-16"-207,8-6-15,3-3-13,-3 16-4,9-18-2,-1 27 27,17 12 37,65-12 13,99-158-74,-12-77-28,-50 33-9,59-69-16,-21 15-22,-10 11-145,-56 58-99</inkml:trace>
</inkml:ink>
</file>

<file path=ppt/ink/ink48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982"/>
    </inkml:context>
    <inkml:brush xml:id="br0">
      <inkml:brushProperty name="width" value="0.05953" units="cm"/>
      <inkml:brushProperty name="height" value="0.05953" units="cm"/>
      <inkml:brushProperty name="fitToCurve" value="1"/>
    </inkml:brush>
  </inkml:definitions>
  <inkml:trace contextRef="#ctx0" brushRef="#br0">19101 5300 232,'-103'-42'112,"-57"73"-93,50 14-29,-10 35-19,83 19 15,104-20 14,45 1 58,4-17 14,-1 47 37,-180-19 54,-55-33-86,-16-31-57,-7-35-5,69-105-193,142 14-94</inkml:trace>
</inkml:ink>
</file>

<file path=ppt/ink/ink48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983"/>
    </inkml:context>
    <inkml:brush xml:id="br0">
      <inkml:brushProperty name="width" value="0.05953" units="cm"/>
      <inkml:brushProperty name="height" value="0.05953" units="cm"/>
      <inkml:brushProperty name="fitToCurve" value="1"/>
    </inkml:brush>
  </inkml:definitions>
  <inkml:trace contextRef="#ctx0" brushRef="#br0">19229 5288 180,'-48'92'285,"-24"48"-88,45-31-109,45 15-15,111-131-55,-35-113-12,-54-2-1,-99-13-2,-69 107-1,-19 56-41,73-37-63,2 0-606</inkml:trace>
</inkml:ink>
</file>

<file path=ppt/ink/ink48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984"/>
    </inkml:context>
    <inkml:brush xml:id="br0">
      <inkml:brushProperty name="width" value="0.05953" units="cm"/>
      <inkml:brushProperty name="height" value="0.05953" units="cm"/>
      <inkml:brushProperty name="fitToCurve" value="1"/>
    </inkml:brush>
  </inkml:definitions>
  <inkml:trace contextRef="#ctx0" brushRef="#br0">19563 4860 182,'4'103'229,"-14"72"-134,0-91-61,-5 3 14,-9 16 3,0 38 18,4-12-19,7-2-29,21 0-106,-31-41-151</inkml:trace>
</inkml:ink>
</file>

<file path=ppt/ink/ink48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985"/>
    </inkml:context>
    <inkml:brush xml:id="br0">
      <inkml:brushProperty name="width" value="0.05953" units="cm"/>
      <inkml:brushProperty name="height" value="0.05953" units="cm"/>
      <inkml:brushProperty name="fitToCurve" value="1"/>
    </inkml:brush>
  </inkml:definitions>
  <inkml:trace contextRef="#ctx0" brushRef="#br0">19619 5317 136,'93'-40'149,"21"88"155,-90 49-150,-98 11-107,-41-6-27,5-22-8,-10-21-115,40-47-51</inkml:trace>
</inkml:ink>
</file>

<file path=ppt/ink/ink48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986"/>
    </inkml:context>
    <inkml:brush xml:id="br0">
      <inkml:brushProperty name="width" value="0.05953" units="cm"/>
      <inkml:brushProperty name="height" value="0.05953" units="cm"/>
      <inkml:brushProperty name="fitToCurve" value="1"/>
    </inkml:brush>
  </inkml:definitions>
  <inkml:trace contextRef="#ctx0" brushRef="#br0">19741 5611 136,'83'-32'13,"28"-16"27,-24 13 24,37-24 130,22-42-14,-148-6-132,-115 89-23,1 59 1,33 47 6,24 44-7,45 0 7,72 3 7,90-114-69,-33-87-111,-23-14-54,16-46-53</inkml:trace>
</inkml:ink>
</file>

<file path=ppt/ink/ink48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987"/>
    </inkml:context>
    <inkml:brush xml:id="br0">
      <inkml:brushProperty name="width" value="0.05953" units="cm"/>
      <inkml:brushProperty name="height" value="0.05953" units="cm"/>
      <inkml:brushProperty name="fitToCurve" value="1"/>
    </inkml:brush>
  </inkml:definitions>
  <inkml:trace contextRef="#ctx0" brushRef="#br0">20574 4864 136,'41'84'401,"-60"30"-310,-5 4-21,-3-8-10,-12 54-13,10-34-15,-4 41-7,18-30-13,35-3-1,125-110-6,-30-105-6,-14-15 0,24-29-1,-21 23 1,11-13-1,-3-18-4,-25 25-13,-5 55-165</inkml:trace>
</inkml:ink>
</file>

<file path=ppt/ink/ink48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988"/>
    </inkml:context>
    <inkml:brush xml:id="br0">
      <inkml:brushProperty name="width" value="0.05953" units="cm"/>
      <inkml:brushProperty name="height" value="0.05953" units="cm"/>
      <inkml:brushProperty name="fitToCurve" value="1"/>
    </inkml:brush>
  </inkml:definitions>
  <inkml:trace contextRef="#ctx0" brushRef="#br0">19171 6232 242,'0'104'54,"0"27"21,18-10-98,-97-205-189,0 52 212,144-53 122,56 40-33,11 16-29,-53 21-11,23 1 16,-9 6 1,24 14 23,-120 98 1,-126-34-64,0-4-11,-10 10-9,20-6-5,28-51-175</inkml:trace>
</inkml:ink>
</file>

<file path=ppt/ink/ink48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989"/>
    </inkml:context>
    <inkml:brush xml:id="br0">
      <inkml:brushProperty name="width" value="0.05953" units="cm"/>
      <inkml:brushProperty name="height" value="0.05953" units="cm"/>
      <inkml:brushProperty name="fitToCurve" value="1"/>
    </inkml:brush>
  </inkml:definitions>
  <inkml:trace contextRef="#ctx0" brushRef="#br0">19490 5925 151,'0'75'119,"-3"1"-41,-5 12 5,-5 12 7,-5 60 7,4-26-23,2-15-24,1 6-12,-3 23-1,2-13-14,1 1-2,4 8-14,-22-71-114,0 1-646</inkml:trace>
</inkml:ink>
</file>

<file path=ppt/ink/ink48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990"/>
    </inkml:context>
    <inkml:brush xml:id="br0">
      <inkml:brushProperty name="width" value="0.05953" units="cm"/>
      <inkml:brushProperty name="height" value="0.05953" units="cm"/>
      <inkml:brushProperty name="fitToCurve" value="1"/>
    </inkml:brush>
  </inkml:definitions>
  <inkml:trace contextRef="#ctx0" brushRef="#br0">19918 6299 290,'-49'140'380,"15"-42"-282,-2 26-73,-22-41-294</inkml:trace>
</inkml:ink>
</file>

<file path=ppt/ink/ink49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991"/>
    </inkml:context>
    <inkml:brush xml:id="br0">
      <inkml:brushProperty name="width" value="0.05953" units="cm"/>
      <inkml:brushProperty name="height" value="0.05953" units="cm"/>
      <inkml:brushProperty name="fitToCurve" value="1"/>
    </inkml:brush>
  </inkml:definitions>
  <inkml:trace contextRef="#ctx0" brushRef="#br0">20056 6414 136,'36'109'641,"30"-5"-635,58-93 6,-92-130-7,-3-7-2,2 7 0,81 179 56,-107 90-55,46-22-23,-47-51-86,0 1-632</inkml:trace>
</inkml:ink>
</file>

<file path=ppt/ink/ink49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992"/>
    </inkml:context>
    <inkml:brush xml:id="br0">
      <inkml:brushProperty name="width" value="0.05953" units="cm"/>
      <inkml:brushProperty name="height" value="0.05953" units="cm"/>
      <inkml:brushProperty name="fitToCurve" value="1"/>
    </inkml:brush>
  </inkml:definitions>
  <inkml:trace contextRef="#ctx0" brushRef="#br0">22489 2590 533</inkml:trace>
</inkml:ink>
</file>

<file path=ppt/ink/ink49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993"/>
    </inkml:context>
    <inkml:brush xml:id="br0">
      <inkml:brushProperty name="width" value="0.05953" units="cm"/>
      <inkml:brushProperty name="height" value="0.05953" units="cm"/>
      <inkml:brushProperty name="fitToCurve" value="1"/>
    </inkml:brush>
  </inkml:definitions>
  <inkml:trace contextRef="#ctx0" brushRef="#br0">22031 10832 533</inkml:trace>
</inkml:ink>
</file>

<file path=ppt/ink/ink49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994"/>
    </inkml:context>
    <inkml:brush xml:id="br0">
      <inkml:brushProperty name="width" value="0.05953" units="cm"/>
      <inkml:brushProperty name="height" value="0.05953" units="cm"/>
      <inkml:brushProperty name="fitToCurve" value="1"/>
    </inkml:brush>
  </inkml:definitions>
  <inkml:trace contextRef="#ctx0" brushRef="#br0">20930 6138 533</inkml:trace>
</inkml:ink>
</file>

<file path=ppt/ink/ink49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995"/>
    </inkml:context>
    <inkml:brush xml:id="br0">
      <inkml:brushProperty name="width" value="0.05953" units="cm"/>
      <inkml:brushProperty name="height" value="0.05953" units="cm"/>
      <inkml:brushProperty name="fitToCurve" value="1"/>
    </inkml:brush>
  </inkml:definitions>
  <inkml:trace contextRef="#ctx0" brushRef="#br0">20869 6346 185,'46'-11'89,"-5"-1"-37,42-10 48,-38 10-61,22-9 2,-23 7-20,22-3 15,18 0 19,6 4 0,-28 6-13,-6 6-14,12 9-1,-16 37 1,-52 28 6,-19-13-21,-6 6-4,-5 7-3,-8 6-3,6-22 0,-9 1 0,-13-13-1,-21-64-2,15-28-14,4 1-71,4 2-158,-15-15-3,28 22 82</inkml:trace>
</inkml:ink>
</file>

<file path=ppt/ink/ink49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996"/>
    </inkml:context>
    <inkml:brush xml:id="br0">
      <inkml:brushProperty name="width" value="0.05953" units="cm"/>
      <inkml:brushProperty name="height" value="0.05953" units="cm"/>
      <inkml:brushProperty name="fitToCurve" value="1"/>
    </inkml:brush>
  </inkml:definitions>
  <inkml:trace contextRef="#ctx0" brushRef="#br0">21369 5907 234,'2'48'193,"-11"5"-116,-2-10-32,-14 36-1,-1-14-9,-2 9-6,11-27-15,-19 45 23,2-12-7,0-3-4,-7 2-2,8-19-7,-4 1-8,-13 15-4,-2-5-18,2-17-41,-1-15-166,10-24-164</inkml:trace>
</inkml:ink>
</file>

<file path=ppt/ink/ink49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997"/>
    </inkml:context>
    <inkml:brush xml:id="br0">
      <inkml:brushProperty name="width" value="0.05953" units="cm"/>
      <inkml:brushProperty name="height" value="0.05953" units="cm"/>
      <inkml:brushProperty name="fitToCurve" value="1"/>
    </inkml:brush>
  </inkml:definitions>
  <inkml:trace contextRef="#ctx0" brushRef="#br0">20848 6104 161,'31'-7'142,"13"23"32,-8 2-103,-3 3-49,-8 9-587</inkml:trace>
</inkml:ink>
</file>

<file path=ppt/ink/ink49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998"/>
    </inkml:context>
    <inkml:brush xml:id="br0">
      <inkml:brushProperty name="width" value="0.05953" units="cm"/>
      <inkml:brushProperty name="height" value="0.05953" units="cm"/>
      <inkml:brushProperty name="fitToCurve" value="1"/>
    </inkml:brush>
  </inkml:definitions>
  <inkml:trace contextRef="#ctx0" brushRef="#br0">21194 6362 261,'63'13'357,"-21"14"-268,10-3-65,4-6-195,-16 12-384</inkml:trace>
</inkml:ink>
</file>

<file path=ppt/ink/ink49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999"/>
    </inkml:context>
    <inkml:brush xml:id="br0">
      <inkml:brushProperty name="width" value="0.05953" units="cm"/>
      <inkml:brushProperty name="height" value="0.05953" units="cm"/>
      <inkml:brushProperty name="fitToCurve" value="1"/>
    </inkml:brush>
  </inkml:definitions>
  <inkml:trace contextRef="#ctx0" brushRef="#br0">21814 6117 226,'61'-23'155,"14"1"-62,-23 9-9,17 1-3,-2 8-14,-1 11 12,-12 20-31,-32 54-28,-46-16-18,-9-6-2,-28 27 1,9-23 2,-7 12 0,18-22 0,-7 20 1,24-7 2,88-40 0,2-43-5,48-37-1,-41 19 0,-9 3-2,40-17-1,-41 21 0,14-5-1,-13 4-85,-4 2-82,-12 6-199</inkml:trace>
</inkml:ink>
</file>

<file path=ppt/ink/ink49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
    </inkml:context>
    <inkml:brush xml:id="br0">
      <inkml:brushProperty name="width" value="0.05953" units="cm"/>
      <inkml:brushProperty name="height" value="0.05953" units="cm"/>
      <inkml:brushProperty name="fitToCurve" value="1"/>
    </inkml:brush>
  </inkml:definitions>
  <inkml:trace contextRef="#ctx0" brushRef="#br0">7105 2301 165,'128'-88'708,"39"67"-709,-25-6 2,52-31 0,-25 10-1,-36 5-4,5-2-3,-10-4-30,-50 46-65,0-1-614</inkml:trace>
</inkml:ink>
</file>

<file path=ppt/ink/ink50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001"/>
    </inkml:context>
    <inkml:brush xml:id="br0">
      <inkml:brushProperty name="width" value="0.05953" units="cm"/>
      <inkml:brushProperty name="height" value="0.05953" units="cm"/>
      <inkml:brushProperty name="fitToCurve" value="1"/>
    </inkml:brush>
  </inkml:definitions>
  <inkml:trace contextRef="#ctx0" brushRef="#br0">7315 1802 157,'22'75'271,"-8"1"-200,2 14-14,5 19-21,13-5-53,10-22-221</inkml:trace>
</inkml:ink>
</file>

<file path=ppt/ink/ink50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002"/>
    </inkml:context>
    <inkml:brush xml:id="br0">
      <inkml:brushProperty name="width" value="0.05953" units="cm"/>
      <inkml:brushProperty name="height" value="0.05953" units="cm"/>
      <inkml:brushProperty name="fitToCurve" value="1"/>
    </inkml:brush>
  </inkml:definitions>
  <inkml:trace contextRef="#ctx0" brushRef="#br0">7742 1713 158,'0'76'38,"0"13"-5,8 7 13,17 0-39,55-42-106,11-120 61,-31-11 30,-19-10 28,-154 197 148,26 8-137,-1 2-38,-1-13-55,-25-23-28,37-132 101,-30 173 143,37 2-94,-9 14-31,176-169 108,-10-38-88,21-10-5,15-10-8,17-14-6,-21 22-24,-14 16-23,2 14-26,-159 172-15,-11-41 48,-77 69-84,19-48-57,16-25 51,13-14 40,-13 16 43,185-113 234,72-74-194,-65 43-14,60-30 11,-67 47-9,78-11 33,-104 141 21,-93 23 35,-36-12-34,-33-35-48,-12-122-58,76-65-94,51 22 42,46 182 137,-30 53-15,-7 7 6,0 4 9,-7-30-7,9 31 7,-10-26-27,0 12-8,-6-5-4,-7 5 3,-27-45-179</inkml:trace>
</inkml:ink>
</file>

<file path=ppt/ink/ink50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003"/>
    </inkml:context>
    <inkml:brush xml:id="br0">
      <inkml:brushProperty name="width" value="0.05953" units="cm"/>
      <inkml:brushProperty name="height" value="0.05953" units="cm"/>
      <inkml:brushProperty name="fitToCurve" value="1"/>
    </inkml:brush>
  </inkml:definitions>
  <inkml:trace contextRef="#ctx0" brushRef="#br0">8547 1707 515,'48'74'212,"-28"-17"-578</inkml:trace>
</inkml:ink>
</file>

<file path=ppt/ink/ink50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004"/>
    </inkml:context>
    <inkml:brush xml:id="br0">
      <inkml:brushProperty name="width" value="0.05953" units="cm"/>
      <inkml:brushProperty name="height" value="0.05953" units="cm"/>
      <inkml:brushProperty name="fitToCurve" value="1"/>
    </inkml:brush>
  </inkml:definitions>
  <inkml:trace contextRef="#ctx0" brushRef="#br0">8398 2085 461,'180'-67'382,"-35"19"-365,-6 8-15,-57 43-108,-1 1-642</inkml:trace>
</inkml:ink>
</file>

<file path=ppt/ink/ink50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005"/>
    </inkml:context>
    <inkml:brush xml:id="br0">
      <inkml:brushProperty name="width" value="0.05953" units="cm"/>
      <inkml:brushProperty name="height" value="0.05953" units="cm"/>
      <inkml:brushProperty name="fitToCurve" value="1"/>
    </inkml:brush>
  </inkml:definitions>
  <inkml:trace contextRef="#ctx0" brushRef="#br0">8757 1975 175,'-58'99'186,"31"63"33,9-43-144,4-18-20,-13 52 0,-4-29-34,-6 30-15,2-35-26,2 10-52,1-21-3,64-210-228,11-20 228,-5 26 20,14-4 20,-8 24 27,20-22 18,21-10 37,-5 32 8,19 5 44,-20 43-12,12 15 53,13 41-23,-29 59-16,-56 42-59,-61 16-27,-26-28-12,-28-12 0,-29-30-5,47-58-106,-2 1-642</inkml:trace>
</inkml:ink>
</file>

<file path=ppt/ink/ink50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006"/>
    </inkml:context>
    <inkml:brush xml:id="br0">
      <inkml:brushProperty name="width" value="0.05953" units="cm"/>
      <inkml:brushProperty name="height" value="0.05953" units="cm"/>
      <inkml:brushProperty name="fitToCurve" value="1"/>
    </inkml:brush>
  </inkml:definitions>
  <inkml:trace contextRef="#ctx0" brushRef="#br0">10342 1536 428,'-169'93'361,"40"-66"-360,-31-39-12,31-8 8,4 20 15,-7 67 25,90 73-15,70 40-17,-1-34-4,1 20 0,-8 26-2,-9-55-4,-3 32-4,-15-11-104,-1-40-101,7-36-200</inkml:trace>
</inkml:ink>
</file>

<file path=ppt/ink/ink50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007"/>
    </inkml:context>
    <inkml:brush xml:id="br0">
      <inkml:brushProperty name="width" value="0.05953" units="cm"/>
      <inkml:brushProperty name="height" value="0.05953" units="cm"/>
      <inkml:brushProperty name="fitToCurve" value="1"/>
    </inkml:brush>
  </inkml:definitions>
  <inkml:trace contextRef="#ctx0" brushRef="#br0">9542 2431 136,'12'-82'0,"41"-22"15,23 6 20,38-2 28,-9 30 5,33 5 67,-41 39-4,-6 30-14,29 53-31,-40 51-43,-37 45-21,-22-18-15,-10 11 0,-12-10-3,-15 7 0,-24 3 0,-50-40-4,-43-138-14,22-59-88,59 8-157</inkml:trace>
</inkml:ink>
</file>

<file path=ppt/ink/ink50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008"/>
    </inkml:context>
    <inkml:brush xml:id="br0">
      <inkml:brushProperty name="width" value="0.05953" units="cm"/>
      <inkml:brushProperty name="height" value="0.05953" units="cm"/>
      <inkml:brushProperty name="fitToCurve" value="1"/>
    </inkml:brush>
  </inkml:definitions>
  <inkml:trace contextRef="#ctx0" brushRef="#br0">9786 2108 250,'-26'101'174,"7"-13"-81,4 9-47,11-4-12,23 1-46,-31-19-187</inkml:trace>
</inkml:ink>
</file>

<file path=ppt/ink/ink50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009"/>
    </inkml:context>
    <inkml:brush xml:id="br0">
      <inkml:brushProperty name="width" value="0.05953" units="cm"/>
      <inkml:brushProperty name="height" value="0.05953" units="cm"/>
      <inkml:brushProperty name="fitToCurve" value="1"/>
    </inkml:brush>
  </inkml:definitions>
  <inkml:trace contextRef="#ctx0" brushRef="#br0">9817 2215 136,'111'-34'225,"52"38"31,-67 23-168,-165 90 12,-18-12-56,18 29-37,213-102-11,-14-84-29,22-4-39,-11 11-116,-55 23-83</inkml:trace>
</inkml:ink>
</file>

<file path=ppt/ink/ink50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010"/>
    </inkml:context>
    <inkml:brush xml:id="br0">
      <inkml:brushProperty name="width" value="0.05953" units="cm"/>
      <inkml:brushProperty name="height" value="0.05953" units="cm"/>
      <inkml:brushProperty name="fitToCurve" value="1"/>
    </inkml:brush>
  </inkml:definitions>
  <inkml:trace contextRef="#ctx0" brushRef="#br0">10754 2357 136,'66'10'22</inkml:trace>
</inkml:ink>
</file>

<file path=ppt/ink/ink51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011"/>
    </inkml:context>
    <inkml:brush xml:id="br0">
      <inkml:brushProperty name="width" value="0.05953" units="cm"/>
      <inkml:brushProperty name="height" value="0.05953" units="cm"/>
      <inkml:brushProperty name="fitToCurve" value="1"/>
    </inkml:brush>
  </inkml:definitions>
  <inkml:trace contextRef="#ctx0" brushRef="#br0">7348 4278 148</inkml:trace>
</inkml:ink>
</file>

<file path=ppt/ink/ink51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012"/>
    </inkml:context>
    <inkml:brush xml:id="br0">
      <inkml:brushProperty name="width" value="0.05953" units="cm"/>
      <inkml:brushProperty name="height" value="0.05953" units="cm"/>
      <inkml:brushProperty name="fitToCurve" value="1"/>
    </inkml:brush>
  </inkml:definitions>
  <inkml:trace contextRef="#ctx0" brushRef="#br0">5283 5249 680,'181'12'-45,"-58"-12"35,34-21 10,-6-9 4,-43-7 8,68-34 24,33-32 10,-94 37-23,52-38 15,-34 12-10,2-18-10,-38 19-10,-1-18-3,-1-32 1,-37-16 3,-62 23-2,-80-15-1,-41 9-2,20 52-3,-42 1 0,21 29-2,-22 25 0,-41 25-1,18 23 0,-73 44 0,67-2 0,3 31 0,48-6 1,-19 57-1,65-16 1,24 25-1,44 65 0,91-13-8,28-55-87,-28-49-119,-47-12-170</inkml:trace>
</inkml:ink>
</file>

<file path=ppt/ink/ink51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013"/>
    </inkml:context>
    <inkml:brush xml:id="br0">
      <inkml:brushProperty name="width" value="0.05953" units="cm"/>
      <inkml:brushProperty name="height" value="0.05953" units="cm"/>
      <inkml:brushProperty name="fitToCurve" value="1"/>
    </inkml:brush>
  </inkml:definitions>
  <inkml:trace contextRef="#ctx0" brushRef="#br0">16834 14000 533</inkml:trace>
</inkml:ink>
</file>

<file path=ppt/ink/ink51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014"/>
    </inkml:context>
    <inkml:brush xml:id="br0">
      <inkml:brushProperty name="width" value="0.05953" units="cm"/>
      <inkml:brushProperty name="height" value="0.05953" units="cm"/>
      <inkml:brushProperty name="fitToCurve" value="1"/>
    </inkml:brush>
  </inkml:definitions>
  <inkml:trace contextRef="#ctx0" brushRef="#br0">2496 7322 171,'81'-71'279,"0"12"-193,18-10 18,-10 0-18,23-44-36,-11-20-39,-41-4-20,-55 8-3,-57 7-8,-45 49-8,-37 97-20,56 59 19,45 12 14,31 27 7,36 22 1,-2-55 3,29 43-3,-10-28 1,2-3-2,2 10-1,-21-21 2,-26 11 73,-53-3 47,-42-16-24,-55-34-58,-24-70-25,67-94-11,126-26-2,66 0-2,25 16-11,-14 31-28,35-26-48,-54 47-112,-1 40-270</inkml:trace>
</inkml:ink>
</file>

<file path=ppt/ink/ink51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015"/>
    </inkml:context>
    <inkml:brush xml:id="br0">
      <inkml:brushProperty name="width" value="0.05953" units="cm"/>
      <inkml:brushProperty name="height" value="0.05953" units="cm"/>
      <inkml:brushProperty name="fitToCurve" value="1"/>
    </inkml:brush>
  </inkml:definitions>
  <inkml:trace contextRef="#ctx0" brushRef="#br0">3370 6434 137,'111'58'656,"-82"1"-826</inkml:trace>
</inkml:ink>
</file>

<file path=ppt/ink/ink51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016"/>
    </inkml:context>
    <inkml:brush xml:id="br0">
      <inkml:brushProperty name="width" value="0.05953" units="cm"/>
      <inkml:brushProperty name="height" value="0.05953" units="cm"/>
      <inkml:brushProperty name="fitToCurve" value="1"/>
    </inkml:brush>
  </inkml:definitions>
  <inkml:trace contextRef="#ctx0" brushRef="#br0">3396 6595 474,'114'146'265,"-71"-37"-236,-101 5-3,-47-32 27,3 11-33,107 56-11,94-47-5,30-7 0,11-25-3,-10-14 0,21-16 0,-8-8-1,25-10-5,-18-74-60,-131-75-475</inkml:trace>
</inkml:ink>
</file>

<file path=ppt/ink/ink51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017"/>
    </inkml:context>
    <inkml:brush xml:id="br0">
      <inkml:brushProperty name="width" value="0.05953" units="cm"/>
      <inkml:brushProperty name="height" value="0.05953" units="cm"/>
      <inkml:brushProperty name="fitToCurve" value="1"/>
    </inkml:brush>
  </inkml:definitions>
  <inkml:trace contextRef="#ctx0" brushRef="#br0">3793 6208 228,'-15'143'427,"-16"-37"-341,-10 17-55,4-3-33,0 7-95,-22-45-245</inkml:trace>
</inkml:ink>
</file>

<file path=ppt/ink/ink51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018"/>
    </inkml:context>
    <inkml:brush xml:id="br0">
      <inkml:brushProperty name="width" value="0.05953" units="cm"/>
      <inkml:brushProperty name="height" value="0.05953" units="cm"/>
      <inkml:brushProperty name="fitToCurve" value="1"/>
    </inkml:brush>
  </inkml:definitions>
  <inkml:trace contextRef="#ctx0" brushRef="#br0">3721 6635 279,'136'-12'320,"-42"-13"-284,-8-30-114,-4 34-204</inkml:trace>
</inkml:ink>
</file>

<file path=ppt/ink/ink51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019"/>
    </inkml:context>
    <inkml:brush xml:id="br0">
      <inkml:brushProperty name="width" value="0.05953" units="cm"/>
      <inkml:brushProperty name="height" value="0.05953" units="cm"/>
      <inkml:brushProperty name="fitToCurve" value="1"/>
    </inkml:brush>
  </inkml:definitions>
  <inkml:trace contextRef="#ctx0" brushRef="#br0">4004 6308 136,'-24'79'61,"26"11"85,8 63 28,-12-51-142,-17 7-25,-14-12-6,-32-17 46,-23-13 93,-10 7-40,206-154-139,-1-5-55,-7 4 18,-22 17-99,-158 185 13,5-12 190,-20 21 7,10-17-26,2-19-83,132-193-30,42-19 80,10 22 16,7 44 18,-31 82 55,-18 50 84,2 92 146,-23-61-151,48-13-88,21-217-58,-26-15-4,1-24-18,7-3-62,4 9-31,-9 19 2,-37 58-94</inkml:trace>
</inkml:ink>
</file>

<file path=ppt/ink/ink51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020"/>
    </inkml:context>
    <inkml:brush xml:id="br0">
      <inkml:brushProperty name="width" value="0.05953" units="cm"/>
      <inkml:brushProperty name="height" value="0.05953" units="cm"/>
      <inkml:brushProperty name="fitToCurve" value="1"/>
    </inkml:brush>
  </inkml:definitions>
  <inkml:trace contextRef="#ctx0" brushRef="#br0">5024 6150 345,'0'91'99,"0"3"-33,0 67 29,0-45-51,0 39 37,3-4-21,19 70-26,-2-61-22,-42-85-116,2 1-620</inkml:trace>
</inkml:ink>
</file>

<file path=ppt/ink/ink52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021"/>
    </inkml:context>
    <inkml:brush xml:id="br0">
      <inkml:brushProperty name="width" value="0.05953" units="cm"/>
      <inkml:brushProperty name="height" value="0.05953" units="cm"/>
      <inkml:brushProperty name="fitToCurve" value="1"/>
    </inkml:brush>
  </inkml:definitions>
  <inkml:trace contextRef="#ctx0" brushRef="#br0">14950 8594 470,'-112'145'203,"44"-38"-172,-14 11 11,-6 10-44,0 2-66,30-36-140</inkml:trace>
</inkml:ink>
</file>

<file path=ppt/ink/ink52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022"/>
    </inkml:context>
    <inkml:brush xml:id="br0">
      <inkml:brushProperty name="width" value="0.05953" units="cm"/>
      <inkml:brushProperty name="height" value="0.05953" units="cm"/>
      <inkml:brushProperty name="fitToCurve" value="1"/>
    </inkml:brush>
  </inkml:definitions>
  <inkml:trace contextRef="#ctx0" brushRef="#br0">14704 8896 151,'2'79'14,"-4"39"56,-13 66 76,-11 8 29,10-65-75,-4 18-28,4-33-28,-4 58-21,7-14-53,22-28-185,-31-49-64</inkml:trace>
</inkml:ink>
</file>

<file path=ppt/ink/ink52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023"/>
    </inkml:context>
    <inkml:brush xml:id="br0">
      <inkml:brushProperty name="width" value="0.05953" units="cm"/>
      <inkml:brushProperty name="height" value="0.05953" units="cm"/>
      <inkml:brushProperty name="fitToCurve" value="1"/>
    </inkml:brush>
  </inkml:definitions>
  <inkml:trace contextRef="#ctx0" brushRef="#br0">15193 8347 360,'-78'140'196,"30"-57"-162,-13 11-11,8-6-4,-7 4-14,184-74 19,-9-65 2,-4 8-13,-147 167 47,-50-12-31,13-8-21,6 7-9,12 17-30,18-8-119,-15-49-162</inkml:trace>
</inkml:ink>
</file>

<file path=ppt/ink/ink52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024"/>
    </inkml:context>
    <inkml:brush xml:id="br0">
      <inkml:brushProperty name="width" value="0.05953" units="cm"/>
      <inkml:brushProperty name="height" value="0.05953" units="cm"/>
      <inkml:brushProperty name="fitToCurve" value="1"/>
    </inkml:brush>
  </inkml:definitions>
  <inkml:trace contextRef="#ctx0" brushRef="#br0">14876 9047 217,'82'-41'26,"8"4"89,51-10 65,-48 31-126,-40 90 134,-141 25-157,-23-2-27,4-25-3,-10 3 1,4-11 36,263-105-435,-71-27 297</inkml:trace>
</inkml:ink>
</file>

<file path=ppt/ink/ink52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025"/>
    </inkml:context>
    <inkml:brush xml:id="br0">
      <inkml:brushProperty name="width" value="0.05953" units="cm"/>
      <inkml:brushProperty name="height" value="0.05953" units="cm"/>
      <inkml:brushProperty name="fitToCurve" value="1"/>
    </inkml:brush>
  </inkml:definitions>
  <inkml:trace contextRef="#ctx0" brushRef="#br0">15238 8982 136,'-73'83'112,"14"11"2,-22 43 8,29-54-59,5-1-16,6 1-23,-1 8-35,163-134-184,-14-44 141,8 27 25,-28 112 46,-94 102 96,-22-55 10,-9-4-7,-15 2-10,-26 14-54,-41-190-57,145-73-29,18 72-140</inkml:trace>
</inkml:ink>
</file>

<file path=ppt/ink/ink52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026"/>
    </inkml:context>
    <inkml:brush xml:id="br0">
      <inkml:brushProperty name="width" value="0.05953" units="cm"/>
      <inkml:brushProperty name="height" value="0.05953" units="cm"/>
      <inkml:brushProperty name="fitToCurve" value="1"/>
    </inkml:brush>
  </inkml:definitions>
  <inkml:trace contextRef="#ctx0" brushRef="#br0">15141 9426 136,'-100'81'159,"25"4"-135,1 14 3,-17 21 30,183-128-66,21-94-63,-34 32 29,10-14-15,8-26-4,-46 27 53,-62 231 470,37-36-322,50-18-76,66-67-188,-63 17-109</inkml:trace>
</inkml:ink>
</file>

<file path=ppt/ink/ink52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027"/>
    </inkml:context>
    <inkml:brush xml:id="br0">
      <inkml:brushProperty name="width" value="0.05953" units="cm"/>
      <inkml:brushProperty name="height" value="0.05953" units="cm"/>
      <inkml:brushProperty name="fitToCurve" value="1"/>
    </inkml:brush>
  </inkml:definitions>
  <inkml:trace contextRef="#ctx0" brushRef="#br0">15545 8714 136,'146'-49'429,"-55"20"-276,27-6-144,-18-27-441</inkml:trace>
</inkml:ink>
</file>

<file path=ppt/ink/ink52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028"/>
    </inkml:context>
    <inkml:brush xml:id="br0">
      <inkml:brushProperty name="width" value="0.05953" units="cm"/>
      <inkml:brushProperty name="height" value="0.05953" units="cm"/>
      <inkml:brushProperty name="fitToCurve" value="1"/>
    </inkml:brush>
  </inkml:definitions>
  <inkml:trace contextRef="#ctx0" brushRef="#br0">15759 8326 155,'-4'79'65,"-8"19"2,4 58 48,7-79-71,2 73 0,3-52-74,-2-22-43</inkml:trace>
</inkml:ink>
</file>

<file path=ppt/ink/ink52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029"/>
    </inkml:context>
    <inkml:brush xml:id="br0">
      <inkml:brushProperty name="width" value="0.05953" units="cm"/>
      <inkml:brushProperty name="height" value="0.05953" units="cm"/>
      <inkml:brushProperty name="fitToCurve" value="1"/>
    </inkml:brush>
  </inkml:definitions>
  <inkml:trace contextRef="#ctx0" brushRef="#br0">15517 8962 180,'102'-54'420,"1"5"-292,5 5-69,29-2-52,-144 176-19,-98-34 25,-21-3 3,14-14 6,4 0 10,268-89-29,-10-40-21,-14 3-6,-6 6-88,-48 43-41</inkml:trace>
</inkml:ink>
</file>

<file path=ppt/ink/ink52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030"/>
    </inkml:context>
    <inkml:brush xml:id="br0">
      <inkml:brushProperty name="width" value="0.05953" units="cm"/>
      <inkml:brushProperty name="height" value="0.05953" units="cm"/>
      <inkml:brushProperty name="fitToCurve" value="1"/>
    </inkml:brush>
  </inkml:definitions>
  <inkml:trace contextRef="#ctx0" brushRef="#br0">15826 9014 187,'-93'111'264,"-20"13"45,234-82-329,-3-70-92,-156 127 258,91 12-239,8-13 29,-47-3 42,-14 16 78,-19-3 69,-90-167-56,71-80-331,43 63 64</inkml:trace>
</inkml:ink>
</file>

<file path=ppt/ink/ink53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031"/>
    </inkml:context>
    <inkml:brush xml:id="br0">
      <inkml:brushProperty name="width" value="0.05953" units="cm"/>
      <inkml:brushProperty name="height" value="0.05953" units="cm"/>
      <inkml:brushProperty name="fitToCurve" value="1"/>
    </inkml:brush>
  </inkml:definitions>
  <inkml:trace contextRef="#ctx0" brushRef="#br0">15734 9389 222,'-77'86'256,"25"-5"-227,7 6-8,6-13-31,2 9-79</inkml:trace>
</inkml:ink>
</file>

<file path=ppt/ink/ink53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032"/>
    </inkml:context>
    <inkml:brush xml:id="br0">
      <inkml:brushProperty name="width" value="0.05953" units="cm"/>
      <inkml:brushProperty name="height" value="0.05953" units="cm"/>
      <inkml:brushProperty name="fitToCurve" value="1"/>
    </inkml:brush>
  </inkml:definitions>
  <inkml:trace contextRef="#ctx0" brushRef="#br0">16103 9338 226,'67'105'164,"-44"-23"-63,3 3 43,20 17 0,57-12-138,-59-14-174</inkml:trace>
</inkml:ink>
</file>

<file path=ppt/ink/ink53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033"/>
    </inkml:context>
    <inkml:brush xml:id="br0">
      <inkml:brushProperty name="width" value="0.05953" units="cm"/>
      <inkml:brushProperty name="height" value="0.05953" units="cm"/>
      <inkml:brushProperty name="fitToCurve" value="1"/>
    </inkml:brush>
  </inkml:definitions>
  <inkml:trace contextRef="#ctx0" brushRef="#br0">16787 8126 258,'87'7'-61,"17"7"68,-18 2-3,-10 11 1,8 28 7,-2 15 2,11-2 15,18 2 11,11-4-8,5 9-18,11 1-2,-60-36-4,83 43 8,-77-37-9,3 2 0,33 15 3,46 18 2,-86-45-6,86 43 8,-89-43-8,87 52 7,-16-10 0,-53-27-6,72 38 2,-52-27-5,-24-12 0,-10-2 0,22 16 2,-21-9-1,93 61 5,-62-35-5,-29-22-1,3 1-1,6 5-1,-15-13 0,11 10-1,7-1 0,92 63 1,-99-68 0,8 11 1,-10-10-1,-6-4 0,18 9 2,-12-9-1,25 11 1,-12-5 0,8 2-2,-27-13 0,12 2 0,7 8-1,-16-12 2,6 4 0,16 4 2,-22-14 0,3 2 0,12 7 3,33 15 3,-7-5 6,13-5 4,-10-7 2,-12-2 0,10 2 3,4-2-14,-10-13-159,-34 22-281</inkml:trace>
</inkml:ink>
</file>

<file path=ppt/ink/ink53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034"/>
    </inkml:context>
    <inkml:brush xml:id="br0">
      <inkml:brushProperty name="width" value="0.05953" units="cm"/>
      <inkml:brushProperty name="height" value="0.05953" units="cm"/>
      <inkml:brushProperty name="fitToCurve" value="1"/>
    </inkml:brush>
  </inkml:definitions>
  <inkml:trace contextRef="#ctx0" brushRef="#br0">24295 14529 533</inkml:trace>
</inkml:ink>
</file>

<file path=ppt/ink/ink53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035"/>
    </inkml:context>
    <inkml:brush xml:id="br0">
      <inkml:brushProperty name="width" value="0.05953" units="cm"/>
      <inkml:brushProperty name="height" value="0.05953" units="cm"/>
      <inkml:brushProperty name="fitToCurve" value="1"/>
    </inkml:brush>
  </inkml:definitions>
  <inkml:trace contextRef="#ctx0" brushRef="#br0">24027 13982 533</inkml:trace>
</inkml:ink>
</file>

<file path=ppt/ink/ink53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036"/>
    </inkml:context>
    <inkml:brush xml:id="br0">
      <inkml:brushProperty name="width" value="0.05953" units="cm"/>
      <inkml:brushProperty name="height" value="0.05953" units="cm"/>
      <inkml:brushProperty name="fitToCurve" value="1"/>
    </inkml:brush>
  </inkml:definitions>
  <inkml:trace contextRef="#ctx0" brushRef="#br0">14695 11568 136,'132'-34'279,"31"-4"-216,-74 23-54,-4 7-4,-6 11 0,1 29 2,25 103 33,-84-16 17,-16 11 16,-14 31-16,-6-18-17,-10 29-19,1-46-6,0 14 5,8-7-13,-98-209-243,29-8 109,45 7-340</inkml:trace>
</inkml:ink>
</file>

<file path=ppt/ink/ink53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037"/>
    </inkml:context>
    <inkml:brush xml:id="br0">
      <inkml:brushProperty name="width" value="0.05953" units="cm"/>
      <inkml:brushProperty name="height" value="0.05953" units="cm"/>
      <inkml:brushProperty name="fitToCurve" value="1"/>
    </inkml:brush>
  </inkml:definitions>
  <inkml:trace contextRef="#ctx0" brushRef="#br0">14732 12076 210,'57'-81'34,"22"22"45,45-14 15,1 14-41,-48 29-41,1 5-8,-102 102 11,-103 64 117,35-47-46,10-7-29,0 9-23,14 13-19,204-173-121,-39-19-7,-10 2-35,-8 45-306</inkml:trace>
</inkml:ink>
</file>

<file path=ppt/ink/ink53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038"/>
    </inkml:context>
    <inkml:brush xml:id="br0">
      <inkml:brushProperty name="width" value="0.05953" units="cm"/>
      <inkml:brushProperty name="height" value="0.05953" units="cm"/>
      <inkml:brushProperty name="fitToCurve" value="1"/>
    </inkml:brush>
  </inkml:definitions>
  <inkml:trace contextRef="#ctx0" brushRef="#br0">15081 11674 142,'-15'100'56,"-2"8"-3,-13 56 22,3 5 12,-12 17-10,16-83-37,-7 15-7,4-28-12,-1 10-12,-4 11-24,7-21-95</inkml:trace>
</inkml:ink>
</file>

<file path=ppt/ink/ink53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039"/>
    </inkml:context>
    <inkml:brush xml:id="br0">
      <inkml:brushProperty name="width" value="0.05953" units="cm"/>
      <inkml:brushProperty name="height" value="0.05953" units="cm"/>
      <inkml:brushProperty name="fitToCurve" value="1"/>
    </inkml:brush>
  </inkml:definitions>
  <inkml:trace contextRef="#ctx0" brushRef="#br0">15417 11364 238,'12'116'204,"-6"-28"-122,-2 9-15,-1 77-8,-1-28-9,-2-14-14,-2 42-5,5-39-6,-8 20-6,2 30-5,3-38-17,10 12-44,8-38-136,-36-46-18</inkml:trace>
</inkml:ink>
</file>

<file path=ppt/ink/ink53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040"/>
    </inkml:context>
    <inkml:brush xml:id="br0">
      <inkml:brushProperty name="width" value="0.05953" units="cm"/>
      <inkml:brushProperty name="height" value="0.05953" units="cm"/>
      <inkml:brushProperty name="fitToCurve" value="1"/>
    </inkml:brush>
  </inkml:definitions>
  <inkml:trace contextRef="#ctx0" brushRef="#br0">15406 11323 185,'164'-34'527,"-48"-5"-454,30 1-10,-26 101-53,-192 100-10,-10-27 0,-2-24 0,14 5 0,192-12 0,34-114-1,7-13-18,-29 37-30,-169 115 97,-62-18-23,-11-6-21,-20-6-37,39-69-145</inkml:trace>
</inkml:ink>
</file>

<file path=ppt/ink/ink54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041"/>
    </inkml:context>
    <inkml:brush xml:id="br0">
      <inkml:brushProperty name="width" value="0.05953" units="cm"/>
      <inkml:brushProperty name="height" value="0.05953" units="cm"/>
      <inkml:brushProperty name="fitToCurve" value="1"/>
    </inkml:brush>
  </inkml:definitions>
  <inkml:trace contextRef="#ctx0" brushRef="#br0">16566 11492 136,'0'84'20,"0"29"3,-2-37-13,-4 20 3,-6 3 2,-7 3 10,-4-11 21,18-185 65,40 4-108,20-31 1,26-27-5,-27 71-4,56 9-9,-51 179 25,-68 35 41,-3-72-21,-6 12 2,149-201 54,-59 28-80,-2 6-4,69 84 45,-165 118-5,15 11-67,117-97-279,-28-73 213</inkml:trace>
</inkml:ink>
</file>

<file path=ppt/ink/ink54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042"/>
    </inkml:context>
    <inkml:brush xml:id="br0">
      <inkml:brushProperty name="width" value="0.05953" units="cm"/>
      <inkml:brushProperty name="height" value="0.05953" units="cm"/>
      <inkml:brushProperty name="fitToCurve" value="1"/>
    </inkml:brush>
  </inkml:definitions>
  <inkml:trace contextRef="#ctx0" brushRef="#br0">17643 11579 153,'-23'-87'396,"-156"42"-155,94 160-245,24-2-1,13 4 0,14 18-6,61-14-11,92-210 5,-23-30 9,-18 16 13,2-7 43,12 195 46,-43 49-195,39-225-363</inkml:trace>
</inkml:ink>
</file>

<file path=ppt/ink/ink54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043"/>
    </inkml:context>
    <inkml:brush xml:id="br0">
      <inkml:brushProperty name="width" value="0.05953" units="cm"/>
      <inkml:brushProperty name="height" value="0.05953" units="cm"/>
      <inkml:brushProperty name="fitToCurve" value="1"/>
    </inkml:brush>
  </inkml:definitions>
  <inkml:trace contextRef="#ctx0" brushRef="#br0">17743 11443 136,'27'84'344,"47"80"-66,-7-49-209,25-3-75,34-73-48,-42-130-173,-49 13-109</inkml:trace>
</inkml:ink>
</file>

<file path=ppt/ink/ink54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044"/>
    </inkml:context>
    <inkml:brush xml:id="br0">
      <inkml:brushProperty name="width" value="0.05953" units="cm"/>
      <inkml:brushProperty name="height" value="0.05953" units="cm"/>
      <inkml:brushProperty name="fitToCurve" value="1"/>
    </inkml:brush>
  </inkml:definitions>
  <inkml:trace contextRef="#ctx0" brushRef="#br0">18347 11376 136,'-84'35'565,"8"58"-466,-19 48-77,15-21-6,-4 8-3,6-12-2,-2 5-5,-9 12-3,6-10-10,6-64-178</inkml:trace>
</inkml:ink>
</file>

<file path=ppt/ink/ink54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045"/>
    </inkml:context>
    <inkml:brush xml:id="br0">
      <inkml:brushProperty name="width" value="0.05953" units="cm"/>
      <inkml:brushProperty name="height" value="0.05953" units="cm"/>
      <inkml:brushProperty name="fitToCurve" value="1"/>
    </inkml:brush>
  </inkml:definitions>
  <inkml:trace contextRef="#ctx0" brushRef="#br0">24870 16122 533</inkml:trace>
</inkml:ink>
</file>

<file path=ppt/ink/ink54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046"/>
    </inkml:context>
    <inkml:brush xml:id="br0">
      <inkml:brushProperty name="width" value="0.05953" units="cm"/>
      <inkml:brushProperty name="height" value="0.05953" units="cm"/>
      <inkml:brushProperty name="fitToCurve" value="1"/>
    </inkml:brush>
  </inkml:definitions>
  <inkml:trace contextRef="#ctx0" brushRef="#br0">18531 11189 144,'7'84'205,"16"64"-104,-7-67-77,5 7-30,5-1-85</inkml:trace>
</inkml:ink>
</file>

<file path=ppt/ink/ink54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047"/>
    </inkml:context>
    <inkml:brush xml:id="br0">
      <inkml:brushProperty name="width" value="0.05953" units="cm"/>
      <inkml:brushProperty name="height" value="0.05953" units="cm"/>
      <inkml:brushProperty name="fitToCurve" value="1"/>
    </inkml:brush>
  </inkml:definitions>
  <inkml:trace contextRef="#ctx0" brushRef="#br0">18447 11385 136,'86'-63'101,"14"13"15,27 6 3,-41 22-45,1 3-1,15 39-3,-116 92 24,-63 8-74,-9-14-31,-13-31-138,-5-58-98,196-127 304,50 42-32,-64 42-17,10 85 62,-180 13 39,-5-4-33,-26 17-13,15-10-39,-11 10-7,273-78-50,-19-66 13,0-2-17,-229 139 132,233-70-86,-107 132-3,-30 12-14,-37-16-92,125-225-181,6-62 252,-113 21-66,-103 107 85,7 60 8,-29 38 69,65-14-18,-76 75 3,27-23-106,48-54-77</inkml:trace>
</inkml:ink>
</file>

<file path=ppt/ink/ink54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048"/>
    </inkml:context>
    <inkml:brush xml:id="br0">
      <inkml:brushProperty name="width" value="0.05953" units="cm"/>
      <inkml:brushProperty name="height" value="0.05953" units="cm"/>
      <inkml:brushProperty name="fitToCurve" value="1"/>
    </inkml:brush>
  </inkml:definitions>
  <inkml:trace contextRef="#ctx0" brushRef="#br0">18531 11916 136,'107'19'91,"-2"50"106,-27-5-24,11 12-38,6-2-56,15-7-42,44-18-29,8-89-64,-63-53-97,-29-18 10,-34 23 67,-9 3 7</inkml:trace>
</inkml:ink>
</file>

<file path=ppt/ink/ink54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049"/>
    </inkml:context>
    <inkml:brush xml:id="br0">
      <inkml:brushProperty name="width" value="0.05953" units="cm"/>
      <inkml:brushProperty name="height" value="0.05953" units="cm"/>
      <inkml:brushProperty name="fitToCurve" value="1"/>
    </inkml:brush>
  </inkml:definitions>
  <inkml:trace contextRef="#ctx0" brushRef="#br0">19234 11418 208,'105'-93'71,"-1"32"-5,45 8 177,-39 34-96,28 14-59,-5 20-80,-47 24-186</inkml:trace>
</inkml:ink>
</file>

<file path=ppt/ink/ink54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050"/>
    </inkml:context>
    <inkml:brush xml:id="br0">
      <inkml:brushProperty name="width" value="0.05953" units="cm"/>
      <inkml:brushProperty name="height" value="0.05953" units="cm"/>
      <inkml:brushProperty name="fitToCurve" value="1"/>
    </inkml:brush>
  </inkml:definitions>
  <inkml:trace contextRef="#ctx0" brushRef="#br0">19880 11275 190,'-67'108'563,"11"3"-527,-15 18-8,3-20-9,-28 26-5,10-32-14,-16-3-50,21-60-121</inkml:trace>
</inkml:ink>
</file>

<file path=ppt/ink/ink55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051"/>
    </inkml:context>
    <inkml:brush xml:id="br0">
      <inkml:brushProperty name="width" value="0.05953" units="cm"/>
      <inkml:brushProperty name="height" value="0.05953" units="cm"/>
      <inkml:brushProperty name="fitToCurve" value="1"/>
    </inkml:brush>
  </inkml:definitions>
  <inkml:trace contextRef="#ctx0" brushRef="#br0">19607 11523 190,'50'84'277,"-23"86"-204,-19-61-13,0 7-13,-4-10-148,-27-28-176</inkml:trace>
</inkml:ink>
</file>

<file path=ppt/ink/ink55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052"/>
    </inkml:context>
    <inkml:brush xml:id="br0">
      <inkml:brushProperty name="width" value="0.05953" units="cm"/>
      <inkml:brushProperty name="height" value="0.05953" units="cm"/>
      <inkml:brushProperty name="fitToCurve" value="1"/>
    </inkml:brush>
  </inkml:definitions>
  <inkml:trace contextRef="#ctx0" brushRef="#br0">19820 11527 330,'0'100'258,"4"-7"-146,23 39 15,67-34-179,-58-19-113</inkml:trace>
</inkml:ink>
</file>

<file path=ppt/ink/ink55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053"/>
    </inkml:context>
    <inkml:brush xml:id="br0">
      <inkml:brushProperty name="width" value="0.05953" units="cm"/>
      <inkml:brushProperty name="height" value="0.05953" units="cm"/>
      <inkml:brushProperty name="fitToCurve" value="1"/>
    </inkml:brush>
  </inkml:definitions>
  <inkml:trace contextRef="#ctx0" brushRef="#br0">20356 11051 238,'54'112'245,"12"55"-142,-60-91-302</inkml:trace>
</inkml:ink>
</file>

<file path=ppt/ink/ink55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054"/>
    </inkml:context>
    <inkml:brush xml:id="br0">
      <inkml:brushProperty name="width" value="0.05953" units="cm"/>
      <inkml:brushProperty name="height" value="0.05953" units="cm"/>
      <inkml:brushProperty name="fitToCurve" value="1"/>
    </inkml:brush>
  </inkml:definitions>
  <inkml:trace contextRef="#ctx0" brushRef="#br0">20477 11084 198,'106'-18'54,"11"-11"65,-37 13-27,23 1 53,2 7-13,-6 80-35,-175 67-81,-27-40-25,-14-16-76,135-203-418,71 73 523,4 43 53,-203 131 152,31-59-159,-18 8-4,-5 0-25,227-44-121,-17-61 30,-138 132 209,-67-32-116,228-107-22,-9-10-15,-154 173 37,7 28-39,9-14-13,-2-12-194,101-194 83,59-46 215,-100 27-302,-140 10 14,-4 17 160,-3 25 35,-2 58 41,28 20 27,-16 19-6,-17 19 11,-24 18 22,-8 0-32,64-54-92,-6-28-339</inkml:trace>
</inkml:ink>
</file>

<file path=ppt/ink/ink55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055"/>
    </inkml:context>
    <inkml:brush xml:id="br0">
      <inkml:brushProperty name="width" value="0.05953" units="cm"/>
      <inkml:brushProperty name="height" value="0.05953" units="cm"/>
      <inkml:brushProperty name="fitToCurve" value="1"/>
    </inkml:brush>
  </inkml:definitions>
  <inkml:trace contextRef="#ctx0" brushRef="#br0">20138 11830 136,'88'-30'0,"33"7"12,-36 28 37,18 19 50,53 43 32,-78-29-58,90 60 110,-51-21-77,5 14-42,-6 9-40,-14 2-16,34-27-7,-10-143-3,-43 54-108,0 0-656</inkml:trace>
</inkml:ink>
</file>

<file path=ppt/ink/ink55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056"/>
    </inkml:context>
    <inkml:brush xml:id="br0">
      <inkml:brushProperty name="width" value="0.05953" units="cm"/>
      <inkml:brushProperty name="height" value="0.05953" units="cm"/>
      <inkml:brushProperty name="fitToCurve" value="1"/>
    </inkml:brush>
  </inkml:definitions>
  <inkml:trace contextRef="#ctx0" brushRef="#br0">23742 10065 145,'-31'84'16,"-18"7"0,-16-6-12,-11 21-20,24-23-20</inkml:trace>
</inkml:ink>
</file>

<file path=ppt/ink/ink55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057"/>
    </inkml:context>
    <inkml:brush xml:id="br0">
      <inkml:brushProperty name="width" value="0.05953" units="cm"/>
      <inkml:brushProperty name="height" value="0.05953" units="cm"/>
      <inkml:brushProperty name="fitToCurve" value="1"/>
    </inkml:brush>
  </inkml:definitions>
  <inkml:trace contextRef="#ctx0" brushRef="#br0">23419 10711 136,'-19'103'2,"-4"-5"36,-19 1 8,-20 0-28,9-14-18,-1-1-38,1 19-13</inkml:trace>
</inkml:ink>
</file>

<file path=ppt/ink/ink55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058"/>
    </inkml:context>
    <inkml:brush xml:id="br0">
      <inkml:brushProperty name="width" value="0.05953" units="cm"/>
      <inkml:brushProperty name="height" value="0.05953" units="cm"/>
      <inkml:brushProperty name="fitToCurve" value="1"/>
    </inkml:brush>
  </inkml:definitions>
  <inkml:trace contextRef="#ctx0" brushRef="#br0">23161 11413 136,'-19'89'0,"-35"18"0,7-20 0,-7 8 0,-10 2 0,4-10 0,3-2 0,5-9-109</inkml:trace>
</inkml:ink>
</file>

<file path=ppt/ink/ink55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059"/>
    </inkml:context>
    <inkml:brush xml:id="br0">
      <inkml:brushProperty name="width" value="0.05953" units="cm"/>
      <inkml:brushProperty name="height" value="0.05953" units="cm"/>
      <inkml:brushProperty name="fitToCurve" value="1"/>
    </inkml:brush>
  </inkml:definitions>
  <inkml:trace contextRef="#ctx0" brushRef="#br0">22562 12455 136,'-55'97'0,"16"-22"0,-18 37 0,13-15-19</inkml:trace>
</inkml:ink>
</file>

<file path=ppt/ink/ink55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060"/>
    </inkml:context>
    <inkml:brush xml:id="br0">
      <inkml:brushProperty name="width" value="0.05953" units="cm"/>
      <inkml:brushProperty name="height" value="0.05953" units="cm"/>
      <inkml:brushProperty name="fitToCurve" value="1"/>
    </inkml:brush>
  </inkml:definitions>
  <inkml:trace contextRef="#ctx0" brushRef="#br0">23246 11198 136,'84'27'0,"0"7"1,25 8 8,-4-4 5,-24 3-4,5 21 9,-126 56 24,-89-6 19,38-48-29,-1 3-22,11-11-277</inkml:trace>
</inkml:ink>
</file>

<file path=ppt/ink/ink56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061"/>
    </inkml:context>
    <inkml:brush xml:id="br0">
      <inkml:brushProperty name="width" value="0.05953" units="cm"/>
      <inkml:brushProperty name="height" value="0.05953" units="cm"/>
      <inkml:brushProperty name="fitToCurve" value="1"/>
    </inkml:brush>
  </inkml:definitions>
  <inkml:trace contextRef="#ctx0" brushRef="#br0">22547 15010 533</inkml:trace>
</inkml:ink>
</file>

<file path=ppt/ink/ink56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062"/>
    </inkml:context>
    <inkml:brush xml:id="br0">
      <inkml:brushProperty name="width" value="0.05953" units="cm"/>
      <inkml:brushProperty name="height" value="0.05953" units="cm"/>
      <inkml:brushProperty name="fitToCurve" value="1"/>
    </inkml:brush>
  </inkml:definitions>
  <inkml:trace contextRef="#ctx0" brushRef="#br0">17620 13365 533</inkml:trace>
</inkml:ink>
</file>

<file path=ppt/ink/ink56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063"/>
    </inkml:context>
    <inkml:brush xml:id="br0">
      <inkml:brushProperty name="width" value="0.05953" units="cm"/>
      <inkml:brushProperty name="height" value="0.05953" units="cm"/>
      <inkml:brushProperty name="color" value="#99CCFF"/>
      <inkml:brushProperty name="fitToCurve" value="1"/>
    </inkml:brush>
  </inkml:definitions>
  <inkml:trace contextRef="#ctx0" brushRef="#br0">8562-3973 533</inkml:trace>
</inkml:ink>
</file>

<file path=ppt/ink/ink56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064"/>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8754 2164 552,'93'-64'72,"-8"19"28,39-6 1,26 1-61,-21-11-183,-49 50-11</inkml:trace>
</inkml:ink>
</file>

<file path=ppt/ink/ink56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065"/>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9034 1539 226,'0'119'3,"5"-26"18,16 96 89,-8-90-53,7 54 51,-7-64-51,15 70 43,-13-55-58,6 65 19,-1-16-24,-4 23-14,-7-38-10,-5 56-2,-7-4-4,-7-47-2,-11 1-1,-116-251-3,99-93-4,16 62 0,7-4-2,3-9-12,8-11-60,6 42-131,27 42-83</inkml:trace>
</inkml:ink>
</file>

<file path=ppt/ink/ink56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066"/>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9132 2120 376,'-84'197'449,"9"-41"-425,-1 5-13,-2 2-9,16-29-5,5-3-15,-15-51-268</inkml:trace>
</inkml:ink>
</file>

<file path=ppt/ink/ink56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067"/>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9045 2326 136,'108'0'0,"-23"52"43,6 19 162</inkml:trace>
</inkml:ink>
</file>

<file path=ppt/ink/ink56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068"/>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9237 1687 221,'19'56'33</inkml:trace>
</inkml:ink>
</file>

<file path=ppt/ink/ink56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069"/>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9800 1339 369,'-55'161'467,"5"-35"-449,-14-2-17,-5-8 0,-4-3 6,220-134-11,-38-67-17,-2 9-51,-133 194 75,-47 12 54,-2-11-33,-5 10-12,12-1-10,21 7-7,-11-57-179</inkml:trace>
</inkml:ink>
</file>

<file path=ppt/ink/ink56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070"/>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9624 2196 248,'-77'48'43,"2"53"118,-4 39 65,66-33-119,132-62-89,6-104-37,-12-15-17,-13-5-6,-3 14 5,5 17 12,-14 99 48,-73 79 62,-52 17-4,-13-11-52,-37-30-27,-53-167-93,100-51 18,9-1-7,2-22-15,12 55 49,-3-32-30,1-1 18,6 38 29,-2-30 132,103 285 248,-38-3-314,-6 7-13,-13-41-12,-8 13-1,0 42-6,-10-14-15,-7-29-24,-3-17-76,-65-240-448,47 16 550,5-3 8,-3-20 10,-1 22 2,-5-18 4,-35 10 83,-31 162 218,23 26-184,-19 39-71,12-25-48,-8 3-17,4-6-27,0-2-125,-10-42-289</inkml:trace>
</inkml:ink>
</file>

<file path=ppt/ink/ink57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071"/>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10256 1629 483,'103'18'115,"-73"41"-419</inkml:trace>
</inkml:ink>
</file>

<file path=ppt/ink/ink57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072"/>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10203 1956 564,'104'-85'160,"15"4"-102,22-6 1,-1 16-32,9 5-21,-4 27-15,-141 175-173,-29-51-50</inkml:trace>
</inkml:ink>
</file>

<file path=ppt/ink/ink57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073"/>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10302 1696 379,'-16'127'94,"12"-46"-40,1 10-5,8 54 4,-1-13-6,1-3-2,1 53 1,-1-28-7,0-22-11,-5 21-10,0-22-8,-1 45-7,1-43-8,-14-2-227,-20-48-87</inkml:trace>
</inkml:ink>
</file>

<file path=ppt/ink/ink57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074"/>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10279 2398 409,'51'-74'12,"19"-2"45,22-1 65,20-4 6,-1 6-34,-4 2-57,17 1-26,7 21-40,-54 47-75,2-1-625</inkml:trace>
</inkml:ink>
</file>

<file path=ppt/ink/ink57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075"/>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10485 1796 141,'0'93'200,"28"51"97,-1-39-203,0 12-64,56-227-3,-9 4 9,-37 229-3,-93 13-50,8-7-185,14-36-111</inkml:trace>
</inkml:ink>
</file>

<file path=ppt/ink/ink57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076"/>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10624 2490 136,'51'-86'52,"60"-13"224,-22 82-84,-1 90-127,-64 43-78,-47 19 1,-26-16 7,-8-20 3,-11-14-5,-43-4-27,0-55-67,30-60-40,13-63 13,56 9 106,112 26 250,-1 42-57,17 13-44,29 14-52,-4 21-58,4 26-15,14-14-7,-22-46-35,-47 31-138</inkml:trace>
</inkml:ink>
</file>

<file path=ppt/ink/ink57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077"/>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11476 1335 366,'91'58'183,"-65"7"-388</inkml:trace>
</inkml:ink>
</file>

<file path=ppt/ink/ink57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078"/>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11265 1853 555,'67'-99'121,"30"21"-24,43-17-22,-3 10-46,14 5-22,17 16-4,-33 39-8,-173 158-300,-15-54-112</inkml:trace>
</inkml:ink>
</file>

<file path=ppt/ink/ink57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079"/>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11792 1444 313,'-28'143'120,"5"-41"-2,4-19-26,-13 62 13,11-29-54,-11 23-19,-12 50-14,0 2-10,-2-18-6,10-21-4,1-13-26,-14-63-149</inkml:trace>
</inkml:ink>
</file>

<file path=ppt/ink/ink57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080"/>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11489 2339 136,'29'-91'0,"24"-12"3,28-17 21,-14 43 13,36-8 62,17 53 70,-2 167-39,-86-18-59,-15 5 16,-17 15 0,-34 14-54,-43-39-24,-54-78-8,85-165-22,44 51-86,2 1-643</inkml:trace>
</inkml:ink>
</file>

<file path=ppt/ink/ink58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081"/>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13026 1080 452,'-83'5'115,"-6"38"4,-14 0-79,-17-33-33,1-15 1,47 121 66,66 16-43,16 7-18,-12 11-7,1 10-2,-3 13-2,-3-1-2,-5-8-3,-6-6-18,-1-1-116,7-50-206</inkml:trace>
</inkml:ink>
</file>

<file path=ppt/ink/ink58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082"/>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12358 2190 136,'24'-120'0,"2"36"0,24-26 10,-1 19 11,22-16 19,14-1 53,-15 35 20,10 9 18,-1 18-21,30 10 26,14 49-80,-5 68-39,-44 47-12,-23 48-1,-16-24-2,2 6 0,-8-7 1,-9-12-1,-5 0 0,-6 15-1,-46-10 1,-95-102-3,4-113-7,10-20-18,9-2-86,16 13-8,22-5-34</inkml:trace>
</inkml:ink>
</file>

<file path=ppt/ink/ink58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083"/>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12635 1648 213,'-62'118'165,"123"18"177,67-163-283,-6-26-32,4-6 2,-130 195 11,-77-6-33,-1-2-3,13 22 0,215-103-5,-17-126-2,2-18-3,39-39-23,-66 47-66,-22 56-67</inkml:trace>
</inkml:ink>
</file>

<file path=ppt/ink/ink58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084"/>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13577 1503 552,'159'-148'288,"-28"63"-256,24 12-24,-10 38-7,-64 42-110,1-1-655</inkml:trace>
</inkml:ink>
</file>

<file path=ppt/ink/ink58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085"/>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13928 959 276,'-16'135'432,"-7"-28"-351,-11 30-36,-7 26-25,10-38-12,3 4-4,1 21 0,17-19 0,37 12 0,46-16-2,45-23-1,13-36-3,8-69-16,-67-118-334</inkml:trace>
</inkml:ink>
</file>

<file path=ppt/ink/ink58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086"/>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14214 1601 136,'-10'-93'0,"-23"14"100,-24 218 83,13 24-52,19-72-52,-24 58 21,-9 3-29,0-13-38,-1-23-19,-8 8-26,48-250-534</inkml:trace>
</inkml:ink>
</file>

<file path=ppt/ink/ink58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087"/>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14396 892 419,'-94'175'437,"43"-31"-430,0-1-4,12-9-1,24 1-1,152-159 1,3-68 0,-3-7 1,2 3 0,-68 215 2,-142 4-5,-12 3-6,-2-7-43,-43-80-348,30 118 813,248-139-443,-39-117-23,2 26 5,-98 190 134,-80 12-59,-14 9-9,-3 7-8,46-11-4,186-133-7,-25-66-3,12-19-1,26-28-3,-47 27-6,-38 60-96,-1 1-649</inkml:trace>
</inkml:ink>
</file>

<file path=ppt/ink/ink58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088"/>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15557 743 330,'-125'145'503,"41"-22"-474,13-9-21,-5 2-1,221-153-3,-8-27-6,-149 231-4,-79-35 7,21-1 1,48 1-2,78-4-10,26-20-44,-53 13 39,-63 5 59,-19 2-10,182-202-32,-35-52-20,-16 71-166</inkml:trace>
</inkml:ink>
</file>

<file path=ppt/ink/ink58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089"/>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15912 775 146,'-82'102'511,"47"2"-409,3 21-130,155-173-331,2-61 308,-25 21 66,14-3 60,-108 266 341,-94-18-397,-22 17-4,29-55-7,-38 58 0,38-66-6,-9-2 0,-17 4-3,2-21-5,15-53-181</inkml:trace>
</inkml:ink>
</file>

<file path=ppt/ink/ink58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090"/>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15732 1304 343,'90'0'117,"11"-4"35,18-5-38,17-10-11,28-5-65,-15 19-29,-15 50-7,-191 81-139,-19-45-239</inkml:trace>
</inkml:ink>
</file>

<file path=ppt/ink/ink59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091"/>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15753 1608 718,'133'-12'97,"-41"110"-44,-109 69-44,-19-6 0,166-102-7,-19-158-9,29-37-6,-19 36-2,-6 11-338,-35 65-8</inkml:trace>
</inkml:ink>
</file>

<file path=ppt/ink/ink59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092"/>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17213 740 276,'0'197'533,"0"-40"-506,0 10-14,7-8-4,4-22-5,4 18-5,-15-6-29,-29-19-186,-13-44-137</inkml:trace>
</inkml:ink>
</file>

<file path=ppt/ink/ink59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093"/>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16667 1997 550,'108'-74'94,"31"4"5,-33 20-39,22-4-10,27-10-22,57-7-22,-78 29-4,52-9 0,-32 17-2,-15 12 0,-58 36-110,1 0-663</inkml:trace>
</inkml:ink>
</file>

<file path=ppt/ink/ink59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094"/>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18435 488 136,'85'67'677,"-48"-11"-851</inkml:trace>
</inkml:ink>
</file>

<file path=ppt/ink/ink59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095"/>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18363 922 419,'162'-6'234,"-65"52"-112,-88 74-113,-111-8 1,-6-32 10,-20 19 5,20-13-5,60 44-1,167-60-13,31-49-4,-2-18-1,61-9-1,6-2 0,-23 2 0,-42 0 0,7 17-1,-107 122-1,-154-38-6,17-56-180</inkml:trace>
</inkml:ink>
</file>

<file path=ppt/ink/ink59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096"/>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18621 941 316,'100'-110'32,"42"17"75,-47 44-13,21-3 41,-9 24-40,28 41-31,-28 81-47,-62 45-9,-35 26-1,-20-17-3,-18-18-2,-37 2 2,-59-62 0,-27-128-7,52-66-18,11-32-101,26 47-261</inkml:trace>
</inkml:ink>
</file>

<file path=ppt/ink/ink59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097"/>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19188 297 185,'0'111'330,"-26"11"-149,-28 31-66,-18 12-64,11-44-42,-32 59-3,30-46-4,-3 16-1,-1 8-4,18-10-22,-7-73-157</inkml:trace>
</inkml:ink>
</file>

<file path=ppt/ink/ink59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098"/>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20176 46 193,'-119'135'670,"19"-4"-664,15-12-4,5-2 0,57 16 4,185-178-8,-18-10 1,-5 26-4,-211 184 7,-39-37 2,-16-1-2,21 1 1,142 28-7,101-75-9,-5 17-20,-93 43 17,-69 1 36,-28-19 1,-39-7-9,143-236-114,21 31-80,12 39-240</inkml:trace>
</inkml:ink>
</file>

<file path=ppt/ink/ink59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099"/>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20432 8 228,'-5'139'514,"-36"-33"-497,-7-3-8,8 24 2,86-14 64,86-150-115,-54-68-328,-34-7 126</inkml:trace>
</inkml:ink>
</file>

<file path=ppt/ink/ink59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100"/>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20605 105 145,'136'4'603,"-24"31"-546,-120 108-44,-86-1-3,4-29-5,-13 1-2,-13-10-2,4-18 0,-8-16-2,3-14 11,224-148 7,61-10-17,-34 26 0,-9 12 0,6 6 0,0 32-1,-207 166-3,-34-33-9,5-11-16,5-2-10,4-7-26,-10 6-44,28-32-2,216-167-40,-20 34 142,-6 21 24,31 22 63,-43 130 82,-86 5-56,-12 14-18,-8 2-28,-6 10-32,-6 13-16,-29-12 4,-86-88-11,-8-99-7,29-35-24,97-45-344,32 54 23</inkml:trace>
</inkml:ink>
</file>

<file path=ppt/ink/ink60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101"/>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20449 1157 152,'-91'45'296,"110"84"-183,71-145-123,-80 117 5,-57-24 8,-17 2 16,151-233 9,-13 73-63,39-24 7,-27 30 9,0 6 5,14-3 1,62-16 14,-71 70 74,-39 102 123,-74 36-118,-12 28-49,52-1-18,134-155-11,37-94-1,-39-1-2,-2-2 0,79-51-2,-37 23 0,-28 23 1,44-15-80,-97 59-105,-31 48-20</inkml:trace>
</inkml:ink>
</file>

<file path=ppt/ink/ink60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102"/>
    </inkml:context>
    <inkml:brush xml:id="br0">
      <inkml:brushProperty name="width" value="0.03969" units="cm"/>
      <inkml:brushProperty name="height" value="0.03969" units="cm"/>
      <inkml:brushProperty name="fitToCurve" value="1"/>
    </inkml:brush>
  </inkml:definitions>
  <inkml:trace contextRef="#ctx0" brushRef="#br0">12700 9731 785,'77'0'57,"-16"0"-42,31 0 0,-13-1-13,-1 0-5,-14 1-18,-9 12-410</inkml:trace>
</inkml:ink>
</file>

<file path=ppt/ink/ink60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103"/>
    </inkml:context>
    <inkml:brush xml:id="br0">
      <inkml:brushProperty name="width" value="0.03969" units="cm"/>
      <inkml:brushProperty name="height" value="0.03969" units="cm"/>
      <inkml:brushProperty name="fitToCurve" value="1"/>
    </inkml:brush>
  </inkml:definitions>
  <inkml:trace contextRef="#ctx0" brushRef="#br0">12736 9890 327,'93'60'339,"31"-66"-363,-12-6-20,-37 43-132,-158 47 147,5-19 138,-16 12 37,40-32-67,-9 9-17,-26 37-3,61-29-34,87-17-15,13-36-11,18-14-5,-27 1 0,9-3 0,1-8-1,8-9-16,-25-2-70,-1 20-442</inkml:trace>
</inkml:ink>
</file>

<file path=ppt/ink/ink60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104"/>
    </inkml:context>
    <inkml:brush xml:id="br0">
      <inkml:brushProperty name="width" value="0.03969" units="cm"/>
      <inkml:brushProperty name="height" value="0.03969" units="cm"/>
      <inkml:brushProperty name="fitToCurve" value="1"/>
    </inkml:brush>
  </inkml:definitions>
  <inkml:trace contextRef="#ctx0" brushRef="#br0">12966 9994 136,'-39'-63'0,"36"135"423,6 24-327,-3-33-58,-3 52 20,2-37-33,-3 54 13,3-58-27,-3 53 4,-1-42-9,-5 42 4,5-66-6,-2 31-1,5-13-5,-1-19-30,-17-8-389</inkml:trace>
</inkml:ink>
</file>

<file path=ppt/ink/ink60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105"/>
    </inkml:context>
    <inkml:brush xml:id="br0">
      <inkml:brushProperty name="width" value="0.03969" units="cm"/>
      <inkml:brushProperty name="height" value="0.03969" units="cm"/>
      <inkml:brushProperty name="fitToCurve" value="1"/>
    </inkml:brush>
  </inkml:definitions>
  <inkml:trace contextRef="#ctx0" brushRef="#br0">13476 9746 816,'-46'53'50,"77"26"-45,0-7-36,-12-13-147,-32-4-478</inkml:trace>
</inkml:ink>
</file>

<file path=ppt/ink/ink60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106"/>
    </inkml:context>
    <inkml:brush xml:id="br0">
      <inkml:brushProperty name="width" value="0.03969" units="cm"/>
      <inkml:brushProperty name="height" value="0.03969" units="cm"/>
      <inkml:brushProperty name="fitToCurve" value="1"/>
    </inkml:brush>
  </inkml:definitions>
  <inkml:trace contextRef="#ctx0" brushRef="#br0">13368 10103 641,'54'91'65,"-29"-18"-22,-18-21-17,-11 13-17,-9 7 2,-2-16 3,-7 1 2,-4 3-2,3-5 4,0 7-6,59-117-13,-8-19-3,-1-5-12,-5 17-4,13-50-44,-17 45 9,8-43-80,-7 25-179</inkml:trace>
</inkml:ink>
</file>

<file path=ppt/ink/ink60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107"/>
    </inkml:context>
    <inkml:brush xml:id="br0">
      <inkml:brushProperty name="width" value="0.03969" units="cm"/>
      <inkml:brushProperty name="height" value="0.03969" units="cm"/>
      <inkml:brushProperty name="fitToCurve" value="1"/>
    </inkml:brush>
  </inkml:definitions>
  <inkml:trace contextRef="#ctx0" brushRef="#br0">13653 9573 206,'-6'53'115,"-1"35"15,9-35-50,0 0-12,3 11-12,-2-11-19,2 22-38,0-7-79,-9 13-387</inkml:trace>
</inkml:ink>
</file>

<file path=ppt/ink/ink60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108"/>
    </inkml:context>
    <inkml:brush xml:id="br0">
      <inkml:brushProperty name="width" value="0.03969" units="cm"/>
      <inkml:brushProperty name="height" value="0.03969" units="cm"/>
      <inkml:brushProperty name="fitToCurve" value="1"/>
    </inkml:brush>
  </inkml:definitions>
  <inkml:trace contextRef="#ctx0" brushRef="#br0">13701 9630 276,'52'-22'47,"13"-17"33,25-5 78,3 37 26,-65 56-148,-37 9-24,-18 16-10,-8-3-14,-8 1-40,3-9-57,2-13-248</inkml:trace>
</inkml:ink>
</file>

<file path=ppt/ink/ink60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109"/>
    </inkml:context>
    <inkml:brush xml:id="br0">
      <inkml:brushProperty name="width" value="0.03969" units="cm"/>
      <inkml:brushProperty name="height" value="0.03969" units="cm"/>
      <inkml:brushProperty name="fitToCurve" value="1"/>
    </inkml:brush>
  </inkml:definitions>
  <inkml:trace contextRef="#ctx0" brushRef="#br0">13778 9698 332,'87'-43'272,"-59"120"-232,-61-23-43,-11 4 2,-37 18 10,28-31 19,-43 21 63,103-121-108,51 27 49,12-1-24,-6 4-9,-2 0-11,0 6-19,0 6-55,-41 85 30,-97 16 160,-25-4-235,25-31-19,27 6 113,19 24 52,9 11 49,10-30-20,-1 26 47,9-37-38,67-31-125,-25-87-11,7-17 13,5 2 23,6 1 33,-2 10 13,5 10 19,1 12 41,21 53 95,-45 114 12,-33-35-108,-7-21-39,-4 9-6,-1 18-3,0-6-5,0-16-1,0 0-1,-4-2 0,-98-60-6,55-63-7,-17-52-86,46 50-47,6-28-139,15 17 153,9 3 149,17-6 297,73 55-18,-84 82-286,-24-1-7,-3 2-2,31 5-12,48-60-88,-8 18-464</inkml:trace>
</inkml:ink>
</file>

<file path=ppt/ink/ink60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110"/>
    </inkml:context>
    <inkml:brush xml:id="br0">
      <inkml:brushProperty name="width" value="0.03969" units="cm"/>
      <inkml:brushProperty name="height" value="0.03969" units="cm"/>
      <inkml:brushProperty name="fitToCurve" value="1"/>
    </inkml:brush>
  </inkml:definitions>
  <inkml:trace contextRef="#ctx0" brushRef="#br0">14229 10253 618,'67'-87'59,"45"24"69,-34 39-71,-3 7-38,-3 8-14,-10 3-3,9-2-7,-12 20-443</inkml:trace>
</inkml:ink>
</file>

<file path=ppt/ink/ink61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111"/>
    </inkml:context>
    <inkml:brush xml:id="br0">
      <inkml:brushProperty name="width" value="0.03969" units="cm"/>
      <inkml:brushProperty name="height" value="0.03969" units="cm"/>
      <inkml:brushProperty name="fitToCurve" value="1"/>
    </inkml:brush>
  </inkml:definitions>
  <inkml:trace contextRef="#ctx0" brushRef="#br0">14454 9842 513,'0'55'52,"0"-1"4,4 81 31,0-80-53,4 40 24,-3-34-36,3 34 10,-2-13-22,4 6-8,-4-23-4,5 16-32,-7-19-290</inkml:trace>
</inkml:ink>
</file>

<file path=ppt/ink/ink61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112"/>
    </inkml:context>
    <inkml:brush xml:id="br0">
      <inkml:brushProperty name="width" value="0.03969" units="cm"/>
      <inkml:brushProperty name="height" value="0.03969" units="cm"/>
      <inkml:brushProperty name="fitToCurve" value="1"/>
    </inkml:brush>
  </inkml:definitions>
  <inkml:trace contextRef="#ctx0" brushRef="#br0">15196 9611 136,'0'56'39,"-3"11"4,-4-13-10,-8 30 3,3-12-1,-4 10 3,-3 13 9,5-22 1,-4 44 28,3-15-23,10-46-17,-2 37 66,24-41-20,41-83-106,-1-41-57,-16 18 4,34-48-82,-33 45-3</inkml:trace>
</inkml:ink>
</file>

<file path=ppt/ink/ink61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113"/>
    </inkml:context>
    <inkml:brush xml:id="br0">
      <inkml:brushProperty name="width" value="0.03969" units="cm"/>
      <inkml:brushProperty name="height" value="0.03969" units="cm"/>
      <inkml:brushProperty name="fitToCurve" value="1"/>
    </inkml:brush>
  </inkml:definitions>
  <inkml:trace contextRef="#ctx0" brushRef="#br0">15567 10049 276,'-2'-57'253,"-17"-35"-9,-36 69-250,-1 74-25,9 11-8,-11 32 2,30-29 23,13-4 11,49 25 0,25-101-17,31-52-31,-9-10 11,-16 9 20,-73 144 320,-6-19-305,14 1-139,-17-6-510</inkml:trace>
</inkml:ink>
</file>

<file path=ppt/ink/ink61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114"/>
    </inkml:context>
    <inkml:brush xml:id="br0">
      <inkml:brushProperty name="width" value="0.03969" units="cm"/>
      <inkml:brushProperty name="height" value="0.03969" units="cm"/>
      <inkml:brushProperty name="fitToCurve" value="1"/>
    </inkml:brush>
  </inkml:definitions>
  <inkml:trace contextRef="#ctx0" brushRef="#br0">15713 9866 215,'-11'83'386,"4"-11"-281,1 10-24,-2 4-38,4-21-28,0 0-9,-4 47 2,2-50-7,1 36 0,1-38-1,-5 33 0,1-6 0,-3 4 0,5-25-2,-1 16-13,2-12-59,-18-16-482</inkml:trace>
</inkml:ink>
</file>

<file path=ppt/ink/ink61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115"/>
    </inkml:context>
    <inkml:brush xml:id="br0">
      <inkml:brushProperty name="width" value="0.03969" units="cm"/>
      <inkml:brushProperty name="height" value="0.03969" units="cm"/>
      <inkml:brushProperty name="fitToCurve" value="1"/>
    </inkml:brush>
  </inkml:definitions>
  <inkml:trace contextRef="#ctx0" brushRef="#br0">15578 10129 234,'0'-64'32,"47"1"222,63 59-37,-50 16-138,-3 13-34,-29 38-43,-48-1-16,-24-4-3,-7-6-3,-9-6-19,-2-10-142</inkml:trace>
</inkml:ink>
</file>

<file path=ppt/ink/ink61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116"/>
    </inkml:context>
    <inkml:brush xml:id="br0">
      <inkml:brushProperty name="width" value="0.03969" units="cm"/>
      <inkml:brushProperty name="height" value="0.03969" units="cm"/>
      <inkml:brushProperty name="fitToCurve" value="1"/>
    </inkml:brush>
  </inkml:definitions>
  <inkml:trace contextRef="#ctx0" brushRef="#br0">15975 9616 379,'-10'99'234,"4"-33"-152,-5 25-9,0-11-29,1 8-21,-3 5-10,3-20-7,4-2-5,2-2-8,5 6-29,8-10-43,-18-10-450</inkml:trace>
</inkml:ink>
</file>

<file path=ppt/ink/ink61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117"/>
    </inkml:context>
    <inkml:brush xml:id="br0">
      <inkml:brushProperty name="width" value="0.03969" units="cm"/>
      <inkml:brushProperty name="height" value="0.03969" units="cm"/>
      <inkml:brushProperty name="fitToCurve" value="1"/>
    </inkml:brush>
  </inkml:definitions>
  <inkml:trace contextRef="#ctx0" brushRef="#br0">16176 10140 136,'0'-57'256,"4"-20"-18,5-42-133,-26 64-93,-37 42-7,1 53-3,-13 67-27,40-44 8,3 1 0,10-1-5,17 35-73,76-75 48,-13-73 46,1-8 306,29 136-763</inkml:trace>
</inkml:ink>
</file>

<file path=ppt/ink/ink61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118"/>
    </inkml:context>
    <inkml:brush xml:id="br0">
      <inkml:brushProperty name="width" value="0.03969" units="cm"/>
      <inkml:brushProperty name="height" value="0.03969" units="cm"/>
      <inkml:brushProperty name="fitToCurve" value="1"/>
    </inkml:brush>
  </inkml:definitions>
  <inkml:trace contextRef="#ctx0" brushRef="#br0">16392 9999 136,'11'-51'4,"4"-10"52,-27-3 157,-60 87 61,-6 94-163,45-46-90,9-4-6,11-5-8,15-2-16,40-6-54,27-49-37,35-51-41,-32-13 38,-19 2 50,-9-17 95,-16 1 69,-30-9 162,-78 172-200,73-20-68,32-13-2,38-10-2,2-23-2,9-14-2,14-18-3,-27-8-12,-2 20-412</inkml:trace>
</inkml:ink>
</file>

<file path=ppt/ink/ink61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119"/>
    </inkml:context>
    <inkml:brush xml:id="br0">
      <inkml:brushProperty name="width" value="0.03969" units="cm"/>
      <inkml:brushProperty name="height" value="0.03969" units="cm"/>
      <inkml:brushProperty name="fitToCurve" value="1"/>
    </inkml:brush>
  </inkml:definitions>
  <inkml:trace contextRef="#ctx0" brushRef="#br0">17152 9941 665,'94'-57'173,"-12"34"-145,12 1-21,-29 10-5,7 7-3,17 2-5,-16 7-51,-14 11-216</inkml:trace>
</inkml:ink>
</file>

<file path=ppt/ink/ink61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120"/>
    </inkml:context>
    <inkml:brush xml:id="br0">
      <inkml:brushProperty name="width" value="0.03969" units="cm"/>
      <inkml:brushProperty name="height" value="0.03969" units="cm"/>
      <inkml:brushProperty name="fitToCurve" value="1"/>
    </inkml:brush>
  </inkml:definitions>
  <inkml:trace contextRef="#ctx0" brushRef="#br0">17224 10074 688,'53'-6'159,"26"-10"-130,18-4-24,-24 5-5,17 4-4,-25 3-12,4 0-39,-14 21-354</inkml:trace>
</inkml:ink>
</file>

<file path=ppt/ink/ink62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121"/>
    </inkml:context>
    <inkml:brush xml:id="br0">
      <inkml:brushProperty name="width" value="0.03969" units="cm"/>
      <inkml:brushProperty name="height" value="0.03969" units="cm"/>
      <inkml:brushProperty name="fitToCurve" value="1"/>
    </inkml:brush>
  </inkml:definitions>
  <inkml:trace contextRef="#ctx0" brushRef="#br0">18059 13341 533</inkml:trace>
</inkml:ink>
</file>

<file path=ppt/ink/ink62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122"/>
    </inkml:context>
    <inkml:brush xml:id="br0">
      <inkml:brushProperty name="width" value="0.03969" units="cm"/>
      <inkml:brushProperty name="height" value="0.03969" units="cm"/>
      <inkml:brushProperty name="fitToCurve" value="1"/>
    </inkml:brush>
  </inkml:definitions>
  <inkml:trace contextRef="#ctx0" brushRef="#br0">18611 9448 184,'-13'78'345,"-14"13"-304,9-24-26,0-8-4,-3 2-1,-1 11-2,5-17-3,0 2 13,-3 10 11,-7 35 44,11-47-35,-1 10 6,2-3-14,20-1-10,52-38-20,11-37-9,-5-11-21,7-20-65,22-37-189</inkml:trace>
</inkml:ink>
</file>

<file path=ppt/ink/ink62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123"/>
    </inkml:context>
    <inkml:brush xml:id="br0">
      <inkml:brushProperty name="width" value="0.03969" units="cm"/>
      <inkml:brushProperty name="height" value="0.03969" units="cm"/>
      <inkml:brushProperty name="fitToCurve" value="1"/>
    </inkml:brush>
  </inkml:definitions>
  <inkml:trace contextRef="#ctx0" brushRef="#br0">18800 9775 136,'-48'52'74,"20"27"104,15-1-4,13-27-60,15 1-25,43-21-53,5-50-30,-13-89 3,-90 51-10,25 3-412</inkml:trace>
</inkml:ink>
</file>

<file path=ppt/ink/ink62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124"/>
    </inkml:context>
    <inkml:brush xml:id="br0">
      <inkml:brushProperty name="width" value="0.03969" units="cm"/>
      <inkml:brushProperty name="height" value="0.03969" units="cm"/>
      <inkml:brushProperty name="fitToCurve" value="1"/>
    </inkml:brush>
  </inkml:definitions>
  <inkml:trace contextRef="#ctx0" brushRef="#br0">19300 9787 710,'0'-52'90,"0"-10"-37,-72 61-39,-14 107-19,54-49 0,9 5-5,31 1-11,46-18-37,13-4-61,5 35-37,-37 3 88,-18 20 51,-18-14 49,-11 6 30,-5-17 15,-36 46 53,14-59-62,-21-1-18,7-15-21,-54 26-6,34-41-17,0-22-2,11-50-3,54-25 0,31-18-1,8 27-1,6 4 0,45-7-1,1 4-2,2 7-1,-23 16-80,45-25-428</inkml:trace>
</inkml:ink>
</file>

<file path=ppt/ink/ink62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125"/>
    </inkml:context>
    <inkml:brush xml:id="br0">
      <inkml:brushProperty name="width" value="0.03969" units="cm"/>
      <inkml:brushProperty name="height" value="0.03969" units="cm"/>
      <inkml:brushProperty name="fitToCurve" value="1"/>
    </inkml:brush>
  </inkml:definitions>
  <inkml:trace contextRef="#ctx0" brushRef="#br0">17283 14557 533</inkml:trace>
</inkml:ink>
</file>

<file path=ppt/ink/ink62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126"/>
    </inkml:context>
    <inkml:brush xml:id="br0">
      <inkml:brushProperty name="width" value="0.03969" units="cm"/>
      <inkml:brushProperty name="height" value="0.03969" units="cm"/>
      <inkml:brushProperty name="fitToCurve" value="1"/>
    </inkml:brush>
  </inkml:definitions>
  <inkml:trace contextRef="#ctx0" brushRef="#br0">6055 9637 638,'-7'52'13,"-2"17"61,2 2-33,6-14-5,2 13-12,6-6-83,5 4-38,-20-13-567</inkml:trace>
</inkml:ink>
</file>

<file path=ppt/ink/ink62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127"/>
    </inkml:context>
    <inkml:brush xml:id="br0">
      <inkml:brushProperty name="width" value="0.03969" units="cm"/>
      <inkml:brushProperty name="height" value="0.03969" units="cm"/>
      <inkml:brushProperty name="fitToCurve" value="1"/>
    </inkml:brush>
  </inkml:definitions>
  <inkml:trace contextRef="#ctx0" brushRef="#br0">5876 9504 255,'-56'53'11,"19"1"19,8 27 2,17-24-1,5 16 16,10 19 5,4-18-2,22 55 39,19-19-4,-3-49-41,19-13-3,-3-25-9,11-23-10,22-35-7,-18-9-5,48-80-2,-70 44-4,-26 23-3,-4-3 1,3-39 2,-23 12 1,-31-19 1,-9 25-2,-9 16 0,-30-1-1,6 18-1,2 12 0,-27 15-2,27 17 0,-25 28 0,24 18-1,15 15-10</inkml:trace>
</inkml:ink>
</file>

<file path=ppt/ink/ink62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128"/>
    </inkml:context>
    <inkml:brush xml:id="br0">
      <inkml:brushProperty name="width" value="0.03969" units="cm"/>
      <inkml:brushProperty name="height" value="0.03969" units="cm"/>
      <inkml:brushProperty name="fitToCurve" value="1"/>
    </inkml:brush>
  </inkml:definitions>
  <inkml:trace contextRef="#ctx0" brushRef="#br0">9288 11015 325,'86'-22'455,"-18"17"-408,0 8-27,-7 7-48,-83 57-201,-37-9 187,-9 14 102,40 22 93,145-67-142,-61-42-112,-1-10-118</inkml:trace>
</inkml:ink>
</file>

<file path=ppt/ink/ink62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129"/>
    </inkml:context>
    <inkml:brush xml:id="br0">
      <inkml:brushProperty name="width" value="0.03969" units="cm"/>
      <inkml:brushProperty name="height" value="0.03969" units="cm"/>
      <inkml:brushProperty name="fitToCurve" value="1"/>
    </inkml:brush>
  </inkml:definitions>
  <inkml:trace contextRef="#ctx0" brushRef="#br0">9084 10982 136,'-8'66'0,"0"1"3,15 19 17,12-16 6,21 14 10,-3-14 4,13-5 12,19-4 13,-10-23-10,60-13 5,-11-41-44,4-49-42,-27-26 2,-36 16 24,-3-18 6,-22 22 4,-2-50 30,-24 11 60,-26-8 16,4 54-55,-20-12-13,-1 24-23,-9 12-16,-20 12-4,5 14-3,1 11-3,-18 16-4,16 7-2,-18 15-46,35-3-58,-1-20-398</inkml:trace>
</inkml:ink>
</file>

<file path=ppt/ink/ink62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130"/>
    </inkml:context>
    <inkml:brush xml:id="br0">
      <inkml:brushProperty name="width" value="0.03969" units="cm"/>
      <inkml:brushProperty name="height" value="0.03969" units="cm"/>
      <inkml:brushProperty name="fitToCurve" value="1"/>
    </inkml:brush>
  </inkml:definitions>
  <inkml:trace contextRef="#ctx0" brushRef="#br0">5326 11143 581,'125'-36'0,"-58"14"-27,60-14-14,-20 10 22,-37 10 5,47-6-10,-1 3-7,-40 7 2,45-8 0,26-4 1,-52 9 8,43-10-11,-9 3 1,-46 9-16,-20 2-13,-7 2 4</inkml:trace>
</inkml:ink>
</file>

<file path=ppt/ink/ink63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131"/>
    </inkml:context>
    <inkml:brush xml:id="br0">
      <inkml:brushProperty name="width" value="0.03969" units="cm"/>
      <inkml:brushProperty name="height" value="0.03969" units="cm"/>
      <inkml:brushProperty name="fitToCurve" value="1"/>
    </inkml:brush>
  </inkml:definitions>
  <inkml:trace contextRef="#ctx0" brushRef="#br0">8901 12197 786,'96'0'0,"55"-12"4,-21-3-3,-55 6-1,75-9 0,26-5-13,-64 7 3,67-18-55,-2-6-24,-63 15-10,-56 15-9,-5-2-17,30-11-68</inkml:trace>
</inkml:ink>
</file>

<file path=ppt/ink/ink63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132"/>
    </inkml:context>
    <inkml:brush xml:id="br0">
      <inkml:brushProperty name="width" value="0.03969" units="cm"/>
      <inkml:brushProperty name="height" value="0.03969" units="cm"/>
      <inkml:brushProperty name="fitToCurve" value="1"/>
    </inkml:brush>
  </inkml:definitions>
  <inkml:trace contextRef="#ctx0" brushRef="#br0">17888 15010 533</inkml:trace>
</inkml:ink>
</file>

<file path=ppt/ink/ink63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133"/>
    </inkml:context>
    <inkml:brush xml:id="br0">
      <inkml:brushProperty name="width" value="0.03969" units="cm"/>
      <inkml:brushProperty name="height" value="0.03969" units="cm"/>
      <inkml:brushProperty name="fitToCurve" value="1"/>
    </inkml:brush>
  </inkml:definitions>
  <inkml:trace contextRef="#ctx0" brushRef="#br0">18849 12246 452,'72'-10'0,"37"-2"18,-17 0 1,-40 6-7,70-8 4,36 0-1,-58 3-4,67-4 5,11-2 11,-63 5-3,66-6 1,37-2-2,-79 6-5,72-6 0,-2 0-4,-74 8-2,64-1-1,23-4-8,-79 5-3,61-4-3,-8 4-3,-70 4 0,54-3-1,11-1 0,-68 4 0,44 0 2,-9 2 0,-58 2 3,38-3-1,5 0 1,-50 5 1,31-4 1,-14 2-1,-41 2 1,28-1 0,-5-1-9,-32 1 1,15-1-24,-6 3-7,32-3-54,-19-5-31,-30 6-147</inkml:trace>
</inkml:ink>
</file>

<file path=ppt/ink/ink63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134"/>
    </inkml:context>
    <inkml:brush xml:id="br0">
      <inkml:brushProperty name="width" value="0.03969" units="cm"/>
      <inkml:brushProperty name="height" value="0.03969" units="cm"/>
      <inkml:brushProperty name="fitToCurve" value="1"/>
    </inkml:brush>
  </inkml:definitions>
  <inkml:trace contextRef="#ctx0" brushRef="#br0">18745 12403 857,'115'0'-10,"-45"0"-3,54-4-8,-49 0 7,70-7-4,-25 0 14,-41 5-1,44-3 2,2-1 2,-45 4 2,53-5 0,22 2 1,-55 2 2,52-5-1,3 0-2,-57 5-1,61-4 0,24-3-3,-65 6 0,64-5-3,-5 1-1,-64 4 0,57-7 0,22 0 0,-68 4 0,54-4 1,-2 1 0,-62 6 2,48-6-3,21 1-10,-66 4 3,49-3-4,-10 0-8,-55 4 3,44-3-3,15 1 0,-57 3 3,33-1 1,-8 0 3,-45 4 6,38-4 0,6 2-28,-46 2 7,22-3-11,-38 3-14,2 0-87</inkml:trace>
</inkml:ink>
</file>

<file path=ppt/ink/ink63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135"/>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3896 13139 288,'1'-109'510,"123"173"-446,-20 37-61,12-12-3,10-21 1,15-19 0,-1-32-1,39-35 1,-49-16 0,2-15 0,-1-3-1,-6-1 1,18-9-1,-4 9 0,13 24 0,-10 33-1,14 24 2,-20 2 3,0-7-1,24-16-2,-1-24 0,-2-30-1,-10-7 1,29-2-1,-19 17 0,-3 6 0,24 3 0,-2 4-1,18-4 1,-18 6 0,20 3 1,-22 5-1,10 8 1,-20 13 0,4 16 0,-26 10 0,-2 13 0,32 28 1,-34 4-2,9 12 1,-11-13-1,0-14 0,11-4 0,3-22 0,-3-23 0,8-23 0,-9-18 0,-8-20 0,-6 7 0,5 15 0,14 21 1,26 25 0,-26 21-1,11 6 0,-2-44-1,-22-64-2,22-80 1,-52 3-1,-28 19-79,-7 13-73,-6 1-189</inkml:trace>
</inkml:ink>
</file>

<file path=ppt/ink/ink63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136"/>
    </inkml:context>
    <inkml:brush xml:id="br0">
      <inkml:brushProperty name="width" value="0.05953" units="cm"/>
      <inkml:brushProperty name="height" value="0.05953" units="cm"/>
      <inkml:brushProperty name="fitToCurve" value="1"/>
    </inkml:brush>
  </inkml:definitions>
  <inkml:trace contextRef="#ctx0" brushRef="#br0">19905 4731 533</inkml:trace>
</inkml:ink>
</file>

<file path=ppt/ink/ink63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137"/>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14249 11669 219,'49'35'127,"27"-10"-26,-23-18-41,22-9 43,7-12-1,-3-16-44,13-17 0,-10-9-33,-17-7-15,-14-5-8,-11-16 2,-30-15 1,-35-5-1,-23 36-2,-33 12 0,-19 40-1,18 25-1,-38 33 0,45 0 0,-24 34 0,15 13 1,31-8 1,23 3-1,38 24 1,39-35-1,30-18 0,24-27-1,15-35 0,-14-10-1,-7-10-2,31-29-5,-32 2-85,-25 11-172,-25 32 1</inkml:trace>
</inkml:ink>
</file>

<file path=ppt/ink/ink63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138"/>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15732 14481 533</inkml:trace>
</inkml:ink>
</file>

<file path=ppt/ink/ink63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139"/>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9754 13786 533</inkml:trace>
</inkml:ink>
</file>

<file path=ppt/ink/ink63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140"/>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9363 13716 533</inkml:trace>
</inkml:ink>
</file>

<file path=ppt/ink/ink64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141"/>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18597 23058 533,'63'-232'174,"-25"109"-245,54-164-1,-29 94 19,38-146 13,-29 102 8,36-175 0,-29 108-15,29-161 4,-31 130 6,67-115 26,-45 143 5,24-118 6,-37 126 0,8-69 0,-30 108 0,27-88 2,-27 107 2,23-90 10,-27 103-4,113-341-13,-52 171 1,-42 142-40,-58 177 38,14-32-8,-10 29-12,22-65-13</inkml:trace>
</inkml:ink>
</file>

<file path=ppt/ink/ink64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142"/>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21479 18645 533</inkml:trace>
</inkml:ink>
</file>

<file path=ppt/ink/ink64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143"/>
    </inkml:context>
    <inkml:brush xml:id="br0">
      <inkml:brushProperty name="width" value="0.05953" units="cm"/>
      <inkml:brushProperty name="height" value="0.05953" units="cm"/>
      <inkml:brushProperty name="fitToCurve" value="1"/>
    </inkml:brush>
  </inkml:definitions>
  <inkml:trace contextRef="#ctx0" brushRef="#br0">19498 14362 533</inkml:trace>
</inkml:ink>
</file>

<file path=ppt/ink/ink64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144"/>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22017 13429 533</inkml:trace>
</inkml:ink>
</file>

<file path=ppt/ink/ink64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145"/>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7407 8092 356,'0'146'404,"5"-11"-319,27 7-79,-2-5-59,-40-50-117</inkml:trace>
</inkml:ink>
</file>

<file path=ppt/ink/ink64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146"/>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7342 8241 255,'-85'141'596,"33"-7"-596,1 1-7,-18-51-280</inkml:trace>
</inkml:ink>
</file>

<file path=ppt/ink/ink64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147"/>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7577 8272 147,'59'-5'12,"12"52"105</inkml:trace>
</inkml:ink>
</file>

<file path=ppt/ink/ink64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148"/>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7787 8449 369,'4'157'200,"-16"-65"-127,-17 24-38,-20 21-14,-14 2 11,-11 2 4,-5-14-1,5-25-13,-11 2-20,7-54-179</inkml:trace>
</inkml:ink>
</file>

<file path=ppt/ink/ink64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149"/>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7741 8723 343,'142'0'352,"-26"-7"-231,12-33-157,-14-12-299,-31 41-106</inkml:trace>
</inkml:ink>
</file>

<file path=ppt/ink/ink64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150"/>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8803 8009 276,'-62'146'518,"3"-25"-520,-15 6-72,8-25-118,-34 1-228</inkml:trace>
</inkml:ink>
</file>

<file path=ppt/ink/ink65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151"/>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8722 8125 266,'151'32'491,"-57"54"-416,-127 37-540</inkml:trace>
</inkml:ink>
</file>

<file path=ppt/ink/ink65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152"/>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8687 8311 345,'3'75'23,"9"15"54,-3-8-16,4 24 31,-2-16-12,4 62-2,-4-23-45,9 7-37,-36-51-164</inkml:trace>
</inkml:ink>
</file>

<file path=ppt/ink/ink65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153"/>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9491 7806 387,'-147'164'469,"74"-54"-495,0 11-244,-6-54-285</inkml:trace>
</inkml:ink>
</file>

<file path=ppt/ink/ink65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154"/>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9424 7961 213,'-116'158'639,"35"-52"-631,23 15-1,212-145-12,-17-54-7,-21 0-20,-180 192 36,-32-4 43,221-56-242,-41 21-292</inkml:trace>
</inkml:ink>
</file>

<file path=ppt/ink/ink65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155"/>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9535 8286 136,'-31'103'199,"59"44"153,8-49-212,21 24-95,-69 7-30,-125-133-21,21-87-120,63 12-130</inkml:trace>
</inkml:ink>
</file>

<file path=ppt/ink/ink65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156"/>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9353 8508 136,'-88'140'406,"51"-47"-394,-5-3-13,-27-15-547</inkml:trace>
</inkml:ink>
</file>

<file path=ppt/ink/ink65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157"/>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9634 8360 219,'105'25'150,"-13"89"181,-31-21-246,-38-10-253</inkml:trace>
</inkml:ink>
</file>

<file path=ppt/ink/ink65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158"/>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9845 8126 419,'81'-42'207,"4"-11"-74,23-9-41,15-8-84,-46 52-114,2 1-639</inkml:trace>
</inkml:ink>
</file>

<file path=ppt/ink/ink65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159"/>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10004 7628 180,'0'96'58,"7"4"17,9-18 6,1-5 5,-2-1 2,4 13-12,4 10-3,8 16-81,-37-37-144</inkml:trace>
</inkml:ink>
</file>

<file path=ppt/ink/ink65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160"/>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9838 7827 232,'88'11'119,"72"-67"-120,-47-7-69,-26 22-13,-44 114 48,-108 43 156,9-21-15,-17 18-137</inkml:trace>
</inkml:ink>
</file>

<file path=ppt/ink/ink66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161"/>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10164 7915 136,'-42'79'118,"-31"2"57,127 20 248,98-164-430,-248 205-8,-11-40 42,-3 10-15,259-57-46,-8-130-12,-28-2-130,-213 154 32,-20 62 363,59-38-83,141 5-92,74-163-66,-34-24-152,-244 111-56,30 28 245</inkml:trace>
</inkml:ink>
</file>

<file path=ppt/ink/ink66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162"/>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10438 7544 242,'-39'136'432,"9"-19"-313,0 5-92,-3 9-23,-11 17-16,7-19 8,147-221 51,-11-8-50,1 3-24,-1 15-148,-70 198-96,-38-33 319,-9 12 61,-6 5 9,-8 8-39,-2 0-41,-19 4-34,0-5-23,-8 2-10,-22-30-44,22-162-119,56 6 115,5-45-36,32 29 57,43 46 148,72 74 165,-54 7-106,16 23-37,24 20-83,2-45-115,-29-89-130,-24 42-71</inkml:trace>
</inkml:ink>
</file>

<file path=ppt/ink/ink66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163"/>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10981 8261 332,'112'-82'84,"-31"44"-14,67-16 34,-1 2-10,-2 2-16,60-19-18,-37 7-26,-21 8-22,29-2-6,17-3-3,-44 17-6,-10 12-7,-59 38-97,0 0-642</inkml:trace>
</inkml:ink>
</file>

<file path=ppt/ink/ink66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164"/>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11277 8310 236,'122'-70'327,"-19"40"-310,-13 26-40,-92 91-11,-58 0 107,-4-3 37,-11 11-3,213-173-208,-53-14-48,-13 21 8</inkml:trace>
</inkml:ink>
</file>

<file path=ppt/ink/ink66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165"/>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11671 8209 136,'120'-63'437,"-32"15"-249,34-9-101,8-4-79,-52 52-114,1-2-636</inkml:trace>
</inkml:ink>
</file>

<file path=ppt/ink/ink66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166"/>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11835 8125 169,'-26'97'306,"1"-16"-239,-8-3-4,-14 19-16,-27-18-518</inkml:trace>
</inkml:ink>
</file>

<file path=ppt/ink/ink66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167"/>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11884 8192 136,'15'88'101,"27"24"282,31-40-163,55-117-182,-49-109-61,-2 78-267</inkml:trace>
</inkml:ink>
</file>

<file path=ppt/ink/ink66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168"/>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12530 8172 146,'-76'-4'427,"-46"143"-411,118-44-31,86-38 13,15-42 11,8-25 3,-18-29-4,-109-55-7,-53 21-1,-27 10 0,8 20 8,-7 12 44,194-58 47,29 25-196,-21 9-49,-10-3-17,-15 14-191</inkml:trace>
</inkml:ink>
</file>

<file path=ppt/ink/ink66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169"/>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12646 7714 141,'140'26'667,"-81"121"-612,85-191-90,-44-66-568</inkml:trace>
</inkml:ink>
</file>

<file path=ppt/ink/ink66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170"/>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11622 7309 222,'11'96'145,"1"-21"-95,17 74-27,-13-63-60,11 40-191</inkml:trace>
</inkml:ink>
</file>

<file path=ppt/ink/ink67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171"/>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415 5732 206,'92'-50'108,"68"-33"40,-60 37-52,24-5 11,-12 11-48,22 11-32,-43 114-37,-145 52 13,-24-2 5,-16 10 1,-3-5-4,6-17-1,11-21-13,7 2-67,12-15-164</inkml:trace>
</inkml:ink>
</file>

<file path=ppt/ink/ink67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172"/>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380 5751 203,'112'111'246,"-36"-14"-128,-7-9 17,28 4-60,-8-10-59,6-3-92,-47 0-168</inkml:trace>
</inkml:ink>
</file>

<file path=ppt/ink/ink67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173"/>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1026 5086 279,'140'-83'294,"-44"49"-147,31 28-70,-57 114-71,-119 16 21,-40 6-6,42-9-10,187-108-21,-53 25-172</inkml:trace>
</inkml:ink>
</file>

<file path=ppt/ink/ink67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174"/>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2305 5444 293,'-2'-176'437,"-108"113"-537,11 92 35,16 34 26,-36 65 13,3 27 58,70-80 2,2 6 15,-1 19 11,3 21 11,16-1-8,54 25-27,82-47-27,46-77-13,-10-56-35,-13-29-81,-57 54-28</inkml:trace>
</inkml:ink>
</file>

<file path=ppt/ink/ink67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175"/>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1945 5740 158,'-104'24'114,"313"14"407,-77-42-506,-5 10-4,13 24-20,-89 103-95,-95-2 56,-26 0-4,8-17-54,24-36 13,0-1-23</inkml:trace>
</inkml:ink>
</file>

<file path=ppt/ink/ink67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176"/>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688 7416 486,'93'-38'266,"36"10"-187,16 12-82,-6 13-121,-63 24-27</inkml:trace>
</inkml:ink>
</file>

<file path=ppt/ink/ink67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177"/>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737 7791 502,'84'-3'346,"82"-26"-333,-13 3-12,29-13-10,-104 47-97,1 0-633</inkml:trace>
</inkml:ink>
</file>

<file path=ppt/ink/ink67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178"/>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2306 7195 161,'-37'-79'31,"-42"-15"22,1 113-78,-9 77 8,40-10 11,11-1 2,14 4 3,16-8 14,19 8 47,74-46 91,40-161-75,-28-41-49,-44 52-20,-11 15-3,-2-4 0,-9-9 4,1-18 23,-15 18 20,-12-8 57,-80 206 2,48 43-102,6 26-3,9-18-3,13 31-1,23-24-4,109-125-387,-58 17-71</inkml:trace>
</inkml:ink>
</file>

<file path=ppt/ink/ink67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179"/>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2477 6427 363,'147'21'239,"-166"73"-153,-56-14 47,193-4-255,-54 5-233</inkml:trace>
</inkml:ink>
</file>

<file path=ppt/ink/ink67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180"/>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3353 6670 680,'-63'-100'138,"-55"59"-142,-6 95-16,14 42 21,9 25 18,41-7 1,23 16-4,53 13-2,103-49-6,39-96-16,-35-66-91,-45-26-138,-4 47-144</inkml:trace>
</inkml:ink>
</file>

<file path=ppt/ink/ink68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181"/>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3117 6705 158,'-100'9'6,"72"69"153,107 46 192,17-62-210,47 2-96,-53 45-97,-171 13 8,-2-16-136,-4-48-242</inkml:trace>
</inkml:ink>
</file>

<file path=ppt/ink/ink68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182"/>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1801 7693 764,'164'-50'-36,"-24"14"57,-5 3 4,43-8 2,13 3 1,-20 8 1,27 4-16,21 0-5,-62 19-6,-2 3-2,23 3-1,-28 3-7,-6 1-35,2-7-220,-64 26-24</inkml:trace>
</inkml:ink>
</file>

<file path=ppt/ink/ink68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183"/>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2416 8247 136,'-22'-121'523,"-84"93"-570,-26 195 4,96-83 30,10 14 3,13-5-7,11 4-5,33-18 6,56-98 23,15-129 10,-40 2-10,-27 43-4,-9 15 0,-4 10-1,-3-6 12,1-20 32,-11 1 39,-21-2 15,-17 220-38,26 26-51,15 16-6,8-24-2,19 10-1,32-27-76,-52-33-94</inkml:trace>
</inkml:ink>
</file>

<file path=ppt/ink/ink68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184"/>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2663 7916 163,'108'100'164,"-26"-2"-153,-14-12-3,-11 31 8,-105-9 111,-26-144 89,34-77-123,64-25-94,42 29-6,22 19-33,5 22-73,2 25-161</inkml:trace>
</inkml:ink>
</file>

<file path=ppt/ink/ink68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185"/>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3119 7726 413,'181'13'326,"-207"110"-281,122-26 14,54-123-158,-67 38-60</inkml:trace>
</inkml:ink>
</file>

<file path=ppt/ink/ink68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186"/>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963 9766 325,'136'-38'288,"-18"9"-135,18 7-91,-5 11-70,-5-4-81,7-20-68,-47 42-134</inkml:trace>
</inkml:ink>
</file>

<file path=ppt/ink/ink68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187"/>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1371 9088 250,'0'133'134,"0"-39"-88,0-20-10,0 61 25,0-6-13,0 36-14,0-25-6,0-20-6,-9 27-4,1-35-8,-2 33-22,6-20-46,-22-51-152</inkml:trace>
</inkml:ink>
</file>

<file path=ppt/ink/ink68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188"/>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2238 8738 172,'-32'77'205,"17"-4"-117,5 33-3,-2 7-30,-6 17-61,-9 0-60,5-45 3,-10-1-37</inkml:trace>
</inkml:ink>
</file>

<file path=ppt/ink/ink68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189"/>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1691 9611 436,'105'-43'65,"100"-57"97,-98 51-91,32-10-13,36-4-13,-9 19-38,-33 19-25,7 18-68,-15 26-153,-42 22-257</inkml:trace>
</inkml:ink>
</file>

<file path=ppt/ink/ink68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190"/>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2130 9586 136,'51'83'262,"2"8"-173,2 10-41,-7 6-22,-11-15-26,-9-8-17,-14 1-16,-39-5 59,-59-115 196,47-77-135,69-36-71,45 6-12,32 26-1,10 44-2,18 0 0,-1 4-40,-16 12-348,-37 47-54</inkml:trace>
</inkml:ink>
</file>

<file path=ppt/ink/ink69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191"/>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3779 9088 137,'-32'-114'295,"-79"6"-139,15 112-163,16 50-6,-50 99-22,77-70 30,18-3 26,14 24 49,41-7 3,77-50-44,40-113-26,-47-28-8,1-41-1,-39 35-4,15-58-17,-28 55 8,-5-9-1,-3-23-6,-18 23 15,-11 18 60,-97 146 149,66 79-186,6 29-7,10-1-3,10-13 0,13-4 0,30-12-2,-43-48-108,0-1-646</inkml:trace>
</inkml:ink>
</file>

<file path=ppt/ink/ink69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192"/>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4452 8460 161,'-120'-118'661,"-12"163"-633,14 73-25,38-8-2,5 33-1,33 1 4,50-2 4,73-3-2,39-73-6,29-84-23,-45-75-223,-22 59-60</inkml:trace>
</inkml:ink>
</file>

<file path=ppt/ink/ink69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193"/>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4065 8662 187,'121'27'537,"12"1"-419,-9 22-120,-102 78-25,-79-17 39,-16-7-5,-1 4-30,-6 7-158,-4-52-273</inkml:trace>
</inkml:ink>
</file>

<file path=ppt/ink/ink69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194"/>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3197 9479 590,'108'-26'-39,"-5"-5"73,11-2 10,5-1 14,61-9 4,-20 7-5,-14 5-22,25-1-16,17 5-10,-50 16-10,13 16-38,-64 27-138</inkml:trace>
</inkml:ink>
</file>

<file path=ppt/ink/ink69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195"/>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3893 9782 371,'-98'-95'219,"42"20"-126,-47 37-65,-13 90-26,21 67-15,36-16-3,11 0 11,17-1 13,16 16 18,41-11 20,110-98-21,-48-108-25,-6-34-1,-12-2 0,-13 0 1,-14 17 9,-10-9 18,-70 250 33,45 28-59,13-10 0,25 13-3,82-107-181,-46 17-170</inkml:trace>
</inkml:ink>
</file>

<file path=ppt/ink/ink69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196"/>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3892 9454 232,'76'121'479,"1"5"-376,-13 16-76,-20 6-14,-28-10-16,-36-10-1,-53-238 31,103-51-22,46 14-4,16 34-3,39 29-28,13 63-133,-68 34 16</inkml:trace>
</inkml:ink>
</file>

<file path=ppt/ink/ink69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197"/>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3869 9310 136,'-59'88'634,"26"44"-557,0-1-68,-2 36-8,7-10-19,-16-77-162</inkml:trace>
</inkml:ink>
</file>

<file path=ppt/ink/ink69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198"/>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2735 5453 724,'183'-160'0,"-71"65"-1,17-18-1,92-67 11,-63 62 5,48-42-1,36-15 4,50-27-1,-18 18 0,40-24-2,0 8 0,-110 70-2,66-30-1,-17 13-5,27-17-3,5 0-3,-101 59-1,41-23 0,-18 12-3,-75 41 1,45-23-4,15-6 0,-69 37 1,40-24-1,-19 9 1,85-53-4,-77 51-54,75-45-83,-146 81 50,2 1-170</inkml:trace>
</inkml:ink>
</file>

<file path=ppt/ink/ink69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199"/>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8099 783 602,'74'0'-163,"-14"2"-81</inkml:trace>
</inkml:ink>
</file>

<file path=ppt/ink/ink69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200"/>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8891 559 136,'-51'100'171,"-29"-7"-63,-43 31-43,-8-11-56,-13-15-5,56-44-2,-58 30 0,67-35 38,-11 4 31,1-3 25,209-66-1,25-35-74,50-22-2,2-2-8,-71 24-6,16-2-3,22-8-4,-35 16-10,5-4-59,-48 45-94</inkml:trace>
</inkml:ink>
</file>

<file path=ppt/ink/ink70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201"/>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8169 1194 276,'9'133'305,"-18"-23"-180,-14 25-42,-5-4-40,-11 2-35,-7 22-32,14-23-15,13-16-304</inkml:trace>
</inkml:ink>
</file>

<file path=ppt/ink/ink70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202"/>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8166 1378 136,'64'-78'31,"26"-4"43,-6 32 11,21 129 58,-82 13-52,-11 28 10,-8 0-19,-4-3-22,1 25-20,-6-10-23,-23 11-13,-106-180-232,80-54-25</inkml:trace>
</inkml:ink>
</file>

<file path=ppt/ink/ink70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203"/>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8279 1361 136,'-28'151'609,"-30"-29"-550,3 0-42,199-104-65,-37-107-16,-17 11-2,-5 5-17,49-42-115,-58 47 8</inkml:trace>
</inkml:ink>
</file>

<file path=ppt/ink/ink70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204"/>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8621 1309 136,'0'141'297,"79"-98"-244,6-182-33,-34 239 283,-41 29-268,-9 41-23,-7 33-8,-1-20-2,5-38-1,15 15-27,-31-87-78,0 2-621</inkml:trace>
</inkml:ink>
</file>

<file path=ppt/ink/ink70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205"/>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9342 1235 319,'143'-93'476,"-1"53"-466,-12-5-153,-43 42-82</inkml:trace>
</inkml:ink>
</file>

<file path=ppt/ink/ink70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206"/>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9629 909 244,'0'115'138,"11"36"14,7-15-37,-7-35-55,7 58-3,-11 10-24,-11-20-10,-8-14-3,-23 1-3,-35-25-12,-69-69 2,5-118 0,72-51-4,64-39-2,39 37-5,30 5-8,25-5-17,21-17 0,2-1-75,-15 24-60,-6 11-254</inkml:trace>
</inkml:ink>
</file>

<file path=ppt/ink/ink70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207"/>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9833 699 136,'-87'73'123,"55"37"43,21-10-43,8 10-21,22 20-17,24-18-49,-38-28-201</inkml:trace>
</inkml:ink>
</file>

<file path=ppt/ink/ink70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208"/>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9834 814 250,'97'-75'235,"2"46"-13,29 37-83,-42 106-120,-106 24-13,-64-13-12,-38-40-50,-11-68-328,127-132 184,105 14 297,35 22-19,-50 126 193,-167 53-209,-8-1-21,-12 6-13,-3-10-12,-9 12-4,254-174 21,13-18-30,-25 29-2,18 18-8,-66 43-100,1-1-638</inkml:trace>
</inkml:ink>
</file>

<file path=ppt/ink/ink70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209"/>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10229 1220 136,'-50'111'687,"40"34"-680,-1 9-22,7-18-9,-1-9-122,67-221-65,0-33 178,-22 0 5,-118 107-2,-12 87 32,-31 34 4,0-6 5,45-41-7,-43 29-5,-9-23-54,51-56-46</inkml:trace>
</inkml:ink>
</file>

<file path=ppt/ink/ink70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210"/>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9547 1634 136,'103'-37'0,"23"33"41,-36 34 73,28 83 111,25 61-12,-57-78-140,18-20-29,56-29-18,3-65-24,37-75-5,-66 0-7,-20-2-163,-12-39 79,-35 48-9,4-3-253</inkml:trace>
</inkml:ink>
</file>

<file path=ppt/ink/ink71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211"/>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11516 712 356,'-119'132'320,"43"-43"-214,-13 21-54,-8 5-55,23-9-49,17 2-216</inkml:trace>
</inkml:ink>
</file>

<file path=ppt/ink/ink71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212"/>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11462 1028 136,'-75'81'397,"-49"78"-286,46-68-107,-5 4-44,19-18-6,-12 2-31</inkml:trace>
</inkml:ink>
</file>

<file path=ppt/ink/ink71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213"/>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11212 1225 136,'84'-44'0,"-17"159"162,-78-9-74,-5-9 9,-2-1 2,-8 21-14,-9 39-4,11-32-44,0 23-28,87-270-432,-44 46 366,9-2-98</inkml:trace>
</inkml:ink>
</file>

<file path=ppt/ink/ink71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214"/>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11726 759 271,'127'-15'209,"-43"11"37,-75 132-109,-92-13-131,-22 1-5,0-5-3,9-17-1,-3-2-11,12-52-168</inkml:trace>
</inkml:ink>
</file>

<file path=ppt/ink/ink71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215"/>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11476 1276 226,'125'-6'405,"-29"-24"-288,14-11-25,31 4-78,-61 41-120,-1 1-634</inkml:trace>
</inkml:ink>
</file>

<file path=ppt/ink/ink71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216"/>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11742 1301 334,'6'136'187,"-54"-43"-193,-17-11-4,-74 16-16,342-113 425,-62-16-395,0 6-3,18 5-3,-21 16-10,-61 27-96,1-1-645</inkml:trace>
</inkml:ink>
</file>

<file path=ppt/ink/ink71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217"/>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13067 668 316,'-162'20'423,"25"-11"-439,19 7 47,-3 56 36,26 43-36,44 46-20,20 15-8,8-7-1,8 3-1,9-34-1,10 15-5,13-20-67,-33-47-97</inkml:trace>
</inkml:ink>
</file>

<file path=ppt/ink/ink71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218"/>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12334 1454 136,'36'-80'17,"21"3"22,46-23 6,-29 44-20,70-33 42,-18 23 58,42 15 102,-63 69-128,-12 100-48,-69 38-30,-23-17-11,-10 27-2,0-1-3,-15-21-2,-8-5-4,-91-216-21,52-8-268</inkml:trace>
</inkml:ink>
</file>

<file path=ppt/ink/ink71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219"/>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12593 1201 282,'-40'142'328,"-1"-48"-221,154-134-37,18-63-38,-14 19-6,0 24-16,-155 211-5,-32-27-3,26 9-2,207-117-27,10-78-85,-50 11-24,-11 10-35,-25 15 26,13 14 26,-38 89 76</inkml:trace>
</inkml:ink>
</file>

<file path=ppt/ink/ink71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220"/>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13837 1280 834,'99'22'-41,"-43"12"-129</inkml:trace>
</inkml:ink>
</file>

<file path=ppt/ink/ink72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221"/>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13825 1561 515,'218'51'267,"-102"-90"-745</inkml:trace>
</inkml:ink>
</file>

<file path=ppt/ink/ink72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222"/>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15122 806 244,'-27'102'302,"0"-9"-288,6 10-6,5-4 2,16 8 8,45-6 2,37-27 0,19-25 5,1-15 3,-2 13 16,-208 4-10,-38-61-98,25-22-3,-1-35-41,45 10-170</inkml:trace>
</inkml:ink>
</file>

<file path=ppt/ink/ink72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223"/>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14985 1011 136,'81'-50'0,"27"-10"13,-18 25 11,12 11 21,-18 44-36,-92 81-57,-50-16 23,-38 9 11,-17 0 10,29-30 4,-22 5 0,24-17 0,-4 3 0,5-3 14,1 0 37,223-70 443,-38-24-493,69-30-37,-20 12-27,-20 4-93,-58 24-81</inkml:trace>
</inkml:ink>
</file>

<file path=ppt/ink/ink72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224"/>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16188 821 376,'-135'24'150,"70"56"-121,1 10-21,14-11-6,-6 35 2,14-1 24,20-12 28,39 18 45,120-70-36,27-127-49,-34-26-12,-27-11-3,-16-6-10,-61-15-8,-143 66 37,-31 118-12,50 48-11,58 37-1,130-10-23,60-84-62,-70 13-155</inkml:trace>
</inkml:ink>
</file>

<file path=ppt/ink/ink72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225"/>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17078 818 184,'115'-1'475,"7"-13"-356,8 14-90,-148 132-33,-87-63 1,-3-1 0,-7 0 3,-18 16 15,21-9 24,240-42-19,16-58-19,-3-11-3,-9-13-6,-6-25-129,-46 59-18</inkml:trace>
</inkml:ink>
</file>

<file path=ppt/ink/ink72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226"/>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17502 940 136,'-94'55'63,"-21"60"128,3 11-76,51-52-75,-13 15 28,5-4 4,-16-31-419</inkml:trace>
</inkml:ink>
</file>

<file path=ppt/ink/ink72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227"/>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17195 1210 136,'21'115'101,"-19"-3"169,7-24-46,60 1-88,58-139-134,-13-47-10,-20-2-13,2-14-56,-4-5-69,-29 33-162</inkml:trace>
</inkml:ink>
</file>

<file path=ppt/ink/ink72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228"/>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17875 624 184,'57'28'-30</inkml:trace>
</inkml:ink>
</file>

<file path=ppt/ink/ink72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229"/>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18559 535 290,'-131'87'503,"22"-11"-455,-28 17-34,24-22-9,-11 3 4,272-23 1,20-94-10,-29 1-1,-7 7-4,-210 163 4,-70-20 0,-1-6-2,21-12 2,7 0 0,271-90 6,-26-60-8,36-18-3,-27 21-14,-166 211 34,-73-51-8,-17 15-6,18-32-1,-38 15-13,27-30-41,30-51-115</inkml:trace>
</inkml:ink>
</file>

<file path=ppt/ink/ink72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230"/>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18033 1324 136,'95'-10'27,"-7"-1"64,14 10 49,-12 17 1,-9 27 3,12 31-25,2 23-53,12-13-59,-55-6-194</inkml:trace>
</inkml:ink>
</file>

<file path=ppt/ink/ink73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231"/>
    </inkml:context>
    <inkml:brush xml:id="br0">
      <inkml:brushProperty name="width" value="0.03969" units="cm"/>
      <inkml:brushProperty name="height" value="0.03969" units="cm"/>
      <inkml:brushProperty name="fitToCurve" value="1"/>
    </inkml:brush>
  </inkml:definitions>
  <inkml:trace contextRef="#ctx0" brushRef="#br0">21464 8595 282,'124'-59'82,"-44"33"-63,86-19 22,-26 13-22,-49 11-2,58-1-5,-16 3-1,-45 7-6,63-4-2,10 4 16,-57 4-2,44 3 8,-11 2 3,-49 2-3,52 2-2,0 6-2,-50-4-3,26 5-15,-20-3-8,55 3-92</inkml:trace>
</inkml:ink>
</file>

<file path=ppt/ink/ink73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232"/>
    </inkml:context>
    <inkml:brush xml:id="br0">
      <inkml:brushProperty name="width" value="0.03969" units="cm"/>
      <inkml:brushProperty name="height" value="0.03969" units="cm"/>
      <inkml:brushProperty name="fitToCurve" value="1"/>
    </inkml:brush>
  </inkml:definitions>
  <inkml:trace contextRef="#ctx0" brushRef="#br0">14737 9251 771,'139'34'-182,"-10"-17"153,-41-10 15,87 5-14,-35-8 16,-50-1 14,64-4 7,-6 1 11,-52 0-1,70-9 5,34 0 9,-71 2-2,82-5-2,6-3 2,-78 6-5,80-5 0,42-5 0,-93 8-7,87-7-2,-9 2-2,-86 5-6,79-6 1,26-1-2,-94 6-3,77-5 1,-8 1-2,-87 5-2,68-2 1,25-1-1,-88 6-1,57-4 0,-16 6 1,-73 3-2,54-1 1,-5-2 0,-63 3-1,38-3 1,-34 4-1,64-2 0,-28 2 0,-29 2 0,-18-2 0,-19 27-451</inkml:trace>
</inkml:ink>
</file>

<file path=ppt/ink/ink73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233"/>
    </inkml:context>
    <inkml:brush xml:id="br0">
      <inkml:brushProperty name="width" value="0.03969" units="cm"/>
      <inkml:brushProperty name="height" value="0.03969" units="cm"/>
      <inkml:brushProperty name="fitToCurve" value="1"/>
    </inkml:brush>
  </inkml:definitions>
  <inkml:trace contextRef="#ctx0" brushRef="#br0">16822 9725 330,'-96'0'-48,"224"44"165,6-16-38,64 0 15,-117-22-61,60 5 27,-28-6-32,38-9-1,-24 2 1,-44 0-5,61-10-3,16 0-1,-54 4-6,56-5-2,-3-3 0,-57 5-4,73-5-1,30-4-2,-73 8-1,75-6 0,-5-2-1,-72 6 1,68-4-1,24-2 0,-79 7 0,60-5 0,-11 4 0,-67 3-1,63-4 0,13 1 0,-71 4 0,51-3 0,-23 2-1,-56 3 0,55-1 1,5-2-1,-57 3 0,40-1 1,-24 1-1,70-3 0,-84 7 0,53-4 1,-29 0-1,1 2 0,13 0 0,-38 2 0,-206 50-449</inkml:trace>
</inkml:ink>
</file>

<file path=ppt/ink/ink73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234"/>
    </inkml:context>
    <inkml:brush xml:id="br0">
      <inkml:brushProperty name="width" value="0.03969" units="cm"/>
      <inkml:brushProperty name="height" value="0.03969" units="cm"/>
      <inkml:brushProperty name="fitToCurve" value="1"/>
    </inkml:brush>
  </inkml:definitions>
  <inkml:trace contextRef="#ctx0" brushRef="#br0">9920-3350 533,'-92'-1'337,"-8"-7"-341,-28 0-7,-19-1-10,51 7 9,-84-1-13,48 3 14,39 0 4,-35 0 2,41-1 1,-33 1 1,36 0 3,-33 0 0,-92 3 2,117-2 0,-33 4-3,35-1 0,-32 0-1,34-2 1,-20 3 2,-54 2 5,36-5 13,18-2 4,12 1-3,-17-1 1,11 0-12,12 4-1,0 19-11,-3-14 4,1-3 0,193 21-6,-9-24 8,-9 25-444</inkml:trace>
</inkml:ink>
</file>

<file path=ppt/ink/ink73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235"/>
    </inkml:context>
    <inkml:brush xml:id="br0">
      <inkml:brushProperty name="width" value="0.03969" units="cm"/>
      <inkml:brushProperty name="height" value="0.03969" units="cm"/>
      <inkml:brushProperty name="fitToCurve" value="1"/>
    </inkml:brush>
  </inkml:definitions>
  <inkml:trace contextRef="#ctx0" brushRef="#br0">8670-4104 533,'-171'-47'-22,"-80"-4"-24,-78-1 4,142 22 15,-158-22-1,-211-7 8,-61 2 5,-104-10 3,251 26 3,-171-14-10,227 19-35,279 24 29,50 6 20,-14-2-3,-13-2-4,25 2-8,-98-5-19</inkml:trace>
</inkml:ink>
</file>

<file path=ppt/ink/ink73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236"/>
    </inkml:context>
    <inkml:brush xml:id="br0">
      <inkml:brushProperty name="width" value="0.05953" units="cm"/>
      <inkml:brushProperty name="height" value="0.05953" units="cm"/>
      <inkml:brushProperty name="fitToCurve" value="1"/>
    </inkml:brush>
  </inkml:definitions>
  <inkml:trace contextRef="#ctx0" brushRef="#br0">6029 13146 366,'117'48'-35,"15"-35"54,-44-13 10,25-12-4,-13-6-1,0-15 5,13-15 3,-19-1 0,-8-2 10,20-22 5,-21 8 3,32-48 19,-41 25-33,-10-10-3,15-48-2,-24-8-14,-26 6-8,-30 7-7,-38 9-1,-36 7 1,-28 11 0,-33 18-1,-22 27-1,-9 41 0,-12 43-1,1 40 0,16 29 0,9 33 0,21 16 1,25 17-1,38 8 1,35 0-1,42-5-1,30-23-12,34-22-11,35-19 2,43-33-7,30-40-40,-66-17-154,-34 28-241</inkml:trace>
</inkml:ink>
</file>

<file path=ppt/ink/ink73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237"/>
    </inkml:context>
    <inkml:brush xml:id="br0">
      <inkml:brushProperty name="width" value="0.05953" units="cm"/>
      <inkml:brushProperty name="height" value="0.05953" units="cm"/>
      <inkml:brushProperty name="fitToCurve" value="1"/>
    </inkml:brush>
  </inkml:definitions>
  <inkml:trace contextRef="#ctx0" brushRef="#br0">11442 10912 393,'61'6'38,"33"-9"5,-24-10-15,-7-1 11,45-16 36,-33-1-30,43-23 32,-55 24-45,43-28 18,-36 15-33,32-25 2,-23 9-12,6-22-5,-22 13-2,2-35 1,-27-8 0,-36 13 2,-38-6 0,-36 16 0,-48 14 0,36 44-2,-46 19-1,14 23 1,13 12-1,-43 44-1,30 0 0,21 3 0,-10 35 0,29-15 0,24-18 1,9 22 0,26 17 2,43-14 1,48-19-1,59-33-1,-22-32-2,-1-17-1,57-25-5,-18-5-83,-73 15-52,9-3-246</inkml:trace>
</inkml:ink>
</file>

<file path=ppt/ink/ink73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238"/>
    </inkml:context>
    <inkml:brush xml:id="br0">
      <inkml:brushProperty name="width" value="0.05953" units="cm"/>
      <inkml:brushProperty name="height" value="0.05953" units="cm"/>
      <inkml:brushProperty name="fitToCurve" value="1"/>
    </inkml:brush>
  </inkml:definitions>
  <inkml:trace contextRef="#ctx0" brushRef="#br0">17102 9521 533</inkml:trace>
</inkml:ink>
</file>

<file path=ppt/ink/ink73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239"/>
    </inkml:context>
    <inkml:brush xml:id="br0">
      <inkml:brushProperty name="width" value="0.05953" units="cm"/>
      <inkml:brushProperty name="height" value="0.05953" units="cm"/>
      <inkml:brushProperty name="fitToCurve" value="1"/>
    </inkml:brush>
  </inkml:definitions>
  <inkml:trace contextRef="#ctx0" brushRef="#br0">14553 12596 697,'44'61'148,"-6"18"-134,0 6-8,-1-4-4,1 9-16,-2-15-114,-29-27-27</inkml:trace>
</inkml:ink>
</file>

<file path=ppt/ink/ink73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240"/>
    </inkml:context>
    <inkml:brush xml:id="br0">
      <inkml:brushProperty name="width" value="0.05953" units="cm"/>
      <inkml:brushProperty name="height" value="0.05953" units="cm"/>
      <inkml:brushProperty name="fitToCurve" value="1"/>
    </inkml:brush>
  </inkml:definitions>
  <inkml:trace contextRef="#ctx0" brushRef="#br0">14617 12695 136,'47'-16'128,"7"-3"-17,-3 4 12,52-18 58,-10 6-62,3 5-66,-2 7-36,-12 34-11,-106 67 0,-35 4-3,-26 18-2,25-39-1,-8 11-1,9-20-1,-7 0 0,-17-28-8,34-30-98,-1 0-645</inkml:trace>
</inkml:ink>
</file>

<file path=ppt/ink/ink74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241"/>
    </inkml:context>
    <inkml:brush xml:id="br0">
      <inkml:brushProperty name="width" value="0.05953" units="cm"/>
      <inkml:brushProperty name="height" value="0.05953" units="cm"/>
      <inkml:brushProperty name="fitToCurve" value="1"/>
    </inkml:brush>
  </inkml:definitions>
  <inkml:trace contextRef="#ctx0" brushRef="#br0">14861 12311 576,'0'97'26,"0"-2"15,0-30-11,0 54 16,0-22-17,0 60 20,0-67-30,0 58 11,0-48-25,0 49 1,0-35-5,0 1-1,14 0-11,-23-69-94,0 0-629</inkml:trace>
</inkml:ink>
</file>

<file path=ppt/ink/ink74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242"/>
    </inkml:context>
    <inkml:brush xml:id="br0">
      <inkml:brushProperty name="width" value="0.05953" units="cm"/>
      <inkml:brushProperty name="height" value="0.05953" units="cm"/>
      <inkml:brushProperty name="fitToCurve" value="1"/>
    </inkml:brush>
  </inkml:definitions>
  <inkml:trace contextRef="#ctx0" brushRef="#br0">15521 12678 379,'-65'89'226,"35"-22"-128,1 4-34,0 5-26,2 8-23,-11-32-294</inkml:trace>
</inkml:ink>
</file>

<file path=ppt/ink/ink74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243"/>
    </inkml:context>
    <inkml:brush xml:id="br0">
      <inkml:brushProperty name="width" value="0.05953" units="cm"/>
      <inkml:brushProperty name="height" value="0.05953" units="cm"/>
      <inkml:brushProperty name="fitToCurve" value="1"/>
    </inkml:brush>
  </inkml:definitions>
  <inkml:trace contextRef="#ctx0" brushRef="#br0">15607 12713 179,'0'72'208,"1"-19"-117,6 5-29,0-2-7,2 0 3,7 12 26,25-12 1,11-115-60,-13-12-14,-1-30-3,-6 10-2,0 17-3,8-5 1,34 128 6,-42 49-10,7-14-4,18-18-13,-34-12-168</inkml:trace>
</inkml:ink>
</file>

<file path=ppt/ink/ink74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244"/>
    </inkml:context>
    <inkml:brush xml:id="br0">
      <inkml:brushProperty name="width" value="0.05953" units="cm"/>
      <inkml:brushProperty name="height" value="0.05953" units="cm"/>
      <inkml:brushProperty name="fitToCurve" value="1"/>
    </inkml:brush>
  </inkml:definitions>
  <inkml:trace contextRef="#ctx0" brushRef="#br0">16560 12241 177,'7'67'264,"-1"31"-100,3-23-102,-1-11-73,1 0-125,-18-18-128</inkml:trace>
</inkml:ink>
</file>

<file path=ppt/ink/ink74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245"/>
    </inkml:context>
    <inkml:brush xml:id="br0">
      <inkml:brushProperty name="width" value="0.05953" units="cm"/>
      <inkml:brushProperty name="height" value="0.05953" units="cm"/>
      <inkml:brushProperty name="fitToCurve" value="1"/>
    </inkml:brush>
  </inkml:definitions>
  <inkml:trace contextRef="#ctx0" brushRef="#br0">16535 12127 424,'99'-17'124,"-22"1"-5,6 3-12,-4 5-43,5 9-42,-4 28-16,-79 54-1,-54-10-3,-12-21-3,-10-14-9,-3-13-74,144-86-198,-12 29 274,-5 4 12,-101 106 105,0-36-62,-21 17-5,16-13-7,-13 10-20,0 2-7,-9 5-4,21-14 0,1 3 25,132-58 21,11-28-37,12-10-4,11-9-1,-12 5-5,-3 0-1,-4 5-1,-11 16-2,-102 104-110,-37-30-333,10-32 331,0 85 767,48-16-653,-5 3-3,-1 0-32,11-11-123,62-70 125,-13-37 53,-27-23-132,-45 2 74,-16 3 32,-61-10 4,41 69 2,-5 22 1,10 1 1,-11 14 2,9-7 2,1 2-2,-7 8-10,-27 20-42,3-24-97</inkml:trace>
</inkml:ink>
</file>

<file path=ppt/ink/ink74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246"/>
    </inkml:context>
    <inkml:brush xml:id="br0">
      <inkml:brushProperty name="width" value="0.05953" units="cm"/>
      <inkml:brushProperty name="height" value="0.05953" units="cm"/>
      <inkml:brushProperty name="fitToCurve" value="1"/>
    </inkml:brush>
  </inkml:definitions>
  <inkml:trace contextRef="#ctx0" brushRef="#br0">16423 12648 136,'55'-3'0,"-5"6"20,17 13 62,-16 7 17,30 26 107,-25-6-81,12 11-29,22 15-14,4-7-56,7-11-21,7-19-6,4-21-8,13-34-27,-40-11-28,13-19-44,-40 17 22,-10 6-95,6-6-104</inkml:trace>
</inkml:ink>
</file>

<file path=ppt/ink/ink74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247"/>
    </inkml:context>
    <inkml:brush xml:id="br0">
      <inkml:brushProperty name="width" value="0.05953" units="cm"/>
      <inkml:brushProperty name="height" value="0.05953" units="cm"/>
      <inkml:brushProperty name="fitToCurve" value="1"/>
    </inkml:brush>
  </inkml:definitions>
  <inkml:trace contextRef="#ctx0" brushRef="#br0">17346 12198 422,'109'-33'202,"-41"12"-116,24-5-16,-16 6-18,21-2-29,8 2-11,23-1-7,-12 8-3,-25 8-1,-9 7-1,-35 14-108,0 0-651</inkml:trace>
</inkml:ink>
</file>

<file path=ppt/ink/ink74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248"/>
    </inkml:context>
    <inkml:brush xml:id="br0">
      <inkml:brushProperty name="width" value="0.05953" units="cm"/>
      <inkml:brushProperty name="height" value="0.05953" units="cm"/>
      <inkml:brushProperty name="fitToCurve" value="1"/>
    </inkml:brush>
  </inkml:definitions>
  <inkml:trace contextRef="#ctx0" brushRef="#br0">17861 12108 353,'8'129'504,"-6"-45"-495,0 4-7,-4 8-3,-2-13-3,-5 24-15,3-27-8,-17-30-148</inkml:trace>
</inkml:ink>
</file>

<file path=ppt/ink/ink74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249"/>
    </inkml:context>
    <inkml:brush xml:id="br0">
      <inkml:brushProperty name="width" value="0.05953" units="cm"/>
      <inkml:brushProperty name="height" value="0.05953" units="cm"/>
      <inkml:brushProperty name="fitToCurve" value="1"/>
    </inkml:brush>
  </inkml:definitions>
  <inkml:trace contextRef="#ctx0" brushRef="#br0">17893 12525 136,'34'-40'79,"29"-1"309,-20 28-297,-7 13-240</inkml:trace>
</inkml:ink>
</file>

<file path=ppt/ink/ink74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250"/>
    </inkml:context>
    <inkml:brush xml:id="br0">
      <inkml:brushProperty name="width" value="0.05953" units="cm"/>
      <inkml:brushProperty name="height" value="0.05953" units="cm"/>
      <inkml:brushProperty name="fitToCurve" value="1"/>
    </inkml:brush>
  </inkml:definitions>
  <inkml:trace contextRef="#ctx0" brushRef="#br0">17781 12233 172,'-7'48'64,"6"18"22,-2 11-22,0-27-46,-10 32-6,0-36-11,-13 11-3,-27 30-6,-14-18-5,6-15 128,220-50 252,-52-26-362,7 2-2,-6 8-2,-14 3 0,-2 3-1,3 1 0,6-6-5,-20-11-17,-33 24-84,2 1-639</inkml:trace>
</inkml:ink>
</file>

<file path=ppt/ink/ink75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251"/>
    </inkml:context>
    <inkml:brush xml:id="br0">
      <inkml:brushProperty name="width" value="0.05953" units="cm"/>
      <inkml:brushProperty name="height" value="0.05953" units="cm"/>
      <inkml:brushProperty name="fitToCurve" value="1"/>
    </inkml:brush>
  </inkml:definitions>
  <inkml:trace contextRef="#ctx0" brushRef="#br0">19091 11885 458,'-99'-53'311,"11"46"-303,3 16 21,4 31 9,15 27-20,22 30-13,22-2-4,5 13 0,9-27-1,-3 8 1,-2 27-2,0-9-1,1-13-6,0-7-14,2-8-76,-15-27-153</inkml:trace>
</inkml:ink>
</file>

<file path=ppt/ink/ink75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252"/>
    </inkml:context>
    <inkml:brush xml:id="br0">
      <inkml:brushProperty name="width" value="0.05953" units="cm"/>
      <inkml:brushProperty name="height" value="0.05953" units="cm"/>
      <inkml:brushProperty name="fitToCurve" value="1"/>
    </inkml:brush>
  </inkml:definitions>
  <inkml:trace contextRef="#ctx0" brushRef="#br0">18625 12293 136,'69'-70'5,"-4"23"25,4 3 84,2 7 53,-16 15 7,7 18-4,-29 79-108,-41 42-49,-7-20-8,-3 10-4,0-14-1,2-12-1,-1 4 0,-1 7-11,-11-41-172</inkml:trace>
</inkml:ink>
</file>

<file path=ppt/ink/ink75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253"/>
    </inkml:context>
    <inkml:brush xml:id="br0">
      <inkml:brushProperty name="width" value="0.05953" units="cm"/>
      <inkml:brushProperty name="height" value="0.05953" units="cm"/>
      <inkml:brushProperty name="fitToCurve" value="1"/>
    </inkml:brush>
  </inkml:definitions>
  <inkml:trace contextRef="#ctx0" brushRef="#br0">18676 12409 199,'-6'68'661,"-34"-9"-659,7-7-7,106-77-401,-33-10 324,4-7-127</inkml:trace>
</inkml:ink>
</file>

<file path=ppt/ink/ink75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254"/>
    </inkml:context>
    <inkml:brush xml:id="br0">
      <inkml:brushProperty name="width" value="0.05953" units="cm"/>
      <inkml:brushProperty name="height" value="0.05953" units="cm"/>
      <inkml:brushProperty name="fitToCurve" value="1"/>
    </inkml:brush>
  </inkml:definitions>
  <inkml:trace contextRef="#ctx0" brushRef="#br0">19154 11843 151,'-9'51'310,"-31"36"-264,20-37-44,0-1-2,20-1-1,48-18 2,13-4 4,-5 2 5,-1 14 24,-1 21 45,-18 11 3,-13 9-19,-14-5-26,-13-2-15,-20 8-4,-29-9-10,-25-41 0,11-86-2,34-27-4,21-13-2,24-9-1,44 27-3,35 69 1,11 38 1,-19 13 2,-5 3 0,-8 3 2,13 12 0,-12-12-1,13-40-6,-17-60-65,-15 30-102</inkml:trace>
</inkml:ink>
</file>

<file path=ppt/ink/ink75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255"/>
    </inkml:context>
    <inkml:brush xml:id="br0">
      <inkml:brushProperty name="width" value="0.05953" units="cm"/>
      <inkml:brushProperty name="height" value="0.05953" units="cm"/>
      <inkml:brushProperty name="fitToCurve" value="1"/>
    </inkml:brush>
  </inkml:definitions>
  <inkml:trace contextRef="#ctx0" brushRef="#br0">22437 13444 533</inkml:trace>
</inkml:ink>
</file>

<file path=ppt/ink/ink75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256"/>
    </inkml:context>
    <inkml:brush xml:id="br0">
      <inkml:brushProperty name="width" value="0.05953" units="cm"/>
      <inkml:brushProperty name="height" value="0.05953" units="cm"/>
      <inkml:brushProperty name="fitToCurve" value="1"/>
    </inkml:brush>
  </inkml:definitions>
  <inkml:trace contextRef="#ctx0" brushRef="#br0">20895 11602 206,'0'70'110,"-5"-15"-81,0 22-6,2-27-16,-1-6-1,0 9-2,-3-1 0,-1 29 1,-1 10 0,2-46-3,-3 21 1,-1-9-1,-4 10 2,5-19 0,-9 41 10,8-36-1,9-4 16,20 2 29,41-17-17,4-22-27,9-12-1,12-15-2,-6-10-5,-24 1-31,7-5-25,-14 6-116</inkml:trace>
</inkml:ink>
</file>

<file path=ppt/ink/ink75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257"/>
    </inkml:context>
    <inkml:brush xml:id="br0">
      <inkml:brushProperty name="width" value="0.05953" units="cm"/>
      <inkml:brushProperty name="height" value="0.05953" units="cm"/>
      <inkml:brushProperty name="fitToCurve" value="1"/>
    </inkml:brush>
  </inkml:definitions>
  <inkml:trace contextRef="#ctx0" brushRef="#br0">21445 12358 136,'0'-51'5,"0"-14"73,0 8 17,0-23 47,0 22-68,0-3-27,-17 7-35,-40 46-12,-6 59-7,10 10 0,6 8-4,18-24 4,-1 15-3,6-13 1,3 7 0,1-4 2,6 4 0,11-6 3,55-29 10,-5-41-3,1-5 1,9-2-2,1 3-1,1 9 2,-9 33 12,-56 40-66,-18-4-439</inkml:trace>
</inkml:ink>
</file>

<file path=ppt/ink/ink75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258"/>
    </inkml:context>
    <inkml:brush xml:id="br0">
      <inkml:brushProperty name="width" value="0.05953" units="cm"/>
      <inkml:brushProperty name="height" value="0.05953" units="cm"/>
      <inkml:brushProperty name="fitToCurve" value="1"/>
    </inkml:brush>
  </inkml:definitions>
  <inkml:trace contextRef="#ctx0" brushRef="#br0">21492 11978 136,'44'87'261,"-44"-27"-171,-3 31 2,1-8-19,2-8-18,-3 23-17,1-16-16,-2-7-16,-1 16-14,1-16-7,1 23-28,-2-19-35,1-8-59,26-132-191,-13-1 314,-1 16-71</inkml:trace>
</inkml:ink>
</file>

<file path=ppt/ink/ink75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259"/>
    </inkml:context>
    <inkml:brush xml:id="br0">
      <inkml:brushProperty name="width" value="0.05953" units="cm"/>
      <inkml:brushProperty name="height" value="0.05953" units="cm"/>
      <inkml:brushProperty name="fitToCurve" value="1"/>
    </inkml:brush>
  </inkml:definitions>
  <inkml:trace contextRef="#ctx0" brushRef="#br0">21593 12011 144,'62'-28'106,"10"51"124,8 69 95,-57-10-277,-53 0-40,-23-18-9,-27-1-31,10-25-333,23-31 31</inkml:trace>
</inkml:ink>
</file>

<file path=ppt/ink/ink75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260"/>
    </inkml:context>
    <inkml:brush xml:id="br0">
      <inkml:brushProperty name="width" value="0.05953" units="cm"/>
      <inkml:brushProperty name="height" value="0.05953" units="cm"/>
      <inkml:brushProperty name="fitToCurve" value="1"/>
    </inkml:brush>
  </inkml:definitions>
  <inkml:trace contextRef="#ctx0" brushRef="#br0">22008 11622 140,'0'61'275,"0"59"-85,0-48-136,-7 15-13,0-15-17,-4 5-9,1 7-5,1 11 0,3-10-17,3-16-37,5 6-109,42-51-261</inkml:trace>
</inkml:ink>
</file>

<file path=ppt/ink/ink76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261"/>
    </inkml:context>
    <inkml:brush xml:id="br0">
      <inkml:brushProperty name="width" value="0.05953" units="cm"/>
      <inkml:brushProperty name="height" value="0.05953" units="cm"/>
      <inkml:brushProperty name="fitToCurve" value="1"/>
    </inkml:brush>
  </inkml:definitions>
  <inkml:trace contextRef="#ctx0" brushRef="#br0">22329 12156 136,'2'-58'141,"4"-15"68,-6 26-111,-18-4-4,-45 28-90,16 74-71,10-2 5,5 12-17,12-14 32,-4 10 5,7-11 8,2 3 12,1 1 5,6 14-3,34-18-1,25-65 9,1-27 25,2-6 72,11-8 60,-16 69-6,2 18-464</inkml:trace>
</inkml:ink>
</file>

<file path=ppt/ink/ink76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262"/>
    </inkml:context>
    <inkml:brush xml:id="br0">
      <inkml:brushProperty name="width" value="0.05953" units="cm"/>
      <inkml:brushProperty name="height" value="0.05953" units="cm"/>
      <inkml:brushProperty name="fitToCurve" value="1"/>
    </inkml:brush>
  </inkml:definitions>
  <inkml:trace contextRef="#ctx0" brushRef="#br0">22635 12079 136,'39'-60'29,"-27"-8"55,-59 39 127,0 45-178,-34 57-37,45-26-5,1 4 1,11-3-2,9 40-23,64-23-73,14-40 44,13-11 41,-6-10 18,-23-15 1,21-10 17,7-14 26,-23 10-1,24-16 51,12-22 30,-41 17-56,-12-2-25,-11-8-11,-40-6 20,-54 54-2,-15 46 5,27 26-26,29 12-17,28 13-5,46-7 1,22-31-4,29-17-3,29-26-13,-27-21-5,-5-10-49,-25-6 27,5-11-29,38-26-62,-57 30 56,9-4-183</inkml:trace>
</inkml:ink>
</file>

<file path=ppt/ink/ink76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263"/>
    </inkml:context>
    <inkml:brush xml:id="br0">
      <inkml:brushProperty name="width" value="0.05953" units="cm"/>
      <inkml:brushProperty name="height" value="0.05953" units="cm"/>
      <inkml:brushProperty name="fitToCurve" value="1"/>
    </inkml:brush>
  </inkml:definitions>
  <inkml:trace contextRef="#ctx0" brushRef="#br0">23991 11173 166,'-83'81'313,"43"-34"-206,-9 2-38,-2 2-36,10 2-226,94-67-156,-6-5 339,11-2 10,-11 10 5,1 3 17,17 3 29,-1 1 42,28 2 85,-40 4-29,11 7 13,-102 59-138,-34-28-26,-10 1 0,-1 7 0,10 12 0,19 4 0,9 27 3,20-19 1,4 24 1,8-13-8,14 8-64,10-11-162,-21-29-138</inkml:trace>
</inkml:ink>
</file>

<file path=ppt/ink/ink76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264"/>
    </inkml:context>
    <inkml:brush xml:id="br0">
      <inkml:brushProperty name="width" value="0.05953" units="cm"/>
      <inkml:brushProperty name="height" value="0.05953" units="cm"/>
      <inkml:brushProperty name="fitToCurve" value="1"/>
    </inkml:brush>
  </inkml:definitions>
  <inkml:trace contextRef="#ctx0" brushRef="#br0">23946 11719 136,'69'-56'3,"-16"22"31,14 1 46,-1 10 35,23 12 119,-25 29-71,-14 43-84,-45 22-66,-37 0-12,-22-13-14,-14-10-37,-10-28-144,30-29-10</inkml:trace>
</inkml:ink>
</file>

<file path=ppt/ink/ink76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265"/>
    </inkml:context>
    <inkml:brush xml:id="br0">
      <inkml:brushProperty name="width" value="0.05953" units="cm"/>
      <inkml:brushProperty name="height" value="0.05953" units="cm"/>
      <inkml:brushProperty name="fitToCurve" value="1"/>
    </inkml:brush>
  </inkml:definitions>
  <inkml:trace contextRef="#ctx0" brushRef="#br0">24132 11737 136,'15'87'267,"-26"-39"-178,-4 8 21,-3-2-11,-12 19-19,-7-7-40,-11 4-17,-6-1-35,6-38-166</inkml:trace>
</inkml:ink>
</file>

<file path=ppt/ink/ink76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266"/>
    </inkml:context>
    <inkml:brush xml:id="br0">
      <inkml:brushProperty name="width" value="0.05953" units="cm"/>
      <inkml:brushProperty name="height" value="0.05953" units="cm"/>
      <inkml:brushProperty name="fitToCurve" value="1"/>
    </inkml:brush>
  </inkml:definitions>
  <inkml:trace contextRef="#ctx0" brushRef="#br0">24106 12014 136,'64'0'1,"-19"0"29,7 5 60,25 18 139,20 29 31,-46-4-210,9 5-61,12-22-91,-4-39-212</inkml:trace>
</inkml:ink>
</file>

<file path=ppt/ink/ink76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267"/>
    </inkml:context>
    <inkml:brush xml:id="br0">
      <inkml:brushProperty name="width" value="0.05953" units="cm"/>
      <inkml:brushProperty name="height" value="0.05953" units="cm"/>
      <inkml:brushProperty name="fitToCurve" value="1"/>
    </inkml:brush>
  </inkml:definitions>
  <inkml:trace contextRef="#ctx0" brushRef="#br0">14731 5910 222,'47'113'354,"-26"-22"-315,-9 32-86,-15-11-89,-53 7-106</inkml:trace>
</inkml:ink>
</file>

<file path=ppt/ink/ink76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268"/>
    </inkml:context>
    <inkml:brush xml:id="br0">
      <inkml:brushProperty name="width" value="0.05953" units="cm"/>
      <inkml:brushProperty name="height" value="0.05953" units="cm"/>
      <inkml:brushProperty name="fitToCurve" value="1"/>
    </inkml:brush>
  </inkml:definitions>
  <inkml:trace contextRef="#ctx0" brushRef="#br0">14210 6636 520,'116'-30'33,"4"-15"46,-24 10-17,17-8-3,31-9-10,53-17-12,-11 10-28,-34 21-18,-3 10-7,-22 50-161,-43 23-151</inkml:trace>
</inkml:ink>
</file>

<file path=ppt/ink/ink76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269"/>
    </inkml:context>
    <inkml:brush xml:id="br0">
      <inkml:brushProperty name="width" value="0.05953" units="cm"/>
      <inkml:brushProperty name="height" value="0.05953" units="cm"/>
      <inkml:brushProperty name="fitToCurve" value="1"/>
    </inkml:brush>
  </inkml:definitions>
  <inkml:trace contextRef="#ctx0" brushRef="#br0">14639 6545 224,'0'101'119,"5"17"9,4-26-57,2-5-37,3 5-52,13-12-276</inkml:trace>
</inkml:ink>
</file>

<file path=ppt/ink/ink76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270"/>
    </inkml:context>
    <inkml:brush xml:id="br0">
      <inkml:brushProperty name="width" value="0.05953" units="cm"/>
      <inkml:brushProperty name="height" value="0.05953" units="cm"/>
      <inkml:brushProperty name="fitToCurve" value="1"/>
    </inkml:brush>
  </inkml:definitions>
  <inkml:trace contextRef="#ctx0" brushRef="#br0">14630 6726 263,'93'-27'136,"3"-9"-12,6-2 19,15 6-32,8 25-71,-146 163-64,-74-46-42,8-23-24,-12-10 13,23-29 28,-24 11-33,10-10-18,0-4-9,7 33 108,87 27 163,15-28-77,2 14-25,-7 7-28,-9-6-20,3 0-7,7 8-4,0-14-150,-25-8-274</inkml:trace>
</inkml:ink>
</file>

<file path=ppt/ink/ink77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271"/>
    </inkml:context>
    <inkml:brush xml:id="br0">
      <inkml:brushProperty name="width" value="0.05953" units="cm"/>
      <inkml:brushProperty name="height" value="0.05953" units="cm"/>
      <inkml:brushProperty name="fitToCurve" value="1"/>
    </inkml:brush>
  </inkml:definitions>
  <inkml:trace contextRef="#ctx0" brushRef="#br0">14529 7777 136,'25'-114'0,"39"-4"1,-10 39 3,45-37 15,2 14 12,5 9 39,-28 33-30,2 1 11,45-25 42,34-4 30,-75 53-71,17 12 3,-10 74 3,-39 86-7,-46-7-17,-17 6-12,-13-2-9,-17 26-8,-12-13-2,-17-17 3,-46-49-7,21-179-96,52-21-202,40 41-40</inkml:trace>
</inkml:ink>
</file>

<file path=ppt/ink/ink77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272"/>
    </inkml:context>
    <inkml:brush xml:id="br0">
      <inkml:brushProperty name="width" value="0.05953" units="cm"/>
      <inkml:brushProperty name="height" value="0.05953" units="cm"/>
      <inkml:brushProperty name="fitToCurve" value="1"/>
    </inkml:brush>
  </inkml:definitions>
  <inkml:trace contextRef="#ctx0" brushRef="#br0">14895 7217 177,'-75'112'193,"22"24"-32,143-122-35,17-85-78,-12 0-16,22-12-9,-116 211 72,-63-3-83,16 3-13,211-144-171,-73-60 108,14-27-39,-26 34-93</inkml:trace>
</inkml:ink>
</file>

<file path=ppt/ink/ink77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273"/>
    </inkml:context>
    <inkml:brush xml:id="br0">
      <inkml:brushProperty name="width" value="0.05953" units="cm"/>
      <inkml:brushProperty name="height" value="0.05953" units="cm"/>
      <inkml:brushProperty name="fitToCurve" value="1"/>
    </inkml:brush>
  </inkml:definitions>
  <inkml:trace contextRef="#ctx0" brushRef="#br0">15720 6804 255,'83'-70'91,"31"-7"-6,54-14 34,-42 37-21,7 8-14,-14 9-26,18 8-31,-4 19-38,-45 34-162</inkml:trace>
</inkml:ink>
</file>

<file path=ppt/ink/ink77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274"/>
    </inkml:context>
    <inkml:brush xml:id="br0">
      <inkml:brushProperty name="width" value="0.05953" units="cm"/>
      <inkml:brushProperty name="height" value="0.05953" units="cm"/>
      <inkml:brushProperty name="fitToCurve" value="1"/>
    </inkml:brush>
  </inkml:definitions>
  <inkml:trace contextRef="#ctx0" brushRef="#br0">15936 6151 165,'0'97'279,"0"-19"-205,0 38-6,0-15-24,0 11-9,0 20 0,0-23-8,0 10-5,3 5-3,3 8-6,5-8-41,93-176-620</inkml:trace>
</inkml:ink>
</file>

<file path=ppt/ink/ink77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275"/>
    </inkml:context>
    <inkml:brush xml:id="br0">
      <inkml:brushProperty name="width" value="0.05953" units="cm"/>
      <inkml:brushProperty name="height" value="0.05953" units="cm"/>
      <inkml:brushProperty name="fitToCurve" value="1"/>
    </inkml:brush>
  </inkml:definitions>
  <inkml:trace contextRef="#ctx0" brushRef="#br0">16257 6108 149,'18'81'124,"-14"66"-6,-14 33 9,5-98-89,-6 54 22,1-16-23,-1 32-23,0-30-25,-4 22-42,4-32-49,-3-17-78</inkml:trace>
</inkml:ink>
</file>

<file path=ppt/ink/ink77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276"/>
    </inkml:context>
    <inkml:brush xml:id="br0">
      <inkml:brushProperty name="width" value="0.05953" units="cm"/>
      <inkml:brushProperty name="height" value="0.05953" units="cm"/>
      <inkml:brushProperty name="fitToCurve" value="1"/>
    </inkml:brush>
  </inkml:definitions>
  <inkml:trace contextRef="#ctx0" brushRef="#br0">16013 6792 248,'56'-82'235,"124"36"96,-215 168-301,-41-3-19,23 0-10,9 16-279,-101-21 332,61-47 47,216-90 16,-8-30-113,18-7-7,1 10-61,-55 47-104</inkml:trace>
</inkml:ink>
</file>

<file path=ppt/ink/ink77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277"/>
    </inkml:context>
    <inkml:brush xml:id="br0">
      <inkml:brushProperty name="width" value="0.05953" units="cm"/>
      <inkml:brushProperty name="height" value="0.05953" units="cm"/>
      <inkml:brushProperty name="fitToCurve" value="1"/>
    </inkml:brush>
  </inkml:definitions>
  <inkml:trace contextRef="#ctx0" brushRef="#br0">16107 7121 136,'-78'125'306,"-7"16"-201,41-65-78,-3 6-12,142-136-147,34-55 80,-7 11 26,7 18 15,-24 110 3,-104 93-21</inkml:trace>
</inkml:ink>
</file>

<file path=ppt/ink/ink77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278"/>
    </inkml:context>
    <inkml:brush xml:id="br0">
      <inkml:brushProperty name="width" value="0.05953" units="cm"/>
      <inkml:brushProperty name="height" value="0.05953" units="cm"/>
      <inkml:brushProperty name="fitToCurve" value="1"/>
    </inkml:brush>
  </inkml:definitions>
  <inkml:trace contextRef="#ctx0" brushRef="#br0">16932 6446 242,'-137'45'540,"21"30"-544,20 6 14,6 19 3,25 29-2,44 10-5,34 11-9,-12-5-48,-10-13-223,5-57 45,64-150 165,-10-2 65,8-19 21,6 4 32,5 5 11,15 0 54,-32 280 246,-72-36-335,-3 7-24,10-13-6,23-11-6,-30-65-100,0 1-633</inkml:trace>
</inkml:ink>
</file>

<file path=ppt/ink/ink77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279"/>
    </inkml:context>
    <inkml:brush xml:id="br0">
      <inkml:brushProperty name="width" value="0.05953" units="cm"/>
      <inkml:brushProperty name="height" value="0.05953" units="cm"/>
      <inkml:brushProperty name="fitToCurve" value="1"/>
    </inkml:brush>
  </inkml:definitions>
  <inkml:trace contextRef="#ctx0" brushRef="#br0">17136 7053 599,'89'-41'170,"34"-7"-98,29 4-43,-3 9-26,-7 3-3,-14-13-65,-53 43-35,1-1-600</inkml:trace>
</inkml:ink>
</file>

<file path=ppt/ink/ink77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280"/>
    </inkml:context>
    <inkml:brush xml:id="br0">
      <inkml:brushProperty name="width" value="0.05953" units="cm"/>
      <inkml:brushProperty name="height" value="0.05953" units="cm"/>
      <inkml:brushProperty name="fitToCurve" value="1"/>
    </inkml:brush>
  </inkml:definitions>
  <inkml:trace contextRef="#ctx0" brushRef="#br0">17456 6486 313,'0'152'201,"1"-68"-122,-1 36 13,0 32-18,2-35-34,9 68-12,5-49-19,17 0-40,-40-48-141</inkml:trace>
</inkml:ink>
</file>

<file path=ppt/ink/ink78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281"/>
    </inkml:context>
    <inkml:brush xml:id="br0">
      <inkml:brushProperty name="width" value="0.05953" units="cm"/>
      <inkml:brushProperty name="height" value="0.05953" units="cm"/>
      <inkml:brushProperty name="fitToCurve" value="1"/>
    </inkml:brush>
  </inkml:definitions>
  <inkml:trace contextRef="#ctx0" brushRef="#br0">18138 7059 588,'107'-78'220,"35"8"-174,0 14-33,24 7-7,-29 15-4,-55 41-110,-2 1-651</inkml:trace>
</inkml:ink>
</file>

<file path=ppt/ink/ink78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282"/>
    </inkml:context>
    <inkml:brush xml:id="br0">
      <inkml:brushProperty name="width" value="0.05953" units="cm"/>
      <inkml:brushProperty name="height" value="0.05953" units="cm"/>
      <inkml:brushProperty name="fitToCurve" value="1"/>
    </inkml:brush>
  </inkml:definitions>
  <inkml:trace contextRef="#ctx0" brushRef="#br0">19420 6029 190,'0'104'94,"0"41"-24,0-63-31,0 58 28,0-47-33,0 74 18,0-51-31,0 73 11,-1-88-16,-2 66-1,-3-14-25,-2 2-16,4-53-8,6-14-6,4 11-5,1-12-21</inkml:trace>
</inkml:ink>
</file>

<file path=ppt/ink/ink78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283"/>
    </inkml:context>
    <inkml:brush xml:id="br0">
      <inkml:brushProperty name="width" value="0.05953" units="cm"/>
      <inkml:brushProperty name="height" value="0.05953" units="cm"/>
      <inkml:brushProperty name="fitToCurve" value="1"/>
    </inkml:brush>
  </inkml:definitions>
  <inkml:trace contextRef="#ctx0" brushRef="#br0">19212 6186 185,'105'-59'93,"13"13"69,-11 10-4,8 4-31,8 6-29,-45 139-65,-165 43-34,-6-37 0,-7-2-1,4-2 0,52 18 3,181-57 4,-1-55-7,-172 119-21,-97-104-52,15-81-149,39-19-303</inkml:trace>
</inkml:ink>
</file>

<file path=ppt/ink/ink78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284"/>
    </inkml:context>
    <inkml:brush xml:id="br0">
      <inkml:brushProperty name="width" value="0.05953" units="cm"/>
      <inkml:brushProperty name="height" value="0.05953" units="cm"/>
      <inkml:brushProperty name="fitToCurve" value="1"/>
    </inkml:brush>
  </inkml:definitions>
  <inkml:trace contextRef="#ctx0" brushRef="#br0">20329 5973 136,'-84'77'351,"-16"16"-188,21-22-84,-38 31-30,-5 4-44,20-25-29,1 2-60,20-51-145</inkml:trace>
</inkml:ink>
</file>

<file path=ppt/ink/ink78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285"/>
    </inkml:context>
    <inkml:brush xml:id="br0">
      <inkml:brushProperty name="width" value="0.05953" units="cm"/>
      <inkml:brushProperty name="height" value="0.05953" units="cm"/>
      <inkml:brushProperty name="fitToCurve" value="1"/>
    </inkml:brush>
  </inkml:definitions>
  <inkml:trace contextRef="#ctx0" brushRef="#br0">19846 6271 136,'107'-17'4,"-22"9"30,6 11 58,23 15 168,-37 18-53,-10 54-244,-40-5-199</inkml:trace>
</inkml:ink>
</file>

<file path=ppt/ink/ink78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286"/>
    </inkml:context>
    <inkml:brush xml:id="br0">
      <inkml:brushProperty name="width" value="0.05953" units="cm"/>
      <inkml:brushProperty name="height" value="0.05953" units="cm"/>
      <inkml:brushProperty name="fitToCurve" value="1"/>
    </inkml:brush>
  </inkml:definitions>
  <inkml:trace contextRef="#ctx0" brushRef="#br0">19917 6448 145,'-9'84'179,"-37"73"-14,21-61-94,-2 2-8,-2 14 1,22-7-36,97-200-82,-7-6 18,6-6 29,-3 10 41,-4 20 20,13 9 13,-42 221 14,-67 20-68,-17 12-8,0 2-3,15-48-5,28-6-18,-31-57-84,-1-1-632</inkml:trace>
</inkml:ink>
</file>

<file path=ppt/ink/ink78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287"/>
    </inkml:context>
    <inkml:brush xml:id="br0">
      <inkml:brushProperty name="width" value="0.05953" units="cm"/>
      <inkml:brushProperty name="height" value="0.05953" units="cm"/>
      <inkml:brushProperty name="fitToCurve" value="1"/>
    </inkml:brush>
  </inkml:definitions>
  <inkml:trace contextRef="#ctx0" brushRef="#br0">20781 6041 143,'77'-17'351,"2"-4"-266,16 0 14,30 6 9,2 11-54,-27 99-39,-188 27-16,-21-10 1,-7-2 0,216-11 1,54-169-36,-29-5-114,-49-3-273</inkml:trace>
</inkml:ink>
</file>

<file path=ppt/ink/ink78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288"/>
    </inkml:context>
    <inkml:brush xml:id="br0">
      <inkml:brushProperty name="width" value="0.05953" units="cm"/>
      <inkml:brushProperty name="height" value="0.05953" units="cm"/>
      <inkml:brushProperty name="fitToCurve" value="1"/>
    </inkml:brush>
  </inkml:definitions>
  <inkml:trace contextRef="#ctx0" brushRef="#br0">20986 6167 141,'46'118'434,"-66"-27"-323,6 18-12,133-33-26,52-100-66,-40-17-4,-6-9-2,-272 93-161,-2 31 68,41-18 30,12-3 8,-22 17 12,29-16 15,-48 41 4,66 15 82,158-123 4,23-30-29,-24 2-21,24-10 14,-20 10 0,-1 1-2,12 4-1,16 7 3,-5 25-9,-15 100 8,-70 45 7,-35-7-5,-22 1-5,-19 11-5,-24-29-11,-53-21-3,-5-59-1,-37-45 1,39-45-2,26-51 1,86-29-1,90-5-2,83 59 1,18 89 0,-45 41-1,-9 19-1,16 13-3,16-11 0,-5-21-22,-60 15-261</inkml:trace>
</inkml:ink>
</file>

<file path=ppt/ink/ink78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289"/>
    </inkml:context>
    <inkml:brush xml:id="br0">
      <inkml:brushProperty name="width" value="0.03969" units="cm"/>
      <inkml:brushProperty name="height" value="0.03969" units="cm"/>
      <inkml:brushProperty name="fitToCurve" value="1"/>
    </inkml:brush>
  </inkml:definitions>
  <inkml:trace contextRef="#ctx0" brushRef="#br0">20742 9157 502,'-17'181'106,"3"-104"-79,-11 73 30,11-61-35,-2 20-16,-3-3-10,-3 40-77,6-31-265</inkml:trace>
</inkml:ink>
</file>

<file path=ppt/ink/ink78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290"/>
    </inkml:context>
    <inkml:brush xml:id="br0">
      <inkml:brushProperty name="width" value="0.03969" units="cm"/>
      <inkml:brushProperty name="height" value="0.03969" units="cm"/>
      <inkml:brushProperty name="fitToCurve" value="1"/>
    </inkml:brush>
  </inkml:definitions>
  <inkml:trace contextRef="#ctx0" brushRef="#br0">21178 9600 137,'76'-31'17,"16"-3"29,-12 16 21,6 15 12,29 7-5,-15 12-63,-7 2-81,-6 10-221</inkml:trace>
</inkml:ink>
</file>

<file path=ppt/ink/ink79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291"/>
    </inkml:context>
    <inkml:brush xml:id="br0">
      <inkml:brushProperty name="width" value="0.03969" units="cm"/>
      <inkml:brushProperty name="height" value="0.03969" units="cm"/>
      <inkml:brushProperty name="fitToCurve" value="1"/>
    </inkml:brush>
  </inkml:definitions>
  <inkml:trace contextRef="#ctx0" brushRef="#br0">21957 9190 340,'0'93'75,"0"28"-30,-3 22 2,-3 22-35,5-21-69,2-49-57</inkml:trace>
</inkml:ink>
</file>

<file path=ppt/ink/ink79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292"/>
    </inkml:context>
    <inkml:brush xml:id="br0">
      <inkml:brushProperty name="width" value="0.03969" units="cm"/>
      <inkml:brushProperty name="height" value="0.03969" units="cm"/>
      <inkml:brushProperty name="fitToCurve" value="1"/>
    </inkml:brush>
  </inkml:definitions>
  <inkml:trace contextRef="#ctx0" brushRef="#br0">20804 8043 136,'36'104'158,"-35"12"-84,-9 29-18,-10-31-36,3-41-12,-10 36-24,-8 13-21,7-16-32,10-36-78</inkml:trace>
</inkml:ink>
</file>

<file path=ppt/ink/ink79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293"/>
    </inkml:context>
    <inkml:brush xml:id="br0">
      <inkml:brushProperty name="width" value="0.03969" units="cm"/>
      <inkml:brushProperty name="height" value="0.03969" units="cm"/>
      <inkml:brushProperty name="fitToCurve" value="1"/>
    </inkml:brush>
  </inkml:definitions>
  <inkml:trace contextRef="#ctx0" brushRef="#br0">21274 8431 136,'81'-20'73,"1"0"-57,12 1-9,7-4-4,-4-2-2,-20 5-16</inkml:trace>
</inkml:ink>
</file>

<file path=ppt/ink/ink79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294"/>
    </inkml:context>
    <inkml:brush xml:id="br0">
      <inkml:brushProperty name="width" value="0.03969" units="cm"/>
      <inkml:brushProperty name="height" value="0.03969" units="cm"/>
      <inkml:brushProperty name="fitToCurve" value="1"/>
    </inkml:brush>
  </inkml:definitions>
  <inkml:trace contextRef="#ctx0" brushRef="#br0">21970 8036 139,'-3'89'204,"-2"-1"-149,-1 20-12,2-39-33,5 48-34,6 3-78,-4-47 10</inkml:trace>
</inkml:ink>
</file>

<file path=ppt/ink/ink79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295"/>
    </inkml:context>
    <inkml:brush xml:id="br0">
      <inkml:brushProperty name="width" value="0.03969" units="cm"/>
      <inkml:brushProperty name="height" value="0.03969" units="cm"/>
      <inkml:brushProperty name="fitToCurve" value="1"/>
    </inkml:brush>
  </inkml:definitions>
  <inkml:trace contextRef="#ctx0" brushRef="#br0">21979 6253 184,'32'80'198,"-37"21"-85,-1-18-11,-9 37-32,4-22-46,-3 10-65,7-24-33,2-13-23,7 6-19,-4-6-190</inkml:trace>
</inkml:ink>
</file>

<file path=ppt/ink/ink79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296"/>
    </inkml:context>
    <inkml:brush xml:id="br0">
      <inkml:brushProperty name="width" value="0.03969" units="cm"/>
      <inkml:brushProperty name="height" value="0.03969" units="cm"/>
      <inkml:brushProperty name="fitToCurve" value="1"/>
    </inkml:brush>
  </inkml:definitions>
  <inkml:trace contextRef="#ctx0" brushRef="#br0">20717 5302 253,'0'93'7,"0"-1"1,0 24 14,0-16 2,-11 58-5,8-83-15,1 46-5,3-44-7,5 39-21,3-22-44</inkml:trace>
</inkml:ink>
</file>

<file path=ppt/ink/ink79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297"/>
    </inkml:context>
    <inkml:brush xml:id="br0">
      <inkml:brushProperty name="width" value="0.03969" units="cm"/>
      <inkml:brushProperty name="height" value="0.03969" units="cm"/>
      <inkml:brushProperty name="fitToCurve" value="1"/>
    </inkml:brush>
  </inkml:definitions>
  <inkml:trace contextRef="#ctx0" brushRef="#br0">20198 6866 141,'73'-21'171,"-1"1"-121,15 2-29,14 6-1,-11 3-19,16-9-166</inkml:trace>
</inkml:ink>
</file>

<file path=ppt/ink/ink79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298"/>
    </inkml:context>
    <inkml:brush xml:id="br0">
      <inkml:brushProperty name="width" value="0.03969" units="cm"/>
      <inkml:brushProperty name="height" value="0.03969" units="cm"/>
      <inkml:brushProperty name="fitToCurve" value="1"/>
    </inkml:brush>
  </inkml:definitions>
  <inkml:trace contextRef="#ctx0" brushRef="#br0">20854 6504 210,'72'64'117,"-64"40"-60,-7 21-7,-1 21-29,-5-12-94,1-48 2,0-13-13</inkml:trace>
</inkml:ink>
</file>

<file path=ppt/ink/ink79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299"/>
    </inkml:context>
    <inkml:brush xml:id="br0">
      <inkml:brushProperty name="width" value="0.03969" units="cm"/>
      <inkml:brushProperty name="height" value="0.03969" units="cm"/>
      <inkml:brushProperty name="fitToCurve" value="1"/>
    </inkml:brush>
  </inkml:definitions>
  <inkml:trace contextRef="#ctx0" brushRef="#br0">21930 5169 319,'-22'104'147,"5"-20"-86,7-12-23,-2 0-7,-8 47 10,-5 56-50,18-104-10,0 39-35,6 47-70,4-53-1,-1-33-112</inkml:trace>
</inkml:ink>
</file>

<file path=ppt/ink/ink79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300"/>
    </inkml:context>
    <inkml:brush xml:id="br0">
      <inkml:brushProperty name="width" value="0.03969" units="cm"/>
      <inkml:brushProperty name="height" value="0.03969" units="cm"/>
      <inkml:brushProperty name="fitToCurve" value="1"/>
    </inkml:brush>
  </inkml:definitions>
  <inkml:trace contextRef="#ctx0" brushRef="#br0">21360 6536 614,'81'-49'105,"56"-16"-27,-50 38-51,13 7-16,8 3-11,-32 29-424</inkml:trace>
</inkml:ink>
</file>

<file path=ppt/ink/ink80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301"/>
    </inkml:context>
    <inkml:brush xml:id="br0">
      <inkml:brushProperty name="width" value="0.05953" units="cm"/>
      <inkml:brushProperty name="height" value="0.05953" units="cm"/>
      <inkml:brushProperty name="fitToCurve" value="1"/>
    </inkml:brush>
  </inkml:definitions>
  <inkml:trace contextRef="#ctx0" brushRef="#br0">12704 6201 422,'92'23'66,"13"-8"13,82 6-15,-87-13-40,39-5-5,13 2 16,24-9-1,-34-3-4,34-10-4,68-12 6,-85 5-20,-28 1-3,82-16 6,-15-3-7,-5-10-5,-59 12-2,-1-5 0,20-21-1,-9-27 1,-63-29 0,-100-22 0,-62 11 0,-54-6 0,14 43-1,-60-8 0,13 32 0,-23 15-1,-50 32 1,40 29-1,66 14 1,-86 25 0,27 10 0,-56 38 0,46-9 0,43-11 0,-31 40 0,55-20 1,-11 39-1,48 14 2,63-11-1,89 39 1,82-67-2,-2-47 0,103-7 0,-46-40-1,41-18-1,-44-12-2,27-17-3,29-18 1,-56 3 1,16-17 1,-67 32 3,56-6-1,-34 7-83,-40 10-256,-37 33-86</inkml:trace>
</inkml:ink>
</file>

<file path=ppt/ink/ink80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302"/>
    </inkml:context>
    <inkml:brush xml:id="br0">
      <inkml:brushProperty name="width" value="0.05953" units="cm"/>
      <inkml:brushProperty name="height" value="0.05953" units="cm"/>
      <inkml:brushProperty name="fitToCurve" value="1"/>
    </inkml:brush>
  </inkml:definitions>
  <inkml:trace contextRef="#ctx0" brushRef="#br0">24074 13365 533</inkml:trace>
</inkml:ink>
</file>

<file path=ppt/ink/ink80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303"/>
    </inkml:context>
    <inkml:brush xml:id="br0">
      <inkml:brushProperty name="width" value="0.05953" units="cm"/>
      <inkml:brushProperty name="height" value="0.05953" units="cm"/>
      <inkml:brushProperty name="fitToCurve" value="1"/>
    </inkml:brush>
  </inkml:definitions>
  <inkml:trace contextRef="#ctx0" brushRef="#br0">12623 6757 369,'38'152'233,"-9"-63"-210,11 13-49,0-9-84,-16-11-127</inkml:trace>
</inkml:ink>
</file>

<file path=ppt/ink/ink80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304"/>
    </inkml:context>
    <inkml:brush xml:id="br0">
      <inkml:brushProperty name="width" value="0.05953" units="cm"/>
      <inkml:brushProperty name="height" value="0.05953" units="cm"/>
      <inkml:brushProperty name="fitToCurve" value="1"/>
    </inkml:brush>
  </inkml:definitions>
  <inkml:trace contextRef="#ctx0" brushRef="#br0">12517 7007 358,'81'-36'-5,"50"-31"97,30-2 52,-59 29-86,33-8-14,-12 11-38,-12 16-12,-70 121 41,-129 13 3,-3-16-7,-34 39 6,8-12-15,19-26-10,-2 14-6,253-117-255,-64-43-101</inkml:trace>
</inkml:ink>
</file>

<file path=ppt/ink/ink80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305"/>
    </inkml:context>
    <inkml:brush xml:id="br0">
      <inkml:brushProperty name="width" value="0.05953" units="cm"/>
      <inkml:brushProperty name="height" value="0.05953" units="cm"/>
      <inkml:brushProperty name="fitToCurve" value="1"/>
    </inkml:brush>
  </inkml:definitions>
  <inkml:trace contextRef="#ctx0" brushRef="#br0">12696 7451 299,'-37'115'164,"-8"61"30,27-67-124,127-174-44,-1-53-13,-17 21 2,24-8 2,35-5 10,-17 41-9,15 50-7,-76 156-6,-79 47 1,-16-46-3,0 18-9,-18-71-179</inkml:trace>
</inkml:ink>
</file>

<file path=ppt/ink/ink80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306"/>
    </inkml:context>
    <inkml:brush xml:id="br0">
      <inkml:brushProperty name="width" value="0.05953" units="cm"/>
      <inkml:brushProperty name="height" value="0.05953" units="cm"/>
      <inkml:brushProperty name="fitToCurve" value="1"/>
    </inkml:brush>
  </inkml:definitions>
  <inkml:trace contextRef="#ctx0" brushRef="#br0">13883 6520 511,'-66'77'138,"-21"18"-39,12-6-64,0 9-26,-11 19-21,18-18-137,-16-35-307</inkml:trace>
</inkml:ink>
</file>

<file path=ppt/ink/ink80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307"/>
    </inkml:context>
    <inkml:brush xml:id="br0">
      <inkml:brushProperty name="width" value="0.05953" units="cm"/>
      <inkml:brushProperty name="height" value="0.05953" units="cm"/>
      <inkml:brushProperty name="fitToCurve" value="1"/>
    </inkml:brush>
  </inkml:definitions>
  <inkml:trace contextRef="#ctx0" brushRef="#br0">13595 6750 136,'91'109'92,"-87"43"33,-4 13-4,0-90-87,-2 38 38,-5-6 7,9 22-17,5 19 3,7-10-33,15-6-125,-40-53-62</inkml:trace>
</inkml:ink>
</file>

<file path=ppt/ink/ink80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308"/>
    </inkml:context>
    <inkml:brush xml:id="br0">
      <inkml:brushProperty name="width" value="0.05953" units="cm"/>
      <inkml:brushProperty name="height" value="0.05953" units="cm"/>
      <inkml:brushProperty name="fitToCurve" value="1"/>
    </inkml:brush>
  </inkml:definitions>
  <inkml:trace contextRef="#ctx0" brushRef="#br0">13906 6601 165,'0'104'280,"0"40"-225,0-65-84,-27 2-438</inkml:trace>
</inkml:ink>
</file>

<file path=ppt/ink/ink80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309"/>
    </inkml:context>
    <inkml:brush xml:id="br0">
      <inkml:brushProperty name="width" value="0.05953" units="cm"/>
      <inkml:brushProperty name="height" value="0.05953" units="cm"/>
      <inkml:brushProperty name="fitToCurve" value="1"/>
    </inkml:brush>
  </inkml:definitions>
  <inkml:trace contextRef="#ctx0" brushRef="#br0">13917 6595 269,'101'-49'157,"65"9"132,-50 37-193,-124 143-39,-97-35-45,2-8-10,57 35-218,-14-55-122</inkml:trace>
</inkml:ink>
</file>

<file path=ppt/ink/ink80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310"/>
    </inkml:context>
    <inkml:brush xml:id="br0">
      <inkml:brushProperty name="width" value="0.05953" units="cm"/>
      <inkml:brushProperty name="height" value="0.05953" units="cm"/>
      <inkml:brushProperty name="fitToCurve" value="1"/>
    </inkml:brush>
  </inkml:definitions>
  <inkml:trace contextRef="#ctx0" brushRef="#br0">13658 7353 316,'132'-99'177,"-51"45"-51,19 0-29,29-19-40,-26 14-77,8-5-87,-43-11-67,-122 202 272,57-33-20,2 22-9,2-6-17,8 29 1,-6-11-25,-21 24-11,-38-30-9,-86-142-12,49-99-22,31-15-101,43 24-126,29 37-83</inkml:trace>
</inkml:ink>
</file>

<file path=ppt/ink/ink81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311"/>
    </inkml:context>
    <inkml:brush xml:id="br0">
      <inkml:brushProperty name="width" value="0.05953" units="cm"/>
      <inkml:brushProperty name="height" value="0.05953" units="cm"/>
      <inkml:brushProperty name="fitToCurve" value="1"/>
    </inkml:brush>
  </inkml:definitions>
  <inkml:trace contextRef="#ctx0" brushRef="#br0">14063 7145 142,'-124'119'299,"57"-35"-249,0 2-35,7-3-42,-1-4-30</inkml:trace>
</inkml:ink>
</file>

<file path=ppt/ink/ink81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312"/>
    </inkml:context>
    <inkml:brush xml:id="br0">
      <inkml:brushProperty name="width" value="0.05953" units="cm"/>
      <inkml:brushProperty name="height" value="0.05953" units="cm"/>
      <inkml:brushProperty name="fitToCurve" value="1"/>
    </inkml:brush>
  </inkml:definitions>
  <inkml:trace contextRef="#ctx0" brushRef="#br0">14204 7119 136,'92'36'77,"-34"58"10,0 38 244,8-49-148,57-47-174,-35 24-289</inkml:trace>
</inkml:ink>
</file>

<file path=ppt/ink/ink81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313"/>
    </inkml:context>
    <inkml:brush xml:id="br0">
      <inkml:brushProperty name="width" value="0.05953" units="cm"/>
      <inkml:brushProperty name="height" value="0.05953" units="cm"/>
      <inkml:brushProperty name="fitToCurve" value="1"/>
    </inkml:brush>
  </inkml:definitions>
  <inkml:trace contextRef="#ctx0" brushRef="#br0">14987 6436 350,'-176'12'486,"41"13"-461,81 102-21,48 21-4,12 3 0,4-19 0,14 8 1,117-198-2,-80-80 0,-11 13-1,-134 229-29,111-240-451,24 39 390,66-11 320,-30 88-37,-81 207-12,-123-101-186,-24-29-22,9-9-6,65 58 31,50 45 7,13-21-1,3 1-4,-8-7-30,-10 4-26,-9-17-122,-25-31-328</inkml:trace>
</inkml:ink>
</file>

<file path=ppt/ink/ink81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314"/>
    </inkml:context>
    <inkml:brush xml:id="br0">
      <inkml:brushProperty name="width" value="0.05953" units="cm"/>
      <inkml:brushProperty name="height" value="0.05953" units="cm"/>
      <inkml:brushProperty name="fitToCurve" value="1"/>
    </inkml:brush>
  </inkml:definitions>
  <inkml:trace contextRef="#ctx0" brushRef="#br0">14581 7426 136,'32'-87'1,"37"-2"15,23 0 35,-2 16 16,-5 13 9,41-22 58,24-7 50,-41 72-99,-69 151 4,-44-2-65,-5 28-16,4-23-6,1 0-4,-17 4-34,-19-58-143</inkml:trace>
</inkml:ink>
</file>

<file path=ppt/ink/ink81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315"/>
    </inkml:context>
    <inkml:brush xml:id="br0">
      <inkml:brushProperty name="width" value="0.05953" units="cm"/>
      <inkml:brushProperty name="height" value="0.05953" units="cm"/>
      <inkml:brushProperty name="fitToCurve" value="1"/>
    </inkml:brush>
  </inkml:definitions>
  <inkml:trace contextRef="#ctx0" brushRef="#br0">14672 7523 266,'142'-97'537,"-18"11"-522,1-2-65,-27 7-51,-162 163-93,-46 75 410,57-61-93,-15 23-63,187-52-50,27-125-14,-9-1-19,-10 19-116,-47 40-14</inkml:trace>
</inkml:ink>
</file>

<file path=ppt/ink/ink81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316"/>
    </inkml:context>
    <inkml:brush xml:id="br0">
      <inkml:brushProperty name="width" value="0.05953" units="cm"/>
      <inkml:brushProperty name="height" value="0.05953" units="cm"/>
      <inkml:brushProperty name="fitToCurve" value="1"/>
    </inkml:brush>
  </inkml:definitions>
  <inkml:trace contextRef="#ctx0" brushRef="#br0">12988 8192 305,'23'161'386,"-66"-60"-491,-28-26-318</inkml:trace>
</inkml:ink>
</file>

<file path=ppt/ink/ink81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317"/>
    </inkml:context>
    <inkml:brush xml:id="br0">
      <inkml:brushProperty name="width" value="0.05953" units="cm"/>
      <inkml:brushProperty name="height" value="0.05953" units="cm"/>
      <inkml:brushProperty name="fitToCurve" value="1"/>
    </inkml:brush>
  </inkml:definitions>
  <inkml:trace contextRef="#ctx0" brushRef="#br0">12716 8777 276,'167'-70'305,"-79"28"-234,6 4-11,38-26-15,-21 10-18,35-8-2,-25 18-9,13 25-19,-186 150-2,-40-27 11,-27 4 2,18-27-6,-46 16-14,16-26-40,8-23-47,4-27-76,47-107-45,119-4 196,37-3-2,28 32 73,-132 177 167,-1-34-110,-6 10-11,-17 36-17,1-6-26,-18 55-14,5-10-23,8-25-9,7-16-4,-4 15-21,-10-66-159</inkml:trace>
</inkml:ink>
</file>

<file path=ppt/ink/ink81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318"/>
    </inkml:context>
    <inkml:brush xml:id="br0">
      <inkml:brushProperty name="width" value="0.05953" units="cm"/>
      <inkml:brushProperty name="height" value="0.05953" units="cm"/>
      <inkml:brushProperty name="fitToCurve" value="1"/>
    </inkml:brush>
  </inkml:definitions>
  <inkml:trace contextRef="#ctx0" brushRef="#br0">12767 9196 175,'101'-62'233,"-15"8"-94,27-17-13,-8 4-41,23-3-35,5 50-29,-83 164-4,-61 6-6,-7-7-2,-2-1-2,-4 7-3,-7 3-4,-99-199-525</inkml:trace>
</inkml:ink>
</file>

<file path=ppt/ink/ink81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319"/>
    </inkml:context>
    <inkml:brush xml:id="br0">
      <inkml:brushProperty name="width" value="0.05953" units="cm"/>
      <inkml:brushProperty name="height" value="0.05953" units="cm"/>
      <inkml:brushProperty name="fitToCurve" value="1"/>
    </inkml:brush>
  </inkml:definitions>
  <inkml:trace contextRef="#ctx0" brushRef="#br0">12906 9221 193,'78'-67'452,"-90"164"-235,-61 14-207,213-139-105,-54-59-49,-3-6-37,-6 21-213</inkml:trace>
</inkml:ink>
</file>

<file path=ppt/ink/ink81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320"/>
    </inkml:context>
    <inkml:brush xml:id="br0">
      <inkml:brushProperty name="width" value="0.05953" units="cm"/>
      <inkml:brushProperty name="height" value="0.05953" units="cm"/>
      <inkml:brushProperty name="fitToCurve" value="1"/>
    </inkml:brush>
  </inkml:definitions>
  <inkml:trace contextRef="#ctx0" brushRef="#br0">13285 8998 136,'75'-98'514,"40"28"-372,11 9-94,13 62-33,-112 170-7,-40-39-2,-8 12-1,-1 19-2,10-2-2,15-7-1,-28-77-109,0-1-652</inkml:trace>
</inkml:ink>
</file>

<file path=ppt/ink/ink82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321"/>
    </inkml:context>
    <inkml:brush xml:id="br0">
      <inkml:brushProperty name="width" value="0.05953" units="cm"/>
      <inkml:brushProperty name="height" value="0.05953" units="cm"/>
      <inkml:brushProperty name="fitToCurve" value="1"/>
    </inkml:brush>
  </inkml:definitions>
  <inkml:trace contextRef="#ctx0" brushRef="#br0">13511 9067 158,'-111'164'699,"56"-26"-684,91-4-6,103-188-11,30-64-14,-59 28-18,43-41-114,-41 29-10,-8 1-287</inkml:trace>
</inkml:ink>
</file>

<file path=ppt/ink/ink82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322"/>
    </inkml:context>
    <inkml:brush xml:id="br0">
      <inkml:brushProperty name="width" value="0.05953" units="cm"/>
      <inkml:brushProperty name="height" value="0.05953" units="cm"/>
      <inkml:brushProperty name="fitToCurve" value="1"/>
    </inkml:brush>
  </inkml:definitions>
  <inkml:trace contextRef="#ctx0" brushRef="#br0">13868 8637 212,'88'-21'79,"63"-37"77,-54 25-33,3-2 1,3 1-31,31-6-28,0 16-65,-56 37-106,0-1-632</inkml:trace>
</inkml:ink>
</file>

<file path=ppt/ink/ink82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323"/>
    </inkml:context>
    <inkml:brush xml:id="br0">
      <inkml:brushProperty name="width" value="0.05953" units="cm"/>
      <inkml:brushProperty name="height" value="0.05953" units="cm"/>
      <inkml:brushProperty name="fitToCurve" value="1"/>
    </inkml:brush>
  </inkml:definitions>
  <inkml:trace contextRef="#ctx0" brushRef="#br0">14096 8518 350,'0'157'165,"-3"-77"-90,-6 67 40,-6 17-32,2-3-35,-6 3-29,3-27-11,-10 32-7,-2-27-61,-16-66-112</inkml:trace>
</inkml:ink>
</file>

<file path=ppt/ink/ink82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324"/>
    </inkml:context>
    <inkml:brush xml:id="br0">
      <inkml:brushProperty name="width" value="0.05953" units="cm"/>
      <inkml:brushProperty name="height" value="0.05953" units="cm"/>
      <inkml:brushProperty name="fitToCurve" value="1"/>
    </inkml:brush>
  </inkml:definitions>
  <inkml:trace contextRef="#ctx0" brushRef="#br0">14144 8782 366,'129'100'392,"-36"-5"-320,14-8-61,28-90-148,-60-77-288</inkml:trace>
</inkml:ink>
</file>

<file path=ppt/ink/ink82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325"/>
    </inkml:context>
    <inkml:brush xml:id="br0">
      <inkml:brushProperty name="width" value="0.05953" units="cm"/>
      <inkml:brushProperty name="height" value="0.05953" units="cm"/>
      <inkml:brushProperty name="fitToCurve" value="1"/>
    </inkml:brush>
  </inkml:definitions>
  <inkml:trace contextRef="#ctx0" brushRef="#br0">14726 8738 136,'-89'22'336,"-12"169"-89,46-91-211,-23 11-15,-1-1 0,1-10 2,-10 10 3,0 8-5,214-49-3,48-111-17,-7 0-2,-30 11-1,16-5-3,-7 0-2,-67 43-101,3 1-647</inkml:trace>
</inkml:ink>
</file>

<file path=ppt/ink/ink82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326"/>
    </inkml:context>
    <inkml:brush xml:id="br0">
      <inkml:brushProperty name="width" value="0.05953" units="cm"/>
      <inkml:brushProperty name="height" value="0.05953" units="cm"/>
      <inkml:brushProperty name="fitToCurve" value="1"/>
    </inkml:brush>
  </inkml:definitions>
  <inkml:trace contextRef="#ctx0" brushRef="#br0">14977 8537 302,'91'135'529,"-70"38"-505,-12-32-19,-6-5-3,-13 13-3,-5-3-37,-23-64-138</inkml:trace>
</inkml:ink>
</file>

<file path=ppt/ink/ink82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327"/>
    </inkml:context>
    <inkml:brush xml:id="br0">
      <inkml:brushProperty name="width" value="0.05953" units="cm"/>
      <inkml:brushProperty name="height" value="0.05953" units="cm"/>
      <inkml:brushProperty name="fitToCurve" value="1"/>
    </inkml:brush>
  </inkml:definitions>
  <inkml:trace contextRef="#ctx0" brushRef="#br0">15084 8542 371,'91'-56'76,"50"-16"73,-32 35-47,9 18-12,2 80-50,-64 58-19,-21 53-6,-16-25-9,-4-9-1,-5 27-2,-11-15-1,-19-13-1,-90-53-2,-36-125-10,16-44-95,42-16-101,38 25-260</inkml:trace>
</inkml:ink>
</file>

<file path=ppt/ink/ink82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328"/>
    </inkml:context>
    <inkml:brush xml:id="br0">
      <inkml:brushProperty name="width" value="0.05953" units="cm"/>
      <inkml:brushProperty name="height" value="0.05953" units="cm"/>
      <inkml:brushProperty name="fitToCurve" value="1"/>
    </inkml:brush>
  </inkml:definitions>
  <inkml:trace contextRef="#ctx0" brushRef="#br0">15467 7958 526,'18'82'168,"-28"25"-102,-14 29-26,-14 24-22,-5-5-3,7-26-9,-14 41-8,1-27-37,-1-22-85,2-24-106,58-176-12</inkml:trace>
</inkml:ink>
</file>

<file path=ppt/ink/ink82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329"/>
    </inkml:context>
    <inkml:brush xml:id="br0">
      <inkml:brushProperty name="width" value="0.05953" units="cm"/>
      <inkml:brushProperty name="height" value="0.05953" units="cm"/>
      <inkml:brushProperty name="fitToCurve" value="1"/>
    </inkml:brush>
  </inkml:definitions>
  <inkml:trace contextRef="#ctx0" brushRef="#br0">15331 8605 191,'88'7'111,"16"91"240,-38-19-221,39 8-132,18-71-561</inkml:trace>
</inkml:ink>
</file>

<file path=ppt/ink/ink82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330"/>
    </inkml:context>
    <inkml:brush xml:id="br0">
      <inkml:brushProperty name="width" value="0.05953" units="cm"/>
      <inkml:brushProperty name="height" value="0.05953" units="cm"/>
      <inkml:brushProperty name="fitToCurve" value="1"/>
    </inkml:brush>
  </inkml:definitions>
  <inkml:trace contextRef="#ctx0" brushRef="#br0">16119 8317 168,'82'140'532,"-88"-24"-470,-9 15-24,-8 3-19,-2-11-7,-5 5 1,-4 0 0,85-275-20,0 23-2,11-13 1,8 10 4,9 2 7,12-7 10,-17 255 15,-114 13-25,-4 2-2,173-200-7,-19-86 2,-11 26 3,4 24 4,-46 234 8,-75 26-11,6-22-2,-19-65-107,-2-2-652</inkml:trace>
</inkml:ink>
</file>

<file path=ppt/ink/ink83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331"/>
    </inkml:context>
    <inkml:brush xml:id="br0">
      <inkml:brushProperty name="width" value="0.05953" units="cm"/>
      <inkml:brushProperty name="height" value="0.05953" units="cm"/>
      <inkml:brushProperty name="fitToCurve" value="1"/>
    </inkml:brush>
  </inkml:definitions>
  <inkml:trace contextRef="#ctx0" brushRef="#br0">17459 8640 384,'-29'-138'233,"-16"38"-83,-25-18-66,-20 22-64,-44 153-15,52 70-9,4 27 1,33-26 2,9 1 1,20 14 0,164-135-3,-40-108 1,-13 6 3,18-19 5,11 172 8,-99 81-13,102-206-115,-77-73-124,-28 41 63,-2 20 57,-4-4 75,80 126 659,-28 84-570,-8 0-34,-2 3-6,8-3-4,74-212-221,-108-15 75,-14 22 71</inkml:trace>
</inkml:ink>
</file>

<file path=ppt/ink/ink83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332"/>
    </inkml:context>
    <inkml:brush xml:id="br0">
      <inkml:brushProperty name="width" value="0.05953" units="cm"/>
      <inkml:brushProperty name="height" value="0.05953" units="cm"/>
      <inkml:brushProperty name="fitToCurve" value="1"/>
    </inkml:brush>
  </inkml:definitions>
  <inkml:trace contextRef="#ctx0" brushRef="#br0">18062 8308 174,'-119'12'345,"-34"152"-130,61-50-150,-17 34-19,1-5-28,17-22-16,7-1-49,-1-57-231</inkml:trace>
</inkml:ink>
</file>

<file path=ppt/ink/ink83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333"/>
    </inkml:context>
    <inkml:brush xml:id="br0">
      <inkml:brushProperty name="width" value="0.05953" units="cm"/>
      <inkml:brushProperty name="height" value="0.05953" units="cm"/>
      <inkml:brushProperty name="fitToCurve" value="1"/>
    </inkml:brush>
  </inkml:definitions>
  <inkml:trace contextRef="#ctx0" brushRef="#br0">18247 8805 871</inkml:trace>
</inkml:ink>
</file>

<file path=ppt/ink/ink83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334"/>
    </inkml:context>
    <inkml:brush xml:id="br0">
      <inkml:brushProperty name="width" value="0.05953" units="cm"/>
      <inkml:brushProperty name="height" value="0.05953" units="cm"/>
      <inkml:brushProperty name="fitToCurve" value="1"/>
    </inkml:brush>
  </inkml:definitions>
  <inkml:trace contextRef="#ctx0" brushRef="#br0">6257 5136 145,'113'-36'155,"45"8"-46,-25 22-54,-32 10-35,-11-1-7,-4 0 11,32 1 5,-13-3-2,-4 1-1,47-8 3,-18 1-2,-10-1 0,40-3 4,-19-2-4,-10-1-3,37 1-7,-26 5-6,-12 2-5,40-6-2,-27 1-3,-15-1 1,39 2 0,-34 6 3,72 6 3,-70 1-4,22 6 0,54 8 4,-71-6-2,-9-1-1,37 3 1,-27-4-2,71 1 0,-71-5-2,21 1 0,42 1-1,-7 2 0,-8-2-1,-9-2 1,-12 0-1,-6-1 0,-8 3 1,-3 0-1,0 0 1,-11 1-1,2-1 1,0-1 1,26 0 0,4-5 0,0-10-1,-23 2 1,8-7-1,3-6 0,-18 2 0,7 0 0,-5 11-1,7 2 1,-2 7-1,-72 24-110,1-1-661</inkml:trace>
</inkml:ink>
</file>

<file path=ppt/ink/ink83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335"/>
    </inkml:context>
    <inkml:brush xml:id="br0">
      <inkml:brushProperty name="width" value="0.05953" units="cm"/>
      <inkml:brushProperty name="height" value="0.05953" units="cm"/>
      <inkml:brushProperty name="fitToCurve" value="1"/>
    </inkml:brush>
  </inkml:definitions>
  <inkml:trace contextRef="#ctx0" brushRef="#br0">9052 3542 623,'51'-43'-67,"11"3"88,-5 9 11,15-6 27,31-8 8,-16 12-14,6 3-17,9-2-15,12 8-12,-20 19-11,-3 37 0,-35 58 6,-42 16 1,-19 4-2,-6-30-1,-7 4 0,-13 18 2,-5-9-1,3-17 1,-11-1 2,-28-9 0,-13-85-5,25-38-3,0-14-4,-17-22-6,9 5-44,27 23-162,31 20 16</inkml:trace>
</inkml:ink>
</file>

<file path=ppt/ink/ink83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336"/>
    </inkml:context>
    <inkml:brush xml:id="br0">
      <inkml:brushProperty name="width" value="0.05953" units="cm"/>
      <inkml:brushProperty name="height" value="0.05953" units="cm"/>
      <inkml:brushProperty name="fitToCurve" value="1"/>
    </inkml:brush>
  </inkml:definitions>
  <inkml:trace contextRef="#ctx0" brushRef="#br0">9655 2828 409,'0'46'172,"-8"16"-60,-13 31-21,-6 9-45,3-21-33,-5 13-4,4-18-5,-5 9-2,-6 0 0,-16 22-2,2-14-5,5-23-18,-22-28-147,15-90 33,32-28 79,18-17 47,6 36-34,-2-16-104</inkml:trace>
</inkml:ink>
</file>

<file path=ppt/ink/ink83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337"/>
    </inkml:context>
    <inkml:brush xml:id="br0">
      <inkml:brushProperty name="width" value="0.05953" units="cm"/>
      <inkml:brushProperty name="height" value="0.05953" units="cm"/>
      <inkml:brushProperty name="fitToCurve" value="1"/>
    </inkml:brush>
  </inkml:definitions>
  <inkml:trace contextRef="#ctx0" brushRef="#br0">9253 3008 311,'5'79'84,"6"37"-5,-2-54-42,6-2-12,14 11-20,0-21-16,41 26-44,-21-33 33,37 17 103,4 13 138,-29-29-249,-29 2-216</inkml:trace>
</inkml:ink>
</file>

<file path=ppt/ink/ink83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338"/>
    </inkml:context>
    <inkml:brush xml:id="br0">
      <inkml:brushProperty name="width" value="0.05953" units="cm"/>
      <inkml:brushProperty name="height" value="0.05953" units="cm"/>
      <inkml:brushProperty name="fitToCurve" value="1"/>
    </inkml:brush>
  </inkml:definitions>
  <inkml:trace contextRef="#ctx0" brushRef="#br0">10071 3332 773,'80'-19'78,"13"11"-62,-1-2-11,27-2-1,-36 5 0,-35 19-113,0 1-654</inkml:trace>
</inkml:ink>
</file>

<file path=ppt/ink/ink83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339"/>
    </inkml:context>
    <inkml:brush xml:id="br0">
      <inkml:brushProperty name="width" value="0.05953" units="cm"/>
      <inkml:brushProperty name="height" value="0.05953" units="cm"/>
      <inkml:brushProperty name="fitToCurve" value="1"/>
    </inkml:brush>
  </inkml:definitions>
  <inkml:trace contextRef="#ctx0" brushRef="#br0">11077 2615 422,'-12'92'166,"0"-34"-71,5 8-37,4 16-72,5-13-199,-15-19-158</inkml:trace>
</inkml:ink>
</file>

<file path=ppt/ink/ink83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340"/>
    </inkml:context>
    <inkml:brush xml:id="br0">
      <inkml:brushProperty name="width" value="0.05953" units="cm"/>
      <inkml:brushProperty name="height" value="0.05953" units="cm"/>
      <inkml:brushProperty name="fitToCurve" value="1"/>
    </inkml:brush>
  </inkml:definitions>
  <inkml:trace contextRef="#ctx0" brushRef="#br0">10877 2947 261,'-73'35'200,"48"15"-57,12 10-14,16 13-64,23 7-107,-26-29-120</inkml:trace>
</inkml:ink>
</file>

<file path=ppt/ink/ink84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341"/>
    </inkml:context>
    <inkml:brush xml:id="br0">
      <inkml:brushProperty name="width" value="0.05953" units="cm"/>
      <inkml:brushProperty name="height" value="0.05953" units="cm"/>
      <inkml:brushProperty name="fitToCurve" value="1"/>
    </inkml:brush>
  </inkml:definitions>
  <inkml:trace contextRef="#ctx0" brushRef="#br0">10826 3192 136,'48'-60'123,"16"20"-62,42-8 121,-57 30-76,16-4 29,6 7-40,-39 90-65,-103 3-29,3-15-1,-21 6 0,10-14 1,9-7 3,0 0 2,172-82 0,-11 2-6,-9-2-2,8-4-5,-7 9-103,-31 28-54</inkml:trace>
</inkml:ink>
</file>

<file path=ppt/ink/ink84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342"/>
    </inkml:context>
    <inkml:brush xml:id="br0">
      <inkml:brushProperty name="width" value="0.05953" units="cm"/>
      <inkml:brushProperty name="height" value="0.05953" units="cm"/>
      <inkml:brushProperty name="fitToCurve" value="1"/>
    </inkml:brush>
  </inkml:definitions>
  <inkml:trace contextRef="#ctx0" brushRef="#br0">11153 3287 136,'-21'87'737,"16"-1"-736,-7-7-2,-2 1-7,6 2-25,79-114-3,-35-44-166,-36 14-7,-63 22 96,0 61 87,12 4 20,-17 15 5,-3 4 4,18-9 0,3-3 1,-5 4 1,-21 6 4,22-20-64</inkml:trace>
</inkml:ink>
</file>

<file path=ppt/ink/ink84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343"/>
    </inkml:context>
    <inkml:brush xml:id="br0">
      <inkml:brushProperty name="width" value="0.05953" units="cm"/>
      <inkml:brushProperty name="height" value="0.05953" units="cm"/>
      <inkml:brushProperty name="fitToCurve" value="1"/>
    </inkml:brush>
  </inkml:definitions>
  <inkml:trace contextRef="#ctx0" brushRef="#br0">10712 3545 136,'75'-21'4,"-30"13"-1,19 17 8,-9 9 12,-6 7 37,7 17 52,-8-2 13,49 47 109,-27-32-131,4-17-62,13-19-31,22-26-20,-29-14-10,-5-7-56,24-33-47,-15 0-26,-20 13-175</inkml:trace>
</inkml:ink>
</file>

<file path=ppt/ink/ink84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344"/>
    </inkml:context>
    <inkml:brush xml:id="br0">
      <inkml:brushProperty name="width" value="0.05953" units="cm"/>
      <inkml:brushProperty name="height" value="0.05953" units="cm"/>
      <inkml:brushProperty name="fitToCurve" value="1"/>
    </inkml:brush>
  </inkml:definitions>
  <inkml:trace contextRef="#ctx0" brushRef="#br0">11681 3053 415,'55'-22'178,"17"-7"-71,13-3-4,6 5-52,-5 5-36,-3 7-11,5 6-2,-7 15-8,-26 18-180</inkml:trace>
</inkml:ink>
</file>

<file path=ppt/ink/ink84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345"/>
    </inkml:context>
    <inkml:brush xml:id="br0">
      <inkml:brushProperty name="width" value="0.05953" units="cm"/>
      <inkml:brushProperty name="height" value="0.05953" units="cm"/>
      <inkml:brushProperty name="fitToCurve" value="1"/>
    </inkml:brush>
  </inkml:definitions>
  <inkml:trace contextRef="#ctx0" brushRef="#br0">12134 3000 274,'-32'72'328,"5"-15"-205,-5 10-43,-5 3-42,-10 11-22,-6 6-9,-2 1-4,-6 6-3,1-6-4,9-16-4,3 3-46,0-35-219</inkml:trace>
</inkml:ink>
</file>

<file path=ppt/ink/ink84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346"/>
    </inkml:context>
    <inkml:brush xml:id="br0">
      <inkml:brushProperty name="width" value="0.05953" units="cm"/>
      <inkml:brushProperty name="height" value="0.05953" units="cm"/>
      <inkml:brushProperty name="fitToCurve" value="1"/>
    </inkml:brush>
  </inkml:definitions>
  <inkml:trace contextRef="#ctx0" brushRef="#br0">12001 3156 242,'-6'68'173,"-3"-4"-46,-1 14-1,2 1-47,1-7-44,3 8-27,3 1-46,-15-33-123</inkml:trace>
</inkml:ink>
</file>

<file path=ppt/ink/ink84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347"/>
    </inkml:context>
    <inkml:brush xml:id="br0">
      <inkml:brushProperty name="width" value="0.05953" units="cm"/>
      <inkml:brushProperty name="height" value="0.05953" units="cm"/>
      <inkml:brushProperty name="fitToCurve" value="1"/>
    </inkml:brush>
  </inkml:definitions>
  <inkml:trace contextRef="#ctx0" brushRef="#br0">12046 3318 136,'4'-52'2,"9"0"86,55 137 480,-40-3-513,1-5-41,18-8-14,43-14-6,6-43-51,-47 12-114</inkml:trace>
</inkml:ink>
</file>

<file path=ppt/ink/ink84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348"/>
    </inkml:context>
    <inkml:brush xml:id="br0">
      <inkml:brushProperty name="width" value="0.05953" units="cm"/>
      <inkml:brushProperty name="height" value="0.05953" units="cm"/>
      <inkml:brushProperty name="fitToCurve" value="1"/>
    </inkml:brush>
  </inkml:definitions>
  <inkml:trace contextRef="#ctx0" brushRef="#br0">12546 2837 313,'6'88'207,"-3"-36"-123,-2 14 14,6 11-35,3-5-113,-19-25-103</inkml:trace>
</inkml:ink>
</file>

<file path=ppt/ink/ink84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349"/>
    </inkml:context>
    <inkml:brush xml:id="br0">
      <inkml:brushProperty name="width" value="0.05953" units="cm"/>
      <inkml:brushProperty name="height" value="0.05953" units="cm"/>
      <inkml:brushProperty name="fitToCurve" value="1"/>
    </inkml:brush>
  </inkml:definitions>
  <inkml:trace contextRef="#ctx0" brushRef="#br0">12770 2776 586,'69'-17'117,"-4"3"-61,6 5 11,14 6-34,-30 62-18,-94 20-10,-19-13-7,-12-14-4,-7-12-17,-11-24-126,63-79-136,89 3 308,24 35 153,-99 93 24,-46-12-188,-13 3 1,-7 9-4,17-14-5,-16 11-2,4 0-2,159-60 10,-13-44-9,32-14 1,-10 8 0,-20 13-1,4 4-2,-127 98-343,-33-38 599,72 51-168,3 7-80,-3 1-6,-6 9-3,0-10-1,7-7-35,74-142-218,15-28 285,18 0 122,-176 123-123,-12-7-102,11-18-27,-4-2 43,14 6 32,-9 5 10,3 2 4,2-2 2,8-2-7,7-1-40,-17-20-113,109-48 88,19 19 62,6 16 16,-13 14 9,17 13 15,-9 8 23,11 16 28,12 14 43,-19-9 8,50 33 53,-47-33-92,13 12-25,12 12-18,-8-14-28,0-17-8,11-25-4,14-26-3,19-32-8,-32 3-84,-20 10-176,-21 27-93</inkml:trace>
</inkml:ink>
</file>

<file path=ppt/ink/ink84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350"/>
    </inkml:context>
    <inkml:brush xml:id="br0">
      <inkml:brushProperty name="width" value="0.05953" units="cm"/>
      <inkml:brushProperty name="height" value="0.05953" units="cm"/>
      <inkml:brushProperty name="fitToCurve" value="1"/>
    </inkml:brush>
  </inkml:definitions>
  <inkml:trace contextRef="#ctx0" brushRef="#br0">14148 5654 533</inkml:trace>
</inkml:ink>
</file>

<file path=ppt/ink/ink85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351"/>
    </inkml:context>
    <inkml:brush xml:id="br0">
      <inkml:brushProperty name="width" value="0.05953" units="cm"/>
      <inkml:brushProperty name="height" value="0.05953" units="cm"/>
      <inkml:brushProperty name="fitToCurve" value="1"/>
    </inkml:brush>
  </inkml:definitions>
  <inkml:trace contextRef="#ctx0" brushRef="#br0">13596 2599 668,'33'43'162,"-6"9"-253,-21-16-67</inkml:trace>
</inkml:ink>
</file>

<file path=ppt/ink/ink85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352"/>
    </inkml:context>
    <inkml:brush xml:id="br0">
      <inkml:brushProperty name="width" value="0.05953" units="cm"/>
      <inkml:brushProperty name="height" value="0.05953" units="cm"/>
      <inkml:brushProperty name="fitToCurve" value="1"/>
    </inkml:brush>
  </inkml:definitions>
  <inkml:trace contextRef="#ctx0" brushRef="#br0">13461 2895 581,'56'16'210,"18"-9"-151,18-2-45,-8 24-15,-89 68-17,-46-31 9,-21 0 7,-6-3 10,-1-9 3,2 1 1,18 6 0,108 3-5,34-30-6,29 14 0,4 6 0,-36-13-1,9 5 1,16 10-2,-13-9 0,-15-13-2,13 2-8,-38 10-285</inkml:trace>
</inkml:ink>
</file>

<file path=ppt/ink/ink85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353"/>
    </inkml:context>
    <inkml:brush xml:id="br0">
      <inkml:brushProperty name="width" value="0.05953" units="cm"/>
      <inkml:brushProperty name="height" value="0.05953" units="cm"/>
      <inkml:brushProperty name="fitToCurve" value="1"/>
    </inkml:brush>
  </inkml:definitions>
  <inkml:trace contextRef="#ctx0" brushRef="#br0">13789 3113 748,'72'-63'18,"18"12"18,5 3 0,6 11-8,8 19-19,-24 40-8,-56 55-2,-36 5 1,-16 12 2,-8 1 2,-1-8-1,-4 0 0,-11-6-1,-34-31-1,-5-82-2,17-54-7,21-22-12,25 29-13,4-13-83,5 1-77,6 33-216</inkml:trace>
</inkml:ink>
</file>

<file path=ppt/ink/ink85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354"/>
    </inkml:context>
    <inkml:brush xml:id="br0">
      <inkml:brushProperty name="width" value="0.05953" units="cm"/>
      <inkml:brushProperty name="height" value="0.05953" units="cm"/>
      <inkml:brushProperty name="fitToCurve" value="1"/>
    </inkml:brush>
  </inkml:definitions>
  <inkml:trace contextRef="#ctx0" brushRef="#br0">14080 2721 162,'0'68'202,"0"-23"-83,0 5-17,-20 29 22,-3-7-34,-23 46-29,10-36-51,-11 21-6,7-27-1,-2 6-4,-6-5-2,-7 5-22,2-42-263</inkml:trace>
</inkml:ink>
</file>

<file path=ppt/ink/ink85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355"/>
    </inkml:context>
    <inkml:brush xml:id="br0">
      <inkml:brushProperty name="width" value="0.05953" units="cm"/>
      <inkml:brushProperty name="height" value="0.05953" units="cm"/>
      <inkml:brushProperty name="fitToCurve" value="1"/>
    </inkml:brush>
  </inkml:definitions>
  <inkml:trace contextRef="#ctx0" brushRef="#br0">14993 2513 458,'-48'15'178,"-3"33"-29,-1 5-81,-10 6-53,2 2-10,3 4-2,15 4-1,122-49-4,21-37-1,-18 17-2,-116 99 0,-27-25 5,-10 6 3,13-13 1,4 11 2,58 10 0,86-50-10,1-17-5,-27 40-3,-78 22 16,-25-11 2,61-154-104,5 12-15,-1-5-95</inkml:trace>
</inkml:ink>
</file>

<file path=ppt/ink/ink85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356"/>
    </inkml:context>
    <inkml:brush xml:id="br0">
      <inkml:brushProperty name="width" value="0.05953" units="cm"/>
      <inkml:brushProperty name="height" value="0.05953" units="cm"/>
      <inkml:brushProperty name="fitToCurve" value="1"/>
    </inkml:brush>
  </inkml:definitions>
  <inkml:trace contextRef="#ctx0" brushRef="#br0">15292 2453 659,'-59'49'191,"-11"25"-169,12-10-19,3 3-2,-5 12 0,25 1 0,130-74 0,-6-48-2,11-21-2,-6-7-2,-19 9-4,-8-3-53,-27-4-140,-105 54 131,9 44 66,22 54 172,103-83-70,5-5-43,-107 82-36,-24-21-14,-14 10-1,-10 8-1,-7 1-1,4-4-1,11-9 0,8 0-1,162-65-10,2-58 7,-3-3 0,-14 10 0,-2 5-14,-7 9-40,-114 103 7,-26 4 47,9-12 4,-6 3-1,-1-3 1,6-9 0,4-3 0,151-51-1,-13-11 14,1 11 13,-3 15-3,-13 23-1,-2 29-4,-38 32-2,-32 7 6,-25-16-3,-22-7-8,-24-35-7,-13-63-4,26-44-23,51-19-240,19 39 60</inkml:trace>
</inkml:ink>
</file>

<file path=ppt/ink/ink85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357"/>
    </inkml:context>
    <inkml:brush xml:id="br0">
      <inkml:brushProperty name="width" value="0.05953" units="cm"/>
      <inkml:brushProperty name="height" value="0.05953" units="cm"/>
      <inkml:brushProperty name="fitToCurve" value="1"/>
    </inkml:brush>
  </inkml:definitions>
  <inkml:trace contextRef="#ctx0" brushRef="#br0">15267 3143 171,'-68'47'59,"16"3"-2,-2 4 5,-13 7 0,170-61 307,-9-50-359,-29 11-31,-2 3-22,5-1-87,-103 88-40,-42 18 275,18-21-14,3-4-6,-11 6-16,-12 6-10,15-9-37,161-97-92,-31 4 3,40-39-14,-15 8-1,-42 34 36,36-30-39,-33 30 46,25-19-27,-14 7 8,-2-1 17,-3 3 26,-85 133 631,-28 14-578,11 1-26,22-6-6,88-12-3,21-65-1,18-24 0,15-25-3,-3-6-4,-18 6-19,-22 9-327,-26 25-14</inkml:trace>
</inkml:ink>
</file>

<file path=ppt/ink/ink85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358"/>
    </inkml:context>
    <inkml:brush xml:id="br0">
      <inkml:brushProperty name="width" value="0.05953" units="cm"/>
      <inkml:brushProperty name="height" value="0.05953" units="cm"/>
      <inkml:brushProperty name="fitToCurve" value="1"/>
    </inkml:brush>
  </inkml:definitions>
  <inkml:trace contextRef="#ctx0" brushRef="#br0">8018 2967 166,'6'134'707,"-7"-55"-815,-1 1-649</inkml:trace>
</inkml:ink>
</file>

<file path=ppt/ink/ink85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359"/>
    </inkml:context>
    <inkml:brush xml:id="br0">
      <inkml:brushProperty name="width" value="0.05953" units="cm"/>
      <inkml:brushProperty name="height" value="0.05953" units="cm"/>
      <inkml:brushProperty name="fitToCurve" value="1"/>
    </inkml:brush>
  </inkml:definitions>
  <inkml:trace contextRef="#ctx0" brushRef="#br0">7792 3623 269,'73'-80'61,"35"-11"140,-34 56-82,-68 161 7,-45-11-81,-3 12-18,3 4-10,4 5-9,35 2 0,157-136-4,-35-129-9,-44-4-3,-9-12-18,-13 10-63,19 50-295</inkml:trace>
</inkml:ink>
</file>

<file path=ppt/ink/ink85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360"/>
    </inkml:context>
    <inkml:brush xml:id="br0">
      <inkml:brushProperty name="width" value="0.05953" units="cm"/>
      <inkml:brushProperty name="height" value="0.05953" units="cm"/>
      <inkml:brushProperty name="fitToCurve" value="1"/>
    </inkml:brush>
  </inkml:definitions>
  <inkml:trace contextRef="#ctx0" brushRef="#br0">8529 3002 193,'8'159'680,"-18"-18"-672,-15-6-5,-14 43-3,-3-38 0,-3-5 0,-13 6-3,-26-20-32,-6-55-252</inkml:trace>
</inkml:ink>
</file>

<file path=ppt/ink/ink86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361"/>
    </inkml:context>
    <inkml:brush xml:id="br0">
      <inkml:brushProperty name="width" value="0.05953" units="cm"/>
      <inkml:brushProperty name="height" value="0.05953" units="cm"/>
      <inkml:brushProperty name="fitToCurve" value="1"/>
    </inkml:brush>
  </inkml:definitions>
  <inkml:trace contextRef="#ctx0" brushRef="#br0">8384 3505 166,'111'39'324,"31"127"-17,-73-59-240,27 23-51,21-24-12,12-59-8,-51 12-184</inkml:trace>
</inkml:ink>
</file>

<file path=ppt/ink/ink86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362"/>
    </inkml:context>
    <inkml:brush xml:id="br0">
      <inkml:brushProperty name="width" value="0.03969" units="cm"/>
      <inkml:brushProperty name="height" value="0.03969" units="cm"/>
      <inkml:brushProperty name="fitToCurve" value="1"/>
    </inkml:brush>
  </inkml:definitions>
  <inkml:trace contextRef="#ctx0" brushRef="#br0">14737 7935 562,'43'37'295,"-32"-4"-531,-12-3-379</inkml:trace>
</inkml:ink>
</file>

<file path=ppt/ink/ink86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363"/>
    </inkml:context>
    <inkml:brush xml:id="br0">
      <inkml:brushProperty name="width" value="0.03969" units="cm"/>
      <inkml:brushProperty name="height" value="0.03969" units="cm"/>
      <inkml:brushProperty name="fitToCurve" value="1"/>
    </inkml:brush>
  </inkml:definitions>
  <inkml:trace contextRef="#ctx0" brushRef="#br0">14761 8079 356,'0'47'-23,"-16"4"35,-8-6-31,-28 7 61,4-36 141,106-10 139,2 13-317,-13-6-4,19 2 0,-3-5-5,-7-4-8,-5-4-53,-1-7-196</inkml:trace>
</inkml:ink>
</file>

<file path=ppt/ink/ink86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364"/>
    </inkml:context>
    <inkml:brush xml:id="br0">
      <inkml:brushProperty name="width" value="0.03969" units="cm"/>
      <inkml:brushProperty name="height" value="0.03969" units="cm"/>
      <inkml:brushProperty name="fitToCurve" value="1"/>
    </inkml:brush>
  </inkml:definitions>
  <inkml:trace contextRef="#ctx0" brushRef="#br0">14865 7963 455,'46'-11'102</inkml:trace>
</inkml:ink>
</file>

<file path=ppt/ink/ink86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365"/>
    </inkml:context>
    <inkml:brush xml:id="br0">
      <inkml:brushProperty name="width" value="0.03969" units="cm"/>
      <inkml:brushProperty name="height" value="0.03969" units="cm"/>
      <inkml:brushProperty name="fitToCurve" value="1"/>
    </inkml:brush>
  </inkml:definitions>
  <inkml:trace contextRef="#ctx0" brushRef="#br0">14956 7800 213,'0'64'28,"0"-15"7,6 15 46,1-10 18,2 43 67,-3-45-84,-3 7-20,-2-15-30,-4 10-14,-9-10-10,-17-5 7,-19-19 4,-3-34-8,3-87-4,76 47-7,29 1-3,4 13 0,20 1-3,-32 17-6,-2 16-420</inkml:trace>
</inkml:ink>
</file>

<file path=ppt/ink/ink86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366"/>
    </inkml:context>
    <inkml:brush xml:id="br0">
      <inkml:brushProperty name="width" value="0.03969" units="cm"/>
      <inkml:brushProperty name="height" value="0.03969" units="cm"/>
      <inkml:brushProperty name="fitToCurve" value="1"/>
    </inkml:brush>
  </inkml:definitions>
  <inkml:trace contextRef="#ctx0" brushRef="#br0">15317 7821 353,'-12'46'221,"-7"-6"-101,-5 6-35,-4 0-46,3-5-34,-6 2-78</inkml:trace>
</inkml:ink>
</file>

<file path=ppt/ink/ink86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367"/>
    </inkml:context>
    <inkml:brush xml:id="br0">
      <inkml:brushProperty name="width" value="0.03969" units="cm"/>
      <inkml:brushProperty name="height" value="0.03969" units="cm"/>
      <inkml:brushProperty name="fitToCurve" value="1"/>
    </inkml:brush>
  </inkml:definitions>
  <inkml:trace contextRef="#ctx0" brushRef="#br0">15419 7791 184,'39'53'127,"-21"-10"-36,-5 16-126,-17-20-195</inkml:trace>
</inkml:ink>
</file>

<file path=ppt/ink/ink86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368"/>
    </inkml:context>
    <inkml:brush xml:id="br0">
      <inkml:brushProperty name="width" value="0.03969" units="cm"/>
      <inkml:brushProperty name="height" value="0.03969" units="cm"/>
      <inkml:brushProperty name="fitToCurve" value="1"/>
    </inkml:brush>
  </inkml:definitions>
  <inkml:trace contextRef="#ctx0" brushRef="#br0">15262 8028 219,'62'-8'133,"-5"4"-28,7 12-30,-3 22-8,-19 60 70,-42-28-75,-9 0-20,-8-5-27,-4-6-8,-6-5 0,-47-53-3,63-48-10,6-17-5,2 5-4,6 11-1,-3 5-14,-53 59 87,22 41-45,2 5-9,5-2-1,2-2 1,16-1-20,-11-8-416</inkml:trace>
</inkml:ink>
</file>

<file path=ppt/ink/ink86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369"/>
    </inkml:context>
    <inkml:brush xml:id="br0">
      <inkml:brushProperty name="width" value="0.03969" units="cm"/>
      <inkml:brushProperty name="height" value="0.03969" units="cm"/>
      <inkml:brushProperty name="fitToCurve" value="1"/>
    </inkml:brush>
  </inkml:definitions>
  <inkml:trace contextRef="#ctx0" brushRef="#br0">15817 7619 531,'26'41'31,"-26"-11"-85</inkml:trace>
</inkml:ink>
</file>

<file path=ppt/ink/ink86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370"/>
    </inkml:context>
    <inkml:brush xml:id="br0">
      <inkml:brushProperty name="width" value="0.03969" units="cm"/>
      <inkml:brushProperty name="height" value="0.03969" units="cm"/>
      <inkml:brushProperty name="fitToCurve" value="1"/>
    </inkml:brush>
  </inkml:definitions>
  <inkml:trace contextRef="#ctx0" brushRef="#br0">15699 7725 543,'-7'76'233,"11"-21"-176,2-7-35,3-2-17,2 4-18,-17-6-417</inkml:trace>
</inkml:ink>
</file>

<file path=ppt/ink/ink87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371"/>
    </inkml:context>
    <inkml:brush xml:id="br0">
      <inkml:brushProperty name="width" value="0.03969" units="cm"/>
      <inkml:brushProperty name="height" value="0.03969" units="cm"/>
      <inkml:brushProperty name="fitToCurve" value="1"/>
    </inkml:brush>
  </inkml:definitions>
  <inkml:trace contextRef="#ctx0" brushRef="#br0">15790 7769 305,'40'-8'138,"26"-8"24,25-8 16,-41 16-125,1 9-30,-53 50-12,-83 21-7,43-45-7,-1-5-3,-2-3-21,-2-3-84,55-56-340,48-1 420,-12 14 122,-71 94 398,-1-25-461,1-2-20,0 8-10,62 40-140,-89-7 234,33-43-53,50-80-45,6-16-24,-10 15-9,3-7-20,4-9-16,12-14-48,-33 142 155,-27 20 74,0 9-6,9-42-50,0 7-15,2-13-22,-3 16-10,0-13-18,-1-1-121,-14-13-561</inkml:trace>
</inkml:ink>
</file>

<file path=ppt/ink/ink87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372"/>
    </inkml:context>
    <inkml:brush xml:id="br0">
      <inkml:brushProperty name="width" value="0.03969" units="cm"/>
      <inkml:brushProperty name="height" value="0.03969" units="cm"/>
      <inkml:brushProperty name="fitToCurve" value="1"/>
    </inkml:brush>
  </inkml:definitions>
  <inkml:trace contextRef="#ctx0" brushRef="#br0">15845 8407 136,'-32'-54'19,"5"3"41,6-4 148,42 119 152,-29-18-346,62-61-52,23-48-45,-4 21 33,-78 114 112,-51-7 80,83-116-290,-3 10-9,6-18-45,-7 18 105,1-8 40,-3 1 42,6 0 17,29 9 236,-26 85 56,-16-4-186,28-51-97,-14-42-5,-5 9 10,6-1 1,10 82-3,-35 18-11,-4 3-1,-1 21-1,1-29 1,-3 33 0,-1-5-1,1-26 0,3 30 1,-2 7-2,0-31 0,2 18-1,-1-16 0,5 32-3,5-20-4,7-14-33,10-7-131,-22-11-469</inkml:trace>
</inkml:ink>
</file>

<file path=ppt/ink/ink87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373"/>
    </inkml:context>
    <inkml:brush xml:id="br0">
      <inkml:brushProperty name="width" value="0.03969" units="cm"/>
      <inkml:brushProperty name="height" value="0.03969" units="cm"/>
      <inkml:brushProperty name="fitToCurve" value="1"/>
    </inkml:brush>
  </inkml:definitions>
  <inkml:trace contextRef="#ctx0" brushRef="#br0">20194 9789 533</inkml:trace>
</inkml:ink>
</file>

<file path=ppt/ink/ink87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374"/>
    </inkml:context>
    <inkml:brush xml:id="br0">
      <inkml:brushProperty name="width" value="0.03969" units="cm"/>
      <inkml:brushProperty name="height" value="0.03969" units="cm"/>
      <inkml:brushProperty name="fitToCurve" value="1"/>
    </inkml:brush>
  </inkml:definitions>
  <inkml:trace contextRef="#ctx0" brushRef="#br0">20251 7693 332,'-34'60'95,"5"0"-20,4-7-6,-18 47 32,22-46-64,-3 10-33,8-16-35,4-4-29,3-3-41,-2-1-209</inkml:trace>
</inkml:ink>
</file>

<file path=ppt/ink/ink87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375"/>
    </inkml:context>
    <inkml:brush xml:id="br0">
      <inkml:brushProperty name="width" value="0.03969" units="cm"/>
      <inkml:brushProperty name="height" value="0.03969" units="cm"/>
      <inkml:brushProperty name="fitToCurve" value="1"/>
    </inkml:brush>
  </inkml:definitions>
  <inkml:trace contextRef="#ctx0" brushRef="#br0">20189 7974 332,'52'-35'-52,"-4"-3"89,-3 6 32,10 8 56,-37 101-51,-32-36-73,-4 2-13,-8 10-5,0-8 1,0-3 2,-3-2-3,-15 8-35,2-22-100,38-71 48,15-7 69,6 0 16,5 6 16,-30 116 134,-17-7-76,8-19-29,-9 10-8,5-13-7,-15 27-7,8-12-4,-4-1-30</inkml:trace>
</inkml:ink>
</file>

<file path=ppt/ink/ink87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376"/>
    </inkml:context>
    <inkml:brush xml:id="br0">
      <inkml:brushProperty name="width" value="0.03969" units="cm"/>
      <inkml:brushProperty name="height" value="0.03969" units="cm"/>
      <inkml:brushProperty name="fitToCurve" value="1"/>
    </inkml:brush>
  </inkml:definitions>
  <inkml:trace contextRef="#ctx0" brushRef="#br0">20067 8221 136,'41'-3'0,"6"7"0,3 13 87,17 22 140,-5 15-25,19-1-184,7-36-159,-31-26 2,-15 4-24</inkml:trace>
</inkml:ink>
</file>

<file path=ppt/ink/ink87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377"/>
    </inkml:context>
    <inkml:brush xml:id="br0">
      <inkml:brushProperty name="width" value="0.03969" units="cm"/>
      <inkml:brushProperty name="height" value="0.03969" units="cm"/>
      <inkml:brushProperty name="fitToCurve" value="1"/>
    </inkml:brush>
  </inkml:definitions>
  <inkml:trace contextRef="#ctx0" brushRef="#br0">20759 7756 240,'-35'48'231,"7"22"-58,12-28-111,-5 4-19,-5 14-9,4-11-25,1-6-44</inkml:trace>
</inkml:ink>
</file>

<file path=ppt/ink/ink87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378"/>
    </inkml:context>
    <inkml:brush xml:id="br0">
      <inkml:brushProperty name="width" value="0.03969" units="cm"/>
      <inkml:brushProperty name="height" value="0.03969" units="cm"/>
      <inkml:brushProperty name="fitToCurve" value="1"/>
    </inkml:brush>
  </inkml:definitions>
  <inkml:trace contextRef="#ctx0" brushRef="#br0">20831 7706 230,'7'50'8,"2"9"104,-1-18-48,-2 12-103,-4-10-191</inkml:trace>
</inkml:ink>
</file>

<file path=ppt/ink/ink87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379"/>
    </inkml:context>
    <inkml:brush xml:id="br0">
      <inkml:brushProperty name="width" value="0.03969" units="cm"/>
      <inkml:brushProperty name="height" value="0.03969" units="cm"/>
      <inkml:brushProperty name="fitToCurve" value="1"/>
    </inkml:brush>
  </inkml:definitions>
  <inkml:trace contextRef="#ctx0" brushRef="#br0">20742 8025 568,'43'-41'-85,"30"16"159,-6 21-99,-21 47-24,-40 11 81,-13 7 7,-12 13 41,5-31-9,-22 40 33,9-35-82,2-7-15,-19-77-163,35-47 74,4 17 40,-5 0 41,-36 115 185,23-8-136,-2 2-21,-4-1-13,2-1-11,2 1-19,-14-7-793</inkml:trace>
</inkml:ink>
</file>

<file path=ppt/ink/ink87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380"/>
    </inkml:context>
    <inkml:brush xml:id="br0">
      <inkml:brushProperty name="width" value="0.03969" units="cm"/>
      <inkml:brushProperty name="height" value="0.03969" units="cm"/>
      <inkml:brushProperty name="fitToCurve" value="1"/>
    </inkml:brush>
  </inkml:definitions>
  <inkml:trace contextRef="#ctx0" brushRef="#br0">21081 7630 678,'23'53'22,"-15"-17"-60,-11-5-618</inkml:trace>
</inkml:ink>
</file>

<file path=ppt/ink/ink88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381"/>
    </inkml:context>
    <inkml:brush xml:id="br0">
      <inkml:brushProperty name="width" value="0.03969" units="cm"/>
      <inkml:brushProperty name="height" value="0.03969" units="cm"/>
      <inkml:brushProperty name="fitToCurve" value="1"/>
    </inkml:brush>
  </inkml:definitions>
  <inkml:trace contextRef="#ctx0" brushRef="#br0">21039 7775 526,'-13'65'53,"35"5"-7,-8-30-180</inkml:trace>
</inkml:ink>
</file>

<file path=ppt/ink/ink88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382"/>
    </inkml:context>
    <inkml:brush xml:id="br0">
      <inkml:brushProperty name="width" value="0.03969" units="cm"/>
      <inkml:brushProperty name="height" value="0.03969" units="cm"/>
      <inkml:brushProperty name="fitToCurve" value="1"/>
    </inkml:brush>
  </inkml:definitions>
  <inkml:trace contextRef="#ctx0" brushRef="#br0">21142 7769 413,'45'-21'-14,"16"-7"93,-4 7 39,13 14-5,-69 50-56,-17 2-31,0 2-25,0-2-6,-2 3-5,-4 2-61,-8-8-60</inkml:trace>
</inkml:ink>
</file>

<file path=ppt/ink/ink88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383"/>
    </inkml:context>
    <inkml:brush xml:id="br0">
      <inkml:brushProperty name="width" value="0.03969" units="cm"/>
      <inkml:brushProperty name="height" value="0.03969" units="cm"/>
      <inkml:brushProperty name="fitToCurve" value="1"/>
    </inkml:brush>
  </inkml:definitions>
  <inkml:trace contextRef="#ctx0" brushRef="#br0">21154 7897 253,'37'-50'254,"26"22"-179,-59 99 20,-64-2 60,21 18-129,120-36-273,-112 4 142,-19-14 250,90-104-54,-17 23-159,9-29-66,-11 3 29,-40 107 321,4 41-145,7-38-68,-1 4-35,-6 9-25,5-11-12,0-2-30,-2-3 5,-8 7-47</inkml:trace>
</inkml:ink>
</file>

<file path=ppt/ink/ink88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384"/>
    </inkml:context>
    <inkml:brush xml:id="br0">
      <inkml:brushProperty name="width" value="0.03969" units="cm"/>
      <inkml:brushProperty name="height" value="0.03969" units="cm"/>
      <inkml:brushProperty name="fitToCurve" value="1"/>
    </inkml:brush>
  </inkml:definitions>
  <inkml:trace contextRef="#ctx0" brushRef="#br0">21103 8241 224,'0'61'317,"0"11"-171,40-84-464,20-44 286,1 5 34,-13 23 1,-48 68 50,-50 15 153,-12 6-19,6 17-122,104-93-196,-6-32-15,4-13 2,-19 20 68,8-13 9,-3 2 17,-6 9-7,22 12 383,-26-16-347,16-25-7,4 19 12,-22 105 51,-23 17 62,3-30-31,4 4 16,59-19-50,-18-96-163,-12 3-22,-7 30-133</inkml:trace>
</inkml:ink>
</file>

<file path=ppt/ink/ink88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385"/>
    </inkml:context>
    <inkml:brush xml:id="br0">
      <inkml:brushProperty name="width" value="0.03969" units="cm"/>
      <inkml:brushProperty name="height" value="0.03969" units="cm"/>
      <inkml:brushProperty name="fitToCurve" value="1"/>
    </inkml:brush>
  </inkml:definitions>
  <inkml:trace contextRef="#ctx0" brushRef="#br0">21686 7686 246,'-18'53'119,"9"7"-35,1-8-36,2-2 2,-8 39 32,5-27-45,4-20-9,-3 22-5,0-4-6,3-22-7,-3 30-11,0 12-8,3-29-2,-2 22-2,0-8 0,2-23 0,-3 30 1,-5 8-9,5-28 2,-1 20-4,-1-9-16,4-21 6,-11 24-31,6-22-12,-1 6-137</inkml:trace>
</inkml:ink>
</file>

<file path=ppt/ink/ink88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386"/>
    </inkml:context>
    <inkml:brush xml:id="br0">
      <inkml:brushProperty name="width" value="0.05953" units="cm"/>
      <inkml:brushProperty name="height" value="0.05953" units="cm"/>
      <inkml:brushProperty name="fitToCurve" value="1"/>
    </inkml:brush>
  </inkml:definitions>
  <inkml:trace contextRef="#ctx0" brushRef="#br0">13853 8448 705,'113'-40'-48,"-27"14"85,19-4 10,0 0-9,-4 6 1,6 7-17,-51 26-126,-1 1-624</inkml:trace>
</inkml:ink>
</file>

<file path=ppt/ink/ink88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387"/>
    </inkml:context>
    <inkml:brush xml:id="br0">
      <inkml:brushProperty name="width" value="0.05953" units="cm"/>
      <inkml:brushProperty name="height" value="0.05953" units="cm"/>
      <inkml:brushProperty name="fitToCurve" value="1"/>
    </inkml:brush>
  </inkml:definitions>
  <inkml:trace contextRef="#ctx0" brushRef="#br0">13962 8391 443,'0'61'197,"0"12"-85,0 39-37,-6 15-46,-1-32-21,-4 16-4,-9 29-1,-1-19-2,0-19-1,4-1-4,-16-39-182</inkml:trace>
</inkml:ink>
</file>

<file path=ppt/ink/ink88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388"/>
    </inkml:context>
    <inkml:brush xml:id="br0">
      <inkml:brushProperty name="width" value="0.05953" units="cm"/>
      <inkml:brushProperty name="height" value="0.05953" units="cm"/>
      <inkml:brushProperty name="fitToCurve" value="1"/>
    </inkml:brush>
  </inkml:definitions>
  <inkml:trace contextRef="#ctx0" brushRef="#br0">14076 8484 586,'32'74'47,"1"-6"34,7 12 0,7 4-35,7 13-27,4-8-19,7-18-93,23-76-316</inkml:trace>
</inkml:ink>
</file>

<file path=ppt/ink/ink88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389"/>
    </inkml:context>
    <inkml:brush xml:id="br0">
      <inkml:brushProperty name="width" value="0.05953" units="cm"/>
      <inkml:brushProperty name="height" value="0.05953" units="cm"/>
      <inkml:brushProperty name="fitToCurve" value="1"/>
    </inkml:brush>
  </inkml:definitions>
  <inkml:trace contextRef="#ctx0" brushRef="#br0">14549 8567 253,'-64'62'159,"-21"43"50,21-28-127,-8 11-25,-8 5-19,-3 3-11,2-3-7,16-22-7,-10 10 1,158-13-1,34-90-12,-15-5 0,60-21 0,-52 14-2,-16 0 0,17-13-2,20 4-96,-68 43-69</inkml:trace>
</inkml:ink>
</file>

<file path=ppt/ink/ink88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390"/>
    </inkml:context>
    <inkml:brush xml:id="br0">
      <inkml:brushProperty name="width" value="0.05953" units="cm"/>
      <inkml:brushProperty name="height" value="0.05953" units="cm"/>
      <inkml:brushProperty name="fitToCurve" value="1"/>
    </inkml:brush>
  </inkml:definitions>
  <inkml:trace contextRef="#ctx0" brushRef="#br0">14770 8583 495,'68'0'197,"12"-3"-62,21-30-112,-4-28-133,-38 46-48</inkml:trace>
</inkml:ink>
</file>

<file path=ppt/ink/ink89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391"/>
    </inkml:context>
    <inkml:brush xml:id="br0">
      <inkml:brushProperty name="width" value="0.05953" units="cm"/>
      <inkml:brushProperty name="height" value="0.05953" units="cm"/>
      <inkml:brushProperty name="fitToCurve" value="1"/>
    </inkml:brush>
  </inkml:definitions>
  <inkml:trace contextRef="#ctx0" brushRef="#br0">14926 8247 230,'8'67'57,"1"-9"-36,-2 3 0,0 78 0,-6-83-17,-2 42 3,-2-34-4,-6 41 8,2-47 0,-5 29 14,-14 32 37,7-60-3,-12 11 65,-6-7-9,61-157-15,35-40-101,-19 45-2,5-11-5,0-9-99,-10 26-284</inkml:trace>
</inkml:ink>
</file>

<file path=ppt/ink/ink89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392"/>
    </inkml:context>
    <inkml:brush xml:id="br0">
      <inkml:brushProperty name="width" value="0.05953" units="cm"/>
      <inkml:brushProperty name="height" value="0.05953" units="cm"/>
      <inkml:brushProperty name="fitToCurve" value="1"/>
    </inkml:brush>
  </inkml:definitions>
  <inkml:trace contextRef="#ctx0" brushRef="#br0">15080 8352 325,'81'-67'383,"-5"40"-287,20 9-52,9 7-25,-8 26-227,-41 13-16</inkml:trace>
</inkml:ink>
</file>

<file path=ppt/ink/ink89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393"/>
    </inkml:context>
    <inkml:brush xml:id="br0">
      <inkml:brushProperty name="width" value="0.05953" units="cm"/>
      <inkml:brushProperty name="height" value="0.05953" units="cm"/>
      <inkml:brushProperty name="fitToCurve" value="1"/>
    </inkml:brush>
  </inkml:definitions>
  <inkml:trace contextRef="#ctx0" brushRef="#br0">15109 8571 626,'0'79'94,"0"8"-25,64-175-521,7 4 485,6 10 13,20-2 91,-68 136 183,-87 36-312,-1-5-6,6 1-6,3 2-12,-11-36-277</inkml:trace>
</inkml:ink>
</file>

<file path=ppt/ink/ink89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394"/>
    </inkml:context>
    <inkml:brush xml:id="br0">
      <inkml:brushProperty name="width" value="0.05953" units="cm"/>
      <inkml:brushProperty name="height" value="0.05953" units="cm"/>
      <inkml:brushProperty name="fitToCurve" value="1"/>
    </inkml:brush>
  </inkml:definitions>
  <inkml:trace contextRef="#ctx0" brushRef="#br0">15117 9136 222,'52'-78'420,"-6"1"-285,-2-19-180,-12 7-101,-7-8-44,-9 28-132</inkml:trace>
</inkml:ink>
</file>

<file path=ppt/ink/ink89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395"/>
    </inkml:context>
    <inkml:brush xml:id="br0">
      <inkml:brushProperty name="width" value="0.05953" units="cm"/>
      <inkml:brushProperty name="height" value="0.05953" units="cm"/>
      <inkml:brushProperty name="fitToCurve" value="1"/>
    </inkml:brush>
  </inkml:definitions>
  <inkml:trace contextRef="#ctx0" brushRef="#br0">15268 8003 369,'20'116'100,"-1"-56"-14,9 27 8,4 25-10,-3-20-18,2 8-27,7 21-16,6 20-8,-3-10-9,-6-10-2,-6-14-2,-2 7-1,7-4 0,-9-252-3,-16-4-1,-2-13-2,-11 16-4,-5 26-4,-15 20-14,-73 118 36,49 72 3,-7 25-6,4-6-4,-1-15 0,-4-17-4,0-39-182</inkml:trace>
</inkml:ink>
</file>

<file path=ppt/ink/ink89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396"/>
    </inkml:context>
    <inkml:brush xml:id="br0">
      <inkml:brushProperty name="width" value="0.05953" units="cm"/>
      <inkml:brushProperty name="height" value="0.05953" units="cm"/>
      <inkml:brushProperty name="fitToCurve" value="1"/>
    </inkml:brush>
  </inkml:definitions>
  <inkml:trace contextRef="#ctx0" brushRef="#br0">15541 7946 489,'72'121'243,"-23"-49"-268,7 0-41,-10-12-30,-3-4-319</inkml:trace>
</inkml:ink>
</file>

<file path=ppt/ink/ink89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397"/>
    </inkml:context>
    <inkml:brush xml:id="br0">
      <inkml:brushProperty name="width" value="0.05953" units="cm"/>
      <inkml:brushProperty name="height" value="0.05953" units="cm"/>
      <inkml:brushProperty name="fitToCurve" value="1"/>
    </inkml:brush>
  </inkml:definitions>
  <inkml:trace contextRef="#ctx0" brushRef="#br0">16042 8229 486,'56'-6'205,"29"-20"-70,12-10-100,7-5-30,-15-7-9,-32 38-102,1 1-642</inkml:trace>
</inkml:ink>
</file>

<file path=ppt/ink/ink89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398"/>
    </inkml:context>
    <inkml:brush xml:id="br0">
      <inkml:brushProperty name="width" value="0.05953" units="cm"/>
      <inkml:brushProperty name="height" value="0.05953" units="cm"/>
      <inkml:brushProperty name="fitToCurve" value="1"/>
    </inkml:brush>
  </inkml:definitions>
  <inkml:trace contextRef="#ctx0" brushRef="#br0">16284 7891 228,'0'68'124,"-7"-13"-29,-17 11 21,-7 8-1,-2 4-25,-2 25-22,17 4-37,22 1-20,84-49-9,21-73-7,-129 115-2,-65 2 11,22-29-1,-4 13-1,14 4-1,133-26-28,12-98-43,-12-31-58,-25-7 20,-22 8 63,6-66 21,-27 62 33,-8 6 30,-46 120 279,25 37-300,2 17-12,1 2-4,0-14-2,1 0-4,-18-39-181</inkml:trace>
</inkml:ink>
</file>

<file path=ppt/ink/ink89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399"/>
    </inkml:context>
    <inkml:brush xml:id="br0">
      <inkml:brushProperty name="width" value="0.05953" units="cm"/>
      <inkml:brushProperty name="height" value="0.05953" units="cm"/>
      <inkml:brushProperty name="fitToCurve" value="1"/>
    </inkml:brush>
  </inkml:definitions>
  <inkml:trace contextRef="#ctx0" brushRef="#br0">16540 7821 611,'26'46'72,"-31"11"-362</inkml:trace>
</inkml:ink>
</file>

<file path=ppt/ink/ink89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400"/>
    </inkml:context>
    <inkml:brush xml:id="br0">
      <inkml:brushProperty name="width" value="0.05953" units="cm"/>
      <inkml:brushProperty name="height" value="0.05953" units="cm"/>
      <inkml:brushProperty name="fitToCurve" value="1"/>
    </inkml:brush>
  </inkml:definitions>
  <inkml:trace contextRef="#ctx0" brushRef="#br0">16427 8146 232,'91'22'630,"11"-65"-618,-6-1-12,6 6-4,-43 38-103,0 2-648</inkml:trace>
</inkml:ink>
</file>

<file path=ppt/ink/ink90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401"/>
    </inkml:context>
    <inkml:brush xml:id="br0">
      <inkml:brushProperty name="width" value="0.05953" units="cm"/>
      <inkml:brushProperty name="height" value="0.05953" units="cm"/>
      <inkml:brushProperty name="fitToCurve" value="1"/>
    </inkml:brush>
  </inkml:definitions>
  <inkml:trace contextRef="#ctx0" brushRef="#br0">16694 8120 353,'-48'83'172,"10"-20"-31,-3 11-30,-2 0-50,-5 10-37,-2-4-22,-13-28-295</inkml:trace>
</inkml:ink>
</file>

<file path=ppt/ink/ink90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402"/>
    </inkml:context>
    <inkml:brush xml:id="br0">
      <inkml:brushProperty name="width" value="0.05953" units="cm"/>
      <inkml:brushProperty name="height" value="0.05953" units="cm"/>
      <inkml:brushProperty name="fitToCurve" value="1"/>
    </inkml:brush>
  </inkml:definitions>
  <inkml:trace contextRef="#ctx0" brushRef="#br0">16704 8176 172,'53'3'276,"-42"49"-39,-13-11-582</inkml:trace>
</inkml:ink>
</file>

<file path=ppt/ink/ink90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403"/>
    </inkml:context>
    <inkml:brush xml:id="br0">
      <inkml:brushProperty name="width" value="0.05953" units="cm"/>
      <inkml:brushProperty name="height" value="0.05953" units="cm"/>
      <inkml:brushProperty name="fitToCurve" value="1"/>
    </inkml:brush>
  </inkml:definitions>
  <inkml:trace contextRef="#ctx0" brushRef="#br0">16773 8310 253,'0'67'60,"0"-11"50,0 8 41,-3 9-27,-11 6-55,-22 22-18,-4-17-25,-14 4-8,-12 12-11,-1-28-12,-25-130-102,91-34 58,16-22-15,7 12-19,4 41 27,40-36-28,46 54 233,-45 67 15,3 52-62,-7 12-66,1 7-29,13-7-10,2-27-24,-43-4-155</inkml:trace>
</inkml:ink>
</file>

<file path=ppt/ink/ink90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404"/>
    </inkml:context>
    <inkml:brush xml:id="br0">
      <inkml:brushProperty name="width" value="0.05953" units="cm"/>
      <inkml:brushProperty name="height" value="0.05953" units="cm"/>
      <inkml:brushProperty name="fitToCurve" value="1"/>
    </inkml:brush>
  </inkml:definitions>
  <inkml:trace contextRef="#ctx0" brushRef="#br0">17143 8485 608,'94'-14'210,"14"-26"-156,11-6-41,-12 3-8,-8 1-5,-39 36-110,0 1-662</inkml:trace>
</inkml:ink>
</file>

<file path=ppt/ink/ink90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405"/>
    </inkml:context>
    <inkml:brush xml:id="br0">
      <inkml:brushProperty name="width" value="0.05953" units="cm"/>
      <inkml:brushProperty name="height" value="0.05953" units="cm"/>
      <inkml:brushProperty name="fitToCurve" value="1"/>
    </inkml:brush>
  </inkml:definitions>
  <inkml:trace contextRef="#ctx0" brushRef="#br0">17458 7983 542,'0'65'156,"0"27"-66,-2 27-27,-12-22-42,-9 10-13,-6-2-3,-6-2-3,-3 1 0,-7-4-3,-3-12 0,-13 4-17,6-49-168</inkml:trace>
</inkml:ink>
</file>

<file path=ppt/ink/ink90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406"/>
    </inkml:context>
    <inkml:brush xml:id="br0">
      <inkml:brushProperty name="width" value="0.05953" units="cm"/>
      <inkml:brushProperty name="height" value="0.05953" units="cm"/>
      <inkml:brushProperty name="fitToCurve" value="1"/>
    </inkml:brush>
  </inkml:definitions>
  <inkml:trace contextRef="#ctx0" brushRef="#br0">17345 8527 149,'59'0'12,"12"0"48,4 15 89,25 42 129,-43-10-135,25 28-62,10-13-75,14-57-130,-48 18-37</inkml:trace>
</inkml:ink>
</file>

<file path=ppt/ink/ink90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407"/>
    </inkml:context>
    <inkml:brush xml:id="br0">
      <inkml:brushProperty name="width" value="0.05953" units="cm"/>
      <inkml:brushProperty name="height" value="0.05953" units="cm"/>
      <inkml:brushProperty name="fitToCurve" value="1"/>
    </inkml:brush>
  </inkml:definitions>
  <inkml:trace contextRef="#ctx0" brushRef="#br0">15708 7488 424,'13'78'18,"5"-4"43,3 4 26,-2-10-12,7 24 35,2-2-46,13 4-34,62-172-21,-30-44-14,-17 31-6,41-53-116,7 11-51,-57 77 77,5-7-241</inkml:trace>
</inkml:ink>
</file>

<file path=ppt/ink/ink90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408"/>
    </inkml:context>
    <inkml:brush xml:id="br0">
      <inkml:brushProperty name="width" value="0.05953" units="cm"/>
      <inkml:brushProperty name="height" value="0.05953" units="cm"/>
      <inkml:brushProperty name="fitToCurve" value="1"/>
    </inkml:brush>
  </inkml:definitions>
  <inkml:trace contextRef="#ctx0" brushRef="#br0">16133 6942 144,'14'81'525,"-8"-1"-402,-6 20-70,3 9-41,70-181-13,-16-40 6,-4 19 0,6 20-1,-33 172 3,-45 18-5,2-23-2,6 6-2,-17-37-186</inkml:trace>
</inkml:ink>
</file>

<file path=ppt/ink/ink90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409"/>
    </inkml:context>
    <inkml:brush xml:id="br0">
      <inkml:brushProperty name="width" value="0.05953" units="cm"/>
      <inkml:brushProperty name="height" value="0.05953" units="cm"/>
      <inkml:brushProperty name="fitToCurve" value="1"/>
    </inkml:brush>
  </inkml:definitions>
  <inkml:trace contextRef="#ctx0" brushRef="#br0">16531 7338 136,'77'-53'297,"21"-45"27,-45 30-264,-5-12-32,-15-17-11,-99 27-10,-42 134 1,45 24-4,18 23 0,39 0-2,61-25-2,41-49-5,19-46 0,-13-30-2,8-16-14,-25 1-16,13-14-46,-32 5 43,-11-6 85,-18-4 44,-69-15-40,-80 101-42,28 55-3,24 32-2,63 11-1,92-43 1,10-76-7,6-34-33,-22-2-173,-30 36-4</inkml:trace>
</inkml:ink>
</file>

<file path=ppt/ink/ink90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410"/>
    </inkml:context>
    <inkml:brush xml:id="br0">
      <inkml:brushProperty name="width" value="0.05953" units="cm"/>
      <inkml:brushProperty name="height" value="0.05953" units="cm"/>
      <inkml:brushProperty name="fitToCurve" value="1"/>
    </inkml:brush>
  </inkml:definitions>
  <inkml:trace contextRef="#ctx0" brushRef="#br0">17610 6983 177,'-16'-63'261,"-68"-40"170,-20 125-419,34 52-11,26 24-1,23 16 1,21-3-1,84-51-3,-7-167 0,-25-6-2,-12 4-2,-5-5 2,-10 22 4,3-26 6,-9 18 8,-8 215-1,-6 7-11,4-23 0,14 17-1,18-4 0,32-27 0,37-91-7,-6-66-14,-35 6-88,-14 39-52</inkml:trace>
</inkml:ink>
</file>

<file path=ppt/ink/ink91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411"/>
    </inkml:context>
    <inkml:brush xml:id="br0">
      <inkml:brushProperty name="width" value="0.05953" units="cm"/>
      <inkml:brushProperty name="height" value="0.05953" units="cm"/>
      <inkml:brushProperty name="fitToCurve" value="1"/>
    </inkml:brush>
  </inkml:definitions>
  <inkml:trace contextRef="#ctx0" brushRef="#br0">20099 11485 533,'-117'4'83</inkml:trace>
</inkml:ink>
</file>

<file path=ppt/ink/ink91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412"/>
    </inkml:context>
    <inkml:brush xml:id="br0">
      <inkml:brushProperty name="width" value="0.05953" units="cm"/>
      <inkml:brushProperty name="height" value="0.05953" units="cm"/>
      <inkml:brushProperty name="fitToCurve" value="1"/>
    </inkml:brush>
  </inkml:definitions>
  <inkml:trace contextRef="#ctx0" brushRef="#br0">24640 10886 533</inkml:trace>
</inkml:ink>
</file>

<file path=ppt/ink/ink91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413"/>
    </inkml:context>
    <inkml:brush xml:id="br0">
      <inkml:brushProperty name="width" value="0.05953" units="cm"/>
      <inkml:brushProperty name="height" value="0.05953" units="cm"/>
      <inkml:brushProperty name="fitToCurve" value="1"/>
    </inkml:brush>
  </inkml:definitions>
  <inkml:trace contextRef="#ctx0" brushRef="#br0">18479 8529 798,'15'65'-168,"-19"-21"-46</inkml:trace>
</inkml:ink>
</file>

<file path=ppt/ink/ink91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414"/>
    </inkml:context>
    <inkml:brush xml:id="br0">
      <inkml:brushProperty name="width" value="0.05953" units="cm"/>
      <inkml:brushProperty name="height" value="0.05953" units="cm"/>
      <inkml:brushProperty name="fitToCurve" value="1"/>
    </inkml:brush>
  </inkml:definitions>
  <inkml:trace contextRef="#ctx0" brushRef="#br0">18975 8204 778,'95'-46'52,"0"7"-28,9-3-17,3-7-11,-18-8-59,-26 41-107</inkml:trace>
</inkml:ink>
</file>

<file path=ppt/ink/ink91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415"/>
    </inkml:context>
    <inkml:brush xml:id="br0">
      <inkml:brushProperty name="width" value="0.05953" units="cm"/>
      <inkml:brushProperty name="height" value="0.05953" units="cm"/>
      <inkml:brushProperty name="fitToCurve" value="1"/>
    </inkml:brush>
  </inkml:definitions>
  <inkml:trace contextRef="#ctx0" brushRef="#br0">19247 7836 363,'7'58'13,"4"-2"19,7 22 19,-5-8 2,2 19 13,-3 8 11,-4-16-15,-2 3-13,-3 11-8,-5 8-5,-8-2-16,-23-4-12,-43-29-2,-37-84-4,27-39-1,26-27-1,125-8-26,19 15-216,-25 49-68</inkml:trace>
</inkml:ink>
</file>

<file path=ppt/ink/ink91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416"/>
    </inkml:context>
    <inkml:brush xml:id="br0">
      <inkml:brushProperty name="width" value="0.05953" units="cm"/>
      <inkml:brushProperty name="height" value="0.05953" units="cm"/>
      <inkml:brushProperty name="fitToCurve" value="1"/>
    </inkml:brush>
  </inkml:definitions>
  <inkml:trace contextRef="#ctx0" brushRef="#br0">19338 8260 136,'86'-44'479,"-3"38"-229,18-26-239,-21-34-14,-10-19-30,-11 50-147</inkml:trace>
</inkml:ink>
</file>

<file path=ppt/ink/ink91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417"/>
    </inkml:context>
    <inkml:brush xml:id="br0">
      <inkml:brushProperty name="width" value="0.05953" units="cm"/>
      <inkml:brushProperty name="height" value="0.05953" units="cm"/>
      <inkml:brushProperty name="fitToCurve" value="1"/>
    </inkml:brush>
  </inkml:definitions>
  <inkml:trace contextRef="#ctx0" brushRef="#br0">19674 7762 144,'-12'75'104,"20"-15"-54,-1 0-1,5 71 42,-3 3 36,-3-42-39,-1 16-4,4 21 2,2-24-48,10-2-24,28-11-11,63-131-18,-51-57-9,-18-11 1,-28 14 14,-91 44 36,-31 74-16,11 14-5,-38 15-3,5-16-3,28-34-12,10-64-30,78-47-12,26-2-22,18 6-103,-15 43-105</inkml:trace>
</inkml:ink>
</file>

<file path=ppt/ink/ink91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418"/>
    </inkml:context>
    <inkml:brush xml:id="br0">
      <inkml:brushProperty name="width" value="0.05953" units="cm"/>
      <inkml:brushProperty name="height" value="0.05953" units="cm"/>
      <inkml:brushProperty name="fitToCurve" value="1"/>
    </inkml:brush>
  </inkml:definitions>
  <inkml:trace contextRef="#ctx0" brushRef="#br0">19686 7791 136,'74'16'60,"-12"40"62,11 19 89,42-34-201,-57-10-399</inkml:trace>
</inkml:ink>
</file>

<file path=ppt/ink/ink91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419"/>
    </inkml:context>
    <inkml:brush xml:id="br0">
      <inkml:brushProperty name="width" value="0.05953" units="cm"/>
      <inkml:brushProperty name="height" value="0.05953" units="cm"/>
      <inkml:brushProperty name="fitToCurve" value="1"/>
    </inkml:brush>
  </inkml:definitions>
  <inkml:trace contextRef="#ctx0" brushRef="#br0">20284 8016 458,'60'-40'364,"22"-8"-334,8 7-82,-6-10-196,-27 6-78</inkml:trace>
</inkml:ink>
</file>

<file path=ppt/ink/ink91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420"/>
    </inkml:context>
    <inkml:brush xml:id="br0">
      <inkml:brushProperty name="width" value="0.05953" units="cm"/>
      <inkml:brushProperty name="height" value="0.05953" units="cm"/>
      <inkml:brushProperty name="fitToCurve" value="1"/>
    </inkml:brush>
  </inkml:definitions>
  <inkml:trace contextRef="#ctx0" brushRef="#br0">20502 7619 240,'0'57'0,"3"7"13,6 75 38,-5-62-23,-1 46 36,1-52-18,-3 43 49,-4-43-41,-5 45 38,-1-16-19,-9 14-21,2 10-13,-2-32-28,-7 12-5,-56-170-135,62-46-49,8 50-179</inkml:trace>
</inkml:ink>
</file>

<file path=ppt/ink/ink92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421"/>
    </inkml:context>
    <inkml:brush xml:id="br0">
      <inkml:brushProperty name="width" value="0.05953" units="cm"/>
      <inkml:brushProperty name="height" value="0.05953" units="cm"/>
      <inkml:brushProperty name="fitToCurve" value="1"/>
    </inkml:brush>
  </inkml:definitions>
  <inkml:trace contextRef="#ctx0" brushRef="#br0">20459 7915 147,'-6'64'361,"-32"12"-199,-5-5-87,-11 10-36,-6 1-25,-4 0-18,-4 4-81,12-50-156</inkml:trace>
</inkml:ink>
</file>

<file path=ppt/ink/ink92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422"/>
    </inkml:context>
    <inkml:brush xml:id="br0">
      <inkml:brushProperty name="width" value="0.05953" units="cm"/>
      <inkml:brushProperty name="height" value="0.05953" units="cm"/>
      <inkml:brushProperty name="fitToCurve" value="1"/>
    </inkml:brush>
  </inkml:definitions>
  <inkml:trace contextRef="#ctx0" brushRef="#br0">20528 8132 232,'9'-60'50,"1"8"-204</inkml:trace>
</inkml:ink>
</file>

<file path=ppt/ink/ink92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423"/>
    </inkml:context>
    <inkml:brush xml:id="br0">
      <inkml:brushProperty name="width" value="0.05953" units="cm"/>
      <inkml:brushProperty name="height" value="0.05953" units="cm"/>
      <inkml:brushProperty name="fitToCurve" value="1"/>
    </inkml:brush>
  </inkml:definitions>
  <inkml:trace contextRef="#ctx0" brushRef="#br0">20617 7822 141,'39'-64'18,"41"-8"132,2 27 71,-20 23-65,36 5 2,-39 96-133,-112 11-24,-12-4-3,-6-6-12,-1-7-71,98-156-191,-46 193 639,-42-14-488,43 4 133,-6-20 4,-10 6 14,7 0 17,141-148-28,-38-14-32,-8 8 8,-5 35-164</inkml:trace>
</inkml:ink>
</file>

<file path=ppt/ink/ink92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424"/>
    </inkml:context>
    <inkml:brush xml:id="br0">
      <inkml:brushProperty name="width" value="0.05953" units="cm"/>
      <inkml:brushProperty name="height" value="0.05953" units="cm"/>
      <inkml:brushProperty name="fitToCurve" value="1"/>
    </inkml:brush>
  </inkml:definitions>
  <inkml:trace contextRef="#ctx0" brushRef="#br0">20997 7773 136,'85'-21'332,"-25"21"-133,15-4-60,-139 73-612,-7-28 366,2 9 119,30 11 100,-8 28 81,17-34-83,-3 11 24,131-83-90,-16-47-89,4-10-47,-19 18-15,-67 124 310,-55 15-143,-7 3-49,4-9-12,-4 1-29,6-40-147</inkml:trace>
</inkml:ink>
</file>

<file path=ppt/ink/ink92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425"/>
    </inkml:context>
    <inkml:brush xml:id="br0">
      <inkml:brushProperty name="width" value="0.05953" units="cm"/>
      <inkml:brushProperty name="height" value="0.05953" units="cm"/>
      <inkml:brushProperty name="fitToCurve" value="1"/>
    </inkml:brush>
  </inkml:definitions>
  <inkml:trace contextRef="#ctx0" brushRef="#br0">21049 8296 136,'65'41'112,"-2"27"396,24-46-392,3-114-133,-8-7-30,-18 26-17,20-30 0,-19 21 9,1-6-106,-16 31-78</inkml:trace>
</inkml:ink>
</file>

<file path=ppt/ink/ink92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426"/>
    </inkml:context>
    <inkml:brush xml:id="br0">
      <inkml:brushProperty name="width" value="0.05953" units="cm"/>
      <inkml:brushProperty name="height" value="0.05953" units="cm"/>
      <inkml:brushProperty name="fitToCurve" value="1"/>
    </inkml:brush>
  </inkml:definitions>
  <inkml:trace contextRef="#ctx0" brushRef="#br0">21739 7299 500,'43'16'31,"-21"28"-108,-16-4-251</inkml:trace>
</inkml:ink>
</file>

<file path=ppt/ink/ink92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427"/>
    </inkml:context>
    <inkml:brush xml:id="br0">
      <inkml:brushProperty name="width" value="0.05953" units="cm"/>
      <inkml:brushProperty name="height" value="0.05953" units="cm"/>
      <inkml:brushProperty name="fitToCurve" value="1"/>
    </inkml:brush>
  </inkml:definitions>
  <inkml:trace contextRef="#ctx0" brushRef="#br0">21608 7611 356,'135'-24'470,"-34"-8"-429,4-1-33,16-5-3,-17 15-5,-45 29-109,1 1-654</inkml:trace>
</inkml:ink>
</file>

<file path=ppt/ink/ink92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428"/>
    </inkml:context>
    <inkml:brush xml:id="br0">
      <inkml:brushProperty name="width" value="0.05953" units="cm"/>
      <inkml:brushProperty name="height" value="0.05953" units="cm"/>
      <inkml:brushProperty name="fitToCurve" value="1"/>
    </inkml:brush>
  </inkml:definitions>
  <inkml:trace contextRef="#ctx0" brushRef="#br0">22076 7540 136,'-58'85'385,"-35"48"-157,49-46-184,8 3-22,85-10-28,44-108-59,-17-25-12,-17-15-10,-50-3-6,-117 23 62,-18 73 103,49 8-11,11 6 12,1 18 30,133 5-53,44-85-65,-24 3 3,4 9 0,-59 96 5,-108-8 31,-10-6 2,-11 1-6,8-5-7,-2 2-8,13-10-2,-6 5 0,207-52 6,-26-42-8,4 2 0,-5-1-1,1-2 0,-5-4-4,-51-56-51,-88 6-108,25 168 346,17 37-154,-4 7-22,2-9-2,-8-7-1,6 10 0,7-20 0,4 6-2,84-179-92,-25 49-81</inkml:trace>
</inkml:ink>
</file>

<file path=ppt/ink/ink92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429"/>
    </inkml:context>
    <inkml:brush xml:id="br0">
      <inkml:brushProperty name="width" value="0.05953" units="cm"/>
      <inkml:brushProperty name="height" value="0.05953" units="cm"/>
      <inkml:brushProperty name="fitToCurve" value="1"/>
    </inkml:brush>
  </inkml:definitions>
  <inkml:trace contextRef="#ctx0" brushRef="#br0">22666 7594 396,'-26'55'158,"-11"6"-44,-24 17-3,5-4-47,-15 9-36,-7-5-27,16-46-187</inkml:trace>
</inkml:ink>
</file>

<file path=ppt/ink/ink92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430"/>
    </inkml:context>
    <inkml:brush xml:id="br0">
      <inkml:brushProperty name="width" value="0.05953" units="cm"/>
      <inkml:brushProperty name="height" value="0.05953" units="cm"/>
      <inkml:brushProperty name="fitToCurve" value="1"/>
    </inkml:brush>
  </inkml:definitions>
  <inkml:trace contextRef="#ctx0" brushRef="#br0">22815 7564 663,'58'34'198,"-12"26"-182,-32-18-124,0-1-653</inkml:trace>
</inkml:ink>
</file>

<file path=ppt/ink/ink93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431"/>
    </inkml:context>
    <inkml:brush xml:id="br0">
      <inkml:brushProperty name="width" value="0.05953" units="cm"/>
      <inkml:brushProperty name="height" value="0.05953" units="cm"/>
      <inkml:brushProperty name="fitToCurve" value="1"/>
    </inkml:brush>
  </inkml:definitions>
  <inkml:trace contextRef="#ctx0" brushRef="#br0">22557 7969 319,'89'-43'32,"-26"12"22,-7 8 17,2-3 26,12 9-6,7 4 12,15 21-24,-33 63-53,-61 42-20,-20-19-3,-17-3-2,-3 8 1,3 15-1,15-16 1,-33-186-15,33-6 3,-12-11-14,-6 21 15,-29 156 54,10 3-39,-10-1-6,9-41-189</inkml:trace>
</inkml:ink>
</file>

<file path=ppt/ink/ink93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432"/>
    </inkml:context>
    <inkml:brush xml:id="br0">
      <inkml:brushProperty name="width" value="0.05953" units="cm"/>
      <inkml:brushProperty name="height" value="0.05953" units="cm"/>
      <inkml:brushProperty name="fitToCurve" value="1"/>
    </inkml:brush>
  </inkml:definitions>
  <inkml:trace contextRef="#ctx0" brushRef="#br0">23468 7623 250,'112'-24'531,"1"-3"-483,-3 6-22,7 1-7,-6 5-13,-53 26-115,1 0-654</inkml:trace>
</inkml:ink>
</file>

<file path=ppt/ink/ink93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433"/>
    </inkml:context>
    <inkml:brush xml:id="br0">
      <inkml:brushProperty name="width" value="0.05953" units="cm"/>
      <inkml:brushProperty name="height" value="0.05953" units="cm"/>
      <inkml:brushProperty name="fitToCurve" value="1"/>
    </inkml:brush>
  </inkml:definitions>
  <inkml:trace contextRef="#ctx0" brushRef="#br0">23871 7259 279,'-21'135'374,"-4"-54"-294,-14 18-18,1-18-24,-9 12-17,-9 12-8,-21 30-4,0-15-4,1-17-3,2-18-2,3 2-1,4-7-1,160-180-101,-5 10-47,33-24-82,-42 42 123,-17 17 62,4 6 60,-4 35 162,-59 70 13,-18 12-66,-10 12-43,-15 20-41,5-9-30,7 2-8,67-181-226,6 18 176,0 16 50,11 0 39,14 0 11,6 12-7,-1 10-14,16 6 7,5 26 9,-16 66-17,-94 34-15,-50-15-8,-21-21-4,-12-16-1,-19-20-2,14-45-6,46-78-3,64-9-11,24 7 3,24 7 8,26 49 46,-23 130-7,-43 7-22,-10 8-1,-10 26-2,-6-10-2,-4-5-1,2 13-5,4-14-12,23-17-324,-24-42 79</inkml:trace>
</inkml:ink>
</file>

<file path=ppt/ink/ink93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434"/>
    </inkml:context>
    <inkml:brush xml:id="br0">
      <inkml:brushProperty name="width" value="0.05953" units="cm"/>
      <inkml:brushProperty name="height" value="0.05953" units="cm"/>
      <inkml:brushProperty name="fitToCurve" value="1"/>
    </inkml:brush>
  </inkml:definitions>
  <inkml:trace contextRef="#ctx0" brushRef="#br0">24211 11170 533</inkml:trace>
</inkml:ink>
</file>

<file path=ppt/ink/ink93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435"/>
    </inkml:context>
    <inkml:brush xml:id="br0">
      <inkml:brushProperty name="width" value="0.05953" units="cm"/>
      <inkml:brushProperty name="height" value="0.05953" units="cm"/>
      <inkml:brushProperty name="fitToCurve" value="1"/>
    </inkml:brush>
  </inkml:definitions>
  <inkml:trace contextRef="#ctx0" brushRef="#br0">18053 9084 467,'87'62'399,"-50"6"-678,-30-28 79</inkml:trace>
</inkml:ink>
</file>

<file path=ppt/ink/ink93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436"/>
    </inkml:context>
    <inkml:brush xml:id="br0">
      <inkml:brushProperty name="width" value="0.05953" units="cm"/>
      <inkml:brushProperty name="height" value="0.05953" units="cm"/>
      <inkml:brushProperty name="fitToCurve" value="1"/>
    </inkml:brush>
  </inkml:definitions>
  <inkml:trace contextRef="#ctx0" brushRef="#br0">17878 9289 716,'-18'80'91,"54"13"-34,9-4-70,-40-33-93,-2 0-631</inkml:trace>
</inkml:ink>
</file>

<file path=ppt/ink/ink93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437"/>
    </inkml:context>
    <inkml:brush xml:id="br0">
      <inkml:brushProperty name="width" value="0.05953" units="cm"/>
      <inkml:brushProperty name="height" value="0.05953" units="cm"/>
      <inkml:brushProperty name="fitToCurve" value="1"/>
    </inkml:brush>
  </inkml:definitions>
  <inkml:trace contextRef="#ctx0" brushRef="#br0">17898 9539 347,'88'-51'32,"17"-6"116,-33 21-49,8-5-11,23-8 8,-20 8-58,8 0-22,-119 139-3,-53-9-11,-10 6-1,11-16 0,6-4 0,174-66 6,5-63-11,-19 5-27,-30 36-75,2 3-634</inkml:trace>
</inkml:ink>
</file>

<file path=ppt/ink/ink93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438"/>
    </inkml:context>
    <inkml:brush xml:id="br0">
      <inkml:brushProperty name="width" value="0.05953" units="cm"/>
      <inkml:brushProperty name="height" value="0.05953" units="cm"/>
      <inkml:brushProperty name="fitToCurve" value="1"/>
    </inkml:brush>
  </inkml:definitions>
  <inkml:trace contextRef="#ctx0" brushRef="#br0">18389 9554 136,'-15'137'746,"19"-39"-748,0 9-5,-2-12-12,66-165-185,-65-7 56,-14 17 18,-47 15 51,-21 75 185,22 9-40,-8 11-21,-23 23-18,28-25-21,-39 33-3,38-41-7,-10-3-25,15-17-49,-3-25-72</inkml:trace>
</inkml:ink>
</file>

<file path=ppt/ink/ink93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439"/>
    </inkml:context>
    <inkml:brush xml:id="br0">
      <inkml:brushProperty name="width" value="0.05953" units="cm"/>
      <inkml:brushProperty name="height" value="0.05953" units="cm"/>
      <inkml:brushProperty name="fitToCurve" value="1"/>
    </inkml:brush>
  </inkml:definitions>
  <inkml:trace contextRef="#ctx0" brushRef="#br0">17762 9858 136,'55'-12'7,"29"9"101,6 40 152,-17 21-74,-1 6-69,8-2-68,0-5-35,24 5-7,7-20-5,4-32-1,-14-51-5,-11-40-2,-20 1-11,-10 46-167</inkml:trace>
</inkml:ink>
</file>

<file path=ppt/ink/ink93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440"/>
    </inkml:context>
    <inkml:brush xml:id="br0">
      <inkml:brushProperty name="width" value="0.05953" units="cm"/>
      <inkml:brushProperty name="height" value="0.05953" units="cm"/>
      <inkml:brushProperty name="fitToCurve" value="1"/>
    </inkml:brush>
  </inkml:definitions>
  <inkml:trace contextRef="#ctx0" brushRef="#br0">18796 9636 537,'62'-16'254,"25"-27"-201,8-13-42,-6 12-38,-10-5-172,-39-11-209</inkml:trace>
</inkml:ink>
</file>

<file path=ppt/ink/ink94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441"/>
    </inkml:context>
    <inkml:brush xml:id="br0">
      <inkml:brushProperty name="width" value="0.05953" units="cm"/>
      <inkml:brushProperty name="height" value="0.05953" units="cm"/>
      <inkml:brushProperty name="fitToCurve" value="1"/>
    </inkml:brush>
  </inkml:definitions>
  <inkml:trace contextRef="#ctx0" brushRef="#br0">18993 9214 198,'-5'81'185,"-7"48"52,11-25-107,2-7-52,2 3-43,1 23-19,-4-15-10,65-187-27,-22-53-35,-16 40-237,12 36-217</inkml:trace>
</inkml:ink>
</file>

<file path=ppt/ink/ink94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442"/>
    </inkml:context>
    <inkml:brush xml:id="br0">
      <inkml:brushProperty name="width" value="0.05953" units="cm"/>
      <inkml:brushProperty name="height" value="0.05953" units="cm"/>
      <inkml:brushProperty name="fitToCurve" value="1"/>
    </inkml:brush>
  </inkml:definitions>
  <inkml:trace contextRef="#ctx0" brushRef="#br0">19204 8933 145,'42'59'318,"-45"21"-188,-4-7-53,0 32-9,-1-20-18,-1 10-16,-2 6-12,-3 21-5,5-19-11,4-7-2,2 6-3,68-196-9,-13-6 5,-4 6 2,1 5 2,-23 186 17,-43 20-18,7-10-3,-20-43-184</inkml:trace>
</inkml:ink>
</file>

<file path=ppt/ink/ink94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443"/>
    </inkml:context>
    <inkml:brush xml:id="br0">
      <inkml:brushProperty name="width" value="0.05953" units="cm"/>
      <inkml:brushProperty name="height" value="0.05953" units="cm"/>
      <inkml:brushProperty name="fitToCurve" value="1"/>
    </inkml:brush>
  </inkml:definitions>
  <inkml:trace contextRef="#ctx0" brushRef="#br0">19513 9284 208,'45'74'319,"-25"-16"-173,-8 19-61,-4 20-44,-13-2-16,-17 0 13,53-215-18,16 8-20,2 19-2,11-8-13,1 50-279</inkml:trace>
</inkml:ink>
</file>

<file path=ppt/ink/ink94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444"/>
    </inkml:context>
    <inkml:brush xml:id="br0">
      <inkml:brushProperty name="width" value="0.05953" units="cm"/>
      <inkml:brushProperty name="height" value="0.05953" units="cm"/>
      <inkml:brushProperty name="fitToCurve" value="1"/>
    </inkml:brush>
  </inkml:definitions>
  <inkml:trace contextRef="#ctx0" brushRef="#br0">19713 9708 182,'99'-10'432,"-45"-40"-312,6-19-49,0-2-38,5-16-16,-1 0-10,-164 97 2,28 72-2,18 8-2,18 8-1,44 19-1,74-56-2,36-96-6,-17-25-13,1 0-184,-40 47-24</inkml:trace>
</inkml:ink>
</file>

<file path=ppt/ink/ink94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445"/>
    </inkml:context>
    <inkml:brush xml:id="br0">
      <inkml:brushProperty name="width" value="0.05953" units="cm"/>
      <inkml:brushProperty name="height" value="0.05953" units="cm"/>
      <inkml:brushProperty name="fitToCurve" value="1"/>
    </inkml:brush>
  </inkml:definitions>
  <inkml:trace contextRef="#ctx0" brushRef="#br0">20434 9312 311,'13'-91'554,"-114"112"-563,38 57-31,40 29 1,53-17 13,15-18 12,-6 2 86,-104-8-16,-28-25-53,-2-58-141,102-64-29,16 27-119</inkml:trace>
</inkml:ink>
</file>

<file path=ppt/ink/ink94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446"/>
    </inkml:context>
    <inkml:brush xml:id="br0">
      <inkml:brushProperty name="width" value="0.05953" units="cm"/>
      <inkml:brushProperty name="height" value="0.05953" units="cm"/>
      <inkml:brushProperty name="fitToCurve" value="1"/>
    </inkml:brush>
  </inkml:definitions>
  <inkml:trace contextRef="#ctx0" brushRef="#br0">20496 8884 210,'56'16'169,"-48"108"-23,-9-63-75,-3 45 33,-3-29-48,-6 16-9,-3 24-9,-6-2-20,-2-22-10,-8 6-5,-2-8-6,98-203-34,-4 6 27,10-8 5,-3 10 7,-8 20 8,0 7 13,-48 178 10,-36 28-28,10-22-3,23 2-4,-23-53-108,0 1-660</inkml:trace>
</inkml:ink>
</file>

<file path=ppt/ink/ink94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447"/>
    </inkml:context>
    <inkml:brush xml:id="br0">
      <inkml:brushProperty name="width" value="0.05953" units="cm"/>
      <inkml:brushProperty name="height" value="0.05953" units="cm"/>
      <inkml:brushProperty name="fitToCurve" value="1"/>
    </inkml:brush>
  </inkml:definitions>
  <inkml:trace contextRef="#ctx0" brushRef="#br0">20910 9158 161,'0'62'332,"-17"16"-181,1-4-68,-4 20-6,11 10-30,89-49-32,-1-119-10,-30-25-2,-40-14 3,-65 16 0,-43 48-9,45-6-186</inkml:trace>
</inkml:ink>
</file>

<file path=ppt/ink/ink94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448"/>
    </inkml:context>
    <inkml:brush xml:id="br0">
      <inkml:brushProperty name="width" value="0.05953" units="cm"/>
      <inkml:brushProperty name="height" value="0.05953" units="cm"/>
      <inkml:brushProperty name="fitToCurve" value="1"/>
    </inkml:brush>
  </inkml:definitions>
  <inkml:trace contextRef="#ctx0" brushRef="#br0">21197 8853 163,'0'81'49,"0"-4"11,0 17 32,0 35 78,0-33-64,0-11-24,0 5-28,-2 6-20,-1 3-42,4-3-166,-18-40-39</inkml:trace>
</inkml:ink>
</file>

<file path=ppt/ink/ink94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449"/>
    </inkml:context>
    <inkml:brush xml:id="br0">
      <inkml:brushProperty name="width" value="0.05953" units="cm"/>
      <inkml:brushProperty name="height" value="0.05953" units="cm"/>
      <inkml:brushProperty name="fitToCurve" value="1"/>
    </inkml:brush>
  </inkml:definitions>
  <inkml:trace contextRef="#ctx0" brushRef="#br0">21594 9462 188,'5'-58'149,"10"-42"159,-16 27-211,-52 5-66,-37 124-28,38 17-31,10 6-53,13-8 25,4 10 11,11-9 31,7-1 1,20-7 1,53-90-20,-24-30 21,28-54 19,-39 50 10,0 0 16,2-16 9,-6 12 4,8-28 27,-4-10-18,-3 9-7,-9 198 10,-30 5-55,2 2-1,4 0-1,5 1 1,14-8-3,42-19-9,34-136-102,-15-15-114,-20 25 54,20 4 34,-18 20 95,9 31 269</inkml:trace>
</inkml:ink>
</file>

<file path=ppt/ink/ink94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450"/>
    </inkml:context>
    <inkml:brush xml:id="br0">
      <inkml:brushProperty name="width" value="0.05953" units="cm"/>
      <inkml:brushProperty name="height" value="0.05953" units="cm"/>
      <inkml:brushProperty name="fitToCurve" value="1"/>
    </inkml:brush>
  </inkml:definitions>
  <inkml:trace contextRef="#ctx0" brushRef="#br0">11900 11960 533</inkml:trace>
</inkml:ink>
</file>

<file path=ppt/ink/ink95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451"/>
    </inkml:context>
    <inkml:brush xml:id="br0">
      <inkml:brushProperty name="width" value="0.05953" units="cm"/>
      <inkml:brushProperty name="height" value="0.05953" units="cm"/>
      <inkml:brushProperty name="fitToCurve" value="1"/>
    </inkml:brush>
  </inkml:definitions>
  <inkml:trace contextRef="#ctx0" brushRef="#br0">5885 7290 590,'79'-12'211,"22"-18"-143,3-11-66,-5-23-24,-38 47-83,1 1-631</inkml:trace>
</inkml:ink>
</file>

<file path=ppt/ink/ink95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452"/>
    </inkml:context>
    <inkml:brush xml:id="br0">
      <inkml:brushProperty name="width" value="0.05953" units="cm"/>
      <inkml:brushProperty name="height" value="0.05953" units="cm"/>
      <inkml:brushProperty name="fitToCurve" value="1"/>
    </inkml:brush>
  </inkml:definitions>
  <inkml:trace contextRef="#ctx0" brushRef="#br0">6127 6861 136,'0'103'182,"11"16"-121,4 19 15,-9-77-38,6 40 40,-2-8 3,1 22-7,-4-23-16,-2 24-5,-3-15-30,-6 9-9,-9-1-5,-89-95-25,46-117-3,16-15-44,39 49-105</inkml:trace>
</inkml:ink>
</file>

<file path=ppt/ink/ink95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453"/>
    </inkml:context>
    <inkml:brush xml:id="br0">
      <inkml:brushProperty name="width" value="0.05953" units="cm"/>
      <inkml:brushProperty name="height" value="0.05953" units="cm"/>
      <inkml:brushProperty name="fitToCurve" value="1"/>
    </inkml:brush>
  </inkml:definitions>
  <inkml:trace contextRef="#ctx0" brushRef="#br0">6149 7265 219,'-71'95'314,"-12"53"-73,44-58-205,-11 26-19,9-21-22,-15-32-274</inkml:trace>
</inkml:ink>
</file>

<file path=ppt/ink/ink95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454"/>
    </inkml:context>
    <inkml:brush xml:id="br0">
      <inkml:brushProperty name="width" value="0.05953" units="cm"/>
      <inkml:brushProperty name="height" value="0.05953" units="cm"/>
      <inkml:brushProperty name="fitToCurve" value="1"/>
    </inkml:brush>
  </inkml:definitions>
  <inkml:trace contextRef="#ctx0" brushRef="#br0">6174 7490 136,'63'-82'138,"-35"-28"-160,-12 30-26,-1 20-68</inkml:trace>
</inkml:ink>
</file>

<file path=ppt/ink/ink95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455"/>
    </inkml:context>
    <inkml:brush xml:id="br0">
      <inkml:brushProperty name="width" value="0.05953" units="cm"/>
      <inkml:brushProperty name="height" value="0.05953" units="cm"/>
      <inkml:brushProperty name="fitToCurve" value="1"/>
    </inkml:brush>
  </inkml:definitions>
  <inkml:trace contextRef="#ctx0" brushRef="#br0">6330 6801 136,'0'79'236,"9"11"-113,2 1-2,0-6-23,3 40-27,-3-17-31,0-7-24,-3 23-9,-1 19-6,-6-35-6,-7 10-44,-19-51-121</inkml:trace>
</inkml:ink>
</file>

<file path=ppt/ink/ink95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456"/>
    </inkml:context>
    <inkml:brush xml:id="br0">
      <inkml:brushProperty name="width" value="0.05953" units="cm"/>
      <inkml:brushProperty name="height" value="0.05953" units="cm"/>
      <inkml:brushProperty name="fitToCurve" value="1"/>
    </inkml:brush>
  </inkml:definitions>
  <inkml:trace contextRef="#ctx0" brushRef="#br0">6366 7062 198,'31'-77'33,"20"14"114,55-14 188,-18 53-229,-8 107-62,-47 19-35,-6 20-3,-2 4-2,-6-17-3,0 39 1,-8-10-2,-2-15-1,3 1-3,1-5-16,-28-56-86,0-2-640</inkml:trace>
</inkml:ink>
</file>

<file path=ppt/ink/ink95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457"/>
    </inkml:context>
    <inkml:brush xml:id="br0">
      <inkml:brushProperty name="width" value="0.05953" units="cm"/>
      <inkml:brushProperty name="height" value="0.05953" units="cm"/>
      <inkml:brushProperty name="fitToCurve" value="1"/>
    </inkml:brush>
  </inkml:definitions>
  <inkml:trace contextRef="#ctx0" brushRef="#br0">6443 7286 515,'29'-64'323,"61"0"-295,17 27-27,-132 161 2,-37-6 3,7-17-3,15 4-1,172-96-13,-28-53-14,-126 176 9,-43-44 38,-3-3-1,0 15-8,190-171-39,-24-48-95,-33 41-23,-7 15-200</inkml:trace>
</inkml:ink>
</file>

<file path=ppt/ink/ink95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458"/>
    </inkml:context>
    <inkml:brush xml:id="br0">
      <inkml:brushProperty name="width" value="0.05953" units="cm"/>
      <inkml:brushProperty name="height" value="0.05953" units="cm"/>
      <inkml:brushProperty name="fitToCurve" value="1"/>
    </inkml:brush>
  </inkml:definitions>
  <inkml:trace contextRef="#ctx0" brushRef="#br0">7161 6706 694,'-75'84'17,"18"26"67,4-7-36,-3 2-34,2-4-16,1 5-27,-8-44-252</inkml:trace>
</inkml:ink>
</file>

<file path=ppt/ink/ink95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459"/>
    </inkml:context>
    <inkml:brush xml:id="br0">
      <inkml:brushProperty name="width" value="0.05953" units="cm"/>
      <inkml:brushProperty name="height" value="0.05953" units="cm"/>
      <inkml:brushProperty name="fitToCurve" value="1"/>
    </inkml:brush>
  </inkml:definitions>
  <inkml:trace contextRef="#ctx0" brushRef="#br0">7041 6928 253,'60'40'438,"-14"8"-277,-21 3-344</inkml:trace>
</inkml:ink>
</file>

<file path=ppt/ink/ink95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460"/>
    </inkml:context>
    <inkml:brush xml:id="br0">
      <inkml:brushProperty name="width" value="0.05953" units="cm"/>
      <inkml:brushProperty name="height" value="0.05953" units="cm"/>
      <inkml:brushProperty name="fitToCurve" value="1"/>
    </inkml:brush>
  </inkml:definitions>
  <inkml:trace contextRef="#ctx0" brushRef="#br0">6952 7214 647,'81'-27'118,"23"-4"-40,-41 34-182,1-1-627</inkml:trace>
</inkml:ink>
</file>

<file path=ppt/ink/ink96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461"/>
    </inkml:context>
    <inkml:brush xml:id="br0">
      <inkml:brushProperty name="width" value="0.05953" units="cm"/>
      <inkml:brushProperty name="height" value="0.05953" units="cm"/>
      <inkml:brushProperty name="fitToCurve" value="1"/>
    </inkml:brush>
  </inkml:definitions>
  <inkml:trace contextRef="#ctx0" brushRef="#br0">6984 7386 136,'97'-11'323,"-15"69"56,-102 53-336,7 5-35,127-139-77,-70-89 23,3-28-65,-19 52-221</inkml:trace>
</inkml:ink>
</file>

<file path=ppt/ink/ink96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462"/>
    </inkml:context>
    <inkml:brush xml:id="br0">
      <inkml:brushProperty name="width" value="0.05953" units="cm"/>
      <inkml:brushProperty name="height" value="0.05953" units="cm"/>
      <inkml:brushProperty name="fitToCurve" value="1"/>
    </inkml:brush>
  </inkml:definitions>
  <inkml:trace contextRef="#ctx0" brushRef="#br0">7292 6850 157,'23'165'718,"-9"-57"-713,10 65-2,-5-21-1,-1-12-1,5 36 0,-5-41-1,1-25 0,6 6 0,8 16-1,1-7-2,5-21-32,-36-41-70,0 0-630</inkml:trace>
</inkml:ink>
</file>

<file path=ppt/ink/ink96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463"/>
    </inkml:context>
    <inkml:brush xml:id="br0">
      <inkml:brushProperty name="width" value="0.05953" units="cm"/>
      <inkml:brushProperty name="height" value="0.05953" units="cm"/>
      <inkml:brushProperty name="fitToCurve" value="1"/>
    </inkml:brush>
  </inkml:definitions>
  <inkml:trace contextRef="#ctx0" brushRef="#br0">7259 6957 520,'0'-71'116,"35"-3"50,38 2-93,35 31-62,-21 121-9,-106 59-1,-14-10-1,-8-19-1,118-26-23,-43 23 43,-67-2-15,-13-41-193</inkml:trace>
</inkml:ink>
</file>

<file path=ppt/ink/ink96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464"/>
    </inkml:context>
    <inkml:brush xml:id="br0">
      <inkml:brushProperty name="width" value="0.05953" units="cm"/>
      <inkml:brushProperty name="height" value="0.05953" units="cm"/>
      <inkml:brushProperty name="fitToCurve" value="1"/>
    </inkml:brush>
  </inkml:definitions>
  <inkml:trace contextRef="#ctx0" brushRef="#br0">5921 6807 353,'-51'148'457,"34"-46"-460,4 3-170,-20-38-148</inkml:trace>
</inkml:ink>
</file>

<file path=ppt/ink/ink96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465"/>
    </inkml:context>
    <inkml:brush xml:id="br0">
      <inkml:brushProperty name="width" value="0.05953" units="cm"/>
      <inkml:brushProperty name="height" value="0.05953" units="cm"/>
      <inkml:brushProperty name="fitToCurve" value="1"/>
    </inkml:brush>
  </inkml:definitions>
  <inkml:trace contextRef="#ctx0" brushRef="#br0">5555 6708 238,'-28'81'7,"19"7"30,10-21 10,34 67 64,-4-51-13,20 6 0,2-25-19,37 0 9,28-48-44,0-45-28,6-51-9,-25-20 0,-33-23-3,-39 13-1,-50-29 0,-41 26-1,-43 19 0,-19 44-1,-3 68-2,44 72-3,48 27-88,-11-50-178</inkml:trace>
</inkml:ink>
</file>

<file path=ppt/ink/ink96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466"/>
    </inkml:context>
    <inkml:brush xml:id="br0">
      <inkml:brushProperty name="width" value="0.05953" units="cm"/>
      <inkml:brushProperty name="height" value="0.05953" units="cm"/>
      <inkml:brushProperty name="fitToCurve" value="1"/>
    </inkml:brush>
  </inkml:definitions>
  <inkml:trace contextRef="#ctx0" brushRef="#br0">8931 7442 430,'135'-114'435,"-28"84"-443,-123 160-9,-45-18 27,0 4 2,21-7-6,159-77 1,-26-95-30,-15-24-211,-14 51-80</inkml:trace>
</inkml:ink>
</file>

<file path=ppt/ink/ink96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467"/>
    </inkml:context>
    <inkml:brush xml:id="br0">
      <inkml:brushProperty name="width" value="0.05953" units="cm"/>
      <inkml:brushProperty name="height" value="0.05953" units="cm"/>
      <inkml:brushProperty name="fitToCurve" value="1"/>
    </inkml:brush>
  </inkml:definitions>
  <inkml:trace contextRef="#ctx0" brushRef="#br0">8752 7272 250,'-22'96'111,"12"30"-11,14-28-27,6-22-2,10 6-3,23 8-13,28 4 1,16-29-21,12-33-15,25-42-3,-21-46-12,-19-26-1,-23-15 1,-33-21 0,-31-7 0,-22 10 0,-24 7-2,-14 16-1,-24 4-1,-23 38-2,-7 89-11,86 89-172,-7-66-52</inkml:trace>
</inkml:ink>
</file>

<file path=ppt/ink/ink96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468"/>
    </inkml:context>
    <inkml:brush xml:id="br0">
      <inkml:brushProperty name="width" value="0.05953" units="cm"/>
      <inkml:brushProperty name="height" value="0.05953" units="cm"/>
      <inkml:brushProperty name="fitToCurve" value="1"/>
    </inkml:brush>
  </inkml:definitions>
  <inkml:trace contextRef="#ctx0" brushRef="#br0">9575 8045 474,'125'-84'100,"-27"20"9,-24 13-46,37-25 2,10-5-42,-19 13-36,-13 5-75,-13 11-185,-9 33-183</inkml:trace>
</inkml:ink>
</file>

<file path=ppt/ink/ink96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469"/>
    </inkml:context>
    <inkml:brush xml:id="br0">
      <inkml:brushProperty name="width" value="0.05953" units="cm"/>
      <inkml:brushProperty name="height" value="0.05953" units="cm"/>
      <inkml:brushProperty name="fitToCurve" value="1"/>
    </inkml:brush>
  </inkml:definitions>
  <inkml:trace contextRef="#ctx0" brushRef="#br0">10035 7304 504,'69'9'56,"-3"26"170,-18 65-142,-48 26-93,-18-15-156,-16-48-72</inkml:trace>
</inkml:ink>
</file>

<file path=ppt/ink/ink96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470"/>
    </inkml:context>
    <inkml:brush xml:id="br0">
      <inkml:brushProperty name="width" value="0.05953" units="cm"/>
      <inkml:brushProperty name="height" value="0.05953" units="cm"/>
      <inkml:brushProperty name="fitToCurve" value="1"/>
    </inkml:brush>
  </inkml:definitions>
  <inkml:trace contextRef="#ctx0" brushRef="#br0">10554 7120 552,'73'-19'314,"31"-21"-299,32-18-11,-21 3-4,-2 2-9,-47 45-99,0 0-652</inkml:trace>
</inkml:ink>
</file>

<file path=ppt/ink/ink97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471"/>
    </inkml:context>
    <inkml:brush xml:id="br0">
      <inkml:brushProperty name="width" value="0.05953" units="cm"/>
      <inkml:brushProperty name="height" value="0.05953" units="cm"/>
      <inkml:brushProperty name="fitToCurve" value="1"/>
    </inkml:brush>
  </inkml:definitions>
  <inkml:trace contextRef="#ctx0" brushRef="#br0">10684 7024 413,'2'61'191,"0"26"-45,-7 5-82,-10 26-35,-13 19-16,1-10-8,-1-8-6,-4 2-39,-10-59-136</inkml:trace>
</inkml:ink>
</file>

<file path=ppt/ink/ink97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472"/>
    </inkml:context>
    <inkml:brush xml:id="br0">
      <inkml:brushProperty name="width" value="0.05953" units="cm"/>
      <inkml:brushProperty name="height" value="0.05953" units="cm"/>
      <inkml:brushProperty name="fitToCurve" value="1"/>
    </inkml:brush>
  </inkml:definitions>
  <inkml:trace contextRef="#ctx0" brushRef="#br0">10734 7192 486,'68'-12'269,"28"65"-186,-15 14-64,-1 21-9,-12 2-9,1 3-32,-46-20-148</inkml:trace>
</inkml:ink>
</file>

<file path=ppt/ink/ink97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473"/>
    </inkml:context>
    <inkml:brush xml:id="br0">
      <inkml:brushProperty name="width" value="0.05953" units="cm"/>
      <inkml:brushProperty name="height" value="0.05953" units="cm"/>
      <inkml:brushProperty name="fitToCurve" value="1"/>
    </inkml:brush>
  </inkml:definitions>
  <inkml:trace contextRef="#ctx0" brushRef="#br0">11185 7168 271,'-42'104'393,"-5"-17"-309,-9 0-46,-1-8-16,-29 42 0,-5-7-5,10-12-3,1-6-4,16 2 0,184-94-5,-7-55-5,5-7 0,14 1-1,-15 3-2,-1 21-6,-8 10-444,-45 31 37</inkml:trace>
</inkml:ink>
</file>

<file path=ppt/ink/ink97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474"/>
    </inkml:context>
    <inkml:brush xml:id="br0">
      <inkml:brushProperty name="width" value="0.05953" units="cm"/>
      <inkml:brushProperty name="height" value="0.05953" units="cm"/>
      <inkml:brushProperty name="fitToCurve" value="1"/>
    </inkml:brush>
  </inkml:definitions>
  <inkml:trace contextRef="#ctx0" brushRef="#br0">11312 7319 697,'84'-52'160,"22"-5"-142,3 0-18,-9 1-26,-37 43-79,0 1-631</inkml:trace>
</inkml:ink>
</file>

<file path=ppt/ink/ink97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475"/>
    </inkml:context>
    <inkml:brush xml:id="br0">
      <inkml:brushProperty name="width" value="0.05953" units="cm"/>
      <inkml:brushProperty name="height" value="0.05953" units="cm"/>
      <inkml:brushProperty name="fitToCurve" value="1"/>
    </inkml:brush>
  </inkml:definitions>
  <inkml:trace contextRef="#ctx0" brushRef="#br0">11505 6839 345,'0'109'202,"0"-37"-150,0 41-12,0-27-33,1-4-13,-3 22-1,-4-17 1,-3-6 3,-9 5 4,-10 21 24,-3-26 34,-14 10 48,118-169-51,-13-15-58,18-45-2,-13 7-17,-18 7-75,2 63-158</inkml:trace>
</inkml:ink>
</file>

<file path=ppt/ink/ink97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476"/>
    </inkml:context>
    <inkml:brush xml:id="br0">
      <inkml:brushProperty name="width" value="0.05953" units="cm"/>
      <inkml:brushProperty name="height" value="0.05953" units="cm"/>
      <inkml:brushProperty name="fitToCurve" value="1"/>
    </inkml:brush>
  </inkml:definitions>
  <inkml:trace contextRef="#ctx0" brushRef="#br0">11605 7054 205,'32'-66'243,"107"-32"145,-33 66-364,2 48-54,-41 18-148</inkml:trace>
</inkml:ink>
</file>

<file path=ppt/ink/ink97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477"/>
    </inkml:context>
    <inkml:brush xml:id="br0">
      <inkml:brushProperty name="width" value="0.05953" units="cm"/>
      <inkml:brushProperty name="height" value="0.05953" units="cm"/>
      <inkml:brushProperty name="fitToCurve" value="1"/>
    </inkml:brush>
  </inkml:definitions>
  <inkml:trace contextRef="#ctx0" brushRef="#br0">11640 7059 449,'0'67'340,"0"38"-270,0 12-59,0-9-16,-19-48-102,1 0-643</inkml:trace>
</inkml:ink>
</file>

<file path=ppt/ink/ink97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478"/>
    </inkml:context>
    <inkml:brush xml:id="br0">
      <inkml:brushProperty name="width" value="0.05953" units="cm"/>
      <inkml:brushProperty name="height" value="0.05953" units="cm"/>
      <inkml:brushProperty name="fitToCurve" value="1"/>
    </inkml:brush>
  </inkml:definitions>
  <inkml:trace contextRef="#ctx0" brushRef="#br0">11725 7183 159,'102'-21'303,"-41"129"114,-139 1-416,-2-2-3,15-10-28,-15-38-258</inkml:trace>
</inkml:ink>
</file>

<file path=ppt/ink/ink97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479"/>
    </inkml:context>
    <inkml:brush xml:id="br0">
      <inkml:brushProperty name="width" value="0.05953" units="cm"/>
      <inkml:brushProperty name="height" value="0.05953" units="cm"/>
      <inkml:brushProperty name="fitToCurve" value="1"/>
    </inkml:brush>
  </inkml:definitions>
  <inkml:trace contextRef="#ctx0" brushRef="#br0">11625 7888 532,'45'-80'238,"-2"-5"-234,9-19-57,-3-11-39,-11 14-29,-25 33 31,-3-1-1,-14-3 46,2-9-119</inkml:trace>
</inkml:ink>
</file>

<file path=ppt/ink/ink97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480"/>
    </inkml:context>
    <inkml:brush xml:id="br0">
      <inkml:brushProperty name="width" value="0.05953" units="cm"/>
      <inkml:brushProperty name="height" value="0.05953" units="cm"/>
      <inkml:brushProperty name="fitToCurve" value="1"/>
    </inkml:brush>
  </inkml:definitions>
  <inkml:trace contextRef="#ctx0" brushRef="#br0">11791 6763 424,'17'71'314,"1"22"-252,2 35-14,12 21-27,4 3-12,0-10-4,-3-21-2,11 2-1,10-10-2,41-54-2,-60-174-4,-17-15 3,-7-1 1,-14-1-1,-5 14-3,-9 1-1,-24 18 1,-46 186 14,36 38-5,9-5-1,3-18-2,-15 25 1,4-23-4,-18-10-37,23-214-47,54-4-87,-1 39-224</inkml:trace>
</inkml:ink>
</file>

<file path=ppt/ink/ink98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481"/>
    </inkml:context>
    <inkml:brush xml:id="br0">
      <inkml:brushProperty name="width" value="0.05953" units="cm"/>
      <inkml:brushProperty name="height" value="0.05953" units="cm"/>
      <inkml:brushProperty name="fitToCurve" value="1"/>
    </inkml:brush>
  </inkml:definitions>
  <inkml:trace contextRef="#ctx0" brushRef="#br0">11887 6785 136,'19'-77'0,"23"-10"39,82 103 647,-59 89-674,8-18-68,-45-18-119</inkml:trace>
</inkml:ink>
</file>

<file path=ppt/ink/ink98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482"/>
    </inkml:context>
    <inkml:brush xml:id="br0">
      <inkml:brushProperty name="width" value="0.05953" units="cm"/>
      <inkml:brushProperty name="height" value="0.05953" units="cm"/>
      <inkml:brushProperty name="fitToCurve" value="1"/>
    </inkml:brush>
  </inkml:definitions>
  <inkml:trace contextRef="#ctx0" brushRef="#br0">12263 7198 590,'68'-32'26,"1"-9"51,34-12 6,1 4-17,9-2-41,20-5-16,-22 18-8,-51 137 1,-111 9 1,-4-7-1,-1-4 0,-25-17-2,-45-89-16,43-92-138,54 8-206</inkml:trace>
</inkml:ink>
</file>

<file path=ppt/ink/ink98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483"/>
    </inkml:context>
    <inkml:brush xml:id="br0">
      <inkml:brushProperty name="width" value="0.05953" units="cm"/>
      <inkml:brushProperty name="height" value="0.05953" units="cm"/>
      <inkml:brushProperty name="fitToCurve" value="1"/>
    </inkml:brush>
  </inkml:definitions>
  <inkml:trace contextRef="#ctx0" brushRef="#br0">12643 6653 136,'0'65'15,"-4"22"45,-4 19 58,-6 21 12,5-54-63,1 8-18,0 7-32,2-13-92,-21-11-299</inkml:trace>
</inkml:ink>
</file>

<file path=ppt/ink/ink98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484"/>
    </inkml:context>
    <inkml:brush xml:id="br0">
      <inkml:brushProperty name="width" value="0.05953" units="cm"/>
      <inkml:brushProperty name="height" value="0.05953" units="cm"/>
      <inkml:brushProperty name="fitToCurve" value="1"/>
    </inkml:brush>
  </inkml:definitions>
  <inkml:trace contextRef="#ctx0" brushRef="#br0">12482 6847 136,'-48'73'164,"13"33"35,20-45-98,1 45 26,10 28-44,4-10-41,13-1-26,21 16-7,31-28-3,39-42-3,33-60-1,9-55 0,-38-20-1,-11-22-1,-20-23 0,-48-10-1,-30-18-1,-15 6-3,-2-11-169,31 82 22</inkml:trace>
</inkml:ink>
</file>

<file path=ppt/ink/ink98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485"/>
    </inkml:context>
    <inkml:brush xml:id="br0">
      <inkml:brushProperty name="width" value="0.05953" units="cm"/>
      <inkml:brushProperty name="height" value="0.05953" units="cm"/>
      <inkml:brushProperty name="fitToCurve" value="1"/>
    </inkml:brush>
  </inkml:definitions>
  <inkml:trace contextRef="#ctx0" brushRef="#br0">13121 6722 564,'73'-9'246,"43"-18"-186,4-9-51,2-6-3,-4 10-4,7 2-1,-11 16-3,-49 29-108,1-1-658</inkml:trace>
</inkml:ink>
</file>

<file path=ppt/ink/ink98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486"/>
    </inkml:context>
    <inkml:brush xml:id="br0">
      <inkml:brushProperty name="width" value="0.05953" units="cm"/>
      <inkml:brushProperty name="height" value="0.05953" units="cm"/>
      <inkml:brushProperty name="fitToCurve" value="1"/>
    </inkml:brush>
  </inkml:definitions>
  <inkml:trace contextRef="#ctx0" brushRef="#br0">13653 6604 136,'-40'60'439,"5"12"-232,-14 40-131,-1-2-61,-2-10-10,-5 11-2,3-10-1,-3 2 0,-7 5-1,120-227-565,-15 47 312</inkml:trace>
</inkml:ink>
</file>

<file path=ppt/ink/ink98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487"/>
    </inkml:context>
    <inkml:brush xml:id="br0">
      <inkml:brushProperty name="width" value="0.05953" units="cm"/>
      <inkml:brushProperty name="height" value="0.05953" units="cm"/>
      <inkml:brushProperty name="fitToCurve" value="1"/>
    </inkml:brush>
  </inkml:definitions>
  <inkml:trace contextRef="#ctx0" brushRef="#br0">13517 6864 157,'0'79'330,"0"-13"-145,0 18-59,-3 38-63,-7-5-50,-6-3-10,-4-4-5,-17-42-185</inkml:trace>
</inkml:ink>
</file>

<file path=ppt/ink/ink98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488"/>
    </inkml:context>
    <inkml:brush xml:id="br0">
      <inkml:brushProperty name="width" value="0.05953" units="cm"/>
      <inkml:brushProperty name="height" value="0.05953" units="cm"/>
      <inkml:brushProperty name="fitToCurve" value="1"/>
    </inkml:brush>
  </inkml:definitions>
  <inkml:trace contextRef="#ctx0" brushRef="#br0">13563 7076 246,'115'65'594,"-29"14"-579,7-19-140,-39 8-245</inkml:trace>
</inkml:ink>
</file>

<file path=ppt/ink/ink98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489"/>
    </inkml:context>
    <inkml:brush xml:id="br0">
      <inkml:brushProperty name="width" value="0.05953" units="cm"/>
      <inkml:brushProperty name="height" value="0.05953" units="cm"/>
      <inkml:brushProperty name="fitToCurve" value="1"/>
    </inkml:brush>
  </inkml:definitions>
  <inkml:trace contextRef="#ctx0" brushRef="#br0">13888 7089 857,'121'-61'19,"-7"0"-11,-13 3-3,7 6-3,16 1-2,-3 13 0,-54 40-110,1-1-663</inkml:trace>
</inkml:ink>
</file>

<file path=ppt/ink/ink98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490"/>
    </inkml:context>
    <inkml:brush xml:id="br0">
      <inkml:brushProperty name="width" value="0.05953" units="cm"/>
      <inkml:brushProperty name="height" value="0.05953" units="cm"/>
      <inkml:brushProperty name="fitToCurve" value="1"/>
    </inkml:brush>
  </inkml:definitions>
  <inkml:trace contextRef="#ctx0" brushRef="#br0">14310 6529 586,'0'87'243,"-2"21"-201,-2 2-34,-5-2-5,-6 15-3,-7-4 3,-8 1-1,-2-14 0,-15 23-1,-1-25-7,-15-36-295</inkml:trace>
</inkml:ink>
</file>

<file path=ppt/ink/ink99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491"/>
    </inkml:context>
    <inkml:brush xml:id="br0">
      <inkml:brushProperty name="width" value="0.05953" units="cm"/>
      <inkml:brushProperty name="height" value="0.05953" units="cm"/>
      <inkml:brushProperty name="fitToCurve" value="1"/>
    </inkml:brush>
  </inkml:definitions>
  <inkml:trace contextRef="#ctx0" brushRef="#br0">14329 7001 638,'76'91'192,"-3"10"-145,0-17-37,27-23-7,14-29-15,-48 12-176</inkml:trace>
</inkml:ink>
</file>

<file path=ppt/ink/ink99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492"/>
    </inkml:context>
    <inkml:brush xml:id="br0">
      <inkml:brushProperty name="width" value="0.05953" units="cm"/>
      <inkml:brushProperty name="height" value="0.05953" units="cm"/>
      <inkml:brushProperty name="fitToCurve" value="1"/>
    </inkml:brush>
  </inkml:definitions>
  <inkml:trace contextRef="#ctx0" brushRef="#br0">12571 9590 586,'0'-98'57,"13"12"0,29-48-9,-4 40-19,13-22-3,-3 18-1,18-18-2,12 0-11,-29 41-4,20-24-2,-4 14-3,15-15-2,0 10-2,41-43-2,-23 33-3,6 5-18,-38 34-3,11-3-38,-23 44-96</inkml:trace>
</inkml:ink>
</file>

<file path=ppt/ink/ink99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493"/>
    </inkml:context>
    <inkml:brush xml:id="br0">
      <inkml:brushProperty name="width" value="0.05953" units="cm"/>
      <inkml:brushProperty name="height" value="0.05953" units="cm"/>
      <inkml:brushProperty name="fitToCurve" value="1"/>
    </inkml:brush>
  </inkml:definitions>
  <inkml:trace contextRef="#ctx0" brushRef="#br0">13331 7798 618,'68'-43'1,"-2"2"14,15 9 34,-10 16 0,10 32 19,-89 67-25,-49 23-22,-2-17-18,9-47-188</inkml:trace>
</inkml:ink>
</file>

<file path=ppt/ink/ink99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494"/>
    </inkml:context>
    <inkml:brush xml:id="br0">
      <inkml:brushProperty name="width" value="0.05953" units="cm"/>
      <inkml:brushProperty name="height" value="0.05953" units="cm"/>
      <inkml:brushProperty name="fitToCurve" value="1"/>
    </inkml:brush>
  </inkml:definitions>
  <inkml:trace contextRef="#ctx0" brushRef="#br0">13954 6968 350,'118'-47'468,"-33"17"-435,19-9-26,-10-2-24,-24-12-131,-11 33-87</inkml:trace>
</inkml:ink>
</file>

<file path=ppt/ink/ink99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495"/>
    </inkml:context>
    <inkml:brush xml:id="br0">
      <inkml:brushProperty name="width" value="0.05953" units="cm"/>
      <inkml:brushProperty name="height" value="0.05953" units="cm"/>
      <inkml:brushProperty name="fitToCurve" value="1"/>
    </inkml:brush>
  </inkml:definitions>
  <inkml:trace contextRef="#ctx0" brushRef="#br0">14293 6490 305,'-27'70'27,"27"5"28,1-5 12,2-16-22,2 37 36,0-4-16,2 24-12,-1-24-14,4 26 1,-1-16-7,-4-6-7,-77-155-314,48 4 126</inkml:trace>
</inkml:ink>
</file>

<file path=ppt/ink/ink99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496"/>
    </inkml:context>
    <inkml:brush xml:id="br0">
      <inkml:brushProperty name="width" value="0.05953" units="cm"/>
      <inkml:brushProperty name="height" value="0.05953" units="cm"/>
      <inkml:brushProperty name="fitToCurve" value="1"/>
    </inkml:brush>
  </inkml:definitions>
  <inkml:trace contextRef="#ctx0" brushRef="#br0">14052 6744 136,'-13'-47'0,"-1"5"3,27 4 16,34 17-17,-6 7-67</inkml:trace>
</inkml:ink>
</file>

<file path=ppt/ink/ink99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497"/>
    </inkml:context>
    <inkml:brush xml:id="br0">
      <inkml:brushProperty name="width" value="0.05953" units="cm"/>
      <inkml:brushProperty name="height" value="0.05953" units="cm"/>
      <inkml:brushProperty name="fitToCurve" value="1"/>
    </inkml:brush>
  </inkml:definitions>
  <inkml:trace contextRef="#ctx0" brushRef="#br0">14360 6513 136,'-56'76'289,"-8"33"-104,40-48-244,12-3-49</inkml:trace>
</inkml:ink>
</file>

<file path=ppt/ink/ink99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498"/>
    </inkml:context>
    <inkml:brush xml:id="br0">
      <inkml:brushProperty name="width" value="0.05953" units="cm"/>
      <inkml:brushProperty name="height" value="0.05953" units="cm"/>
      <inkml:brushProperty name="fitToCurve" value="1"/>
    </inkml:brush>
  </inkml:definitions>
  <inkml:trace contextRef="#ctx0" brushRef="#br0">14210 6840 393,'-72'63'142,"113"7"-21,35-70-139,-73 121 124,-62-63-57,-6 8-6,20 16-25,139-29-8,0-76-10,3-13-11,-15-9-178,-23 34-37</inkml:trace>
</inkml:ink>
</file>

<file path=ppt/ink/ink99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499"/>
    </inkml:context>
    <inkml:brush xml:id="br0">
      <inkml:brushProperty name="width" value="0.05953" units="cm"/>
      <inkml:brushProperty name="height" value="0.05953" units="cm"/>
      <inkml:brushProperty name="fitToCurve" value="1"/>
    </inkml:brush>
  </inkml:definitions>
  <inkml:trace contextRef="#ctx0" brushRef="#br0">14376 7177 144,'-61'45'0,"7"-6"0,-20 13 6,16-9 17,-6 12 82,177-28 282,-28-59-334,-6-9-53,-10 2-71,-8 3-136,-6 24-229</inkml:trace>
</inkml:ink>
</file>

<file path=ppt/ink/ink99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500"/>
    </inkml:context>
    <inkml:brush xml:id="br0">
      <inkml:brushProperty name="width" value="0.05953" units="cm"/>
      <inkml:brushProperty name="height" value="0.05953" units="cm"/>
      <inkml:brushProperty name="fitToCurve" value="1"/>
    </inkml:brush>
  </inkml:definitions>
  <inkml:trace contextRef="#ctx0" brushRef="#br0">14500 7201 136,'-60'63'141,"20"-4"59,-43 65 28,24-39-161,-8 1-39,-5-2-28,6-17-38,6-8-104,3-32-173</inkml:trace>
</inkml:ink>
</file>

<file path=ppt/ink/ink100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501"/>
    </inkml:context>
    <inkml:brush xml:id="br0">
      <inkml:brushProperty name="width" value="0.05953" units="cm"/>
      <inkml:brushProperty name="height" value="0.05953" units="cm"/>
      <inkml:brushProperty name="fitToCurve" value="1"/>
    </inkml:brush>
  </inkml:definitions>
  <inkml:trace contextRef="#ctx0" brushRef="#br0">14364 7434 588,'59'66'118,"-1"-14"-21,18-9-39,21-13-58,-43 7-184</inkml:trace>
</inkml:ink>
</file>

<file path=ppt/ink/ink100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502"/>
    </inkml:context>
    <inkml:brush xml:id="br0">
      <inkml:brushProperty name="width" value="0.05953" units="cm"/>
      <inkml:brushProperty name="height" value="0.05953" units="cm"/>
      <inkml:brushProperty name="fitToCurve" value="1"/>
    </inkml:brush>
  </inkml:definitions>
  <inkml:trace contextRef="#ctx0" brushRef="#br0">15164 6695 654,'-62'67'209,"4"6"-201,-22 21-6,-7 2-5,25-27 0,-12 6 1,-12 3-6,10-10-36,20-42-130</inkml:trace>
</inkml:ink>
</file>

<file path=ppt/ink/ink100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503"/>
    </inkml:context>
    <inkml:brush xml:id="br0">
      <inkml:brushProperty name="width" value="0.05953" units="cm"/>
      <inkml:brushProperty name="height" value="0.05953" units="cm"/>
      <inkml:brushProperty name="fitToCurve" value="1"/>
    </inkml:brush>
  </inkml:definitions>
  <inkml:trace contextRef="#ctx0" brushRef="#br0">14911 6868 523,'0'60'13,"-8"13"61,-2-10 0,-3 37 24,-3 13-30,2-16-51,5-4-12,-2-1-2,6 1-11,-15-42-99,0 0-645</inkml:trace>
</inkml:ink>
</file>

<file path=ppt/ink/ink100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504"/>
    </inkml:context>
    <inkml:brush xml:id="br0">
      <inkml:brushProperty name="width" value="0.05953" units="cm"/>
      <inkml:brushProperty name="height" value="0.05953" units="cm"/>
      <inkml:brushProperty name="fitToCurve" value="1"/>
    </inkml:brush>
  </inkml:definitions>
  <inkml:trace contextRef="#ctx0" brushRef="#br0">15084 6896 185,'-18'65'41,"-6"23"29,-2 6 32,10-40-39,-16 70 110,15-55-82,3 5-7,107-145-32,-40-8-56,7-11-7,-8 13-74,38 67-519,-43 77 914,-95 34-256</inkml:trace>
</inkml:ink>
</file>

<file path=ppt/ink/ink100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505"/>
    </inkml:context>
    <inkml:brush xml:id="br0">
      <inkml:brushProperty name="width" value="0.05953" units="cm"/>
      <inkml:brushProperty name="height" value="0.05953" units="cm"/>
      <inkml:brushProperty name="fitToCurve" value="1"/>
    </inkml:brush>
  </inkml:definitions>
  <inkml:trace contextRef="#ctx0" brushRef="#br0">15247 7297 387,'60'16'220,"12"-35"-176,7-27-132,-20 5-14,-3 0-40</inkml:trace>
</inkml:ink>
</file>

<file path=ppt/ink/ink100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506"/>
    </inkml:context>
    <inkml:brush xml:id="br0">
      <inkml:brushProperty name="width" value="0.05953" units="cm"/>
      <inkml:brushProperty name="height" value="0.05953" units="cm"/>
      <inkml:brushProperty name="fitToCurve" value="1"/>
    </inkml:brush>
  </inkml:definitions>
  <inkml:trace contextRef="#ctx0" brushRef="#br0">15596 6941 772,'92'-24'80,"4"-7"-57,9 5-23,-16-10-60,-37 32-41,-1 1-605</inkml:trace>
</inkml:ink>
</file>

<file path=ppt/ink/ink100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507"/>
    </inkml:context>
    <inkml:brush xml:id="br0">
      <inkml:brushProperty name="width" value="0.05953" units="cm"/>
      <inkml:brushProperty name="height" value="0.05953" units="cm"/>
      <inkml:brushProperty name="fitToCurve" value="1"/>
    </inkml:brush>
  </inkml:definitions>
  <inkml:trace contextRef="#ctx0" brushRef="#br0">15895 6606 199,'0'61'37,"0"23"60,0-6-12,8 61 73,-5-42-67,-6 22-11,1-30-27,-5 1-19,-5 22-6,-12-19-16,-22-3-4,-42-29-3,-3-89-3,31-55 0,50-10-2,48-14-1,27 24-2,28 1-3,22 2-92,-39 33-444</inkml:trace>
</inkml:ink>
</file>

<file path=ppt/ink/ink100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508"/>
    </inkml:context>
    <inkml:brush xml:id="br0">
      <inkml:brushProperty name="width" value="0.05953" units="cm"/>
      <inkml:brushProperty name="height" value="0.05953" units="cm"/>
      <inkml:brushProperty name="fitToCurve" value="1"/>
    </inkml:brush>
  </inkml:definitions>
  <inkml:trace contextRef="#ctx0" brushRef="#br0">15996 6648 258,'0'73'112,"0"-22"-82,0 1-34,-1 35-104,-8-25-21</inkml:trace>
</inkml:ink>
</file>

<file path=ppt/ink/ink100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509"/>
    </inkml:context>
    <inkml:brush xml:id="br0">
      <inkml:brushProperty name="width" value="0.05953" units="cm"/>
      <inkml:brushProperty name="height" value="0.05953" units="cm"/>
      <inkml:brushProperty name="fitToCurve" value="1"/>
    </inkml:brush>
  </inkml:definitions>
  <inkml:trace contextRef="#ctx0" brushRef="#br0">16003 6776 188,'83'-63'131,"23"34"252,-87 106-227,-66 16-151,6-1-26,-13-36-265</inkml:trace>
</inkml:ink>
</file>

<file path=ppt/ink/ink100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510"/>
    </inkml:context>
    <inkml:brush xml:id="br0">
      <inkml:brushProperty name="width" value="0.05953" units="cm"/>
      <inkml:brushProperty name="height" value="0.05953" units="cm"/>
      <inkml:brushProperty name="fitToCurve" value="1"/>
    </inkml:brush>
  </inkml:definitions>
  <inkml:trace contextRef="#ctx0" brushRef="#br0">16093 6956 282,'68'-15'-21,"-9"34"174,-63 97 104,-31-40-152,-19 7-41,-2-13-46,-24 14-13,0-25-33,8-122-456,93-21 336,3 31 101,26-12 36,25 18 137,12 32 200,-6 34-128,1 30-127,-10 11-55,3 9-11,12-11-8,10-29-12,-41 9-171</inkml:trace>
</inkml:ink>
</file>

<file path=ppt/ink/ink101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511"/>
    </inkml:context>
    <inkml:brush xml:id="br0">
      <inkml:brushProperty name="width" value="0.05953" units="cm"/>
      <inkml:brushProperty name="height" value="0.05953" units="cm"/>
      <inkml:brushProperty name="fitToCurve" value="1"/>
    </inkml:brush>
  </inkml:definitions>
  <inkml:trace contextRef="#ctx0" brushRef="#br0">16535 6570 401,'109'-48'302,"-36"30"-201,15 10-62,16 20-36,-45 17-184</inkml:trace>
</inkml:ink>
</file>

<file path=ppt/ink/ink101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512"/>
    </inkml:context>
    <inkml:brush xml:id="br0">
      <inkml:brushProperty name="width" value="0.05953" units="cm"/>
      <inkml:brushProperty name="height" value="0.05953" units="cm"/>
      <inkml:brushProperty name="fitToCurve" value="1"/>
    </inkml:brush>
  </inkml:definitions>
  <inkml:trace contextRef="#ctx0" brushRef="#br0">16508 6654 401,'1'104'246,"11"-39"-164,-3 11-54,-7 6-296,-16-30-85</inkml:trace>
</inkml:ink>
</file>

<file path=ppt/ink/ink101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513"/>
    </inkml:context>
    <inkml:brush xml:id="br0">
      <inkml:brushProperty name="width" value="0.05953" units="cm"/>
      <inkml:brushProperty name="height" value="0.05953" units="cm"/>
      <inkml:brushProperty name="fitToCurve" value="1"/>
    </inkml:brush>
  </inkml:definitions>
  <inkml:trace contextRef="#ctx0" brushRef="#br0">16646 6707 279,'77'-25'60,"30"2"-5,12 9 148,-47 19-43,-10 45-55,-91 42-94,-45-21-50,18-44-140</inkml:trace>
</inkml:ink>
</file>

<file path=ppt/ink/ink101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514"/>
    </inkml:context>
    <inkml:brush xml:id="br0">
      <inkml:brushProperty name="width" value="0.05953" units="cm"/>
      <inkml:brushProperty name="height" value="0.05953" units="cm"/>
      <inkml:brushProperty name="fitToCurve" value="1"/>
    </inkml:brush>
  </inkml:definitions>
  <inkml:trace contextRef="#ctx0" brushRef="#br0">16664 6537 228,'-7'69'250,"2"-2"-192,1-10-47,6 6-23,3-5-21,-18-3-330</inkml:trace>
</inkml:ink>
</file>

<file path=ppt/ink/ink101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515"/>
    </inkml:context>
    <inkml:brush xml:id="br0">
      <inkml:brushProperty name="width" value="0.05953" units="cm"/>
      <inkml:brushProperty name="height" value="0.05953" units="cm"/>
      <inkml:brushProperty name="fitToCurve" value="1"/>
    </inkml:brush>
  </inkml:definitions>
  <inkml:trace contextRef="#ctx0" brushRef="#br0">16746 6723 136,'48'-62'29,"21"45"336,-84 80-239,-30 10-41,-8-3-32,-3 6-100,3-37-207</inkml:trace>
</inkml:ink>
</file>

<file path=ppt/ink/ink101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516"/>
    </inkml:context>
    <inkml:brush xml:id="br0">
      <inkml:brushProperty name="width" value="0.05953" units="cm"/>
      <inkml:brushProperty name="height" value="0.05953" units="cm"/>
      <inkml:brushProperty name="fitToCurve" value="1"/>
    </inkml:brush>
  </inkml:definitions>
  <inkml:trace contextRef="#ctx0" brushRef="#br0">16541 6930 271,'88'-23'289,"-22"3"-166,8 3-44,13 2-53,-91 103-50,-79-26 85,10-9-35,4 8-19,173-35-30,-6-48-54,-13 0-148,-146 71 274,3-22 87,-30 18-27,10-1-75,175 11-33,-5-51-30,7 15-131,-83 57 47,-47-17 198,-17 2 22,-19 2-8,-9-6-63,93-162-100,12 50-112</inkml:trace>
</inkml:ink>
</file>

<file path=ppt/ink/ink101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517"/>
    </inkml:context>
    <inkml:brush xml:id="br0">
      <inkml:brushProperty name="width" value="0.05953" units="cm"/>
      <inkml:brushProperty name="height" value="0.05953" units="cm"/>
      <inkml:brushProperty name="fitToCurve" value="1"/>
    </inkml:brush>
  </inkml:definitions>
  <inkml:trace contextRef="#ctx0" brushRef="#br0">16566 7200 271,'-49'54'108,"14"6"-22,98-56-415</inkml:trace>
</inkml:ink>
</file>

<file path=ppt/ink/ink101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518"/>
    </inkml:context>
    <inkml:brush xml:id="br0">
      <inkml:brushProperty name="width" value="0.05953" units="cm"/>
      <inkml:brushProperty name="height" value="0.05953" units="cm"/>
      <inkml:brushProperty name="fitToCurve" value="1"/>
    </inkml:brush>
  </inkml:definitions>
  <inkml:trace contextRef="#ctx0" brushRef="#br0">17080 7278 136,'0'40'-66</inkml:trace>
</inkml:ink>
</file>

<file path=ppt/ink/ink101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519"/>
    </inkml:context>
    <inkml:brush xml:id="br0">
      <inkml:brushProperty name="width" value="0.05953" units="cm"/>
      <inkml:brushProperty name="height" value="0.05953" units="cm"/>
      <inkml:brushProperty name="fitToCurve" value="1"/>
    </inkml:brush>
  </inkml:definitions>
  <inkml:trace contextRef="#ctx0" brushRef="#br0">16993 7188 504,'138'106'357,"-53"-59"-540,-31 8-307</inkml:trace>
</inkml:ink>
</file>

<file path=ppt/ink/ink101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520"/>
    </inkml:context>
    <inkml:brush xml:id="br0">
      <inkml:brushProperty name="width" value="0.05953" units="cm"/>
      <inkml:brushProperty name="height" value="0.05953" units="cm"/>
      <inkml:brushProperty name="fitToCurve" value="1"/>
    </inkml:brush>
  </inkml:definitions>
  <inkml:trace contextRef="#ctx0" brushRef="#br0">17994 10455 533,'-132'0'-85</inkml:trace>
</inkml:ink>
</file>

<file path=ppt/ink/ink102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521"/>
    </inkml:context>
    <inkml:brush xml:id="br0">
      <inkml:brushProperty name="width" value="0.05953" units="cm"/>
      <inkml:brushProperty name="height" value="0.05953" units="cm"/>
      <inkml:brushProperty name="fitToCurve" value="1"/>
    </inkml:brush>
  </inkml:definitions>
  <inkml:trace contextRef="#ctx0" brushRef="#br0">18338 7052 248,'0'49'121,"0"23"-160,0-34-65</inkml:trace>
</inkml:ink>
</file>

<file path=ppt/ink/ink102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522"/>
    </inkml:context>
    <inkml:brush xml:id="br0">
      <inkml:brushProperty name="width" value="0.05953" units="cm"/>
      <inkml:brushProperty name="height" value="0.05953" units="cm"/>
      <inkml:brushProperty name="fitToCurve" value="1"/>
    </inkml:brush>
  </inkml:definitions>
  <inkml:trace contextRef="#ctx0" brushRef="#br0">18136 7458 480,'119'-83'348,"-7"40"-327,-9 13-25,-14 17-103,-10 31-244,-77 34 197</inkml:trace>
</inkml:ink>
</file>

<file path=ppt/ink/ink102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523"/>
    </inkml:context>
    <inkml:brush xml:id="br0">
      <inkml:brushProperty name="width" value="0.05953" units="cm"/>
      <inkml:brushProperty name="height" value="0.05953" units="cm"/>
      <inkml:brushProperty name="fitToCurve" value="1"/>
    </inkml:brush>
  </inkml:definitions>
  <inkml:trace contextRef="#ctx0" brushRef="#br0">18275 7364 325,'-3'96'282,"-10"-12"-218,-15 26-8,5-31-21,-18 46 8,8-36-23,-8 13-6,-18 19-2,1-13-8,11-22-10,1-8-27,-9-30-244</inkml:trace>
</inkml:ink>
</file>

<file path=ppt/ink/ink102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524"/>
    </inkml:context>
    <inkml:brush xml:id="br0">
      <inkml:brushProperty name="width" value="0.05953" units="cm"/>
      <inkml:brushProperty name="height" value="0.05953" units="cm"/>
      <inkml:brushProperty name="fitToCurve" value="1"/>
    </inkml:brush>
  </inkml:definitions>
  <inkml:trace contextRef="#ctx0" brushRef="#br0">18217 7592 236,'10'52'265,"10"-12"-214,0-1-130,-2 1-109</inkml:trace>
</inkml:ink>
</file>

<file path=ppt/ink/ink102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525"/>
    </inkml:context>
    <inkml:brush xml:id="br0">
      <inkml:brushProperty name="width" value="0.05953" units="cm"/>
      <inkml:brushProperty name="height" value="0.05953" units="cm"/>
      <inkml:brushProperty name="fitToCurve" value="1"/>
    </inkml:brush>
  </inkml:definitions>
  <inkml:trace contextRef="#ctx0" brushRef="#br0">18442 7558 263,'2'76'200,"90"-36"-417,-30-75 109,-82 109 340,-66 6-19,35-44-122,-10 12-18,-3 2-18,-9 6-23,-2 5-9,152-7-5,31-88-19,4-6 0,1-1-1,-2 3-5,-13 6-27,-11 5-181,-32 30 6</inkml:trace>
</inkml:ink>
</file>

<file path=ppt/ink/ink102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526"/>
    </inkml:context>
    <inkml:brush xml:id="br0">
      <inkml:brushProperty name="width" value="0.05953" units="cm"/>
      <inkml:brushProperty name="height" value="0.05953" units="cm"/>
      <inkml:brushProperty name="fitToCurve" value="1"/>
    </inkml:brush>
  </inkml:definitions>
  <inkml:trace contextRef="#ctx0" brushRef="#br0">18854 7255 785,'49'49'-255,"-33"-8"-124</inkml:trace>
</inkml:ink>
</file>

<file path=ppt/ink/ink102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527"/>
    </inkml:context>
    <inkml:brush xml:id="br0">
      <inkml:brushProperty name="width" value="0.05953" units="cm"/>
      <inkml:brushProperty name="height" value="0.05953" units="cm"/>
      <inkml:brushProperty name="fitToCurve" value="1"/>
    </inkml:brush>
  </inkml:definitions>
  <inkml:trace contextRef="#ctx0" brushRef="#br0">18872 7441 171,'37'67'552,"-34"9"-479,-5 31-30,-8-4-19,0 1-12,3 5-5,13-10-5,60-177-26,-7-48-102,-24 46-257</inkml:trace>
</inkml:ink>
</file>

<file path=ppt/ink/ink102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528"/>
    </inkml:context>
    <inkml:brush xml:id="br0">
      <inkml:brushProperty name="width" value="0.05953" units="cm"/>
      <inkml:brushProperty name="height" value="0.05953" units="cm"/>
      <inkml:brushProperty name="fitToCurve" value="1"/>
    </inkml:brush>
  </inkml:definitions>
  <inkml:trace contextRef="#ctx0" brushRef="#br0">19237 6915 226,'-40'36'379,"22"20"-412,-10-17-380</inkml:trace>
</inkml:ink>
</file>

<file path=ppt/ink/ink102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529"/>
    </inkml:context>
    <inkml:brush xml:id="br0">
      <inkml:brushProperty name="width" value="0.05953" units="cm"/>
      <inkml:brushProperty name="height" value="0.05953" units="cm"/>
      <inkml:brushProperty name="fitToCurve" value="1"/>
    </inkml:brush>
  </inkml:definitions>
  <inkml:trace contextRef="#ctx0" brushRef="#br0">19012 7254 288,'100'-34'428,"-8"-1"-319,-7 4-82,7 6-39,-39 26-92,1 2-624</inkml:trace>
</inkml:ink>
</file>

<file path=ppt/ink/ink102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530"/>
    </inkml:context>
    <inkml:brush xml:id="br0">
      <inkml:brushProperty name="width" value="0.05953" units="cm"/>
      <inkml:brushProperty name="height" value="0.05953" units="cm"/>
      <inkml:brushProperty name="fitToCurve" value="1"/>
    </inkml:brush>
  </inkml:definitions>
  <inkml:trace contextRef="#ctx0" brushRef="#br0">19303 7161 187,'-47'80'434,"12"-16"-336,-21 18-20,-5-8-32,8-2-19,170-70-23,-27-40-10,12-13-2,-3 6-7,-126 151-116,-38-38 212,4-2-27,-7 7-34,7-3-17,5-36-189</inkml:trace>
</inkml:ink>
</file>

<file path=ppt/ink/ink103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531"/>
    </inkml:context>
    <inkml:brush xml:id="br0">
      <inkml:brushProperty name="width" value="0.05953" units="cm"/>
      <inkml:brushProperty name="height" value="0.05953" units="cm"/>
      <inkml:brushProperty name="fitToCurve" value="1"/>
    </inkml:brush>
  </inkml:definitions>
  <inkml:trace contextRef="#ctx0" brushRef="#br0">19535 7438 694,'-44'65'115,"-2"11"-70,-20 12-39,10-17-8,-20 17-27,8-22-43,17-40-90</inkml:trace>
</inkml:ink>
</file>

<file path=ppt/ink/ink103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532"/>
    </inkml:context>
    <inkml:brush xml:id="br0">
      <inkml:brushProperty name="width" value="0.05953" units="cm"/>
      <inkml:brushProperty name="height" value="0.05953" units="cm"/>
      <inkml:brushProperty name="fitToCurve" value="1"/>
    </inkml:brush>
  </inkml:definitions>
  <inkml:trace contextRef="#ctx0" brushRef="#br0">19371 7588 136,'54'60'243,"-26"48"133,25-32-331,-35-19-216</inkml:trace>
</inkml:ink>
</file>

<file path=ppt/ink/ink103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533"/>
    </inkml:context>
    <inkml:brush xml:id="br0">
      <inkml:brushProperty name="width" value="0.05953" units="cm"/>
      <inkml:brushProperty name="height" value="0.05953" units="cm"/>
      <inkml:brushProperty name="fitToCurve" value="1"/>
    </inkml:brush>
  </inkml:definitions>
  <inkml:trace contextRef="#ctx0" brushRef="#br0">19851 7197 772,'101'-27'39,"-3"6"7,-5 10-32,0 0-55,-41 22-62,-1-2-616</inkml:trace>
</inkml:ink>
</file>

<file path=ppt/ink/ink103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534"/>
    </inkml:context>
    <inkml:brush xml:id="br0">
      <inkml:brushProperty name="width" value="0.05953" units="cm"/>
      <inkml:brushProperty name="height" value="0.05953" units="cm"/>
      <inkml:brushProperty name="fitToCurve" value="1"/>
    </inkml:brush>
  </inkml:definitions>
  <inkml:trace contextRef="#ctx0" brushRef="#br0">20203 6889 224,'-39'64'145,"7"-4"-34,-26 45 47,5-19-69,-10 2-32,0-9-26,2-10-22,-1 0-12,8-38-172</inkml:trace>
</inkml:ink>
</file>

<file path=ppt/ink/ink103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535"/>
    </inkml:context>
    <inkml:brush xml:id="br0">
      <inkml:brushProperty name="width" value="0.05953" units="cm"/>
      <inkml:brushProperty name="height" value="0.05953" units="cm"/>
      <inkml:brushProperty name="fitToCurve" value="1"/>
    </inkml:brush>
  </inkml:definitions>
  <inkml:trace contextRef="#ctx0" brushRef="#br0">20004 7200 136,'25'64'4,"-25"21"40,-8-21 12,-2 13 19,-6 13 12,2-24-4,-2 10-8,1-8-14,0 12-16,-2 1-86,4-17-92,-20-10-355</inkml:trace>
</inkml:ink>
</file>

<file path=ppt/ink/ink103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536"/>
    </inkml:context>
    <inkml:brush xml:id="br0">
      <inkml:brushProperty name="width" value="0.05953" units="cm"/>
      <inkml:brushProperty name="height" value="0.05953" units="cm"/>
      <inkml:brushProperty name="fitToCurve" value="1"/>
    </inkml:brush>
  </inkml:definitions>
  <inkml:trace contextRef="#ctx0" brushRef="#br0">19928 7405 136,'33'-64'8,"24"4"56,23 6 55,10 23-10,13 46 102,-45 39-93,-17 30-56,-26 8-34,-11 17-13,-11-13-9,-11 6-5,-15-8-9,-47-47-26,7-95-306</inkml:trace>
</inkml:ink>
</file>

<file path=ppt/ink/ink103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537"/>
    </inkml:context>
    <inkml:brush xml:id="br0">
      <inkml:brushProperty name="width" value="0.05953" units="cm"/>
      <inkml:brushProperty name="height" value="0.05953" units="cm"/>
      <inkml:brushProperty name="fitToCurve" value="1"/>
    </inkml:brush>
  </inkml:definitions>
  <inkml:trace contextRef="#ctx0" brushRef="#br0">19979 7343 161,'64'-33'108,"8"12"-18,-21 74 193,-87 24-145,-17 7-68,-9 0-46,9-1-13,173-101-41,-38-43-74,-15 9-185,-12 32-169</inkml:trace>
</inkml:ink>
</file>

<file path=ppt/ink/ink103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538"/>
    </inkml:context>
    <inkml:brush xml:id="br0">
      <inkml:brushProperty name="width" value="0.05953" units="cm"/>
      <inkml:brushProperty name="height" value="0.05953" units="cm"/>
      <inkml:brushProperty name="fitToCurve" value="1"/>
    </inkml:brush>
  </inkml:definitions>
  <inkml:trace contextRef="#ctx0" brushRef="#br0">20753 6999 180,'-62'75'144,"-17"20"-34,-8 3-34,-1-8-79,18-7-205</inkml:trace>
</inkml:ink>
</file>

<file path=ppt/ink/ink103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539"/>
    </inkml:context>
    <inkml:brush xml:id="br0">
      <inkml:brushProperty name="width" value="0.05953" units="cm"/>
      <inkml:brushProperty name="height" value="0.05953" units="cm"/>
      <inkml:brushProperty name="fitToCurve" value="1"/>
    </inkml:brush>
  </inkml:definitions>
  <inkml:trace contextRef="#ctx0" brushRef="#br0">20842 7142 308,'-95'77'191,"37"-27"-140,-2 7-42,-35 40-99,39-50 23</inkml:trace>
</inkml:ink>
</file>

<file path=ppt/ink/ink103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540"/>
    </inkml:context>
    <inkml:brush xml:id="br0">
      <inkml:brushProperty name="width" value="0.05953" units="cm"/>
      <inkml:brushProperty name="height" value="0.05953" units="cm"/>
      <inkml:brushProperty name="fitToCurve" value="1"/>
    </inkml:brush>
  </inkml:definitions>
  <inkml:trace contextRef="#ctx0" brushRef="#br0">20700 7285 185,'-2'51'38,"-5"47"98,1-46-38,3 11 15,-1 12 18,7 0-48,16 9-69,-28-24-184</inkml:trace>
</inkml:ink>
</file>

<file path=ppt/ink/ink104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541"/>
    </inkml:context>
    <inkml:brush xml:id="br0">
      <inkml:brushProperty name="width" value="0.05953" units="cm"/>
      <inkml:brushProperty name="height" value="0.05953" units="cm"/>
      <inkml:brushProperty name="fitToCurve" value="1"/>
    </inkml:brush>
  </inkml:definitions>
  <inkml:trace contextRef="#ctx0" brushRef="#br0">20851 7053 279,'61'-37'0,"16"-4"5,2 3 34,-1 9 80,-18 14 7,4 14-5,-9 61-27,-66 32-44,-8-6-28,-12 12-15,3-8-29,-14 1-185,-6-27 37</inkml:trace>
</inkml:ink>
</file>

<file path=ppt/ink/ink104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542"/>
    </inkml:context>
    <inkml:brush xml:id="br0">
      <inkml:brushProperty name="width" value="0.05953" units="cm"/>
      <inkml:brushProperty name="height" value="0.05953" units="cm"/>
      <inkml:brushProperty name="fitToCurve" value="1"/>
    </inkml:brush>
  </inkml:definitions>
  <inkml:trace contextRef="#ctx0" brushRef="#br0">20903 7216 212,'53'-33'153,"36"4"58,-28 22-98,-134-1-21,17 69-271,37 4 163,1 8 7,2 5 4,3-11 9,2-6 20,5 3 44,15 7 15,54-23-140,7-69-49,-13-11 68,26-71 23,-59 45 19,-16-4 11,-34 8 138,-20 122-2,73 32-144,62-33-15,6-55-72,3-33-118,-41 27-95</inkml:trace>
</inkml:ink>
</file>

<file path=ppt/ink/ink104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543"/>
    </inkml:context>
    <inkml:brush xml:id="br0">
      <inkml:brushProperty name="width" value="0.05953" units="cm"/>
      <inkml:brushProperty name="height" value="0.05953" units="cm"/>
      <inkml:brushProperty name="fitToCurve" value="1"/>
    </inkml:brush>
  </inkml:definitions>
  <inkml:trace contextRef="#ctx0" brushRef="#br0">21879 6762 531,'-100'115'154,"35"-29"-154,4 3-53,6-10-60,10-28-152</inkml:trace>
</inkml:ink>
</file>

<file path=ppt/ink/ink104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544"/>
    </inkml:context>
    <inkml:brush xml:id="br0">
      <inkml:brushProperty name="width" value="0.05953" units="cm"/>
      <inkml:brushProperty name="height" value="0.05953" units="cm"/>
      <inkml:brushProperty name="fitToCurve" value="1"/>
    </inkml:brush>
  </inkml:definitions>
  <inkml:trace contextRef="#ctx0" brushRef="#br0">21708 6994 217,'54'-20'-12,"13"-7"56,1 7 30,6 12-2,-36 88-45,-69-18-26,-35 24 1,10-36 1,-37 23 2,38-38-3,-38 9-58,19-33-146</inkml:trace>
</inkml:ink>
</file>

<file path=ppt/ink/ink104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545"/>
    </inkml:context>
    <inkml:brush xml:id="br0">
      <inkml:brushProperty name="width" value="0.05953" units="cm"/>
      <inkml:brushProperty name="height" value="0.05953" units="cm"/>
      <inkml:brushProperty name="fitToCurve" value="1"/>
    </inkml:brush>
  </inkml:definitions>
  <inkml:trace contextRef="#ctx0" brushRef="#br0">21672 7078 168,'49'-8'-3,"3"0"-7,-1 0-69</inkml:trace>
</inkml:ink>
</file>

<file path=ppt/ink/ink104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546"/>
    </inkml:context>
    <inkml:brush xml:id="br0">
      <inkml:brushProperty name="width" value="0.05953" units="cm"/>
      <inkml:brushProperty name="height" value="0.05953" units="cm"/>
      <inkml:brushProperty name="fitToCurve" value="1"/>
    </inkml:brush>
  </inkml:definitions>
  <inkml:trace contextRef="#ctx0" brushRef="#br0">22166 7001 136,'-63'60'0,"9"-17"0,-13 11 12,-1-2 12,-3-3 14,16-14 15,-11 0 31,151-30-164,-5 0 56,-20 15 13,-11 57 7,-60-6 12,-34-2 56,-25-20 39,-35-15 87,35-38-39,56-74-84,65 7-69,39 1-12,3 24-31,-13 8-115,-27 30-40</inkml:trace>
</inkml:ink>
</file>

<file path=ppt/ink/ink104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547"/>
    </inkml:context>
    <inkml:brush xml:id="br0">
      <inkml:brushProperty name="width" value="0.05953" units="cm"/>
      <inkml:brushProperty name="height" value="0.05953" units="cm"/>
      <inkml:brushProperty name="fitToCurve" value="1"/>
    </inkml:brush>
  </inkml:definitions>
  <inkml:trace contextRef="#ctx0" brushRef="#br0">22483 6692 363,'39'22'-192</inkml:trace>
</inkml:ink>
</file>

<file path=ppt/ink/ink104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548"/>
    </inkml:context>
    <inkml:brush xml:id="br0">
      <inkml:brushProperty name="width" value="0.05953" units="cm"/>
      <inkml:brushProperty name="height" value="0.05953" units="cm"/>
      <inkml:brushProperty name="fitToCurve" value="1"/>
    </inkml:brush>
  </inkml:definitions>
  <inkml:trace contextRef="#ctx0" brushRef="#br0">22211 7027 382,'68'-66'32,"21"16"53,-29 25-27,27-1 11,-1 9-43,-8 10-63,-4 7-93,-16 16-36</inkml:trace>
</inkml:ink>
</file>

<file path=ppt/ink/ink104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549"/>
    </inkml:context>
    <inkml:brush xml:id="br0">
      <inkml:brushProperty name="width" value="0.05953" units="cm"/>
      <inkml:brushProperty name="height" value="0.05953" units="cm"/>
      <inkml:brushProperty name="fitToCurve" value="1"/>
    </inkml:brush>
  </inkml:definitions>
  <inkml:trace contextRef="#ctx0" brushRef="#br0">22462 6945 136,'-42'60'38,"8"0"42,-10 4 14,-18 17-2,13-29-163</inkml:trace>
</inkml:ink>
</file>

<file path=ppt/ink/ink104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550"/>
    </inkml:context>
    <inkml:brush xml:id="br0">
      <inkml:brushProperty name="width" value="0.05953" units="cm"/>
      <inkml:brushProperty name="height" value="0.05953" units="cm"/>
      <inkml:brushProperty name="fitToCurve" value="1"/>
    </inkml:brush>
  </inkml:definitions>
  <inkml:trace contextRef="#ctx0" brushRef="#br0">22506 6976 203,'61'0'115,"-13"22"-268</inkml:trace>
</inkml:ink>
</file>

<file path=ppt/ink/ink105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551"/>
    </inkml:context>
    <inkml:brush xml:id="br0">
      <inkml:brushProperty name="width" value="0.05953" units="cm"/>
      <inkml:brushProperty name="height" value="0.05953" units="cm"/>
      <inkml:brushProperty name="fitToCurve" value="1"/>
    </inkml:brush>
  </inkml:definitions>
  <inkml:trace contextRef="#ctx0" brushRef="#br0">22640 7036 180,'27'68'19,"-37"-6"34,-18 16 14,-4-25-33,-24 33 14,16-33-34,-27 27-7,-20 0-55,17-77-98</inkml:trace>
</inkml:ink>
</file>

<file path=ppt/ink/ink105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552"/>
    </inkml:context>
    <inkml:brush xml:id="br0">
      <inkml:brushProperty name="width" value="0.05953" units="cm"/>
      <inkml:brushProperty name="height" value="0.05953" units="cm"/>
      <inkml:brushProperty name="fitToCurve" value="1"/>
    </inkml:brush>
  </inkml:definitions>
  <inkml:trace contextRef="#ctx0" brushRef="#br0">22362 7142 136,'76'4'44,"-17"25"52,3 34 36,6 31-2,-20-14-60,4-7-38,5-16-48,10-14-59,-7-20-59</inkml:trace>
</inkml:ink>
</file>

<file path=ppt/ink/ink105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553"/>
    </inkml:context>
    <inkml:brush xml:id="br0">
      <inkml:brushProperty name="width" value="0.05953" units="cm"/>
      <inkml:brushProperty name="height" value="0.05953" units="cm"/>
      <inkml:brushProperty name="fitToCurve" value="1"/>
    </inkml:brush>
  </inkml:definitions>
  <inkml:trace contextRef="#ctx0" brushRef="#br0">23123 6676 217,'36'46'188,"-43"24"-227,1-8-122</inkml:trace>
</inkml:ink>
</file>

<file path=ppt/ink/ink105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554"/>
    </inkml:context>
    <inkml:brush xml:id="br0">
      <inkml:brushProperty name="width" value="0.05953" units="cm"/>
      <inkml:brushProperty name="height" value="0.05953" units="cm"/>
      <inkml:brushProperty name="fitToCurve" value="1"/>
    </inkml:brush>
  </inkml:definitions>
  <inkml:trace contextRef="#ctx0" brushRef="#br0">23171 6830 136,'46'-30'9,"2"25"15,-9 40-41</inkml:trace>
</inkml:ink>
</file>

<file path=ppt/ink/ink105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555"/>
    </inkml:context>
    <inkml:brush xml:id="br0">
      <inkml:brushProperty name="width" value="0.05953" units="cm"/>
      <inkml:brushProperty name="height" value="0.05953" units="cm"/>
      <inkml:brushProperty name="fitToCurve" value="1"/>
    </inkml:brush>
  </inkml:definitions>
  <inkml:trace contextRef="#ctx0" brushRef="#br0">23035 6906 210,'0'61'49,"0"6"19,0-9-53</inkml:trace>
</inkml:ink>
</file>

<file path=ppt/ink/ink105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556"/>
    </inkml:context>
    <inkml:brush xml:id="br0">
      <inkml:brushProperty name="width" value="0.05953" units="cm"/>
      <inkml:brushProperty name="height" value="0.05953" units="cm"/>
      <inkml:brushProperty name="fitToCurve" value="1"/>
    </inkml:brush>
  </inkml:definitions>
  <inkml:trace contextRef="#ctx0" brushRef="#br0">23077 6955 154,'71'-18'2,"-18"6"12,0 12 8,15 17 5,-67 60 222,-107-12 3,29-15-209,9 13-105,34 3-61,102-49 101,-5-34-85,-6 21-338</inkml:trace>
</inkml:ink>
</file>

<file path=ppt/ink/ink105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557"/>
    </inkml:context>
    <inkml:brush xml:id="br0">
      <inkml:brushProperty name="width" value="0.05953" units="cm"/>
      <inkml:brushProperty name="height" value="0.05953" units="cm"/>
      <inkml:brushProperty name="fitToCurve" value="1"/>
    </inkml:brush>
  </inkml:definitions>
  <inkml:trace contextRef="#ctx0" brushRef="#br0">22906 7254 185,'17'70'99,"55"-40"-211,-13-34 94,-1 7 30,12-19 75,6-16 57,21-11 44,-24 27-35,8 43-57,-5 21-76,28-47-33,-15-32-11,-6-7-26,-7 2-43,-16 28-136</inkml:trace>
</inkml:ink>
</file>

<file path=ppt/ink/ink105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558"/>
    </inkml:context>
    <inkml:brush xml:id="br0">
      <inkml:brushProperty name="width" value="0.05953" units="cm"/>
      <inkml:brushProperty name="height" value="0.05953" units="cm"/>
      <inkml:brushProperty name="fitToCurve" value="1"/>
    </inkml:brush>
  </inkml:definitions>
  <inkml:trace contextRef="#ctx0" brushRef="#br0">24028 9901 533</inkml:trace>
</inkml:ink>
</file>

<file path=ppt/ink/ink105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559"/>
    </inkml:context>
    <inkml:brush xml:id="br0">
      <inkml:brushProperty name="width" value="0.05953" units="cm"/>
      <inkml:brushProperty name="height" value="0.05953" units="cm"/>
      <inkml:brushProperty name="fitToCurve" value="1"/>
    </inkml:brush>
  </inkml:definitions>
  <inkml:trace contextRef="#ctx0" brushRef="#br0">22024 7829 148,'72'-8'47,"21"-11"-34,-23 6 0,7 1 8,24-3 7,-10 3 2,-32 4-5,33 0 2,12-2-1,16-1-2,-12-1-2,-37 6-3,33 0-5,13 1-3,-41 2-4,25-2-3,-10 2 0,-32 2-2,35-2-2,13-5-46,-39 4-15,23-1-89</inkml:trace>
</inkml:ink>
</file>

<file path=ppt/ink/ink105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560"/>
    </inkml:context>
    <inkml:brush xml:id="br0">
      <inkml:brushProperty name="width" value="0.05953" units="cm"/>
      <inkml:brushProperty name="height" value="0.05953" units="cm"/>
      <inkml:brushProperty name="fitToCurve" value="1"/>
    </inkml:brush>
  </inkml:definitions>
  <inkml:trace contextRef="#ctx0" brushRef="#br0">21599 8125 136,'-56'49'1,"9"5"8,11-4 7,-7 11 15,10-9 6,-12 42 37,19-11 8,21-21-33,12 4-7,9-11-14,13 1-18,22 4-30,63 26-95,-62-40-196</inkml:trace>
</inkml:ink>
</file>

<file path=ppt/ink/ink106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561"/>
    </inkml:context>
    <inkml:brush xml:id="br0">
      <inkml:brushProperty name="width" value="0.05953" units="cm"/>
      <inkml:brushProperty name="height" value="0.05953" units="cm"/>
      <inkml:brushProperty name="fitToCurve" value="1"/>
    </inkml:brush>
  </inkml:definitions>
  <inkml:trace contextRef="#ctx0" brushRef="#br0">21866 8208 153,'80'-17'84,"1"2"-12,16 3-25,-12 9-33,0 18-41,-46 37-135</inkml:trace>
</inkml:ink>
</file>

<file path=ppt/ink/ink106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562"/>
    </inkml:context>
    <inkml:brush xml:id="br0">
      <inkml:brushProperty name="width" value="0.05953" units="cm"/>
      <inkml:brushProperty name="height" value="0.05953" units="cm"/>
      <inkml:brushProperty name="fitToCurve" value="1"/>
    </inkml:brush>
  </inkml:definitions>
  <inkml:trace contextRef="#ctx0" brushRef="#br0">21791 8343 188,'0'69'17,"3"-17"-3,2 18-2,-2 0-8,-4 0-12,-2-2-12,-2-12-8,-5-4-2</inkml:trace>
</inkml:ink>
</file>

<file path=ppt/ink/ink106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563"/>
    </inkml:context>
    <inkml:brush xml:id="br0">
      <inkml:brushProperty name="width" value="0.05953" units="cm"/>
      <inkml:brushProperty name="height" value="0.05953" units="cm"/>
      <inkml:brushProperty name="fitToCurve" value="1"/>
    </inkml:brush>
  </inkml:definitions>
  <inkml:trace contextRef="#ctx0" brushRef="#br0">21799 8585 136,'51'-57'0,"14"5"0,0 13 2,-9 14 2,-4 7 4,3 3 5,10 2 1,-13 5 0,21 4 4,-12 16-4,-3 18 2,-20 56 6,-36-21 45,-17 13 93,0-22-20,-14 7-10,-47-22-113,-14-50-72,14-32-192,34-10-149</inkml:trace>
</inkml:ink>
</file>

<file path=ppt/ink/ink106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564"/>
    </inkml:context>
    <inkml:brush xml:id="br0">
      <inkml:brushProperty name="width" value="0.05953" units="cm"/>
      <inkml:brushProperty name="height" value="0.05953" units="cm"/>
      <inkml:brushProperty name="fitToCurve" value="1"/>
    </inkml:brush>
  </inkml:definitions>
  <inkml:trace contextRef="#ctx0" brushRef="#br0">22041 8192 136,'0'97'240,"-30"11"-217,5-49-18,0 2-4,1-4-4,2-6-6,-9 45-84</inkml:trace>
</inkml:ink>
</file>

<file path=ppt/ink/ink106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565"/>
    </inkml:context>
    <inkml:brush xml:id="br0">
      <inkml:brushProperty name="width" value="0.05953" units="cm"/>
      <inkml:brushProperty name="height" value="0.05953" units="cm"/>
      <inkml:brushProperty name="fitToCurve" value="1"/>
    </inkml:brush>
  </inkml:definitions>
  <inkml:trace contextRef="#ctx0" brushRef="#br0">21954 8562 136,'26'44'0,"3"-91"0,-3-6 0,-6 15-52</inkml:trace>
</inkml:ink>
</file>

<file path=ppt/ink/ink106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566"/>
    </inkml:context>
    <inkml:brush xml:id="br0">
      <inkml:brushProperty name="width" value="0.05953" units="cm"/>
      <inkml:brushProperty name="height" value="0.05953" units="cm"/>
      <inkml:brushProperty name="fitToCurve" value="1"/>
    </inkml:brush>
  </inkml:definitions>
  <inkml:trace contextRef="#ctx0" brushRef="#br0">22189 8326 146,'12'-51'1,"-38"117"152,0 2-100,-7 8-26,-4 9-26,4-9-45,6-4-148</inkml:trace>
</inkml:ink>
</file>

<file path=ppt/ink/ink106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567"/>
    </inkml:context>
    <inkml:brush xml:id="br0">
      <inkml:brushProperty name="width" value="0.05953" units="cm"/>
      <inkml:brushProperty name="height" value="0.05953" units="cm"/>
      <inkml:brushProperty name="fitToCurve" value="1"/>
    </inkml:brush>
  </inkml:definitions>
  <inkml:trace contextRef="#ctx0" brushRef="#br0">22158 8531 145,'41'6'8,"7"18"-2,-7 1-5</inkml:trace>
</inkml:ink>
</file>

<file path=ppt/ink/ink106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568"/>
    </inkml:context>
    <inkml:brush xml:id="br0">
      <inkml:brushProperty name="width" value="0.05953" units="cm"/>
      <inkml:brushProperty name="height" value="0.05953" units="cm"/>
      <inkml:brushProperty name="fitToCurve" value="1"/>
    </inkml:brush>
  </inkml:definitions>
  <inkml:trace contextRef="#ctx0" brushRef="#br0">22623 8217 238,'56'-28'-6,"1"8"13,11 5 35,13 4 28,30-3 15,8 5-34,-58 8-46,-3 4-47,-4 15-404</inkml:trace>
</inkml:ink>
</file>

<file path=ppt/ink/ink106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569"/>
    </inkml:context>
    <inkml:brush xml:id="br0">
      <inkml:brushProperty name="width" value="0.05953" units="cm"/>
      <inkml:brushProperty name="height" value="0.05953" units="cm"/>
      <inkml:brushProperty name="fitToCurve" value="1"/>
    </inkml:brush>
  </inkml:definitions>
  <inkml:trace contextRef="#ctx0" brushRef="#br0">22638 8333 136,'13'76'78,"-5"-13"-60,-6 11 3,-4-4 0,-2 4-2,-7 10-1,-8-10-90</inkml:trace>
</inkml:ink>
</file>

<file path=ppt/ink/ink106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570"/>
    </inkml:context>
    <inkml:brush xml:id="br0">
      <inkml:brushProperty name="width" value="0.05953" units="cm"/>
      <inkml:brushProperty name="height" value="0.05953" units="cm"/>
      <inkml:brushProperty name="fitToCurve" value="1"/>
    </inkml:brush>
  </inkml:definitions>
  <inkml:trace contextRef="#ctx0" brushRef="#br0">22678 8486 136,'63'-34'0,"-2"-1"4,20-12 16,3 12 18,-21 16-12,-3 1-1,18 3 0,10 7-10,-9 29-6,-35 50 33,-51 29 69,-7-49-61,-5 2-15,-8 3-11,-9 2 3,-70-64-202</inkml:trace>
</inkml:ink>
</file>

<file path=ppt/ink/ink107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571"/>
    </inkml:context>
    <inkml:brush xml:id="br0">
      <inkml:brushProperty name="width" value="0.05953" units="cm"/>
      <inkml:brushProperty name="height" value="0.05953" units="cm"/>
      <inkml:brushProperty name="fitToCurve" value="1"/>
    </inkml:brush>
  </inkml:definitions>
  <inkml:trace contextRef="#ctx0" brushRef="#br0">22976 8185 136,'-20'73'137,"-7"-10"-106,-12 14-10,2-12-7,-12 12-2,14-1-123</inkml:trace>
</inkml:ink>
</file>

<file path=ppt/ink/ink107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572"/>
    </inkml:context>
    <inkml:brush xml:id="br0">
      <inkml:brushProperty name="width" value="0.05953" units="cm"/>
      <inkml:brushProperty name="height" value="0.05953" units="cm"/>
      <inkml:brushProperty name="fitToCurve" value="1"/>
    </inkml:brush>
  </inkml:definitions>
  <inkml:trace contextRef="#ctx0" brushRef="#br0">22834 8453 136,'43'-8'0,"-1"19"0,-2-18 0</inkml:trace>
</inkml:ink>
</file>

<file path=ppt/ink/ink107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573"/>
    </inkml:context>
    <inkml:brush xml:id="br0">
      <inkml:brushProperty name="width" value="0.05953" units="cm"/>
      <inkml:brushProperty name="height" value="0.05953" units="cm"/>
      <inkml:brushProperty name="fitToCurve" value="1"/>
    </inkml:brush>
  </inkml:definitions>
  <inkml:trace contextRef="#ctx0" brushRef="#br0">23093 8190 152,'-8'72'70,"-20"-9"-53,-12 16-12,2-25-3,-5 19-16,13-18-45</inkml:trace>
</inkml:ink>
</file>

<file path=ppt/ink/ink107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574"/>
    </inkml:context>
    <inkml:brush xml:id="br0">
      <inkml:brushProperty name="width" value="0.05953" units="cm"/>
      <inkml:brushProperty name="height" value="0.05953" units="cm"/>
      <inkml:brushProperty name="fitToCurve" value="1"/>
    </inkml:brush>
  </inkml:definitions>
  <inkml:trace contextRef="#ctx0" brushRef="#br0">22980 8473 136,'45'0'0,"-4"18"35,-7 21-18</inkml:trace>
</inkml:ink>
</file>

<file path=ppt/ink/ink107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575"/>
    </inkml:context>
    <inkml:brush xml:id="br0">
      <inkml:brushProperty name="width" value="0.05953" units="cm"/>
      <inkml:brushProperty name="height" value="0.05953" units="cm"/>
      <inkml:brushProperty name="fitToCurve" value="1"/>
    </inkml:brush>
  </inkml:definitions>
  <inkml:trace contextRef="#ctx0" brushRef="#br0">23281 8030 136,'65'-7'31,"16"43"103,-16 33-37,-32-17-50,3 39-14,-14-1-17,-11-35-12,-2 42 18,-9-33 5,-6 31 27,-5-10 6,-11 10-9,-9 9 9,1-25-33,-14 0-22,-8-30-278</inkml:trace>
</inkml:ink>
</file>

<file path=ppt/ink/ink107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576"/>
    </inkml:context>
    <inkml:brush xml:id="br0">
      <inkml:brushProperty name="width" value="0.05953" units="cm"/>
      <inkml:brushProperty name="height" value="0.05953" units="cm"/>
      <inkml:brushProperty name="fitToCurve" value="1"/>
    </inkml:brush>
  </inkml:definitions>
  <inkml:trace contextRef="#ctx0" brushRef="#br0">20512 9129 136,'-34'55'186,"-22"23"-103,-6 11-41,4-6-24,9-15-5,1-4-9,-8 13-7,11-17-10,-32 30-58,22-47-54</inkml:trace>
</inkml:ink>
</file>

<file path=ppt/ink/ink107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577"/>
    </inkml:context>
    <inkml:brush xml:id="br0">
      <inkml:brushProperty name="width" value="0.05953" units="cm"/>
      <inkml:brushProperty name="height" value="0.05953" units="cm"/>
      <inkml:brushProperty name="fitToCurve" value="1"/>
    </inkml:brush>
  </inkml:definitions>
  <inkml:trace contextRef="#ctx0" brushRef="#br0">20218 9431 293,'0'80'29,"0"9"25,-3 29 11,-3-53-30,-5 24-7,5-23-12,0-11-9,5 0-14,1 6-28,5-10-79</inkml:trace>
</inkml:ink>
</file>

<file path=ppt/ink/ink107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578"/>
    </inkml:context>
    <inkml:brush xml:id="br0">
      <inkml:brushProperty name="width" value="0.05953" units="cm"/>
      <inkml:brushProperty name="height" value="0.05953" units="cm"/>
      <inkml:brushProperty name="fitToCurve" value="1"/>
    </inkml:brush>
  </inkml:definitions>
  <inkml:trace contextRef="#ctx0" brushRef="#br0">20336 9370 185,'33'55'125,"-21"47"-45,-9-47-52,-3 13-16,-3 8-8,0-16-21,-6 4-24,0 0-17,-7 12-123</inkml:trace>
</inkml:ink>
</file>

<file path=ppt/ink/ink107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579"/>
    </inkml:context>
    <inkml:brush xml:id="br0">
      <inkml:brushProperty name="width" value="0.05953" units="cm"/>
      <inkml:brushProperty name="height" value="0.05953" units="cm"/>
      <inkml:brushProperty name="fitToCurve" value="1"/>
    </inkml:brush>
  </inkml:definitions>
  <inkml:trace contextRef="#ctx0" brushRef="#br0">20330 9507 136,'68'-50'6,"-3"10"14,-2 1 16,2 11 2,15 5 0,-18 34-15,-21 56 60,-37-14-18,-8 9-1,-2 9-21,0-12-17,2 21-29,0-15-65,-1-2-75,-9-10-111</inkml:trace>
</inkml:ink>
</file>

<file path=ppt/ink/ink107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580"/>
    </inkml:context>
    <inkml:brush xml:id="br0">
      <inkml:brushProperty name="width" value="0.05953" units="cm"/>
      <inkml:brushProperty name="height" value="0.05953" units="cm"/>
      <inkml:brushProperty name="fitToCurve" value="1"/>
    </inkml:brush>
  </inkml:definitions>
  <inkml:trace contextRef="#ctx0" brushRef="#br0">20413 9577 182,'75'-11'50,"-3"12"34,2 39-35,-86 42-40,-54-16 15,132-77 99,-49 101-146,-96-13 10,-17-9 95,41-30 18,90 27 39,63-85-149,-9-2-22,7-3-53,-22 13 7,6-5 7,-17 10 14,3 4-67,-14 6-157</inkml:trace>
</inkml:ink>
</file>

<file path=ppt/ink/ink108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581"/>
    </inkml:context>
    <inkml:brush xml:id="br0">
      <inkml:brushProperty name="width" value="0.05953" units="cm"/>
      <inkml:brushProperty name="height" value="0.05953" units="cm"/>
      <inkml:brushProperty name="fitToCurve" value="1"/>
    </inkml:brush>
  </inkml:definitions>
  <inkml:trace contextRef="#ctx0" brushRef="#br0">21176 9387 162,'52'55'202,"36"-38"-195,-15 20 2,-114 35 19,31 27-10,58-8-84,-8-9-4,-22-15 50,-33 9 103,-52-18 58,12-54-99,22-60-158</inkml:trace>
</inkml:ink>
</file>

<file path=ppt/ink/ink108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582"/>
    </inkml:context>
    <inkml:brush xml:id="br0">
      <inkml:brushProperty name="width" value="0.05953" units="cm"/>
      <inkml:brushProperty name="height" value="0.05953" units="cm"/>
      <inkml:brushProperty name="fitToCurve" value="1"/>
    </inkml:brush>
  </inkml:definitions>
  <inkml:trace contextRef="#ctx0" brushRef="#br0">21996 9194 236,'-48'59'51,"-25"23"0,-6 4-44,1-8-40,4-7-25,18-24-3</inkml:trace>
</inkml:ink>
</file>

<file path=ppt/ink/ink108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583"/>
    </inkml:context>
    <inkml:brush xml:id="br0">
      <inkml:brushProperty name="width" value="0.05953" units="cm"/>
      <inkml:brushProperty name="height" value="0.05953" units="cm"/>
      <inkml:brushProperty name="fitToCurve" value="1"/>
    </inkml:brush>
  </inkml:definitions>
  <inkml:trace contextRef="#ctx0" brushRef="#br0">21854 9357 261,'53'22'167,"-14"17"-267</inkml:trace>
</inkml:ink>
</file>

<file path=ppt/ink/ink108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584"/>
    </inkml:context>
    <inkml:brush xml:id="br0">
      <inkml:brushProperty name="width" value="0.05953" units="cm"/>
      <inkml:brushProperty name="height" value="0.05953" units="cm"/>
      <inkml:brushProperty name="fitToCurve" value="1"/>
    </inkml:brush>
  </inkml:definitions>
  <inkml:trace contextRef="#ctx0" brushRef="#br0">21842 9385 296,'6'80'27,"-2"-21"13,0 53 52,-4-59-49,-2 35 38,-3-11-3,-4 14-17,-1-17-18,-1 28-8,-4-11-19,-2 7-7,-1-2-24,-12-44-158</inkml:trace>
</inkml:ink>
</file>

<file path=ppt/ink/ink108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585"/>
    </inkml:context>
    <inkml:brush xml:id="br0">
      <inkml:brushProperty name="width" value="0.05953" units="cm"/>
      <inkml:brushProperty name="height" value="0.05953" units="cm"/>
      <inkml:brushProperty name="fitToCurve" value="1"/>
    </inkml:brush>
  </inkml:definitions>
  <inkml:trace contextRef="#ctx0" brushRef="#br0">22430 9204 215,'40'6'61,"-34"46"-246</inkml:trace>
</inkml:ink>
</file>

<file path=ppt/ink/ink108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586"/>
    </inkml:context>
    <inkml:brush xml:id="br0">
      <inkml:brushProperty name="width" value="0.05953" units="cm"/>
      <inkml:brushProperty name="height" value="0.05953" units="cm"/>
      <inkml:brushProperty name="fitToCurve" value="1"/>
    </inkml:brush>
  </inkml:definitions>
  <inkml:trace contextRef="#ctx0" brushRef="#br0">22170 9445 371,'61'-38'-4,"18"0"66,-18 16 12,-8 6 4,23-2 37,12 1-48,8 9-39,-1 12-96,-67 66-398</inkml:trace>
</inkml:ink>
</file>

<file path=ppt/ink/ink108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587"/>
    </inkml:context>
    <inkml:brush xml:id="br0">
      <inkml:brushProperty name="width" value="0.05953" units="cm"/>
      <inkml:brushProperty name="height" value="0.05953" units="cm"/>
      <inkml:brushProperty name="fitToCurve" value="1"/>
    </inkml:brush>
  </inkml:definitions>
  <inkml:trace contextRef="#ctx0" brushRef="#br0">22327 9450 136,'-18'44'95,"17"7"-39,8-3-146</inkml:trace>
</inkml:ink>
</file>

<file path=ppt/ink/ink108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588"/>
    </inkml:context>
    <inkml:brush xml:id="br0">
      <inkml:brushProperty name="width" value="0.05953" units="cm"/>
      <inkml:brushProperty name="height" value="0.05953" units="cm"/>
      <inkml:brushProperty name="fitToCurve" value="1"/>
    </inkml:brush>
  </inkml:definitions>
  <inkml:trace contextRef="#ctx0" brushRef="#br0">22398 9467 151,'56'-30'6,"24"17"87,-76 91 95,-88-4-62,16 30-84,100-42-77,2-1 7,-20 12 8,-17-17 8,-9 2 4,-8-2 5,-33 41 94,-21-131 149,61-57-367,-2 12-237</inkml:trace>
</inkml:ink>
</file>

<file path=ppt/ink/ink108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589"/>
    </inkml:context>
    <inkml:brush xml:id="br0">
      <inkml:brushProperty name="width" value="0.05953" units="cm"/>
      <inkml:brushProperty name="height" value="0.05953" units="cm"/>
      <inkml:brushProperty name="fitToCurve" value="1"/>
    </inkml:brush>
  </inkml:definitions>
  <inkml:trace contextRef="#ctx0" brushRef="#br0">22294 9661 177,'-13'68'427,"-10"-9"-288,-15 10-87,-5 2-48,112-108-578</inkml:trace>
</inkml:ink>
</file>

<file path=ppt/ink/ink108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590"/>
    </inkml:context>
    <inkml:brush xml:id="br0">
      <inkml:brushProperty name="width" value="0.05953" units="cm"/>
      <inkml:brushProperty name="height" value="0.05953" units="cm"/>
      <inkml:brushProperty name="fitToCurve" value="1"/>
    </inkml:brush>
  </inkml:definitions>
  <inkml:trace contextRef="#ctx0" brushRef="#br0">22426 9784 175,'0'79'85,"53"-100"-208,-10-36 122,22 1 38,-1 24 85,18 7 34,-29 16-95,-2 15-321</inkml:trace>
</inkml:ink>
</file>

<file path=ppt/ink/ink109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591"/>
    </inkml:context>
    <inkml:brush xml:id="br0">
      <inkml:brushProperty name="width" value="0.05953" units="cm"/>
      <inkml:brushProperty name="height" value="0.05953" units="cm"/>
      <inkml:brushProperty name="fitToCurve" value="1"/>
    </inkml:brush>
  </inkml:definitions>
  <inkml:trace contextRef="#ctx0" brushRef="#br0">22739 9494 136,'0'57'62,"-10"4"4,-11 18-2,-6-6-26,-11 14-39,3-14-33,11-21-197</inkml:trace>
</inkml:ink>
</file>

<file path=ppt/ink/ink109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592"/>
    </inkml:context>
    <inkml:brush xml:id="br0">
      <inkml:brushProperty name="width" value="0.05953" units="cm"/>
      <inkml:brushProperty name="height" value="0.05953" units="cm"/>
      <inkml:brushProperty name="fitToCurve" value="1"/>
    </inkml:brush>
  </inkml:definitions>
  <inkml:trace contextRef="#ctx0" brushRef="#br0">22678 9861 136,'13'76'40,"28"-14"103,33-99-6,-14-64-97,-35 32-29,-7-9-3,-9 3 11,-5 6 17,-3 2 54,-69 83-465</inkml:trace>
</inkml:ink>
</file>

<file path=ppt/ink/ink109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593"/>
    </inkml:context>
    <inkml:brush xml:id="br0">
      <inkml:brushProperty name="width" value="0.05953" units="cm"/>
      <inkml:brushProperty name="height" value="0.05953" units="cm"/>
      <inkml:brushProperty name="fitToCurve" value="1"/>
    </inkml:brush>
  </inkml:definitions>
  <inkml:trace contextRef="#ctx0" brushRef="#br0">23168 9427 343,'80'-71'266,"-19"43"-150,16 8-108,4 38-254,-28 14-237</inkml:trace>
</inkml:ink>
</file>

<file path=ppt/ink/ink109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594"/>
    </inkml:context>
    <inkml:brush xml:id="br0">
      <inkml:brushProperty name="width" value="0.05953" units="cm"/>
      <inkml:brushProperty name="height" value="0.05953" units="cm"/>
      <inkml:brushProperty name="fitToCurve" value="1"/>
    </inkml:brush>
  </inkml:definitions>
  <inkml:trace contextRef="#ctx0" brushRef="#br0">23339 9224 168,'54'81'156,"-41"14"-84,-9-30-23,-4-5 0,0 11-7,-8 9-10,-1-17-6,-1 0 1,-7 5 5,-10 15 11,-4-16-3,-15-1-4,-38-10-8,-4-36-2,-1-39-1,16-45-10,66-33-10,48 4-3,43 22-2,2 15-2,2 0-4,-4 7-12,6-4-60,-21 6-183,-13 31-106</inkml:trace>
</inkml:ink>
</file>

<file path=ppt/ink/ink109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595"/>
    </inkml:context>
    <inkml:brush xml:id="br0">
      <inkml:brushProperty name="width" value="0.05953" units="cm"/>
      <inkml:brushProperty name="height" value="0.05953" units="cm"/>
      <inkml:brushProperty name="fitToCurve" value="1"/>
    </inkml:brush>
  </inkml:definitions>
  <inkml:trace contextRef="#ctx0" brushRef="#br0">23397 9236 136,'-2'61'47,"-10"15"-4,6-15-30,9-9-193</inkml:trace>
</inkml:ink>
</file>

<file path=ppt/ink/ink109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596"/>
    </inkml:context>
    <inkml:brush xml:id="br0">
      <inkml:brushProperty name="width" value="0.05953" units="cm"/>
      <inkml:brushProperty name="height" value="0.05953" units="cm"/>
      <inkml:brushProperty name="fitToCurve" value="1"/>
    </inkml:brush>
  </inkml:definitions>
  <inkml:trace contextRef="#ctx0" brushRef="#br0">23462 9208 136,'68'-45'47,"-8"39"59,-35 71 83,-114 46 12,22-49-93,46 19-66,95-16-107,-45-14-99</inkml:trace>
</inkml:ink>
</file>

<file path=ppt/ink/ink109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597"/>
    </inkml:context>
    <inkml:brush xml:id="br0">
      <inkml:brushProperty name="width" value="0.05953" units="cm"/>
      <inkml:brushProperty name="height" value="0.05953" units="cm"/>
      <inkml:brushProperty name="fitToCurve" value="1"/>
    </inkml:brush>
  </inkml:definitions>
  <inkml:trace contextRef="#ctx0" brushRef="#br0">23426 9635 258,'57'-46'-21,"6"3"59,15 13 5,4 22-13,-96 93 73,-19-32-36,-10 6 2,-5 5-3,-7 2-16,-6 4-18,9-8-15,-5 6-6,-6-8-47,22-142-316,49-17 224,0 44 58</inkml:trace>
</inkml:ink>
</file>

<file path=ppt/ink/ink109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598"/>
    </inkml:context>
    <inkml:brush xml:id="br0">
      <inkml:brushProperty name="width" value="0.05953" units="cm"/>
      <inkml:brushProperty name="height" value="0.05953" units="cm"/>
      <inkml:brushProperty name="fitToCurve" value="1"/>
    </inkml:brush>
  </inkml:definitions>
  <inkml:trace contextRef="#ctx0" brushRef="#br0">23306 9644 136,'64'-46'4,"-10"33"71,10 30 98,3 75 3,-45-12-124,-5-6-31,3 14-57,10-22-126</inkml:trace>
</inkml:ink>
</file>

<file path=ppt/ink/ink109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599"/>
    </inkml:context>
    <inkml:brush xml:id="br0">
      <inkml:brushProperty name="width" value="0.05953" units="cm"/>
      <inkml:brushProperty name="height" value="0.05953" units="cm"/>
      <inkml:brushProperty name="fitToCurve" value="1"/>
    </inkml:brush>
  </inkml:definitions>
  <inkml:trace contextRef="#ctx0" brushRef="#br0">23866 9207 210,'99'-65'94,"-7"27"9,-30 18-50,62-10 23,-58 22-61,-3 9-10,-62 103-205,-57-59-36</inkml:trace>
</inkml:ink>
</file>

<file path=ppt/ink/ink109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600"/>
    </inkml:context>
    <inkml:brush xml:id="br0">
      <inkml:brushProperty name="width" value="0.05953" units="cm"/>
      <inkml:brushProperty name="height" value="0.05953" units="cm"/>
      <inkml:brushProperty name="fitToCurve" value="1"/>
    </inkml:brush>
  </inkml:definitions>
  <inkml:trace contextRef="#ctx0" brushRef="#br0">23855 9279 136,'-21'52'111,"25"25"-17,-7 8-95,-19-16-119</inkml:trace>
</inkml:ink>
</file>

<file path=ppt/ink/ink110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601"/>
    </inkml:context>
    <inkml:brush xml:id="br0">
      <inkml:brushProperty name="width" value="0.05953" units="cm"/>
      <inkml:brushProperty name="height" value="0.05953" units="cm"/>
      <inkml:brushProperty name="fitToCurve" value="1"/>
    </inkml:brush>
  </inkml:definitions>
  <inkml:trace contextRef="#ctx0" brushRef="#br0">23795 9470 136,'65'-44'9,"14"-1"17,-20 12-1,11-2 18,12-6 14,-16 15 4,32-10 47,-45 21-49,8 2-13,13 3 1,-48 74 105,-89 0-125,5 1-95,1-33-180</inkml:trace>
</inkml:ink>
</file>

<file path=ppt/ink/ink110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602"/>
    </inkml:context>
    <inkml:brush xml:id="br0">
      <inkml:brushProperty name="width" value="0.05953" units="cm"/>
      <inkml:brushProperty name="height" value="0.05953" units="cm"/>
      <inkml:brushProperty name="fitToCurve" value="1"/>
    </inkml:brush>
  </inkml:definitions>
  <inkml:trace contextRef="#ctx0" brushRef="#br0">24074 9131 136,'0'60'40,"-3"8"-23,-7-18-4,-10 5 3,-15 23-11,91-135-96,-18-1 91,1-1 0,0 3 0,13-9 0,-27 136 112,-58-4-101,-7-8-1,-9 10 5,-4 14-147</inkml:trace>
</inkml:ink>
</file>

<file path=ppt/ink/ink110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603"/>
    </inkml:context>
    <inkml:brush xml:id="br0">
      <inkml:brushProperty name="width" value="0.05953" units="cm"/>
      <inkml:brushProperty name="height" value="0.05953" units="cm"/>
      <inkml:brushProperty name="fitToCurve" value="1"/>
    </inkml:brush>
  </inkml:definitions>
  <inkml:trace contextRef="#ctx0" brushRef="#br0">23873 9522 179,'66'-42'11,"-14"16"23,26-6 43,18 11-2,-6 13-109,-92 59-307</inkml:trace>
</inkml:ink>
</file>

<file path=ppt/ink/ink110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604"/>
    </inkml:context>
    <inkml:brush xml:id="br0">
      <inkml:brushProperty name="width" value="0.05953" units="cm"/>
      <inkml:brushProperty name="height" value="0.05953" units="cm"/>
      <inkml:brushProperty name="fitToCurve" value="1"/>
    </inkml:brush>
  </inkml:definitions>
  <inkml:trace contextRef="#ctx0" brushRef="#br0">23929 9589 136,'69'-53'77,"-10"19"-16,8 6-9,-76 98 3,-34 16 60,-15 3-140,168-75 142,-51 14-110,-67 41 93,-27 3 30,-35-127-342,6 42-168</inkml:trace>
</inkml:ink>
</file>

<file path=ppt/ink/ink110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605"/>
    </inkml:context>
    <inkml:brush xml:id="br0">
      <inkml:brushProperty name="width" value="0.05953" units="cm"/>
      <inkml:brushProperty name="height" value="0.05953" units="cm"/>
      <inkml:brushProperty name="fitToCurve" value="1"/>
    </inkml:brush>
  </inkml:definitions>
  <inkml:trace contextRef="#ctx0" brushRef="#br0">23967 9645 138,'-89'91'598,"42"-17"-543,125-17-319,-19-85 127</inkml:trace>
</inkml:ink>
</file>

<file path=ppt/ink/ink110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606"/>
    </inkml:context>
    <inkml:brush xml:id="br0">
      <inkml:brushProperty name="width" value="0.05953" units="cm"/>
      <inkml:brushProperty name="height" value="0.05953" units="cm"/>
      <inkml:brushProperty name="fitToCurve" value="1"/>
    </inkml:brush>
  </inkml:definitions>
  <inkml:trace contextRef="#ctx0" brushRef="#br0">24184 9678 136,'49'3'100,"-19"40"149,-13-5-171,13 3-319</inkml:trace>
</inkml:ink>
</file>

<file path=ppt/ink/ink110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607"/>
    </inkml:context>
    <inkml:brush xml:id="br0">
      <inkml:brushProperty name="width" value="0.05953" units="cm"/>
      <inkml:brushProperty name="height" value="0.05953" units="cm"/>
      <inkml:brushProperty name="fitToCurve" value="1"/>
    </inkml:brush>
  </inkml:definitions>
  <inkml:trace contextRef="#ctx0" brushRef="#br0">24715 8912 203,'40'15'208,"-18"52"-290,-39-29-196</inkml:trace>
</inkml:ink>
</file>

<file path=ppt/ink/ink110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608"/>
    </inkml:context>
    <inkml:brush xml:id="br0">
      <inkml:brushProperty name="width" value="0.05953" units="cm"/>
      <inkml:brushProperty name="height" value="0.05953" units="cm"/>
      <inkml:brushProperty name="fitToCurve" value="1"/>
    </inkml:brush>
  </inkml:definitions>
  <inkml:trace contextRef="#ctx0" brushRef="#br0">24461 9222 136,'60'-45'113,"21"16"24,-24 11-68,-3 3-13,-1 3-1,11 0-8,12 1 0,2 3-23,2 12-105,-66 54-191</inkml:trace>
</inkml:ink>
</file>

<file path=ppt/ink/ink110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609"/>
    </inkml:context>
    <inkml:brush xml:id="br0">
      <inkml:brushProperty name="width" value="0.05953" units="cm"/>
      <inkml:brushProperty name="height" value="0.05953" units="cm"/>
      <inkml:brushProperty name="fitToCurve" value="1"/>
    </inkml:brush>
  </inkml:definitions>
  <inkml:trace contextRef="#ctx0" brushRef="#br0">24676 9266 174,'4'81'126,"-3"-11"-103,-26-1-98,13-125-33,36-9 104,26 12 6,6 21 22,0 9 6,7-1 36,9 13 66,-68 76 47,-68-21-202,-41 9-26,54-36 9,-3 1-20,-26 1 13,9 20 51,29 38 131,36-21-60,3 24 4,1 2-9,-5 4-33,-5 2-92,36-164-364,-3 17 369,16-6 35,9 14 19,10 4 23,26-7 14,-1 9 24,18 0 12,-43 23-25,-3 5 5,4 0 41,14 17 21,-18 65-92,-41 16 7,-13 8 5,-28 23-32,-32-11-6,-24-43-5,-9-83-105,41-32-41,28 3-152</inkml:trace>
</inkml:ink>
</file>

<file path=ppt/ink/ink110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610"/>
    </inkml:context>
    <inkml:brush xml:id="br0">
      <inkml:brushProperty name="width" value="0.05953" units="cm"/>
      <inkml:brushProperty name="height" value="0.05953" units="cm"/>
      <inkml:brushProperty name="fitToCurve" value="1"/>
    </inkml:brush>
  </inkml:definitions>
  <inkml:trace contextRef="#ctx0" brushRef="#br0">24711 9585 136,'-11'55'398,"67"-39"-362,-6-64-48,3 6-2,3 15 12,-71 91 87,-24-13-14,-11 12 15,122-19-9,21-91-140,-33 38-108</inkml:trace>
</inkml:ink>
</file>

<file path=ppt/ink/ink111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611"/>
    </inkml:context>
    <inkml:brush xml:id="br0">
      <inkml:brushProperty name="width" value="0.05953" units="cm"/>
      <inkml:brushProperty name="height" value="0.05953" units="cm"/>
      <inkml:brushProperty name="fitToCurve" value="1"/>
    </inkml:brush>
  </inkml:definitions>
  <inkml:trace contextRef="#ctx0" brushRef="#br0">1837 6599 455,'188'22'389,"-40"36"-377,-21 0-11,13 7 0,2 2-2,4-6-5,7-11-3,10-13-1,10-20 4,-55-20 4,20-9 6,31-22 4,-26 2-1,23-7 0,38-12 1,-36 11-4,16-6 0,28 2-1,-38 19 0,4 12-1,12 16 0,-42 11 0,8 14-1,13 14 0,-41-5 0,-5 3 0,13 4-1,49 5 1,-60-32 0,76-28-1,-65-25-1,42-46-1,-20-10-2,-43-1 1,58-61-14,-43 20-179,-54 57-95</inkml:trace>
</inkml:ink>
</file>

<file path=ppt/ink/ink111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612"/>
    </inkml:context>
    <inkml:brush xml:id="br0">
      <inkml:brushProperty name="width" value="0.05953" units="cm"/>
      <inkml:brushProperty name="height" value="0.05953" units="cm"/>
      <inkml:brushProperty name="fitToCurve" value="1"/>
    </inkml:brush>
  </inkml:definitions>
  <inkml:trace contextRef="#ctx0" brushRef="#br0">23777 14776 533</inkml:trace>
</inkml:ink>
</file>

<file path=ppt/ink/ink111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613"/>
    </inkml:context>
    <inkml:brush xml:id="br0">
      <inkml:brushProperty name="width" value="0.05953" units="cm"/>
      <inkml:brushProperty name="height" value="0.05953" units="cm"/>
      <inkml:brushProperty name="fitToCurve" value="1"/>
    </inkml:brush>
  </inkml:definitions>
  <inkml:trace contextRef="#ctx0" brushRef="#br0">21424 11318 533</inkml:trace>
</inkml:ink>
</file>

<file path=ppt/ink/ink111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614"/>
    </inkml:context>
    <inkml:brush xml:id="br0">
      <inkml:brushProperty name="width" value="0.05953" units="cm"/>
      <inkml:brushProperty name="height" value="0.05953" units="cm"/>
      <inkml:brushProperty name="fitToCurve" value="1"/>
    </inkml:brush>
  </inkml:definitions>
  <inkml:trace contextRef="#ctx0" brushRef="#br0">19366 9476 266,'-48'24'142,"-25"36"40,23-13-53,8-5-73,1 4-19,-3 0-12,5 9-7,112-59-77,-2-34 24,-7 6 6,-48 91 5,-52 1 62,-8 11 16,8-21-25,-4 10-7,43 7-37,58-38-89,-16 15-12,-52 7 98,-14-3 25,-7-3 19,-13 6 6,67-126-262,-2 28 171,15-30-42,-18 39 61,1-4-79</inkml:trace>
</inkml:ink>
</file>

<file path=ppt/ink/ink111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615"/>
    </inkml:context>
    <inkml:brush xml:id="br0">
      <inkml:brushProperty name="width" value="0.05953" units="cm"/>
      <inkml:brushProperty name="height" value="0.05953" units="cm"/>
      <inkml:brushProperty name="fitToCurve" value="1"/>
    </inkml:brush>
  </inkml:definitions>
  <inkml:trace contextRef="#ctx0" brushRef="#br0">19347 9666 195,'54'-8'478,"-2"21"-375,-57 62-83,-31-11-2,-3 1-6,4 0-7,28 1-10,81-54-87,-19-33-118,-39-17 85,-18-1 55,-6-19 0,2 16-16</inkml:trace>
</inkml:ink>
</file>

<file path=ppt/ink/ink111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616"/>
    </inkml:context>
    <inkml:brush xml:id="br0">
      <inkml:brushProperty name="width" value="0.05953" units="cm"/>
      <inkml:brushProperty name="height" value="0.05953" units="cm"/>
      <inkml:brushProperty name="fitToCurve" value="1"/>
    </inkml:brush>
  </inkml:definitions>
  <inkml:trace contextRef="#ctx0" brushRef="#br0">19478 9513 136,'-9'55'107,"13"2"16,4 1-14,1-7-4,5 17-21,4 18-15,5 9-27,-7-30-18,1 1-13,3 1-4,2-3-3,14-2-10,23-52-23,-15-80-30,-20 12 3,-5-6-3,-3-9-13,-5 2-1,-7 27 22,-8 5 12,-40 4 36,-44 72 77,45-5-55,-41 32 8,36-28-21,-4-1-10,10-9-4,-21 7-20,-1-14-21,12-23 4,15-7-60</inkml:trace>
</inkml:ink>
</file>

<file path=ppt/ink/ink111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617"/>
    </inkml:context>
    <inkml:brush xml:id="br0">
      <inkml:brushProperty name="width" value="0.05953" units="cm"/>
      <inkml:brushProperty name="height" value="0.05953" units="cm"/>
      <inkml:brushProperty name="fitToCurve" value="1"/>
    </inkml:brush>
  </inkml:definitions>
  <inkml:trace contextRef="#ctx0" brushRef="#br0">19565 9450 248,'20'35'51,"-2"6"56,0-12-33,10-1-72,12-2-71,-5-6-252</inkml:trace>
</inkml:ink>
</file>

<file path=ppt/ink/ink111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618"/>
    </inkml:context>
    <inkml:brush xml:id="br0">
      <inkml:brushProperty name="width" value="0.05953" units="cm"/>
      <inkml:brushProperty name="height" value="0.05953" units="cm"/>
      <inkml:brushProperty name="fitToCurve" value="1"/>
    </inkml:brush>
  </inkml:definitions>
  <inkml:trace contextRef="#ctx0" brushRef="#br0">20173 9800 787,'47'0'-64,"-3"12"-239</inkml:trace>
</inkml:ink>
</file>

<file path=ppt/ink/ink111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619"/>
    </inkml:context>
    <inkml:brush xml:id="br0">
      <inkml:brushProperty name="width" value="0.05953" units="cm"/>
      <inkml:brushProperty name="height" value="0.05953" units="cm"/>
      <inkml:brushProperty name="fitToCurve" value="1"/>
    </inkml:brush>
  </inkml:definitions>
  <inkml:trace contextRef="#ctx0" brushRef="#br0">20265 9906 215,'-25'40'365,"41"-6"-93,-13-6-377,0 0-634</inkml:trace>
</inkml:ink>
</file>

<file path=ppt/ink/ink111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620"/>
    </inkml:context>
    <inkml:brush xml:id="br0">
      <inkml:brushProperty name="width" value="0.05953" units="cm"/>
      <inkml:brushProperty name="height" value="0.05953" units="cm"/>
      <inkml:brushProperty name="fitToCurve" value="1"/>
    </inkml:brush>
  </inkml:definitions>
  <inkml:trace contextRef="#ctx0" brushRef="#br0">20856 9230 379,'7'80'293,"-7"-18"-215,5 0-42,-2 1-40,-2-3-339,-12-23-92</inkml:trace>
</inkml:ink>
</file>

<file path=ppt/ink/ink112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621"/>
    </inkml:context>
    <inkml:brush xml:id="br0">
      <inkml:brushProperty name="width" value="0.05953" units="cm"/>
      <inkml:brushProperty name="height" value="0.05953" units="cm"/>
      <inkml:brushProperty name="fitToCurve" value="1"/>
    </inkml:brush>
  </inkml:definitions>
  <inkml:trace contextRef="#ctx0" brushRef="#br0">20907 9406 136,'27'-31'56,"1"14"46,8 7 25,-8 14-544</inkml:trace>
</inkml:ink>
</file>

<file path=ppt/ink/ink112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622"/>
    </inkml:context>
    <inkml:brush xml:id="br0">
      <inkml:brushProperty name="width" value="0.05953" units="cm"/>
      <inkml:brushProperty name="height" value="0.05953" units="cm"/>
      <inkml:brushProperty name="fitToCurve" value="1"/>
    </inkml:brush>
  </inkml:definitions>
  <inkml:trace contextRef="#ctx0" brushRef="#br0">20662 9495 403,'13'44'39,"-1"-5"25,1 14 39,-2 0-40,0 4-122,-5-11-261</inkml:trace>
</inkml:ink>
</file>

<file path=ppt/ink/ink112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623"/>
    </inkml:context>
    <inkml:brush xml:id="br0">
      <inkml:brushProperty name="width" value="0.05953" units="cm"/>
      <inkml:brushProperty name="height" value="0.05953" units="cm"/>
      <inkml:brushProperty name="fitToCurve" value="1"/>
    </inkml:brush>
  </inkml:definitions>
  <inkml:trace contextRef="#ctx0" brushRef="#br0">20721 9569 168,'49'-22'39,"-9"4"6,18-6 3,-19 12-3,10-1 3,1 4-16,-12 4-9,5 5-2,-17 60 109,-58-17-37,-21 8-9,5-7-42,-7 2-10,-7 0-15,6-1-9,19-32-116,1 2-651</inkml:trace>
</inkml:ink>
</file>

<file path=ppt/ink/ink112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624"/>
    </inkml:context>
    <inkml:brush xml:id="br0">
      <inkml:brushProperty name="width" value="0.05953" units="cm"/>
      <inkml:brushProperty name="height" value="0.05953" units="cm"/>
      <inkml:brushProperty name="fitToCurve" value="1"/>
    </inkml:brush>
  </inkml:definitions>
  <inkml:trace contextRef="#ctx0" brushRef="#br0">20665 9805 215,'-17'45'229,"6"-7"-57,11 14-25,53-22-121,5-43-36,11-18 2,-16 6 3,11-1-4,-2 24-11,-4 22 79,13-13-16,11-18-27,-3-6-26,7 0-48,-25 2-179,-21 18-42</inkml:trace>
</inkml:ink>
</file>

<file path=ppt/ink/ink112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625"/>
    </inkml:context>
    <inkml:brush xml:id="br0">
      <inkml:brushProperty name="width" value="0.05953" units="cm"/>
      <inkml:brushProperty name="height" value="0.05953" units="cm"/>
      <inkml:brushProperty name="fitToCurve" value="1"/>
    </inkml:brush>
  </inkml:definitions>
  <inkml:trace contextRef="#ctx0" brushRef="#br0">19231 10461 162,'9'52'211,"3"18"-129,-6-35-66,3 11-7,0-6-31,-5-3-27,-2 1-139</inkml:trace>
</inkml:ink>
</file>

<file path=ppt/ink/ink112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626"/>
    </inkml:context>
    <inkml:brush xml:id="br0">
      <inkml:brushProperty name="width" value="0.05953" units="cm"/>
      <inkml:brushProperty name="height" value="0.05953" units="cm"/>
      <inkml:brushProperty name="fitToCurve" value="1"/>
    </inkml:brush>
  </inkml:definitions>
  <inkml:trace contextRef="#ctx0" brushRef="#br0">19304 10560 258,'36'-21'-2,"-7"10"46,13 11 1,-42 28-134,-11-1-48</inkml:trace>
</inkml:ink>
</file>

<file path=ppt/ink/ink112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627"/>
    </inkml:context>
    <inkml:brush xml:id="br0">
      <inkml:brushProperty name="width" value="0.05953" units="cm"/>
      <inkml:brushProperty name="height" value="0.05953" units="cm"/>
      <inkml:brushProperty name="fitToCurve" value="1"/>
    </inkml:brush>
  </inkml:definitions>
  <inkml:trace contextRef="#ctx0" brushRef="#br0">19104 10682 430,'0'72'168,"0"-13"-91,0-7-47,0 9-78,0-10-188</inkml:trace>
</inkml:ink>
</file>

<file path=ppt/ink/ink112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628"/>
    </inkml:context>
    <inkml:brush xml:id="br0">
      <inkml:brushProperty name="width" value="0.05953" units="cm"/>
      <inkml:brushProperty name="height" value="0.05953" units="cm"/>
      <inkml:brushProperty name="fitToCurve" value="1"/>
    </inkml:brush>
  </inkml:definitions>
  <inkml:trace contextRef="#ctx0" brushRef="#br0">19134 10758 165,'40'-21'23,"3"2"18,0 5-13,14-3 16,11 4 15,-22 9-28,-4 5-7,-3 6-1,-10 65 248,-74-19-187,-14-2-50,-5-5-18,-3 2-1,-4 4 0,-3 3-7,20-9-4,140-79-199,-48 30 48</inkml:trace>
</inkml:ink>
</file>

<file path=ppt/ink/ink112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629"/>
    </inkml:context>
    <inkml:brush xml:id="br0">
      <inkml:brushProperty name="width" value="0.05953" units="cm"/>
      <inkml:brushProperty name="height" value="0.05953" units="cm"/>
      <inkml:brushProperty name="fitToCurve" value="1"/>
    </inkml:brush>
  </inkml:definitions>
  <inkml:trace contextRef="#ctx0" brushRef="#br0">18963 11079 255,'-12'45'28,"-2"25"117,20-28-6,23-3 35,38-30-122,4-25-48,12-24-6,-26 9 1,11-16 3,0-3 15,-12 9 3,4 21 3,4 73-13,-15-1-2,31-16-3,-10-39-4,0-29-2,28-31-4,-25 14-4,14-8-54,-2 9-138,-42 23-123</inkml:trace>
</inkml:ink>
</file>

<file path=ppt/ink/ink112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630"/>
    </inkml:context>
    <inkml:brush xml:id="br0">
      <inkml:brushProperty name="width" value="0.05953" units="cm"/>
      <inkml:brushProperty name="height" value="0.05953" units="cm"/>
      <inkml:brushProperty name="fitToCurve" value="1"/>
    </inkml:brush>
  </inkml:definitions>
  <inkml:trace contextRef="#ctx0" brushRef="#br0">20179 10785 815,'33'36'-167,"-20"-8"-53</inkml:trace>
</inkml:ink>
</file>

<file path=ppt/ink/ink113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631"/>
    </inkml:context>
    <inkml:brush xml:id="br0">
      <inkml:brushProperty name="width" value="0.05953" units="cm"/>
      <inkml:brushProperty name="height" value="0.05953" units="cm"/>
      <inkml:brushProperty name="fitToCurve" value="1"/>
    </inkml:brush>
  </inkml:definitions>
  <inkml:trace contextRef="#ctx0" brushRef="#br0">20173 10978 716,'40'31'167,"15"-25"-250,-26 7-88</inkml:trace>
</inkml:ink>
</file>

<file path=ppt/ink/ink113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632"/>
    </inkml:context>
    <inkml:brush xml:id="br0">
      <inkml:brushProperty name="width" value="0.05953" units="cm"/>
      <inkml:brushProperty name="height" value="0.05953" units="cm"/>
      <inkml:brushProperty name="fitToCurve" value="1"/>
    </inkml:brush>
  </inkml:definitions>
  <inkml:trace contextRef="#ctx0" brushRef="#br0">20895 10559 172,'57'-19'599,"1"5"-563,22-3-13,-18 5-13,2 1-8,15-2-18,-15 6-71,-25 17-71</inkml:trace>
</inkml:ink>
</file>

<file path=ppt/ink/ink113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633"/>
    </inkml:context>
    <inkml:brush xml:id="br0">
      <inkml:brushProperty name="width" value="0.05953" units="cm"/>
      <inkml:brushProperty name="height" value="0.05953" units="cm"/>
      <inkml:brushProperty name="fitToCurve" value="1"/>
    </inkml:brush>
  </inkml:definitions>
  <inkml:trace contextRef="#ctx0" brushRef="#br0">21110 10492 308,'-30'73'412,"30"-5"-362,4 11-25,-4-20-16,0 7-14,-3 3-84,2-16-103,1-14-176</inkml:trace>
</inkml:ink>
</file>

<file path=ppt/ink/ink113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634"/>
    </inkml:context>
    <inkml:brush xml:id="br0">
      <inkml:brushProperty name="width" value="0.05953" units="cm"/>
      <inkml:brushProperty name="height" value="0.05953" units="cm"/>
      <inkml:brushProperty name="fitToCurve" value="1"/>
    </inkml:brush>
  </inkml:definitions>
  <inkml:trace contextRef="#ctx0" brushRef="#br0">21076 10856 136,'9'-27'1,"25"-12"38,-3 14 18,10-2 30,-3 4-65</inkml:trace>
</inkml:ink>
</file>

<file path=ppt/ink/ink113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635"/>
    </inkml:context>
    <inkml:brush xml:id="br0">
      <inkml:brushProperty name="width" value="0.05953" units="cm"/>
      <inkml:brushProperty name="height" value="0.05953" units="cm"/>
      <inkml:brushProperty name="fitToCurve" value="1"/>
    </inkml:brush>
  </inkml:definitions>
  <inkml:trace contextRef="#ctx0" brushRef="#br0">20984 10587 325,'-26'74'92,"19"-27"-72,2-10-18,-6 38-62,3-25 2,-2-1-64</inkml:trace>
</inkml:ink>
</file>

<file path=ppt/ink/ink113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636"/>
    </inkml:context>
    <inkml:brush xml:id="br0">
      <inkml:brushProperty name="width" value="0.05953" units="cm"/>
      <inkml:brushProperty name="height" value="0.05953" units="cm"/>
      <inkml:brushProperty name="fitToCurve" value="1"/>
    </inkml:brush>
  </inkml:definitions>
  <inkml:trace contextRef="#ctx0" brushRef="#br0">20714 11069 166,'52'-19'292,"4"-6"-192,-11 6-42,-2 2-7,18-6-11,-2 2-7,10-3-2,-11 5-6,30-9 9,4 4-14,-15 7-12,-5 9-5,-7 17-7,-19 41-99,-30-13-58</inkml:trace>
</inkml:ink>
</file>

<file path=ppt/ink/ink113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637"/>
    </inkml:context>
    <inkml:brush xml:id="br0">
      <inkml:brushProperty name="width" value="0.05953" units="cm"/>
      <inkml:brushProperty name="height" value="0.05953" units="cm"/>
      <inkml:brushProperty name="fitToCurve" value="1"/>
    </inkml:brush>
  </inkml:definitions>
  <inkml:trace contextRef="#ctx0" brushRef="#br0">22004 10201 187,'-19'43'27,"-9"33"10,12-34-13,-13 39 24,6-22-12,7-20-3,-7 23 0,3-5 3,-9 17-1,0 0-3,-3 4-5,7-16-5,-5 9-2,4-9-3,-13 30 5,4-5-28,7-10-46,11-30-46</inkml:trace>
</inkml:ink>
</file>

<file path=ppt/ink/ink113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638"/>
    </inkml:context>
    <inkml:brush xml:id="br0">
      <inkml:brushProperty name="width" value="0.05953" units="cm"/>
      <inkml:brushProperty name="height" value="0.05953" units="cm"/>
      <inkml:brushProperty name="fitToCurve" value="1"/>
    </inkml:brush>
  </inkml:definitions>
  <inkml:trace contextRef="#ctx0" brushRef="#br0">22287 10213 172,'-24'41'159,"0"-1"-111,-1-4-9,-27 32 5,13-21-24,-8 3-12,-20 15-48,30-35-73</inkml:trace>
</inkml:ink>
</file>

<file path=ppt/ink/ink113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639"/>
    </inkml:context>
    <inkml:brush xml:id="br0">
      <inkml:brushProperty name="width" value="0.05953" units="cm"/>
      <inkml:brushProperty name="height" value="0.05953" units="cm"/>
      <inkml:brushProperty name="fitToCurve" value="1"/>
    </inkml:brush>
  </inkml:definitions>
  <inkml:trace contextRef="#ctx0" brushRef="#br0">22139 10363 282,'41'-9'22,"6"5"14,1 6 21,-4 21-8,-45 5-80,-28-3-51</inkml:trace>
</inkml:ink>
</file>

<file path=ppt/ink/ink113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640"/>
    </inkml:context>
    <inkml:brush xml:id="br0">
      <inkml:brushProperty name="width" value="0.05953" units="cm"/>
      <inkml:brushProperty name="height" value="0.05953" units="cm"/>
      <inkml:brushProperty name="fitToCurve" value="1"/>
    </inkml:brush>
  </inkml:definitions>
  <inkml:trace contextRef="#ctx0" brushRef="#br0">21997 10547 153,'60'-5'29,"-21"-3"-13,-1 0-4,13 4 4,-37 52 32,-58 1-2,-1-6 42,20 18 13,88-13-214,-16-8 40,-23 27 101,-24-7 50,-21 9 68,-3-31-13,-24-8-23,10-88-302,18 9-20,6 13-166</inkml:trace>
</inkml:ink>
</file>

<file path=ppt/ink/ink114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641"/>
    </inkml:context>
    <inkml:brush xml:id="br0">
      <inkml:brushProperty name="width" value="0.05953" units="cm"/>
      <inkml:brushProperty name="height" value="0.05953" units="cm"/>
      <inkml:brushProperty name="fitToCurve" value="1"/>
    </inkml:brush>
  </inkml:definitions>
  <inkml:trace contextRef="#ctx0" brushRef="#br0">21987 10742 188,'-12'33'272,"-21"19"-133,13-20-120,-9-9-465</inkml:trace>
</inkml:ink>
</file>

<file path=ppt/ink/ink114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642"/>
    </inkml:context>
    <inkml:brush xml:id="br0">
      <inkml:brushProperty name="width" value="0.05953" units="cm"/>
      <inkml:brushProperty name="height" value="0.05953" units="cm"/>
      <inkml:brushProperty name="fitToCurve" value="1"/>
    </inkml:brush>
  </inkml:definitions>
  <inkml:trace contextRef="#ctx0" brushRef="#br0">22273 10711 141,'38'28'9</inkml:trace>
</inkml:ink>
</file>

<file path=ppt/ink/ink114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643"/>
    </inkml:context>
    <inkml:brush xml:id="br0">
      <inkml:brushProperty name="width" value="0.05953" units="cm"/>
      <inkml:brushProperty name="height" value="0.05953" units="cm"/>
      <inkml:brushProperty name="fitToCurve" value="1"/>
    </inkml:brush>
  </inkml:definitions>
  <inkml:trace contextRef="#ctx0" brushRef="#br0">22656 10303 136,'51'-9'28,"-1"-2"14,-11 11-6,-23 52 1,-46 2-21,-1 1-3,4-3-3,4-2 0,6 5 2,12 9 4,13-18-8,8-1-7,6-1-14,15 16-29,-20-4-2,-39-9 91,-55 2 146,37-28-81,-15 3 17,-14 1-47,25-77-92,76-25-62,-5 21 20,17-38-60,-20 41 46,6-15-10,-10 24-10,0 3-109,-3 5 91</inkml:trace>
</inkml:ink>
</file>

<file path=ppt/ink/ink114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644"/>
    </inkml:context>
    <inkml:brush xml:id="br0">
      <inkml:brushProperty name="width" value="0.05953" units="cm"/>
      <inkml:brushProperty name="height" value="0.05953" units="cm"/>
      <inkml:brushProperty name="fitToCurve" value="1"/>
    </inkml:brush>
  </inkml:definitions>
  <inkml:trace contextRef="#ctx0" brushRef="#br0">22873 10180 208,'26'30'223,"-26"-2"-433</inkml:trace>
</inkml:ink>
</file>

<file path=ppt/ink/ink114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645"/>
    </inkml:context>
    <inkml:brush xml:id="br0">
      <inkml:brushProperty name="width" value="0.05953" units="cm"/>
      <inkml:brushProperty name="height" value="0.05953" units="cm"/>
      <inkml:brushProperty name="fitToCurve" value="1"/>
    </inkml:brush>
  </inkml:definitions>
  <inkml:trace contextRef="#ctx0" brushRef="#br0">22780 10348 185,'61'0'389,"-4"0"-305,11-3-16,15-9-18,-16 1-14,3 2-9,-35 20-131,3 1-623</inkml:trace>
</inkml:ink>
</file>

<file path=ppt/ink/ink114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646"/>
    </inkml:context>
    <inkml:brush xml:id="br0">
      <inkml:brushProperty name="width" value="0.05953" units="cm"/>
      <inkml:brushProperty name="height" value="0.05953" units="cm"/>
      <inkml:brushProperty name="fitToCurve" value="1"/>
    </inkml:brush>
  </inkml:definitions>
  <inkml:trace contextRef="#ctx0" brushRef="#br0">22959 10373 166,'-4'36'180,"-23"18"-27,-1-14-71,1 2-10,-1 6-8,48 3-24,41-53-84,-4-4-28,-3 2-3,-61 60-54,-54 7 190,17-24 7,1-2 12,1 4 6,6 6-16,98-27-310,-14-23 149,31-6 91,-43-3-1,11-9-13,-7 8-52,16 4-86,-53 53 54</inkml:trace>
</inkml:ink>
</file>

<file path=ppt/ink/ink114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647"/>
    </inkml:context>
    <inkml:brush xml:id="br0">
      <inkml:brushProperty name="width" value="0.05953" units="cm"/>
      <inkml:brushProperty name="height" value="0.05953" units="cm"/>
      <inkml:brushProperty name="fitToCurve" value="1"/>
    </inkml:brush>
  </inkml:definitions>
  <inkml:trace contextRef="#ctx0" brushRef="#br0">23052 10686 356,'76'35'329,"-24"-3"-246,-3 2-83,9 7-120,-16-15-167</inkml:trace>
</inkml:ink>
</file>

<file path=ppt/ink/ink114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648"/>
    </inkml:context>
    <inkml:brush xml:id="br0">
      <inkml:brushProperty name="width" value="0.05953" units="cm"/>
      <inkml:brushProperty name="height" value="0.05953" units="cm"/>
      <inkml:brushProperty name="fitToCurve" value="1"/>
    </inkml:brush>
  </inkml:definitions>
  <inkml:trace contextRef="#ctx0" brushRef="#br0">18635 4624 764,'147'0'-164,"-5"-11"187,-31-4-8,31-11 2,-14 3 9,43-10 5,13-2-1,-65 10-3,49-8-2,-3 1-5,41-5-4,16 1-4,-80 13-5,52-4-2,-27 3-1,105-12-1,-94 20-2,83-7 0,-49 8 0,38-3-1,-62 3 0,-34 4-1,19 0 0,-39 3 0,29-3-4,-7-5-27,-65 35-145</inkml:trace>
</inkml:ink>
</file>

<file path=ppt/ink/ink114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649"/>
    </inkml:context>
    <inkml:brush xml:id="br0">
      <inkml:brushProperty name="width" value="0.05953" units="cm"/>
      <inkml:brushProperty name="height" value="0.05953" units="cm"/>
      <inkml:brushProperty name="fitToCurve" value="1"/>
    </inkml:brush>
  </inkml:definitions>
  <inkml:trace contextRef="#ctx0" brushRef="#br0">18945 4891 795,'180'-3'-50,"-31"-5"33,-6-9 15,104-19 8,-91 11-2,123-21 9,-68 16-1,-75 11 1,63-10 2,-7 5 0,-68 8-3,61-8-1,14 0-4,-70 8-1,42-1 0,-26 2-3,94-10-1,-90 10-7,80-4-8,-54 7-5,26-4-31,-46 6-16,-27 0-20,-4 2-48,-40 5-78</inkml:trace>
</inkml:ink>
</file>

<file path=ppt/ink/ink114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650"/>
    </inkml:context>
    <inkml:brush xml:id="br0">
      <inkml:brushProperty name="width" value="0.05953" units="cm"/>
      <inkml:brushProperty name="height" value="0.05953" units="cm"/>
      <inkml:brushProperty name="fitToCurve" value="1"/>
    </inkml:brush>
  </inkml:definitions>
  <inkml:trace contextRef="#ctx0" brushRef="#br0">21109 5526 147,'43'-76'406,"40"22"-401,-5 5-3,32-12 1,0 9 0,-14 8 1,3 3 3,-8 22-3,-32 185-22,-82-59 15,-7 4 3,-6 3 12,-3-3 11,-3-11 4,1-5 5,-13-5-13,-30-172 78,74-57-83,10-16 2,15 23 7,-3-2 4,117 183-20,-33 80-7,-9-21-1,-159 9 13,-86-146-4,-12-18-14,13-3-27,22 0-346</inkml:trace>
</inkml:ink>
</file>

<file path=ppt/ink/ink115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651"/>
    </inkml:context>
    <inkml:brush xml:id="br0">
      <inkml:brushProperty name="width" value="0.05953" units="cm"/>
      <inkml:brushProperty name="height" value="0.05953" units="cm"/>
      <inkml:brushProperty name="fitToCurve" value="1"/>
    </inkml:brush>
  </inkml:definitions>
  <inkml:trace contextRef="#ctx0" brushRef="#br0">8993 3449 217,'-3'115'338,"-9"9"-183,-5 22-67,1 8-49,-1-12-25,4-10-10,-2 10-17,6-2-124,-24-60-103</inkml:trace>
</inkml:ink>
</file>

<file path=ppt/ink/ink115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652"/>
    </inkml:context>
    <inkml:brush xml:id="br0">
      <inkml:brushProperty name="width" value="0.05953" units="cm"/>
      <inkml:brushProperty name="height" value="0.05953" units="cm"/>
      <inkml:brushProperty name="fitToCurve" value="1"/>
    </inkml:brush>
  </inkml:definitions>
  <inkml:trace contextRef="#ctx0" brushRef="#br0">9351 3771 136,'-135'77'479,"39"-22"-410,7-3-7,-1 12 22,85 70-40,120-57-42,58-42-9,-14-28-58,-16-21-127,-51 0-241</inkml:trace>
</inkml:ink>
</file>

<file path=ppt/ink/ink115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653"/>
    </inkml:context>
    <inkml:brush xml:id="br0">
      <inkml:brushProperty name="width" value="0.05953" units="cm"/>
      <inkml:brushProperty name="height" value="0.05953" units="cm"/>
      <inkml:brushProperty name="fitToCurve" value="1"/>
    </inkml:brush>
  </inkml:definitions>
  <inkml:trace contextRef="#ctx0" brushRef="#br0">10916 3938 296,'0'-110'138,"0"37"-55,-7-3 22,-39-15 38,-30 3-95,-51 119-34,39 88-10,32 7-3,30 3-3,43 2-1,100-72-3,-3-106-25,-14-32-15,-119 214 158,-23-8-105,-17 19-7,13-23-24,-19-43-261</inkml:trace>
</inkml:ink>
</file>

<file path=ppt/ink/ink115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654"/>
    </inkml:context>
    <inkml:brush xml:id="br0">
      <inkml:brushProperty name="width" value="0.05953" units="cm"/>
      <inkml:brushProperty name="height" value="0.05953" units="cm"/>
      <inkml:brushProperty name="fitToCurve" value="1"/>
    </inkml:brush>
  </inkml:definitions>
  <inkml:trace contextRef="#ctx0" brushRef="#br0">10853 3837 279,'73'126'534,"26"-53"-578,-44 4-217</inkml:trace>
</inkml:ink>
</file>

<file path=ppt/ink/ink115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655"/>
    </inkml:context>
    <inkml:brush xml:id="br0">
      <inkml:brushProperty name="width" value="0.05953" units="cm"/>
      <inkml:brushProperty name="height" value="0.05953" units="cm"/>
      <inkml:brushProperty name="fitToCurve" value="1"/>
    </inkml:brush>
  </inkml:definitions>
  <inkml:trace contextRef="#ctx0" brushRef="#br0">10111 4733 316,'-20'138'346,"8"-21"-250,-5 1-51,-2 8-33,-11 30-18,3-34-14,-1-8-72,-17-40-145</inkml:trace>
</inkml:ink>
</file>

<file path=ppt/ink/ink115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656"/>
    </inkml:context>
    <inkml:brush xml:id="br0">
      <inkml:brushProperty name="width" value="0.05953" units="cm"/>
      <inkml:brushProperty name="height" value="0.05953" units="cm"/>
      <inkml:brushProperty name="fitToCurve" value="1"/>
    </inkml:brush>
  </inkml:definitions>
  <inkml:trace contextRef="#ctx0" brushRef="#br0">10463 5075 366,'-180'76'438,"63"-26"-402,11 16-15,44 49-7,150 0-17,69-75-1,8-31-2,-29-12-37,-52 29-132</inkml:trace>
</inkml:ink>
</file>

<file path=ppt/ink/ink115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657"/>
    </inkml:context>
    <inkml:brush xml:id="br0">
      <inkml:brushProperty name="width" value="0.05953" units="cm"/>
      <inkml:brushProperty name="height" value="0.05953" units="cm"/>
      <inkml:brushProperty name="fitToCurve" value="1"/>
    </inkml:brush>
  </inkml:definitions>
  <inkml:trace contextRef="#ctx0" brushRef="#br0">11989 5286 159,'-39'-77'355,"41"-8"-186,10-15-91,-21-12-63,-111 165-19,39 66 3,18-13 0,-1 24-3,27-3 0,126-51 12,20-126-10,13-10-8,-53 150 35,-110 40 21,-22-2-30,-2-17-21,-14-41-280</inkml:trace>
</inkml:ink>
</file>

<file path=ppt/ink/ink115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658"/>
    </inkml:context>
    <inkml:brush xml:id="br0">
      <inkml:brushProperty name="width" value="0.05953" units="cm"/>
      <inkml:brushProperty name="height" value="0.05953" units="cm"/>
      <inkml:brushProperty name="fitToCurve" value="1"/>
    </inkml:brush>
  </inkml:definitions>
  <inkml:trace contextRef="#ctx0" brushRef="#br0">11917 5292 185,'81'27'92,"12"17"-3,-19-32-88</inkml:trace>
</inkml:ink>
</file>

<file path=ppt/ink/ink115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659"/>
    </inkml:context>
    <inkml:brush xml:id="br0">
      <inkml:brushProperty name="width" value="0.05953" units="cm"/>
      <inkml:brushProperty name="height" value="0.05953" units="cm"/>
      <inkml:brushProperty name="fitToCurve" value="1"/>
    </inkml:brush>
  </inkml:definitions>
  <inkml:trace contextRef="#ctx0" brushRef="#br0">6824 6349 470,'80'36'-14,"41"25"-4,4-14 26,-39-25-1,71 8 6,-36-28 2,-43 0 0,48-10 3,-13-4 15,88-18 31,-63-1-27,80-31 28,-101 21-33,71-29 19,-78 23-30,62-37 6,-42 5-16,0-28-4,-8-34-4,-55-7-2,-57 1 0,-72-18 2,-13 54-1,-13 10 1,-81-24-1,9 38 0,11 26 0,-76 32-2,21 32 0,7 17-1,-63 53 0,54 2 0,44 3 0,-21 39 1,55-15-1,36-5 1,14 36 0,29 37 1,67-16 0,93-14-1,88-40-5,-36-57 0,-10-11-17,86-18-40,-36-12-73,-103 0-42,11-5-167</inkml:trace>
</inkml:ink>
</file>

<file path=ppt/ink/ink115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660"/>
    </inkml:context>
    <inkml:brush xml:id="br0">
      <inkml:brushProperty name="width" value="0.05953" units="cm"/>
      <inkml:brushProperty name="height" value="0.05953" units="cm"/>
      <inkml:brushProperty name="fitToCurve" value="1"/>
    </inkml:brush>
  </inkml:definitions>
  <inkml:trace contextRef="#ctx0" brushRef="#br0">2875 8861 557,'3'105'-85,"3"-22"100,10 51 72,7 58-12,0 23 1,-13-106-43,-1 19-6,3 33 12,-7 33-45,-4-53-20,1 29-64,-4-40-40,-3-30-12</inkml:trace>
</inkml:ink>
</file>

<file path=ppt/ink/ink116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661"/>
    </inkml:context>
    <inkml:brush xml:id="br0">
      <inkml:brushProperty name="width" value="0.05953" units="cm"/>
      <inkml:brushProperty name="height" value="0.05953" units="cm"/>
      <inkml:brushProperty name="fitToCurve" value="1"/>
    </inkml:brush>
  </inkml:definitions>
  <inkml:trace contextRef="#ctx0" brushRef="#br0">2534 9194 407,'57'-75'-5,"70"-27"61,-12 18-9,-7 9-6,-31 27-7,50-28 34,-18 15-12,43-2-3,-29 26-11,40 9-3,-21 47-24,-7 99-8,-66 64-3,-39-48 0,-12 30 0,-4 27 0,-6-33 0,0 14-1,0-2-1,0 39 0,0-35-2,-3-32-2,3 2-5,-4-3-42,-31-54-129</inkml:trace>
</inkml:ink>
</file>

<file path=ppt/ink/ink116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662"/>
    </inkml:context>
    <inkml:brush xml:id="br0">
      <inkml:brushProperty name="width" value="0.05953" units="cm"/>
      <inkml:brushProperty name="height" value="0.05953" units="cm"/>
      <inkml:brushProperty name="fitToCurve" value="1"/>
    </inkml:brush>
  </inkml:definitions>
  <inkml:trace contextRef="#ctx0" brushRef="#br0">3052 9072 597,'0'104'255,"9"39"-284,8-10-194,-49-58 19</inkml:trace>
</inkml:ink>
</file>

<file path=ppt/ink/ink116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663"/>
    </inkml:context>
    <inkml:brush xml:id="br0">
      <inkml:brushProperty name="width" value="0.05953" units="cm"/>
      <inkml:brushProperty name="height" value="0.05953" units="cm"/>
      <inkml:brushProperty name="fitToCurve" value="1"/>
    </inkml:brush>
  </inkml:definitions>
  <inkml:trace contextRef="#ctx0" brushRef="#br0">3127 9121 213,'93'-34'251,"-5"23"-20,19 52-121,-125 90-107,-47-20-7,0-1-6,-9 1-57,3-23-83,-45-65-259,113 51 570,17 55-161,-16-26-134</inkml:trace>
</inkml:ink>
</file>

<file path=ppt/ink/ink116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664"/>
    </inkml:context>
    <inkml:brush xml:id="br0">
      <inkml:brushProperty name="width" value="0.05953" units="cm"/>
      <inkml:brushProperty name="height" value="0.05953" units="cm"/>
      <inkml:brushProperty name="fitToCurve" value="1"/>
    </inkml:brush>
  </inkml:definitions>
  <inkml:trace contextRef="#ctx0" brushRef="#br0">3130 9663 142,'110'-119'24,"-24"44"38,-8 13 43,26 3 83,-71 246 81,-101-56-269,-18-19-180,-2-64-189,51-139 265,73 5 119,-48 217 445,-39-42-370,-6 21-12,187-93-79,-15-80-68,-1-7-36,-24 26-9,-120 126 62,-24-4 132,-17 13 43,-3 7-12,-1-4-40,-17 27-32,183-15-33,74-166-22,-27-8-25,13-17-22,-10 8-58,-53 26-354</inkml:trace>
</inkml:ink>
</file>

<file path=ppt/ink/ink116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665"/>
    </inkml:context>
    <inkml:brush xml:id="br0">
      <inkml:brushProperty name="width" value="0.05953" units="cm"/>
      <inkml:brushProperty name="height" value="0.05953" units="cm"/>
      <inkml:brushProperty name="fitToCurve" value="1"/>
    </inkml:brush>
  </inkml:definitions>
  <inkml:trace contextRef="#ctx0" brushRef="#br0">4108 9929 753</inkml:trace>
</inkml:ink>
</file>

<file path=ppt/ink/ink116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666"/>
    </inkml:context>
    <inkml:brush xml:id="br0">
      <inkml:brushProperty name="width" value="0.05953" units="cm"/>
      <inkml:brushProperty name="height" value="0.05953" units="cm"/>
      <inkml:brushProperty name="fitToCurve" value="1"/>
    </inkml:brush>
  </inkml:definitions>
  <inkml:trace contextRef="#ctx0" brushRef="#br0">5271 9125 430,'176'64'389,"-64"26"-357,-9 6-25,4 19-35,-17-21-178,-52-11-111</inkml:trace>
</inkml:ink>
</file>

<file path=ppt/ink/ink116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667"/>
    </inkml:context>
    <inkml:brush xml:id="br0">
      <inkml:brushProperty name="width" value="0.05953" units="cm"/>
      <inkml:brushProperty name="height" value="0.05953" units="cm"/>
      <inkml:brushProperty name="fitToCurve" value="1"/>
    </inkml:brush>
  </inkml:definitions>
  <inkml:trace contextRef="#ctx0" brushRef="#br0">6026 9220 136,'-15'-90'0,"-73"10"119,-48 146 128,44 25-129,24-14-61,-33 50-13,-6 14-49,18-18-14,19-5-29,-13-47-421</inkml:trace>
</inkml:ink>
</file>

<file path=ppt/ink/ink116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668"/>
    </inkml:context>
    <inkml:brush xml:id="br0">
      <inkml:brushProperty name="width" value="0.05953" units="cm"/>
      <inkml:brushProperty name="height" value="0.05953" units="cm"/>
      <inkml:brushProperty name="fitToCurve" value="1"/>
    </inkml:brush>
  </inkml:definitions>
  <inkml:trace contextRef="#ctx0" brushRef="#br0">6069 9243 428,'109'79'359,"-78"-22"-527</inkml:trace>
</inkml:ink>
</file>

<file path=ppt/ink/ink116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669"/>
    </inkml:context>
    <inkml:brush xml:id="br0">
      <inkml:brushProperty name="width" value="0.05953" units="cm"/>
      <inkml:brushProperty name="height" value="0.05953" units="cm"/>
      <inkml:brushProperty name="fitToCurve" value="1"/>
    </inkml:brush>
  </inkml:definitions>
  <inkml:trace contextRef="#ctx0" brushRef="#br0">6307 8888 633,'9'94'157,"-5"29"-126,10 7-27,110-218-187,-74-1 91,2-5 8,-5 12 11,45 64 15,-80 107 121,-5 0 31,5 35 15,-3-27-15,-1 9-15,2 11-27,-4 28-16,-5 11-24,-34 3-7,-35-38-1,-48-49 1,-32-94-3,91-104-4,103-3-3,89 9-23,0 50-41,4 27-59,-17 26-12,-22 17 21,-15 17 43,-6 19-10</inkml:trace>
</inkml:ink>
</file>

<file path=ppt/ink/ink116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670"/>
    </inkml:context>
    <inkml:brush xml:id="br0">
      <inkml:brushProperty name="width" value="0.05953" units="cm"/>
      <inkml:brushProperty name="height" value="0.05953" units="cm"/>
      <inkml:brushProperty name="fitToCurve" value="1"/>
    </inkml:brush>
  </inkml:definitions>
  <inkml:trace contextRef="#ctx0" brushRef="#br0">7194 8820 242,'81'77'261,"25"80"-85,-45-50-100,-13-4-37,-11 19-3,-12-269 2,1-9-38,11 20-9,51 22-176,-5 58-157</inkml:trace>
</inkml:ink>
</file>

<file path=ppt/ink/ink117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671"/>
    </inkml:context>
    <inkml:brush xml:id="br0">
      <inkml:brushProperty name="width" value="0.05953" units="cm"/>
      <inkml:brushProperty name="height" value="0.05953" units="cm"/>
      <inkml:brushProperty name="fitToCurve" value="1"/>
    </inkml:brush>
  </inkml:definitions>
  <inkml:trace contextRef="#ctx0" brushRef="#br0">10318 8352 172,'0'105'175,"0"42"-100,0-58-36,0 4-5,-7 35-9,-5-17-16,-1-11-18,-1 24-18,3-28-8,1-14-33,0 6-6,-2 14-118</inkml:trace>
</inkml:ink>
</file>

<file path=ppt/ink/ink117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672"/>
    </inkml:context>
    <inkml:brush xml:id="br0">
      <inkml:brushProperty name="width" value="0.05953" units="cm"/>
      <inkml:brushProperty name="height" value="0.05953" units="cm"/>
      <inkml:brushProperty name="fitToCurve" value="1"/>
    </inkml:brush>
  </inkml:definitions>
  <inkml:trace contextRef="#ctx0" brushRef="#br0">10258 9256 177,'37'-75'9,"26"-4"35,57-34 58,-16 20-75,-8 5-97,-20 15-103</inkml:trace>
</inkml:ink>
</file>

<file path=ppt/ink/ink117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673"/>
    </inkml:context>
    <inkml:brush xml:id="br0">
      <inkml:brushProperty name="width" value="0.05953" units="cm"/>
      <inkml:brushProperty name="height" value="0.05953" units="cm"/>
      <inkml:brushProperty name="fitToCurve" value="1"/>
    </inkml:brush>
  </inkml:definitions>
  <inkml:trace contextRef="#ctx0" brushRef="#br0">10675 8409 199,'0'99'19,"-6"-4"36,-6 37 43,4-53-30,0 14 3,-4 23 4,6-19-36,4 3-69,6-4-95,-25-21-214</inkml:trace>
</inkml:ink>
</file>

<file path=ppt/ink/ink117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674"/>
    </inkml:context>
    <inkml:brush xml:id="br0">
      <inkml:brushProperty name="width" value="0.05953" units="cm"/>
      <inkml:brushProperty name="height" value="0.05953" units="cm"/>
      <inkml:brushProperty name="fitToCurve" value="1"/>
    </inkml:brush>
  </inkml:definitions>
  <inkml:trace contextRef="#ctx0" brushRef="#br0">10855 8809 182,'-24'99'268,"17"-19"-183,18 1-18,45-4 57,58-137-70,-57-52-19,-59-18-31,30 45-179</inkml:trace>
</inkml:ink>
</file>

<file path=ppt/ink/ink117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675"/>
    </inkml:context>
    <inkml:brush xml:id="br0">
      <inkml:brushProperty name="width" value="0.05953" units="cm"/>
      <inkml:brushProperty name="height" value="0.05953" units="cm"/>
      <inkml:brushProperty name="fitToCurve" value="1"/>
    </inkml:brush>
  </inkml:definitions>
  <inkml:trace contextRef="#ctx0" brushRef="#br0">11142 8642 162,'5'92'137,"-9"-18"-100,-5 7-10,-3-2-15,17 49 35,112-194 19,-66-19-41,-6 0 15,-3 7 30,-20 176 82,17 18-495,-40-36-85</inkml:trace>
</inkml:ink>
</file>

<file path=ppt/ink/ink117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676"/>
    </inkml:context>
    <inkml:brush xml:id="br0">
      <inkml:brushProperty name="width" value="0.05953" units="cm"/>
      <inkml:brushProperty name="height" value="0.05953" units="cm"/>
      <inkml:brushProperty name="fitToCurve" value="1"/>
    </inkml:brush>
  </inkml:definitions>
  <inkml:trace contextRef="#ctx0" brushRef="#br0">11639 8820 136,'17'-80'4,"9"-30"58,-17 32 78,-93 220 194,87-26-335,19 32-2,9 1-1,13 9-3,4-2-4,-23-51 2,-11 1 16,-8 16 23,-33 3 38,-49-20 4,-37-29-32,-22-42-20,-1-84-13,92-85-9,81-12-3,20 11 2,45-58-2,-28 65 1,9-17-25,2 71-256</inkml:trace>
</inkml:ink>
</file>

<file path=ppt/ink/ink117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677"/>
    </inkml:context>
    <inkml:brush xml:id="br0">
      <inkml:brushProperty name="width" value="0.05953" units="cm"/>
      <inkml:brushProperty name="height" value="0.05953" units="cm"/>
      <inkml:brushProperty name="fitToCurve" value="1"/>
    </inkml:brush>
  </inkml:definitions>
  <inkml:trace contextRef="#ctx0" brushRef="#br0">11920 8095 177,'0'84'69,"11"33"46,0 50 53,-1-54-60,-2 0-26,-8 6-35,-6 3-26,-13 5-16,-16 15-2,-2-19 2,74-242 53,35-6-58,5 13 0,-7 235 16,35-17-13,19-163-7,16-44-5,-4 10-30,-26 15-116,-27 51-73</inkml:trace>
</inkml:ink>
</file>

<file path=ppt/ink/ink117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678"/>
    </inkml:context>
    <inkml:brush xml:id="br0">
      <inkml:brushProperty name="width" value="0.05953" units="cm"/>
      <inkml:brushProperty name="height" value="0.05953" units="cm"/>
      <inkml:brushProperty name="fitToCurve" value="1"/>
    </inkml:brush>
  </inkml:definitions>
  <inkml:trace contextRef="#ctx0" brushRef="#br0">13105 7876 713,'-49'97'76,"50"27"-200,-26-42-102</inkml:trace>
</inkml:ink>
</file>

<file path=ppt/ink/ink117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679"/>
    </inkml:context>
    <inkml:brush xml:id="br0">
      <inkml:brushProperty name="width" value="0.05953" units="cm"/>
      <inkml:brushProperty name="height" value="0.05953" units="cm"/>
      <inkml:brushProperty name="fitToCurve" value="1"/>
    </inkml:brush>
  </inkml:definitions>
  <inkml:trace contextRef="#ctx0" brushRef="#br0">12828 8195 532,'95'170'208,"-61"-53"-315,-38-36-108</inkml:trace>
</inkml:ink>
</file>

<file path=ppt/ink/ink117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680"/>
    </inkml:context>
    <inkml:brush xml:id="br0">
      <inkml:brushProperty name="width" value="0.05953" units="cm"/>
      <inkml:brushProperty name="height" value="0.05953" units="cm"/>
      <inkml:brushProperty name="fitToCurve" value="1"/>
    </inkml:brush>
  </inkml:definitions>
  <inkml:trace contextRef="#ctx0" brushRef="#br0">12911 8364 537,'109'-88'84,"2"24"15,35-13-29,-21 20-6,22 14-47,-13 72-12,-123 124-4,-61-25-1,-31-6-6,4-63-180</inkml:trace>
</inkml:ink>
</file>

<file path=ppt/ink/ink118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681"/>
    </inkml:context>
    <inkml:brush xml:id="br0">
      <inkml:brushProperty name="width" value="0.05953" units="cm"/>
      <inkml:brushProperty name="height" value="0.05953" units="cm"/>
      <inkml:brushProperty name="fitToCurve" value="1"/>
    </inkml:brush>
  </inkml:definitions>
  <inkml:trace contextRef="#ctx0" brushRef="#br0">13282 8205 158,'-11'104'514,"-34"-10"-420,-18 7-68,-14 16-27,-3-8-52,2-54-198</inkml:trace>
</inkml:ink>
</file>

<file path=ppt/ink/ink118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682"/>
    </inkml:context>
    <inkml:brush xml:id="br0">
      <inkml:brushProperty name="width" value="0.05953" units="cm"/>
      <inkml:brushProperty name="height" value="0.05953" units="cm"/>
      <inkml:brushProperty name="fitToCurve" value="1"/>
    </inkml:brush>
  </inkml:definitions>
  <inkml:trace contextRef="#ctx0" brushRef="#br0">13110 8531 136,'83'-88'0,"-1"15"33,38 32 303,-28 110-196</inkml:trace>
</inkml:ink>
</file>

<file path=ppt/ink/ink118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683"/>
    </inkml:context>
    <inkml:brush xml:id="br0">
      <inkml:brushProperty name="width" value="0.05953" units="cm"/>
      <inkml:brushProperty name="height" value="0.05953" units="cm"/>
      <inkml:brushProperty name="fitToCurve" value="1"/>
    </inkml:brush>
  </inkml:definitions>
  <inkml:trace contextRef="#ctx0" brushRef="#br0">13143 8614 562,'102'-38'171,"13"1"-80,-38 40-193,-1 0-612</inkml:trace>
</inkml:ink>
</file>

<file path=ppt/ink/ink118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684"/>
    </inkml:context>
    <inkml:brush xml:id="br0">
      <inkml:brushProperty name="width" value="0.05953" units="cm"/>
      <inkml:brushProperty name="height" value="0.05953" units="cm"/>
      <inkml:brushProperty name="fitToCurve" value="1"/>
    </inkml:brush>
  </inkml:definitions>
  <inkml:trace contextRef="#ctx0" brushRef="#br0">13418 8590 343,'-17'131'300,"-57"-37"-171,-19 1-69,-6-5-35,-13-6-11,15 11-1,241-95-8,-9-36-5,17-12 0,-14-6 0,22-9-3,-6 29-37,-77 42-65,2-1-628</inkml:trace>
</inkml:ink>
</file>

<file path=ppt/ink/ink118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685"/>
    </inkml:context>
    <inkml:brush xml:id="br0">
      <inkml:brushProperty name="width" value="0.05953" units="cm"/>
      <inkml:brushProperty name="height" value="0.05953" units="cm"/>
      <inkml:brushProperty name="fitToCurve" value="1"/>
    </inkml:brush>
  </inkml:definitions>
  <inkml:trace contextRef="#ctx0" brushRef="#br0">13995 8054 415,'60'29'242,"-3"18"-893</inkml:trace>
</inkml:ink>
</file>

<file path=ppt/ink/ink118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686"/>
    </inkml:context>
    <inkml:brush xml:id="br0">
      <inkml:brushProperty name="width" value="0.05953" units="cm"/>
      <inkml:brushProperty name="height" value="0.05953" units="cm"/>
      <inkml:brushProperty name="fitToCurve" value="1"/>
    </inkml:brush>
  </inkml:definitions>
  <inkml:trace contextRef="#ctx0" brushRef="#br0">13947 8290 374,'71'204'477,"-71"-63"-462,-13 27-11,-6-28-6,10 5-7,-36-58-175</inkml:trace>
</inkml:ink>
</file>

<file path=ppt/ink/ink118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687"/>
    </inkml:context>
    <inkml:brush xml:id="br0">
      <inkml:brushProperty name="width" value="0.05953" units="cm"/>
      <inkml:brushProperty name="height" value="0.05953" units="cm"/>
      <inkml:brushProperty name="fitToCurve" value="1"/>
    </inkml:brush>
  </inkml:definitions>
  <inkml:trace contextRef="#ctx0" brushRef="#br0">14258 7984 343,'125'-54'30,"5"-21"51,28 8 65,-59 58-34,-15 78-25,-49 98-52,-24 26-21,-4 0-5,-1-54-6,5 10 1,3 35 0,-4-20 1,-2-17-1,-2 5 0,-6-4-1,-18-12-2,-117-200-11,24-35-11,1-10-110,67 26-114</inkml:trace>
</inkml:ink>
</file>

<file path=ppt/ink/ink118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688"/>
    </inkml:context>
    <inkml:brush xml:id="br0">
      <inkml:brushProperty name="width" value="0.05953" units="cm"/>
      <inkml:brushProperty name="height" value="0.05953" units="cm"/>
      <inkml:brushProperty name="fitToCurve" value="1"/>
    </inkml:brush>
  </inkml:definitions>
  <inkml:trace contextRef="#ctx0" brushRef="#br0">14230 8104 206,'32'73'171,"-29"84"76,-15-25-153,2-4-51,4-10-25,-5 3-137,-27-43-106</inkml:trace>
</inkml:ink>
</file>

<file path=ppt/ink/ink118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689"/>
    </inkml:context>
    <inkml:brush xml:id="br0">
      <inkml:brushProperty name="width" value="0.05953" units="cm"/>
      <inkml:brushProperty name="height" value="0.05953" units="cm"/>
      <inkml:brushProperty name="fitToCurve" value="1"/>
    </inkml:brush>
  </inkml:definitions>
  <inkml:trace contextRef="#ctx0" brushRef="#br0">14297 8250 248,'114'-80'0,"-22"31"27,12 21 260,-30 84-49,-56 93-180,-24 9-49,5-18-7,6-8-7,-1 2-59,-30-50-108</inkml:trace>
</inkml:ink>
</file>

<file path=ppt/ink/ink118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690"/>
    </inkml:context>
    <inkml:brush xml:id="br0">
      <inkml:brushProperty name="width" value="0.05953" units="cm"/>
      <inkml:brushProperty name="height" value="0.05953" units="cm"/>
      <inkml:brushProperty name="fitToCurve" value="1"/>
    </inkml:brush>
  </inkml:definitions>
  <inkml:trace contextRef="#ctx0" brushRef="#br0">14279 8555 562,'73'-91'119,"35"9"-21,3 17-25,-120 210-49,-73-9-16,2 13-3,26-3-3,190-93-8,0-139-9,16-31-129,-60 41-295</inkml:trace>
</inkml:ink>
</file>

<file path=ppt/ink/ink119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691"/>
    </inkml:context>
    <inkml:brush xml:id="br0">
      <inkml:brushProperty name="width" value="0.05953" units="cm"/>
      <inkml:brushProperty name="height" value="0.05953" units="cm"/>
      <inkml:brushProperty name="fitToCurve" value="1"/>
    </inkml:brush>
  </inkml:definitions>
  <inkml:trace contextRef="#ctx0" brushRef="#br0">15094 8808 732,'127'-41'38,"22"-8"22,1 4-19,-10 8-32,2 9-6,-6 11-2,9 1-2,-65 33-108,0 0-657</inkml:trace>
</inkml:ink>
</file>

<file path=ppt/ink/ink119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692"/>
    </inkml:context>
    <inkml:brush xml:id="br0">
      <inkml:brushProperty name="width" value="0.05953" units="cm"/>
      <inkml:brushProperty name="height" value="0.05953" units="cm"/>
      <inkml:brushProperty name="fitToCurve" value="1"/>
    </inkml:brush>
  </inkml:definitions>
  <inkml:trace contextRef="#ctx0" brushRef="#br0">15770 8253 276,'130'-37'168,"-56"51"2,14 30 14,6 66-111,-78 62-64,-57 0-5,-16-31-2,-6-17-4,-20-44-299</inkml:trace>
</inkml:ink>
</file>

<file path=ppt/ink/ink119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693"/>
    </inkml:context>
    <inkml:brush xml:id="br0">
      <inkml:brushProperty name="width" value="0.05953" units="cm"/>
      <inkml:brushProperty name="height" value="0.05953" units="cm"/>
      <inkml:brushProperty name="fitToCurve" value="1"/>
    </inkml:brush>
  </inkml:definitions>
  <inkml:trace contextRef="#ctx0" brushRef="#br0">16953 8153 787,'153'-39'69,"-13"-15"-50,1 4-15,23-13-3,-1 10-6,-30 26-46,-57 36-51,0 1-612</inkml:trace>
</inkml:ink>
</file>

<file path=ppt/ink/ink119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694"/>
    </inkml:context>
    <inkml:brush xml:id="br0">
      <inkml:brushProperty name="width" value="0.05953" units="cm"/>
      <inkml:brushProperty name="height" value="0.05953" units="cm"/>
      <inkml:brushProperty name="fitToCurve" value="1"/>
    </inkml:brush>
  </inkml:definitions>
  <inkml:trace contextRef="#ctx0" brushRef="#br0">16996 8361 594,'95'0'257,"55"-16"-230,3-18-27,13 3-9,-26 29-59,-54 28-103</inkml:trace>
</inkml:ink>
</file>

<file path=ppt/ink/ink119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695"/>
    </inkml:context>
    <inkml:brush xml:id="br0">
      <inkml:brushProperty name="width" value="0.05953" units="cm"/>
      <inkml:brushProperty name="height" value="0.05953" units="cm"/>
      <inkml:brushProperty name="fitToCurve" value="1"/>
    </inkml:brush>
  </inkml:definitions>
  <inkml:trace contextRef="#ctx0" brushRef="#br0">17133 8651 305,'-94'40'0,"-37"24"158,340-72 266,-74-40-423,70-23 0,-75 25-1,12-10-1,9 2-1,-68 52-108,0 1-658</inkml:trace>
</inkml:ink>
</file>

<file path=ppt/ink/ink119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696"/>
    </inkml:context>
    <inkml:brush xml:id="br0">
      <inkml:brushProperty name="width" value="0.05953" units="cm"/>
      <inkml:brushProperty name="height" value="0.05953" units="cm"/>
      <inkml:brushProperty name="fitToCurve" value="1"/>
    </inkml:brush>
  </inkml:definitions>
  <inkml:trace contextRef="#ctx0" brushRef="#br0">21304 7217 533</inkml:trace>
</inkml:ink>
</file>

<file path=ppt/ink/ink119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697"/>
    </inkml:context>
    <inkml:brush xml:id="br0">
      <inkml:brushProperty name="width" value="0.05953" units="cm"/>
      <inkml:brushProperty name="height" value="0.05953" units="cm"/>
      <inkml:brushProperty name="fitToCurve" value="1"/>
    </inkml:brush>
  </inkml:definitions>
  <inkml:trace contextRef="#ctx0" brushRef="#br0">18581 7562 222,'-86'144'581,"-9"-37"-567,4-13 9,-15 7-5,10-7-7,234-145-13,-20-16-2,8 13 1,-155 200-7,-60-30 18,16-5-6,25 22 3,151-30-76,-36 13-15,-125 1 105,-10-28 53,-18 5-20,184-254-245,-45 72 85,4-8-7,23-40 3,-17 12 27,-22 39-37</inkml:trace>
</inkml:ink>
</file>

<file path=ppt/ink/ink119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698"/>
    </inkml:context>
    <inkml:brush xml:id="br0">
      <inkml:brushProperty name="width" value="0.05953" units="cm"/>
      <inkml:brushProperty name="height" value="0.05953" units="cm"/>
      <inkml:brushProperty name="fitToCurve" value="1"/>
    </inkml:brush>
  </inkml:definitions>
  <inkml:trace contextRef="#ctx0" brushRef="#br0">18825 7507 136,'-81'104'208,"-11"22"-152,41-53-44,-26 60-77,32-58-281</inkml:trace>
</inkml:ink>
</file>

<file path=ppt/ink/ink119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699"/>
    </inkml:context>
    <inkml:brush xml:id="br0">
      <inkml:brushProperty name="width" value="0.05953" units="cm"/>
      <inkml:brushProperty name="height" value="0.05953" units="cm"/>
      <inkml:brushProperty name="fitToCurve" value="1"/>
    </inkml:brush>
  </inkml:definitions>
  <inkml:trace contextRef="#ctx0" brushRef="#br0">18637 7779 136,'54'113'149,"-54"47"32,-3-75-92,-3 50 32,-8-14-42,-2 16-27,-4 4-36,1-16-42,-21-47-145</inkml:trace>
</inkml:ink>
</file>

<file path=ppt/ink/ink119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700"/>
    </inkml:context>
    <inkml:brush xml:id="br0">
      <inkml:brushProperty name="width" value="0.05953" units="cm"/>
      <inkml:brushProperty name="height" value="0.05953" units="cm"/>
      <inkml:brushProperty name="fitToCurve" value="1"/>
    </inkml:brush>
  </inkml:definitions>
  <inkml:trace contextRef="#ctx0" brushRef="#br0">18925 7462 290,'6'95'230,"-16"-39"-494</inkml:trace>
</inkml:ink>
</file>

<file path=ppt/ink/ink120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701"/>
    </inkml:context>
    <inkml:brush xml:id="br0">
      <inkml:brushProperty name="width" value="0.05953" units="cm"/>
      <inkml:brushProperty name="height" value="0.05953" units="cm"/>
      <inkml:brushProperty name="fitToCurve" value="1"/>
    </inkml:brush>
  </inkml:definitions>
  <inkml:trace contextRef="#ctx0" brushRef="#br0">18913 7725 136,'-92'48'77,"-7"10"231,185-15 54,55-99-360,-6 4-1,8 3-1,-4 16-7,-173 175-99,-20-54-157</inkml:trace>
</inkml:ink>
</file>

<file path=ppt/ink/ink120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702"/>
    </inkml:context>
    <inkml:brush xml:id="br0">
      <inkml:brushProperty name="width" value="0.05953" units="cm"/>
      <inkml:brushProperty name="height" value="0.05953" units="cm"/>
      <inkml:brushProperty name="fitToCurve" value="1"/>
    </inkml:brush>
  </inkml:definitions>
  <inkml:trace contextRef="#ctx0" brushRef="#br0">18682 8181 546,'104'-4'227,"33"-29"-141,17-18-78,-25-4-13,-49 47-102,0 0-640</inkml:trace>
</inkml:ink>
</file>

<file path=ppt/ink/ink120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7.703"/>
    </inkml:context>
    <inkml:brush xml:id="br0">
      <inkml:brushProperty name="width" value="0.05953" units="cm"/>
      <inkml:brushProperty name="height" value="0.05953" units="cm"/>
      <inkml:brushProperty name="fitToCurve" value="1"/>
    </inkml:brush>
  </inkml:definitions>
  <inkml:trace contextRef="#ctx0" brushRef="#br0">19111 7867 157,'-4'110'506,"27"9"-396,5 37-66,-12-14-43,-19-10-64,-72-35-276,-49-90 120,20-10 221,256-78 660,-9 39-657,-11-3-5,5 16-1,-186 179 7,-76-28-1,11-28-2,-4-2 0,2-4 0,5 14 1,275-49-2,15-118-1,-9-15-1,12-3 0,-29 14-1,-5 7 1,13 0-3,-78 59-107,0 0-660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50027" name="Rectangle 2"/>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lstStyle>
            <a:lvl1pPr eaLnBrk="0" hangingPunct="0">
              <a:buFont typeface="Arial" panose="020B0604020202020204" pitchFamily="34" charset="0"/>
              <a:buNone/>
              <a:defRPr sz="1200"/>
            </a:lvl1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50028" name="Rectangle 3"/>
          <p:cNvSpPr>
            <a:spLocks noGrp="1" noChangeArrowheads="1"/>
          </p:cNvSpPr>
          <p:nvPr>
            <p:ph type="dt"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lstStyle>
            <a:lvl1pPr algn="r" eaLnBrk="0" hangingPunct="0">
              <a:buFont typeface="Arial" panose="020B0604020202020204" pitchFamily="34" charset="0"/>
              <a:buNone/>
              <a:defRPr sz="1200"/>
            </a:lvl1pPr>
          </a:lstStyle>
          <a:p>
            <a:pPr marL="0" marR="0" lvl="0" indent="0" algn="r" defTabSz="914400" rtl="0" eaLnBrk="0" fontAlgn="base" latinLnBrk="0" hangingPunct="0">
              <a:lnSpc>
                <a:spcPct val="100000"/>
              </a:lnSpc>
              <a:spcBef>
                <a:spcPct val="0"/>
              </a:spcBef>
              <a:spcAft>
                <a:spcPct val="0"/>
              </a:spcAft>
              <a:buClrTx/>
              <a:buSzTx/>
              <a:buFont typeface="Arial" panose="020B0604020202020204" pitchFamily="34" charset="0"/>
              <a:buNone/>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50029" name="Rectangle 4"/>
          <p:cNvSpPr>
            <a:spLocks noGrp="1" noRot="1" noChangeAspect="1"/>
          </p:cNvSpPr>
          <p:nvPr>
            <p:ph type="sldImg"/>
          </p:nvPr>
        </p:nvSpPr>
        <p:spPr>
          <a:xfrm>
            <a:off x="1143000" y="685800"/>
            <a:ext cx="4572000" cy="3429000"/>
          </a:xfrm>
          <a:prstGeom prst="rect">
            <a:avLst/>
          </a:prstGeom>
          <a:noFill/>
          <a:ln w="9525">
            <a:noFill/>
          </a:ln>
        </p:spPr>
      </p:sp>
      <p:sp>
        <p:nvSpPr>
          <p:cNvPr id="1050030" name="Rectangle 5"/>
          <p:cNvSpPr>
            <a:spLocks noGrp="1" noChangeArrowheads="1"/>
          </p:cNvSpPr>
          <p:nvPr>
            <p:ph type="body" sz="quarter" idx="3"/>
          </p:nvPr>
        </p:nvSpPr>
        <p:spPr bwMode="auto">
          <a:xfrm>
            <a:off x="685800" y="4343400"/>
            <a:ext cx="5486400" cy="4114800"/>
          </a:xfrm>
          <a:prstGeom prst="rect">
            <a:avLst/>
          </a:prstGeom>
          <a:noFill/>
          <a:ln>
            <a:noFill/>
          </a:ln>
          <a:effectLst/>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30000"/>
              </a:spcBef>
              <a:spcAft>
                <a:spcPct val="0"/>
              </a:spcAft>
              <a:buClrTx/>
              <a:buSzTx/>
              <a:buFontTx/>
              <a:buNone/>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单击此处编辑母版文本样式</a:t>
            </a:r>
          </a:p>
          <a:p>
            <a:pPr marL="457200" marR="0" lvl="1" indent="0" algn="l" defTabSz="914400" rtl="0" eaLnBrk="0" fontAlgn="base" latinLnBrk="0" hangingPunct="0">
              <a:lnSpc>
                <a:spcPct val="100000"/>
              </a:lnSpc>
              <a:spcBef>
                <a:spcPct val="30000"/>
              </a:spcBef>
              <a:spcAft>
                <a:spcPct val="0"/>
              </a:spcAft>
              <a:buClrTx/>
              <a:buSzTx/>
              <a:buFontTx/>
              <a:buNone/>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第二级</a:t>
            </a:r>
          </a:p>
          <a:p>
            <a:pPr marL="914400" marR="0" lvl="2" indent="0" algn="l" defTabSz="914400" rtl="0" eaLnBrk="0" fontAlgn="base" latinLnBrk="0" hangingPunct="0">
              <a:lnSpc>
                <a:spcPct val="100000"/>
              </a:lnSpc>
              <a:spcBef>
                <a:spcPct val="30000"/>
              </a:spcBef>
              <a:spcAft>
                <a:spcPct val="0"/>
              </a:spcAft>
              <a:buClrTx/>
              <a:buSzTx/>
              <a:buFontTx/>
              <a:buNone/>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第三级</a:t>
            </a:r>
          </a:p>
          <a:p>
            <a:pPr marL="1371600" marR="0" lvl="3" indent="0" algn="l" defTabSz="914400" rtl="0" eaLnBrk="0" fontAlgn="base" latinLnBrk="0" hangingPunct="0">
              <a:lnSpc>
                <a:spcPct val="100000"/>
              </a:lnSpc>
              <a:spcBef>
                <a:spcPct val="30000"/>
              </a:spcBef>
              <a:spcAft>
                <a:spcPct val="0"/>
              </a:spcAft>
              <a:buClrTx/>
              <a:buSzTx/>
              <a:buFontTx/>
              <a:buNone/>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第四级</a:t>
            </a:r>
          </a:p>
          <a:p>
            <a:pPr marL="1828800" marR="0" lvl="4" indent="0" algn="l" defTabSz="914400" rtl="0" eaLnBrk="0" fontAlgn="base" latinLnBrk="0" hangingPunct="0">
              <a:lnSpc>
                <a:spcPct val="100000"/>
              </a:lnSpc>
              <a:spcBef>
                <a:spcPct val="30000"/>
              </a:spcBef>
              <a:spcAft>
                <a:spcPct val="0"/>
              </a:spcAft>
              <a:buClrTx/>
              <a:buSzTx/>
              <a:buFontTx/>
              <a:buNone/>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第五级</a:t>
            </a:r>
          </a:p>
        </p:txBody>
      </p:sp>
      <p:sp>
        <p:nvSpPr>
          <p:cNvPr id="1050031" name="Rectangle 6"/>
          <p:cNvSpPr>
            <a:spLocks noGrp="1" noChangeArrowheads="1"/>
          </p:cNvSpPr>
          <p:nvPr>
            <p:ph type="ftr" sz="quarter" idx="4"/>
          </p:nvPr>
        </p:nvSpPr>
        <p:spPr bwMode="auto">
          <a:xfrm>
            <a:off x="0" y="8685213"/>
            <a:ext cx="2971800" cy="457200"/>
          </a:xfrm>
          <a:prstGeom prst="rect">
            <a:avLst/>
          </a:prstGeom>
          <a:noFill/>
          <a:ln>
            <a:noFill/>
          </a:ln>
          <a:effectLst/>
        </p:spPr>
        <p:txBody>
          <a:bodyPr vert="horz" wrap="square" lIns="91440" tIns="45720" rIns="91440" bIns="45720" numCol="1" anchor="b" anchorCtr="0" compatLnSpc="1"/>
          <a:lstStyle>
            <a:lvl1pPr eaLnBrk="0" hangingPunct="0">
              <a:buFont typeface="Arial" panose="020B0604020202020204" pitchFamily="34" charset="0"/>
              <a:buNone/>
              <a:defRPr sz="1200"/>
            </a:lvl1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50032" name="Rectangle 7"/>
          <p:cNvSpPr>
            <a:spLocks noGrp="1" noChangeArrowheads="1"/>
          </p:cNvSpPr>
          <p:nvPr>
            <p:ph type="sldNum" sz="quarter" idx="5"/>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lstStyle/>
          <a:p>
            <a:pPr lvl="0" algn="r" fontAlgn="base">
              <a:buChar char="•"/>
            </a:pPr>
            <a:fld id="{9A0DB2DC-4C9A-4742-B13C-FB6460FD3503}" type="slidenum">
              <a:rPr lang="zh-CN" altLang="en-US" sz="1200" strike="noStrike" noProof="1" dirty="0">
                <a:latin typeface="Arial" panose="020B0604020202020204" pitchFamily="34" charset="0"/>
                <a:ea typeface="宋体" panose="02010600030101010101" pitchFamily="2" charset="-122"/>
                <a:cs typeface="+mn-ea"/>
              </a:rPr>
              <a:pPr lvl="0" algn="r" fontAlgn="base">
                <a:buChar char="•"/>
              </a:pPr>
              <a:t>‹#›</a:t>
            </a:fld>
            <a:endParaRPr lang="zh-CN" altLang="en-US" sz="1200" strike="noStrike" noProof="1"/>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2" name="幻灯片图像占位符 1"/>
          <p:cNvSpPr>
            <a:spLocks noGrp="1" noRot="1" noChangeAspect="1"/>
          </p:cNvSpPr>
          <p:nvPr>
            <p:ph type="sldImg"/>
          </p:nvPr>
        </p:nvSpPr>
        <p:spPr>
          <a:xfrm>
            <a:off x="381000" y="685800"/>
            <a:ext cx="6096000" cy="3429000"/>
          </a:xfrm>
        </p:spPr>
      </p:sp>
      <p:sp>
        <p:nvSpPr>
          <p:cNvPr id="1048643" name="备注占位符 2"/>
          <p:cNvSpPr>
            <a:spLocks noGrp="1"/>
          </p:cNvSpPr>
          <p:nvPr>
            <p:ph type="body" idx="1"/>
          </p:nvPr>
        </p:nvSpPr>
        <p:spPr/>
        <p:txBody>
          <a:bodyPr/>
          <a:lstStyle/>
          <a:p>
            <a:endParaRPr lang="zh-CN" altLang="en-US"/>
          </a:p>
        </p:txBody>
      </p:sp>
      <p:sp>
        <p:nvSpPr>
          <p:cNvPr id="1048644" name="灯片编号占位符 3"/>
          <p:cNvSpPr>
            <a:spLocks noGrp="1"/>
          </p:cNvSpPr>
          <p:nvPr>
            <p:ph type="sldNum" sz="quarter" idx="5"/>
          </p:nvPr>
        </p:nvSpPr>
        <p:spPr/>
        <p:txBody>
          <a:bodyPr/>
          <a:lstStyle/>
          <a:p>
            <a:fld id="{625CC8E0-6EDE-4451-B665-852168360543}" type="slidenum">
              <a:rPr lang="zh-CN" altLang="en-US" smtClean="0">
                <a:solidFill>
                  <a:prstClr val="black"/>
                </a:solidFill>
              </a:rPr>
              <a:t>1</a:t>
            </a:fld>
            <a:endParaRPr lang="zh-CN" altLang="en-US">
              <a:solidFill>
                <a:prstClr val="black"/>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1050001" name="标题 1"/>
          <p:cNvSpPr>
            <a:spLocks noGrp="1"/>
          </p:cNvSpPr>
          <p:nvPr>
            <p:ph type="ctrTitle"/>
          </p:nvPr>
        </p:nvSpPr>
        <p:spPr>
          <a:xfrm>
            <a:off x="1524000" y="1122363"/>
            <a:ext cx="9148763" cy="2387600"/>
          </a:xfrm>
        </p:spPr>
        <p:txBody>
          <a:bodyPr anchor="b"/>
          <a:lstStyle>
            <a:lvl1pPr algn="ctr">
              <a:defRPr sz="6000"/>
            </a:lvl1pPr>
          </a:lstStyle>
          <a:p>
            <a:pPr fontAlgn="base"/>
            <a:r>
              <a:rPr lang="zh-CN" altLang="en-US" strike="noStrike" noProof="1"/>
              <a:t>单击此处编辑母版标题样式</a:t>
            </a:r>
          </a:p>
        </p:txBody>
      </p:sp>
      <p:sp>
        <p:nvSpPr>
          <p:cNvPr id="1050002" name="副标题 2"/>
          <p:cNvSpPr>
            <a:spLocks noGrp="1"/>
          </p:cNvSpPr>
          <p:nvPr>
            <p:ph type="subTitle" idx="1"/>
          </p:nvPr>
        </p:nvSpPr>
        <p:spPr>
          <a:xfrm>
            <a:off x="1524000" y="3602038"/>
            <a:ext cx="9148763"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fontAlgn="base"/>
            <a:r>
              <a:rPr lang="zh-CN" altLang="en-US" strike="noStrike" noProof="1"/>
              <a:t>单击此处编辑母版副标题样式</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1050007" name="标题 1"/>
          <p:cNvSpPr>
            <a:spLocks noGrp="1"/>
          </p:cNvSpPr>
          <p:nvPr>
            <p:ph type="title"/>
          </p:nvPr>
        </p:nvSpPr>
        <p:spPr/>
        <p:txBody>
          <a:bodyPr/>
          <a:lstStyle/>
          <a:p>
            <a:pPr fontAlgn="base"/>
            <a:r>
              <a:rPr lang="zh-CN" altLang="en-US" strike="noStrike" noProof="1"/>
              <a:t>单击此处编辑母版标题样式</a:t>
            </a:r>
          </a:p>
        </p:txBody>
      </p:sp>
      <p:sp>
        <p:nvSpPr>
          <p:cNvPr id="1050008"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1050014" name="标题 1"/>
          <p:cNvSpPr>
            <a:spLocks noGrp="1"/>
          </p:cNvSpPr>
          <p:nvPr>
            <p:ph type="title"/>
          </p:nvPr>
        </p:nvSpPr>
        <p:spPr>
          <a:xfrm>
            <a:off x="831850" y="1709738"/>
            <a:ext cx="10520363" cy="2852737"/>
          </a:xfrm>
        </p:spPr>
        <p:txBody>
          <a:bodyPr anchor="b"/>
          <a:lstStyle>
            <a:lvl1pPr>
              <a:defRPr sz="6000"/>
            </a:lvl1pPr>
          </a:lstStyle>
          <a:p>
            <a:pPr fontAlgn="base"/>
            <a:r>
              <a:rPr lang="zh-CN" altLang="en-US" strike="noStrike" noProof="1"/>
              <a:t>单击此处编辑母版标题样式</a:t>
            </a:r>
          </a:p>
        </p:txBody>
      </p:sp>
      <p:sp>
        <p:nvSpPr>
          <p:cNvPr id="1050015" name="文本占位符 2"/>
          <p:cNvSpPr>
            <a:spLocks noGrp="1"/>
          </p:cNvSpPr>
          <p:nvPr>
            <p:ph type="body" idx="1"/>
          </p:nvPr>
        </p:nvSpPr>
        <p:spPr>
          <a:xfrm>
            <a:off x="831850" y="4589463"/>
            <a:ext cx="10520363"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fontAlgn="base"/>
            <a:r>
              <a:rPr lang="zh-CN" altLang="en-US" strike="noStrike" noProof="1"/>
              <a:t>单击此处编辑母版文本样式</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1050016" name="标题 1"/>
          <p:cNvSpPr>
            <a:spLocks noGrp="1"/>
          </p:cNvSpPr>
          <p:nvPr>
            <p:ph type="title"/>
          </p:nvPr>
        </p:nvSpPr>
        <p:spPr/>
        <p:txBody>
          <a:bodyPr/>
          <a:lstStyle/>
          <a:p>
            <a:pPr fontAlgn="base"/>
            <a:r>
              <a:rPr lang="zh-CN" altLang="en-US" strike="noStrike" noProof="1"/>
              <a:t>单击此处编辑母版标题样式</a:t>
            </a:r>
          </a:p>
        </p:txBody>
      </p:sp>
      <p:sp>
        <p:nvSpPr>
          <p:cNvPr id="1050017" name="内容占位符 2"/>
          <p:cNvSpPr>
            <a:spLocks noGrp="1"/>
          </p:cNvSpPr>
          <p:nvPr>
            <p:ph sz="half" idx="1"/>
          </p:nvPr>
        </p:nvSpPr>
        <p:spPr>
          <a:xfrm>
            <a:off x="609600" y="1600200"/>
            <a:ext cx="5411788" cy="4525963"/>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050018" name="内容占位符 3"/>
          <p:cNvSpPr>
            <a:spLocks noGrp="1"/>
          </p:cNvSpPr>
          <p:nvPr>
            <p:ph sz="half" idx="2"/>
          </p:nvPr>
        </p:nvSpPr>
        <p:spPr>
          <a:xfrm>
            <a:off x="6173788" y="1600200"/>
            <a:ext cx="5413375" cy="4525963"/>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50019" name="标题 1"/>
          <p:cNvSpPr>
            <a:spLocks noGrp="1"/>
          </p:cNvSpPr>
          <p:nvPr>
            <p:ph type="title"/>
          </p:nvPr>
        </p:nvSpPr>
        <p:spPr>
          <a:xfrm>
            <a:off x="839788" y="365125"/>
            <a:ext cx="10520362" cy="1325563"/>
          </a:xfrm>
        </p:spPr>
        <p:txBody>
          <a:bodyPr/>
          <a:lstStyle/>
          <a:p>
            <a:pPr fontAlgn="base"/>
            <a:r>
              <a:rPr lang="zh-CN" altLang="en-US" strike="noStrike" noProof="1"/>
              <a:t>单击此处编辑母版标题样式</a:t>
            </a:r>
          </a:p>
        </p:txBody>
      </p:sp>
      <p:sp>
        <p:nvSpPr>
          <p:cNvPr id="1050020" name="文本占位符 2"/>
          <p:cNvSpPr>
            <a:spLocks noGrp="1"/>
          </p:cNvSpPr>
          <p:nvPr>
            <p:ph type="body" idx="1"/>
          </p:nvPr>
        </p:nvSpPr>
        <p:spPr>
          <a:xfrm>
            <a:off x="839788" y="1681163"/>
            <a:ext cx="5159375"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1050021" name="内容占位符 3"/>
          <p:cNvSpPr>
            <a:spLocks noGrp="1"/>
          </p:cNvSpPr>
          <p:nvPr>
            <p:ph sz="half" idx="2"/>
          </p:nvPr>
        </p:nvSpPr>
        <p:spPr>
          <a:xfrm>
            <a:off x="839788" y="2505075"/>
            <a:ext cx="5159375" cy="3684588"/>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050022" name="文本占位符 4"/>
          <p:cNvSpPr>
            <a:spLocks noGrp="1"/>
          </p:cNvSpPr>
          <p:nvPr>
            <p:ph type="body" sz="quarter" idx="3"/>
          </p:nvPr>
        </p:nvSpPr>
        <p:spPr>
          <a:xfrm>
            <a:off x="6175375" y="1681163"/>
            <a:ext cx="5184775"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1050023" name="内容占位符 5"/>
          <p:cNvSpPr>
            <a:spLocks noGrp="1"/>
          </p:cNvSpPr>
          <p:nvPr>
            <p:ph sz="quarter" idx="4"/>
          </p:nvPr>
        </p:nvSpPr>
        <p:spPr>
          <a:xfrm>
            <a:off x="6175375" y="2505075"/>
            <a:ext cx="5184775" cy="3684588"/>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1050003" name="标题 1"/>
          <p:cNvSpPr>
            <a:spLocks noGrp="1"/>
          </p:cNvSpPr>
          <p:nvPr>
            <p:ph type="title"/>
          </p:nvPr>
        </p:nvSpPr>
        <p:spPr/>
        <p:txBody>
          <a:bodyPr/>
          <a:lstStyle/>
          <a:p>
            <a:pPr fontAlgn="base"/>
            <a:r>
              <a:rPr lang="zh-CN" altLang="en-US" strike="noStrike" noProof="1"/>
              <a:t>单击此处编辑母版标题样式</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1050024" name="标题 1"/>
          <p:cNvSpPr>
            <a:spLocks noGrp="1"/>
          </p:cNvSpPr>
          <p:nvPr>
            <p:ph type="title"/>
          </p:nvPr>
        </p:nvSpPr>
        <p:spPr>
          <a:xfrm>
            <a:off x="839788" y="457200"/>
            <a:ext cx="3933825" cy="1600200"/>
          </a:xfrm>
        </p:spPr>
        <p:txBody>
          <a:bodyPr anchor="b"/>
          <a:lstStyle>
            <a:lvl1pPr>
              <a:defRPr sz="3200"/>
            </a:lvl1pPr>
          </a:lstStyle>
          <a:p>
            <a:pPr fontAlgn="base"/>
            <a:r>
              <a:rPr lang="zh-CN" altLang="en-US" strike="noStrike" noProof="1"/>
              <a:t>单击此处编辑母版标题样式</a:t>
            </a:r>
          </a:p>
        </p:txBody>
      </p:sp>
      <p:sp>
        <p:nvSpPr>
          <p:cNvPr id="1050025" name="内容占位符 2"/>
          <p:cNvSpPr>
            <a:spLocks noGrp="1"/>
          </p:cNvSpPr>
          <p:nvPr>
            <p:ph idx="1"/>
          </p:nvPr>
        </p:nvSpPr>
        <p:spPr>
          <a:xfrm>
            <a:off x="5184775" y="987425"/>
            <a:ext cx="6175375"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050026" name="文本占位符 3"/>
          <p:cNvSpPr>
            <a:spLocks noGrp="1"/>
          </p:cNvSpPr>
          <p:nvPr>
            <p:ph type="body" sz="half" idx="2"/>
          </p:nvPr>
        </p:nvSpPr>
        <p:spPr>
          <a:xfrm>
            <a:off x="839788" y="2057400"/>
            <a:ext cx="393382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fontAlgn="base"/>
            <a:r>
              <a:rPr lang="zh-CN" altLang="en-US" strike="noStrike" noProof="1"/>
              <a:t>单击此处编辑母版文本样式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1050009" name="标题 1"/>
          <p:cNvSpPr>
            <a:spLocks noGrp="1"/>
          </p:cNvSpPr>
          <p:nvPr>
            <p:ph type="title"/>
          </p:nvPr>
        </p:nvSpPr>
        <p:spPr>
          <a:xfrm>
            <a:off x="839788" y="457200"/>
            <a:ext cx="3933825" cy="1600200"/>
          </a:xfrm>
        </p:spPr>
        <p:txBody>
          <a:bodyPr anchor="b"/>
          <a:lstStyle>
            <a:lvl1pPr>
              <a:defRPr sz="3200"/>
            </a:lvl1pPr>
          </a:lstStyle>
          <a:p>
            <a:pPr fontAlgn="base"/>
            <a:r>
              <a:rPr lang="zh-CN" altLang="en-US" strike="noStrike" noProof="1"/>
              <a:t>单击此处编辑母版标题样式</a:t>
            </a:r>
          </a:p>
        </p:txBody>
      </p:sp>
      <p:sp>
        <p:nvSpPr>
          <p:cNvPr id="1050010" name="图片占位符 2"/>
          <p:cNvSpPr>
            <a:spLocks noGrp="1"/>
          </p:cNvSpPr>
          <p:nvPr>
            <p:ph type="pic" idx="1"/>
          </p:nvPr>
        </p:nvSpPr>
        <p:spPr>
          <a:xfrm>
            <a:off x="5184775" y="987425"/>
            <a:ext cx="6175375"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3200" b="0" i="0" u="none" strike="noStrike" kern="1200" cap="none" spc="0" normalizeH="0" baseline="0" noProof="0">
              <a:ln>
                <a:noFill/>
              </a:ln>
              <a:solidFill>
                <a:schemeClr val="accent1"/>
              </a:solidFill>
              <a:effectLst/>
              <a:uLnTx/>
              <a:uFillTx/>
              <a:latin typeface="+mn-lt"/>
              <a:ea typeface="+mn-ea"/>
              <a:cs typeface="+mn-cs"/>
            </a:endParaRPr>
          </a:p>
        </p:txBody>
      </p:sp>
      <p:sp>
        <p:nvSpPr>
          <p:cNvPr id="1050011" name="文本占位符 3"/>
          <p:cNvSpPr>
            <a:spLocks noGrp="1"/>
          </p:cNvSpPr>
          <p:nvPr>
            <p:ph type="body" sz="half" idx="2"/>
          </p:nvPr>
        </p:nvSpPr>
        <p:spPr>
          <a:xfrm>
            <a:off x="839788" y="2057400"/>
            <a:ext cx="393382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fontAlgn="base"/>
            <a:r>
              <a:rPr lang="zh-CN" altLang="en-US" strike="noStrike" noProof="1"/>
              <a:t>单击此处编辑母版文本样式</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1050012" name="标题 1"/>
          <p:cNvSpPr>
            <a:spLocks noGrp="1"/>
          </p:cNvSpPr>
          <p:nvPr>
            <p:ph type="title"/>
          </p:nvPr>
        </p:nvSpPr>
        <p:spPr/>
        <p:txBody>
          <a:bodyPr/>
          <a:lstStyle/>
          <a:p>
            <a:pPr fontAlgn="base"/>
            <a:r>
              <a:rPr lang="zh-CN" altLang="en-US" strike="noStrike" noProof="1"/>
              <a:t>单击此处编辑母版标题样式</a:t>
            </a:r>
          </a:p>
        </p:txBody>
      </p:sp>
      <p:sp>
        <p:nvSpPr>
          <p:cNvPr id="105001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 文本">
    <p:spTree>
      <p:nvGrpSpPr>
        <p:cNvPr id="1" name=""/>
        <p:cNvGrpSpPr/>
        <p:nvPr/>
      </p:nvGrpSpPr>
      <p:grpSpPr>
        <a:xfrm>
          <a:off x="0" y="0"/>
          <a:ext cx="0" cy="0"/>
          <a:chOff x="0" y="0"/>
          <a:chExt cx="0" cy="0"/>
        </a:xfrm>
      </p:grpSpPr>
      <p:sp>
        <p:nvSpPr>
          <p:cNvPr id="1050004" name="竖排标题 1"/>
          <p:cNvSpPr>
            <a:spLocks noGrp="1"/>
          </p:cNvSpPr>
          <p:nvPr>
            <p:ph type="title" orient="vert"/>
          </p:nvPr>
        </p:nvSpPr>
        <p:spPr>
          <a:xfrm>
            <a:off x="8843963" y="908050"/>
            <a:ext cx="2743200" cy="5218113"/>
          </a:xfrm>
        </p:spPr>
        <p:txBody>
          <a:bodyPr vert="eaVert"/>
          <a:lstStyle/>
          <a:p>
            <a:pPr fontAlgn="base"/>
            <a:r>
              <a:rPr lang="zh-CN" altLang="en-US" strike="noStrike" noProof="1"/>
              <a:t>单击此处编辑母版标题样式</a:t>
            </a:r>
          </a:p>
        </p:txBody>
      </p:sp>
      <p:sp>
        <p:nvSpPr>
          <p:cNvPr id="1050005" name="竖排文字占位符 2"/>
          <p:cNvSpPr>
            <a:spLocks noGrp="1"/>
          </p:cNvSpPr>
          <p:nvPr>
            <p:ph type="body" orient="vert" idx="1"/>
          </p:nvPr>
        </p:nvSpPr>
        <p:spPr>
          <a:xfrm>
            <a:off x="609600" y="908050"/>
            <a:ext cx="8081963" cy="5218113"/>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050006" name="流程图: 接点 3"/>
          <p:cNvSpPr/>
          <p:nvPr userDrawn="1"/>
        </p:nvSpPr>
        <p:spPr bwMode="auto">
          <a:xfrm>
            <a:off x="121717" y="45294"/>
            <a:ext cx="768196" cy="720849"/>
          </a:xfrm>
          <a:prstGeom prst="flowChartConnector">
            <a:avLst/>
          </a:prstGeom>
          <a:solidFill>
            <a:srgbClr val="00467A"/>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pic>
        <p:nvPicPr>
          <p:cNvPr id="2097259" name="图片 4"/>
          <p:cNvPicPr>
            <a:picLocks noChangeAspect="1"/>
          </p:cNvPicPr>
          <p:nvPr userDrawn="1"/>
        </p:nvPicPr>
        <p:blipFill rotWithShape="1">
          <a:blip r:embed="rId2"/>
          <a:srcRect l="-2568" t="-11947" r="78385" b="-8012"/>
          <a:stretch>
            <a:fillRect/>
          </a:stretch>
        </p:blipFill>
        <p:spPr>
          <a:xfrm>
            <a:off x="85713" y="10251"/>
            <a:ext cx="840204" cy="792474"/>
          </a:xfrm>
          <a:prstGeom prst="rect">
            <a:avLst/>
          </a:prstGeom>
        </p:spPr>
      </p:pic>
      <p:cxnSp>
        <p:nvCxnSpPr>
          <p:cNvPr id="3145744" name="直接连接符 6"/>
          <p:cNvCxnSpPr>
            <a:cxnSpLocks/>
          </p:cNvCxnSpPr>
          <p:nvPr userDrawn="1"/>
        </p:nvCxnSpPr>
        <p:spPr bwMode="auto">
          <a:xfrm>
            <a:off x="193725" y="837098"/>
            <a:ext cx="6408712" cy="0"/>
          </a:xfrm>
          <a:prstGeom prst="line">
            <a:avLst/>
          </a:prstGeom>
          <a:solidFill>
            <a:schemeClr val="accent1"/>
          </a:solidFill>
          <a:ln w="38100" cap="flat" cmpd="sng" algn="ctr">
            <a:solidFill>
              <a:srgbClr val="00467A"/>
            </a:solidFill>
            <a:prstDash val="solid"/>
            <a:round/>
            <a:headEnd type="none" w="med" len="med"/>
            <a:tailEnd type="none" w="med" len="med"/>
          </a:ln>
        </p:spPr>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3" cstate="print"/>
          <a:stretch>
            <a:fillRect/>
          </a:stretch>
        </a:blipFill>
        <a:effectLst/>
      </p:bgPr>
    </p:bg>
    <p:spTree>
      <p:nvGrpSpPr>
        <p:cNvPr id="1" name=""/>
        <p:cNvGrpSpPr/>
        <p:nvPr/>
      </p:nvGrpSpPr>
      <p:grpSpPr>
        <a:xfrm>
          <a:off x="0" y="0"/>
          <a:ext cx="0" cy="0"/>
          <a:chOff x="0" y="0"/>
          <a:chExt cx="0" cy="0"/>
        </a:xfrm>
      </p:grpSpPr>
      <p:sp>
        <p:nvSpPr>
          <p:cNvPr id="1048576" name="矩形 3"/>
          <p:cNvSpPr>
            <a:spLocks noChangeArrowheads="1"/>
          </p:cNvSpPr>
          <p:nvPr/>
        </p:nvSpPr>
        <p:spPr bwMode="auto">
          <a:xfrm>
            <a:off x="11582400" y="6381750"/>
            <a:ext cx="492125" cy="396875"/>
          </a:xfrm>
          <a:prstGeom prst="rect">
            <a:avLst/>
          </a:prstGeom>
          <a:solidFill>
            <a:srgbClr val="0F3D68"/>
          </a:solidFill>
          <a:ln>
            <a:noFill/>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48577" name="TextBox 4"/>
          <p:cNvSpPr txBox="1"/>
          <p:nvPr/>
        </p:nvSpPr>
        <p:spPr>
          <a:xfrm>
            <a:off x="11609388" y="6410325"/>
            <a:ext cx="525779" cy="332740"/>
          </a:xfrm>
          <a:prstGeom prst="rect">
            <a:avLst/>
          </a:prstGeom>
          <a:noFill/>
          <a:ln w="9525">
            <a:noFill/>
          </a:ln>
        </p:spPr>
        <p:txBody>
          <a:bodyPr wrap="none" anchor="t">
            <a:spAutoFit/>
          </a:bodyPr>
          <a:lstStyle/>
          <a:p>
            <a:pPr lvl="0" indent="0" algn="ctr"/>
            <a:fld id="{9A0DB2DC-4C9A-4742-B13C-FB6460FD3503}" type="slidenum">
              <a:rPr lang="zh-CN" altLang="en-US" sz="1600" dirty="0">
                <a:solidFill>
                  <a:schemeClr val="accent2"/>
                </a:solidFill>
                <a:latin typeface="Arial" panose="020B0604020202020204" pitchFamily="34" charset="0"/>
                <a:ea typeface="宋体" panose="02010600030101010101" pitchFamily="2" charset="-122"/>
              </a:rPr>
              <a:pPr lvl="0" indent="0" algn="ctr"/>
              <a:t>‹#›</a:t>
            </a:fld>
            <a:endParaRPr lang="zh-CN" altLang="en-US" sz="1600" dirty="0">
              <a:solidFill>
                <a:schemeClr val="accent2"/>
              </a:solidFill>
              <a:latin typeface="Arial" panose="020B0604020202020204" pitchFamily="34" charset="0"/>
              <a:ea typeface="宋体" panose="02010600030101010101" pitchFamily="2" charset="-122"/>
            </a:endParaRPr>
          </a:p>
        </p:txBody>
      </p:sp>
      <p:sp>
        <p:nvSpPr>
          <p:cNvPr id="1048578" name="Rectangle 2"/>
          <p:cNvSpPr>
            <a:spLocks noGrp="1"/>
          </p:cNvSpPr>
          <p:nvPr>
            <p:ph type="title"/>
          </p:nvPr>
        </p:nvSpPr>
        <p:spPr>
          <a:xfrm>
            <a:off x="609600" y="908050"/>
            <a:ext cx="10977563" cy="635000"/>
          </a:xfrm>
          <a:prstGeom prst="rect">
            <a:avLst/>
          </a:prstGeom>
          <a:noFill/>
          <a:ln w="9525">
            <a:noFill/>
          </a:ln>
        </p:spPr>
        <p:txBody>
          <a:bodyPr anchor="ctr"/>
          <a:lstStyle/>
          <a:p>
            <a:pPr lvl="0"/>
            <a:r>
              <a:rPr lang="zh-CN" altLang="zh-CN" dirty="0"/>
              <a:t>单击此处编辑母版标题样式</a:t>
            </a:r>
          </a:p>
        </p:txBody>
      </p:sp>
      <p:sp>
        <p:nvSpPr>
          <p:cNvPr id="1048579" name="Rectangle 3"/>
          <p:cNvSpPr>
            <a:spLocks noGrp="1"/>
          </p:cNvSpPr>
          <p:nvPr>
            <p:ph type="body"/>
          </p:nvPr>
        </p:nvSpPr>
        <p:spPr>
          <a:xfrm>
            <a:off x="609600" y="1600200"/>
            <a:ext cx="10977563" cy="4525963"/>
          </a:xfrm>
          <a:prstGeom prst="rect">
            <a:avLst/>
          </a:prstGeom>
          <a:noFill/>
          <a:ln w="9525">
            <a:noFill/>
          </a:ln>
        </p:spPr>
        <p:txBody>
          <a:bodyPr anchor="t"/>
          <a:lstStyle/>
          <a:p>
            <a:pPr lvl="0" indent="-342900"/>
            <a:r>
              <a:rPr lang="zh-CN" altLang="zh-CN" dirty="0"/>
              <a:t>单击此处编辑母版文本样式</a:t>
            </a:r>
          </a:p>
          <a:p>
            <a:pPr lvl="1" indent="-285750"/>
            <a:r>
              <a:rPr lang="zh-CN" altLang="zh-CN" dirty="0"/>
              <a:t>第二级</a:t>
            </a:r>
          </a:p>
        </p:txBody>
      </p:sp>
      <p:sp>
        <p:nvSpPr>
          <p:cNvPr id="1048580" name="矩形 1"/>
          <p:cNvSpPr>
            <a:spLocks noChangeArrowheads="1"/>
          </p:cNvSpPr>
          <p:nvPr/>
        </p:nvSpPr>
        <p:spPr bwMode="auto">
          <a:xfrm>
            <a:off x="0" y="6713538"/>
            <a:ext cx="12196763" cy="144463"/>
          </a:xfrm>
          <a:prstGeom prst="rect">
            <a:avLst/>
          </a:prstGeom>
          <a:solidFill>
            <a:srgbClr val="0F3D68"/>
          </a:solidFill>
          <a:ln>
            <a:noFill/>
          </a:ln>
        </p:spPr>
        <p:txBody>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1048577"/>
                                        </p:tgtEl>
                                        <p:attrNameLst>
                                          <p:attrName>style.visibility</p:attrName>
                                        </p:attrNameLst>
                                      </p:cBhvr>
                                      <p:to>
                                        <p:strVal val="visible"/>
                                      </p:to>
                                    </p:set>
                                    <p:anim calcmode="lin" valueType="num">
                                      <p:cBhvr>
                                        <p:cTn id="7" dur="400" fill="hold"/>
                                        <p:tgtEl>
                                          <p:spTgt spid="1048577"/>
                                        </p:tgtEl>
                                        <p:attrNameLst>
                                          <p:attrName>ppt_w</p:attrName>
                                        </p:attrNameLst>
                                      </p:cBhvr>
                                      <p:tavLst>
                                        <p:tav tm="0">
                                          <p:val>
                                            <p:fltVal val="0"/>
                                          </p:val>
                                        </p:tav>
                                        <p:tav tm="100000">
                                          <p:val>
                                            <p:strVal val="#ppt_w"/>
                                          </p:val>
                                        </p:tav>
                                      </p:tavLst>
                                    </p:anim>
                                    <p:anim calcmode="lin" valueType="num">
                                      <p:cBhvr>
                                        <p:cTn id="8" dur="400" fill="hold"/>
                                        <p:tgtEl>
                                          <p:spTgt spid="1048577"/>
                                        </p:tgtEl>
                                        <p:attrNameLst>
                                          <p:attrName>ppt_h</p:attrName>
                                        </p:attrNameLst>
                                      </p:cBhvr>
                                      <p:tavLst>
                                        <p:tav tm="0">
                                          <p:val>
                                            <p:fltVal val="0"/>
                                          </p:val>
                                        </p:tav>
                                        <p:tav tm="100000">
                                          <p:val>
                                            <p:strVal val="#ppt_h"/>
                                          </p:val>
                                        </p:tav>
                                      </p:tavLst>
                                    </p:anim>
                                    <p:anim calcmode="lin" valueType="num">
                                      <p:cBhvr>
                                        <p:cTn id="9" dur="400" fill="hold"/>
                                        <p:tgtEl>
                                          <p:spTgt spid="1048577"/>
                                        </p:tgtEl>
                                        <p:attrNameLst>
                                          <p:attrName>style.rotation</p:attrName>
                                        </p:attrNameLst>
                                      </p:cBhvr>
                                      <p:tavLst>
                                        <p:tav tm="0">
                                          <p:val>
                                            <p:fltVal val="90"/>
                                          </p:val>
                                        </p:tav>
                                        <p:tav tm="100000">
                                          <p:val>
                                            <p:fltVal val="0"/>
                                          </p:val>
                                        </p:tav>
                                      </p:tavLst>
                                    </p:anim>
                                    <p:animEffect transition="in" filter="fade">
                                      <p:cBhvr>
                                        <p:cTn id="10" dur="400"/>
                                        <p:tgtEl>
                                          <p:spTgt spid="10485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577" grpId="0"/>
    </p:bldLst>
  </p:timing>
  <p:hf sldNum="0" hdr="0" ftr="0" dt="0"/>
  <p:txStyles>
    <p:titleStyle>
      <a:lvl1pPr algn="l" rtl="0" eaLnBrk="0" fontAlgn="base" hangingPunct="0">
        <a:spcBef>
          <a:spcPct val="0"/>
        </a:spcBef>
        <a:spcAft>
          <a:spcPct val="0"/>
        </a:spcAft>
        <a:defRPr sz="2400" kern="1200">
          <a:solidFill>
            <a:schemeClr val="accent1"/>
          </a:solidFill>
          <a:latin typeface="+mj-lt"/>
          <a:ea typeface="+mj-ea"/>
          <a:cs typeface="+mj-cs"/>
        </a:defRPr>
      </a:lvl1pPr>
      <a:lvl2pPr algn="l" rtl="0" eaLnBrk="0" fontAlgn="base" hangingPunct="0">
        <a:spcBef>
          <a:spcPct val="0"/>
        </a:spcBef>
        <a:spcAft>
          <a:spcPct val="0"/>
        </a:spcAft>
        <a:defRPr sz="2400">
          <a:solidFill>
            <a:schemeClr val="accent1"/>
          </a:solidFill>
          <a:latin typeface="Arial" panose="020B0604020202020204" pitchFamily="34" charset="0"/>
          <a:ea typeface="微软雅黑" panose="020B0503020204020204" pitchFamily="34" charset="-122"/>
        </a:defRPr>
      </a:lvl2pPr>
      <a:lvl3pPr algn="l" rtl="0" eaLnBrk="0" fontAlgn="base" hangingPunct="0">
        <a:spcBef>
          <a:spcPct val="0"/>
        </a:spcBef>
        <a:spcAft>
          <a:spcPct val="0"/>
        </a:spcAft>
        <a:defRPr sz="2400">
          <a:solidFill>
            <a:schemeClr val="accent1"/>
          </a:solidFill>
          <a:latin typeface="Arial" panose="020B0604020202020204" pitchFamily="34" charset="0"/>
          <a:ea typeface="微软雅黑" panose="020B0503020204020204" pitchFamily="34" charset="-122"/>
        </a:defRPr>
      </a:lvl3pPr>
      <a:lvl4pPr algn="l" rtl="0" eaLnBrk="0" fontAlgn="base" hangingPunct="0">
        <a:spcBef>
          <a:spcPct val="0"/>
        </a:spcBef>
        <a:spcAft>
          <a:spcPct val="0"/>
        </a:spcAft>
        <a:defRPr sz="2400">
          <a:solidFill>
            <a:schemeClr val="accent1"/>
          </a:solidFill>
          <a:latin typeface="Arial" panose="020B0604020202020204" pitchFamily="34" charset="0"/>
          <a:ea typeface="微软雅黑" panose="020B0503020204020204" pitchFamily="34" charset="-122"/>
        </a:defRPr>
      </a:lvl4pPr>
      <a:lvl5pPr algn="l" rtl="0" eaLnBrk="0" fontAlgn="base" hangingPunct="0">
        <a:spcBef>
          <a:spcPct val="0"/>
        </a:spcBef>
        <a:spcAft>
          <a:spcPct val="0"/>
        </a:spcAft>
        <a:defRPr sz="2400">
          <a:solidFill>
            <a:schemeClr val="accent1"/>
          </a:solidFill>
          <a:latin typeface="Arial" panose="020B0604020202020204" pitchFamily="34" charset="0"/>
          <a:ea typeface="微软雅黑" panose="020B0503020204020204" pitchFamily="34" charset="-122"/>
        </a:defRPr>
      </a:lvl5pPr>
      <a:lvl6pPr marL="457200" algn="l" rtl="0" eaLnBrk="0" fontAlgn="base" hangingPunct="0">
        <a:spcBef>
          <a:spcPct val="0"/>
        </a:spcBef>
        <a:spcAft>
          <a:spcPct val="0"/>
        </a:spcAft>
        <a:defRPr sz="2400">
          <a:solidFill>
            <a:schemeClr val="accent1"/>
          </a:solidFill>
          <a:latin typeface="Arial" panose="020B0604020202020204" pitchFamily="34" charset="0"/>
          <a:ea typeface="微软雅黑" panose="020B0503020204020204" pitchFamily="34" charset="-122"/>
        </a:defRPr>
      </a:lvl6pPr>
      <a:lvl7pPr marL="914400" algn="l" rtl="0" eaLnBrk="0" fontAlgn="base" hangingPunct="0">
        <a:spcBef>
          <a:spcPct val="0"/>
        </a:spcBef>
        <a:spcAft>
          <a:spcPct val="0"/>
        </a:spcAft>
        <a:defRPr sz="2400">
          <a:solidFill>
            <a:schemeClr val="accent1"/>
          </a:solidFill>
          <a:latin typeface="Arial" panose="020B0604020202020204" pitchFamily="34" charset="0"/>
          <a:ea typeface="微软雅黑" panose="020B0503020204020204" pitchFamily="34" charset="-122"/>
        </a:defRPr>
      </a:lvl7pPr>
      <a:lvl8pPr marL="1371600" algn="l" rtl="0" eaLnBrk="0" fontAlgn="base" hangingPunct="0">
        <a:spcBef>
          <a:spcPct val="0"/>
        </a:spcBef>
        <a:spcAft>
          <a:spcPct val="0"/>
        </a:spcAft>
        <a:defRPr sz="2400">
          <a:solidFill>
            <a:schemeClr val="accent1"/>
          </a:solidFill>
          <a:latin typeface="Arial" panose="020B0604020202020204" pitchFamily="34" charset="0"/>
          <a:ea typeface="微软雅黑" panose="020B0503020204020204" pitchFamily="34" charset="-122"/>
        </a:defRPr>
      </a:lvl8pPr>
      <a:lvl9pPr marL="1828800" algn="l" rtl="0" eaLnBrk="0" fontAlgn="base" hangingPunct="0">
        <a:spcBef>
          <a:spcPct val="0"/>
        </a:spcBef>
        <a:spcAft>
          <a:spcPct val="0"/>
        </a:spcAft>
        <a:defRPr sz="2400">
          <a:solidFill>
            <a:schemeClr val="accent1"/>
          </a:solidFill>
          <a:latin typeface="Arial" panose="020B0604020202020204" pitchFamily="34" charset="0"/>
          <a:ea typeface="微软雅黑" panose="020B0503020204020204" pitchFamily="34" charset="-122"/>
        </a:defRPr>
      </a:lvl9pPr>
    </p:titleStyle>
    <p:bodyStyle>
      <a:lvl1pPr marL="342900" indent="-342900" algn="l" rtl="0" eaLnBrk="0" fontAlgn="base" hangingPunct="0">
        <a:spcBef>
          <a:spcPct val="20000"/>
        </a:spcBef>
        <a:spcAft>
          <a:spcPct val="0"/>
        </a:spcAft>
        <a:buChar char="•"/>
        <a:defRPr sz="2000" kern="1200">
          <a:solidFill>
            <a:schemeClr val="accent1"/>
          </a:solidFill>
          <a:latin typeface="+mn-lt"/>
          <a:ea typeface="+mn-ea"/>
          <a:cs typeface="+mn-cs"/>
        </a:defRPr>
      </a:lvl1pPr>
      <a:lvl2pPr marL="742950" indent="-285750" algn="l" rtl="0" eaLnBrk="0" fontAlgn="base" hangingPunct="0">
        <a:spcBef>
          <a:spcPct val="20000"/>
        </a:spcBef>
        <a:spcAft>
          <a:spcPct val="0"/>
        </a:spcAft>
        <a:buChar char="–"/>
        <a:defRPr sz="2000" kern="1200">
          <a:solidFill>
            <a:schemeClr val="accent1"/>
          </a:solidFill>
          <a:latin typeface="+mn-lt"/>
          <a:ea typeface="仿宋_GB2312" pitchFamily="1" charset="-122"/>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宋体" panose="02010600030101010101" pitchFamily="2" charset="-122"/>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宋体" panose="02010600030101010101" pitchFamily="2" charset="-122"/>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宋体" panose="0201060003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2.png"/><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7.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53.xml.rels><?xml version="1.0" encoding="UTF-8" standalone="yes"?>
<Relationships xmlns="http://schemas.openxmlformats.org/package/2006/relationships"><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image" Target="../media/image34.png"/><Relationship Id="rId1" Type="http://schemas.openxmlformats.org/officeDocument/2006/relationships/slideLayout" Target="../slideLayouts/slideLayout7.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5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7.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45.wmf"/><Relationship Id="rId2" Type="http://schemas.openxmlformats.org/officeDocument/2006/relationships/oleObject" Target="../embeddings/oleObject1.bin"/><Relationship Id="rId1" Type="http://schemas.openxmlformats.org/officeDocument/2006/relationships/slideLayout" Target="../slideLayouts/slideLayout7.xml"/><Relationship Id="rId4" Type="http://schemas.openxmlformats.org/officeDocument/2006/relationships/image" Target="../media/image46.png"/></Relationships>
</file>

<file path=ppt/slides/_rels/slide5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7.xml"/><Relationship Id="rId5" Type="http://schemas.openxmlformats.org/officeDocument/2006/relationships/image" Target="../media/image50.png"/><Relationship Id="rId4" Type="http://schemas.openxmlformats.org/officeDocument/2006/relationships/image" Target="../media/image49.png"/></Relationships>
</file>

<file path=ppt/slides/_rels/slide58.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image" Target="../media/image53.png"/><Relationship Id="rId1" Type="http://schemas.openxmlformats.org/officeDocument/2006/relationships/slideLayout" Target="../slideLayouts/slideLayout7.xml"/><Relationship Id="rId6" Type="http://schemas.openxmlformats.org/officeDocument/2006/relationships/image" Target="../media/image55.wmf"/><Relationship Id="rId5" Type="http://schemas.openxmlformats.org/officeDocument/2006/relationships/oleObject" Target="../embeddings/oleObject3.bin"/><Relationship Id="rId4" Type="http://schemas.openxmlformats.org/officeDocument/2006/relationships/image" Target="../media/image54.wmf"/></Relationships>
</file>

<file path=ppt/slides/_rels/slide61.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7.xml"/><Relationship Id="rId6" Type="http://schemas.openxmlformats.org/officeDocument/2006/relationships/image" Target="../media/image59.wmf"/><Relationship Id="rId5" Type="http://schemas.openxmlformats.org/officeDocument/2006/relationships/oleObject" Target="../embeddings/oleObject4.bin"/><Relationship Id="rId4" Type="http://schemas.openxmlformats.org/officeDocument/2006/relationships/image" Target="../media/image58.png"/></Relationships>
</file>

<file path=ppt/slides/_rels/slide62.xml.rels><?xml version="1.0" encoding="UTF-8" standalone="yes"?>
<Relationships xmlns="http://schemas.openxmlformats.org/package/2006/relationships"><Relationship Id="rId13" Type="http://schemas.openxmlformats.org/officeDocument/2006/relationships/customXml" Target="../ink/ink9.xml"/><Relationship Id="rId18" Type="http://schemas.openxmlformats.org/officeDocument/2006/relationships/customXml" Target="../ink/ink14.xml"/><Relationship Id="rId26" Type="http://schemas.openxmlformats.org/officeDocument/2006/relationships/customXml" Target="../ink/ink22.xml"/><Relationship Id="rId39" Type="http://schemas.openxmlformats.org/officeDocument/2006/relationships/customXml" Target="../ink/ink35.xml"/><Relationship Id="rId21" Type="http://schemas.openxmlformats.org/officeDocument/2006/relationships/customXml" Target="../ink/ink17.xml"/><Relationship Id="rId34" Type="http://schemas.openxmlformats.org/officeDocument/2006/relationships/customXml" Target="../ink/ink30.xml"/><Relationship Id="rId42" Type="http://schemas.openxmlformats.org/officeDocument/2006/relationships/customXml" Target="../ink/ink38.xml"/><Relationship Id="rId47" Type="http://schemas.openxmlformats.org/officeDocument/2006/relationships/customXml" Target="../ink/ink43.xml"/><Relationship Id="rId50" Type="http://schemas.openxmlformats.org/officeDocument/2006/relationships/customXml" Target="../ink/ink46.xml"/><Relationship Id="rId55" Type="http://schemas.openxmlformats.org/officeDocument/2006/relationships/customXml" Target="../ink/ink51.xml"/><Relationship Id="rId7" Type="http://schemas.openxmlformats.org/officeDocument/2006/relationships/customXml" Target="../ink/ink3.xml"/><Relationship Id="rId2" Type="http://schemas.openxmlformats.org/officeDocument/2006/relationships/oleObject" Target="../embeddings/oleObject1.bin"/><Relationship Id="rId16" Type="http://schemas.openxmlformats.org/officeDocument/2006/relationships/customXml" Target="../ink/ink12.xml"/><Relationship Id="rId29" Type="http://schemas.openxmlformats.org/officeDocument/2006/relationships/customXml" Target="../ink/ink25.xml"/><Relationship Id="rId11" Type="http://schemas.openxmlformats.org/officeDocument/2006/relationships/customXml" Target="../ink/ink7.xml"/><Relationship Id="rId24" Type="http://schemas.openxmlformats.org/officeDocument/2006/relationships/customXml" Target="../ink/ink20.xml"/><Relationship Id="rId32" Type="http://schemas.openxmlformats.org/officeDocument/2006/relationships/customXml" Target="../ink/ink28.xml"/><Relationship Id="rId37" Type="http://schemas.openxmlformats.org/officeDocument/2006/relationships/customXml" Target="../ink/ink33.xml"/><Relationship Id="rId40" Type="http://schemas.openxmlformats.org/officeDocument/2006/relationships/customXml" Target="../ink/ink36.xml"/><Relationship Id="rId45" Type="http://schemas.openxmlformats.org/officeDocument/2006/relationships/customXml" Target="../ink/ink41.xml"/><Relationship Id="rId53" Type="http://schemas.openxmlformats.org/officeDocument/2006/relationships/customXml" Target="../ink/ink49.xml"/><Relationship Id="rId58" Type="http://schemas.openxmlformats.org/officeDocument/2006/relationships/customXml" Target="../ink/ink54.xml"/><Relationship Id="rId5" Type="http://schemas.openxmlformats.org/officeDocument/2006/relationships/customXml" Target="../ink/ink1.xml"/><Relationship Id="rId19" Type="http://schemas.openxmlformats.org/officeDocument/2006/relationships/customXml" Target="../ink/ink15.xml"/><Relationship Id="rId4" Type="http://schemas.openxmlformats.org/officeDocument/2006/relationships/image" Target="../media/image60.png"/><Relationship Id="rId9" Type="http://schemas.openxmlformats.org/officeDocument/2006/relationships/customXml" Target="../ink/ink5.xml"/><Relationship Id="rId14" Type="http://schemas.openxmlformats.org/officeDocument/2006/relationships/customXml" Target="../ink/ink10.xml"/><Relationship Id="rId22" Type="http://schemas.openxmlformats.org/officeDocument/2006/relationships/customXml" Target="../ink/ink18.xml"/><Relationship Id="rId27" Type="http://schemas.openxmlformats.org/officeDocument/2006/relationships/customXml" Target="../ink/ink23.xml"/><Relationship Id="rId30" Type="http://schemas.openxmlformats.org/officeDocument/2006/relationships/customXml" Target="../ink/ink26.xml"/><Relationship Id="rId35" Type="http://schemas.openxmlformats.org/officeDocument/2006/relationships/customXml" Target="../ink/ink31.xml"/><Relationship Id="rId43" Type="http://schemas.openxmlformats.org/officeDocument/2006/relationships/customXml" Target="../ink/ink39.xml"/><Relationship Id="rId48" Type="http://schemas.openxmlformats.org/officeDocument/2006/relationships/customXml" Target="../ink/ink44.xml"/><Relationship Id="rId56" Type="http://schemas.openxmlformats.org/officeDocument/2006/relationships/customXml" Target="../ink/ink52.xml"/><Relationship Id="rId8" Type="http://schemas.openxmlformats.org/officeDocument/2006/relationships/customXml" Target="../ink/ink4.xml"/><Relationship Id="rId51" Type="http://schemas.openxmlformats.org/officeDocument/2006/relationships/customXml" Target="../ink/ink47.xml"/><Relationship Id="rId3" Type="http://schemas.openxmlformats.org/officeDocument/2006/relationships/image" Target="../media/image45.wmf"/><Relationship Id="rId12" Type="http://schemas.openxmlformats.org/officeDocument/2006/relationships/customXml" Target="../ink/ink8.xml"/><Relationship Id="rId17" Type="http://schemas.openxmlformats.org/officeDocument/2006/relationships/customXml" Target="../ink/ink13.xml"/><Relationship Id="rId25" Type="http://schemas.openxmlformats.org/officeDocument/2006/relationships/customXml" Target="../ink/ink21.xml"/><Relationship Id="rId33" Type="http://schemas.openxmlformats.org/officeDocument/2006/relationships/customXml" Target="../ink/ink29.xml"/><Relationship Id="rId38" Type="http://schemas.openxmlformats.org/officeDocument/2006/relationships/customXml" Target="../ink/ink34.xml"/><Relationship Id="rId46" Type="http://schemas.openxmlformats.org/officeDocument/2006/relationships/customXml" Target="../ink/ink42.xml"/><Relationship Id="rId59" Type="http://schemas.openxmlformats.org/officeDocument/2006/relationships/customXml" Target="../ink/ink55.xml"/><Relationship Id="rId20" Type="http://schemas.openxmlformats.org/officeDocument/2006/relationships/customXml" Target="../ink/ink16.xml"/><Relationship Id="rId41" Type="http://schemas.openxmlformats.org/officeDocument/2006/relationships/customXml" Target="../ink/ink37.xml"/><Relationship Id="rId54" Type="http://schemas.openxmlformats.org/officeDocument/2006/relationships/customXml" Target="../ink/ink50.xml"/><Relationship Id="rId1" Type="http://schemas.openxmlformats.org/officeDocument/2006/relationships/slideLayout" Target="../slideLayouts/slideLayout7.xml"/><Relationship Id="rId6" Type="http://schemas.openxmlformats.org/officeDocument/2006/relationships/customXml" Target="../ink/ink2.xml"/><Relationship Id="rId15" Type="http://schemas.openxmlformats.org/officeDocument/2006/relationships/customXml" Target="../ink/ink11.xml"/><Relationship Id="rId23" Type="http://schemas.openxmlformats.org/officeDocument/2006/relationships/customXml" Target="../ink/ink19.xml"/><Relationship Id="rId28" Type="http://schemas.openxmlformats.org/officeDocument/2006/relationships/customXml" Target="../ink/ink24.xml"/><Relationship Id="rId36" Type="http://schemas.openxmlformats.org/officeDocument/2006/relationships/customXml" Target="../ink/ink32.xml"/><Relationship Id="rId49" Type="http://schemas.openxmlformats.org/officeDocument/2006/relationships/customXml" Target="../ink/ink45.xml"/><Relationship Id="rId57" Type="http://schemas.openxmlformats.org/officeDocument/2006/relationships/customXml" Target="../ink/ink53.xml"/><Relationship Id="rId10" Type="http://schemas.openxmlformats.org/officeDocument/2006/relationships/customXml" Target="../ink/ink6.xml"/><Relationship Id="rId31" Type="http://schemas.openxmlformats.org/officeDocument/2006/relationships/customXml" Target="../ink/ink27.xml"/><Relationship Id="rId44" Type="http://schemas.openxmlformats.org/officeDocument/2006/relationships/customXml" Target="../ink/ink40.xml"/><Relationship Id="rId52" Type="http://schemas.openxmlformats.org/officeDocument/2006/relationships/customXml" Target="../ink/ink48.xml"/></Relationships>
</file>

<file path=ppt/slides/_rels/slide63.xml.rels><?xml version="1.0" encoding="UTF-8" standalone="yes"?>
<Relationships xmlns="http://schemas.openxmlformats.org/package/2006/relationships"><Relationship Id="rId8" Type="http://schemas.openxmlformats.org/officeDocument/2006/relationships/image" Target="../media/image64.png"/><Relationship Id="rId3" Type="http://schemas.openxmlformats.org/officeDocument/2006/relationships/image" Target="../media/image61.wmf"/><Relationship Id="rId7" Type="http://schemas.openxmlformats.org/officeDocument/2006/relationships/image" Target="../media/image63.wmf"/><Relationship Id="rId2" Type="http://schemas.openxmlformats.org/officeDocument/2006/relationships/oleObject" Target="../embeddings/oleObject5.bin"/><Relationship Id="rId1" Type="http://schemas.openxmlformats.org/officeDocument/2006/relationships/slideLayout" Target="../slideLayouts/slideLayout7.xml"/><Relationship Id="rId6" Type="http://schemas.openxmlformats.org/officeDocument/2006/relationships/oleObject" Target="../embeddings/oleObject7.bin"/><Relationship Id="rId5" Type="http://schemas.openxmlformats.org/officeDocument/2006/relationships/image" Target="../media/image62.wmf"/><Relationship Id="rId4" Type="http://schemas.openxmlformats.org/officeDocument/2006/relationships/oleObject" Target="../embeddings/oleObject6.bin"/></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7.xml"/><Relationship Id="rId5" Type="http://schemas.openxmlformats.org/officeDocument/2006/relationships/image" Target="../media/image68.png"/><Relationship Id="rId4" Type="http://schemas.openxmlformats.org/officeDocument/2006/relationships/image" Target="../media/image67.png"/></Relationships>
</file>

<file path=ppt/slides/_rels/slide66.xml.rels><?xml version="1.0" encoding="UTF-8" standalone="yes"?>
<Relationships xmlns="http://schemas.openxmlformats.org/package/2006/relationships"><Relationship Id="rId117" Type="http://schemas.openxmlformats.org/officeDocument/2006/relationships/customXml" Target="../ink/ink169.xml"/><Relationship Id="rId21" Type="http://schemas.openxmlformats.org/officeDocument/2006/relationships/customXml" Target="../ink/ink73.xml"/><Relationship Id="rId42" Type="http://schemas.openxmlformats.org/officeDocument/2006/relationships/customXml" Target="../ink/ink94.xml"/><Relationship Id="rId63" Type="http://schemas.openxmlformats.org/officeDocument/2006/relationships/customXml" Target="../ink/ink115.xml"/><Relationship Id="rId84" Type="http://schemas.openxmlformats.org/officeDocument/2006/relationships/customXml" Target="../ink/ink136.xml"/><Relationship Id="rId138" Type="http://schemas.openxmlformats.org/officeDocument/2006/relationships/customXml" Target="../ink/ink190.xml"/><Relationship Id="rId107" Type="http://schemas.openxmlformats.org/officeDocument/2006/relationships/customXml" Target="../ink/ink159.xml"/><Relationship Id="rId11" Type="http://schemas.openxmlformats.org/officeDocument/2006/relationships/customXml" Target="../ink/ink63.xml"/><Relationship Id="rId32" Type="http://schemas.openxmlformats.org/officeDocument/2006/relationships/customXml" Target="../ink/ink84.xml"/><Relationship Id="rId53" Type="http://schemas.openxmlformats.org/officeDocument/2006/relationships/customXml" Target="../ink/ink105.xml"/><Relationship Id="rId74" Type="http://schemas.openxmlformats.org/officeDocument/2006/relationships/customXml" Target="../ink/ink126.xml"/><Relationship Id="rId128" Type="http://schemas.openxmlformats.org/officeDocument/2006/relationships/customXml" Target="../ink/ink180.xml"/><Relationship Id="rId149" Type="http://schemas.openxmlformats.org/officeDocument/2006/relationships/customXml" Target="../ink/ink201.xml"/><Relationship Id="rId5" Type="http://schemas.openxmlformats.org/officeDocument/2006/relationships/customXml" Target="../ink/ink57.xml"/><Relationship Id="rId95" Type="http://schemas.openxmlformats.org/officeDocument/2006/relationships/customXml" Target="../ink/ink147.xml"/><Relationship Id="rId22" Type="http://schemas.openxmlformats.org/officeDocument/2006/relationships/customXml" Target="../ink/ink74.xml"/><Relationship Id="rId27" Type="http://schemas.openxmlformats.org/officeDocument/2006/relationships/customXml" Target="../ink/ink79.xml"/><Relationship Id="rId43" Type="http://schemas.openxmlformats.org/officeDocument/2006/relationships/customXml" Target="../ink/ink95.xml"/><Relationship Id="rId48" Type="http://schemas.openxmlformats.org/officeDocument/2006/relationships/customXml" Target="../ink/ink100.xml"/><Relationship Id="rId64" Type="http://schemas.openxmlformats.org/officeDocument/2006/relationships/customXml" Target="../ink/ink116.xml"/><Relationship Id="rId69" Type="http://schemas.openxmlformats.org/officeDocument/2006/relationships/customXml" Target="../ink/ink121.xml"/><Relationship Id="rId113" Type="http://schemas.openxmlformats.org/officeDocument/2006/relationships/customXml" Target="../ink/ink165.xml"/><Relationship Id="rId118" Type="http://schemas.openxmlformats.org/officeDocument/2006/relationships/customXml" Target="../ink/ink170.xml"/><Relationship Id="rId134" Type="http://schemas.openxmlformats.org/officeDocument/2006/relationships/customXml" Target="../ink/ink186.xml"/><Relationship Id="rId139" Type="http://schemas.openxmlformats.org/officeDocument/2006/relationships/customXml" Target="../ink/ink191.xml"/><Relationship Id="rId80" Type="http://schemas.openxmlformats.org/officeDocument/2006/relationships/customXml" Target="../ink/ink132.xml"/><Relationship Id="rId85" Type="http://schemas.openxmlformats.org/officeDocument/2006/relationships/customXml" Target="../ink/ink137.xml"/><Relationship Id="rId150" Type="http://schemas.openxmlformats.org/officeDocument/2006/relationships/customXml" Target="../ink/ink202.xml"/><Relationship Id="rId12" Type="http://schemas.openxmlformats.org/officeDocument/2006/relationships/customXml" Target="../ink/ink64.xml"/><Relationship Id="rId17" Type="http://schemas.openxmlformats.org/officeDocument/2006/relationships/customXml" Target="../ink/ink69.xml"/><Relationship Id="rId33" Type="http://schemas.openxmlformats.org/officeDocument/2006/relationships/customXml" Target="../ink/ink85.xml"/><Relationship Id="rId38" Type="http://schemas.openxmlformats.org/officeDocument/2006/relationships/customXml" Target="../ink/ink90.xml"/><Relationship Id="rId59" Type="http://schemas.openxmlformats.org/officeDocument/2006/relationships/customXml" Target="../ink/ink111.xml"/><Relationship Id="rId103" Type="http://schemas.openxmlformats.org/officeDocument/2006/relationships/customXml" Target="../ink/ink155.xml"/><Relationship Id="rId108" Type="http://schemas.openxmlformats.org/officeDocument/2006/relationships/customXml" Target="../ink/ink160.xml"/><Relationship Id="rId124" Type="http://schemas.openxmlformats.org/officeDocument/2006/relationships/customXml" Target="../ink/ink176.xml"/><Relationship Id="rId129" Type="http://schemas.openxmlformats.org/officeDocument/2006/relationships/customXml" Target="../ink/ink181.xml"/><Relationship Id="rId54" Type="http://schemas.openxmlformats.org/officeDocument/2006/relationships/customXml" Target="../ink/ink106.xml"/><Relationship Id="rId70" Type="http://schemas.openxmlformats.org/officeDocument/2006/relationships/customXml" Target="../ink/ink122.xml"/><Relationship Id="rId75" Type="http://schemas.openxmlformats.org/officeDocument/2006/relationships/customXml" Target="../ink/ink127.xml"/><Relationship Id="rId91" Type="http://schemas.openxmlformats.org/officeDocument/2006/relationships/customXml" Target="../ink/ink143.xml"/><Relationship Id="rId96" Type="http://schemas.openxmlformats.org/officeDocument/2006/relationships/customXml" Target="../ink/ink148.xml"/><Relationship Id="rId140" Type="http://schemas.openxmlformats.org/officeDocument/2006/relationships/customXml" Target="../ink/ink192.xml"/><Relationship Id="rId145" Type="http://schemas.openxmlformats.org/officeDocument/2006/relationships/customXml" Target="../ink/ink197.xml"/><Relationship Id="rId1" Type="http://schemas.openxmlformats.org/officeDocument/2006/relationships/slideLayout" Target="../slideLayouts/slideLayout7.xml"/><Relationship Id="rId6" Type="http://schemas.openxmlformats.org/officeDocument/2006/relationships/customXml" Target="../ink/ink58.xml"/><Relationship Id="rId23" Type="http://schemas.openxmlformats.org/officeDocument/2006/relationships/customXml" Target="../ink/ink75.xml"/><Relationship Id="rId28" Type="http://schemas.openxmlformats.org/officeDocument/2006/relationships/customXml" Target="../ink/ink80.xml"/><Relationship Id="rId49" Type="http://schemas.openxmlformats.org/officeDocument/2006/relationships/customXml" Target="../ink/ink101.xml"/><Relationship Id="rId114" Type="http://schemas.openxmlformats.org/officeDocument/2006/relationships/customXml" Target="../ink/ink166.xml"/><Relationship Id="rId119" Type="http://schemas.openxmlformats.org/officeDocument/2006/relationships/customXml" Target="../ink/ink171.xml"/><Relationship Id="rId44" Type="http://schemas.openxmlformats.org/officeDocument/2006/relationships/customXml" Target="../ink/ink96.xml"/><Relationship Id="rId60" Type="http://schemas.openxmlformats.org/officeDocument/2006/relationships/customXml" Target="../ink/ink112.xml"/><Relationship Id="rId65" Type="http://schemas.openxmlformats.org/officeDocument/2006/relationships/customXml" Target="../ink/ink117.xml"/><Relationship Id="rId81" Type="http://schemas.openxmlformats.org/officeDocument/2006/relationships/customXml" Target="../ink/ink133.xml"/><Relationship Id="rId86" Type="http://schemas.openxmlformats.org/officeDocument/2006/relationships/customXml" Target="../ink/ink138.xml"/><Relationship Id="rId130" Type="http://schemas.openxmlformats.org/officeDocument/2006/relationships/customXml" Target="../ink/ink182.xml"/><Relationship Id="rId135" Type="http://schemas.openxmlformats.org/officeDocument/2006/relationships/customXml" Target="../ink/ink187.xml"/><Relationship Id="rId151" Type="http://schemas.openxmlformats.org/officeDocument/2006/relationships/customXml" Target="../ink/ink203.xml"/><Relationship Id="rId13" Type="http://schemas.openxmlformats.org/officeDocument/2006/relationships/customXml" Target="../ink/ink65.xml"/><Relationship Id="rId18" Type="http://schemas.openxmlformats.org/officeDocument/2006/relationships/customXml" Target="../ink/ink70.xml"/><Relationship Id="rId39" Type="http://schemas.openxmlformats.org/officeDocument/2006/relationships/customXml" Target="../ink/ink91.xml"/><Relationship Id="rId109" Type="http://schemas.openxmlformats.org/officeDocument/2006/relationships/customXml" Target="../ink/ink161.xml"/><Relationship Id="rId34" Type="http://schemas.openxmlformats.org/officeDocument/2006/relationships/customXml" Target="../ink/ink86.xml"/><Relationship Id="rId50" Type="http://schemas.openxmlformats.org/officeDocument/2006/relationships/customXml" Target="../ink/ink102.xml"/><Relationship Id="rId55" Type="http://schemas.openxmlformats.org/officeDocument/2006/relationships/customXml" Target="../ink/ink107.xml"/><Relationship Id="rId76" Type="http://schemas.openxmlformats.org/officeDocument/2006/relationships/customXml" Target="../ink/ink128.xml"/><Relationship Id="rId97" Type="http://schemas.openxmlformats.org/officeDocument/2006/relationships/customXml" Target="../ink/ink149.xml"/><Relationship Id="rId104" Type="http://schemas.openxmlformats.org/officeDocument/2006/relationships/customXml" Target="../ink/ink156.xml"/><Relationship Id="rId120" Type="http://schemas.openxmlformats.org/officeDocument/2006/relationships/customXml" Target="../ink/ink172.xml"/><Relationship Id="rId125" Type="http://schemas.openxmlformats.org/officeDocument/2006/relationships/customXml" Target="../ink/ink177.xml"/><Relationship Id="rId141" Type="http://schemas.openxmlformats.org/officeDocument/2006/relationships/customXml" Target="../ink/ink193.xml"/><Relationship Id="rId146" Type="http://schemas.openxmlformats.org/officeDocument/2006/relationships/customXml" Target="../ink/ink198.xml"/><Relationship Id="rId7" Type="http://schemas.openxmlformats.org/officeDocument/2006/relationships/customXml" Target="../ink/ink59.xml"/><Relationship Id="rId71" Type="http://schemas.openxmlformats.org/officeDocument/2006/relationships/customXml" Target="../ink/ink123.xml"/><Relationship Id="rId92" Type="http://schemas.openxmlformats.org/officeDocument/2006/relationships/customXml" Target="../ink/ink144.xml"/><Relationship Id="rId2" Type="http://schemas.openxmlformats.org/officeDocument/2006/relationships/oleObject" Target="../embeddings/oleObject8.bin"/><Relationship Id="rId29" Type="http://schemas.openxmlformats.org/officeDocument/2006/relationships/customXml" Target="../ink/ink81.xml"/><Relationship Id="rId24" Type="http://schemas.openxmlformats.org/officeDocument/2006/relationships/customXml" Target="../ink/ink76.xml"/><Relationship Id="rId40" Type="http://schemas.openxmlformats.org/officeDocument/2006/relationships/customXml" Target="../ink/ink92.xml"/><Relationship Id="rId45" Type="http://schemas.openxmlformats.org/officeDocument/2006/relationships/customXml" Target="../ink/ink97.xml"/><Relationship Id="rId66" Type="http://schemas.openxmlformats.org/officeDocument/2006/relationships/customXml" Target="../ink/ink118.xml"/><Relationship Id="rId87" Type="http://schemas.openxmlformats.org/officeDocument/2006/relationships/customXml" Target="../ink/ink139.xml"/><Relationship Id="rId110" Type="http://schemas.openxmlformats.org/officeDocument/2006/relationships/customXml" Target="../ink/ink162.xml"/><Relationship Id="rId115" Type="http://schemas.openxmlformats.org/officeDocument/2006/relationships/customXml" Target="../ink/ink167.xml"/><Relationship Id="rId131" Type="http://schemas.openxmlformats.org/officeDocument/2006/relationships/customXml" Target="../ink/ink183.xml"/><Relationship Id="rId136" Type="http://schemas.openxmlformats.org/officeDocument/2006/relationships/customXml" Target="../ink/ink188.xml"/><Relationship Id="rId61" Type="http://schemas.openxmlformats.org/officeDocument/2006/relationships/customXml" Target="../ink/ink113.xml"/><Relationship Id="rId82" Type="http://schemas.openxmlformats.org/officeDocument/2006/relationships/customXml" Target="../ink/ink134.xml"/><Relationship Id="rId152" Type="http://schemas.openxmlformats.org/officeDocument/2006/relationships/customXml" Target="../ink/ink204.xml"/><Relationship Id="rId19" Type="http://schemas.openxmlformats.org/officeDocument/2006/relationships/customXml" Target="../ink/ink71.xml"/><Relationship Id="rId14" Type="http://schemas.openxmlformats.org/officeDocument/2006/relationships/customXml" Target="../ink/ink66.xml"/><Relationship Id="rId30" Type="http://schemas.openxmlformats.org/officeDocument/2006/relationships/customXml" Target="../ink/ink82.xml"/><Relationship Id="rId35" Type="http://schemas.openxmlformats.org/officeDocument/2006/relationships/customXml" Target="../ink/ink87.xml"/><Relationship Id="rId56" Type="http://schemas.openxmlformats.org/officeDocument/2006/relationships/customXml" Target="../ink/ink108.xml"/><Relationship Id="rId77" Type="http://schemas.openxmlformats.org/officeDocument/2006/relationships/customXml" Target="../ink/ink129.xml"/><Relationship Id="rId100" Type="http://schemas.openxmlformats.org/officeDocument/2006/relationships/customXml" Target="../ink/ink152.xml"/><Relationship Id="rId105" Type="http://schemas.openxmlformats.org/officeDocument/2006/relationships/customXml" Target="../ink/ink157.xml"/><Relationship Id="rId126" Type="http://schemas.openxmlformats.org/officeDocument/2006/relationships/customXml" Target="../ink/ink178.xml"/><Relationship Id="rId147" Type="http://schemas.openxmlformats.org/officeDocument/2006/relationships/customXml" Target="../ink/ink199.xml"/><Relationship Id="rId8" Type="http://schemas.openxmlformats.org/officeDocument/2006/relationships/customXml" Target="../ink/ink60.xml"/><Relationship Id="rId51" Type="http://schemas.openxmlformats.org/officeDocument/2006/relationships/customXml" Target="../ink/ink103.xml"/><Relationship Id="rId72" Type="http://schemas.openxmlformats.org/officeDocument/2006/relationships/customXml" Target="../ink/ink124.xml"/><Relationship Id="rId93" Type="http://schemas.openxmlformats.org/officeDocument/2006/relationships/customXml" Target="../ink/ink145.xml"/><Relationship Id="rId98" Type="http://schemas.openxmlformats.org/officeDocument/2006/relationships/customXml" Target="../ink/ink150.xml"/><Relationship Id="rId121" Type="http://schemas.openxmlformats.org/officeDocument/2006/relationships/customXml" Target="../ink/ink173.xml"/><Relationship Id="rId142" Type="http://schemas.openxmlformats.org/officeDocument/2006/relationships/customXml" Target="../ink/ink194.xml"/><Relationship Id="rId3" Type="http://schemas.openxmlformats.org/officeDocument/2006/relationships/image" Target="../media/image69.wmf"/><Relationship Id="rId25" Type="http://schemas.openxmlformats.org/officeDocument/2006/relationships/customXml" Target="../ink/ink77.xml"/><Relationship Id="rId46" Type="http://schemas.openxmlformats.org/officeDocument/2006/relationships/customXml" Target="../ink/ink98.xml"/><Relationship Id="rId67" Type="http://schemas.openxmlformats.org/officeDocument/2006/relationships/customXml" Target="../ink/ink119.xml"/><Relationship Id="rId116" Type="http://schemas.openxmlformats.org/officeDocument/2006/relationships/customXml" Target="../ink/ink168.xml"/><Relationship Id="rId137" Type="http://schemas.openxmlformats.org/officeDocument/2006/relationships/customXml" Target="../ink/ink189.xml"/><Relationship Id="rId20" Type="http://schemas.openxmlformats.org/officeDocument/2006/relationships/customXml" Target="../ink/ink72.xml"/><Relationship Id="rId41" Type="http://schemas.openxmlformats.org/officeDocument/2006/relationships/customXml" Target="../ink/ink93.xml"/><Relationship Id="rId62" Type="http://schemas.openxmlformats.org/officeDocument/2006/relationships/customXml" Target="../ink/ink114.xml"/><Relationship Id="rId83" Type="http://schemas.openxmlformats.org/officeDocument/2006/relationships/customXml" Target="../ink/ink135.xml"/><Relationship Id="rId88" Type="http://schemas.openxmlformats.org/officeDocument/2006/relationships/customXml" Target="../ink/ink140.xml"/><Relationship Id="rId111" Type="http://schemas.openxmlformats.org/officeDocument/2006/relationships/customXml" Target="../ink/ink163.xml"/><Relationship Id="rId132" Type="http://schemas.openxmlformats.org/officeDocument/2006/relationships/customXml" Target="../ink/ink184.xml"/><Relationship Id="rId153" Type="http://schemas.openxmlformats.org/officeDocument/2006/relationships/customXml" Target="../ink/ink205.xml"/><Relationship Id="rId15" Type="http://schemas.openxmlformats.org/officeDocument/2006/relationships/customXml" Target="../ink/ink67.xml"/><Relationship Id="rId36" Type="http://schemas.openxmlformats.org/officeDocument/2006/relationships/customXml" Target="../ink/ink88.xml"/><Relationship Id="rId57" Type="http://schemas.openxmlformats.org/officeDocument/2006/relationships/customXml" Target="../ink/ink109.xml"/><Relationship Id="rId106" Type="http://schemas.openxmlformats.org/officeDocument/2006/relationships/customXml" Target="../ink/ink158.xml"/><Relationship Id="rId127" Type="http://schemas.openxmlformats.org/officeDocument/2006/relationships/customXml" Target="../ink/ink179.xml"/><Relationship Id="rId10" Type="http://schemas.openxmlformats.org/officeDocument/2006/relationships/customXml" Target="../ink/ink62.xml"/><Relationship Id="rId31" Type="http://schemas.openxmlformats.org/officeDocument/2006/relationships/customXml" Target="../ink/ink83.xml"/><Relationship Id="rId52" Type="http://schemas.openxmlformats.org/officeDocument/2006/relationships/customXml" Target="../ink/ink104.xml"/><Relationship Id="rId73" Type="http://schemas.openxmlformats.org/officeDocument/2006/relationships/customXml" Target="../ink/ink125.xml"/><Relationship Id="rId78" Type="http://schemas.openxmlformats.org/officeDocument/2006/relationships/customXml" Target="../ink/ink130.xml"/><Relationship Id="rId94" Type="http://schemas.openxmlformats.org/officeDocument/2006/relationships/customXml" Target="../ink/ink146.xml"/><Relationship Id="rId99" Type="http://schemas.openxmlformats.org/officeDocument/2006/relationships/customXml" Target="../ink/ink151.xml"/><Relationship Id="rId101" Type="http://schemas.openxmlformats.org/officeDocument/2006/relationships/customXml" Target="../ink/ink153.xml"/><Relationship Id="rId122" Type="http://schemas.openxmlformats.org/officeDocument/2006/relationships/customXml" Target="../ink/ink174.xml"/><Relationship Id="rId143" Type="http://schemas.openxmlformats.org/officeDocument/2006/relationships/customXml" Target="../ink/ink195.xml"/><Relationship Id="rId148" Type="http://schemas.openxmlformats.org/officeDocument/2006/relationships/customXml" Target="../ink/ink200.xml"/><Relationship Id="rId4" Type="http://schemas.openxmlformats.org/officeDocument/2006/relationships/customXml" Target="../ink/ink56.xml"/><Relationship Id="rId9" Type="http://schemas.openxmlformats.org/officeDocument/2006/relationships/customXml" Target="../ink/ink61.xml"/><Relationship Id="rId26" Type="http://schemas.openxmlformats.org/officeDocument/2006/relationships/customXml" Target="../ink/ink78.xml"/><Relationship Id="rId47" Type="http://schemas.openxmlformats.org/officeDocument/2006/relationships/customXml" Target="../ink/ink99.xml"/><Relationship Id="rId68" Type="http://schemas.openxmlformats.org/officeDocument/2006/relationships/customXml" Target="../ink/ink120.xml"/><Relationship Id="rId89" Type="http://schemas.openxmlformats.org/officeDocument/2006/relationships/customXml" Target="../ink/ink141.xml"/><Relationship Id="rId112" Type="http://schemas.openxmlformats.org/officeDocument/2006/relationships/customXml" Target="../ink/ink164.xml"/><Relationship Id="rId133" Type="http://schemas.openxmlformats.org/officeDocument/2006/relationships/customXml" Target="../ink/ink185.xml"/><Relationship Id="rId154" Type="http://schemas.openxmlformats.org/officeDocument/2006/relationships/customXml" Target="../ink/ink206.xml"/><Relationship Id="rId16" Type="http://schemas.openxmlformats.org/officeDocument/2006/relationships/customXml" Target="../ink/ink68.xml"/><Relationship Id="rId37" Type="http://schemas.openxmlformats.org/officeDocument/2006/relationships/customXml" Target="../ink/ink89.xml"/><Relationship Id="rId58" Type="http://schemas.openxmlformats.org/officeDocument/2006/relationships/customXml" Target="../ink/ink110.xml"/><Relationship Id="rId79" Type="http://schemas.openxmlformats.org/officeDocument/2006/relationships/customXml" Target="../ink/ink131.xml"/><Relationship Id="rId102" Type="http://schemas.openxmlformats.org/officeDocument/2006/relationships/customXml" Target="../ink/ink154.xml"/><Relationship Id="rId123" Type="http://schemas.openxmlformats.org/officeDocument/2006/relationships/customXml" Target="../ink/ink175.xml"/><Relationship Id="rId144" Type="http://schemas.openxmlformats.org/officeDocument/2006/relationships/customXml" Target="../ink/ink196.xml"/><Relationship Id="rId90" Type="http://schemas.openxmlformats.org/officeDocument/2006/relationships/customXml" Target="../ink/ink14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7.xml"/><Relationship Id="rId6" Type="http://schemas.openxmlformats.org/officeDocument/2006/relationships/image" Target="../media/image74.png"/><Relationship Id="rId5" Type="http://schemas.openxmlformats.org/officeDocument/2006/relationships/image" Target="../media/image73.png"/><Relationship Id="rId4" Type="http://schemas.openxmlformats.org/officeDocument/2006/relationships/image" Target="../media/image72.png"/></Relationships>
</file>

<file path=ppt/slides/_rels/slide69.xml.rels><?xml version="1.0" encoding="UTF-8" standalone="yes"?>
<Relationships xmlns="http://schemas.openxmlformats.org/package/2006/relationships"><Relationship Id="rId13" Type="http://schemas.openxmlformats.org/officeDocument/2006/relationships/customXml" Target="../ink/ink215.xml"/><Relationship Id="rId18" Type="http://schemas.openxmlformats.org/officeDocument/2006/relationships/customXml" Target="../ink/ink220.xml"/><Relationship Id="rId26" Type="http://schemas.openxmlformats.org/officeDocument/2006/relationships/customXml" Target="../ink/ink228.xml"/><Relationship Id="rId39" Type="http://schemas.openxmlformats.org/officeDocument/2006/relationships/customXml" Target="../ink/ink241.xml"/><Relationship Id="rId21" Type="http://schemas.openxmlformats.org/officeDocument/2006/relationships/customXml" Target="../ink/ink223.xml"/><Relationship Id="rId34" Type="http://schemas.openxmlformats.org/officeDocument/2006/relationships/customXml" Target="../ink/ink236.xml"/><Relationship Id="rId42" Type="http://schemas.openxmlformats.org/officeDocument/2006/relationships/customXml" Target="../ink/ink244.xml"/><Relationship Id="rId47" Type="http://schemas.openxmlformats.org/officeDocument/2006/relationships/customXml" Target="../ink/ink249.xml"/><Relationship Id="rId7" Type="http://schemas.openxmlformats.org/officeDocument/2006/relationships/customXml" Target="../ink/ink209.xml"/><Relationship Id="rId2" Type="http://schemas.openxmlformats.org/officeDocument/2006/relationships/image" Target="../media/image75.png"/><Relationship Id="rId16" Type="http://schemas.openxmlformats.org/officeDocument/2006/relationships/customXml" Target="../ink/ink218.xml"/><Relationship Id="rId29" Type="http://schemas.openxmlformats.org/officeDocument/2006/relationships/customXml" Target="../ink/ink231.xml"/><Relationship Id="rId1" Type="http://schemas.openxmlformats.org/officeDocument/2006/relationships/slideLayout" Target="../slideLayouts/slideLayout7.xml"/><Relationship Id="rId6" Type="http://schemas.openxmlformats.org/officeDocument/2006/relationships/customXml" Target="../ink/ink208.xml"/><Relationship Id="rId11" Type="http://schemas.openxmlformats.org/officeDocument/2006/relationships/customXml" Target="../ink/ink213.xml"/><Relationship Id="rId24" Type="http://schemas.openxmlformats.org/officeDocument/2006/relationships/customXml" Target="../ink/ink226.xml"/><Relationship Id="rId32" Type="http://schemas.openxmlformats.org/officeDocument/2006/relationships/customXml" Target="../ink/ink234.xml"/><Relationship Id="rId37" Type="http://schemas.openxmlformats.org/officeDocument/2006/relationships/customXml" Target="../ink/ink239.xml"/><Relationship Id="rId40" Type="http://schemas.openxmlformats.org/officeDocument/2006/relationships/customXml" Target="../ink/ink242.xml"/><Relationship Id="rId45" Type="http://schemas.openxmlformats.org/officeDocument/2006/relationships/customXml" Target="../ink/ink247.xml"/><Relationship Id="rId5" Type="http://schemas.openxmlformats.org/officeDocument/2006/relationships/customXml" Target="../ink/ink207.xml"/><Relationship Id="rId15" Type="http://schemas.openxmlformats.org/officeDocument/2006/relationships/customXml" Target="../ink/ink217.xml"/><Relationship Id="rId23" Type="http://schemas.openxmlformats.org/officeDocument/2006/relationships/customXml" Target="../ink/ink225.xml"/><Relationship Id="rId28" Type="http://schemas.openxmlformats.org/officeDocument/2006/relationships/customXml" Target="../ink/ink230.xml"/><Relationship Id="rId36" Type="http://schemas.openxmlformats.org/officeDocument/2006/relationships/customXml" Target="../ink/ink238.xml"/><Relationship Id="rId10" Type="http://schemas.openxmlformats.org/officeDocument/2006/relationships/customXml" Target="../ink/ink212.xml"/><Relationship Id="rId19" Type="http://schemas.openxmlformats.org/officeDocument/2006/relationships/customXml" Target="../ink/ink221.xml"/><Relationship Id="rId31" Type="http://schemas.openxmlformats.org/officeDocument/2006/relationships/customXml" Target="../ink/ink233.xml"/><Relationship Id="rId44" Type="http://schemas.openxmlformats.org/officeDocument/2006/relationships/customXml" Target="../ink/ink246.xml"/><Relationship Id="rId4" Type="http://schemas.openxmlformats.org/officeDocument/2006/relationships/image" Target="../media/image77.png"/><Relationship Id="rId9" Type="http://schemas.openxmlformats.org/officeDocument/2006/relationships/customXml" Target="../ink/ink211.xml"/><Relationship Id="rId14" Type="http://schemas.openxmlformats.org/officeDocument/2006/relationships/customXml" Target="../ink/ink216.xml"/><Relationship Id="rId22" Type="http://schemas.openxmlformats.org/officeDocument/2006/relationships/customXml" Target="../ink/ink224.xml"/><Relationship Id="rId27" Type="http://schemas.openxmlformats.org/officeDocument/2006/relationships/customXml" Target="../ink/ink229.xml"/><Relationship Id="rId30" Type="http://schemas.openxmlformats.org/officeDocument/2006/relationships/customXml" Target="../ink/ink232.xml"/><Relationship Id="rId35" Type="http://schemas.openxmlformats.org/officeDocument/2006/relationships/customXml" Target="../ink/ink237.xml"/><Relationship Id="rId43" Type="http://schemas.openxmlformats.org/officeDocument/2006/relationships/customXml" Target="../ink/ink245.xml"/><Relationship Id="rId8" Type="http://schemas.openxmlformats.org/officeDocument/2006/relationships/customXml" Target="../ink/ink210.xml"/><Relationship Id="rId3" Type="http://schemas.openxmlformats.org/officeDocument/2006/relationships/image" Target="../media/image76.png"/><Relationship Id="rId12" Type="http://schemas.openxmlformats.org/officeDocument/2006/relationships/customXml" Target="../ink/ink214.xml"/><Relationship Id="rId17" Type="http://schemas.openxmlformats.org/officeDocument/2006/relationships/customXml" Target="../ink/ink219.xml"/><Relationship Id="rId25" Type="http://schemas.openxmlformats.org/officeDocument/2006/relationships/customXml" Target="../ink/ink227.xml"/><Relationship Id="rId33" Type="http://schemas.openxmlformats.org/officeDocument/2006/relationships/customXml" Target="../ink/ink235.xml"/><Relationship Id="rId38" Type="http://schemas.openxmlformats.org/officeDocument/2006/relationships/customXml" Target="../ink/ink240.xml"/><Relationship Id="rId46" Type="http://schemas.openxmlformats.org/officeDocument/2006/relationships/customXml" Target="../ink/ink248.xml"/><Relationship Id="rId20" Type="http://schemas.openxmlformats.org/officeDocument/2006/relationships/customXml" Target="../ink/ink222.xml"/><Relationship Id="rId41" Type="http://schemas.openxmlformats.org/officeDocument/2006/relationships/customXml" Target="../ink/ink243.xml"/></Relationships>
</file>

<file path=ppt/slides/_rels/slide70.xml.rels><?xml version="1.0" encoding="UTF-8" standalone="yes"?>
<Relationships xmlns="http://schemas.openxmlformats.org/package/2006/relationships"><Relationship Id="rId26" Type="http://schemas.openxmlformats.org/officeDocument/2006/relationships/customXml" Target="../ink/ink269.xml"/><Relationship Id="rId21" Type="http://schemas.openxmlformats.org/officeDocument/2006/relationships/customXml" Target="../ink/ink264.xml"/><Relationship Id="rId42" Type="http://schemas.openxmlformats.org/officeDocument/2006/relationships/customXml" Target="../ink/ink285.xml"/><Relationship Id="rId47" Type="http://schemas.openxmlformats.org/officeDocument/2006/relationships/customXml" Target="../ink/ink290.xml"/><Relationship Id="rId63" Type="http://schemas.openxmlformats.org/officeDocument/2006/relationships/customXml" Target="../ink/ink306.xml"/><Relationship Id="rId68" Type="http://schemas.openxmlformats.org/officeDocument/2006/relationships/customXml" Target="../ink/ink311.xml"/><Relationship Id="rId16" Type="http://schemas.openxmlformats.org/officeDocument/2006/relationships/customXml" Target="../ink/ink259.xml"/><Relationship Id="rId11" Type="http://schemas.openxmlformats.org/officeDocument/2006/relationships/customXml" Target="../ink/ink254.xml"/><Relationship Id="rId24" Type="http://schemas.openxmlformats.org/officeDocument/2006/relationships/customXml" Target="../ink/ink267.xml"/><Relationship Id="rId32" Type="http://schemas.openxmlformats.org/officeDocument/2006/relationships/customXml" Target="../ink/ink275.xml"/><Relationship Id="rId37" Type="http://schemas.openxmlformats.org/officeDocument/2006/relationships/customXml" Target="../ink/ink280.xml"/><Relationship Id="rId40" Type="http://schemas.openxmlformats.org/officeDocument/2006/relationships/customXml" Target="../ink/ink283.xml"/><Relationship Id="rId45" Type="http://schemas.openxmlformats.org/officeDocument/2006/relationships/customXml" Target="../ink/ink288.xml"/><Relationship Id="rId53" Type="http://schemas.openxmlformats.org/officeDocument/2006/relationships/customXml" Target="../ink/ink296.xml"/><Relationship Id="rId58" Type="http://schemas.openxmlformats.org/officeDocument/2006/relationships/customXml" Target="../ink/ink301.xml"/><Relationship Id="rId66" Type="http://schemas.openxmlformats.org/officeDocument/2006/relationships/customXml" Target="../ink/ink309.xml"/><Relationship Id="rId74" Type="http://schemas.openxmlformats.org/officeDocument/2006/relationships/customXml" Target="../ink/ink317.xml"/><Relationship Id="rId79" Type="http://schemas.openxmlformats.org/officeDocument/2006/relationships/customXml" Target="../ink/ink322.xml"/><Relationship Id="rId5" Type="http://schemas.openxmlformats.org/officeDocument/2006/relationships/oleObject" Target="../embeddings/oleObject10.bin"/><Relationship Id="rId61" Type="http://schemas.openxmlformats.org/officeDocument/2006/relationships/customXml" Target="../ink/ink304.xml"/><Relationship Id="rId19" Type="http://schemas.openxmlformats.org/officeDocument/2006/relationships/customXml" Target="../ink/ink262.xml"/><Relationship Id="rId14" Type="http://schemas.openxmlformats.org/officeDocument/2006/relationships/customXml" Target="../ink/ink257.xml"/><Relationship Id="rId22" Type="http://schemas.openxmlformats.org/officeDocument/2006/relationships/customXml" Target="../ink/ink265.xml"/><Relationship Id="rId27" Type="http://schemas.openxmlformats.org/officeDocument/2006/relationships/customXml" Target="../ink/ink270.xml"/><Relationship Id="rId30" Type="http://schemas.openxmlformats.org/officeDocument/2006/relationships/customXml" Target="../ink/ink273.xml"/><Relationship Id="rId35" Type="http://schemas.openxmlformats.org/officeDocument/2006/relationships/customXml" Target="../ink/ink278.xml"/><Relationship Id="rId43" Type="http://schemas.openxmlformats.org/officeDocument/2006/relationships/customXml" Target="../ink/ink286.xml"/><Relationship Id="rId48" Type="http://schemas.openxmlformats.org/officeDocument/2006/relationships/customXml" Target="../ink/ink291.xml"/><Relationship Id="rId56" Type="http://schemas.openxmlformats.org/officeDocument/2006/relationships/customXml" Target="../ink/ink299.xml"/><Relationship Id="rId64" Type="http://schemas.openxmlformats.org/officeDocument/2006/relationships/customXml" Target="../ink/ink307.xml"/><Relationship Id="rId69" Type="http://schemas.openxmlformats.org/officeDocument/2006/relationships/customXml" Target="../ink/ink312.xml"/><Relationship Id="rId77" Type="http://schemas.openxmlformats.org/officeDocument/2006/relationships/customXml" Target="../ink/ink320.xml"/><Relationship Id="rId8" Type="http://schemas.openxmlformats.org/officeDocument/2006/relationships/customXml" Target="../ink/ink251.xml"/><Relationship Id="rId51" Type="http://schemas.openxmlformats.org/officeDocument/2006/relationships/customXml" Target="../ink/ink294.xml"/><Relationship Id="rId72" Type="http://schemas.openxmlformats.org/officeDocument/2006/relationships/customXml" Target="../ink/ink315.xml"/><Relationship Id="rId3" Type="http://schemas.openxmlformats.org/officeDocument/2006/relationships/oleObject" Target="../embeddings/oleObject9.bin"/><Relationship Id="rId12" Type="http://schemas.openxmlformats.org/officeDocument/2006/relationships/customXml" Target="../ink/ink255.xml"/><Relationship Id="rId17" Type="http://schemas.openxmlformats.org/officeDocument/2006/relationships/customXml" Target="../ink/ink260.xml"/><Relationship Id="rId25" Type="http://schemas.openxmlformats.org/officeDocument/2006/relationships/customXml" Target="../ink/ink268.xml"/><Relationship Id="rId33" Type="http://schemas.openxmlformats.org/officeDocument/2006/relationships/customXml" Target="../ink/ink276.xml"/><Relationship Id="rId38" Type="http://schemas.openxmlformats.org/officeDocument/2006/relationships/customXml" Target="../ink/ink281.xml"/><Relationship Id="rId46" Type="http://schemas.openxmlformats.org/officeDocument/2006/relationships/customXml" Target="../ink/ink289.xml"/><Relationship Id="rId59" Type="http://schemas.openxmlformats.org/officeDocument/2006/relationships/customXml" Target="../ink/ink302.xml"/><Relationship Id="rId67" Type="http://schemas.openxmlformats.org/officeDocument/2006/relationships/customXml" Target="../ink/ink310.xml"/><Relationship Id="rId20" Type="http://schemas.openxmlformats.org/officeDocument/2006/relationships/customXml" Target="../ink/ink263.xml"/><Relationship Id="rId41" Type="http://schemas.openxmlformats.org/officeDocument/2006/relationships/customXml" Target="../ink/ink284.xml"/><Relationship Id="rId54" Type="http://schemas.openxmlformats.org/officeDocument/2006/relationships/customXml" Target="../ink/ink297.xml"/><Relationship Id="rId62" Type="http://schemas.openxmlformats.org/officeDocument/2006/relationships/customXml" Target="../ink/ink305.xml"/><Relationship Id="rId70" Type="http://schemas.openxmlformats.org/officeDocument/2006/relationships/customXml" Target="../ink/ink313.xml"/><Relationship Id="rId75" Type="http://schemas.openxmlformats.org/officeDocument/2006/relationships/customXml" Target="../ink/ink318.xml"/><Relationship Id="rId1" Type="http://schemas.openxmlformats.org/officeDocument/2006/relationships/slideLayout" Target="../slideLayouts/slideLayout7.xml"/><Relationship Id="rId6" Type="http://schemas.openxmlformats.org/officeDocument/2006/relationships/image" Target="../media/image80.wmf"/><Relationship Id="rId15" Type="http://schemas.openxmlformats.org/officeDocument/2006/relationships/customXml" Target="../ink/ink258.xml"/><Relationship Id="rId23" Type="http://schemas.openxmlformats.org/officeDocument/2006/relationships/customXml" Target="../ink/ink266.xml"/><Relationship Id="rId28" Type="http://schemas.openxmlformats.org/officeDocument/2006/relationships/customXml" Target="../ink/ink271.xml"/><Relationship Id="rId36" Type="http://schemas.openxmlformats.org/officeDocument/2006/relationships/customXml" Target="../ink/ink279.xml"/><Relationship Id="rId49" Type="http://schemas.openxmlformats.org/officeDocument/2006/relationships/customXml" Target="../ink/ink292.xml"/><Relationship Id="rId57" Type="http://schemas.openxmlformats.org/officeDocument/2006/relationships/customXml" Target="../ink/ink300.xml"/><Relationship Id="rId10" Type="http://schemas.openxmlformats.org/officeDocument/2006/relationships/customXml" Target="../ink/ink253.xml"/><Relationship Id="rId31" Type="http://schemas.openxmlformats.org/officeDocument/2006/relationships/customXml" Target="../ink/ink274.xml"/><Relationship Id="rId44" Type="http://schemas.openxmlformats.org/officeDocument/2006/relationships/customXml" Target="../ink/ink287.xml"/><Relationship Id="rId52" Type="http://schemas.openxmlformats.org/officeDocument/2006/relationships/customXml" Target="../ink/ink295.xml"/><Relationship Id="rId60" Type="http://schemas.openxmlformats.org/officeDocument/2006/relationships/customXml" Target="../ink/ink303.xml"/><Relationship Id="rId65" Type="http://schemas.openxmlformats.org/officeDocument/2006/relationships/customXml" Target="../ink/ink308.xml"/><Relationship Id="rId73" Type="http://schemas.openxmlformats.org/officeDocument/2006/relationships/customXml" Target="../ink/ink316.xml"/><Relationship Id="rId78" Type="http://schemas.openxmlformats.org/officeDocument/2006/relationships/customXml" Target="../ink/ink321.xml"/><Relationship Id="rId4" Type="http://schemas.openxmlformats.org/officeDocument/2006/relationships/image" Target="../media/image79.wmf"/><Relationship Id="rId9" Type="http://schemas.openxmlformats.org/officeDocument/2006/relationships/customXml" Target="../ink/ink252.xml"/><Relationship Id="rId13" Type="http://schemas.openxmlformats.org/officeDocument/2006/relationships/customXml" Target="../ink/ink256.xml"/><Relationship Id="rId18" Type="http://schemas.openxmlformats.org/officeDocument/2006/relationships/customXml" Target="../ink/ink261.xml"/><Relationship Id="rId39" Type="http://schemas.openxmlformats.org/officeDocument/2006/relationships/customXml" Target="../ink/ink282.xml"/><Relationship Id="rId34" Type="http://schemas.openxmlformats.org/officeDocument/2006/relationships/customXml" Target="../ink/ink277.xml"/><Relationship Id="rId50" Type="http://schemas.openxmlformats.org/officeDocument/2006/relationships/customXml" Target="../ink/ink293.xml"/><Relationship Id="rId55" Type="http://schemas.openxmlformats.org/officeDocument/2006/relationships/customXml" Target="../ink/ink298.xml"/><Relationship Id="rId76" Type="http://schemas.openxmlformats.org/officeDocument/2006/relationships/customXml" Target="../ink/ink319.xml"/><Relationship Id="rId7" Type="http://schemas.openxmlformats.org/officeDocument/2006/relationships/customXml" Target="../ink/ink250.xml"/><Relationship Id="rId71" Type="http://schemas.openxmlformats.org/officeDocument/2006/relationships/customXml" Target="../ink/ink314.xml"/><Relationship Id="rId2" Type="http://schemas.openxmlformats.org/officeDocument/2006/relationships/image" Target="../media/image78.png"/><Relationship Id="rId29" Type="http://schemas.openxmlformats.org/officeDocument/2006/relationships/customXml" Target="../ink/ink272.xml"/></Relationships>
</file>

<file path=ppt/slides/_rels/slide71.xml.rels><?xml version="1.0" encoding="UTF-8" standalone="yes"?>
<Relationships xmlns="http://schemas.openxmlformats.org/package/2006/relationships"><Relationship Id="rId13" Type="http://schemas.openxmlformats.org/officeDocument/2006/relationships/customXml" Target="../ink/ink334.xml"/><Relationship Id="rId18" Type="http://schemas.openxmlformats.org/officeDocument/2006/relationships/customXml" Target="../ink/ink339.xml"/><Relationship Id="rId26" Type="http://schemas.openxmlformats.org/officeDocument/2006/relationships/customXml" Target="../ink/ink347.xml"/><Relationship Id="rId39" Type="http://schemas.openxmlformats.org/officeDocument/2006/relationships/customXml" Target="../ink/ink360.xml"/><Relationship Id="rId21" Type="http://schemas.openxmlformats.org/officeDocument/2006/relationships/customXml" Target="../ink/ink342.xml"/><Relationship Id="rId34" Type="http://schemas.openxmlformats.org/officeDocument/2006/relationships/customXml" Target="../ink/ink355.xml"/><Relationship Id="rId42" Type="http://schemas.openxmlformats.org/officeDocument/2006/relationships/customXml" Target="../ink/ink363.xml"/><Relationship Id="rId47" Type="http://schemas.openxmlformats.org/officeDocument/2006/relationships/customXml" Target="../ink/ink368.xml"/><Relationship Id="rId50" Type="http://schemas.openxmlformats.org/officeDocument/2006/relationships/customXml" Target="../ink/ink371.xml"/><Relationship Id="rId55" Type="http://schemas.openxmlformats.org/officeDocument/2006/relationships/customXml" Target="../ink/ink376.xml"/><Relationship Id="rId7" Type="http://schemas.openxmlformats.org/officeDocument/2006/relationships/customXml" Target="../ink/ink328.xml"/><Relationship Id="rId2" Type="http://schemas.openxmlformats.org/officeDocument/2006/relationships/customXml" Target="../ink/ink323.xml"/><Relationship Id="rId16" Type="http://schemas.openxmlformats.org/officeDocument/2006/relationships/customXml" Target="../ink/ink337.xml"/><Relationship Id="rId29" Type="http://schemas.openxmlformats.org/officeDocument/2006/relationships/customXml" Target="../ink/ink350.xml"/><Relationship Id="rId11" Type="http://schemas.openxmlformats.org/officeDocument/2006/relationships/customXml" Target="../ink/ink332.xml"/><Relationship Id="rId24" Type="http://schemas.openxmlformats.org/officeDocument/2006/relationships/customXml" Target="../ink/ink345.xml"/><Relationship Id="rId32" Type="http://schemas.openxmlformats.org/officeDocument/2006/relationships/customXml" Target="../ink/ink353.xml"/><Relationship Id="rId37" Type="http://schemas.openxmlformats.org/officeDocument/2006/relationships/customXml" Target="../ink/ink358.xml"/><Relationship Id="rId40" Type="http://schemas.openxmlformats.org/officeDocument/2006/relationships/customXml" Target="../ink/ink361.xml"/><Relationship Id="rId45" Type="http://schemas.openxmlformats.org/officeDocument/2006/relationships/customXml" Target="../ink/ink366.xml"/><Relationship Id="rId53" Type="http://schemas.openxmlformats.org/officeDocument/2006/relationships/customXml" Target="../ink/ink374.xml"/><Relationship Id="rId58" Type="http://schemas.openxmlformats.org/officeDocument/2006/relationships/customXml" Target="../ink/ink379.xml"/><Relationship Id="rId5" Type="http://schemas.openxmlformats.org/officeDocument/2006/relationships/customXml" Target="../ink/ink326.xml"/><Relationship Id="rId19" Type="http://schemas.openxmlformats.org/officeDocument/2006/relationships/customXml" Target="../ink/ink340.xml"/><Relationship Id="rId4" Type="http://schemas.openxmlformats.org/officeDocument/2006/relationships/customXml" Target="../ink/ink325.xml"/><Relationship Id="rId9" Type="http://schemas.openxmlformats.org/officeDocument/2006/relationships/customXml" Target="../ink/ink330.xml"/><Relationship Id="rId14" Type="http://schemas.openxmlformats.org/officeDocument/2006/relationships/customXml" Target="../ink/ink335.xml"/><Relationship Id="rId22" Type="http://schemas.openxmlformats.org/officeDocument/2006/relationships/customXml" Target="../ink/ink343.xml"/><Relationship Id="rId27" Type="http://schemas.openxmlformats.org/officeDocument/2006/relationships/customXml" Target="../ink/ink348.xml"/><Relationship Id="rId30" Type="http://schemas.openxmlformats.org/officeDocument/2006/relationships/customXml" Target="../ink/ink351.xml"/><Relationship Id="rId35" Type="http://schemas.openxmlformats.org/officeDocument/2006/relationships/customXml" Target="../ink/ink356.xml"/><Relationship Id="rId43" Type="http://schemas.openxmlformats.org/officeDocument/2006/relationships/customXml" Target="../ink/ink364.xml"/><Relationship Id="rId48" Type="http://schemas.openxmlformats.org/officeDocument/2006/relationships/customXml" Target="../ink/ink369.xml"/><Relationship Id="rId56" Type="http://schemas.openxmlformats.org/officeDocument/2006/relationships/customXml" Target="../ink/ink377.xml"/><Relationship Id="rId8" Type="http://schemas.openxmlformats.org/officeDocument/2006/relationships/customXml" Target="../ink/ink329.xml"/><Relationship Id="rId51" Type="http://schemas.openxmlformats.org/officeDocument/2006/relationships/customXml" Target="../ink/ink372.xml"/><Relationship Id="rId3" Type="http://schemas.openxmlformats.org/officeDocument/2006/relationships/customXml" Target="../ink/ink324.xml"/><Relationship Id="rId12" Type="http://schemas.openxmlformats.org/officeDocument/2006/relationships/customXml" Target="../ink/ink333.xml"/><Relationship Id="rId17" Type="http://schemas.openxmlformats.org/officeDocument/2006/relationships/customXml" Target="../ink/ink338.xml"/><Relationship Id="rId25" Type="http://schemas.openxmlformats.org/officeDocument/2006/relationships/customXml" Target="../ink/ink346.xml"/><Relationship Id="rId33" Type="http://schemas.openxmlformats.org/officeDocument/2006/relationships/customXml" Target="../ink/ink354.xml"/><Relationship Id="rId38" Type="http://schemas.openxmlformats.org/officeDocument/2006/relationships/customXml" Target="../ink/ink359.xml"/><Relationship Id="rId46" Type="http://schemas.openxmlformats.org/officeDocument/2006/relationships/customXml" Target="../ink/ink367.xml"/><Relationship Id="rId20" Type="http://schemas.openxmlformats.org/officeDocument/2006/relationships/customXml" Target="../ink/ink341.xml"/><Relationship Id="rId41" Type="http://schemas.openxmlformats.org/officeDocument/2006/relationships/customXml" Target="../ink/ink362.xml"/><Relationship Id="rId54" Type="http://schemas.openxmlformats.org/officeDocument/2006/relationships/customXml" Target="../ink/ink375.xml"/><Relationship Id="rId1" Type="http://schemas.openxmlformats.org/officeDocument/2006/relationships/slideLayout" Target="../slideLayouts/slideLayout7.xml"/><Relationship Id="rId6" Type="http://schemas.openxmlformats.org/officeDocument/2006/relationships/customXml" Target="../ink/ink327.xml"/><Relationship Id="rId15" Type="http://schemas.openxmlformats.org/officeDocument/2006/relationships/customXml" Target="../ink/ink336.xml"/><Relationship Id="rId23" Type="http://schemas.openxmlformats.org/officeDocument/2006/relationships/customXml" Target="../ink/ink344.xml"/><Relationship Id="rId28" Type="http://schemas.openxmlformats.org/officeDocument/2006/relationships/customXml" Target="../ink/ink349.xml"/><Relationship Id="rId36" Type="http://schemas.openxmlformats.org/officeDocument/2006/relationships/customXml" Target="../ink/ink357.xml"/><Relationship Id="rId49" Type="http://schemas.openxmlformats.org/officeDocument/2006/relationships/customXml" Target="../ink/ink370.xml"/><Relationship Id="rId57" Type="http://schemas.openxmlformats.org/officeDocument/2006/relationships/customXml" Target="../ink/ink378.xml"/><Relationship Id="rId10" Type="http://schemas.openxmlformats.org/officeDocument/2006/relationships/customXml" Target="../ink/ink331.xml"/><Relationship Id="rId31" Type="http://schemas.openxmlformats.org/officeDocument/2006/relationships/customXml" Target="../ink/ink352.xml"/><Relationship Id="rId44" Type="http://schemas.openxmlformats.org/officeDocument/2006/relationships/customXml" Target="../ink/ink365.xml"/><Relationship Id="rId52" Type="http://schemas.openxmlformats.org/officeDocument/2006/relationships/customXml" Target="../ink/ink373.xml"/></Relationships>
</file>

<file path=ppt/slides/_rels/slide72.xml.rels><?xml version="1.0" encoding="UTF-8" standalone="yes"?>
<Relationships xmlns="http://schemas.openxmlformats.org/package/2006/relationships"><Relationship Id="rId13" Type="http://schemas.openxmlformats.org/officeDocument/2006/relationships/customXml" Target="../ink/ink383.xml"/><Relationship Id="rId18" Type="http://schemas.openxmlformats.org/officeDocument/2006/relationships/customXml" Target="../ink/ink388.xml"/><Relationship Id="rId26" Type="http://schemas.openxmlformats.org/officeDocument/2006/relationships/customXml" Target="../ink/ink396.xml"/><Relationship Id="rId39" Type="http://schemas.openxmlformats.org/officeDocument/2006/relationships/customXml" Target="../ink/ink409.xml"/><Relationship Id="rId21" Type="http://schemas.openxmlformats.org/officeDocument/2006/relationships/customXml" Target="../ink/ink391.xml"/><Relationship Id="rId34" Type="http://schemas.openxmlformats.org/officeDocument/2006/relationships/customXml" Target="../ink/ink404.xml"/><Relationship Id="rId7" Type="http://schemas.openxmlformats.org/officeDocument/2006/relationships/image" Target="../media/image84.wmf"/><Relationship Id="rId2" Type="http://schemas.openxmlformats.org/officeDocument/2006/relationships/oleObject" Target="../embeddings/oleObject11.bin"/><Relationship Id="rId16" Type="http://schemas.openxmlformats.org/officeDocument/2006/relationships/customXml" Target="../ink/ink386.xml"/><Relationship Id="rId20" Type="http://schemas.openxmlformats.org/officeDocument/2006/relationships/customXml" Target="../ink/ink390.xml"/><Relationship Id="rId29" Type="http://schemas.openxmlformats.org/officeDocument/2006/relationships/customXml" Target="../ink/ink399.xml"/><Relationship Id="rId41" Type="http://schemas.openxmlformats.org/officeDocument/2006/relationships/customXml" Target="../ink/ink411.xml"/><Relationship Id="rId1" Type="http://schemas.openxmlformats.org/officeDocument/2006/relationships/slideLayout" Target="../slideLayouts/slideLayout7.xml"/><Relationship Id="rId6" Type="http://schemas.openxmlformats.org/officeDocument/2006/relationships/oleObject" Target="../embeddings/oleObject12.bin"/><Relationship Id="rId11" Type="http://schemas.openxmlformats.org/officeDocument/2006/relationships/customXml" Target="../ink/ink381.xml"/><Relationship Id="rId24" Type="http://schemas.openxmlformats.org/officeDocument/2006/relationships/customXml" Target="../ink/ink394.xml"/><Relationship Id="rId32" Type="http://schemas.openxmlformats.org/officeDocument/2006/relationships/customXml" Target="../ink/ink402.xml"/><Relationship Id="rId37" Type="http://schemas.openxmlformats.org/officeDocument/2006/relationships/customXml" Target="../ink/ink407.xml"/><Relationship Id="rId40" Type="http://schemas.openxmlformats.org/officeDocument/2006/relationships/customXml" Target="../ink/ink410.xml"/><Relationship Id="rId5" Type="http://schemas.openxmlformats.org/officeDocument/2006/relationships/image" Target="../media/image83.png"/><Relationship Id="rId15" Type="http://schemas.openxmlformats.org/officeDocument/2006/relationships/customXml" Target="../ink/ink385.xml"/><Relationship Id="rId23" Type="http://schemas.openxmlformats.org/officeDocument/2006/relationships/customXml" Target="../ink/ink393.xml"/><Relationship Id="rId28" Type="http://schemas.openxmlformats.org/officeDocument/2006/relationships/customXml" Target="../ink/ink398.xml"/><Relationship Id="rId36" Type="http://schemas.openxmlformats.org/officeDocument/2006/relationships/customXml" Target="../ink/ink406.xml"/><Relationship Id="rId10" Type="http://schemas.openxmlformats.org/officeDocument/2006/relationships/customXml" Target="../ink/ink380.xml"/><Relationship Id="rId19" Type="http://schemas.openxmlformats.org/officeDocument/2006/relationships/customXml" Target="../ink/ink389.xml"/><Relationship Id="rId31" Type="http://schemas.openxmlformats.org/officeDocument/2006/relationships/customXml" Target="../ink/ink401.xml"/><Relationship Id="rId4" Type="http://schemas.openxmlformats.org/officeDocument/2006/relationships/image" Target="../media/image82.png"/><Relationship Id="rId9" Type="http://schemas.openxmlformats.org/officeDocument/2006/relationships/image" Target="../media/image86.png"/><Relationship Id="rId14" Type="http://schemas.openxmlformats.org/officeDocument/2006/relationships/customXml" Target="../ink/ink384.xml"/><Relationship Id="rId22" Type="http://schemas.openxmlformats.org/officeDocument/2006/relationships/customXml" Target="../ink/ink392.xml"/><Relationship Id="rId27" Type="http://schemas.openxmlformats.org/officeDocument/2006/relationships/customXml" Target="../ink/ink397.xml"/><Relationship Id="rId30" Type="http://schemas.openxmlformats.org/officeDocument/2006/relationships/customXml" Target="../ink/ink400.xml"/><Relationship Id="rId35" Type="http://schemas.openxmlformats.org/officeDocument/2006/relationships/customXml" Target="../ink/ink405.xml"/><Relationship Id="rId8" Type="http://schemas.openxmlformats.org/officeDocument/2006/relationships/image" Target="../media/image85.png"/><Relationship Id="rId3" Type="http://schemas.openxmlformats.org/officeDocument/2006/relationships/image" Target="../media/image81.wmf"/><Relationship Id="rId12" Type="http://schemas.openxmlformats.org/officeDocument/2006/relationships/customXml" Target="../ink/ink382.xml"/><Relationship Id="rId17" Type="http://schemas.openxmlformats.org/officeDocument/2006/relationships/customXml" Target="../ink/ink387.xml"/><Relationship Id="rId25" Type="http://schemas.openxmlformats.org/officeDocument/2006/relationships/customXml" Target="../ink/ink395.xml"/><Relationship Id="rId33" Type="http://schemas.openxmlformats.org/officeDocument/2006/relationships/customXml" Target="../ink/ink403.xml"/><Relationship Id="rId38" Type="http://schemas.openxmlformats.org/officeDocument/2006/relationships/customXml" Target="../ink/ink408.xml"/></Relationships>
</file>

<file path=ppt/slides/_rels/slide73.xml.rels><?xml version="1.0" encoding="UTF-8" standalone="yes"?>
<Relationships xmlns="http://schemas.openxmlformats.org/package/2006/relationships"><Relationship Id="rId26" Type="http://schemas.openxmlformats.org/officeDocument/2006/relationships/customXml" Target="../ink/ink435.xml"/><Relationship Id="rId21" Type="http://schemas.openxmlformats.org/officeDocument/2006/relationships/customXml" Target="../ink/ink430.xml"/><Relationship Id="rId34" Type="http://schemas.openxmlformats.org/officeDocument/2006/relationships/customXml" Target="../ink/ink443.xml"/><Relationship Id="rId42" Type="http://schemas.openxmlformats.org/officeDocument/2006/relationships/customXml" Target="../ink/ink451.xml"/><Relationship Id="rId47" Type="http://schemas.openxmlformats.org/officeDocument/2006/relationships/customXml" Target="../ink/ink456.xml"/><Relationship Id="rId50" Type="http://schemas.openxmlformats.org/officeDocument/2006/relationships/customXml" Target="../ink/ink459.xml"/><Relationship Id="rId55" Type="http://schemas.openxmlformats.org/officeDocument/2006/relationships/customXml" Target="../ink/ink464.xml"/><Relationship Id="rId63" Type="http://schemas.openxmlformats.org/officeDocument/2006/relationships/customXml" Target="../ink/ink472.xml"/><Relationship Id="rId7" Type="http://schemas.openxmlformats.org/officeDocument/2006/relationships/customXml" Target="../ink/ink416.xml"/><Relationship Id="rId2" Type="http://schemas.openxmlformats.org/officeDocument/2006/relationships/image" Target="../media/image87.png"/><Relationship Id="rId16" Type="http://schemas.openxmlformats.org/officeDocument/2006/relationships/customXml" Target="../ink/ink425.xml"/><Relationship Id="rId29" Type="http://schemas.openxmlformats.org/officeDocument/2006/relationships/customXml" Target="../ink/ink438.xml"/><Relationship Id="rId11" Type="http://schemas.openxmlformats.org/officeDocument/2006/relationships/customXml" Target="../ink/ink420.xml"/><Relationship Id="rId24" Type="http://schemas.openxmlformats.org/officeDocument/2006/relationships/customXml" Target="../ink/ink433.xml"/><Relationship Id="rId32" Type="http://schemas.openxmlformats.org/officeDocument/2006/relationships/customXml" Target="../ink/ink441.xml"/><Relationship Id="rId37" Type="http://schemas.openxmlformats.org/officeDocument/2006/relationships/customXml" Target="../ink/ink446.xml"/><Relationship Id="rId40" Type="http://schemas.openxmlformats.org/officeDocument/2006/relationships/customXml" Target="../ink/ink449.xml"/><Relationship Id="rId45" Type="http://schemas.openxmlformats.org/officeDocument/2006/relationships/customXml" Target="../ink/ink454.xml"/><Relationship Id="rId53" Type="http://schemas.openxmlformats.org/officeDocument/2006/relationships/customXml" Target="../ink/ink462.xml"/><Relationship Id="rId58" Type="http://schemas.openxmlformats.org/officeDocument/2006/relationships/customXml" Target="../ink/ink467.xml"/><Relationship Id="rId5" Type="http://schemas.openxmlformats.org/officeDocument/2006/relationships/customXml" Target="../ink/ink414.xml"/><Relationship Id="rId61" Type="http://schemas.openxmlformats.org/officeDocument/2006/relationships/customXml" Target="../ink/ink470.xml"/><Relationship Id="rId19" Type="http://schemas.openxmlformats.org/officeDocument/2006/relationships/customXml" Target="../ink/ink428.xml"/><Relationship Id="rId14" Type="http://schemas.openxmlformats.org/officeDocument/2006/relationships/customXml" Target="../ink/ink423.xml"/><Relationship Id="rId22" Type="http://schemas.openxmlformats.org/officeDocument/2006/relationships/customXml" Target="../ink/ink431.xml"/><Relationship Id="rId27" Type="http://schemas.openxmlformats.org/officeDocument/2006/relationships/customXml" Target="../ink/ink436.xml"/><Relationship Id="rId30" Type="http://schemas.openxmlformats.org/officeDocument/2006/relationships/customXml" Target="../ink/ink439.xml"/><Relationship Id="rId35" Type="http://schemas.openxmlformats.org/officeDocument/2006/relationships/customXml" Target="../ink/ink444.xml"/><Relationship Id="rId43" Type="http://schemas.openxmlformats.org/officeDocument/2006/relationships/customXml" Target="../ink/ink452.xml"/><Relationship Id="rId48" Type="http://schemas.openxmlformats.org/officeDocument/2006/relationships/customXml" Target="../ink/ink457.xml"/><Relationship Id="rId56" Type="http://schemas.openxmlformats.org/officeDocument/2006/relationships/customXml" Target="../ink/ink465.xml"/><Relationship Id="rId64" Type="http://schemas.openxmlformats.org/officeDocument/2006/relationships/customXml" Target="../ink/ink473.xml"/><Relationship Id="rId8" Type="http://schemas.openxmlformats.org/officeDocument/2006/relationships/customXml" Target="../ink/ink417.xml"/><Relationship Id="rId51" Type="http://schemas.openxmlformats.org/officeDocument/2006/relationships/customXml" Target="../ink/ink460.xml"/><Relationship Id="rId3" Type="http://schemas.openxmlformats.org/officeDocument/2006/relationships/customXml" Target="../ink/ink412.xml"/><Relationship Id="rId12" Type="http://schemas.openxmlformats.org/officeDocument/2006/relationships/customXml" Target="../ink/ink421.xml"/><Relationship Id="rId17" Type="http://schemas.openxmlformats.org/officeDocument/2006/relationships/customXml" Target="../ink/ink426.xml"/><Relationship Id="rId25" Type="http://schemas.openxmlformats.org/officeDocument/2006/relationships/customXml" Target="../ink/ink434.xml"/><Relationship Id="rId33" Type="http://schemas.openxmlformats.org/officeDocument/2006/relationships/customXml" Target="../ink/ink442.xml"/><Relationship Id="rId38" Type="http://schemas.openxmlformats.org/officeDocument/2006/relationships/customXml" Target="../ink/ink447.xml"/><Relationship Id="rId46" Type="http://schemas.openxmlformats.org/officeDocument/2006/relationships/customXml" Target="../ink/ink455.xml"/><Relationship Id="rId59" Type="http://schemas.openxmlformats.org/officeDocument/2006/relationships/customXml" Target="../ink/ink468.xml"/><Relationship Id="rId20" Type="http://schemas.openxmlformats.org/officeDocument/2006/relationships/customXml" Target="../ink/ink429.xml"/><Relationship Id="rId41" Type="http://schemas.openxmlformats.org/officeDocument/2006/relationships/customXml" Target="../ink/ink450.xml"/><Relationship Id="rId54" Type="http://schemas.openxmlformats.org/officeDocument/2006/relationships/customXml" Target="../ink/ink463.xml"/><Relationship Id="rId62" Type="http://schemas.openxmlformats.org/officeDocument/2006/relationships/customXml" Target="../ink/ink471.xml"/><Relationship Id="rId1" Type="http://schemas.openxmlformats.org/officeDocument/2006/relationships/slideLayout" Target="../slideLayouts/slideLayout7.xml"/><Relationship Id="rId6" Type="http://schemas.openxmlformats.org/officeDocument/2006/relationships/customXml" Target="../ink/ink415.xml"/><Relationship Id="rId15" Type="http://schemas.openxmlformats.org/officeDocument/2006/relationships/customXml" Target="../ink/ink424.xml"/><Relationship Id="rId23" Type="http://schemas.openxmlformats.org/officeDocument/2006/relationships/customXml" Target="../ink/ink432.xml"/><Relationship Id="rId28" Type="http://schemas.openxmlformats.org/officeDocument/2006/relationships/customXml" Target="../ink/ink437.xml"/><Relationship Id="rId36" Type="http://schemas.openxmlformats.org/officeDocument/2006/relationships/customXml" Target="../ink/ink445.xml"/><Relationship Id="rId49" Type="http://schemas.openxmlformats.org/officeDocument/2006/relationships/customXml" Target="../ink/ink458.xml"/><Relationship Id="rId57" Type="http://schemas.openxmlformats.org/officeDocument/2006/relationships/customXml" Target="../ink/ink466.xml"/><Relationship Id="rId10" Type="http://schemas.openxmlformats.org/officeDocument/2006/relationships/customXml" Target="../ink/ink419.xml"/><Relationship Id="rId31" Type="http://schemas.openxmlformats.org/officeDocument/2006/relationships/customXml" Target="../ink/ink440.xml"/><Relationship Id="rId44" Type="http://schemas.openxmlformats.org/officeDocument/2006/relationships/customXml" Target="../ink/ink453.xml"/><Relationship Id="rId52" Type="http://schemas.openxmlformats.org/officeDocument/2006/relationships/customXml" Target="../ink/ink461.xml"/><Relationship Id="rId60" Type="http://schemas.openxmlformats.org/officeDocument/2006/relationships/customXml" Target="../ink/ink469.xml"/><Relationship Id="rId65" Type="http://schemas.openxmlformats.org/officeDocument/2006/relationships/customXml" Target="../ink/ink474.xml"/><Relationship Id="rId4" Type="http://schemas.openxmlformats.org/officeDocument/2006/relationships/customXml" Target="../ink/ink413.xml"/><Relationship Id="rId9" Type="http://schemas.openxmlformats.org/officeDocument/2006/relationships/customXml" Target="../ink/ink418.xml"/><Relationship Id="rId13" Type="http://schemas.openxmlformats.org/officeDocument/2006/relationships/customXml" Target="../ink/ink422.xml"/><Relationship Id="rId18" Type="http://schemas.openxmlformats.org/officeDocument/2006/relationships/customXml" Target="../ink/ink427.xml"/><Relationship Id="rId39" Type="http://schemas.openxmlformats.org/officeDocument/2006/relationships/customXml" Target="../ink/ink448.xml"/></Relationships>
</file>

<file path=ppt/slides/_rels/slide74.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88.png"/><Relationship Id="rId1" Type="http://schemas.openxmlformats.org/officeDocument/2006/relationships/slideLayout" Target="../slideLayouts/slideLayout7.xml"/><Relationship Id="rId5" Type="http://schemas.openxmlformats.org/officeDocument/2006/relationships/image" Target="../media/image91.png"/><Relationship Id="rId4" Type="http://schemas.openxmlformats.org/officeDocument/2006/relationships/image" Target="../media/image90.png"/></Relationships>
</file>

<file path=ppt/slides/_rels/slide75.xml.rels><?xml version="1.0" encoding="UTF-8" standalone="yes"?>
<Relationships xmlns="http://schemas.openxmlformats.org/package/2006/relationships"><Relationship Id="rId8" Type="http://schemas.openxmlformats.org/officeDocument/2006/relationships/customXml" Target="../ink/ink477.xml"/><Relationship Id="rId13" Type="http://schemas.openxmlformats.org/officeDocument/2006/relationships/customXml" Target="../ink/ink482.xml"/><Relationship Id="rId18" Type="http://schemas.openxmlformats.org/officeDocument/2006/relationships/customXml" Target="../ink/ink487.xml"/><Relationship Id="rId26" Type="http://schemas.openxmlformats.org/officeDocument/2006/relationships/customXml" Target="../ink/ink495.xml"/><Relationship Id="rId3" Type="http://schemas.openxmlformats.org/officeDocument/2006/relationships/image" Target="../media/image93.png"/><Relationship Id="rId21" Type="http://schemas.openxmlformats.org/officeDocument/2006/relationships/customXml" Target="../ink/ink490.xml"/><Relationship Id="rId7" Type="http://schemas.openxmlformats.org/officeDocument/2006/relationships/customXml" Target="../ink/ink476.xml"/><Relationship Id="rId12" Type="http://schemas.openxmlformats.org/officeDocument/2006/relationships/customXml" Target="../ink/ink481.xml"/><Relationship Id="rId17" Type="http://schemas.openxmlformats.org/officeDocument/2006/relationships/customXml" Target="../ink/ink486.xml"/><Relationship Id="rId25" Type="http://schemas.openxmlformats.org/officeDocument/2006/relationships/customXml" Target="../ink/ink494.xml"/><Relationship Id="rId2" Type="http://schemas.openxmlformats.org/officeDocument/2006/relationships/image" Target="../media/image92.png"/><Relationship Id="rId16" Type="http://schemas.openxmlformats.org/officeDocument/2006/relationships/customXml" Target="../ink/ink485.xml"/><Relationship Id="rId20" Type="http://schemas.openxmlformats.org/officeDocument/2006/relationships/customXml" Target="../ink/ink489.xml"/><Relationship Id="rId29" Type="http://schemas.openxmlformats.org/officeDocument/2006/relationships/customXml" Target="../ink/ink498.xml"/><Relationship Id="rId1" Type="http://schemas.openxmlformats.org/officeDocument/2006/relationships/slideLayout" Target="../slideLayouts/slideLayout7.xml"/><Relationship Id="rId6" Type="http://schemas.openxmlformats.org/officeDocument/2006/relationships/customXml" Target="../ink/ink475.xml"/><Relationship Id="rId11" Type="http://schemas.openxmlformats.org/officeDocument/2006/relationships/customXml" Target="../ink/ink480.xml"/><Relationship Id="rId24" Type="http://schemas.openxmlformats.org/officeDocument/2006/relationships/customXml" Target="../ink/ink493.xml"/><Relationship Id="rId5" Type="http://schemas.openxmlformats.org/officeDocument/2006/relationships/image" Target="../media/image95.png"/><Relationship Id="rId15" Type="http://schemas.openxmlformats.org/officeDocument/2006/relationships/customXml" Target="../ink/ink484.xml"/><Relationship Id="rId23" Type="http://schemas.openxmlformats.org/officeDocument/2006/relationships/customXml" Target="../ink/ink492.xml"/><Relationship Id="rId28" Type="http://schemas.openxmlformats.org/officeDocument/2006/relationships/customXml" Target="../ink/ink497.xml"/><Relationship Id="rId10" Type="http://schemas.openxmlformats.org/officeDocument/2006/relationships/customXml" Target="../ink/ink479.xml"/><Relationship Id="rId19" Type="http://schemas.openxmlformats.org/officeDocument/2006/relationships/customXml" Target="../ink/ink488.xml"/><Relationship Id="rId4" Type="http://schemas.openxmlformats.org/officeDocument/2006/relationships/image" Target="../media/image94.png"/><Relationship Id="rId9" Type="http://schemas.openxmlformats.org/officeDocument/2006/relationships/customXml" Target="../ink/ink478.xml"/><Relationship Id="rId14" Type="http://schemas.openxmlformats.org/officeDocument/2006/relationships/customXml" Target="../ink/ink483.xml"/><Relationship Id="rId22" Type="http://schemas.openxmlformats.org/officeDocument/2006/relationships/customXml" Target="../ink/ink491.xml"/><Relationship Id="rId27" Type="http://schemas.openxmlformats.org/officeDocument/2006/relationships/customXml" Target="../ink/ink496.xml"/></Relationships>
</file>

<file path=ppt/slides/_rels/slide76.xml.rels><?xml version="1.0" encoding="UTF-8" standalone="yes"?>
<Relationships xmlns="http://schemas.openxmlformats.org/package/2006/relationships"><Relationship Id="rId8" Type="http://schemas.openxmlformats.org/officeDocument/2006/relationships/image" Target="../media/image102.png"/><Relationship Id="rId13" Type="http://schemas.openxmlformats.org/officeDocument/2006/relationships/customXml" Target="../ink/ink502.xml"/><Relationship Id="rId18" Type="http://schemas.openxmlformats.org/officeDocument/2006/relationships/customXml" Target="../ink/ink507.xml"/><Relationship Id="rId3" Type="http://schemas.openxmlformats.org/officeDocument/2006/relationships/image" Target="../media/image97.png"/><Relationship Id="rId7" Type="http://schemas.openxmlformats.org/officeDocument/2006/relationships/image" Target="../media/image101.png"/><Relationship Id="rId12" Type="http://schemas.openxmlformats.org/officeDocument/2006/relationships/customXml" Target="../ink/ink501.xml"/><Relationship Id="rId17" Type="http://schemas.openxmlformats.org/officeDocument/2006/relationships/customXml" Target="../ink/ink506.xml"/><Relationship Id="rId2" Type="http://schemas.openxmlformats.org/officeDocument/2006/relationships/image" Target="../media/image96.png"/><Relationship Id="rId16" Type="http://schemas.openxmlformats.org/officeDocument/2006/relationships/customXml" Target="../ink/ink505.xml"/><Relationship Id="rId20" Type="http://schemas.openxmlformats.org/officeDocument/2006/relationships/customXml" Target="../ink/ink509.xml"/><Relationship Id="rId1" Type="http://schemas.openxmlformats.org/officeDocument/2006/relationships/slideLayout" Target="../slideLayouts/slideLayout7.xml"/><Relationship Id="rId6" Type="http://schemas.openxmlformats.org/officeDocument/2006/relationships/image" Target="../media/image100.png"/><Relationship Id="rId11" Type="http://schemas.openxmlformats.org/officeDocument/2006/relationships/customXml" Target="../ink/ink500.xml"/><Relationship Id="rId5" Type="http://schemas.openxmlformats.org/officeDocument/2006/relationships/image" Target="../media/image99.png"/><Relationship Id="rId15" Type="http://schemas.openxmlformats.org/officeDocument/2006/relationships/customXml" Target="../ink/ink504.xml"/><Relationship Id="rId10" Type="http://schemas.openxmlformats.org/officeDocument/2006/relationships/customXml" Target="../ink/ink499.xml"/><Relationship Id="rId19" Type="http://schemas.openxmlformats.org/officeDocument/2006/relationships/customXml" Target="../ink/ink508.xml"/><Relationship Id="rId4" Type="http://schemas.openxmlformats.org/officeDocument/2006/relationships/image" Target="../media/image98.png"/><Relationship Id="rId9" Type="http://schemas.openxmlformats.org/officeDocument/2006/relationships/image" Target="../media/image103.png"/><Relationship Id="rId14" Type="http://schemas.openxmlformats.org/officeDocument/2006/relationships/customXml" Target="../ink/ink503.xml"/></Relationships>
</file>

<file path=ppt/slides/_rels/slide77.xml.rels><?xml version="1.0" encoding="UTF-8" standalone="yes"?>
<Relationships xmlns="http://schemas.openxmlformats.org/package/2006/relationships"><Relationship Id="rId26" Type="http://schemas.openxmlformats.org/officeDocument/2006/relationships/customXml" Target="../ink/ink530.xml"/><Relationship Id="rId21" Type="http://schemas.openxmlformats.org/officeDocument/2006/relationships/customXml" Target="../ink/ink525.xml"/><Relationship Id="rId42" Type="http://schemas.openxmlformats.org/officeDocument/2006/relationships/customXml" Target="../ink/ink546.xml"/><Relationship Id="rId47" Type="http://schemas.openxmlformats.org/officeDocument/2006/relationships/customXml" Target="../ink/ink551.xml"/><Relationship Id="rId63" Type="http://schemas.openxmlformats.org/officeDocument/2006/relationships/customXml" Target="../ink/ink567.xml"/><Relationship Id="rId68" Type="http://schemas.openxmlformats.org/officeDocument/2006/relationships/customXml" Target="../ink/ink572.xml"/><Relationship Id="rId84" Type="http://schemas.openxmlformats.org/officeDocument/2006/relationships/customXml" Target="../ink/ink588.xml"/><Relationship Id="rId89" Type="http://schemas.openxmlformats.org/officeDocument/2006/relationships/customXml" Target="../ink/ink593.xml"/><Relationship Id="rId16" Type="http://schemas.openxmlformats.org/officeDocument/2006/relationships/customXml" Target="../ink/ink520.xml"/><Relationship Id="rId11" Type="http://schemas.openxmlformats.org/officeDocument/2006/relationships/customXml" Target="../ink/ink515.xml"/><Relationship Id="rId32" Type="http://schemas.openxmlformats.org/officeDocument/2006/relationships/customXml" Target="../ink/ink536.xml"/><Relationship Id="rId37" Type="http://schemas.openxmlformats.org/officeDocument/2006/relationships/customXml" Target="../ink/ink541.xml"/><Relationship Id="rId53" Type="http://schemas.openxmlformats.org/officeDocument/2006/relationships/customXml" Target="../ink/ink557.xml"/><Relationship Id="rId58" Type="http://schemas.openxmlformats.org/officeDocument/2006/relationships/customXml" Target="../ink/ink562.xml"/><Relationship Id="rId74" Type="http://schemas.openxmlformats.org/officeDocument/2006/relationships/customXml" Target="../ink/ink578.xml"/><Relationship Id="rId79" Type="http://schemas.openxmlformats.org/officeDocument/2006/relationships/customXml" Target="../ink/ink583.xml"/><Relationship Id="rId5" Type="http://schemas.openxmlformats.org/officeDocument/2006/relationships/image" Target="../media/image107.png"/><Relationship Id="rId90" Type="http://schemas.openxmlformats.org/officeDocument/2006/relationships/customXml" Target="../ink/ink594.xml"/><Relationship Id="rId95" Type="http://schemas.openxmlformats.org/officeDocument/2006/relationships/customXml" Target="../ink/ink599.xml"/><Relationship Id="rId22" Type="http://schemas.openxmlformats.org/officeDocument/2006/relationships/customXml" Target="../ink/ink526.xml"/><Relationship Id="rId27" Type="http://schemas.openxmlformats.org/officeDocument/2006/relationships/customXml" Target="../ink/ink531.xml"/><Relationship Id="rId43" Type="http://schemas.openxmlformats.org/officeDocument/2006/relationships/customXml" Target="../ink/ink547.xml"/><Relationship Id="rId48" Type="http://schemas.openxmlformats.org/officeDocument/2006/relationships/customXml" Target="../ink/ink552.xml"/><Relationship Id="rId64" Type="http://schemas.openxmlformats.org/officeDocument/2006/relationships/customXml" Target="../ink/ink568.xml"/><Relationship Id="rId69" Type="http://schemas.openxmlformats.org/officeDocument/2006/relationships/customXml" Target="../ink/ink573.xml"/><Relationship Id="rId8" Type="http://schemas.openxmlformats.org/officeDocument/2006/relationships/customXml" Target="../ink/ink512.xml"/><Relationship Id="rId51" Type="http://schemas.openxmlformats.org/officeDocument/2006/relationships/customXml" Target="../ink/ink555.xml"/><Relationship Id="rId72" Type="http://schemas.openxmlformats.org/officeDocument/2006/relationships/customXml" Target="../ink/ink576.xml"/><Relationship Id="rId80" Type="http://schemas.openxmlformats.org/officeDocument/2006/relationships/customXml" Target="../ink/ink584.xml"/><Relationship Id="rId85" Type="http://schemas.openxmlformats.org/officeDocument/2006/relationships/customXml" Target="../ink/ink589.xml"/><Relationship Id="rId93" Type="http://schemas.openxmlformats.org/officeDocument/2006/relationships/customXml" Target="../ink/ink597.xml"/><Relationship Id="rId3" Type="http://schemas.openxmlformats.org/officeDocument/2006/relationships/image" Target="../media/image105.png"/><Relationship Id="rId12" Type="http://schemas.openxmlformats.org/officeDocument/2006/relationships/customXml" Target="../ink/ink516.xml"/><Relationship Id="rId17" Type="http://schemas.openxmlformats.org/officeDocument/2006/relationships/customXml" Target="../ink/ink521.xml"/><Relationship Id="rId25" Type="http://schemas.openxmlformats.org/officeDocument/2006/relationships/customXml" Target="../ink/ink529.xml"/><Relationship Id="rId33" Type="http://schemas.openxmlformats.org/officeDocument/2006/relationships/customXml" Target="../ink/ink537.xml"/><Relationship Id="rId38" Type="http://schemas.openxmlformats.org/officeDocument/2006/relationships/customXml" Target="../ink/ink542.xml"/><Relationship Id="rId46" Type="http://schemas.openxmlformats.org/officeDocument/2006/relationships/customXml" Target="../ink/ink550.xml"/><Relationship Id="rId59" Type="http://schemas.openxmlformats.org/officeDocument/2006/relationships/customXml" Target="../ink/ink563.xml"/><Relationship Id="rId67" Type="http://schemas.openxmlformats.org/officeDocument/2006/relationships/customXml" Target="../ink/ink571.xml"/><Relationship Id="rId20" Type="http://schemas.openxmlformats.org/officeDocument/2006/relationships/customXml" Target="../ink/ink524.xml"/><Relationship Id="rId41" Type="http://schemas.openxmlformats.org/officeDocument/2006/relationships/customXml" Target="../ink/ink545.xml"/><Relationship Id="rId54" Type="http://schemas.openxmlformats.org/officeDocument/2006/relationships/customXml" Target="../ink/ink558.xml"/><Relationship Id="rId62" Type="http://schemas.openxmlformats.org/officeDocument/2006/relationships/customXml" Target="../ink/ink566.xml"/><Relationship Id="rId70" Type="http://schemas.openxmlformats.org/officeDocument/2006/relationships/customXml" Target="../ink/ink574.xml"/><Relationship Id="rId75" Type="http://schemas.openxmlformats.org/officeDocument/2006/relationships/customXml" Target="../ink/ink579.xml"/><Relationship Id="rId83" Type="http://schemas.openxmlformats.org/officeDocument/2006/relationships/customXml" Target="../ink/ink587.xml"/><Relationship Id="rId88" Type="http://schemas.openxmlformats.org/officeDocument/2006/relationships/customXml" Target="../ink/ink592.xml"/><Relationship Id="rId91" Type="http://schemas.openxmlformats.org/officeDocument/2006/relationships/customXml" Target="../ink/ink595.xml"/><Relationship Id="rId96" Type="http://schemas.openxmlformats.org/officeDocument/2006/relationships/customXml" Target="../ink/ink600.xml"/><Relationship Id="rId1" Type="http://schemas.openxmlformats.org/officeDocument/2006/relationships/slideLayout" Target="../slideLayouts/slideLayout7.xml"/><Relationship Id="rId6" Type="http://schemas.openxmlformats.org/officeDocument/2006/relationships/customXml" Target="../ink/ink510.xml"/><Relationship Id="rId15" Type="http://schemas.openxmlformats.org/officeDocument/2006/relationships/customXml" Target="../ink/ink519.xml"/><Relationship Id="rId23" Type="http://schemas.openxmlformats.org/officeDocument/2006/relationships/customXml" Target="../ink/ink527.xml"/><Relationship Id="rId28" Type="http://schemas.openxmlformats.org/officeDocument/2006/relationships/customXml" Target="../ink/ink532.xml"/><Relationship Id="rId36" Type="http://schemas.openxmlformats.org/officeDocument/2006/relationships/customXml" Target="../ink/ink540.xml"/><Relationship Id="rId49" Type="http://schemas.openxmlformats.org/officeDocument/2006/relationships/customXml" Target="../ink/ink553.xml"/><Relationship Id="rId57" Type="http://schemas.openxmlformats.org/officeDocument/2006/relationships/customXml" Target="../ink/ink561.xml"/><Relationship Id="rId10" Type="http://schemas.openxmlformats.org/officeDocument/2006/relationships/customXml" Target="../ink/ink514.xml"/><Relationship Id="rId31" Type="http://schemas.openxmlformats.org/officeDocument/2006/relationships/customXml" Target="../ink/ink535.xml"/><Relationship Id="rId44" Type="http://schemas.openxmlformats.org/officeDocument/2006/relationships/customXml" Target="../ink/ink548.xml"/><Relationship Id="rId52" Type="http://schemas.openxmlformats.org/officeDocument/2006/relationships/customXml" Target="../ink/ink556.xml"/><Relationship Id="rId60" Type="http://schemas.openxmlformats.org/officeDocument/2006/relationships/customXml" Target="../ink/ink564.xml"/><Relationship Id="rId65" Type="http://schemas.openxmlformats.org/officeDocument/2006/relationships/customXml" Target="../ink/ink569.xml"/><Relationship Id="rId73" Type="http://schemas.openxmlformats.org/officeDocument/2006/relationships/customXml" Target="../ink/ink577.xml"/><Relationship Id="rId78" Type="http://schemas.openxmlformats.org/officeDocument/2006/relationships/customXml" Target="../ink/ink582.xml"/><Relationship Id="rId81" Type="http://schemas.openxmlformats.org/officeDocument/2006/relationships/customXml" Target="../ink/ink585.xml"/><Relationship Id="rId86" Type="http://schemas.openxmlformats.org/officeDocument/2006/relationships/customXml" Target="../ink/ink590.xml"/><Relationship Id="rId94" Type="http://schemas.openxmlformats.org/officeDocument/2006/relationships/customXml" Target="../ink/ink598.xml"/><Relationship Id="rId4" Type="http://schemas.openxmlformats.org/officeDocument/2006/relationships/image" Target="../media/image106.png"/><Relationship Id="rId9" Type="http://schemas.openxmlformats.org/officeDocument/2006/relationships/customXml" Target="../ink/ink513.xml"/><Relationship Id="rId13" Type="http://schemas.openxmlformats.org/officeDocument/2006/relationships/customXml" Target="../ink/ink517.xml"/><Relationship Id="rId18" Type="http://schemas.openxmlformats.org/officeDocument/2006/relationships/customXml" Target="../ink/ink522.xml"/><Relationship Id="rId39" Type="http://schemas.openxmlformats.org/officeDocument/2006/relationships/customXml" Target="../ink/ink543.xml"/><Relationship Id="rId34" Type="http://schemas.openxmlformats.org/officeDocument/2006/relationships/customXml" Target="../ink/ink538.xml"/><Relationship Id="rId50" Type="http://schemas.openxmlformats.org/officeDocument/2006/relationships/customXml" Target="../ink/ink554.xml"/><Relationship Id="rId55" Type="http://schemas.openxmlformats.org/officeDocument/2006/relationships/customXml" Target="../ink/ink559.xml"/><Relationship Id="rId76" Type="http://schemas.openxmlformats.org/officeDocument/2006/relationships/customXml" Target="../ink/ink580.xml"/><Relationship Id="rId7" Type="http://schemas.openxmlformats.org/officeDocument/2006/relationships/customXml" Target="../ink/ink511.xml"/><Relationship Id="rId71" Type="http://schemas.openxmlformats.org/officeDocument/2006/relationships/customXml" Target="../ink/ink575.xml"/><Relationship Id="rId92" Type="http://schemas.openxmlformats.org/officeDocument/2006/relationships/customXml" Target="../ink/ink596.xml"/><Relationship Id="rId2" Type="http://schemas.openxmlformats.org/officeDocument/2006/relationships/image" Target="../media/image104.png"/><Relationship Id="rId29" Type="http://schemas.openxmlformats.org/officeDocument/2006/relationships/customXml" Target="../ink/ink533.xml"/><Relationship Id="rId24" Type="http://schemas.openxmlformats.org/officeDocument/2006/relationships/customXml" Target="../ink/ink528.xml"/><Relationship Id="rId40" Type="http://schemas.openxmlformats.org/officeDocument/2006/relationships/customXml" Target="../ink/ink544.xml"/><Relationship Id="rId45" Type="http://schemas.openxmlformats.org/officeDocument/2006/relationships/customXml" Target="../ink/ink549.xml"/><Relationship Id="rId66" Type="http://schemas.openxmlformats.org/officeDocument/2006/relationships/customXml" Target="../ink/ink570.xml"/><Relationship Id="rId87" Type="http://schemas.openxmlformats.org/officeDocument/2006/relationships/customXml" Target="../ink/ink591.xml"/><Relationship Id="rId61" Type="http://schemas.openxmlformats.org/officeDocument/2006/relationships/customXml" Target="../ink/ink565.xml"/><Relationship Id="rId82" Type="http://schemas.openxmlformats.org/officeDocument/2006/relationships/customXml" Target="../ink/ink586.xml"/><Relationship Id="rId19" Type="http://schemas.openxmlformats.org/officeDocument/2006/relationships/customXml" Target="../ink/ink523.xml"/><Relationship Id="rId14" Type="http://schemas.openxmlformats.org/officeDocument/2006/relationships/customXml" Target="../ink/ink518.xml"/><Relationship Id="rId30" Type="http://schemas.openxmlformats.org/officeDocument/2006/relationships/customXml" Target="../ink/ink534.xml"/><Relationship Id="rId35" Type="http://schemas.openxmlformats.org/officeDocument/2006/relationships/customXml" Target="../ink/ink539.xml"/><Relationship Id="rId56" Type="http://schemas.openxmlformats.org/officeDocument/2006/relationships/customXml" Target="../ink/ink560.xml"/><Relationship Id="rId77" Type="http://schemas.openxmlformats.org/officeDocument/2006/relationships/customXml" Target="../ink/ink581.xml"/></Relationships>
</file>

<file path=ppt/slides/_rels/slide78.xml.rels><?xml version="1.0" encoding="UTF-8" standalone="yes"?>
<Relationships xmlns="http://schemas.openxmlformats.org/package/2006/relationships"><Relationship Id="rId117" Type="http://schemas.openxmlformats.org/officeDocument/2006/relationships/customXml" Target="../ink/ink715.xml"/><Relationship Id="rId21" Type="http://schemas.openxmlformats.org/officeDocument/2006/relationships/customXml" Target="../ink/ink619.xml"/><Relationship Id="rId42" Type="http://schemas.openxmlformats.org/officeDocument/2006/relationships/customXml" Target="../ink/ink640.xml"/><Relationship Id="rId47" Type="http://schemas.openxmlformats.org/officeDocument/2006/relationships/customXml" Target="../ink/ink645.xml"/><Relationship Id="rId63" Type="http://schemas.openxmlformats.org/officeDocument/2006/relationships/customXml" Target="../ink/ink661.xml"/><Relationship Id="rId68" Type="http://schemas.openxmlformats.org/officeDocument/2006/relationships/customXml" Target="../ink/ink666.xml"/><Relationship Id="rId84" Type="http://schemas.openxmlformats.org/officeDocument/2006/relationships/customXml" Target="../ink/ink682.xml"/><Relationship Id="rId89" Type="http://schemas.openxmlformats.org/officeDocument/2006/relationships/customXml" Target="../ink/ink687.xml"/><Relationship Id="rId112" Type="http://schemas.openxmlformats.org/officeDocument/2006/relationships/customXml" Target="../ink/ink710.xml"/><Relationship Id="rId16" Type="http://schemas.openxmlformats.org/officeDocument/2006/relationships/customXml" Target="../ink/ink614.xml"/><Relationship Id="rId107" Type="http://schemas.openxmlformats.org/officeDocument/2006/relationships/customXml" Target="../ink/ink705.xml"/><Relationship Id="rId11" Type="http://schemas.openxmlformats.org/officeDocument/2006/relationships/customXml" Target="../ink/ink609.xml"/><Relationship Id="rId32" Type="http://schemas.openxmlformats.org/officeDocument/2006/relationships/customXml" Target="../ink/ink630.xml"/><Relationship Id="rId37" Type="http://schemas.openxmlformats.org/officeDocument/2006/relationships/customXml" Target="../ink/ink635.xml"/><Relationship Id="rId53" Type="http://schemas.openxmlformats.org/officeDocument/2006/relationships/customXml" Target="../ink/ink651.xml"/><Relationship Id="rId58" Type="http://schemas.openxmlformats.org/officeDocument/2006/relationships/customXml" Target="../ink/ink656.xml"/><Relationship Id="rId74" Type="http://schemas.openxmlformats.org/officeDocument/2006/relationships/customXml" Target="../ink/ink672.xml"/><Relationship Id="rId79" Type="http://schemas.openxmlformats.org/officeDocument/2006/relationships/customXml" Target="../ink/ink677.xml"/><Relationship Id="rId102" Type="http://schemas.openxmlformats.org/officeDocument/2006/relationships/customXml" Target="../ink/ink700.xml"/><Relationship Id="rId123" Type="http://schemas.openxmlformats.org/officeDocument/2006/relationships/customXml" Target="../ink/ink721.xml"/><Relationship Id="rId128" Type="http://schemas.openxmlformats.org/officeDocument/2006/relationships/customXml" Target="../ink/ink726.xml"/><Relationship Id="rId5" Type="http://schemas.openxmlformats.org/officeDocument/2006/relationships/customXml" Target="../ink/ink603.xml"/><Relationship Id="rId90" Type="http://schemas.openxmlformats.org/officeDocument/2006/relationships/customXml" Target="../ink/ink688.xml"/><Relationship Id="rId95" Type="http://schemas.openxmlformats.org/officeDocument/2006/relationships/customXml" Target="../ink/ink693.xml"/><Relationship Id="rId22" Type="http://schemas.openxmlformats.org/officeDocument/2006/relationships/customXml" Target="../ink/ink620.xml"/><Relationship Id="rId27" Type="http://schemas.openxmlformats.org/officeDocument/2006/relationships/customXml" Target="../ink/ink625.xml"/><Relationship Id="rId43" Type="http://schemas.openxmlformats.org/officeDocument/2006/relationships/customXml" Target="../ink/ink641.xml"/><Relationship Id="rId48" Type="http://schemas.openxmlformats.org/officeDocument/2006/relationships/customXml" Target="../ink/ink646.xml"/><Relationship Id="rId64" Type="http://schemas.openxmlformats.org/officeDocument/2006/relationships/customXml" Target="../ink/ink662.xml"/><Relationship Id="rId69" Type="http://schemas.openxmlformats.org/officeDocument/2006/relationships/customXml" Target="../ink/ink667.xml"/><Relationship Id="rId113" Type="http://schemas.openxmlformats.org/officeDocument/2006/relationships/customXml" Target="../ink/ink711.xml"/><Relationship Id="rId118" Type="http://schemas.openxmlformats.org/officeDocument/2006/relationships/customXml" Target="../ink/ink716.xml"/><Relationship Id="rId80" Type="http://schemas.openxmlformats.org/officeDocument/2006/relationships/customXml" Target="../ink/ink678.xml"/><Relationship Id="rId85" Type="http://schemas.openxmlformats.org/officeDocument/2006/relationships/customXml" Target="../ink/ink683.xml"/><Relationship Id="rId12" Type="http://schemas.openxmlformats.org/officeDocument/2006/relationships/customXml" Target="../ink/ink610.xml"/><Relationship Id="rId17" Type="http://schemas.openxmlformats.org/officeDocument/2006/relationships/customXml" Target="../ink/ink615.xml"/><Relationship Id="rId33" Type="http://schemas.openxmlformats.org/officeDocument/2006/relationships/customXml" Target="../ink/ink631.xml"/><Relationship Id="rId38" Type="http://schemas.openxmlformats.org/officeDocument/2006/relationships/customXml" Target="../ink/ink636.xml"/><Relationship Id="rId59" Type="http://schemas.openxmlformats.org/officeDocument/2006/relationships/customXml" Target="../ink/ink657.xml"/><Relationship Id="rId103" Type="http://schemas.openxmlformats.org/officeDocument/2006/relationships/customXml" Target="../ink/ink701.xml"/><Relationship Id="rId108" Type="http://schemas.openxmlformats.org/officeDocument/2006/relationships/customXml" Target="../ink/ink706.xml"/><Relationship Id="rId124" Type="http://schemas.openxmlformats.org/officeDocument/2006/relationships/customXml" Target="../ink/ink722.xml"/><Relationship Id="rId129" Type="http://schemas.openxmlformats.org/officeDocument/2006/relationships/customXml" Target="../ink/ink727.xml"/><Relationship Id="rId54" Type="http://schemas.openxmlformats.org/officeDocument/2006/relationships/customXml" Target="../ink/ink652.xml"/><Relationship Id="rId70" Type="http://schemas.openxmlformats.org/officeDocument/2006/relationships/customXml" Target="../ink/ink668.xml"/><Relationship Id="rId75" Type="http://schemas.openxmlformats.org/officeDocument/2006/relationships/customXml" Target="../ink/ink673.xml"/><Relationship Id="rId91" Type="http://schemas.openxmlformats.org/officeDocument/2006/relationships/customXml" Target="../ink/ink689.xml"/><Relationship Id="rId96" Type="http://schemas.openxmlformats.org/officeDocument/2006/relationships/customXml" Target="../ink/ink694.xml"/><Relationship Id="rId1" Type="http://schemas.openxmlformats.org/officeDocument/2006/relationships/slideLayout" Target="../slideLayouts/slideLayout7.xml"/><Relationship Id="rId6" Type="http://schemas.openxmlformats.org/officeDocument/2006/relationships/customXml" Target="../ink/ink604.xml"/><Relationship Id="rId23" Type="http://schemas.openxmlformats.org/officeDocument/2006/relationships/customXml" Target="../ink/ink621.xml"/><Relationship Id="rId28" Type="http://schemas.openxmlformats.org/officeDocument/2006/relationships/customXml" Target="../ink/ink626.xml"/><Relationship Id="rId49" Type="http://schemas.openxmlformats.org/officeDocument/2006/relationships/customXml" Target="../ink/ink647.xml"/><Relationship Id="rId114" Type="http://schemas.openxmlformats.org/officeDocument/2006/relationships/customXml" Target="../ink/ink712.xml"/><Relationship Id="rId119" Type="http://schemas.openxmlformats.org/officeDocument/2006/relationships/customXml" Target="../ink/ink717.xml"/><Relationship Id="rId44" Type="http://schemas.openxmlformats.org/officeDocument/2006/relationships/customXml" Target="../ink/ink642.xml"/><Relationship Id="rId60" Type="http://schemas.openxmlformats.org/officeDocument/2006/relationships/customXml" Target="../ink/ink658.xml"/><Relationship Id="rId65" Type="http://schemas.openxmlformats.org/officeDocument/2006/relationships/customXml" Target="../ink/ink663.xml"/><Relationship Id="rId81" Type="http://schemas.openxmlformats.org/officeDocument/2006/relationships/customXml" Target="../ink/ink679.xml"/><Relationship Id="rId86" Type="http://schemas.openxmlformats.org/officeDocument/2006/relationships/customXml" Target="../ink/ink684.xml"/><Relationship Id="rId130" Type="http://schemas.openxmlformats.org/officeDocument/2006/relationships/customXml" Target="../ink/ink728.xml"/><Relationship Id="rId13" Type="http://schemas.openxmlformats.org/officeDocument/2006/relationships/customXml" Target="../ink/ink611.xml"/><Relationship Id="rId18" Type="http://schemas.openxmlformats.org/officeDocument/2006/relationships/customXml" Target="../ink/ink616.xml"/><Relationship Id="rId39" Type="http://schemas.openxmlformats.org/officeDocument/2006/relationships/customXml" Target="../ink/ink637.xml"/><Relationship Id="rId109" Type="http://schemas.openxmlformats.org/officeDocument/2006/relationships/customXml" Target="../ink/ink707.xml"/><Relationship Id="rId34" Type="http://schemas.openxmlformats.org/officeDocument/2006/relationships/customXml" Target="../ink/ink632.xml"/><Relationship Id="rId50" Type="http://schemas.openxmlformats.org/officeDocument/2006/relationships/customXml" Target="../ink/ink648.xml"/><Relationship Id="rId55" Type="http://schemas.openxmlformats.org/officeDocument/2006/relationships/customXml" Target="../ink/ink653.xml"/><Relationship Id="rId76" Type="http://schemas.openxmlformats.org/officeDocument/2006/relationships/customXml" Target="../ink/ink674.xml"/><Relationship Id="rId97" Type="http://schemas.openxmlformats.org/officeDocument/2006/relationships/customXml" Target="../ink/ink695.xml"/><Relationship Id="rId104" Type="http://schemas.openxmlformats.org/officeDocument/2006/relationships/customXml" Target="../ink/ink702.xml"/><Relationship Id="rId120" Type="http://schemas.openxmlformats.org/officeDocument/2006/relationships/customXml" Target="../ink/ink718.xml"/><Relationship Id="rId125" Type="http://schemas.openxmlformats.org/officeDocument/2006/relationships/customXml" Target="../ink/ink723.xml"/><Relationship Id="rId7" Type="http://schemas.openxmlformats.org/officeDocument/2006/relationships/customXml" Target="../ink/ink605.xml"/><Relationship Id="rId71" Type="http://schemas.openxmlformats.org/officeDocument/2006/relationships/customXml" Target="../ink/ink669.xml"/><Relationship Id="rId92" Type="http://schemas.openxmlformats.org/officeDocument/2006/relationships/customXml" Target="../ink/ink690.xml"/><Relationship Id="rId2" Type="http://schemas.openxmlformats.org/officeDocument/2006/relationships/image" Target="../media/image108.png"/><Relationship Id="rId29" Type="http://schemas.openxmlformats.org/officeDocument/2006/relationships/customXml" Target="../ink/ink627.xml"/><Relationship Id="rId24" Type="http://schemas.openxmlformats.org/officeDocument/2006/relationships/customXml" Target="../ink/ink622.xml"/><Relationship Id="rId40" Type="http://schemas.openxmlformats.org/officeDocument/2006/relationships/customXml" Target="../ink/ink638.xml"/><Relationship Id="rId45" Type="http://schemas.openxmlformats.org/officeDocument/2006/relationships/customXml" Target="../ink/ink643.xml"/><Relationship Id="rId66" Type="http://schemas.openxmlformats.org/officeDocument/2006/relationships/customXml" Target="../ink/ink664.xml"/><Relationship Id="rId87" Type="http://schemas.openxmlformats.org/officeDocument/2006/relationships/customXml" Target="../ink/ink685.xml"/><Relationship Id="rId110" Type="http://schemas.openxmlformats.org/officeDocument/2006/relationships/customXml" Target="../ink/ink708.xml"/><Relationship Id="rId115" Type="http://schemas.openxmlformats.org/officeDocument/2006/relationships/customXml" Target="../ink/ink713.xml"/><Relationship Id="rId131" Type="http://schemas.openxmlformats.org/officeDocument/2006/relationships/customXml" Target="../ink/ink729.xml"/><Relationship Id="rId61" Type="http://schemas.openxmlformats.org/officeDocument/2006/relationships/customXml" Target="../ink/ink659.xml"/><Relationship Id="rId82" Type="http://schemas.openxmlformats.org/officeDocument/2006/relationships/customXml" Target="../ink/ink680.xml"/><Relationship Id="rId19" Type="http://schemas.openxmlformats.org/officeDocument/2006/relationships/customXml" Target="../ink/ink617.xml"/><Relationship Id="rId14" Type="http://schemas.openxmlformats.org/officeDocument/2006/relationships/customXml" Target="../ink/ink612.xml"/><Relationship Id="rId30" Type="http://schemas.openxmlformats.org/officeDocument/2006/relationships/customXml" Target="../ink/ink628.xml"/><Relationship Id="rId35" Type="http://schemas.openxmlformats.org/officeDocument/2006/relationships/customXml" Target="../ink/ink633.xml"/><Relationship Id="rId56" Type="http://schemas.openxmlformats.org/officeDocument/2006/relationships/customXml" Target="../ink/ink654.xml"/><Relationship Id="rId77" Type="http://schemas.openxmlformats.org/officeDocument/2006/relationships/customXml" Target="../ink/ink675.xml"/><Relationship Id="rId100" Type="http://schemas.openxmlformats.org/officeDocument/2006/relationships/customXml" Target="../ink/ink698.xml"/><Relationship Id="rId105" Type="http://schemas.openxmlformats.org/officeDocument/2006/relationships/customXml" Target="../ink/ink703.xml"/><Relationship Id="rId126" Type="http://schemas.openxmlformats.org/officeDocument/2006/relationships/customXml" Target="../ink/ink724.xml"/><Relationship Id="rId8" Type="http://schemas.openxmlformats.org/officeDocument/2006/relationships/customXml" Target="../ink/ink606.xml"/><Relationship Id="rId51" Type="http://schemas.openxmlformats.org/officeDocument/2006/relationships/customXml" Target="../ink/ink649.xml"/><Relationship Id="rId72" Type="http://schemas.openxmlformats.org/officeDocument/2006/relationships/customXml" Target="../ink/ink670.xml"/><Relationship Id="rId93" Type="http://schemas.openxmlformats.org/officeDocument/2006/relationships/customXml" Target="../ink/ink691.xml"/><Relationship Id="rId98" Type="http://schemas.openxmlformats.org/officeDocument/2006/relationships/customXml" Target="../ink/ink696.xml"/><Relationship Id="rId121" Type="http://schemas.openxmlformats.org/officeDocument/2006/relationships/customXml" Target="../ink/ink719.xml"/><Relationship Id="rId3" Type="http://schemas.openxmlformats.org/officeDocument/2006/relationships/customXml" Target="../ink/ink601.xml"/><Relationship Id="rId25" Type="http://schemas.openxmlformats.org/officeDocument/2006/relationships/customXml" Target="../ink/ink623.xml"/><Relationship Id="rId46" Type="http://schemas.openxmlformats.org/officeDocument/2006/relationships/customXml" Target="../ink/ink644.xml"/><Relationship Id="rId67" Type="http://schemas.openxmlformats.org/officeDocument/2006/relationships/customXml" Target="../ink/ink665.xml"/><Relationship Id="rId116" Type="http://schemas.openxmlformats.org/officeDocument/2006/relationships/customXml" Target="../ink/ink714.xml"/><Relationship Id="rId20" Type="http://schemas.openxmlformats.org/officeDocument/2006/relationships/customXml" Target="../ink/ink618.xml"/><Relationship Id="rId41" Type="http://schemas.openxmlformats.org/officeDocument/2006/relationships/customXml" Target="../ink/ink639.xml"/><Relationship Id="rId62" Type="http://schemas.openxmlformats.org/officeDocument/2006/relationships/customXml" Target="../ink/ink660.xml"/><Relationship Id="rId83" Type="http://schemas.openxmlformats.org/officeDocument/2006/relationships/customXml" Target="../ink/ink681.xml"/><Relationship Id="rId88" Type="http://schemas.openxmlformats.org/officeDocument/2006/relationships/customXml" Target="../ink/ink686.xml"/><Relationship Id="rId111" Type="http://schemas.openxmlformats.org/officeDocument/2006/relationships/customXml" Target="../ink/ink709.xml"/><Relationship Id="rId15" Type="http://schemas.openxmlformats.org/officeDocument/2006/relationships/customXml" Target="../ink/ink613.xml"/><Relationship Id="rId36" Type="http://schemas.openxmlformats.org/officeDocument/2006/relationships/customXml" Target="../ink/ink634.xml"/><Relationship Id="rId57" Type="http://schemas.openxmlformats.org/officeDocument/2006/relationships/customXml" Target="../ink/ink655.xml"/><Relationship Id="rId106" Type="http://schemas.openxmlformats.org/officeDocument/2006/relationships/customXml" Target="../ink/ink704.xml"/><Relationship Id="rId127" Type="http://schemas.openxmlformats.org/officeDocument/2006/relationships/customXml" Target="../ink/ink725.xml"/><Relationship Id="rId10" Type="http://schemas.openxmlformats.org/officeDocument/2006/relationships/customXml" Target="../ink/ink608.xml"/><Relationship Id="rId31" Type="http://schemas.openxmlformats.org/officeDocument/2006/relationships/customXml" Target="../ink/ink629.xml"/><Relationship Id="rId52" Type="http://schemas.openxmlformats.org/officeDocument/2006/relationships/customXml" Target="../ink/ink650.xml"/><Relationship Id="rId73" Type="http://schemas.openxmlformats.org/officeDocument/2006/relationships/customXml" Target="../ink/ink671.xml"/><Relationship Id="rId78" Type="http://schemas.openxmlformats.org/officeDocument/2006/relationships/customXml" Target="../ink/ink676.xml"/><Relationship Id="rId94" Type="http://schemas.openxmlformats.org/officeDocument/2006/relationships/customXml" Target="../ink/ink692.xml"/><Relationship Id="rId99" Type="http://schemas.openxmlformats.org/officeDocument/2006/relationships/customXml" Target="../ink/ink697.xml"/><Relationship Id="rId101" Type="http://schemas.openxmlformats.org/officeDocument/2006/relationships/customXml" Target="../ink/ink699.xml"/><Relationship Id="rId122" Type="http://schemas.openxmlformats.org/officeDocument/2006/relationships/customXml" Target="../ink/ink720.xml"/><Relationship Id="rId4" Type="http://schemas.openxmlformats.org/officeDocument/2006/relationships/customXml" Target="../ink/ink602.xml"/><Relationship Id="rId9" Type="http://schemas.openxmlformats.org/officeDocument/2006/relationships/customXml" Target="../ink/ink607.xml"/><Relationship Id="rId26" Type="http://schemas.openxmlformats.org/officeDocument/2006/relationships/customXml" Target="../ink/ink624.xml"/></Relationships>
</file>

<file path=ppt/slides/_rels/slide79.xml.rels><?xml version="1.0" encoding="UTF-8" standalone="yes"?>
<Relationships xmlns="http://schemas.openxmlformats.org/package/2006/relationships"><Relationship Id="rId13" Type="http://schemas.openxmlformats.org/officeDocument/2006/relationships/customXml" Target="../ink/ink739.xml"/><Relationship Id="rId18" Type="http://schemas.openxmlformats.org/officeDocument/2006/relationships/customXml" Target="../ink/ink744.xml"/><Relationship Id="rId26" Type="http://schemas.openxmlformats.org/officeDocument/2006/relationships/customXml" Target="../ink/ink752.xml"/><Relationship Id="rId39" Type="http://schemas.openxmlformats.org/officeDocument/2006/relationships/customXml" Target="../ink/ink765.xml"/><Relationship Id="rId21" Type="http://schemas.openxmlformats.org/officeDocument/2006/relationships/customXml" Target="../ink/ink747.xml"/><Relationship Id="rId34" Type="http://schemas.openxmlformats.org/officeDocument/2006/relationships/customXml" Target="../ink/ink760.xml"/><Relationship Id="rId7" Type="http://schemas.openxmlformats.org/officeDocument/2006/relationships/customXml" Target="../ink/ink733.xml"/><Relationship Id="rId12" Type="http://schemas.openxmlformats.org/officeDocument/2006/relationships/customXml" Target="../ink/ink738.xml"/><Relationship Id="rId17" Type="http://schemas.openxmlformats.org/officeDocument/2006/relationships/customXml" Target="../ink/ink743.xml"/><Relationship Id="rId25" Type="http://schemas.openxmlformats.org/officeDocument/2006/relationships/customXml" Target="../ink/ink751.xml"/><Relationship Id="rId33" Type="http://schemas.openxmlformats.org/officeDocument/2006/relationships/customXml" Target="../ink/ink759.xml"/><Relationship Id="rId38" Type="http://schemas.openxmlformats.org/officeDocument/2006/relationships/customXml" Target="../ink/ink764.xml"/><Relationship Id="rId2" Type="http://schemas.openxmlformats.org/officeDocument/2006/relationships/image" Target="../media/image109.png"/><Relationship Id="rId16" Type="http://schemas.openxmlformats.org/officeDocument/2006/relationships/customXml" Target="../ink/ink742.xml"/><Relationship Id="rId20" Type="http://schemas.openxmlformats.org/officeDocument/2006/relationships/customXml" Target="../ink/ink746.xml"/><Relationship Id="rId29" Type="http://schemas.openxmlformats.org/officeDocument/2006/relationships/customXml" Target="../ink/ink755.xml"/><Relationship Id="rId1" Type="http://schemas.openxmlformats.org/officeDocument/2006/relationships/slideLayout" Target="../slideLayouts/slideLayout7.xml"/><Relationship Id="rId6" Type="http://schemas.openxmlformats.org/officeDocument/2006/relationships/customXml" Target="../ink/ink732.xml"/><Relationship Id="rId11" Type="http://schemas.openxmlformats.org/officeDocument/2006/relationships/customXml" Target="../ink/ink737.xml"/><Relationship Id="rId24" Type="http://schemas.openxmlformats.org/officeDocument/2006/relationships/customXml" Target="../ink/ink750.xml"/><Relationship Id="rId32" Type="http://schemas.openxmlformats.org/officeDocument/2006/relationships/customXml" Target="../ink/ink758.xml"/><Relationship Id="rId37" Type="http://schemas.openxmlformats.org/officeDocument/2006/relationships/customXml" Target="../ink/ink763.xml"/><Relationship Id="rId5" Type="http://schemas.openxmlformats.org/officeDocument/2006/relationships/customXml" Target="../ink/ink731.xml"/><Relationship Id="rId15" Type="http://schemas.openxmlformats.org/officeDocument/2006/relationships/customXml" Target="../ink/ink741.xml"/><Relationship Id="rId23" Type="http://schemas.openxmlformats.org/officeDocument/2006/relationships/customXml" Target="../ink/ink749.xml"/><Relationship Id="rId28" Type="http://schemas.openxmlformats.org/officeDocument/2006/relationships/customXml" Target="../ink/ink754.xml"/><Relationship Id="rId36" Type="http://schemas.openxmlformats.org/officeDocument/2006/relationships/customXml" Target="../ink/ink762.xml"/><Relationship Id="rId10" Type="http://schemas.openxmlformats.org/officeDocument/2006/relationships/customXml" Target="../ink/ink736.xml"/><Relationship Id="rId19" Type="http://schemas.openxmlformats.org/officeDocument/2006/relationships/customXml" Target="../ink/ink745.xml"/><Relationship Id="rId31" Type="http://schemas.openxmlformats.org/officeDocument/2006/relationships/customXml" Target="../ink/ink757.xml"/><Relationship Id="rId4" Type="http://schemas.openxmlformats.org/officeDocument/2006/relationships/customXml" Target="../ink/ink730.xml"/><Relationship Id="rId9" Type="http://schemas.openxmlformats.org/officeDocument/2006/relationships/customXml" Target="../ink/ink735.xml"/><Relationship Id="rId14" Type="http://schemas.openxmlformats.org/officeDocument/2006/relationships/customXml" Target="../ink/ink740.xml"/><Relationship Id="rId22" Type="http://schemas.openxmlformats.org/officeDocument/2006/relationships/customXml" Target="../ink/ink748.xml"/><Relationship Id="rId27" Type="http://schemas.openxmlformats.org/officeDocument/2006/relationships/customXml" Target="../ink/ink753.xml"/><Relationship Id="rId30" Type="http://schemas.openxmlformats.org/officeDocument/2006/relationships/customXml" Target="../ink/ink756.xml"/><Relationship Id="rId35" Type="http://schemas.openxmlformats.org/officeDocument/2006/relationships/customXml" Target="../ink/ink761.xml"/><Relationship Id="rId8" Type="http://schemas.openxmlformats.org/officeDocument/2006/relationships/customXml" Target="../ink/ink734.xml"/><Relationship Id="rId3" Type="http://schemas.openxmlformats.org/officeDocument/2006/relationships/image" Target="../media/image110.png"/></Relationships>
</file>

<file path=ppt/slides/_rels/slide80.xml.rels><?xml version="1.0" encoding="UTF-8" standalone="yes"?>
<Relationships xmlns="http://schemas.openxmlformats.org/package/2006/relationships"><Relationship Id="rId2" Type="http://schemas.openxmlformats.org/officeDocument/2006/relationships/image" Target="../media/image111.jpeg"/><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8" Type="http://schemas.openxmlformats.org/officeDocument/2006/relationships/customXml" Target="../ink/ink770.xml"/><Relationship Id="rId13" Type="http://schemas.openxmlformats.org/officeDocument/2006/relationships/customXml" Target="../ink/ink775.xml"/><Relationship Id="rId18" Type="http://schemas.openxmlformats.org/officeDocument/2006/relationships/customXml" Target="../ink/ink780.xml"/><Relationship Id="rId3" Type="http://schemas.openxmlformats.org/officeDocument/2006/relationships/image" Target="../media/image113.png"/><Relationship Id="rId21" Type="http://schemas.openxmlformats.org/officeDocument/2006/relationships/customXml" Target="../ink/ink783.xml"/><Relationship Id="rId7" Type="http://schemas.openxmlformats.org/officeDocument/2006/relationships/customXml" Target="../ink/ink769.xml"/><Relationship Id="rId12" Type="http://schemas.openxmlformats.org/officeDocument/2006/relationships/customXml" Target="../ink/ink774.xml"/><Relationship Id="rId17" Type="http://schemas.openxmlformats.org/officeDocument/2006/relationships/customXml" Target="../ink/ink779.xml"/><Relationship Id="rId25" Type="http://schemas.openxmlformats.org/officeDocument/2006/relationships/customXml" Target="../ink/ink787.xml"/><Relationship Id="rId2" Type="http://schemas.openxmlformats.org/officeDocument/2006/relationships/image" Target="../media/image112.png"/><Relationship Id="rId16" Type="http://schemas.openxmlformats.org/officeDocument/2006/relationships/customXml" Target="../ink/ink778.xml"/><Relationship Id="rId20" Type="http://schemas.openxmlformats.org/officeDocument/2006/relationships/customXml" Target="../ink/ink782.xml"/><Relationship Id="rId1" Type="http://schemas.openxmlformats.org/officeDocument/2006/relationships/slideLayout" Target="../slideLayouts/slideLayout7.xml"/><Relationship Id="rId6" Type="http://schemas.openxmlformats.org/officeDocument/2006/relationships/customXml" Target="../ink/ink768.xml"/><Relationship Id="rId11" Type="http://schemas.openxmlformats.org/officeDocument/2006/relationships/customXml" Target="../ink/ink773.xml"/><Relationship Id="rId24" Type="http://schemas.openxmlformats.org/officeDocument/2006/relationships/customXml" Target="../ink/ink786.xml"/><Relationship Id="rId5" Type="http://schemas.openxmlformats.org/officeDocument/2006/relationships/customXml" Target="../ink/ink767.xml"/><Relationship Id="rId15" Type="http://schemas.openxmlformats.org/officeDocument/2006/relationships/customXml" Target="../ink/ink777.xml"/><Relationship Id="rId23" Type="http://schemas.openxmlformats.org/officeDocument/2006/relationships/customXml" Target="../ink/ink785.xml"/><Relationship Id="rId10" Type="http://schemas.openxmlformats.org/officeDocument/2006/relationships/customXml" Target="../ink/ink772.xml"/><Relationship Id="rId19" Type="http://schemas.openxmlformats.org/officeDocument/2006/relationships/customXml" Target="../ink/ink781.xml"/><Relationship Id="rId4" Type="http://schemas.openxmlformats.org/officeDocument/2006/relationships/customXml" Target="../ink/ink766.xml"/><Relationship Id="rId9" Type="http://schemas.openxmlformats.org/officeDocument/2006/relationships/customXml" Target="../ink/ink771.xml"/><Relationship Id="rId14" Type="http://schemas.openxmlformats.org/officeDocument/2006/relationships/customXml" Target="../ink/ink776.xml"/><Relationship Id="rId22" Type="http://schemas.openxmlformats.org/officeDocument/2006/relationships/customXml" Target="../ink/ink784.xml"/></Relationships>
</file>

<file path=ppt/slides/_rels/slide83.xml.rels><?xml version="1.0" encoding="UTF-8" standalone="yes"?>
<Relationships xmlns="http://schemas.openxmlformats.org/package/2006/relationships"><Relationship Id="rId8" Type="http://schemas.openxmlformats.org/officeDocument/2006/relationships/customXml" Target="../ink/ink788.xml"/><Relationship Id="rId13" Type="http://schemas.openxmlformats.org/officeDocument/2006/relationships/customXml" Target="../ink/ink793.xml"/><Relationship Id="rId18" Type="http://schemas.openxmlformats.org/officeDocument/2006/relationships/customXml" Target="../ink/ink798.xml"/><Relationship Id="rId3" Type="http://schemas.openxmlformats.org/officeDocument/2006/relationships/image" Target="../media/image115.png"/><Relationship Id="rId7" Type="http://schemas.openxmlformats.org/officeDocument/2006/relationships/image" Target="../media/image119.png"/><Relationship Id="rId12" Type="http://schemas.openxmlformats.org/officeDocument/2006/relationships/customXml" Target="../ink/ink792.xml"/><Relationship Id="rId17" Type="http://schemas.openxmlformats.org/officeDocument/2006/relationships/customXml" Target="../ink/ink797.xml"/><Relationship Id="rId2" Type="http://schemas.openxmlformats.org/officeDocument/2006/relationships/image" Target="../media/image114.png"/><Relationship Id="rId16" Type="http://schemas.openxmlformats.org/officeDocument/2006/relationships/customXml" Target="../ink/ink796.xml"/><Relationship Id="rId1" Type="http://schemas.openxmlformats.org/officeDocument/2006/relationships/slideLayout" Target="../slideLayouts/slideLayout7.xml"/><Relationship Id="rId6" Type="http://schemas.openxmlformats.org/officeDocument/2006/relationships/image" Target="../media/image118.png"/><Relationship Id="rId11" Type="http://schemas.openxmlformats.org/officeDocument/2006/relationships/customXml" Target="../ink/ink791.xml"/><Relationship Id="rId5" Type="http://schemas.openxmlformats.org/officeDocument/2006/relationships/image" Target="../media/image117.png"/><Relationship Id="rId15" Type="http://schemas.openxmlformats.org/officeDocument/2006/relationships/customXml" Target="../ink/ink795.xml"/><Relationship Id="rId10" Type="http://schemas.openxmlformats.org/officeDocument/2006/relationships/customXml" Target="../ink/ink790.xml"/><Relationship Id="rId19" Type="http://schemas.openxmlformats.org/officeDocument/2006/relationships/customXml" Target="../ink/ink799.xml"/><Relationship Id="rId4" Type="http://schemas.openxmlformats.org/officeDocument/2006/relationships/image" Target="../media/image116.png"/><Relationship Id="rId9" Type="http://schemas.openxmlformats.org/officeDocument/2006/relationships/customXml" Target="../ink/ink789.xml"/><Relationship Id="rId14" Type="http://schemas.openxmlformats.org/officeDocument/2006/relationships/customXml" Target="../ink/ink794.xml"/></Relationships>
</file>

<file path=ppt/slides/_rels/slide84.xml.rels><?xml version="1.0" encoding="UTF-8" standalone="yes"?>
<Relationships xmlns="http://schemas.openxmlformats.org/package/2006/relationships"><Relationship Id="rId13" Type="http://schemas.openxmlformats.org/officeDocument/2006/relationships/customXml" Target="../ink/ink807.xml"/><Relationship Id="rId18" Type="http://schemas.openxmlformats.org/officeDocument/2006/relationships/customXml" Target="../ink/ink812.xml"/><Relationship Id="rId26" Type="http://schemas.openxmlformats.org/officeDocument/2006/relationships/customXml" Target="../ink/ink820.xml"/><Relationship Id="rId21" Type="http://schemas.openxmlformats.org/officeDocument/2006/relationships/customXml" Target="../ink/ink815.xml"/><Relationship Id="rId34" Type="http://schemas.openxmlformats.org/officeDocument/2006/relationships/customXml" Target="../ink/ink828.xml"/><Relationship Id="rId7" Type="http://schemas.openxmlformats.org/officeDocument/2006/relationships/customXml" Target="../ink/ink801.xml"/><Relationship Id="rId12" Type="http://schemas.openxmlformats.org/officeDocument/2006/relationships/customXml" Target="../ink/ink806.xml"/><Relationship Id="rId17" Type="http://schemas.openxmlformats.org/officeDocument/2006/relationships/customXml" Target="../ink/ink811.xml"/><Relationship Id="rId25" Type="http://schemas.openxmlformats.org/officeDocument/2006/relationships/customXml" Target="../ink/ink819.xml"/><Relationship Id="rId33" Type="http://schemas.openxmlformats.org/officeDocument/2006/relationships/customXml" Target="../ink/ink827.xml"/><Relationship Id="rId38" Type="http://schemas.openxmlformats.org/officeDocument/2006/relationships/customXml" Target="../ink/ink832.xml"/><Relationship Id="rId2" Type="http://schemas.openxmlformats.org/officeDocument/2006/relationships/oleObject" Target="../embeddings/oleObject13.bin"/><Relationship Id="rId16" Type="http://schemas.openxmlformats.org/officeDocument/2006/relationships/customXml" Target="../ink/ink810.xml"/><Relationship Id="rId20" Type="http://schemas.openxmlformats.org/officeDocument/2006/relationships/customXml" Target="../ink/ink814.xml"/><Relationship Id="rId29" Type="http://schemas.openxmlformats.org/officeDocument/2006/relationships/customXml" Target="../ink/ink823.xml"/><Relationship Id="rId1" Type="http://schemas.openxmlformats.org/officeDocument/2006/relationships/slideLayout" Target="../slideLayouts/slideLayout7.xml"/><Relationship Id="rId6" Type="http://schemas.openxmlformats.org/officeDocument/2006/relationships/customXml" Target="../ink/ink800.xml"/><Relationship Id="rId11" Type="http://schemas.openxmlformats.org/officeDocument/2006/relationships/customXml" Target="../ink/ink805.xml"/><Relationship Id="rId24" Type="http://schemas.openxmlformats.org/officeDocument/2006/relationships/customXml" Target="../ink/ink818.xml"/><Relationship Id="rId32" Type="http://schemas.openxmlformats.org/officeDocument/2006/relationships/customXml" Target="../ink/ink826.xml"/><Relationship Id="rId37" Type="http://schemas.openxmlformats.org/officeDocument/2006/relationships/customXml" Target="../ink/ink831.xml"/><Relationship Id="rId5" Type="http://schemas.openxmlformats.org/officeDocument/2006/relationships/image" Target="../media/image122.png"/><Relationship Id="rId15" Type="http://schemas.openxmlformats.org/officeDocument/2006/relationships/customXml" Target="../ink/ink809.xml"/><Relationship Id="rId23" Type="http://schemas.openxmlformats.org/officeDocument/2006/relationships/customXml" Target="../ink/ink817.xml"/><Relationship Id="rId28" Type="http://schemas.openxmlformats.org/officeDocument/2006/relationships/customXml" Target="../ink/ink822.xml"/><Relationship Id="rId36" Type="http://schemas.openxmlformats.org/officeDocument/2006/relationships/customXml" Target="../ink/ink830.xml"/><Relationship Id="rId10" Type="http://schemas.openxmlformats.org/officeDocument/2006/relationships/customXml" Target="../ink/ink804.xml"/><Relationship Id="rId19" Type="http://schemas.openxmlformats.org/officeDocument/2006/relationships/customXml" Target="../ink/ink813.xml"/><Relationship Id="rId31" Type="http://schemas.openxmlformats.org/officeDocument/2006/relationships/customXml" Target="../ink/ink825.xml"/><Relationship Id="rId4" Type="http://schemas.openxmlformats.org/officeDocument/2006/relationships/image" Target="../media/image121.png"/><Relationship Id="rId9" Type="http://schemas.openxmlformats.org/officeDocument/2006/relationships/customXml" Target="../ink/ink803.xml"/><Relationship Id="rId14" Type="http://schemas.openxmlformats.org/officeDocument/2006/relationships/customXml" Target="../ink/ink808.xml"/><Relationship Id="rId22" Type="http://schemas.openxmlformats.org/officeDocument/2006/relationships/customXml" Target="../ink/ink816.xml"/><Relationship Id="rId27" Type="http://schemas.openxmlformats.org/officeDocument/2006/relationships/customXml" Target="../ink/ink821.xml"/><Relationship Id="rId30" Type="http://schemas.openxmlformats.org/officeDocument/2006/relationships/customXml" Target="../ink/ink824.xml"/><Relationship Id="rId35" Type="http://schemas.openxmlformats.org/officeDocument/2006/relationships/customXml" Target="../ink/ink829.xml"/><Relationship Id="rId8" Type="http://schemas.openxmlformats.org/officeDocument/2006/relationships/customXml" Target="../ink/ink802.xml"/><Relationship Id="rId3" Type="http://schemas.openxmlformats.org/officeDocument/2006/relationships/image" Target="../media/image120.png"/></Relationships>
</file>

<file path=ppt/slides/_rels/slide85.xml.rels><?xml version="1.0" encoding="UTF-8" standalone="yes"?>
<Relationships xmlns="http://schemas.openxmlformats.org/package/2006/relationships"><Relationship Id="rId8" Type="http://schemas.openxmlformats.org/officeDocument/2006/relationships/customXml" Target="../ink/ink838.xml"/><Relationship Id="rId13" Type="http://schemas.openxmlformats.org/officeDocument/2006/relationships/customXml" Target="../ink/ink843.xml"/><Relationship Id="rId18" Type="http://schemas.openxmlformats.org/officeDocument/2006/relationships/customXml" Target="../ink/ink848.xml"/><Relationship Id="rId26" Type="http://schemas.openxmlformats.org/officeDocument/2006/relationships/customXml" Target="../ink/ink856.xml"/><Relationship Id="rId3" Type="http://schemas.openxmlformats.org/officeDocument/2006/relationships/customXml" Target="../ink/ink833.xml"/><Relationship Id="rId21" Type="http://schemas.openxmlformats.org/officeDocument/2006/relationships/customXml" Target="../ink/ink851.xml"/><Relationship Id="rId7" Type="http://schemas.openxmlformats.org/officeDocument/2006/relationships/customXml" Target="../ink/ink837.xml"/><Relationship Id="rId12" Type="http://schemas.openxmlformats.org/officeDocument/2006/relationships/customXml" Target="../ink/ink842.xml"/><Relationship Id="rId17" Type="http://schemas.openxmlformats.org/officeDocument/2006/relationships/customXml" Target="../ink/ink847.xml"/><Relationship Id="rId25" Type="http://schemas.openxmlformats.org/officeDocument/2006/relationships/customXml" Target="../ink/ink855.xml"/><Relationship Id="rId2" Type="http://schemas.openxmlformats.org/officeDocument/2006/relationships/image" Target="../media/image123.png"/><Relationship Id="rId16" Type="http://schemas.openxmlformats.org/officeDocument/2006/relationships/customXml" Target="../ink/ink846.xml"/><Relationship Id="rId20" Type="http://schemas.openxmlformats.org/officeDocument/2006/relationships/customXml" Target="../ink/ink850.xml"/><Relationship Id="rId29" Type="http://schemas.openxmlformats.org/officeDocument/2006/relationships/customXml" Target="../ink/ink859.xml"/><Relationship Id="rId1" Type="http://schemas.openxmlformats.org/officeDocument/2006/relationships/slideLayout" Target="../slideLayouts/slideLayout7.xml"/><Relationship Id="rId6" Type="http://schemas.openxmlformats.org/officeDocument/2006/relationships/customXml" Target="../ink/ink836.xml"/><Relationship Id="rId11" Type="http://schemas.openxmlformats.org/officeDocument/2006/relationships/customXml" Target="../ink/ink841.xml"/><Relationship Id="rId24" Type="http://schemas.openxmlformats.org/officeDocument/2006/relationships/customXml" Target="../ink/ink854.xml"/><Relationship Id="rId5" Type="http://schemas.openxmlformats.org/officeDocument/2006/relationships/customXml" Target="../ink/ink835.xml"/><Relationship Id="rId15" Type="http://schemas.openxmlformats.org/officeDocument/2006/relationships/customXml" Target="../ink/ink845.xml"/><Relationship Id="rId23" Type="http://schemas.openxmlformats.org/officeDocument/2006/relationships/customXml" Target="../ink/ink853.xml"/><Relationship Id="rId28" Type="http://schemas.openxmlformats.org/officeDocument/2006/relationships/customXml" Target="../ink/ink858.xml"/><Relationship Id="rId10" Type="http://schemas.openxmlformats.org/officeDocument/2006/relationships/customXml" Target="../ink/ink840.xml"/><Relationship Id="rId19" Type="http://schemas.openxmlformats.org/officeDocument/2006/relationships/customXml" Target="../ink/ink849.xml"/><Relationship Id="rId4" Type="http://schemas.openxmlformats.org/officeDocument/2006/relationships/customXml" Target="../ink/ink834.xml"/><Relationship Id="rId9" Type="http://schemas.openxmlformats.org/officeDocument/2006/relationships/customXml" Target="../ink/ink839.xml"/><Relationship Id="rId14" Type="http://schemas.openxmlformats.org/officeDocument/2006/relationships/customXml" Target="../ink/ink844.xml"/><Relationship Id="rId22" Type="http://schemas.openxmlformats.org/officeDocument/2006/relationships/customXml" Target="../ink/ink852.xml"/><Relationship Id="rId27" Type="http://schemas.openxmlformats.org/officeDocument/2006/relationships/customXml" Target="../ink/ink857.xml"/><Relationship Id="rId30" Type="http://schemas.openxmlformats.org/officeDocument/2006/relationships/customXml" Target="../ink/ink860.xml"/></Relationships>
</file>

<file path=ppt/slides/_rels/slide86.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124.png"/><Relationship Id="rId1" Type="http://schemas.openxmlformats.org/officeDocument/2006/relationships/slideLayout" Target="../slideLayouts/slideLayout7.xml"/><Relationship Id="rId5" Type="http://schemas.openxmlformats.org/officeDocument/2006/relationships/image" Target="../media/image91.png"/><Relationship Id="rId4" Type="http://schemas.openxmlformats.org/officeDocument/2006/relationships/image" Target="../media/image90.png"/></Relationships>
</file>

<file path=ppt/slides/_rels/slide87.xml.rels><?xml version="1.0" encoding="UTF-8" standalone="yes"?>
<Relationships xmlns="http://schemas.openxmlformats.org/package/2006/relationships"><Relationship Id="rId3" Type="http://schemas.openxmlformats.org/officeDocument/2006/relationships/image" Target="../media/image126.png"/><Relationship Id="rId2" Type="http://schemas.openxmlformats.org/officeDocument/2006/relationships/image" Target="../media/image125.jpeg"/><Relationship Id="rId1" Type="http://schemas.openxmlformats.org/officeDocument/2006/relationships/slideLayout" Target="../slideLayouts/slideLayout7.xml"/><Relationship Id="rId4" Type="http://schemas.openxmlformats.org/officeDocument/2006/relationships/image" Target="../media/image127.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8" Type="http://schemas.openxmlformats.org/officeDocument/2006/relationships/customXml" Target="../ink/ink863.xml"/><Relationship Id="rId13" Type="http://schemas.openxmlformats.org/officeDocument/2006/relationships/customXml" Target="../ink/ink868.xml"/><Relationship Id="rId18" Type="http://schemas.openxmlformats.org/officeDocument/2006/relationships/customXml" Target="../ink/ink873.xml"/><Relationship Id="rId26" Type="http://schemas.openxmlformats.org/officeDocument/2006/relationships/customXml" Target="../ink/ink881.xml"/><Relationship Id="rId3" Type="http://schemas.openxmlformats.org/officeDocument/2006/relationships/image" Target="../media/image129.png"/><Relationship Id="rId21" Type="http://schemas.openxmlformats.org/officeDocument/2006/relationships/customXml" Target="../ink/ink876.xml"/><Relationship Id="rId7" Type="http://schemas.openxmlformats.org/officeDocument/2006/relationships/customXml" Target="../ink/ink862.xml"/><Relationship Id="rId12" Type="http://schemas.openxmlformats.org/officeDocument/2006/relationships/customXml" Target="../ink/ink867.xml"/><Relationship Id="rId17" Type="http://schemas.openxmlformats.org/officeDocument/2006/relationships/customXml" Target="../ink/ink872.xml"/><Relationship Id="rId25" Type="http://schemas.openxmlformats.org/officeDocument/2006/relationships/customXml" Target="../ink/ink880.xml"/><Relationship Id="rId2" Type="http://schemas.openxmlformats.org/officeDocument/2006/relationships/image" Target="../media/image128.png"/><Relationship Id="rId16" Type="http://schemas.openxmlformats.org/officeDocument/2006/relationships/customXml" Target="../ink/ink871.xml"/><Relationship Id="rId20" Type="http://schemas.openxmlformats.org/officeDocument/2006/relationships/customXml" Target="../ink/ink875.xml"/><Relationship Id="rId29" Type="http://schemas.openxmlformats.org/officeDocument/2006/relationships/customXml" Target="../ink/ink884.xml"/><Relationship Id="rId1" Type="http://schemas.openxmlformats.org/officeDocument/2006/relationships/slideLayout" Target="../slideLayouts/slideLayout7.xml"/><Relationship Id="rId6" Type="http://schemas.openxmlformats.org/officeDocument/2006/relationships/customXml" Target="../ink/ink861.xml"/><Relationship Id="rId11" Type="http://schemas.openxmlformats.org/officeDocument/2006/relationships/customXml" Target="../ink/ink866.xml"/><Relationship Id="rId24" Type="http://schemas.openxmlformats.org/officeDocument/2006/relationships/customXml" Target="../ink/ink879.xml"/><Relationship Id="rId5" Type="http://schemas.openxmlformats.org/officeDocument/2006/relationships/image" Target="../media/image131.png"/><Relationship Id="rId15" Type="http://schemas.openxmlformats.org/officeDocument/2006/relationships/customXml" Target="../ink/ink870.xml"/><Relationship Id="rId23" Type="http://schemas.openxmlformats.org/officeDocument/2006/relationships/customXml" Target="../ink/ink878.xml"/><Relationship Id="rId28" Type="http://schemas.openxmlformats.org/officeDocument/2006/relationships/customXml" Target="../ink/ink883.xml"/><Relationship Id="rId10" Type="http://schemas.openxmlformats.org/officeDocument/2006/relationships/customXml" Target="../ink/ink865.xml"/><Relationship Id="rId19" Type="http://schemas.openxmlformats.org/officeDocument/2006/relationships/customXml" Target="../ink/ink874.xml"/><Relationship Id="rId4" Type="http://schemas.openxmlformats.org/officeDocument/2006/relationships/image" Target="../media/image130.png"/><Relationship Id="rId9" Type="http://schemas.openxmlformats.org/officeDocument/2006/relationships/customXml" Target="../ink/ink864.xml"/><Relationship Id="rId14" Type="http://schemas.openxmlformats.org/officeDocument/2006/relationships/customXml" Target="../ink/ink869.xml"/><Relationship Id="rId22" Type="http://schemas.openxmlformats.org/officeDocument/2006/relationships/customXml" Target="../ink/ink877.xml"/><Relationship Id="rId27" Type="http://schemas.openxmlformats.org/officeDocument/2006/relationships/customXml" Target="../ink/ink882.xml"/></Relationships>
</file>

<file path=ppt/slides/_rels/slide90.xml.rels><?xml version="1.0" encoding="UTF-8" standalone="yes"?>
<Relationships xmlns="http://schemas.openxmlformats.org/package/2006/relationships"><Relationship Id="rId26" Type="http://schemas.openxmlformats.org/officeDocument/2006/relationships/customXml" Target="../ink/ink908.xml"/><Relationship Id="rId21" Type="http://schemas.openxmlformats.org/officeDocument/2006/relationships/customXml" Target="../ink/ink903.xml"/><Relationship Id="rId42" Type="http://schemas.openxmlformats.org/officeDocument/2006/relationships/customXml" Target="../ink/ink924.xml"/><Relationship Id="rId47" Type="http://schemas.openxmlformats.org/officeDocument/2006/relationships/customXml" Target="../ink/ink929.xml"/><Relationship Id="rId63" Type="http://schemas.openxmlformats.org/officeDocument/2006/relationships/customXml" Target="../ink/ink945.xml"/><Relationship Id="rId68" Type="http://schemas.openxmlformats.org/officeDocument/2006/relationships/customXml" Target="../ink/ink950.xml"/><Relationship Id="rId84" Type="http://schemas.openxmlformats.org/officeDocument/2006/relationships/customXml" Target="../ink/ink966.xml"/><Relationship Id="rId89" Type="http://schemas.openxmlformats.org/officeDocument/2006/relationships/customXml" Target="../ink/ink971.xml"/><Relationship Id="rId16" Type="http://schemas.openxmlformats.org/officeDocument/2006/relationships/customXml" Target="../ink/ink898.xml"/><Relationship Id="rId107" Type="http://schemas.openxmlformats.org/officeDocument/2006/relationships/customXml" Target="../ink/ink989.xml"/><Relationship Id="rId11" Type="http://schemas.openxmlformats.org/officeDocument/2006/relationships/customXml" Target="../ink/ink893.xml"/><Relationship Id="rId32" Type="http://schemas.openxmlformats.org/officeDocument/2006/relationships/customXml" Target="../ink/ink914.xml"/><Relationship Id="rId37" Type="http://schemas.openxmlformats.org/officeDocument/2006/relationships/customXml" Target="../ink/ink919.xml"/><Relationship Id="rId53" Type="http://schemas.openxmlformats.org/officeDocument/2006/relationships/customXml" Target="../ink/ink935.xml"/><Relationship Id="rId58" Type="http://schemas.openxmlformats.org/officeDocument/2006/relationships/customXml" Target="../ink/ink940.xml"/><Relationship Id="rId74" Type="http://schemas.openxmlformats.org/officeDocument/2006/relationships/customXml" Target="../ink/ink956.xml"/><Relationship Id="rId79" Type="http://schemas.openxmlformats.org/officeDocument/2006/relationships/customXml" Target="../ink/ink961.xml"/><Relationship Id="rId102" Type="http://schemas.openxmlformats.org/officeDocument/2006/relationships/customXml" Target="../ink/ink984.xml"/><Relationship Id="rId5" Type="http://schemas.openxmlformats.org/officeDocument/2006/relationships/customXml" Target="../ink/ink887.xml"/><Relationship Id="rId90" Type="http://schemas.openxmlformats.org/officeDocument/2006/relationships/customXml" Target="../ink/ink972.xml"/><Relationship Id="rId95" Type="http://schemas.openxmlformats.org/officeDocument/2006/relationships/customXml" Target="../ink/ink977.xml"/><Relationship Id="rId22" Type="http://schemas.openxmlformats.org/officeDocument/2006/relationships/customXml" Target="../ink/ink904.xml"/><Relationship Id="rId27" Type="http://schemas.openxmlformats.org/officeDocument/2006/relationships/customXml" Target="../ink/ink909.xml"/><Relationship Id="rId43" Type="http://schemas.openxmlformats.org/officeDocument/2006/relationships/customXml" Target="../ink/ink925.xml"/><Relationship Id="rId48" Type="http://schemas.openxmlformats.org/officeDocument/2006/relationships/customXml" Target="../ink/ink930.xml"/><Relationship Id="rId64" Type="http://schemas.openxmlformats.org/officeDocument/2006/relationships/customXml" Target="../ink/ink946.xml"/><Relationship Id="rId69" Type="http://schemas.openxmlformats.org/officeDocument/2006/relationships/customXml" Target="../ink/ink951.xml"/><Relationship Id="rId80" Type="http://schemas.openxmlformats.org/officeDocument/2006/relationships/customXml" Target="../ink/ink962.xml"/><Relationship Id="rId85" Type="http://schemas.openxmlformats.org/officeDocument/2006/relationships/customXml" Target="../ink/ink967.xml"/><Relationship Id="rId12" Type="http://schemas.openxmlformats.org/officeDocument/2006/relationships/customXml" Target="../ink/ink894.xml"/><Relationship Id="rId17" Type="http://schemas.openxmlformats.org/officeDocument/2006/relationships/customXml" Target="../ink/ink899.xml"/><Relationship Id="rId33" Type="http://schemas.openxmlformats.org/officeDocument/2006/relationships/customXml" Target="../ink/ink915.xml"/><Relationship Id="rId38" Type="http://schemas.openxmlformats.org/officeDocument/2006/relationships/customXml" Target="../ink/ink920.xml"/><Relationship Id="rId59" Type="http://schemas.openxmlformats.org/officeDocument/2006/relationships/customXml" Target="../ink/ink941.xml"/><Relationship Id="rId103" Type="http://schemas.openxmlformats.org/officeDocument/2006/relationships/customXml" Target="../ink/ink985.xml"/><Relationship Id="rId108" Type="http://schemas.openxmlformats.org/officeDocument/2006/relationships/customXml" Target="../ink/ink990.xml"/><Relationship Id="rId20" Type="http://schemas.openxmlformats.org/officeDocument/2006/relationships/customXml" Target="../ink/ink902.xml"/><Relationship Id="rId41" Type="http://schemas.openxmlformats.org/officeDocument/2006/relationships/customXml" Target="../ink/ink923.xml"/><Relationship Id="rId54" Type="http://schemas.openxmlformats.org/officeDocument/2006/relationships/customXml" Target="../ink/ink936.xml"/><Relationship Id="rId62" Type="http://schemas.openxmlformats.org/officeDocument/2006/relationships/customXml" Target="../ink/ink944.xml"/><Relationship Id="rId70" Type="http://schemas.openxmlformats.org/officeDocument/2006/relationships/customXml" Target="../ink/ink952.xml"/><Relationship Id="rId75" Type="http://schemas.openxmlformats.org/officeDocument/2006/relationships/customXml" Target="../ink/ink957.xml"/><Relationship Id="rId83" Type="http://schemas.openxmlformats.org/officeDocument/2006/relationships/customXml" Target="../ink/ink965.xml"/><Relationship Id="rId88" Type="http://schemas.openxmlformats.org/officeDocument/2006/relationships/customXml" Target="../ink/ink970.xml"/><Relationship Id="rId91" Type="http://schemas.openxmlformats.org/officeDocument/2006/relationships/customXml" Target="../ink/ink973.xml"/><Relationship Id="rId96" Type="http://schemas.openxmlformats.org/officeDocument/2006/relationships/customXml" Target="../ink/ink978.xml"/><Relationship Id="rId1" Type="http://schemas.openxmlformats.org/officeDocument/2006/relationships/slideLayout" Target="../slideLayouts/slideLayout7.xml"/><Relationship Id="rId6" Type="http://schemas.openxmlformats.org/officeDocument/2006/relationships/customXml" Target="../ink/ink888.xml"/><Relationship Id="rId15" Type="http://schemas.openxmlformats.org/officeDocument/2006/relationships/customXml" Target="../ink/ink897.xml"/><Relationship Id="rId23" Type="http://schemas.openxmlformats.org/officeDocument/2006/relationships/customXml" Target="../ink/ink905.xml"/><Relationship Id="rId28" Type="http://schemas.openxmlformats.org/officeDocument/2006/relationships/customXml" Target="../ink/ink910.xml"/><Relationship Id="rId36" Type="http://schemas.openxmlformats.org/officeDocument/2006/relationships/customXml" Target="../ink/ink918.xml"/><Relationship Id="rId49" Type="http://schemas.openxmlformats.org/officeDocument/2006/relationships/customXml" Target="../ink/ink931.xml"/><Relationship Id="rId57" Type="http://schemas.openxmlformats.org/officeDocument/2006/relationships/customXml" Target="../ink/ink939.xml"/><Relationship Id="rId106" Type="http://schemas.openxmlformats.org/officeDocument/2006/relationships/customXml" Target="../ink/ink988.xml"/><Relationship Id="rId10" Type="http://schemas.openxmlformats.org/officeDocument/2006/relationships/customXml" Target="../ink/ink892.xml"/><Relationship Id="rId31" Type="http://schemas.openxmlformats.org/officeDocument/2006/relationships/customXml" Target="../ink/ink913.xml"/><Relationship Id="rId44" Type="http://schemas.openxmlformats.org/officeDocument/2006/relationships/customXml" Target="../ink/ink926.xml"/><Relationship Id="rId52" Type="http://schemas.openxmlformats.org/officeDocument/2006/relationships/customXml" Target="../ink/ink934.xml"/><Relationship Id="rId60" Type="http://schemas.openxmlformats.org/officeDocument/2006/relationships/customXml" Target="../ink/ink942.xml"/><Relationship Id="rId65" Type="http://schemas.openxmlformats.org/officeDocument/2006/relationships/customXml" Target="../ink/ink947.xml"/><Relationship Id="rId73" Type="http://schemas.openxmlformats.org/officeDocument/2006/relationships/customXml" Target="../ink/ink955.xml"/><Relationship Id="rId78" Type="http://schemas.openxmlformats.org/officeDocument/2006/relationships/customXml" Target="../ink/ink960.xml"/><Relationship Id="rId81" Type="http://schemas.openxmlformats.org/officeDocument/2006/relationships/customXml" Target="../ink/ink963.xml"/><Relationship Id="rId86" Type="http://schemas.openxmlformats.org/officeDocument/2006/relationships/customXml" Target="../ink/ink968.xml"/><Relationship Id="rId94" Type="http://schemas.openxmlformats.org/officeDocument/2006/relationships/customXml" Target="../ink/ink976.xml"/><Relationship Id="rId99" Type="http://schemas.openxmlformats.org/officeDocument/2006/relationships/customXml" Target="../ink/ink981.xml"/><Relationship Id="rId101" Type="http://schemas.openxmlformats.org/officeDocument/2006/relationships/customXml" Target="../ink/ink983.xml"/><Relationship Id="rId4" Type="http://schemas.openxmlformats.org/officeDocument/2006/relationships/customXml" Target="../ink/ink886.xml"/><Relationship Id="rId9" Type="http://schemas.openxmlformats.org/officeDocument/2006/relationships/customXml" Target="../ink/ink891.xml"/><Relationship Id="rId13" Type="http://schemas.openxmlformats.org/officeDocument/2006/relationships/customXml" Target="../ink/ink895.xml"/><Relationship Id="rId18" Type="http://schemas.openxmlformats.org/officeDocument/2006/relationships/customXml" Target="../ink/ink900.xml"/><Relationship Id="rId39" Type="http://schemas.openxmlformats.org/officeDocument/2006/relationships/customXml" Target="../ink/ink921.xml"/><Relationship Id="rId34" Type="http://schemas.openxmlformats.org/officeDocument/2006/relationships/customXml" Target="../ink/ink916.xml"/><Relationship Id="rId50" Type="http://schemas.openxmlformats.org/officeDocument/2006/relationships/customXml" Target="../ink/ink932.xml"/><Relationship Id="rId55" Type="http://schemas.openxmlformats.org/officeDocument/2006/relationships/customXml" Target="../ink/ink937.xml"/><Relationship Id="rId76" Type="http://schemas.openxmlformats.org/officeDocument/2006/relationships/customXml" Target="../ink/ink958.xml"/><Relationship Id="rId97" Type="http://schemas.openxmlformats.org/officeDocument/2006/relationships/customXml" Target="../ink/ink979.xml"/><Relationship Id="rId104" Type="http://schemas.openxmlformats.org/officeDocument/2006/relationships/customXml" Target="../ink/ink986.xml"/><Relationship Id="rId7" Type="http://schemas.openxmlformats.org/officeDocument/2006/relationships/customXml" Target="../ink/ink889.xml"/><Relationship Id="rId71" Type="http://schemas.openxmlformats.org/officeDocument/2006/relationships/customXml" Target="../ink/ink953.xml"/><Relationship Id="rId92" Type="http://schemas.openxmlformats.org/officeDocument/2006/relationships/customXml" Target="../ink/ink974.xml"/><Relationship Id="rId2" Type="http://schemas.openxmlformats.org/officeDocument/2006/relationships/image" Target="../media/image132.png"/><Relationship Id="rId29" Type="http://schemas.openxmlformats.org/officeDocument/2006/relationships/customXml" Target="../ink/ink911.xml"/><Relationship Id="rId24" Type="http://schemas.openxmlformats.org/officeDocument/2006/relationships/customXml" Target="../ink/ink906.xml"/><Relationship Id="rId40" Type="http://schemas.openxmlformats.org/officeDocument/2006/relationships/customXml" Target="../ink/ink922.xml"/><Relationship Id="rId45" Type="http://schemas.openxmlformats.org/officeDocument/2006/relationships/customXml" Target="../ink/ink927.xml"/><Relationship Id="rId66" Type="http://schemas.openxmlformats.org/officeDocument/2006/relationships/customXml" Target="../ink/ink948.xml"/><Relationship Id="rId87" Type="http://schemas.openxmlformats.org/officeDocument/2006/relationships/customXml" Target="../ink/ink969.xml"/><Relationship Id="rId61" Type="http://schemas.openxmlformats.org/officeDocument/2006/relationships/customXml" Target="../ink/ink943.xml"/><Relationship Id="rId82" Type="http://schemas.openxmlformats.org/officeDocument/2006/relationships/customXml" Target="../ink/ink964.xml"/><Relationship Id="rId19" Type="http://schemas.openxmlformats.org/officeDocument/2006/relationships/customXml" Target="../ink/ink901.xml"/><Relationship Id="rId14" Type="http://schemas.openxmlformats.org/officeDocument/2006/relationships/customXml" Target="../ink/ink896.xml"/><Relationship Id="rId30" Type="http://schemas.openxmlformats.org/officeDocument/2006/relationships/customXml" Target="../ink/ink912.xml"/><Relationship Id="rId35" Type="http://schemas.openxmlformats.org/officeDocument/2006/relationships/customXml" Target="../ink/ink917.xml"/><Relationship Id="rId56" Type="http://schemas.openxmlformats.org/officeDocument/2006/relationships/customXml" Target="../ink/ink938.xml"/><Relationship Id="rId77" Type="http://schemas.openxmlformats.org/officeDocument/2006/relationships/customXml" Target="../ink/ink959.xml"/><Relationship Id="rId100" Type="http://schemas.openxmlformats.org/officeDocument/2006/relationships/customXml" Target="../ink/ink982.xml"/><Relationship Id="rId105" Type="http://schemas.openxmlformats.org/officeDocument/2006/relationships/customXml" Target="../ink/ink987.xml"/><Relationship Id="rId8" Type="http://schemas.openxmlformats.org/officeDocument/2006/relationships/customXml" Target="../ink/ink890.xml"/><Relationship Id="rId51" Type="http://schemas.openxmlformats.org/officeDocument/2006/relationships/customXml" Target="../ink/ink933.xml"/><Relationship Id="rId72" Type="http://schemas.openxmlformats.org/officeDocument/2006/relationships/customXml" Target="../ink/ink954.xml"/><Relationship Id="rId93" Type="http://schemas.openxmlformats.org/officeDocument/2006/relationships/customXml" Target="../ink/ink975.xml"/><Relationship Id="rId98" Type="http://schemas.openxmlformats.org/officeDocument/2006/relationships/customXml" Target="../ink/ink980.xml"/><Relationship Id="rId3" Type="http://schemas.openxmlformats.org/officeDocument/2006/relationships/customXml" Target="../ink/ink885.xml"/><Relationship Id="rId25" Type="http://schemas.openxmlformats.org/officeDocument/2006/relationships/customXml" Target="../ink/ink907.xml"/><Relationship Id="rId46" Type="http://schemas.openxmlformats.org/officeDocument/2006/relationships/customXml" Target="../ink/ink928.xml"/><Relationship Id="rId67" Type="http://schemas.openxmlformats.org/officeDocument/2006/relationships/customXml" Target="../ink/ink949.xml"/></Relationships>
</file>

<file path=ppt/slides/_rels/slide91.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image" Target="../media/image133.png"/><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image" Target="../media/image135.png"/><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3" Type="http://schemas.openxmlformats.org/officeDocument/2006/relationships/image" Target="../media/image138.png"/><Relationship Id="rId2" Type="http://schemas.openxmlformats.org/officeDocument/2006/relationships/image" Target="../media/image137.png"/><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image" Target="../media/image139.png"/><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26" Type="http://schemas.openxmlformats.org/officeDocument/2006/relationships/customXml" Target="../ink/ink1012.xml"/><Relationship Id="rId117" Type="http://schemas.openxmlformats.org/officeDocument/2006/relationships/customXml" Target="../ink/ink1103.xml"/><Relationship Id="rId21" Type="http://schemas.openxmlformats.org/officeDocument/2006/relationships/customXml" Target="../ink/ink1007.xml"/><Relationship Id="rId42" Type="http://schemas.openxmlformats.org/officeDocument/2006/relationships/customXml" Target="../ink/ink1028.xml"/><Relationship Id="rId47" Type="http://schemas.openxmlformats.org/officeDocument/2006/relationships/customXml" Target="../ink/ink1033.xml"/><Relationship Id="rId63" Type="http://schemas.openxmlformats.org/officeDocument/2006/relationships/customXml" Target="../ink/ink1049.xml"/><Relationship Id="rId68" Type="http://schemas.openxmlformats.org/officeDocument/2006/relationships/customXml" Target="../ink/ink1054.xml"/><Relationship Id="rId84" Type="http://schemas.openxmlformats.org/officeDocument/2006/relationships/customXml" Target="../ink/ink1070.xml"/><Relationship Id="rId89" Type="http://schemas.openxmlformats.org/officeDocument/2006/relationships/customXml" Target="../ink/ink1075.xml"/><Relationship Id="rId112" Type="http://schemas.openxmlformats.org/officeDocument/2006/relationships/customXml" Target="../ink/ink1098.xml"/><Relationship Id="rId16" Type="http://schemas.openxmlformats.org/officeDocument/2006/relationships/customXml" Target="../ink/ink1002.xml"/><Relationship Id="rId107" Type="http://schemas.openxmlformats.org/officeDocument/2006/relationships/customXml" Target="../ink/ink1093.xml"/><Relationship Id="rId11" Type="http://schemas.openxmlformats.org/officeDocument/2006/relationships/customXml" Target="../ink/ink997.xml"/><Relationship Id="rId32" Type="http://schemas.openxmlformats.org/officeDocument/2006/relationships/customXml" Target="../ink/ink1018.xml"/><Relationship Id="rId37" Type="http://schemas.openxmlformats.org/officeDocument/2006/relationships/customXml" Target="../ink/ink1023.xml"/><Relationship Id="rId53" Type="http://schemas.openxmlformats.org/officeDocument/2006/relationships/customXml" Target="../ink/ink1039.xml"/><Relationship Id="rId58" Type="http://schemas.openxmlformats.org/officeDocument/2006/relationships/customXml" Target="../ink/ink1044.xml"/><Relationship Id="rId74" Type="http://schemas.openxmlformats.org/officeDocument/2006/relationships/customXml" Target="../ink/ink1060.xml"/><Relationship Id="rId79" Type="http://schemas.openxmlformats.org/officeDocument/2006/relationships/customXml" Target="../ink/ink1065.xml"/><Relationship Id="rId102" Type="http://schemas.openxmlformats.org/officeDocument/2006/relationships/customXml" Target="../ink/ink1088.xml"/><Relationship Id="rId123" Type="http://schemas.openxmlformats.org/officeDocument/2006/relationships/customXml" Target="../ink/ink1109.xml"/><Relationship Id="rId5" Type="http://schemas.openxmlformats.org/officeDocument/2006/relationships/customXml" Target="../ink/ink991.xml"/><Relationship Id="rId90" Type="http://schemas.openxmlformats.org/officeDocument/2006/relationships/customXml" Target="../ink/ink1076.xml"/><Relationship Id="rId95" Type="http://schemas.openxmlformats.org/officeDocument/2006/relationships/customXml" Target="../ink/ink1081.xml"/><Relationship Id="rId22" Type="http://schemas.openxmlformats.org/officeDocument/2006/relationships/customXml" Target="../ink/ink1008.xml"/><Relationship Id="rId27" Type="http://schemas.openxmlformats.org/officeDocument/2006/relationships/customXml" Target="../ink/ink1013.xml"/><Relationship Id="rId43" Type="http://schemas.openxmlformats.org/officeDocument/2006/relationships/customXml" Target="../ink/ink1029.xml"/><Relationship Id="rId48" Type="http://schemas.openxmlformats.org/officeDocument/2006/relationships/customXml" Target="../ink/ink1034.xml"/><Relationship Id="rId64" Type="http://schemas.openxmlformats.org/officeDocument/2006/relationships/customXml" Target="../ink/ink1050.xml"/><Relationship Id="rId69" Type="http://schemas.openxmlformats.org/officeDocument/2006/relationships/customXml" Target="../ink/ink1055.xml"/><Relationship Id="rId113" Type="http://schemas.openxmlformats.org/officeDocument/2006/relationships/customXml" Target="../ink/ink1099.xml"/><Relationship Id="rId118" Type="http://schemas.openxmlformats.org/officeDocument/2006/relationships/customXml" Target="../ink/ink1104.xml"/><Relationship Id="rId80" Type="http://schemas.openxmlformats.org/officeDocument/2006/relationships/customXml" Target="../ink/ink1066.xml"/><Relationship Id="rId85" Type="http://schemas.openxmlformats.org/officeDocument/2006/relationships/customXml" Target="../ink/ink1071.xml"/><Relationship Id="rId12" Type="http://schemas.openxmlformats.org/officeDocument/2006/relationships/customXml" Target="../ink/ink998.xml"/><Relationship Id="rId17" Type="http://schemas.openxmlformats.org/officeDocument/2006/relationships/customXml" Target="../ink/ink1003.xml"/><Relationship Id="rId33" Type="http://schemas.openxmlformats.org/officeDocument/2006/relationships/customXml" Target="../ink/ink1019.xml"/><Relationship Id="rId38" Type="http://schemas.openxmlformats.org/officeDocument/2006/relationships/customXml" Target="../ink/ink1024.xml"/><Relationship Id="rId59" Type="http://schemas.openxmlformats.org/officeDocument/2006/relationships/customXml" Target="../ink/ink1045.xml"/><Relationship Id="rId103" Type="http://schemas.openxmlformats.org/officeDocument/2006/relationships/customXml" Target="../ink/ink1089.xml"/><Relationship Id="rId108" Type="http://schemas.openxmlformats.org/officeDocument/2006/relationships/customXml" Target="../ink/ink1094.xml"/><Relationship Id="rId54" Type="http://schemas.openxmlformats.org/officeDocument/2006/relationships/customXml" Target="../ink/ink1040.xml"/><Relationship Id="rId70" Type="http://schemas.openxmlformats.org/officeDocument/2006/relationships/customXml" Target="../ink/ink1056.xml"/><Relationship Id="rId75" Type="http://schemas.openxmlformats.org/officeDocument/2006/relationships/customXml" Target="../ink/ink1061.xml"/><Relationship Id="rId91" Type="http://schemas.openxmlformats.org/officeDocument/2006/relationships/customXml" Target="../ink/ink1077.xml"/><Relationship Id="rId96" Type="http://schemas.openxmlformats.org/officeDocument/2006/relationships/customXml" Target="../ink/ink1082.xml"/><Relationship Id="rId1" Type="http://schemas.openxmlformats.org/officeDocument/2006/relationships/slideLayout" Target="../slideLayouts/slideLayout7.xml"/><Relationship Id="rId6" Type="http://schemas.openxmlformats.org/officeDocument/2006/relationships/customXml" Target="../ink/ink992.xml"/><Relationship Id="rId23" Type="http://schemas.openxmlformats.org/officeDocument/2006/relationships/customXml" Target="../ink/ink1009.xml"/><Relationship Id="rId28" Type="http://schemas.openxmlformats.org/officeDocument/2006/relationships/customXml" Target="../ink/ink1014.xml"/><Relationship Id="rId49" Type="http://schemas.openxmlformats.org/officeDocument/2006/relationships/customXml" Target="../ink/ink1035.xml"/><Relationship Id="rId114" Type="http://schemas.openxmlformats.org/officeDocument/2006/relationships/customXml" Target="../ink/ink1100.xml"/><Relationship Id="rId119" Type="http://schemas.openxmlformats.org/officeDocument/2006/relationships/customXml" Target="../ink/ink1105.xml"/><Relationship Id="rId44" Type="http://schemas.openxmlformats.org/officeDocument/2006/relationships/customXml" Target="../ink/ink1030.xml"/><Relationship Id="rId60" Type="http://schemas.openxmlformats.org/officeDocument/2006/relationships/customXml" Target="../ink/ink1046.xml"/><Relationship Id="rId65" Type="http://schemas.openxmlformats.org/officeDocument/2006/relationships/customXml" Target="../ink/ink1051.xml"/><Relationship Id="rId81" Type="http://schemas.openxmlformats.org/officeDocument/2006/relationships/customXml" Target="../ink/ink1067.xml"/><Relationship Id="rId86" Type="http://schemas.openxmlformats.org/officeDocument/2006/relationships/customXml" Target="../ink/ink1072.xml"/><Relationship Id="rId4" Type="http://schemas.openxmlformats.org/officeDocument/2006/relationships/image" Target="../media/image143.png"/><Relationship Id="rId9" Type="http://schemas.openxmlformats.org/officeDocument/2006/relationships/customXml" Target="../ink/ink995.xml"/><Relationship Id="rId13" Type="http://schemas.openxmlformats.org/officeDocument/2006/relationships/customXml" Target="../ink/ink999.xml"/><Relationship Id="rId18" Type="http://schemas.openxmlformats.org/officeDocument/2006/relationships/customXml" Target="../ink/ink1004.xml"/><Relationship Id="rId39" Type="http://schemas.openxmlformats.org/officeDocument/2006/relationships/customXml" Target="../ink/ink1025.xml"/><Relationship Id="rId109" Type="http://schemas.openxmlformats.org/officeDocument/2006/relationships/customXml" Target="../ink/ink1095.xml"/><Relationship Id="rId34" Type="http://schemas.openxmlformats.org/officeDocument/2006/relationships/customXml" Target="../ink/ink1020.xml"/><Relationship Id="rId50" Type="http://schemas.openxmlformats.org/officeDocument/2006/relationships/customXml" Target="../ink/ink1036.xml"/><Relationship Id="rId55" Type="http://schemas.openxmlformats.org/officeDocument/2006/relationships/customXml" Target="../ink/ink1041.xml"/><Relationship Id="rId76" Type="http://schemas.openxmlformats.org/officeDocument/2006/relationships/customXml" Target="../ink/ink1062.xml"/><Relationship Id="rId97" Type="http://schemas.openxmlformats.org/officeDocument/2006/relationships/customXml" Target="../ink/ink1083.xml"/><Relationship Id="rId104" Type="http://schemas.openxmlformats.org/officeDocument/2006/relationships/customXml" Target="../ink/ink1090.xml"/><Relationship Id="rId120" Type="http://schemas.openxmlformats.org/officeDocument/2006/relationships/customXml" Target="../ink/ink1106.xml"/><Relationship Id="rId7" Type="http://schemas.openxmlformats.org/officeDocument/2006/relationships/customXml" Target="../ink/ink993.xml"/><Relationship Id="rId71" Type="http://schemas.openxmlformats.org/officeDocument/2006/relationships/customXml" Target="../ink/ink1057.xml"/><Relationship Id="rId92" Type="http://schemas.openxmlformats.org/officeDocument/2006/relationships/customXml" Target="../ink/ink1078.xml"/><Relationship Id="rId2" Type="http://schemas.openxmlformats.org/officeDocument/2006/relationships/image" Target="../media/image141.png"/><Relationship Id="rId29" Type="http://schemas.openxmlformats.org/officeDocument/2006/relationships/customXml" Target="../ink/ink1015.xml"/><Relationship Id="rId24" Type="http://schemas.openxmlformats.org/officeDocument/2006/relationships/customXml" Target="../ink/ink1010.xml"/><Relationship Id="rId40" Type="http://schemas.openxmlformats.org/officeDocument/2006/relationships/customXml" Target="../ink/ink1026.xml"/><Relationship Id="rId45" Type="http://schemas.openxmlformats.org/officeDocument/2006/relationships/customXml" Target="../ink/ink1031.xml"/><Relationship Id="rId66" Type="http://schemas.openxmlformats.org/officeDocument/2006/relationships/customXml" Target="../ink/ink1052.xml"/><Relationship Id="rId87" Type="http://schemas.openxmlformats.org/officeDocument/2006/relationships/customXml" Target="../ink/ink1073.xml"/><Relationship Id="rId110" Type="http://schemas.openxmlformats.org/officeDocument/2006/relationships/customXml" Target="../ink/ink1096.xml"/><Relationship Id="rId115" Type="http://schemas.openxmlformats.org/officeDocument/2006/relationships/customXml" Target="../ink/ink1101.xml"/><Relationship Id="rId61" Type="http://schemas.openxmlformats.org/officeDocument/2006/relationships/customXml" Target="../ink/ink1047.xml"/><Relationship Id="rId82" Type="http://schemas.openxmlformats.org/officeDocument/2006/relationships/customXml" Target="../ink/ink1068.xml"/><Relationship Id="rId19" Type="http://schemas.openxmlformats.org/officeDocument/2006/relationships/customXml" Target="../ink/ink1005.xml"/><Relationship Id="rId14" Type="http://schemas.openxmlformats.org/officeDocument/2006/relationships/customXml" Target="../ink/ink1000.xml"/><Relationship Id="rId30" Type="http://schemas.openxmlformats.org/officeDocument/2006/relationships/customXml" Target="../ink/ink1016.xml"/><Relationship Id="rId35" Type="http://schemas.openxmlformats.org/officeDocument/2006/relationships/customXml" Target="../ink/ink1021.xml"/><Relationship Id="rId56" Type="http://schemas.openxmlformats.org/officeDocument/2006/relationships/customXml" Target="../ink/ink1042.xml"/><Relationship Id="rId77" Type="http://schemas.openxmlformats.org/officeDocument/2006/relationships/customXml" Target="../ink/ink1063.xml"/><Relationship Id="rId100" Type="http://schemas.openxmlformats.org/officeDocument/2006/relationships/customXml" Target="../ink/ink1086.xml"/><Relationship Id="rId105" Type="http://schemas.openxmlformats.org/officeDocument/2006/relationships/customXml" Target="../ink/ink1091.xml"/><Relationship Id="rId8" Type="http://schemas.openxmlformats.org/officeDocument/2006/relationships/customXml" Target="../ink/ink994.xml"/><Relationship Id="rId51" Type="http://schemas.openxmlformats.org/officeDocument/2006/relationships/customXml" Target="../ink/ink1037.xml"/><Relationship Id="rId72" Type="http://schemas.openxmlformats.org/officeDocument/2006/relationships/customXml" Target="../ink/ink1058.xml"/><Relationship Id="rId93" Type="http://schemas.openxmlformats.org/officeDocument/2006/relationships/customXml" Target="../ink/ink1079.xml"/><Relationship Id="rId98" Type="http://schemas.openxmlformats.org/officeDocument/2006/relationships/customXml" Target="../ink/ink1084.xml"/><Relationship Id="rId121" Type="http://schemas.openxmlformats.org/officeDocument/2006/relationships/customXml" Target="../ink/ink1107.xml"/><Relationship Id="rId3" Type="http://schemas.openxmlformats.org/officeDocument/2006/relationships/image" Target="../media/image142.png"/><Relationship Id="rId25" Type="http://schemas.openxmlformats.org/officeDocument/2006/relationships/customXml" Target="../ink/ink1011.xml"/><Relationship Id="rId46" Type="http://schemas.openxmlformats.org/officeDocument/2006/relationships/customXml" Target="../ink/ink1032.xml"/><Relationship Id="rId67" Type="http://schemas.openxmlformats.org/officeDocument/2006/relationships/customXml" Target="../ink/ink1053.xml"/><Relationship Id="rId116" Type="http://schemas.openxmlformats.org/officeDocument/2006/relationships/customXml" Target="../ink/ink1102.xml"/><Relationship Id="rId20" Type="http://schemas.openxmlformats.org/officeDocument/2006/relationships/customXml" Target="../ink/ink1006.xml"/><Relationship Id="rId41" Type="http://schemas.openxmlformats.org/officeDocument/2006/relationships/customXml" Target="../ink/ink1027.xml"/><Relationship Id="rId62" Type="http://schemas.openxmlformats.org/officeDocument/2006/relationships/customXml" Target="../ink/ink1048.xml"/><Relationship Id="rId83" Type="http://schemas.openxmlformats.org/officeDocument/2006/relationships/customXml" Target="../ink/ink1069.xml"/><Relationship Id="rId88" Type="http://schemas.openxmlformats.org/officeDocument/2006/relationships/customXml" Target="../ink/ink1074.xml"/><Relationship Id="rId111" Type="http://schemas.openxmlformats.org/officeDocument/2006/relationships/customXml" Target="../ink/ink1097.xml"/><Relationship Id="rId15" Type="http://schemas.openxmlformats.org/officeDocument/2006/relationships/customXml" Target="../ink/ink1001.xml"/><Relationship Id="rId36" Type="http://schemas.openxmlformats.org/officeDocument/2006/relationships/customXml" Target="../ink/ink1022.xml"/><Relationship Id="rId57" Type="http://schemas.openxmlformats.org/officeDocument/2006/relationships/customXml" Target="../ink/ink1043.xml"/><Relationship Id="rId106" Type="http://schemas.openxmlformats.org/officeDocument/2006/relationships/customXml" Target="../ink/ink1092.xml"/><Relationship Id="rId10" Type="http://schemas.openxmlformats.org/officeDocument/2006/relationships/customXml" Target="../ink/ink996.xml"/><Relationship Id="rId31" Type="http://schemas.openxmlformats.org/officeDocument/2006/relationships/customXml" Target="../ink/ink1017.xml"/><Relationship Id="rId52" Type="http://schemas.openxmlformats.org/officeDocument/2006/relationships/customXml" Target="../ink/ink1038.xml"/><Relationship Id="rId73" Type="http://schemas.openxmlformats.org/officeDocument/2006/relationships/customXml" Target="../ink/ink1059.xml"/><Relationship Id="rId78" Type="http://schemas.openxmlformats.org/officeDocument/2006/relationships/customXml" Target="../ink/ink1064.xml"/><Relationship Id="rId94" Type="http://schemas.openxmlformats.org/officeDocument/2006/relationships/customXml" Target="../ink/ink1080.xml"/><Relationship Id="rId99" Type="http://schemas.openxmlformats.org/officeDocument/2006/relationships/customXml" Target="../ink/ink1085.xml"/><Relationship Id="rId101" Type="http://schemas.openxmlformats.org/officeDocument/2006/relationships/customXml" Target="../ink/ink1087.xml"/><Relationship Id="rId122" Type="http://schemas.openxmlformats.org/officeDocument/2006/relationships/customXml" Target="../ink/ink1108.xml"/></Relationships>
</file>

<file path=ppt/slides/_rels/slide97.xml.rels><?xml version="1.0" encoding="UTF-8" standalone="yes"?>
<Relationships xmlns="http://schemas.openxmlformats.org/package/2006/relationships"><Relationship Id="rId13" Type="http://schemas.openxmlformats.org/officeDocument/2006/relationships/customXml" Target="../ink/ink1118.xml"/><Relationship Id="rId18" Type="http://schemas.openxmlformats.org/officeDocument/2006/relationships/customXml" Target="../ink/ink1123.xml"/><Relationship Id="rId26" Type="http://schemas.openxmlformats.org/officeDocument/2006/relationships/customXml" Target="../ink/ink1131.xml"/><Relationship Id="rId39" Type="http://schemas.openxmlformats.org/officeDocument/2006/relationships/customXml" Target="../ink/ink1144.xml"/><Relationship Id="rId21" Type="http://schemas.openxmlformats.org/officeDocument/2006/relationships/customXml" Target="../ink/ink1126.xml"/><Relationship Id="rId34" Type="http://schemas.openxmlformats.org/officeDocument/2006/relationships/customXml" Target="../ink/ink1139.xml"/><Relationship Id="rId42" Type="http://schemas.openxmlformats.org/officeDocument/2006/relationships/customXml" Target="../ink/ink1147.xml"/><Relationship Id="rId7" Type="http://schemas.openxmlformats.org/officeDocument/2006/relationships/customXml" Target="../ink/ink1112.xml"/><Relationship Id="rId2" Type="http://schemas.openxmlformats.org/officeDocument/2006/relationships/image" Target="../media/image144.png"/><Relationship Id="rId16" Type="http://schemas.openxmlformats.org/officeDocument/2006/relationships/customXml" Target="../ink/ink1121.xml"/><Relationship Id="rId20" Type="http://schemas.openxmlformats.org/officeDocument/2006/relationships/customXml" Target="../ink/ink1125.xml"/><Relationship Id="rId29" Type="http://schemas.openxmlformats.org/officeDocument/2006/relationships/customXml" Target="../ink/ink1134.xml"/><Relationship Id="rId41" Type="http://schemas.openxmlformats.org/officeDocument/2006/relationships/customXml" Target="../ink/ink1146.xml"/><Relationship Id="rId1" Type="http://schemas.openxmlformats.org/officeDocument/2006/relationships/slideLayout" Target="../slideLayouts/slideLayout7.xml"/><Relationship Id="rId6" Type="http://schemas.openxmlformats.org/officeDocument/2006/relationships/customXml" Target="../ink/ink1111.xml"/><Relationship Id="rId11" Type="http://schemas.openxmlformats.org/officeDocument/2006/relationships/customXml" Target="../ink/ink1116.xml"/><Relationship Id="rId24" Type="http://schemas.openxmlformats.org/officeDocument/2006/relationships/customXml" Target="../ink/ink1129.xml"/><Relationship Id="rId32" Type="http://schemas.openxmlformats.org/officeDocument/2006/relationships/customXml" Target="../ink/ink1137.xml"/><Relationship Id="rId37" Type="http://schemas.openxmlformats.org/officeDocument/2006/relationships/customXml" Target="../ink/ink1142.xml"/><Relationship Id="rId40" Type="http://schemas.openxmlformats.org/officeDocument/2006/relationships/customXml" Target="../ink/ink1145.xml"/><Relationship Id="rId5" Type="http://schemas.openxmlformats.org/officeDocument/2006/relationships/customXml" Target="../ink/ink1110.xml"/><Relationship Id="rId15" Type="http://schemas.openxmlformats.org/officeDocument/2006/relationships/customXml" Target="../ink/ink1120.xml"/><Relationship Id="rId23" Type="http://schemas.openxmlformats.org/officeDocument/2006/relationships/customXml" Target="../ink/ink1128.xml"/><Relationship Id="rId28" Type="http://schemas.openxmlformats.org/officeDocument/2006/relationships/customXml" Target="../ink/ink1133.xml"/><Relationship Id="rId36" Type="http://schemas.openxmlformats.org/officeDocument/2006/relationships/customXml" Target="../ink/ink1141.xml"/><Relationship Id="rId10" Type="http://schemas.openxmlformats.org/officeDocument/2006/relationships/customXml" Target="../ink/ink1115.xml"/><Relationship Id="rId19" Type="http://schemas.openxmlformats.org/officeDocument/2006/relationships/customXml" Target="../ink/ink1124.xml"/><Relationship Id="rId31" Type="http://schemas.openxmlformats.org/officeDocument/2006/relationships/customXml" Target="../ink/ink1136.xml"/><Relationship Id="rId44" Type="http://schemas.openxmlformats.org/officeDocument/2006/relationships/customXml" Target="../ink/ink1149.xml"/><Relationship Id="rId4" Type="http://schemas.openxmlformats.org/officeDocument/2006/relationships/image" Target="../media/image146.png"/><Relationship Id="rId9" Type="http://schemas.openxmlformats.org/officeDocument/2006/relationships/customXml" Target="../ink/ink1114.xml"/><Relationship Id="rId14" Type="http://schemas.openxmlformats.org/officeDocument/2006/relationships/customXml" Target="../ink/ink1119.xml"/><Relationship Id="rId22" Type="http://schemas.openxmlformats.org/officeDocument/2006/relationships/customXml" Target="../ink/ink1127.xml"/><Relationship Id="rId27" Type="http://schemas.openxmlformats.org/officeDocument/2006/relationships/customXml" Target="../ink/ink1132.xml"/><Relationship Id="rId30" Type="http://schemas.openxmlformats.org/officeDocument/2006/relationships/customXml" Target="../ink/ink1135.xml"/><Relationship Id="rId35" Type="http://schemas.openxmlformats.org/officeDocument/2006/relationships/customXml" Target="../ink/ink1140.xml"/><Relationship Id="rId43" Type="http://schemas.openxmlformats.org/officeDocument/2006/relationships/customXml" Target="../ink/ink1148.xml"/><Relationship Id="rId8" Type="http://schemas.openxmlformats.org/officeDocument/2006/relationships/customXml" Target="../ink/ink1113.xml"/><Relationship Id="rId3" Type="http://schemas.openxmlformats.org/officeDocument/2006/relationships/image" Target="../media/image145.png"/><Relationship Id="rId12" Type="http://schemas.openxmlformats.org/officeDocument/2006/relationships/customXml" Target="../ink/ink1117.xml"/><Relationship Id="rId17" Type="http://schemas.openxmlformats.org/officeDocument/2006/relationships/customXml" Target="../ink/ink1122.xml"/><Relationship Id="rId25" Type="http://schemas.openxmlformats.org/officeDocument/2006/relationships/customXml" Target="../ink/ink1130.xml"/><Relationship Id="rId33" Type="http://schemas.openxmlformats.org/officeDocument/2006/relationships/customXml" Target="../ink/ink1138.xml"/><Relationship Id="rId38" Type="http://schemas.openxmlformats.org/officeDocument/2006/relationships/customXml" Target="../ink/ink1143.xml"/></Relationships>
</file>

<file path=ppt/slides/_rels/slide98.xml.rels><?xml version="1.0" encoding="UTF-8" standalone="yes"?>
<Relationships xmlns="http://schemas.openxmlformats.org/package/2006/relationships"><Relationship Id="rId13" Type="http://schemas.openxmlformats.org/officeDocument/2006/relationships/customXml" Target="../ink/ink1161.xml"/><Relationship Id="rId18" Type="http://schemas.openxmlformats.org/officeDocument/2006/relationships/customXml" Target="../ink/ink1166.xml"/><Relationship Id="rId26" Type="http://schemas.openxmlformats.org/officeDocument/2006/relationships/customXml" Target="../ink/ink1174.xml"/><Relationship Id="rId39" Type="http://schemas.openxmlformats.org/officeDocument/2006/relationships/customXml" Target="../ink/ink1187.xml"/><Relationship Id="rId21" Type="http://schemas.openxmlformats.org/officeDocument/2006/relationships/customXml" Target="../ink/ink1169.xml"/><Relationship Id="rId34" Type="http://schemas.openxmlformats.org/officeDocument/2006/relationships/customXml" Target="../ink/ink1182.xml"/><Relationship Id="rId42" Type="http://schemas.openxmlformats.org/officeDocument/2006/relationships/customXml" Target="../ink/ink1190.xml"/><Relationship Id="rId47" Type="http://schemas.openxmlformats.org/officeDocument/2006/relationships/customXml" Target="../ink/ink1195.xml"/><Relationship Id="rId50" Type="http://schemas.openxmlformats.org/officeDocument/2006/relationships/customXml" Target="../ink/ink1198.xml"/><Relationship Id="rId7" Type="http://schemas.openxmlformats.org/officeDocument/2006/relationships/customXml" Target="../ink/ink1155.xml"/><Relationship Id="rId2" Type="http://schemas.openxmlformats.org/officeDocument/2006/relationships/customXml" Target="../ink/ink1150.xml"/><Relationship Id="rId16" Type="http://schemas.openxmlformats.org/officeDocument/2006/relationships/customXml" Target="../ink/ink1164.xml"/><Relationship Id="rId29" Type="http://schemas.openxmlformats.org/officeDocument/2006/relationships/customXml" Target="../ink/ink1177.xml"/><Relationship Id="rId11" Type="http://schemas.openxmlformats.org/officeDocument/2006/relationships/customXml" Target="../ink/ink1159.xml"/><Relationship Id="rId24" Type="http://schemas.openxmlformats.org/officeDocument/2006/relationships/customXml" Target="../ink/ink1172.xml"/><Relationship Id="rId32" Type="http://schemas.openxmlformats.org/officeDocument/2006/relationships/customXml" Target="../ink/ink1180.xml"/><Relationship Id="rId37" Type="http://schemas.openxmlformats.org/officeDocument/2006/relationships/customXml" Target="../ink/ink1185.xml"/><Relationship Id="rId40" Type="http://schemas.openxmlformats.org/officeDocument/2006/relationships/customXml" Target="../ink/ink1188.xml"/><Relationship Id="rId45" Type="http://schemas.openxmlformats.org/officeDocument/2006/relationships/customXml" Target="../ink/ink1193.xml"/><Relationship Id="rId53" Type="http://schemas.openxmlformats.org/officeDocument/2006/relationships/customXml" Target="../ink/ink1201.xml"/><Relationship Id="rId5" Type="http://schemas.openxmlformats.org/officeDocument/2006/relationships/customXml" Target="../ink/ink1153.xml"/><Relationship Id="rId10" Type="http://schemas.openxmlformats.org/officeDocument/2006/relationships/customXml" Target="../ink/ink1158.xml"/><Relationship Id="rId19" Type="http://schemas.openxmlformats.org/officeDocument/2006/relationships/customXml" Target="../ink/ink1167.xml"/><Relationship Id="rId31" Type="http://schemas.openxmlformats.org/officeDocument/2006/relationships/customXml" Target="../ink/ink1179.xml"/><Relationship Id="rId44" Type="http://schemas.openxmlformats.org/officeDocument/2006/relationships/customXml" Target="../ink/ink1192.xml"/><Relationship Id="rId52" Type="http://schemas.openxmlformats.org/officeDocument/2006/relationships/customXml" Target="../ink/ink1200.xml"/><Relationship Id="rId4" Type="http://schemas.openxmlformats.org/officeDocument/2006/relationships/customXml" Target="../ink/ink1152.xml"/><Relationship Id="rId9" Type="http://schemas.openxmlformats.org/officeDocument/2006/relationships/customXml" Target="../ink/ink1157.xml"/><Relationship Id="rId14" Type="http://schemas.openxmlformats.org/officeDocument/2006/relationships/customXml" Target="../ink/ink1162.xml"/><Relationship Id="rId22" Type="http://schemas.openxmlformats.org/officeDocument/2006/relationships/customXml" Target="../ink/ink1170.xml"/><Relationship Id="rId27" Type="http://schemas.openxmlformats.org/officeDocument/2006/relationships/customXml" Target="../ink/ink1175.xml"/><Relationship Id="rId30" Type="http://schemas.openxmlformats.org/officeDocument/2006/relationships/customXml" Target="../ink/ink1178.xml"/><Relationship Id="rId35" Type="http://schemas.openxmlformats.org/officeDocument/2006/relationships/customXml" Target="../ink/ink1183.xml"/><Relationship Id="rId43" Type="http://schemas.openxmlformats.org/officeDocument/2006/relationships/customXml" Target="../ink/ink1191.xml"/><Relationship Id="rId48" Type="http://schemas.openxmlformats.org/officeDocument/2006/relationships/customXml" Target="../ink/ink1196.xml"/><Relationship Id="rId8" Type="http://schemas.openxmlformats.org/officeDocument/2006/relationships/customXml" Target="../ink/ink1156.xml"/><Relationship Id="rId51" Type="http://schemas.openxmlformats.org/officeDocument/2006/relationships/customXml" Target="../ink/ink1199.xml"/><Relationship Id="rId3" Type="http://schemas.openxmlformats.org/officeDocument/2006/relationships/customXml" Target="../ink/ink1151.xml"/><Relationship Id="rId12" Type="http://schemas.openxmlformats.org/officeDocument/2006/relationships/customXml" Target="../ink/ink1160.xml"/><Relationship Id="rId17" Type="http://schemas.openxmlformats.org/officeDocument/2006/relationships/customXml" Target="../ink/ink1165.xml"/><Relationship Id="rId25" Type="http://schemas.openxmlformats.org/officeDocument/2006/relationships/customXml" Target="../ink/ink1173.xml"/><Relationship Id="rId33" Type="http://schemas.openxmlformats.org/officeDocument/2006/relationships/customXml" Target="../ink/ink1181.xml"/><Relationship Id="rId38" Type="http://schemas.openxmlformats.org/officeDocument/2006/relationships/customXml" Target="../ink/ink1186.xml"/><Relationship Id="rId46" Type="http://schemas.openxmlformats.org/officeDocument/2006/relationships/customXml" Target="../ink/ink1194.xml"/><Relationship Id="rId20" Type="http://schemas.openxmlformats.org/officeDocument/2006/relationships/customXml" Target="../ink/ink1168.xml"/><Relationship Id="rId41" Type="http://schemas.openxmlformats.org/officeDocument/2006/relationships/customXml" Target="../ink/ink1189.xml"/><Relationship Id="rId54" Type="http://schemas.openxmlformats.org/officeDocument/2006/relationships/customXml" Target="../ink/ink1202.xml"/><Relationship Id="rId1" Type="http://schemas.openxmlformats.org/officeDocument/2006/relationships/slideLayout" Target="../slideLayouts/slideLayout7.xml"/><Relationship Id="rId6" Type="http://schemas.openxmlformats.org/officeDocument/2006/relationships/customXml" Target="../ink/ink1154.xml"/><Relationship Id="rId15" Type="http://schemas.openxmlformats.org/officeDocument/2006/relationships/customXml" Target="../ink/ink1163.xml"/><Relationship Id="rId23" Type="http://schemas.openxmlformats.org/officeDocument/2006/relationships/customXml" Target="../ink/ink1171.xml"/><Relationship Id="rId28" Type="http://schemas.openxmlformats.org/officeDocument/2006/relationships/customXml" Target="../ink/ink1176.xml"/><Relationship Id="rId36" Type="http://schemas.openxmlformats.org/officeDocument/2006/relationships/customXml" Target="../ink/ink1184.xml"/><Relationship Id="rId49" Type="http://schemas.openxmlformats.org/officeDocument/2006/relationships/customXml" Target="../ink/ink1197.xml"/></Relationships>
</file>

<file path=ppt/slides/_rels/slide99.xml.rels><?xml version="1.0" encoding="UTF-8" standalone="yes"?>
<Relationships xmlns="http://schemas.openxmlformats.org/package/2006/relationships"><Relationship Id="rId2" Type="http://schemas.openxmlformats.org/officeDocument/2006/relationships/image" Target="../media/image147.png"/><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2" Type="http://schemas.openxmlformats.org/officeDocument/2006/relationships/image" Target="../media/image148.gif"/><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image" Target="../media/image149.png"/><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158" name="图片 3"/>
          <p:cNvPicPr>
            <a:picLocks noChangeAspect="1"/>
          </p:cNvPicPr>
          <p:nvPr/>
        </p:nvPicPr>
        <p:blipFill rotWithShape="1">
          <a:blip r:embed="rId3">
            <a:duotone>
              <a:prstClr val="black"/>
              <a:srgbClr val="0070C0">
                <a:tint val="45000"/>
                <a:satMod val="400000"/>
              </a:srgbClr>
            </a:duotone>
          </a:blip>
          <a:srcRect t="44701" b="-1"/>
          <a:stretch>
            <a:fillRect/>
          </a:stretch>
        </p:blipFill>
        <p:spPr>
          <a:xfrm>
            <a:off x="-1854" y="6517345"/>
            <a:ext cx="12198619" cy="340659"/>
          </a:xfrm>
          <a:prstGeom prst="rect">
            <a:avLst/>
          </a:prstGeom>
        </p:spPr>
      </p:pic>
      <p:pic>
        <p:nvPicPr>
          <p:cNvPr id="2097159" name="图片 5"/>
          <p:cNvPicPr>
            <a:picLocks noChangeAspect="1"/>
          </p:cNvPicPr>
          <p:nvPr/>
        </p:nvPicPr>
        <p:blipFill rotWithShape="1">
          <a:blip r:embed="rId4">
            <a:duotone>
              <a:prstClr val="black"/>
              <a:srgbClr val="0070C0">
                <a:tint val="45000"/>
                <a:satMod val="400000"/>
              </a:srgbClr>
            </a:duotone>
          </a:blip>
          <a:srcRect l="1577" b="26536"/>
          <a:stretch>
            <a:fillRect/>
          </a:stretch>
        </p:blipFill>
        <p:spPr>
          <a:xfrm flipH="1">
            <a:off x="0" y="-4646"/>
            <a:ext cx="8002090" cy="3429000"/>
          </a:xfrm>
          <a:prstGeom prst="rect">
            <a:avLst/>
          </a:prstGeom>
        </p:spPr>
      </p:pic>
      <p:pic>
        <p:nvPicPr>
          <p:cNvPr id="2097160" name="图片 6"/>
          <p:cNvPicPr>
            <a:picLocks noChangeAspect="1"/>
          </p:cNvPicPr>
          <p:nvPr/>
        </p:nvPicPr>
        <p:blipFill rotWithShape="1">
          <a:blip r:embed="rId5">
            <a:duotone>
              <a:prstClr val="black"/>
              <a:srgbClr val="0070C0">
                <a:tint val="45000"/>
                <a:satMod val="400000"/>
              </a:srgbClr>
            </a:duotone>
          </a:blip>
          <a:srcRect l="36637" t="16732" b="56471"/>
          <a:stretch>
            <a:fillRect/>
          </a:stretch>
        </p:blipFill>
        <p:spPr>
          <a:xfrm>
            <a:off x="6223947" y="5040269"/>
            <a:ext cx="5972814" cy="1450176"/>
          </a:xfrm>
          <a:prstGeom prst="rect">
            <a:avLst/>
          </a:prstGeom>
        </p:spPr>
      </p:pic>
      <p:pic>
        <p:nvPicPr>
          <p:cNvPr id="2097161" name="图片 1"/>
          <p:cNvPicPr>
            <a:picLocks noChangeAspect="1"/>
          </p:cNvPicPr>
          <p:nvPr/>
        </p:nvPicPr>
        <p:blipFill>
          <a:blip r:embed="rId6"/>
          <a:stretch>
            <a:fillRect/>
          </a:stretch>
        </p:blipFill>
        <p:spPr>
          <a:xfrm>
            <a:off x="140731" y="57299"/>
            <a:ext cx="3545205" cy="673825"/>
          </a:xfrm>
          <a:prstGeom prst="rect">
            <a:avLst/>
          </a:prstGeom>
        </p:spPr>
      </p:pic>
      <p:sp>
        <p:nvSpPr>
          <p:cNvPr id="1048640" name="Rectangle 3"/>
          <p:cNvSpPr txBox="1"/>
          <p:nvPr/>
        </p:nvSpPr>
        <p:spPr>
          <a:xfrm>
            <a:off x="769938" y="2311400"/>
            <a:ext cx="10728325" cy="817563"/>
          </a:xfrm>
          <a:prstGeom prst="rect">
            <a:avLst/>
          </a:prstGeom>
          <a:noFill/>
          <a:ln w="9525">
            <a:noFill/>
          </a:ln>
        </p:spPr>
        <p:txBody>
          <a:bodyPr anchor="ctr"/>
          <a:lstStyle/>
          <a:p>
            <a:pPr algn="ctr"/>
            <a:r>
              <a:rPr lang="zh-CN" altLang="en-US" sz="6000" b="1" dirty="0">
                <a:solidFill>
                  <a:srgbClr val="004C54"/>
                </a:solidFill>
                <a:latin typeface="微软雅黑" panose="020B0503020204020204" pitchFamily="34" charset="-122"/>
                <a:ea typeface="微软雅黑" panose="020B0503020204020204" pitchFamily="34" charset="-122"/>
              </a:rPr>
              <a:t>图像分割</a:t>
            </a:r>
          </a:p>
        </p:txBody>
      </p:sp>
      <p:sp>
        <p:nvSpPr>
          <p:cNvPr id="1048641" name="Text Box 11"/>
          <p:cNvSpPr txBox="1">
            <a:spLocks noChangeArrowheads="1"/>
          </p:cNvSpPr>
          <p:nvPr/>
        </p:nvSpPr>
        <p:spPr bwMode="auto">
          <a:xfrm>
            <a:off x="1892300" y="3962400"/>
            <a:ext cx="7920038" cy="1143000"/>
          </a:xfrm>
          <a:prstGeom prst="rect">
            <a:avLst/>
          </a:prstGeom>
          <a:noFill/>
          <a:ln>
            <a:noFill/>
          </a:ln>
        </p:spPr>
        <p:txBody>
          <a:bodyPr>
            <a:spAutoFit/>
          </a:bodyPr>
          <a:lstStyle>
            <a:lvl1pPr indent="457200">
              <a:spcBef>
                <a:spcPct val="20000"/>
              </a:spcBef>
              <a:buChar char="•"/>
              <a:defRPr sz="1900">
                <a:solidFill>
                  <a:schemeClr val="accent1"/>
                </a:solidFill>
                <a:latin typeface="Arial" panose="020B0604020202020204" pitchFamily="34" charset="0"/>
                <a:ea typeface="微软雅黑" panose="020B0503020204020204" pitchFamily="34" charset="-122"/>
              </a:defRPr>
            </a:lvl1pPr>
            <a:lvl2pPr marL="742950" indent="-285750">
              <a:spcBef>
                <a:spcPct val="20000"/>
              </a:spcBef>
              <a:buChar char="–"/>
              <a:defRPr sz="1900">
                <a:solidFill>
                  <a:schemeClr val="accent1"/>
                </a:solidFill>
                <a:latin typeface="Arial" panose="020B0604020202020204" pitchFamily="34" charset="0"/>
                <a:ea typeface="仿宋_GB2312"/>
                <a:cs typeface="仿宋_GB2312"/>
              </a:defRPr>
            </a:lvl2pPr>
            <a:lvl3pPr marL="1143000" indent="-228600">
              <a:spcBef>
                <a:spcPct val="20000"/>
              </a:spcBef>
              <a:buChar char="•"/>
              <a:defRPr sz="2300">
                <a:solidFill>
                  <a:schemeClr val="tx1"/>
                </a:solidFill>
                <a:latin typeface="Arial" panose="020B0604020202020204" pitchFamily="34" charset="0"/>
                <a:ea typeface="宋体" panose="02010600030101010101" pitchFamily="2" charset="-122"/>
                <a:cs typeface="仿宋_GB2312"/>
              </a:defRPr>
            </a:lvl3pPr>
            <a:lvl4pPr marL="1600200" indent="-228600">
              <a:spcBef>
                <a:spcPct val="20000"/>
              </a:spcBef>
              <a:buChar char="–"/>
              <a:defRPr sz="1900">
                <a:solidFill>
                  <a:schemeClr val="tx1"/>
                </a:solidFill>
                <a:latin typeface="Arial" panose="020B0604020202020204" pitchFamily="34" charset="0"/>
                <a:ea typeface="宋体" panose="02010600030101010101" pitchFamily="2" charset="-122"/>
                <a:cs typeface="仿宋_GB2312"/>
              </a:defRPr>
            </a:lvl4pPr>
            <a:lvl5pPr marL="2057400" indent="-228600">
              <a:spcBef>
                <a:spcPct val="20000"/>
              </a:spcBef>
              <a:buChar char="»"/>
              <a:defRPr sz="1900">
                <a:solidFill>
                  <a:schemeClr val="tx1"/>
                </a:solidFill>
                <a:latin typeface="Arial" panose="020B0604020202020204" pitchFamily="34" charset="0"/>
                <a:ea typeface="宋体" panose="02010600030101010101" pitchFamily="2" charset="-122"/>
                <a:cs typeface="仿宋_GB2312"/>
              </a:defRPr>
            </a:lvl5pPr>
            <a:lvl6pPr marL="2514600" indent="-228600" eaLnBrk="0" fontAlgn="base" hangingPunct="0">
              <a:spcBef>
                <a:spcPct val="20000"/>
              </a:spcBef>
              <a:spcAft>
                <a:spcPct val="0"/>
              </a:spcAft>
              <a:buChar char="»"/>
              <a:defRPr sz="1900">
                <a:solidFill>
                  <a:schemeClr val="tx1"/>
                </a:solidFill>
                <a:latin typeface="Arial" panose="020B0604020202020204" pitchFamily="34" charset="0"/>
                <a:ea typeface="宋体" panose="02010600030101010101" pitchFamily="2" charset="-122"/>
                <a:cs typeface="仿宋_GB2312"/>
              </a:defRPr>
            </a:lvl6pPr>
            <a:lvl7pPr marL="2971800" indent="-228600" eaLnBrk="0" fontAlgn="base" hangingPunct="0">
              <a:spcBef>
                <a:spcPct val="20000"/>
              </a:spcBef>
              <a:spcAft>
                <a:spcPct val="0"/>
              </a:spcAft>
              <a:buChar char="»"/>
              <a:defRPr sz="1900">
                <a:solidFill>
                  <a:schemeClr val="tx1"/>
                </a:solidFill>
                <a:latin typeface="Arial" panose="020B0604020202020204" pitchFamily="34" charset="0"/>
                <a:ea typeface="宋体" panose="02010600030101010101" pitchFamily="2" charset="-122"/>
                <a:cs typeface="仿宋_GB2312"/>
              </a:defRPr>
            </a:lvl7pPr>
            <a:lvl8pPr marL="3429000" indent="-228600" eaLnBrk="0" fontAlgn="base" hangingPunct="0">
              <a:spcBef>
                <a:spcPct val="20000"/>
              </a:spcBef>
              <a:spcAft>
                <a:spcPct val="0"/>
              </a:spcAft>
              <a:buChar char="»"/>
              <a:defRPr sz="1900">
                <a:solidFill>
                  <a:schemeClr val="tx1"/>
                </a:solidFill>
                <a:latin typeface="Arial" panose="020B0604020202020204" pitchFamily="34" charset="0"/>
                <a:ea typeface="宋体" panose="02010600030101010101" pitchFamily="2" charset="-122"/>
                <a:cs typeface="仿宋_GB2312"/>
              </a:defRPr>
            </a:lvl8pPr>
            <a:lvl9pPr marL="3886200" indent="-228600" eaLnBrk="0" fontAlgn="base" hangingPunct="0">
              <a:spcBef>
                <a:spcPct val="20000"/>
              </a:spcBef>
              <a:spcAft>
                <a:spcPct val="0"/>
              </a:spcAft>
              <a:buChar char="»"/>
              <a:defRPr sz="1900">
                <a:solidFill>
                  <a:schemeClr val="tx1"/>
                </a:solidFill>
                <a:latin typeface="Arial" panose="020B0604020202020204" pitchFamily="34" charset="0"/>
                <a:ea typeface="宋体" panose="02010600030101010101" pitchFamily="2" charset="-122"/>
                <a:cs typeface="仿宋_GB2312"/>
              </a:defRPr>
            </a:lvl9pPr>
          </a:lstStyle>
          <a:p>
            <a:pPr algn="ctr" eaLnBrk="1" hangingPunct="1">
              <a:spcBef>
                <a:spcPct val="50000"/>
              </a:spcBef>
              <a:buFontTx/>
              <a:buNone/>
            </a:pPr>
            <a:r>
              <a:rPr lang="zh-CN" altLang="en-US" sz="2800" dirty="0">
                <a:solidFill>
                  <a:srgbClr val="004C54"/>
                </a:solidFill>
                <a:latin typeface="黑体" panose="02010609060101010101" pitchFamily="49" charset="-122"/>
                <a:ea typeface="黑体" panose="02010609060101010101" pitchFamily="49" charset="-122"/>
              </a:rPr>
              <a:t>白相志</a:t>
            </a:r>
            <a:endParaRPr lang="en-US" altLang="zh-CN" sz="2800" dirty="0">
              <a:solidFill>
                <a:srgbClr val="004C54"/>
              </a:solidFill>
              <a:latin typeface="黑体" panose="02010609060101010101" pitchFamily="49" charset="-122"/>
              <a:ea typeface="黑体" panose="02010609060101010101" pitchFamily="49" charset="-122"/>
            </a:endParaRPr>
          </a:p>
          <a:p>
            <a:pPr algn="ctr" eaLnBrk="1" hangingPunct="1">
              <a:spcBef>
                <a:spcPct val="50000"/>
              </a:spcBef>
              <a:buFontTx/>
              <a:buNone/>
            </a:pPr>
            <a:r>
              <a:rPr lang="zh-CN" altLang="en-US" sz="2800" dirty="0">
                <a:solidFill>
                  <a:srgbClr val="004C54"/>
                </a:solidFill>
                <a:latin typeface="黑体" panose="02010609060101010101" pitchFamily="49" charset="-122"/>
                <a:ea typeface="黑体" panose="02010609060101010101" pitchFamily="49" charset="-122"/>
              </a:rPr>
              <a:t>北京航空航天大学    图像中心</a:t>
            </a:r>
          </a:p>
        </p:txBody>
      </p:sp>
    </p:spTree>
  </p:cSld>
  <p:clrMapOvr>
    <a:masterClrMapping/>
  </p:clrMapOvr>
  <mc:AlternateContent xmlns:mc="http://schemas.openxmlformats.org/markup-compatibility/2006" xmlns:p14="http://schemas.microsoft.com/office/powerpoint/2010/main">
    <mc:Choice Requires="p14">
      <p:transition spd="slow" p14:dur="1250" advTm="3000">
        <p14:flip dir="r"/>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5" name="TextBox 27"/>
          <p:cNvSpPr txBox="1"/>
          <p:nvPr/>
        </p:nvSpPr>
        <p:spPr>
          <a:xfrm>
            <a:off x="1012825" y="2060848"/>
            <a:ext cx="3434081" cy="2987041"/>
          </a:xfrm>
          <a:prstGeom prst="rect">
            <a:avLst/>
          </a:prstGeom>
          <a:noFill/>
          <a:ln w="9525">
            <a:noFill/>
          </a:ln>
        </p:spPr>
        <p:txBody>
          <a:bodyPr wrap="none" anchor="t">
            <a:spAutoFit/>
          </a:bodyPr>
          <a:lstStyle/>
          <a:p>
            <a:r>
              <a:rPr lang="zh-CN" altLang="en-US" sz="3200" dirty="0">
                <a:latin typeface="黑体" panose="02010609060101010101" pitchFamily="49" charset="-122"/>
                <a:ea typeface="黑体" panose="02010609060101010101" pitchFamily="49" charset="-122"/>
              </a:rPr>
              <a:t>一、图像分割概述</a:t>
            </a:r>
            <a:endParaRPr lang="en-US" altLang="zh-CN" sz="3200" dirty="0">
              <a:latin typeface="黑体" panose="02010609060101010101" pitchFamily="49" charset="-122"/>
              <a:ea typeface="黑体" panose="02010609060101010101" pitchFamily="49" charset="-122"/>
            </a:endParaRPr>
          </a:p>
          <a:p>
            <a:r>
              <a:rPr lang="zh-CN" altLang="en-US" sz="3200" dirty="0">
                <a:solidFill>
                  <a:schemeClr val="bg2">
                    <a:lumMod val="60000"/>
                    <a:lumOff val="40000"/>
                  </a:schemeClr>
                </a:solidFill>
                <a:latin typeface="黑体" panose="02010609060101010101" pitchFamily="49" charset="-122"/>
                <a:ea typeface="黑体" panose="02010609060101010101" pitchFamily="49" charset="-122"/>
              </a:rPr>
              <a:t>二、阈值分割</a:t>
            </a:r>
            <a:endParaRPr lang="en-US" altLang="zh-CN" sz="3200" dirty="0">
              <a:solidFill>
                <a:schemeClr val="bg2">
                  <a:lumMod val="60000"/>
                  <a:lumOff val="40000"/>
                </a:schemeClr>
              </a:solidFill>
              <a:latin typeface="黑体" panose="02010609060101010101" pitchFamily="49" charset="-122"/>
              <a:ea typeface="黑体" panose="02010609060101010101" pitchFamily="49" charset="-122"/>
            </a:endParaRPr>
          </a:p>
          <a:p>
            <a:r>
              <a:rPr lang="zh-CN" altLang="en-US" sz="3200" dirty="0">
                <a:solidFill>
                  <a:schemeClr val="bg2">
                    <a:lumMod val="60000"/>
                    <a:lumOff val="40000"/>
                  </a:schemeClr>
                </a:solidFill>
                <a:latin typeface="黑体" panose="02010609060101010101" pitchFamily="49" charset="-122"/>
                <a:ea typeface="黑体" panose="02010609060101010101" pitchFamily="49" charset="-122"/>
              </a:rPr>
              <a:t>三、边缘检测</a:t>
            </a:r>
            <a:endParaRPr lang="en-US" altLang="zh-CN" sz="3200" dirty="0">
              <a:solidFill>
                <a:schemeClr val="bg2">
                  <a:lumMod val="60000"/>
                  <a:lumOff val="40000"/>
                </a:schemeClr>
              </a:solidFill>
              <a:latin typeface="黑体" panose="02010609060101010101" pitchFamily="49" charset="-122"/>
              <a:ea typeface="黑体" panose="02010609060101010101" pitchFamily="49" charset="-122"/>
            </a:endParaRPr>
          </a:p>
          <a:p>
            <a:r>
              <a:rPr lang="zh-CN" altLang="en-US" sz="3200" dirty="0">
                <a:solidFill>
                  <a:schemeClr val="bg2">
                    <a:lumMod val="60000"/>
                    <a:lumOff val="40000"/>
                  </a:schemeClr>
                </a:solidFill>
                <a:latin typeface="黑体" panose="02010609060101010101" pitchFamily="49" charset="-122"/>
                <a:ea typeface="黑体" panose="02010609060101010101" pitchFamily="49" charset="-122"/>
              </a:rPr>
              <a:t>四、区域分析</a:t>
            </a:r>
            <a:endParaRPr lang="en-US" altLang="zh-CN" sz="3200" dirty="0">
              <a:solidFill>
                <a:schemeClr val="bg2">
                  <a:lumMod val="60000"/>
                  <a:lumOff val="40000"/>
                </a:schemeClr>
              </a:solidFill>
              <a:latin typeface="黑体" panose="02010609060101010101" pitchFamily="49" charset="-122"/>
              <a:ea typeface="黑体" panose="02010609060101010101" pitchFamily="49" charset="-122"/>
            </a:endParaRPr>
          </a:p>
          <a:p>
            <a:r>
              <a:rPr lang="zh-CN" altLang="en-US" sz="3200" dirty="0">
                <a:solidFill>
                  <a:srgbClr val="B3B3B3"/>
                </a:solidFill>
                <a:latin typeface="黑体" panose="02010609060101010101" pitchFamily="49" charset="-122"/>
                <a:ea typeface="黑体" panose="02010609060101010101" pitchFamily="49" charset="-122"/>
              </a:rPr>
              <a:t>五、</a:t>
            </a:r>
            <a:r>
              <a:rPr lang="en-US" altLang="zh-CN" sz="3200" dirty="0">
                <a:solidFill>
                  <a:srgbClr val="B3B3B3"/>
                </a:solidFill>
                <a:latin typeface="黑体" panose="02010609060101010101" pitchFamily="49" charset="-122"/>
                <a:ea typeface="黑体" panose="02010609060101010101" pitchFamily="49" charset="-122"/>
              </a:rPr>
              <a:t>Hough</a:t>
            </a:r>
            <a:r>
              <a:rPr lang="zh-CN" altLang="en-US" sz="3200" dirty="0">
                <a:solidFill>
                  <a:srgbClr val="B3B3B3"/>
                </a:solidFill>
                <a:latin typeface="黑体" panose="02010609060101010101" pitchFamily="49" charset="-122"/>
                <a:ea typeface="黑体" panose="02010609060101010101" pitchFamily="49" charset="-122"/>
              </a:rPr>
              <a:t>变换</a:t>
            </a:r>
            <a:endParaRPr lang="en-US" altLang="zh-CN" sz="3200" dirty="0">
              <a:solidFill>
                <a:srgbClr val="B3B3B3"/>
              </a:solidFill>
              <a:latin typeface="黑体" panose="02010609060101010101" pitchFamily="49" charset="-122"/>
              <a:ea typeface="黑体" panose="02010609060101010101" pitchFamily="49" charset="-122"/>
            </a:endParaRPr>
          </a:p>
          <a:p>
            <a:r>
              <a:rPr lang="zh-CN" altLang="en-US" sz="3200" dirty="0">
                <a:solidFill>
                  <a:srgbClr val="B3B3B3"/>
                </a:solidFill>
                <a:latin typeface="黑体" panose="02010609060101010101" pitchFamily="49" charset="-122"/>
                <a:ea typeface="黑体" panose="02010609060101010101" pitchFamily="49" charset="-122"/>
              </a:rPr>
              <a:t>六、动态聚类分割</a:t>
            </a:r>
          </a:p>
        </p:txBody>
      </p:sp>
      <p:sp>
        <p:nvSpPr>
          <p:cNvPr id="1048646" name="TextBox 27"/>
          <p:cNvSpPr txBox="1"/>
          <p:nvPr/>
        </p:nvSpPr>
        <p:spPr>
          <a:xfrm>
            <a:off x="1012825" y="176213"/>
            <a:ext cx="1005403" cy="584775"/>
          </a:xfrm>
          <a:prstGeom prst="rect">
            <a:avLst/>
          </a:prstGeom>
          <a:noFill/>
          <a:ln w="9525">
            <a:noFill/>
          </a:ln>
        </p:spPr>
        <p:txBody>
          <a:bodyPr wrap="none" anchor="t">
            <a:spAutoFit/>
          </a:bodyPr>
          <a:lstStyle/>
          <a:p>
            <a:r>
              <a:rPr lang="zh-CN" altLang="en-US" sz="3200" dirty="0">
                <a:latin typeface="黑体" panose="02010609060101010101" pitchFamily="49" charset="-122"/>
                <a:ea typeface="黑体" panose="02010609060101010101" pitchFamily="49" charset="-122"/>
              </a:rPr>
              <a:t>目录</a:t>
            </a:r>
          </a:p>
        </p:txBody>
      </p:sp>
      <p:sp>
        <p:nvSpPr>
          <p:cNvPr id="1048647"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a:p>
        </p:txBody>
      </p:sp>
    </p:spTree>
  </p:cSld>
  <p:clrMapOvr>
    <a:masterClrMapping/>
  </p:clrMapOvr>
  <p:transition spd="slow" advTm="3804">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8" name="矩形 4"/>
          <p:cNvSpPr/>
          <p:nvPr/>
        </p:nvSpPr>
        <p:spPr>
          <a:xfrm>
            <a:off x="1754188" y="4254500"/>
            <a:ext cx="9040812" cy="1910804"/>
          </a:xfrm>
          <a:prstGeom prst="rect">
            <a:avLst/>
          </a:prstGeom>
          <a:solidFill>
            <a:schemeClr val="tx2"/>
          </a:solidFill>
          <a:ln w="9525" cap="flat" cmpd="sng">
            <a:solidFill>
              <a:schemeClr val="bg2"/>
            </a:solidFill>
            <a:prstDash val="solid"/>
            <a:bevel/>
            <a:headEnd type="none" w="med" len="med"/>
            <a:tailEnd type="none" w="med" len="med"/>
          </a:ln>
        </p:spPr>
        <p:txBody>
          <a:bodyPr anchor="t"/>
          <a:lstStyle/>
          <a:p>
            <a:endParaRPr lang="zh-CN" altLang="en-US" dirty="0">
              <a:latin typeface="Arial" panose="020B0604020202020204" pitchFamily="34" charset="0"/>
              <a:ea typeface="宋体" panose="02010600030101010101" pitchFamily="2" charset="-122"/>
            </a:endParaRPr>
          </a:p>
        </p:txBody>
      </p:sp>
      <p:sp>
        <p:nvSpPr>
          <p:cNvPr id="1048649" name="TextBox 15"/>
          <p:cNvSpPr txBox="1"/>
          <p:nvPr/>
        </p:nvSpPr>
        <p:spPr>
          <a:xfrm>
            <a:off x="2004967" y="4197984"/>
            <a:ext cx="8801075" cy="2400657"/>
          </a:xfrm>
          <a:prstGeom prst="rect">
            <a:avLst/>
          </a:prstGeom>
          <a:noFill/>
          <a:ln w="9525">
            <a:noFill/>
          </a:ln>
        </p:spPr>
        <p:txBody>
          <a:bodyPr wrap="square" anchor="t">
            <a:spAutoFit/>
          </a:bodyPr>
          <a:lstStyle/>
          <a:p>
            <a:pPr>
              <a:lnSpc>
                <a:spcPct val="150000"/>
              </a:lnSpc>
            </a:pPr>
            <a:r>
              <a:rPr lang="zh-CN" altLang="en-US" sz="2000" b="1" dirty="0">
                <a:latin typeface="微软雅黑" panose="020B0503020204020204" pitchFamily="34" charset="-122"/>
                <a:ea typeface="微软雅黑" panose="020B0503020204020204" pitchFamily="34" charset="-122"/>
              </a:rPr>
              <a:t>概念</a:t>
            </a:r>
            <a:r>
              <a:rPr lang="zh-CN" altLang="en-US" sz="2000" dirty="0">
                <a:latin typeface="微软雅黑" panose="020B0503020204020204" pitchFamily="34" charset="-122"/>
                <a:ea typeface="微软雅黑" panose="020B0503020204020204" pitchFamily="34" charset="-122"/>
              </a:rPr>
              <a:t>：把图像分成</a:t>
            </a:r>
            <a:r>
              <a:rPr lang="zh-CN" altLang="en-US" sz="2000" dirty="0">
                <a:solidFill>
                  <a:srgbClr val="FF0000"/>
                </a:solidFill>
                <a:latin typeface="微软雅黑" panose="020B0503020204020204" pitchFamily="34" charset="-122"/>
                <a:ea typeface="微软雅黑" panose="020B0503020204020204" pitchFamily="34" charset="-122"/>
              </a:rPr>
              <a:t>各具特性</a:t>
            </a:r>
            <a:r>
              <a:rPr lang="zh-CN" altLang="en-US" sz="2000" dirty="0">
                <a:latin typeface="微软雅黑" panose="020B0503020204020204" pitchFamily="34" charset="-122"/>
                <a:ea typeface="微软雅黑" panose="020B0503020204020204" pitchFamily="34" charset="-122"/>
              </a:rPr>
              <a:t>的区域并提取出感兴趣目标的技术和过程。</a:t>
            </a:r>
            <a:endParaRPr lang="en-US" altLang="zh-CN" sz="2000" dirty="0">
              <a:latin typeface="微软雅黑" panose="020B0503020204020204" pitchFamily="34" charset="-122"/>
              <a:ea typeface="微软雅黑" panose="020B0503020204020204" pitchFamily="34" charset="-122"/>
            </a:endParaRPr>
          </a:p>
          <a:p>
            <a:pPr>
              <a:lnSpc>
                <a:spcPct val="150000"/>
              </a:lnSpc>
            </a:pPr>
            <a:r>
              <a:rPr lang="zh-CN" altLang="en-US" sz="2000" dirty="0">
                <a:latin typeface="微软雅黑" panose="020B0503020204020204" pitchFamily="34" charset="-122"/>
                <a:ea typeface="微软雅黑" panose="020B0503020204020204" pitchFamily="34" charset="-122"/>
              </a:rPr>
              <a:t>目标特性包括像素的灰度值、物体轮廓曲线、颜色、纹理等。</a:t>
            </a:r>
            <a:endParaRPr lang="en-US" altLang="zh-CN" sz="2000" dirty="0">
              <a:latin typeface="微软雅黑" panose="020B0503020204020204" pitchFamily="34" charset="-122"/>
              <a:ea typeface="微软雅黑" panose="020B0503020204020204" pitchFamily="34" charset="-122"/>
            </a:endParaRPr>
          </a:p>
          <a:p>
            <a:pPr>
              <a:lnSpc>
                <a:spcPct val="150000"/>
              </a:lnSpc>
            </a:pPr>
            <a:r>
              <a:rPr lang="zh-CN" altLang="en-US" sz="2000" b="1" dirty="0">
                <a:latin typeface="微软雅黑" panose="020B0503020204020204" pitchFamily="34" charset="-122"/>
                <a:ea typeface="微软雅黑" panose="020B0503020204020204" pitchFamily="34" charset="-122"/>
              </a:rPr>
              <a:t>重要性</a:t>
            </a:r>
            <a:r>
              <a:rPr lang="zh-CN" altLang="en-US" sz="2000" dirty="0">
                <a:latin typeface="微软雅黑" panose="020B0503020204020204" pitchFamily="34" charset="-122"/>
                <a:ea typeface="微软雅黑" panose="020B0503020204020204" pitchFamily="34" charset="-122"/>
              </a:rPr>
              <a:t>：图像分割是从图像预处理到图像识别和分析理解的</a:t>
            </a:r>
            <a:r>
              <a:rPr lang="zh-CN" altLang="en-US" sz="2000" dirty="0">
                <a:solidFill>
                  <a:srgbClr val="FF0000"/>
                </a:solidFill>
                <a:latin typeface="微软雅黑" panose="020B0503020204020204" pitchFamily="34" charset="-122"/>
                <a:ea typeface="微软雅黑" panose="020B0503020204020204" pitchFamily="34" charset="-122"/>
              </a:rPr>
              <a:t>关键步骤</a:t>
            </a:r>
            <a:r>
              <a:rPr lang="zh-CN" altLang="en-US"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a:lnSpc>
                <a:spcPct val="150000"/>
              </a:lnSpc>
            </a:pPr>
            <a:r>
              <a:rPr lang="zh-CN" altLang="en-US" sz="2000" dirty="0">
                <a:latin typeface="微软雅黑" panose="020B0503020204020204" pitchFamily="34" charset="-122"/>
                <a:ea typeface="微软雅黑" panose="020B0503020204020204" pitchFamily="34" charset="-122"/>
              </a:rPr>
              <a:t>将原始图像转化为更为</a:t>
            </a:r>
            <a:r>
              <a:rPr lang="zh-CN" altLang="en-US" sz="2000" dirty="0">
                <a:solidFill>
                  <a:srgbClr val="FF0000"/>
                </a:solidFill>
                <a:latin typeface="微软雅黑" panose="020B0503020204020204" pitchFamily="34" charset="-122"/>
                <a:ea typeface="微软雅黑" panose="020B0503020204020204" pitchFamily="34" charset="-122"/>
              </a:rPr>
              <a:t>抽象</a:t>
            </a:r>
            <a:r>
              <a:rPr lang="zh-CN" altLang="en-US" sz="2000" dirty="0">
                <a:latin typeface="微软雅黑" panose="020B0503020204020204" pitchFamily="34" charset="-122"/>
                <a:ea typeface="微软雅黑" panose="020B0503020204020204" pitchFamily="34" charset="-122"/>
              </a:rPr>
              <a:t>更为</a:t>
            </a:r>
            <a:r>
              <a:rPr lang="zh-CN" altLang="en-US" sz="2000" dirty="0">
                <a:solidFill>
                  <a:srgbClr val="FF0000"/>
                </a:solidFill>
                <a:latin typeface="微软雅黑" panose="020B0503020204020204" pitchFamily="34" charset="-122"/>
                <a:ea typeface="微软雅黑" panose="020B0503020204020204" pitchFamily="34" charset="-122"/>
              </a:rPr>
              <a:t>紧凑</a:t>
            </a:r>
            <a:r>
              <a:rPr lang="zh-CN" altLang="en-US" sz="2000" dirty="0">
                <a:latin typeface="微软雅黑" panose="020B0503020204020204" pitchFamily="34" charset="-122"/>
                <a:ea typeface="微软雅黑" panose="020B0503020204020204" pitchFamily="34" charset="-122"/>
              </a:rPr>
              <a:t>的形式 ，为高层视觉应用服务。</a:t>
            </a:r>
          </a:p>
          <a:p>
            <a:pPr>
              <a:lnSpc>
                <a:spcPct val="150000"/>
              </a:lnSpc>
            </a:pPr>
            <a:endParaRPr lang="zh-CN" altLang="en-US" sz="2000" dirty="0">
              <a:solidFill>
                <a:schemeClr val="accent1"/>
              </a:solidFill>
              <a:latin typeface="微软雅黑" panose="020B0503020204020204" pitchFamily="34" charset="-122"/>
              <a:ea typeface="微软雅黑" panose="020B0503020204020204" pitchFamily="34" charset="-122"/>
            </a:endParaRPr>
          </a:p>
        </p:txBody>
      </p:sp>
      <p:sp>
        <p:nvSpPr>
          <p:cNvPr id="1048650" name="Freeform 12"/>
          <p:cNvSpPr/>
          <p:nvPr/>
        </p:nvSpPr>
        <p:spPr>
          <a:xfrm>
            <a:off x="1617663" y="4108450"/>
            <a:ext cx="528637" cy="530225"/>
          </a:xfrm>
          <a:custGeom>
            <a:avLst/>
            <a:gdLst/>
            <a:ahLst/>
            <a:cxnLst>
              <a:cxn ang="0">
                <a:pos x="0" y="0"/>
              </a:cxn>
              <a:cxn ang="0">
                <a:pos x="2147483647" y="0"/>
              </a:cxn>
              <a:cxn ang="0">
                <a:pos x="2147483647" y="2147483647"/>
              </a:cxn>
              <a:cxn ang="0">
                <a:pos x="2147483647" y="2147483647"/>
              </a:cxn>
              <a:cxn ang="0">
                <a:pos x="2147483647" y="2147483647"/>
              </a:cxn>
              <a:cxn ang="0">
                <a:pos x="0" y="2147483647"/>
              </a:cxn>
              <a:cxn ang="0">
                <a:pos x="0" y="0"/>
              </a:cxn>
            </a:cxnLst>
            <a:rect l="0" t="0" r="0" b="0"/>
            <a:pathLst>
              <a:path w="1446" h="1446">
                <a:moveTo>
                  <a:pt x="0" y="0"/>
                </a:moveTo>
                <a:lnTo>
                  <a:pt x="1446" y="0"/>
                </a:lnTo>
                <a:lnTo>
                  <a:pt x="1446" y="458"/>
                </a:lnTo>
                <a:lnTo>
                  <a:pt x="438" y="458"/>
                </a:lnTo>
                <a:lnTo>
                  <a:pt x="438" y="1446"/>
                </a:lnTo>
                <a:lnTo>
                  <a:pt x="0" y="1446"/>
                </a:lnTo>
                <a:lnTo>
                  <a:pt x="0" y="0"/>
                </a:lnTo>
                <a:close/>
              </a:path>
            </a:pathLst>
          </a:custGeom>
          <a:solidFill>
            <a:srgbClr val="113E6A"/>
          </a:solidFill>
          <a:ln w="9525">
            <a:noFill/>
          </a:ln>
        </p:spPr>
        <p:txBody>
          <a:bodyPr/>
          <a:lstStyle/>
          <a:p>
            <a:endParaRPr lang="zh-CN" altLang="en-US"/>
          </a:p>
        </p:txBody>
      </p:sp>
      <p:sp>
        <p:nvSpPr>
          <p:cNvPr id="1048651" name="Freeform 12"/>
          <p:cNvSpPr/>
          <p:nvPr/>
        </p:nvSpPr>
        <p:spPr>
          <a:xfrm flipH="1" flipV="1">
            <a:off x="10413930" y="5781525"/>
            <a:ext cx="528638" cy="530225"/>
          </a:xfrm>
          <a:custGeom>
            <a:avLst/>
            <a:gdLst/>
            <a:ahLst/>
            <a:cxnLst>
              <a:cxn ang="0">
                <a:pos x="0" y="0"/>
              </a:cxn>
              <a:cxn ang="0">
                <a:pos x="2147483647" y="0"/>
              </a:cxn>
              <a:cxn ang="0">
                <a:pos x="2147483647" y="2147483647"/>
              </a:cxn>
              <a:cxn ang="0">
                <a:pos x="2147483647" y="2147483647"/>
              </a:cxn>
              <a:cxn ang="0">
                <a:pos x="2147483647" y="2147483647"/>
              </a:cxn>
              <a:cxn ang="0">
                <a:pos x="0" y="2147483647"/>
              </a:cxn>
              <a:cxn ang="0">
                <a:pos x="0" y="0"/>
              </a:cxn>
            </a:cxnLst>
            <a:rect l="0" t="0" r="0" b="0"/>
            <a:pathLst>
              <a:path w="1446" h="1446">
                <a:moveTo>
                  <a:pt x="0" y="0"/>
                </a:moveTo>
                <a:lnTo>
                  <a:pt x="1446" y="0"/>
                </a:lnTo>
                <a:lnTo>
                  <a:pt x="1446" y="458"/>
                </a:lnTo>
                <a:lnTo>
                  <a:pt x="438" y="458"/>
                </a:lnTo>
                <a:lnTo>
                  <a:pt x="438" y="1446"/>
                </a:lnTo>
                <a:lnTo>
                  <a:pt x="0" y="1446"/>
                </a:lnTo>
                <a:lnTo>
                  <a:pt x="0" y="0"/>
                </a:lnTo>
                <a:close/>
              </a:path>
            </a:pathLst>
          </a:custGeom>
          <a:solidFill>
            <a:srgbClr val="113E6A"/>
          </a:solidFill>
          <a:ln w="9525">
            <a:noFill/>
          </a:ln>
        </p:spPr>
        <p:txBody>
          <a:bodyPr/>
          <a:lstStyle/>
          <a:p>
            <a:endParaRPr lang="zh-CN" altLang="en-US"/>
          </a:p>
        </p:txBody>
      </p:sp>
      <p:sp>
        <p:nvSpPr>
          <p:cNvPr id="1048652" name="圆角矩形 19"/>
          <p:cNvSpPr/>
          <p:nvPr/>
        </p:nvSpPr>
        <p:spPr bwMode="auto">
          <a:xfrm>
            <a:off x="2618395" y="1258436"/>
            <a:ext cx="1535770" cy="586388"/>
          </a:xfrm>
          <a:prstGeom prst="roundRect">
            <a:avLst/>
          </a:prstGeom>
          <a:solidFill>
            <a:srgbClr val="113E6A"/>
          </a:solidFill>
          <a:ln w="19050"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pPr>
            <a:r>
              <a:rPr kumimoji="1" lang="zh-CN" altLang="en-US" sz="2400" b="0" i="0" u="none" strike="noStrike" cap="none" normalizeH="0" baseline="0" dirty="0">
                <a:ln>
                  <a:noFill/>
                </a:ln>
                <a:solidFill>
                  <a:schemeClr val="tx1">
                    <a:lumMod val="10000"/>
                    <a:lumOff val="90000"/>
                  </a:schemeClr>
                </a:solidFill>
                <a:effectLst/>
                <a:latin typeface="+mn-ea"/>
                <a:ea typeface="+mn-ea"/>
              </a:rPr>
              <a:t>图像输入</a:t>
            </a:r>
          </a:p>
        </p:txBody>
      </p:sp>
      <p:sp>
        <p:nvSpPr>
          <p:cNvPr id="1048653" name="圆角矩形 20"/>
          <p:cNvSpPr/>
          <p:nvPr/>
        </p:nvSpPr>
        <p:spPr bwMode="auto">
          <a:xfrm>
            <a:off x="5051618" y="1258436"/>
            <a:ext cx="1510976" cy="586388"/>
          </a:xfrm>
          <a:prstGeom prst="roundRect">
            <a:avLst/>
          </a:prstGeom>
          <a:solidFill>
            <a:srgbClr val="113E6A"/>
          </a:solidFill>
          <a:ln w="19050"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pPr>
            <a:r>
              <a:rPr kumimoji="1" lang="zh-CN" altLang="en-US" sz="2400" b="0" i="0" u="none" strike="noStrike" cap="none" normalizeH="0" baseline="0" dirty="0">
                <a:ln>
                  <a:noFill/>
                </a:ln>
                <a:solidFill>
                  <a:schemeClr val="tx1">
                    <a:lumMod val="10000"/>
                    <a:lumOff val="90000"/>
                  </a:schemeClr>
                </a:solidFill>
                <a:effectLst/>
                <a:latin typeface="+mn-ea"/>
                <a:ea typeface="+mn-ea"/>
              </a:rPr>
              <a:t>图像分割</a:t>
            </a:r>
          </a:p>
        </p:txBody>
      </p:sp>
      <p:sp>
        <p:nvSpPr>
          <p:cNvPr id="1048654" name="圆角矩形 21"/>
          <p:cNvSpPr/>
          <p:nvPr/>
        </p:nvSpPr>
        <p:spPr bwMode="auto">
          <a:xfrm>
            <a:off x="7466533" y="1223312"/>
            <a:ext cx="1535770" cy="586388"/>
          </a:xfrm>
          <a:prstGeom prst="roundRect">
            <a:avLst/>
          </a:prstGeom>
          <a:solidFill>
            <a:srgbClr val="113E6A"/>
          </a:solidFill>
          <a:ln w="19050"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pPr>
            <a:r>
              <a:rPr kumimoji="1" lang="zh-CN" altLang="en-US" sz="2400" b="0" i="0" u="none" strike="noStrike" cap="none" normalizeH="0" baseline="0" dirty="0">
                <a:ln>
                  <a:noFill/>
                </a:ln>
                <a:solidFill>
                  <a:schemeClr val="tx1">
                    <a:lumMod val="10000"/>
                    <a:lumOff val="90000"/>
                  </a:schemeClr>
                </a:solidFill>
                <a:effectLst/>
                <a:latin typeface="+mn-ea"/>
                <a:ea typeface="+mn-ea"/>
              </a:rPr>
              <a:t>图像输出</a:t>
            </a:r>
          </a:p>
        </p:txBody>
      </p:sp>
      <p:sp>
        <p:nvSpPr>
          <p:cNvPr id="1048655" name="圆角矩形 22"/>
          <p:cNvSpPr/>
          <p:nvPr/>
        </p:nvSpPr>
        <p:spPr bwMode="auto">
          <a:xfrm>
            <a:off x="5057312" y="1943606"/>
            <a:ext cx="1510976" cy="2033163"/>
          </a:xfrm>
          <a:prstGeom prst="roundRect">
            <a:avLst>
              <a:gd name="adj" fmla="val 6821"/>
            </a:avLst>
          </a:prstGeom>
          <a:solidFill>
            <a:srgbClr val="113E6A"/>
          </a:solidFill>
          <a:ln w="19050"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pPr>
            <a:r>
              <a:rPr kumimoji="1" lang="zh-CN" altLang="en-US" sz="2000" b="0" i="0" u="none" strike="noStrike" cap="none" normalizeH="0" baseline="0" dirty="0">
                <a:ln>
                  <a:noFill/>
                </a:ln>
                <a:solidFill>
                  <a:schemeClr val="tx1">
                    <a:lumMod val="10000"/>
                    <a:lumOff val="90000"/>
                  </a:schemeClr>
                </a:solidFill>
                <a:effectLst/>
                <a:latin typeface="+mn-ea"/>
                <a:ea typeface="+mn-ea"/>
              </a:rPr>
              <a:t>阈值分割</a:t>
            </a:r>
            <a:endParaRPr kumimoji="1" lang="en-US" altLang="zh-CN" sz="2000" b="0" i="0" u="none" strike="noStrike" cap="none" normalizeH="0" baseline="0" dirty="0">
              <a:ln>
                <a:noFill/>
              </a:ln>
              <a:solidFill>
                <a:schemeClr val="tx1">
                  <a:lumMod val="10000"/>
                  <a:lumOff val="90000"/>
                </a:schemeClr>
              </a:solidFill>
              <a:effectLst/>
              <a:latin typeface="+mn-ea"/>
              <a:ea typeface="+mn-ea"/>
            </a:endParaRPr>
          </a:p>
          <a:p>
            <a:pPr marL="0" marR="0" indent="0" algn="ctr" defTabSz="914400" rtl="0" eaLnBrk="1" fontAlgn="base" latinLnBrk="0" hangingPunct="1">
              <a:lnSpc>
                <a:spcPct val="100000"/>
              </a:lnSpc>
              <a:spcBef>
                <a:spcPct val="0"/>
              </a:spcBef>
              <a:spcAft>
                <a:spcPct val="0"/>
              </a:spcAft>
              <a:buClrTx/>
              <a:buSzTx/>
              <a:buFontTx/>
              <a:buNone/>
            </a:pPr>
            <a:endParaRPr kumimoji="1" lang="en-US" altLang="zh-CN" sz="2000" b="0" i="0" u="none" strike="noStrike" cap="none" normalizeH="0" baseline="0" dirty="0">
              <a:ln>
                <a:noFill/>
              </a:ln>
              <a:solidFill>
                <a:schemeClr val="tx1">
                  <a:lumMod val="10000"/>
                  <a:lumOff val="90000"/>
                </a:schemeClr>
              </a:solidFill>
              <a:effectLst/>
              <a:latin typeface="+mn-ea"/>
              <a:ea typeface="+mn-ea"/>
            </a:endParaRPr>
          </a:p>
          <a:p>
            <a:pPr marL="0" marR="0" indent="0" algn="ctr" defTabSz="914400" rtl="0" eaLnBrk="1" fontAlgn="base" latinLnBrk="0" hangingPunct="1">
              <a:lnSpc>
                <a:spcPct val="100000"/>
              </a:lnSpc>
              <a:spcBef>
                <a:spcPct val="0"/>
              </a:spcBef>
              <a:spcAft>
                <a:spcPct val="0"/>
              </a:spcAft>
              <a:buClrTx/>
              <a:buSzTx/>
              <a:buFontTx/>
              <a:buNone/>
            </a:pPr>
            <a:r>
              <a:rPr lang="zh-CN" altLang="en-US" sz="2000" dirty="0">
                <a:solidFill>
                  <a:schemeClr val="tx1">
                    <a:lumMod val="10000"/>
                    <a:lumOff val="90000"/>
                  </a:schemeClr>
                </a:solidFill>
                <a:latin typeface="+mn-ea"/>
                <a:ea typeface="+mn-ea"/>
              </a:rPr>
              <a:t>边缘检测</a:t>
            </a:r>
            <a:endParaRPr lang="en-US" altLang="zh-CN" sz="2000" dirty="0">
              <a:solidFill>
                <a:schemeClr val="tx1">
                  <a:lumMod val="10000"/>
                  <a:lumOff val="90000"/>
                </a:schemeClr>
              </a:solidFill>
              <a:latin typeface="+mn-ea"/>
              <a:ea typeface="+mn-ea"/>
            </a:endParaRPr>
          </a:p>
          <a:p>
            <a:pPr marL="0" marR="0" indent="0" algn="ctr" defTabSz="914400" rtl="0" eaLnBrk="1" fontAlgn="base" latinLnBrk="0" hangingPunct="1">
              <a:lnSpc>
                <a:spcPct val="100000"/>
              </a:lnSpc>
              <a:spcBef>
                <a:spcPct val="0"/>
              </a:spcBef>
              <a:spcAft>
                <a:spcPct val="0"/>
              </a:spcAft>
              <a:buClrTx/>
              <a:buSzTx/>
              <a:buFontTx/>
              <a:buNone/>
            </a:pPr>
            <a:endParaRPr lang="en-US" altLang="zh-CN" sz="2000" dirty="0">
              <a:solidFill>
                <a:schemeClr val="tx1">
                  <a:lumMod val="10000"/>
                  <a:lumOff val="90000"/>
                </a:schemeClr>
              </a:solidFill>
              <a:latin typeface="+mn-ea"/>
              <a:ea typeface="+mn-ea"/>
            </a:endParaRPr>
          </a:p>
          <a:p>
            <a:pPr marL="0" marR="0" indent="0" algn="ctr" defTabSz="914400" rtl="0" eaLnBrk="1" fontAlgn="base" latinLnBrk="0" hangingPunct="1">
              <a:lnSpc>
                <a:spcPct val="100000"/>
              </a:lnSpc>
              <a:spcBef>
                <a:spcPct val="0"/>
              </a:spcBef>
              <a:spcAft>
                <a:spcPct val="0"/>
              </a:spcAft>
              <a:buClrTx/>
              <a:buSzTx/>
              <a:buFontTx/>
              <a:buNone/>
            </a:pPr>
            <a:r>
              <a:rPr kumimoji="1" lang="zh-CN" altLang="en-US" sz="2000" b="0" i="0" u="none" strike="noStrike" cap="none" normalizeH="0" baseline="0" dirty="0">
                <a:ln>
                  <a:noFill/>
                </a:ln>
                <a:solidFill>
                  <a:schemeClr val="tx1">
                    <a:lumMod val="10000"/>
                    <a:lumOff val="90000"/>
                  </a:schemeClr>
                </a:solidFill>
                <a:effectLst/>
                <a:latin typeface="+mn-ea"/>
                <a:ea typeface="+mn-ea"/>
              </a:rPr>
              <a:t>区域分割</a:t>
            </a:r>
            <a:endParaRPr kumimoji="1" lang="en-US" altLang="zh-CN" sz="2000" b="0" i="0" u="none" strike="noStrike" cap="none" normalizeH="0" baseline="0" dirty="0">
              <a:ln>
                <a:noFill/>
              </a:ln>
              <a:solidFill>
                <a:schemeClr val="tx1">
                  <a:lumMod val="10000"/>
                  <a:lumOff val="90000"/>
                </a:schemeClr>
              </a:solidFill>
              <a:effectLst/>
              <a:latin typeface="+mn-ea"/>
              <a:ea typeface="+mn-ea"/>
            </a:endParaRPr>
          </a:p>
          <a:p>
            <a:pPr marL="0" marR="0" indent="0" algn="ctr" defTabSz="914400" rtl="0" eaLnBrk="1" fontAlgn="base" latinLnBrk="0" hangingPunct="1">
              <a:lnSpc>
                <a:spcPct val="100000"/>
              </a:lnSpc>
              <a:spcBef>
                <a:spcPct val="0"/>
              </a:spcBef>
              <a:spcAft>
                <a:spcPct val="0"/>
              </a:spcAft>
              <a:buClrTx/>
              <a:buSzTx/>
              <a:buFontTx/>
              <a:buNone/>
            </a:pPr>
            <a:r>
              <a:rPr kumimoji="1" lang="en-US" altLang="zh-CN" sz="2400" dirty="0">
                <a:solidFill>
                  <a:schemeClr val="tx1">
                    <a:lumMod val="10000"/>
                    <a:lumOff val="90000"/>
                  </a:schemeClr>
                </a:solidFill>
                <a:latin typeface="+mn-ea"/>
                <a:ea typeface="+mn-ea"/>
              </a:rPr>
              <a:t>…</a:t>
            </a:r>
            <a:endParaRPr kumimoji="1" lang="en-US" altLang="zh-CN" sz="2400" b="0" i="0" u="none" strike="noStrike" cap="none" normalizeH="0" baseline="0" dirty="0">
              <a:ln>
                <a:noFill/>
              </a:ln>
              <a:solidFill>
                <a:schemeClr val="tx1">
                  <a:lumMod val="10000"/>
                  <a:lumOff val="90000"/>
                </a:schemeClr>
              </a:solidFill>
              <a:effectLst/>
              <a:latin typeface="+mn-ea"/>
              <a:ea typeface="+mn-ea"/>
            </a:endParaRPr>
          </a:p>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dirty="0">
              <a:ln>
                <a:noFill/>
              </a:ln>
              <a:solidFill>
                <a:schemeClr val="tx1">
                  <a:lumMod val="10000"/>
                  <a:lumOff val="90000"/>
                </a:schemeClr>
              </a:solidFill>
              <a:effectLst/>
              <a:latin typeface="+mn-ea"/>
              <a:ea typeface="+mn-ea"/>
            </a:endParaRPr>
          </a:p>
        </p:txBody>
      </p:sp>
      <p:pic>
        <p:nvPicPr>
          <p:cNvPr id="2097162" name="图片 11"/>
          <p:cNvPicPr>
            <a:picLocks noChangeAspect="1"/>
          </p:cNvPicPr>
          <p:nvPr/>
        </p:nvPicPr>
        <p:blipFill>
          <a:blip r:embed="rId2"/>
          <a:srcRect t="2" r="1895" b="2638"/>
          <a:stretch>
            <a:fillRect/>
          </a:stretch>
        </p:blipFill>
        <p:spPr bwMode="auto">
          <a:xfrm>
            <a:off x="2303407" y="1885821"/>
            <a:ext cx="2160000" cy="2160000"/>
          </a:xfrm>
          <a:prstGeom prst="rect">
            <a:avLst/>
          </a:prstGeom>
          <a:noFill/>
          <a:ln>
            <a:noFill/>
          </a:ln>
        </p:spPr>
      </p:pic>
      <p:pic>
        <p:nvPicPr>
          <p:cNvPr id="2097163" name="图片 10"/>
          <p:cNvPicPr>
            <a:picLocks noChangeAspect="1"/>
          </p:cNvPicPr>
          <p:nvPr/>
        </p:nvPicPr>
        <p:blipFill>
          <a:blip r:embed="rId3"/>
          <a:srcRect l="4224" t="2576" r="6528" b="2576"/>
          <a:stretch>
            <a:fillRect/>
          </a:stretch>
        </p:blipFill>
        <p:spPr bwMode="auto">
          <a:xfrm>
            <a:off x="7178501" y="1845064"/>
            <a:ext cx="2160000" cy="2160000"/>
          </a:xfrm>
          <a:prstGeom prst="rect">
            <a:avLst/>
          </a:prstGeom>
          <a:noFill/>
          <a:ln>
            <a:noFill/>
          </a:ln>
        </p:spPr>
      </p:pic>
      <p:sp>
        <p:nvSpPr>
          <p:cNvPr id="1048656" name="TextBox 27"/>
          <p:cNvSpPr txBox="1"/>
          <p:nvPr/>
        </p:nvSpPr>
        <p:spPr>
          <a:xfrm>
            <a:off x="1012825" y="176213"/>
            <a:ext cx="3434081" cy="574040"/>
          </a:xfrm>
          <a:prstGeom prst="rect">
            <a:avLst/>
          </a:prstGeom>
          <a:noFill/>
          <a:ln w="9525">
            <a:noFill/>
          </a:ln>
        </p:spPr>
        <p:txBody>
          <a:bodyPr wrap="none" anchor="t">
            <a:spAutoFit/>
          </a:bodyPr>
          <a:lstStyle/>
          <a:p>
            <a:r>
              <a:rPr lang="zh-CN" altLang="en-US" sz="3200" dirty="0">
                <a:latin typeface="黑体" panose="02010609060101010101" pitchFamily="49" charset="-122"/>
                <a:ea typeface="黑体" panose="02010609060101010101" pitchFamily="49" charset="-122"/>
              </a:rPr>
              <a:t>一、图像分割概述</a:t>
            </a:r>
          </a:p>
        </p:txBody>
      </p:sp>
      <p:sp>
        <p:nvSpPr>
          <p:cNvPr id="1048657"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a:p>
        </p:txBody>
      </p:sp>
    </p:spTree>
  </p:cSld>
  <p:clrMapOvr>
    <a:masterClrMapping/>
  </p:clrMapOvr>
  <p:transition spd="slow" advTm="3804">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8" name="TextBox 27"/>
          <p:cNvSpPr txBox="1"/>
          <p:nvPr/>
        </p:nvSpPr>
        <p:spPr>
          <a:xfrm>
            <a:off x="1012825" y="176213"/>
            <a:ext cx="3434081" cy="574040"/>
          </a:xfrm>
          <a:prstGeom prst="rect">
            <a:avLst/>
          </a:prstGeom>
          <a:noFill/>
          <a:ln w="9525">
            <a:noFill/>
          </a:ln>
        </p:spPr>
        <p:txBody>
          <a:bodyPr wrap="none" anchor="t">
            <a:spAutoFit/>
          </a:bodyPr>
          <a:lstStyle/>
          <a:p>
            <a:r>
              <a:rPr lang="zh-CN" altLang="en-US" sz="3200" dirty="0">
                <a:latin typeface="黑体" panose="02010609060101010101" pitchFamily="49" charset="-122"/>
                <a:ea typeface="黑体" panose="02010609060101010101" pitchFamily="49" charset="-122"/>
              </a:rPr>
              <a:t>一、图像分割概述</a:t>
            </a:r>
          </a:p>
        </p:txBody>
      </p:sp>
      <p:sp>
        <p:nvSpPr>
          <p:cNvPr id="1048659"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a:p>
        </p:txBody>
      </p:sp>
      <p:sp>
        <p:nvSpPr>
          <p:cNvPr id="1048660" name="Freeform 7"/>
          <p:cNvSpPr/>
          <p:nvPr/>
        </p:nvSpPr>
        <p:spPr>
          <a:xfrm>
            <a:off x="3435350" y="2758280"/>
            <a:ext cx="588963" cy="3173413"/>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0" t="0" r="0" b="0"/>
            <a:pathLst>
              <a:path w="767" h="3150">
                <a:moveTo>
                  <a:pt x="432" y="2662"/>
                </a:moveTo>
                <a:cubicBezTo>
                  <a:pt x="432" y="2783"/>
                  <a:pt x="458" y="2878"/>
                  <a:pt x="509" y="2947"/>
                </a:cubicBezTo>
                <a:cubicBezTo>
                  <a:pt x="560" y="3017"/>
                  <a:pt x="646" y="3052"/>
                  <a:pt x="767" y="3052"/>
                </a:cubicBezTo>
                <a:lnTo>
                  <a:pt x="767" y="3150"/>
                </a:lnTo>
                <a:cubicBezTo>
                  <a:pt x="609" y="3150"/>
                  <a:pt x="493" y="3110"/>
                  <a:pt x="419" y="3031"/>
                </a:cubicBezTo>
                <a:cubicBezTo>
                  <a:pt x="344" y="2952"/>
                  <a:pt x="307" y="2811"/>
                  <a:pt x="307" y="2606"/>
                </a:cubicBezTo>
                <a:lnTo>
                  <a:pt x="307" y="2007"/>
                </a:lnTo>
                <a:cubicBezTo>
                  <a:pt x="307" y="1896"/>
                  <a:pt x="288" y="1805"/>
                  <a:pt x="251" y="1735"/>
                </a:cubicBezTo>
                <a:cubicBezTo>
                  <a:pt x="214" y="1665"/>
                  <a:pt x="130" y="1626"/>
                  <a:pt x="0" y="1617"/>
                </a:cubicBezTo>
                <a:lnTo>
                  <a:pt x="0" y="1533"/>
                </a:lnTo>
                <a:cubicBezTo>
                  <a:pt x="121" y="1514"/>
                  <a:pt x="202" y="1477"/>
                  <a:pt x="244" y="1422"/>
                </a:cubicBezTo>
                <a:cubicBezTo>
                  <a:pt x="286" y="1366"/>
                  <a:pt x="307" y="1273"/>
                  <a:pt x="307" y="1143"/>
                </a:cubicBezTo>
                <a:lnTo>
                  <a:pt x="307" y="544"/>
                </a:lnTo>
                <a:cubicBezTo>
                  <a:pt x="307" y="339"/>
                  <a:pt x="344" y="198"/>
                  <a:pt x="419" y="118"/>
                </a:cubicBezTo>
                <a:cubicBezTo>
                  <a:pt x="493" y="39"/>
                  <a:pt x="609" y="0"/>
                  <a:pt x="767" y="0"/>
                </a:cubicBezTo>
                <a:lnTo>
                  <a:pt x="767" y="98"/>
                </a:lnTo>
                <a:cubicBezTo>
                  <a:pt x="646" y="98"/>
                  <a:pt x="560" y="130"/>
                  <a:pt x="509" y="195"/>
                </a:cubicBezTo>
                <a:cubicBezTo>
                  <a:pt x="458" y="260"/>
                  <a:pt x="432" y="358"/>
                  <a:pt x="432" y="488"/>
                </a:cubicBezTo>
                <a:lnTo>
                  <a:pt x="432" y="1171"/>
                </a:lnTo>
                <a:cubicBezTo>
                  <a:pt x="432" y="1319"/>
                  <a:pt x="400" y="1422"/>
                  <a:pt x="335" y="1477"/>
                </a:cubicBezTo>
                <a:cubicBezTo>
                  <a:pt x="270" y="1533"/>
                  <a:pt x="200" y="1561"/>
                  <a:pt x="125" y="1561"/>
                </a:cubicBezTo>
                <a:lnTo>
                  <a:pt x="125" y="1589"/>
                </a:lnTo>
                <a:cubicBezTo>
                  <a:pt x="209" y="1589"/>
                  <a:pt x="281" y="1621"/>
                  <a:pt x="342" y="1686"/>
                </a:cubicBezTo>
                <a:cubicBezTo>
                  <a:pt x="402" y="1751"/>
                  <a:pt x="432" y="1849"/>
                  <a:pt x="432" y="1979"/>
                </a:cubicBezTo>
                <a:lnTo>
                  <a:pt x="432" y="2662"/>
                </a:lnTo>
                <a:close/>
              </a:path>
            </a:pathLst>
          </a:custGeom>
          <a:solidFill>
            <a:schemeClr val="accent1"/>
          </a:solidFill>
          <a:ln w="9525">
            <a:noFill/>
          </a:ln>
        </p:spPr>
        <p:txBody>
          <a:bodyPr/>
          <a:lstStyle/>
          <a:p>
            <a:endParaRPr lang="zh-CN" altLang="en-US"/>
          </a:p>
        </p:txBody>
      </p:sp>
      <p:sp>
        <p:nvSpPr>
          <p:cNvPr id="1048661" name="椭圆 5"/>
          <p:cNvSpPr/>
          <p:nvPr/>
        </p:nvSpPr>
        <p:spPr>
          <a:xfrm>
            <a:off x="2005013" y="3772817"/>
            <a:ext cx="1246187" cy="1246188"/>
          </a:xfrm>
          <a:prstGeom prst="ellipse">
            <a:avLst/>
          </a:prstGeom>
          <a:solidFill>
            <a:srgbClr val="006BBC"/>
          </a:solidFill>
          <a:ln w="9525">
            <a:noFill/>
          </a:ln>
        </p:spPr>
        <p:txBody>
          <a:bodyPr anchor="t"/>
          <a:lstStyle/>
          <a:p>
            <a:endParaRPr lang="zh-CN" altLang="en-US" dirty="0">
              <a:latin typeface="Arial" panose="020B0604020202020204" pitchFamily="34" charset="0"/>
              <a:ea typeface="宋体" panose="02010600030101010101" pitchFamily="2" charset="-122"/>
            </a:endParaRPr>
          </a:p>
        </p:txBody>
      </p:sp>
      <p:sp>
        <p:nvSpPr>
          <p:cNvPr id="1048662" name="TextBox 6"/>
          <p:cNvSpPr txBox="1"/>
          <p:nvPr/>
        </p:nvSpPr>
        <p:spPr>
          <a:xfrm>
            <a:off x="2057400" y="4025230"/>
            <a:ext cx="1141413" cy="708025"/>
          </a:xfrm>
          <a:prstGeom prst="rect">
            <a:avLst/>
          </a:prstGeom>
          <a:noFill/>
          <a:ln w="9525">
            <a:noFill/>
          </a:ln>
        </p:spPr>
        <p:txBody>
          <a:bodyPr anchor="t">
            <a:spAutoFit/>
          </a:bodyPr>
          <a:lstStyle/>
          <a:p>
            <a:pPr algn="ctr"/>
            <a:r>
              <a:rPr lang="zh-CN" altLang="en-US" sz="2000" dirty="0">
                <a:solidFill>
                  <a:srgbClr val="F8F8F8"/>
                </a:solidFill>
                <a:latin typeface="微软雅黑" panose="020B0503020204020204" pitchFamily="34" charset="-122"/>
                <a:ea typeface="微软雅黑" panose="020B0503020204020204" pitchFamily="34" charset="-122"/>
              </a:rPr>
              <a:t>几个主要观点</a:t>
            </a:r>
          </a:p>
        </p:txBody>
      </p:sp>
      <p:sp>
        <p:nvSpPr>
          <p:cNvPr id="1048663" name="Freeform 8"/>
          <p:cNvSpPr/>
          <p:nvPr/>
        </p:nvSpPr>
        <p:spPr>
          <a:xfrm>
            <a:off x="4067175" y="2621756"/>
            <a:ext cx="5141913" cy="427038"/>
          </a:xfrm>
          <a:custGeom>
            <a:avLst/>
            <a:gdLst/>
            <a:ahLst/>
            <a:cxnLst>
              <a:cxn ang="0">
                <a:pos x="2147483647" y="0"/>
              </a:cxn>
              <a:cxn ang="0">
                <a:pos x="2147483647" y="0"/>
              </a:cxn>
              <a:cxn ang="0">
                <a:pos x="2147483647" y="2147483647"/>
              </a:cxn>
              <a:cxn ang="0">
                <a:pos x="2147483647" y="2147483647"/>
              </a:cxn>
              <a:cxn ang="0">
                <a:pos x="2147483647" y="2147483647"/>
              </a:cxn>
              <a:cxn ang="0">
                <a:pos x="2147483647" y="2147483647"/>
              </a:cxn>
              <a:cxn ang="0">
                <a:pos x="0" y="2147483647"/>
              </a:cxn>
              <a:cxn ang="0">
                <a:pos x="0" y="2147483647"/>
              </a:cxn>
              <a:cxn ang="0">
                <a:pos x="2147483647" y="0"/>
              </a:cxn>
            </a:cxnLst>
            <a:rect l="0" t="0" r="0" b="0"/>
            <a:pathLst>
              <a:path w="7060" h="587">
                <a:moveTo>
                  <a:pt x="293" y="0"/>
                </a:moveTo>
                <a:lnTo>
                  <a:pt x="6767" y="0"/>
                </a:lnTo>
                <a:cubicBezTo>
                  <a:pt x="6929" y="0"/>
                  <a:pt x="7060" y="132"/>
                  <a:pt x="7060" y="293"/>
                </a:cubicBezTo>
                <a:cubicBezTo>
                  <a:pt x="7060" y="455"/>
                  <a:pt x="6929" y="587"/>
                  <a:pt x="6767" y="587"/>
                </a:cubicBezTo>
                <a:lnTo>
                  <a:pt x="293" y="587"/>
                </a:lnTo>
                <a:cubicBezTo>
                  <a:pt x="132" y="587"/>
                  <a:pt x="0" y="455"/>
                  <a:pt x="0" y="293"/>
                </a:cubicBezTo>
                <a:cubicBezTo>
                  <a:pt x="0" y="132"/>
                  <a:pt x="132" y="0"/>
                  <a:pt x="293" y="0"/>
                </a:cubicBezTo>
                <a:close/>
              </a:path>
            </a:pathLst>
          </a:custGeom>
          <a:solidFill>
            <a:srgbClr val="113E6A"/>
          </a:solidFill>
          <a:ln w="9525">
            <a:noFill/>
          </a:ln>
        </p:spPr>
        <p:txBody>
          <a:bodyPr/>
          <a:lstStyle/>
          <a:p>
            <a:endParaRPr lang="zh-CN" altLang="en-US"/>
          </a:p>
        </p:txBody>
      </p:sp>
      <p:sp>
        <p:nvSpPr>
          <p:cNvPr id="1048664" name="矩形 8"/>
          <p:cNvSpPr>
            <a:spLocks noRot="1" noChangeAspect="1" noMove="1" noResize="1" noEditPoints="1" noAdjustHandles="1" noChangeArrowheads="1" noChangeShapeType="1" noTextEdit="1"/>
          </p:cNvSpPr>
          <p:nvPr/>
        </p:nvSpPr>
        <p:spPr>
          <a:xfrm>
            <a:off x="4075507" y="2543771"/>
            <a:ext cx="5613697" cy="478914"/>
          </a:xfrm>
          <a:prstGeom prst="rect">
            <a:avLst/>
          </a:prstGeom>
          <a:blipFill>
            <a:blip r:embed="rId2"/>
            <a:stretch>
              <a:fillRect l="-978" t="-46835" b="-111392"/>
            </a:stretch>
          </a:blipFill>
          <a:ln w="9525">
            <a:noFill/>
          </a:ln>
        </p:spPr>
        <p:txBody>
          <a:bodyPr/>
          <a:lstStyle/>
          <a:p>
            <a:r>
              <a:rPr lang="zh-CN" altLang="en-US">
                <a:noFill/>
              </a:rPr>
              <a:t> </a:t>
            </a:r>
          </a:p>
        </p:txBody>
      </p:sp>
      <p:sp>
        <p:nvSpPr>
          <p:cNvPr id="1048665" name="Freeform 8"/>
          <p:cNvSpPr/>
          <p:nvPr/>
        </p:nvSpPr>
        <p:spPr>
          <a:xfrm>
            <a:off x="4067175" y="3407569"/>
            <a:ext cx="5141913" cy="425450"/>
          </a:xfrm>
          <a:custGeom>
            <a:avLst/>
            <a:gdLst/>
            <a:ahLst/>
            <a:cxnLst>
              <a:cxn ang="0">
                <a:pos x="2147483647" y="0"/>
              </a:cxn>
              <a:cxn ang="0">
                <a:pos x="2147483647" y="0"/>
              </a:cxn>
              <a:cxn ang="0">
                <a:pos x="2147483647" y="2147483647"/>
              </a:cxn>
              <a:cxn ang="0">
                <a:pos x="2147483647" y="2147483647"/>
              </a:cxn>
              <a:cxn ang="0">
                <a:pos x="2147483647" y="2147483647"/>
              </a:cxn>
              <a:cxn ang="0">
                <a:pos x="2147483647" y="2147483647"/>
              </a:cxn>
              <a:cxn ang="0">
                <a:pos x="0" y="2147483647"/>
              </a:cxn>
              <a:cxn ang="0">
                <a:pos x="0" y="2147483647"/>
              </a:cxn>
              <a:cxn ang="0">
                <a:pos x="2147483647" y="0"/>
              </a:cxn>
            </a:cxnLst>
            <a:rect l="0" t="0" r="0" b="0"/>
            <a:pathLst>
              <a:path w="7060" h="587">
                <a:moveTo>
                  <a:pt x="293" y="0"/>
                </a:moveTo>
                <a:lnTo>
                  <a:pt x="6767" y="0"/>
                </a:lnTo>
                <a:cubicBezTo>
                  <a:pt x="6929" y="0"/>
                  <a:pt x="7060" y="132"/>
                  <a:pt x="7060" y="293"/>
                </a:cubicBezTo>
                <a:cubicBezTo>
                  <a:pt x="7060" y="455"/>
                  <a:pt x="6929" y="587"/>
                  <a:pt x="6767" y="587"/>
                </a:cubicBezTo>
                <a:lnTo>
                  <a:pt x="293" y="587"/>
                </a:lnTo>
                <a:cubicBezTo>
                  <a:pt x="132" y="587"/>
                  <a:pt x="0" y="455"/>
                  <a:pt x="0" y="293"/>
                </a:cubicBezTo>
                <a:cubicBezTo>
                  <a:pt x="0" y="132"/>
                  <a:pt x="132" y="0"/>
                  <a:pt x="293" y="0"/>
                </a:cubicBezTo>
                <a:close/>
              </a:path>
            </a:pathLst>
          </a:custGeom>
          <a:solidFill>
            <a:srgbClr val="113E6A"/>
          </a:solidFill>
          <a:ln w="9525">
            <a:noFill/>
          </a:ln>
        </p:spPr>
        <p:txBody>
          <a:bodyPr/>
          <a:lstStyle/>
          <a:p>
            <a:endParaRPr lang="zh-CN" altLang="en-US"/>
          </a:p>
        </p:txBody>
      </p:sp>
      <p:sp>
        <p:nvSpPr>
          <p:cNvPr id="1048666" name="矩形 10"/>
          <p:cNvSpPr>
            <a:spLocks noRot="1" noChangeAspect="1" noMove="1" noResize="1" noEditPoints="1" noAdjustHandles="1" noChangeArrowheads="1" noChangeShapeType="1" noTextEdit="1"/>
          </p:cNvSpPr>
          <p:nvPr/>
        </p:nvSpPr>
        <p:spPr>
          <a:xfrm>
            <a:off x="4175414" y="3386878"/>
            <a:ext cx="5829721" cy="458908"/>
          </a:xfrm>
          <a:prstGeom prst="rect">
            <a:avLst/>
          </a:prstGeom>
          <a:blipFill>
            <a:blip r:embed="rId3"/>
            <a:stretch>
              <a:fillRect l="-941" b="-21333"/>
            </a:stretch>
          </a:blipFill>
          <a:ln w="9525">
            <a:noFill/>
          </a:ln>
        </p:spPr>
        <p:txBody>
          <a:bodyPr/>
          <a:lstStyle/>
          <a:p>
            <a:r>
              <a:rPr lang="zh-CN" altLang="en-US">
                <a:noFill/>
              </a:rPr>
              <a:t> </a:t>
            </a:r>
          </a:p>
        </p:txBody>
      </p:sp>
      <p:sp>
        <p:nvSpPr>
          <p:cNvPr id="1048667" name="Freeform 8"/>
          <p:cNvSpPr/>
          <p:nvPr/>
        </p:nvSpPr>
        <p:spPr>
          <a:xfrm>
            <a:off x="4067175" y="4145756"/>
            <a:ext cx="5141913" cy="427038"/>
          </a:xfrm>
          <a:custGeom>
            <a:avLst/>
            <a:gdLst/>
            <a:ahLst/>
            <a:cxnLst>
              <a:cxn ang="0">
                <a:pos x="2147483647" y="0"/>
              </a:cxn>
              <a:cxn ang="0">
                <a:pos x="2147483647" y="0"/>
              </a:cxn>
              <a:cxn ang="0">
                <a:pos x="2147483647" y="2147483647"/>
              </a:cxn>
              <a:cxn ang="0">
                <a:pos x="2147483647" y="2147483647"/>
              </a:cxn>
              <a:cxn ang="0">
                <a:pos x="2147483647" y="2147483647"/>
              </a:cxn>
              <a:cxn ang="0">
                <a:pos x="2147483647" y="2147483647"/>
              </a:cxn>
              <a:cxn ang="0">
                <a:pos x="0" y="2147483647"/>
              </a:cxn>
              <a:cxn ang="0">
                <a:pos x="0" y="2147483647"/>
              </a:cxn>
              <a:cxn ang="0">
                <a:pos x="2147483647" y="0"/>
              </a:cxn>
            </a:cxnLst>
            <a:rect l="0" t="0" r="0" b="0"/>
            <a:pathLst>
              <a:path w="7060" h="587">
                <a:moveTo>
                  <a:pt x="293" y="0"/>
                </a:moveTo>
                <a:lnTo>
                  <a:pt x="6767" y="0"/>
                </a:lnTo>
                <a:cubicBezTo>
                  <a:pt x="6929" y="0"/>
                  <a:pt x="7060" y="132"/>
                  <a:pt x="7060" y="293"/>
                </a:cubicBezTo>
                <a:cubicBezTo>
                  <a:pt x="7060" y="455"/>
                  <a:pt x="6929" y="587"/>
                  <a:pt x="6767" y="587"/>
                </a:cubicBezTo>
                <a:lnTo>
                  <a:pt x="293" y="587"/>
                </a:lnTo>
                <a:cubicBezTo>
                  <a:pt x="132" y="587"/>
                  <a:pt x="0" y="455"/>
                  <a:pt x="0" y="293"/>
                </a:cubicBezTo>
                <a:cubicBezTo>
                  <a:pt x="0" y="132"/>
                  <a:pt x="132" y="0"/>
                  <a:pt x="293" y="0"/>
                </a:cubicBezTo>
                <a:close/>
              </a:path>
            </a:pathLst>
          </a:custGeom>
          <a:solidFill>
            <a:srgbClr val="113E6A"/>
          </a:solidFill>
          <a:ln w="9525">
            <a:noFill/>
          </a:ln>
        </p:spPr>
        <p:txBody>
          <a:bodyPr/>
          <a:lstStyle/>
          <a:p>
            <a:endParaRPr lang="zh-CN" altLang="en-US"/>
          </a:p>
        </p:txBody>
      </p:sp>
      <p:sp>
        <p:nvSpPr>
          <p:cNvPr id="1048668" name="矩形 13"/>
          <p:cNvSpPr>
            <a:spLocks noRot="1" noChangeAspect="1" noMove="1" noResize="1" noEditPoints="1" noAdjustHandles="1" noChangeArrowheads="1" noChangeShapeType="1" noTextEdit="1"/>
          </p:cNvSpPr>
          <p:nvPr/>
        </p:nvSpPr>
        <p:spPr>
          <a:xfrm>
            <a:off x="4086881" y="4093025"/>
            <a:ext cx="6201051" cy="503921"/>
          </a:xfrm>
          <a:prstGeom prst="rect">
            <a:avLst/>
          </a:prstGeom>
          <a:blipFill>
            <a:blip r:embed="rId4"/>
            <a:stretch>
              <a:fillRect l="-786" b="-13253"/>
            </a:stretch>
          </a:blipFill>
          <a:ln w="9525">
            <a:noFill/>
          </a:ln>
        </p:spPr>
        <p:txBody>
          <a:bodyPr/>
          <a:lstStyle/>
          <a:p>
            <a:r>
              <a:rPr lang="zh-CN" altLang="en-US">
                <a:noFill/>
              </a:rPr>
              <a:t> </a:t>
            </a:r>
          </a:p>
        </p:txBody>
      </p:sp>
      <p:sp>
        <p:nvSpPr>
          <p:cNvPr id="1048669" name="Freeform 8"/>
          <p:cNvSpPr/>
          <p:nvPr/>
        </p:nvSpPr>
        <p:spPr>
          <a:xfrm>
            <a:off x="4067175" y="4904581"/>
            <a:ext cx="5141913" cy="425450"/>
          </a:xfrm>
          <a:custGeom>
            <a:avLst/>
            <a:gdLst/>
            <a:ahLst/>
            <a:cxnLst>
              <a:cxn ang="0">
                <a:pos x="2147483647" y="0"/>
              </a:cxn>
              <a:cxn ang="0">
                <a:pos x="2147483647" y="0"/>
              </a:cxn>
              <a:cxn ang="0">
                <a:pos x="2147483647" y="2147483647"/>
              </a:cxn>
              <a:cxn ang="0">
                <a:pos x="2147483647" y="2147483647"/>
              </a:cxn>
              <a:cxn ang="0">
                <a:pos x="2147483647" y="2147483647"/>
              </a:cxn>
              <a:cxn ang="0">
                <a:pos x="2147483647" y="2147483647"/>
              </a:cxn>
              <a:cxn ang="0">
                <a:pos x="0" y="2147483647"/>
              </a:cxn>
              <a:cxn ang="0">
                <a:pos x="0" y="2147483647"/>
              </a:cxn>
              <a:cxn ang="0">
                <a:pos x="2147483647" y="0"/>
              </a:cxn>
            </a:cxnLst>
            <a:rect l="0" t="0" r="0" b="0"/>
            <a:pathLst>
              <a:path w="7060" h="587">
                <a:moveTo>
                  <a:pt x="293" y="0"/>
                </a:moveTo>
                <a:lnTo>
                  <a:pt x="6767" y="0"/>
                </a:lnTo>
                <a:cubicBezTo>
                  <a:pt x="6929" y="0"/>
                  <a:pt x="7060" y="132"/>
                  <a:pt x="7060" y="293"/>
                </a:cubicBezTo>
                <a:cubicBezTo>
                  <a:pt x="7060" y="455"/>
                  <a:pt x="6929" y="587"/>
                  <a:pt x="6767" y="587"/>
                </a:cubicBezTo>
                <a:lnTo>
                  <a:pt x="293" y="587"/>
                </a:lnTo>
                <a:cubicBezTo>
                  <a:pt x="132" y="587"/>
                  <a:pt x="0" y="455"/>
                  <a:pt x="0" y="293"/>
                </a:cubicBezTo>
                <a:cubicBezTo>
                  <a:pt x="0" y="132"/>
                  <a:pt x="132" y="0"/>
                  <a:pt x="293" y="0"/>
                </a:cubicBezTo>
                <a:close/>
              </a:path>
            </a:pathLst>
          </a:custGeom>
          <a:solidFill>
            <a:srgbClr val="113E6A"/>
          </a:solidFill>
          <a:ln w="9525">
            <a:noFill/>
          </a:ln>
        </p:spPr>
        <p:txBody>
          <a:bodyPr/>
          <a:lstStyle/>
          <a:p>
            <a:endParaRPr lang="zh-CN" altLang="en-US"/>
          </a:p>
        </p:txBody>
      </p:sp>
      <p:sp>
        <p:nvSpPr>
          <p:cNvPr id="1048670" name="矩形 15"/>
          <p:cNvSpPr>
            <a:spLocks noRot="1" noChangeAspect="1" noMove="1" noResize="1" noEditPoints="1" noAdjustHandles="1" noChangeArrowheads="1" noChangeShapeType="1" noTextEdit="1"/>
          </p:cNvSpPr>
          <p:nvPr/>
        </p:nvSpPr>
        <p:spPr>
          <a:xfrm>
            <a:off x="4229099" y="4871520"/>
            <a:ext cx="5776035" cy="458908"/>
          </a:xfrm>
          <a:prstGeom prst="rect">
            <a:avLst/>
          </a:prstGeom>
          <a:blipFill>
            <a:blip r:embed="rId5"/>
            <a:stretch>
              <a:fillRect l="-950" b="-21333"/>
            </a:stretch>
          </a:blipFill>
          <a:ln w="9525">
            <a:noFill/>
          </a:ln>
        </p:spPr>
        <p:txBody>
          <a:bodyPr/>
          <a:lstStyle/>
          <a:p>
            <a:r>
              <a:rPr lang="zh-CN" altLang="en-US">
                <a:noFill/>
              </a:rPr>
              <a:t> </a:t>
            </a:r>
          </a:p>
        </p:txBody>
      </p:sp>
      <p:sp>
        <p:nvSpPr>
          <p:cNvPr id="1048671" name="矩形 16"/>
          <p:cNvSpPr/>
          <p:nvPr/>
        </p:nvSpPr>
        <p:spPr>
          <a:xfrm>
            <a:off x="1471565" y="1166986"/>
            <a:ext cx="9518650" cy="1103313"/>
          </a:xfrm>
          <a:prstGeom prst="rect">
            <a:avLst/>
          </a:prstGeom>
          <a:solidFill>
            <a:schemeClr val="tx2"/>
          </a:solidFill>
          <a:ln w="9525" cap="flat" cmpd="sng">
            <a:solidFill>
              <a:schemeClr val="bg2"/>
            </a:solidFill>
            <a:prstDash val="solid"/>
            <a:miter/>
            <a:headEnd type="none" w="med" len="med"/>
            <a:tailEnd type="none" w="med" len="med"/>
          </a:ln>
        </p:spPr>
        <p:txBody>
          <a:bodyPr anchor="t"/>
          <a:lstStyle/>
          <a:p>
            <a:endParaRPr lang="zh-CN" altLang="en-US" dirty="0">
              <a:latin typeface="Arial" panose="020B0604020202020204" pitchFamily="34" charset="0"/>
              <a:ea typeface="宋体" panose="02010600030101010101" pitchFamily="2" charset="-122"/>
            </a:endParaRPr>
          </a:p>
        </p:txBody>
      </p:sp>
      <p:sp>
        <p:nvSpPr>
          <p:cNvPr id="1048672" name="TextBox 17"/>
          <p:cNvSpPr txBox="1">
            <a:spLocks noRot="1" noChangeAspect="1" noMove="1" noResize="1" noEditPoints="1" noAdjustHandles="1" noChangeArrowheads="1" noChangeShapeType="1" noTextEdit="1"/>
          </p:cNvSpPr>
          <p:nvPr/>
        </p:nvSpPr>
        <p:spPr>
          <a:xfrm>
            <a:off x="1514448" y="1174368"/>
            <a:ext cx="9572355" cy="1017330"/>
          </a:xfrm>
          <a:prstGeom prst="rect">
            <a:avLst/>
          </a:prstGeom>
          <a:blipFill>
            <a:blip r:embed="rId6"/>
            <a:stretch>
              <a:fillRect l="-637" b="-4790"/>
            </a:stretch>
          </a:blipFill>
          <a:ln w="9525">
            <a:noFill/>
          </a:ln>
        </p:spPr>
        <p:txBody>
          <a:bodyPr/>
          <a:lstStyle/>
          <a:p>
            <a:r>
              <a:rPr lang="zh-CN" altLang="en-US">
                <a:noFill/>
              </a:rPr>
              <a:t> </a:t>
            </a:r>
          </a:p>
        </p:txBody>
      </p:sp>
      <p:sp>
        <p:nvSpPr>
          <p:cNvPr id="1048673" name="Freeform 12"/>
          <p:cNvSpPr/>
          <p:nvPr/>
        </p:nvSpPr>
        <p:spPr>
          <a:xfrm>
            <a:off x="1335040" y="1020936"/>
            <a:ext cx="528638" cy="530225"/>
          </a:xfrm>
          <a:custGeom>
            <a:avLst/>
            <a:gdLst/>
            <a:ahLst/>
            <a:cxnLst>
              <a:cxn ang="0">
                <a:pos x="0" y="0"/>
              </a:cxn>
              <a:cxn ang="0">
                <a:pos x="2147483647" y="0"/>
              </a:cxn>
              <a:cxn ang="0">
                <a:pos x="2147483647" y="2147483647"/>
              </a:cxn>
              <a:cxn ang="0">
                <a:pos x="2147483647" y="2147483647"/>
              </a:cxn>
              <a:cxn ang="0">
                <a:pos x="2147483647" y="2147483647"/>
              </a:cxn>
              <a:cxn ang="0">
                <a:pos x="0" y="2147483647"/>
              </a:cxn>
              <a:cxn ang="0">
                <a:pos x="0" y="0"/>
              </a:cxn>
            </a:cxnLst>
            <a:rect l="0" t="0" r="0" b="0"/>
            <a:pathLst>
              <a:path w="1446" h="1446">
                <a:moveTo>
                  <a:pt x="0" y="0"/>
                </a:moveTo>
                <a:lnTo>
                  <a:pt x="1446" y="0"/>
                </a:lnTo>
                <a:lnTo>
                  <a:pt x="1446" y="458"/>
                </a:lnTo>
                <a:lnTo>
                  <a:pt x="438" y="458"/>
                </a:lnTo>
                <a:lnTo>
                  <a:pt x="438" y="1446"/>
                </a:lnTo>
                <a:lnTo>
                  <a:pt x="0" y="1446"/>
                </a:lnTo>
                <a:lnTo>
                  <a:pt x="0" y="0"/>
                </a:lnTo>
                <a:close/>
              </a:path>
            </a:pathLst>
          </a:custGeom>
          <a:solidFill>
            <a:srgbClr val="113E6A"/>
          </a:solidFill>
          <a:ln w="9525">
            <a:noFill/>
          </a:ln>
        </p:spPr>
        <p:txBody>
          <a:bodyPr/>
          <a:lstStyle/>
          <a:p>
            <a:endParaRPr lang="zh-CN" altLang="en-US"/>
          </a:p>
        </p:txBody>
      </p:sp>
      <p:sp>
        <p:nvSpPr>
          <p:cNvPr id="1048674" name="Freeform 12"/>
          <p:cNvSpPr/>
          <p:nvPr/>
        </p:nvSpPr>
        <p:spPr>
          <a:xfrm flipH="1" flipV="1">
            <a:off x="10623088" y="1895342"/>
            <a:ext cx="528638" cy="530225"/>
          </a:xfrm>
          <a:custGeom>
            <a:avLst/>
            <a:gdLst/>
            <a:ahLst/>
            <a:cxnLst>
              <a:cxn ang="0">
                <a:pos x="0" y="0"/>
              </a:cxn>
              <a:cxn ang="0">
                <a:pos x="2147483647" y="0"/>
              </a:cxn>
              <a:cxn ang="0">
                <a:pos x="2147483647" y="2147483647"/>
              </a:cxn>
              <a:cxn ang="0">
                <a:pos x="2147483647" y="2147483647"/>
              </a:cxn>
              <a:cxn ang="0">
                <a:pos x="2147483647" y="2147483647"/>
              </a:cxn>
              <a:cxn ang="0">
                <a:pos x="0" y="2147483647"/>
              </a:cxn>
              <a:cxn ang="0">
                <a:pos x="0" y="0"/>
              </a:cxn>
            </a:cxnLst>
            <a:rect l="0" t="0" r="0" b="0"/>
            <a:pathLst>
              <a:path w="1446" h="1446">
                <a:moveTo>
                  <a:pt x="0" y="0"/>
                </a:moveTo>
                <a:lnTo>
                  <a:pt x="1446" y="0"/>
                </a:lnTo>
                <a:lnTo>
                  <a:pt x="1446" y="458"/>
                </a:lnTo>
                <a:lnTo>
                  <a:pt x="438" y="458"/>
                </a:lnTo>
                <a:lnTo>
                  <a:pt x="438" y="1446"/>
                </a:lnTo>
                <a:lnTo>
                  <a:pt x="0" y="1446"/>
                </a:lnTo>
                <a:lnTo>
                  <a:pt x="0" y="0"/>
                </a:lnTo>
                <a:close/>
              </a:path>
            </a:pathLst>
          </a:custGeom>
          <a:solidFill>
            <a:srgbClr val="113E6A"/>
          </a:solidFill>
          <a:ln w="9525">
            <a:noFill/>
          </a:ln>
        </p:spPr>
        <p:txBody>
          <a:bodyPr/>
          <a:lstStyle/>
          <a:p>
            <a:endParaRPr lang="zh-CN" altLang="en-US"/>
          </a:p>
        </p:txBody>
      </p:sp>
      <p:sp>
        <p:nvSpPr>
          <p:cNvPr id="1048675" name="Freeform 8"/>
          <p:cNvSpPr/>
          <p:nvPr/>
        </p:nvSpPr>
        <p:spPr>
          <a:xfrm>
            <a:off x="4046539" y="5651947"/>
            <a:ext cx="5141913" cy="425450"/>
          </a:xfrm>
          <a:custGeom>
            <a:avLst/>
            <a:gdLst/>
            <a:ahLst/>
            <a:cxnLst>
              <a:cxn ang="0">
                <a:pos x="2147483647" y="0"/>
              </a:cxn>
              <a:cxn ang="0">
                <a:pos x="2147483647" y="0"/>
              </a:cxn>
              <a:cxn ang="0">
                <a:pos x="2147483647" y="2147483647"/>
              </a:cxn>
              <a:cxn ang="0">
                <a:pos x="2147483647" y="2147483647"/>
              </a:cxn>
              <a:cxn ang="0">
                <a:pos x="2147483647" y="2147483647"/>
              </a:cxn>
              <a:cxn ang="0">
                <a:pos x="2147483647" y="2147483647"/>
              </a:cxn>
              <a:cxn ang="0">
                <a:pos x="0" y="2147483647"/>
              </a:cxn>
              <a:cxn ang="0">
                <a:pos x="0" y="2147483647"/>
              </a:cxn>
              <a:cxn ang="0">
                <a:pos x="2147483647" y="0"/>
              </a:cxn>
            </a:cxnLst>
            <a:rect l="0" t="0" r="0" b="0"/>
            <a:pathLst>
              <a:path w="7060" h="587">
                <a:moveTo>
                  <a:pt x="293" y="0"/>
                </a:moveTo>
                <a:lnTo>
                  <a:pt x="6767" y="0"/>
                </a:lnTo>
                <a:cubicBezTo>
                  <a:pt x="6929" y="0"/>
                  <a:pt x="7060" y="132"/>
                  <a:pt x="7060" y="293"/>
                </a:cubicBezTo>
                <a:cubicBezTo>
                  <a:pt x="7060" y="455"/>
                  <a:pt x="6929" y="587"/>
                  <a:pt x="6767" y="587"/>
                </a:cubicBezTo>
                <a:lnTo>
                  <a:pt x="293" y="587"/>
                </a:lnTo>
                <a:cubicBezTo>
                  <a:pt x="132" y="587"/>
                  <a:pt x="0" y="455"/>
                  <a:pt x="0" y="293"/>
                </a:cubicBezTo>
                <a:cubicBezTo>
                  <a:pt x="0" y="132"/>
                  <a:pt x="132" y="0"/>
                  <a:pt x="293" y="0"/>
                </a:cubicBezTo>
                <a:close/>
              </a:path>
            </a:pathLst>
          </a:custGeom>
          <a:solidFill>
            <a:srgbClr val="113E6A"/>
          </a:solidFill>
          <a:ln w="9525">
            <a:noFill/>
          </a:ln>
        </p:spPr>
        <p:txBody>
          <a:bodyPr/>
          <a:lstStyle/>
          <a:p>
            <a:endParaRPr lang="zh-CN" altLang="en-US"/>
          </a:p>
        </p:txBody>
      </p:sp>
      <p:sp>
        <p:nvSpPr>
          <p:cNvPr id="1048676" name="矩形 15"/>
          <p:cNvSpPr>
            <a:spLocks noRot="1" noChangeAspect="1" noMove="1" noResize="1" noEditPoints="1" noAdjustHandles="1" noChangeArrowheads="1" noChangeShapeType="1" noTextEdit="1"/>
          </p:cNvSpPr>
          <p:nvPr/>
        </p:nvSpPr>
        <p:spPr>
          <a:xfrm>
            <a:off x="4208463" y="5546354"/>
            <a:ext cx="5776035" cy="531043"/>
          </a:xfrm>
          <a:prstGeom prst="rect">
            <a:avLst/>
          </a:prstGeom>
          <a:blipFill>
            <a:blip r:embed="rId7"/>
            <a:stretch>
              <a:fillRect l="-844" b="-12644"/>
            </a:stretch>
          </a:blipFill>
          <a:ln w="9525">
            <a:noFill/>
          </a:ln>
        </p:spPr>
        <p:txBody>
          <a:bodyPr/>
          <a:lstStyle/>
          <a:p>
            <a:r>
              <a:rPr lang="zh-CN" altLang="en-US">
                <a:noFill/>
              </a:rPr>
              <a:t> </a:t>
            </a:r>
          </a:p>
        </p:txBody>
      </p:sp>
    </p:spTree>
  </p:cSld>
  <p:clrMapOvr>
    <a:masterClrMapping/>
  </p:clrMapOvr>
  <p:transition spd="slow" advTm="3804">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145728" name="直接连接符 4"/>
          <p:cNvCxnSpPr>
            <a:cxnSpLocks/>
          </p:cNvCxnSpPr>
          <p:nvPr/>
        </p:nvCxnSpPr>
        <p:spPr>
          <a:xfrm>
            <a:off x="5631905" y="2305231"/>
            <a:ext cx="0" cy="1440000"/>
          </a:xfrm>
          <a:prstGeom prst="line">
            <a:avLst/>
          </a:prstGeom>
          <a:ln w="9525" cap="flat" cmpd="sng">
            <a:solidFill>
              <a:schemeClr val="accent1"/>
            </a:solidFill>
            <a:prstDash val="solid"/>
            <a:round/>
            <a:headEnd type="none" w="med" len="med"/>
            <a:tailEnd type="none" w="med" len="med"/>
          </a:ln>
        </p:spPr>
      </p:cxnSp>
      <p:cxnSp>
        <p:nvCxnSpPr>
          <p:cNvPr id="3145729" name="直接连接符 5"/>
          <p:cNvCxnSpPr>
            <a:cxnSpLocks/>
          </p:cNvCxnSpPr>
          <p:nvPr/>
        </p:nvCxnSpPr>
        <p:spPr>
          <a:xfrm>
            <a:off x="5631905" y="4249447"/>
            <a:ext cx="0" cy="1512000"/>
          </a:xfrm>
          <a:prstGeom prst="line">
            <a:avLst/>
          </a:prstGeom>
          <a:ln w="9525" cap="flat" cmpd="sng">
            <a:solidFill>
              <a:schemeClr val="accent1"/>
            </a:solidFill>
            <a:prstDash val="solid"/>
            <a:round/>
            <a:headEnd type="none" w="med" len="med"/>
            <a:tailEnd type="none" w="med" len="med"/>
          </a:ln>
        </p:spPr>
      </p:cxnSp>
      <p:sp>
        <p:nvSpPr>
          <p:cNvPr id="1048677" name="TextBox 7"/>
          <p:cNvSpPr txBox="1"/>
          <p:nvPr/>
        </p:nvSpPr>
        <p:spPr>
          <a:xfrm>
            <a:off x="3500023" y="2825176"/>
            <a:ext cx="1210588" cy="400110"/>
          </a:xfrm>
          <a:prstGeom prst="rect">
            <a:avLst/>
          </a:prstGeom>
          <a:noFill/>
          <a:ln w="9525">
            <a:noFill/>
          </a:ln>
        </p:spPr>
        <p:txBody>
          <a:bodyPr wrap="none" anchor="t">
            <a:spAutoFit/>
          </a:bodyPr>
          <a:lstStyle/>
          <a:p>
            <a:pPr algn="r"/>
            <a:r>
              <a:rPr lang="zh-CN" altLang="en-US" sz="2000" b="1" dirty="0">
                <a:solidFill>
                  <a:schemeClr val="accent1"/>
                </a:solidFill>
                <a:latin typeface="微软雅黑" panose="020B0503020204020204" pitchFamily="34" charset="-122"/>
                <a:ea typeface="微软雅黑" panose="020B0503020204020204" pitchFamily="34" charset="-122"/>
              </a:rPr>
              <a:t>不连续性</a:t>
            </a:r>
          </a:p>
        </p:txBody>
      </p:sp>
      <p:sp>
        <p:nvSpPr>
          <p:cNvPr id="1048678" name="TextBox 8"/>
          <p:cNvSpPr txBox="1"/>
          <p:nvPr/>
        </p:nvSpPr>
        <p:spPr>
          <a:xfrm>
            <a:off x="6575527" y="2825236"/>
            <a:ext cx="954107" cy="400110"/>
          </a:xfrm>
          <a:prstGeom prst="rect">
            <a:avLst/>
          </a:prstGeom>
          <a:noFill/>
          <a:ln w="9525">
            <a:noFill/>
          </a:ln>
        </p:spPr>
        <p:txBody>
          <a:bodyPr wrap="none" anchor="t">
            <a:spAutoFit/>
          </a:bodyPr>
          <a:lstStyle/>
          <a:p>
            <a:r>
              <a:rPr lang="zh-CN" altLang="en-US" sz="2000" b="1" dirty="0">
                <a:solidFill>
                  <a:schemeClr val="accent1"/>
                </a:solidFill>
                <a:latin typeface="微软雅黑" panose="020B0503020204020204" pitchFamily="34" charset="-122"/>
                <a:ea typeface="微软雅黑" panose="020B0503020204020204" pitchFamily="34" charset="-122"/>
              </a:rPr>
              <a:t>相似性</a:t>
            </a:r>
          </a:p>
        </p:txBody>
      </p:sp>
      <p:sp>
        <p:nvSpPr>
          <p:cNvPr id="1048679" name="TextBox 9"/>
          <p:cNvSpPr txBox="1"/>
          <p:nvPr/>
        </p:nvSpPr>
        <p:spPr>
          <a:xfrm>
            <a:off x="1273845" y="3350145"/>
            <a:ext cx="3729498" cy="1938992"/>
          </a:xfrm>
          <a:prstGeom prst="rect">
            <a:avLst/>
          </a:prstGeom>
          <a:noFill/>
          <a:ln w="9525">
            <a:noFill/>
          </a:ln>
        </p:spPr>
        <p:txBody>
          <a:bodyPr wrap="square" anchor="t">
            <a:spAutoFit/>
          </a:bodyPr>
          <a:lstStyle/>
          <a:p>
            <a:pPr>
              <a:lnSpc>
                <a:spcPct val="150000"/>
              </a:lnSpc>
            </a:pPr>
            <a:r>
              <a:rPr lang="zh-CN" altLang="en-US" sz="2000" dirty="0">
                <a:latin typeface="微软雅黑" panose="020B0503020204020204" pitchFamily="34" charset="-122"/>
                <a:ea typeface="微软雅黑" panose="020B0503020204020204" pitchFamily="34" charset="-122"/>
              </a:rPr>
              <a:t>检测图像像素灰度值的</a:t>
            </a:r>
            <a:r>
              <a:rPr lang="zh-CN" altLang="en-US" sz="2000" dirty="0">
                <a:solidFill>
                  <a:srgbClr val="FF0000"/>
                </a:solidFill>
                <a:latin typeface="微软雅黑" panose="020B0503020204020204" pitchFamily="34" charset="-122"/>
                <a:ea typeface="微软雅黑" panose="020B0503020204020204" pitchFamily="34" charset="-122"/>
              </a:rPr>
              <a:t>不连续性</a:t>
            </a:r>
            <a:r>
              <a:rPr lang="zh-CN" altLang="en-US" sz="2000" dirty="0">
                <a:latin typeface="微软雅黑" panose="020B0503020204020204" pitchFamily="34" charset="-122"/>
                <a:ea typeface="微软雅黑" panose="020B0503020204020204" pitchFamily="34" charset="-122"/>
              </a:rPr>
              <a:t>，找到点、线（宽度为</a:t>
            </a:r>
            <a:r>
              <a:rPr lang="en-US" altLang="zh-CN" sz="2000" dirty="0">
                <a:latin typeface="微软雅黑" panose="020B0503020204020204" pitchFamily="34" charset="-122"/>
                <a:ea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rPr>
              <a:t>）、边（宽度不定）。依据检测的边确定区域。</a:t>
            </a:r>
            <a:endParaRPr lang="en-US" altLang="zh-CN" sz="2000" dirty="0">
              <a:latin typeface="微软雅黑" panose="020B0503020204020204" pitchFamily="34" charset="-122"/>
              <a:ea typeface="微软雅黑" panose="020B0503020204020204" pitchFamily="34" charset="-122"/>
            </a:endParaRPr>
          </a:p>
        </p:txBody>
      </p:sp>
      <p:sp>
        <p:nvSpPr>
          <p:cNvPr id="1048680" name="TextBox 10"/>
          <p:cNvSpPr txBox="1"/>
          <p:nvPr/>
        </p:nvSpPr>
        <p:spPr>
          <a:xfrm>
            <a:off x="6487402" y="3350145"/>
            <a:ext cx="4003467" cy="1477328"/>
          </a:xfrm>
          <a:prstGeom prst="rect">
            <a:avLst/>
          </a:prstGeom>
          <a:noFill/>
          <a:ln w="9525">
            <a:noFill/>
          </a:ln>
        </p:spPr>
        <p:txBody>
          <a:bodyPr wrap="square" anchor="t">
            <a:spAutoFit/>
          </a:bodyPr>
          <a:lstStyle/>
          <a:p>
            <a:pPr>
              <a:lnSpc>
                <a:spcPct val="150000"/>
              </a:lnSpc>
            </a:pPr>
            <a:r>
              <a:rPr lang="zh-CN" altLang="en-US" sz="2000" dirty="0">
                <a:latin typeface="微软雅黑" panose="020B0503020204020204" pitchFamily="34" charset="-122"/>
                <a:ea typeface="微软雅黑" panose="020B0503020204020204" pitchFamily="34" charset="-122"/>
              </a:rPr>
              <a:t>检测图像像素灰度值的</a:t>
            </a:r>
            <a:r>
              <a:rPr lang="zh-CN" altLang="en-US" sz="2000" dirty="0">
                <a:solidFill>
                  <a:srgbClr val="FF0000"/>
                </a:solidFill>
                <a:latin typeface="微软雅黑" panose="020B0503020204020204" pitchFamily="34" charset="-122"/>
                <a:ea typeface="微软雅黑" panose="020B0503020204020204" pitchFamily="34" charset="-122"/>
              </a:rPr>
              <a:t>相似性</a:t>
            </a:r>
            <a:r>
              <a:rPr lang="zh-CN" altLang="en-US" sz="2000" dirty="0">
                <a:latin typeface="微软雅黑" panose="020B0503020204020204" pitchFamily="34" charset="-122"/>
                <a:ea typeface="微软雅黑" panose="020B0503020204020204" pitchFamily="34" charset="-122"/>
              </a:rPr>
              <a:t>，通过选择阈值，找到灰度值相似的区域，区域外轮廓是对象的边。</a:t>
            </a:r>
          </a:p>
        </p:txBody>
      </p:sp>
      <p:grpSp>
        <p:nvGrpSpPr>
          <p:cNvPr id="133" name="组合 1"/>
          <p:cNvGrpSpPr/>
          <p:nvPr/>
        </p:nvGrpSpPr>
        <p:grpSpPr>
          <a:xfrm>
            <a:off x="5136605" y="3479708"/>
            <a:ext cx="990600" cy="990600"/>
            <a:chOff x="5314950" y="3235325"/>
            <a:chExt cx="990600" cy="990600"/>
          </a:xfrm>
        </p:grpSpPr>
        <p:sp>
          <p:nvSpPr>
            <p:cNvPr id="1048681" name="椭圆 6"/>
            <p:cNvSpPr/>
            <p:nvPr/>
          </p:nvSpPr>
          <p:spPr>
            <a:xfrm>
              <a:off x="5314950" y="3235325"/>
              <a:ext cx="990600" cy="990600"/>
            </a:xfrm>
            <a:prstGeom prst="ellipse">
              <a:avLst/>
            </a:prstGeom>
            <a:solidFill>
              <a:srgbClr val="006BBC"/>
            </a:solidFill>
            <a:ln w="9525" cap="flat" cmpd="sng">
              <a:solidFill>
                <a:srgbClr val="F8F8F8"/>
              </a:solidFill>
              <a:prstDash val="solid"/>
              <a:round/>
              <a:headEnd type="none" w="med" len="med"/>
              <a:tailEnd type="none" w="med" len="med"/>
            </a:ln>
          </p:spPr>
          <p:txBody>
            <a:bodyPr anchor="t"/>
            <a:lstStyle/>
            <a:p>
              <a:endParaRPr lang="zh-CN" altLang="en-US" dirty="0">
                <a:solidFill>
                  <a:schemeClr val="accent1"/>
                </a:solidFill>
                <a:latin typeface="Arial" panose="020B0604020202020204" pitchFamily="34" charset="0"/>
                <a:ea typeface="宋体" panose="02010600030101010101" pitchFamily="2" charset="-122"/>
              </a:endParaRPr>
            </a:p>
          </p:txBody>
        </p:sp>
        <p:sp>
          <p:nvSpPr>
            <p:cNvPr id="1048682" name="TextBox 20"/>
            <p:cNvSpPr txBox="1"/>
            <p:nvPr/>
          </p:nvSpPr>
          <p:spPr>
            <a:xfrm>
              <a:off x="5362663" y="3483493"/>
              <a:ext cx="942887" cy="523220"/>
            </a:xfrm>
            <a:prstGeom prst="rect">
              <a:avLst/>
            </a:prstGeom>
            <a:noFill/>
            <a:ln w="9525">
              <a:noFill/>
            </a:ln>
          </p:spPr>
          <p:txBody>
            <a:bodyPr wrap="none" anchor="t">
              <a:spAutoFit/>
            </a:bodyPr>
            <a:lstStyle/>
            <a:p>
              <a:r>
                <a:rPr lang="en-US" altLang="zh-CN" sz="2800" dirty="0">
                  <a:solidFill>
                    <a:schemeClr val="accent2"/>
                  </a:solidFill>
                  <a:latin typeface="Arial" panose="020B0604020202020204" pitchFamily="34" charset="0"/>
                  <a:ea typeface="宋体" panose="02010600030101010101" pitchFamily="2" charset="-122"/>
                </a:rPr>
                <a:t>AND</a:t>
              </a:r>
              <a:endParaRPr lang="zh-CN" altLang="en-US" sz="2800" dirty="0">
                <a:solidFill>
                  <a:schemeClr val="accent2"/>
                </a:solidFill>
                <a:latin typeface="Arial" panose="020B0604020202020204" pitchFamily="34" charset="0"/>
                <a:ea typeface="宋体" panose="02010600030101010101" pitchFamily="2" charset="-122"/>
              </a:endParaRPr>
            </a:p>
          </p:txBody>
        </p:sp>
      </p:grpSp>
      <p:sp>
        <p:nvSpPr>
          <p:cNvPr id="1048683" name="矩形 16"/>
          <p:cNvSpPr/>
          <p:nvPr/>
        </p:nvSpPr>
        <p:spPr>
          <a:xfrm>
            <a:off x="1172617" y="1223063"/>
            <a:ext cx="9518650" cy="765777"/>
          </a:xfrm>
          <a:prstGeom prst="rect">
            <a:avLst/>
          </a:prstGeom>
          <a:solidFill>
            <a:schemeClr val="tx2"/>
          </a:solidFill>
          <a:ln w="9525" cap="flat" cmpd="sng">
            <a:solidFill>
              <a:schemeClr val="bg2"/>
            </a:solidFill>
            <a:prstDash val="solid"/>
            <a:miter/>
            <a:headEnd type="none" w="med" len="med"/>
            <a:tailEnd type="none" w="med" len="med"/>
          </a:ln>
        </p:spPr>
        <p:txBody>
          <a:bodyPr anchor="t"/>
          <a:lstStyle/>
          <a:p>
            <a:endParaRPr lang="zh-CN" altLang="en-US" dirty="0">
              <a:latin typeface="Arial" panose="020B0604020202020204" pitchFamily="34" charset="0"/>
              <a:ea typeface="宋体" panose="02010600030101010101" pitchFamily="2" charset="-122"/>
            </a:endParaRPr>
          </a:p>
        </p:txBody>
      </p:sp>
      <p:sp>
        <p:nvSpPr>
          <p:cNvPr id="1048684" name="TextBox 17"/>
          <p:cNvSpPr txBox="1"/>
          <p:nvPr/>
        </p:nvSpPr>
        <p:spPr>
          <a:xfrm>
            <a:off x="2127026" y="1342125"/>
            <a:ext cx="8564242" cy="548639"/>
          </a:xfrm>
          <a:prstGeom prst="rect">
            <a:avLst/>
          </a:prstGeom>
          <a:noFill/>
          <a:ln w="9525">
            <a:noFill/>
          </a:ln>
        </p:spPr>
        <p:txBody>
          <a:bodyPr wrap="square" anchor="t">
            <a:spAutoFit/>
          </a:bodyPr>
          <a:lstStyle/>
          <a:p>
            <a:pPr>
              <a:lnSpc>
                <a:spcPct val="150000"/>
              </a:lnSpc>
            </a:pPr>
            <a:r>
              <a:rPr lang="zh-CN" altLang="en-US" sz="2000" dirty="0">
                <a:latin typeface="微软雅黑" panose="020B0503020204020204" pitchFamily="34" charset="-122"/>
                <a:ea typeface="微软雅黑" panose="020B0503020204020204" pitchFamily="34" charset="-122"/>
              </a:rPr>
              <a:t>基于灰度值两个基本特性：区域间的不连续性与区域内的相似性</a:t>
            </a:r>
            <a:endParaRPr lang="en-US" altLang="zh-CN" sz="2000" dirty="0">
              <a:latin typeface="微软雅黑" panose="020B0503020204020204" pitchFamily="34" charset="-122"/>
              <a:ea typeface="微软雅黑" panose="020B0503020204020204" pitchFamily="34" charset="-122"/>
            </a:endParaRPr>
          </a:p>
        </p:txBody>
      </p:sp>
      <p:sp>
        <p:nvSpPr>
          <p:cNvPr id="1048685" name="Freeform 7"/>
          <p:cNvSpPr>
            <a:spLocks noEditPoints="1"/>
          </p:cNvSpPr>
          <p:nvPr/>
        </p:nvSpPr>
        <p:spPr>
          <a:xfrm>
            <a:off x="1345853" y="1304369"/>
            <a:ext cx="506489" cy="684471"/>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0" t="0" r="0" b="0"/>
            <a:pathLst>
              <a:path w="1391" h="2031">
                <a:moveTo>
                  <a:pt x="485" y="1171"/>
                </a:moveTo>
                <a:cubicBezTo>
                  <a:pt x="536" y="1171"/>
                  <a:pt x="586" y="1197"/>
                  <a:pt x="613" y="1236"/>
                </a:cubicBezTo>
                <a:lnTo>
                  <a:pt x="661" y="1306"/>
                </a:lnTo>
                <a:cubicBezTo>
                  <a:pt x="676" y="1328"/>
                  <a:pt x="698" y="1329"/>
                  <a:pt x="714" y="1307"/>
                </a:cubicBezTo>
                <a:lnTo>
                  <a:pt x="764" y="1238"/>
                </a:lnTo>
                <a:cubicBezTo>
                  <a:pt x="791" y="1201"/>
                  <a:pt x="840" y="1177"/>
                  <a:pt x="889" y="1177"/>
                </a:cubicBezTo>
                <a:cubicBezTo>
                  <a:pt x="905" y="1177"/>
                  <a:pt x="920" y="1180"/>
                  <a:pt x="934" y="1185"/>
                </a:cubicBezTo>
                <a:lnTo>
                  <a:pt x="1015" y="1214"/>
                </a:lnTo>
                <a:cubicBezTo>
                  <a:pt x="1021" y="1216"/>
                  <a:pt x="1026" y="1217"/>
                  <a:pt x="1032" y="1217"/>
                </a:cubicBezTo>
                <a:cubicBezTo>
                  <a:pt x="1055" y="1217"/>
                  <a:pt x="1058" y="1196"/>
                  <a:pt x="1058" y="1184"/>
                </a:cubicBezTo>
                <a:lnTo>
                  <a:pt x="1058" y="1098"/>
                </a:lnTo>
                <a:cubicBezTo>
                  <a:pt x="1059" y="1035"/>
                  <a:pt x="1106" y="972"/>
                  <a:pt x="1166" y="955"/>
                </a:cubicBezTo>
                <a:lnTo>
                  <a:pt x="1248" y="930"/>
                </a:lnTo>
                <a:cubicBezTo>
                  <a:pt x="1260" y="927"/>
                  <a:pt x="1269" y="920"/>
                  <a:pt x="1272" y="911"/>
                </a:cubicBezTo>
                <a:cubicBezTo>
                  <a:pt x="1275" y="903"/>
                  <a:pt x="1272" y="891"/>
                  <a:pt x="1265" y="881"/>
                </a:cubicBezTo>
                <a:lnTo>
                  <a:pt x="1214" y="811"/>
                </a:lnTo>
                <a:cubicBezTo>
                  <a:pt x="1178" y="761"/>
                  <a:pt x="1179" y="683"/>
                  <a:pt x="1217" y="633"/>
                </a:cubicBezTo>
                <a:lnTo>
                  <a:pt x="1269" y="565"/>
                </a:lnTo>
                <a:cubicBezTo>
                  <a:pt x="1277" y="554"/>
                  <a:pt x="1280" y="543"/>
                  <a:pt x="1278" y="534"/>
                </a:cubicBezTo>
                <a:cubicBezTo>
                  <a:pt x="1275" y="526"/>
                  <a:pt x="1266" y="519"/>
                  <a:pt x="1254" y="515"/>
                </a:cubicBezTo>
                <a:lnTo>
                  <a:pt x="1172" y="488"/>
                </a:lnTo>
                <a:cubicBezTo>
                  <a:pt x="1113" y="469"/>
                  <a:pt x="1068" y="405"/>
                  <a:pt x="1069" y="342"/>
                </a:cubicBezTo>
                <a:lnTo>
                  <a:pt x="1072" y="256"/>
                </a:lnTo>
                <a:cubicBezTo>
                  <a:pt x="1072" y="245"/>
                  <a:pt x="1069" y="235"/>
                  <a:pt x="1063" y="229"/>
                </a:cubicBezTo>
                <a:cubicBezTo>
                  <a:pt x="1058" y="223"/>
                  <a:pt x="1050" y="222"/>
                  <a:pt x="1044" y="222"/>
                </a:cubicBezTo>
                <a:cubicBezTo>
                  <a:pt x="1040" y="222"/>
                  <a:pt x="1035" y="223"/>
                  <a:pt x="1030" y="225"/>
                </a:cubicBezTo>
                <a:lnTo>
                  <a:pt x="948" y="251"/>
                </a:lnTo>
                <a:cubicBezTo>
                  <a:pt x="935" y="256"/>
                  <a:pt x="921" y="258"/>
                  <a:pt x="906" y="258"/>
                </a:cubicBezTo>
                <a:cubicBezTo>
                  <a:pt x="855" y="258"/>
                  <a:pt x="805" y="232"/>
                  <a:pt x="779" y="194"/>
                </a:cubicBezTo>
                <a:lnTo>
                  <a:pt x="730" y="123"/>
                </a:lnTo>
                <a:cubicBezTo>
                  <a:pt x="723" y="112"/>
                  <a:pt x="713" y="105"/>
                  <a:pt x="704" y="105"/>
                </a:cubicBezTo>
                <a:cubicBezTo>
                  <a:pt x="693" y="105"/>
                  <a:pt x="689" y="105"/>
                  <a:pt x="680" y="119"/>
                </a:cubicBezTo>
                <a:lnTo>
                  <a:pt x="678" y="123"/>
                </a:lnTo>
                <a:cubicBezTo>
                  <a:pt x="657" y="156"/>
                  <a:pt x="629" y="197"/>
                  <a:pt x="606" y="220"/>
                </a:cubicBezTo>
                <a:cubicBezTo>
                  <a:pt x="591" y="234"/>
                  <a:pt x="568" y="252"/>
                  <a:pt x="537" y="252"/>
                </a:cubicBezTo>
                <a:cubicBezTo>
                  <a:pt x="529" y="252"/>
                  <a:pt x="522" y="251"/>
                  <a:pt x="516" y="250"/>
                </a:cubicBezTo>
                <a:lnTo>
                  <a:pt x="509" y="250"/>
                </a:lnTo>
                <a:lnTo>
                  <a:pt x="503" y="246"/>
                </a:lnTo>
                <a:cubicBezTo>
                  <a:pt x="493" y="243"/>
                  <a:pt x="479" y="239"/>
                  <a:pt x="464" y="235"/>
                </a:cubicBezTo>
                <a:cubicBezTo>
                  <a:pt x="442" y="229"/>
                  <a:pt x="406" y="218"/>
                  <a:pt x="399" y="217"/>
                </a:cubicBezTo>
                <a:cubicBezTo>
                  <a:pt x="383" y="213"/>
                  <a:pt x="366" y="211"/>
                  <a:pt x="361" y="211"/>
                </a:cubicBezTo>
                <a:cubicBezTo>
                  <a:pt x="340" y="211"/>
                  <a:pt x="333" y="229"/>
                  <a:pt x="333" y="246"/>
                </a:cubicBezTo>
                <a:lnTo>
                  <a:pt x="333" y="331"/>
                </a:lnTo>
                <a:cubicBezTo>
                  <a:pt x="333" y="394"/>
                  <a:pt x="286" y="457"/>
                  <a:pt x="226" y="475"/>
                </a:cubicBezTo>
                <a:lnTo>
                  <a:pt x="144" y="499"/>
                </a:lnTo>
                <a:cubicBezTo>
                  <a:pt x="131" y="502"/>
                  <a:pt x="122" y="510"/>
                  <a:pt x="119" y="518"/>
                </a:cubicBezTo>
                <a:cubicBezTo>
                  <a:pt x="116" y="526"/>
                  <a:pt x="119" y="538"/>
                  <a:pt x="127" y="548"/>
                </a:cubicBezTo>
                <a:lnTo>
                  <a:pt x="177" y="618"/>
                </a:lnTo>
                <a:cubicBezTo>
                  <a:pt x="214" y="668"/>
                  <a:pt x="213" y="747"/>
                  <a:pt x="175" y="796"/>
                </a:cubicBezTo>
                <a:lnTo>
                  <a:pt x="122" y="864"/>
                </a:lnTo>
                <a:cubicBezTo>
                  <a:pt x="114" y="875"/>
                  <a:pt x="111" y="886"/>
                  <a:pt x="114" y="894"/>
                </a:cubicBezTo>
                <a:cubicBezTo>
                  <a:pt x="116" y="903"/>
                  <a:pt x="126" y="911"/>
                  <a:pt x="138" y="915"/>
                </a:cubicBezTo>
                <a:lnTo>
                  <a:pt x="219" y="941"/>
                </a:lnTo>
                <a:cubicBezTo>
                  <a:pt x="279" y="961"/>
                  <a:pt x="324" y="1025"/>
                  <a:pt x="322" y="1087"/>
                </a:cubicBezTo>
                <a:lnTo>
                  <a:pt x="320" y="1173"/>
                </a:lnTo>
                <a:cubicBezTo>
                  <a:pt x="320" y="1184"/>
                  <a:pt x="322" y="1194"/>
                  <a:pt x="328" y="1200"/>
                </a:cubicBezTo>
                <a:cubicBezTo>
                  <a:pt x="334" y="1206"/>
                  <a:pt x="341" y="1207"/>
                  <a:pt x="347" y="1207"/>
                </a:cubicBezTo>
                <a:cubicBezTo>
                  <a:pt x="352" y="1207"/>
                  <a:pt x="357" y="1206"/>
                  <a:pt x="362" y="1204"/>
                </a:cubicBezTo>
                <a:lnTo>
                  <a:pt x="443" y="1178"/>
                </a:lnTo>
                <a:cubicBezTo>
                  <a:pt x="458" y="1174"/>
                  <a:pt x="471" y="1171"/>
                  <a:pt x="485" y="1171"/>
                </a:cubicBezTo>
                <a:close/>
                <a:moveTo>
                  <a:pt x="687" y="1429"/>
                </a:moveTo>
                <a:cubicBezTo>
                  <a:pt x="643" y="1429"/>
                  <a:pt x="602" y="1406"/>
                  <a:pt x="574" y="1366"/>
                </a:cubicBezTo>
                <a:lnTo>
                  <a:pt x="526" y="1295"/>
                </a:lnTo>
                <a:cubicBezTo>
                  <a:pt x="520" y="1286"/>
                  <a:pt x="503" y="1277"/>
                  <a:pt x="485" y="1277"/>
                </a:cubicBezTo>
                <a:cubicBezTo>
                  <a:pt x="482" y="1277"/>
                  <a:pt x="479" y="1277"/>
                  <a:pt x="475" y="1278"/>
                </a:cubicBezTo>
                <a:lnTo>
                  <a:pt x="394" y="1305"/>
                </a:lnTo>
                <a:cubicBezTo>
                  <a:pt x="342" y="1321"/>
                  <a:pt x="287" y="1309"/>
                  <a:pt x="253" y="1273"/>
                </a:cubicBezTo>
                <a:cubicBezTo>
                  <a:pt x="227" y="1247"/>
                  <a:pt x="213" y="1210"/>
                  <a:pt x="215" y="1170"/>
                </a:cubicBezTo>
                <a:lnTo>
                  <a:pt x="217" y="1084"/>
                </a:lnTo>
                <a:cubicBezTo>
                  <a:pt x="217" y="1068"/>
                  <a:pt x="202" y="1046"/>
                  <a:pt x="186" y="1041"/>
                </a:cubicBezTo>
                <a:lnTo>
                  <a:pt x="105" y="1015"/>
                </a:lnTo>
                <a:cubicBezTo>
                  <a:pt x="60" y="1000"/>
                  <a:pt x="26" y="967"/>
                  <a:pt x="13" y="926"/>
                </a:cubicBezTo>
                <a:cubicBezTo>
                  <a:pt x="0" y="884"/>
                  <a:pt x="9" y="838"/>
                  <a:pt x="39" y="800"/>
                </a:cubicBezTo>
                <a:lnTo>
                  <a:pt x="91" y="732"/>
                </a:lnTo>
                <a:cubicBezTo>
                  <a:pt x="101" y="720"/>
                  <a:pt x="101" y="693"/>
                  <a:pt x="92" y="680"/>
                </a:cubicBezTo>
                <a:lnTo>
                  <a:pt x="41" y="610"/>
                </a:lnTo>
                <a:cubicBezTo>
                  <a:pt x="13" y="572"/>
                  <a:pt x="5" y="526"/>
                  <a:pt x="19" y="484"/>
                </a:cubicBezTo>
                <a:cubicBezTo>
                  <a:pt x="34" y="442"/>
                  <a:pt x="68" y="411"/>
                  <a:pt x="114" y="398"/>
                </a:cubicBezTo>
                <a:lnTo>
                  <a:pt x="196" y="374"/>
                </a:lnTo>
                <a:cubicBezTo>
                  <a:pt x="211" y="369"/>
                  <a:pt x="228" y="347"/>
                  <a:pt x="228" y="331"/>
                </a:cubicBezTo>
                <a:lnTo>
                  <a:pt x="228" y="246"/>
                </a:lnTo>
                <a:cubicBezTo>
                  <a:pt x="228" y="166"/>
                  <a:pt x="285" y="106"/>
                  <a:pt x="361" y="106"/>
                </a:cubicBezTo>
                <a:cubicBezTo>
                  <a:pt x="379" y="106"/>
                  <a:pt x="407" y="111"/>
                  <a:pt x="421" y="114"/>
                </a:cubicBezTo>
                <a:cubicBezTo>
                  <a:pt x="429" y="115"/>
                  <a:pt x="450" y="121"/>
                  <a:pt x="493" y="134"/>
                </a:cubicBezTo>
                <a:cubicBezTo>
                  <a:pt x="508" y="138"/>
                  <a:pt x="521" y="142"/>
                  <a:pt x="530" y="144"/>
                </a:cubicBezTo>
                <a:lnTo>
                  <a:pt x="532" y="144"/>
                </a:lnTo>
                <a:cubicBezTo>
                  <a:pt x="532" y="144"/>
                  <a:pt x="532" y="144"/>
                  <a:pt x="532" y="144"/>
                </a:cubicBezTo>
                <a:cubicBezTo>
                  <a:pt x="544" y="133"/>
                  <a:pt x="563" y="106"/>
                  <a:pt x="589" y="66"/>
                </a:cubicBezTo>
                <a:lnTo>
                  <a:pt x="591" y="63"/>
                </a:lnTo>
                <a:cubicBezTo>
                  <a:pt x="618" y="21"/>
                  <a:pt x="655" y="0"/>
                  <a:pt x="704" y="0"/>
                </a:cubicBezTo>
                <a:cubicBezTo>
                  <a:pt x="749" y="0"/>
                  <a:pt x="790" y="23"/>
                  <a:pt x="817" y="64"/>
                </a:cubicBezTo>
                <a:lnTo>
                  <a:pt x="866" y="134"/>
                </a:lnTo>
                <a:cubicBezTo>
                  <a:pt x="872" y="143"/>
                  <a:pt x="889" y="152"/>
                  <a:pt x="906" y="152"/>
                </a:cubicBezTo>
                <a:cubicBezTo>
                  <a:pt x="911" y="152"/>
                  <a:pt x="914" y="152"/>
                  <a:pt x="916" y="151"/>
                </a:cubicBezTo>
                <a:lnTo>
                  <a:pt x="997" y="125"/>
                </a:lnTo>
                <a:cubicBezTo>
                  <a:pt x="1049" y="108"/>
                  <a:pt x="1104" y="120"/>
                  <a:pt x="1139" y="156"/>
                </a:cubicBezTo>
                <a:cubicBezTo>
                  <a:pt x="1165" y="182"/>
                  <a:pt x="1178" y="219"/>
                  <a:pt x="1177" y="259"/>
                </a:cubicBezTo>
                <a:lnTo>
                  <a:pt x="1174" y="345"/>
                </a:lnTo>
                <a:cubicBezTo>
                  <a:pt x="1174" y="360"/>
                  <a:pt x="1190" y="383"/>
                  <a:pt x="1205" y="388"/>
                </a:cubicBezTo>
                <a:lnTo>
                  <a:pt x="1286" y="414"/>
                </a:lnTo>
                <a:cubicBezTo>
                  <a:pt x="1332" y="429"/>
                  <a:pt x="1365" y="462"/>
                  <a:pt x="1378" y="503"/>
                </a:cubicBezTo>
                <a:cubicBezTo>
                  <a:pt x="1391" y="546"/>
                  <a:pt x="1382" y="591"/>
                  <a:pt x="1353" y="629"/>
                </a:cubicBezTo>
                <a:lnTo>
                  <a:pt x="1300" y="697"/>
                </a:lnTo>
                <a:cubicBezTo>
                  <a:pt x="1291" y="709"/>
                  <a:pt x="1290" y="737"/>
                  <a:pt x="1299" y="749"/>
                </a:cubicBezTo>
                <a:lnTo>
                  <a:pt x="1350" y="819"/>
                </a:lnTo>
                <a:cubicBezTo>
                  <a:pt x="1378" y="858"/>
                  <a:pt x="1386" y="904"/>
                  <a:pt x="1372" y="945"/>
                </a:cubicBezTo>
                <a:cubicBezTo>
                  <a:pt x="1358" y="986"/>
                  <a:pt x="1324" y="1018"/>
                  <a:pt x="1278" y="1031"/>
                </a:cubicBezTo>
                <a:lnTo>
                  <a:pt x="1195" y="1056"/>
                </a:lnTo>
                <a:cubicBezTo>
                  <a:pt x="1180" y="1060"/>
                  <a:pt x="1164" y="1082"/>
                  <a:pt x="1164" y="1098"/>
                </a:cubicBezTo>
                <a:lnTo>
                  <a:pt x="1164" y="1184"/>
                </a:lnTo>
                <a:cubicBezTo>
                  <a:pt x="1164" y="1264"/>
                  <a:pt x="1108" y="1322"/>
                  <a:pt x="1032" y="1322"/>
                </a:cubicBezTo>
                <a:cubicBezTo>
                  <a:pt x="1014" y="1322"/>
                  <a:pt x="997" y="1319"/>
                  <a:pt x="980" y="1313"/>
                </a:cubicBezTo>
                <a:lnTo>
                  <a:pt x="899" y="1284"/>
                </a:lnTo>
                <a:cubicBezTo>
                  <a:pt x="896" y="1283"/>
                  <a:pt x="893" y="1282"/>
                  <a:pt x="889" y="1282"/>
                </a:cubicBezTo>
                <a:cubicBezTo>
                  <a:pt x="872" y="1282"/>
                  <a:pt x="855" y="1291"/>
                  <a:pt x="849" y="1300"/>
                </a:cubicBezTo>
                <a:lnTo>
                  <a:pt x="799" y="1369"/>
                </a:lnTo>
                <a:cubicBezTo>
                  <a:pt x="771" y="1408"/>
                  <a:pt x="731" y="1429"/>
                  <a:pt x="687" y="1429"/>
                </a:cubicBezTo>
                <a:close/>
                <a:moveTo>
                  <a:pt x="693" y="375"/>
                </a:moveTo>
                <a:cubicBezTo>
                  <a:pt x="494" y="375"/>
                  <a:pt x="332" y="537"/>
                  <a:pt x="332" y="736"/>
                </a:cubicBezTo>
                <a:cubicBezTo>
                  <a:pt x="332" y="935"/>
                  <a:pt x="494" y="1097"/>
                  <a:pt x="693" y="1097"/>
                </a:cubicBezTo>
                <a:cubicBezTo>
                  <a:pt x="892" y="1097"/>
                  <a:pt x="1054" y="935"/>
                  <a:pt x="1054" y="736"/>
                </a:cubicBezTo>
                <a:cubicBezTo>
                  <a:pt x="1054" y="537"/>
                  <a:pt x="892" y="375"/>
                  <a:pt x="693" y="375"/>
                </a:cubicBezTo>
                <a:close/>
                <a:moveTo>
                  <a:pt x="693" y="1160"/>
                </a:moveTo>
                <a:cubicBezTo>
                  <a:pt x="459" y="1160"/>
                  <a:pt x="269" y="970"/>
                  <a:pt x="269" y="736"/>
                </a:cubicBezTo>
                <a:cubicBezTo>
                  <a:pt x="269" y="502"/>
                  <a:pt x="459" y="312"/>
                  <a:pt x="693" y="312"/>
                </a:cubicBezTo>
                <a:cubicBezTo>
                  <a:pt x="927" y="312"/>
                  <a:pt x="1117" y="502"/>
                  <a:pt x="1117" y="736"/>
                </a:cubicBezTo>
                <a:cubicBezTo>
                  <a:pt x="1117" y="970"/>
                  <a:pt x="927" y="1160"/>
                  <a:pt x="693" y="1160"/>
                </a:cubicBezTo>
                <a:close/>
                <a:moveTo>
                  <a:pt x="997" y="736"/>
                </a:moveTo>
                <a:cubicBezTo>
                  <a:pt x="997" y="904"/>
                  <a:pt x="861" y="1040"/>
                  <a:pt x="693" y="1040"/>
                </a:cubicBezTo>
                <a:cubicBezTo>
                  <a:pt x="525" y="1040"/>
                  <a:pt x="389" y="904"/>
                  <a:pt x="389" y="736"/>
                </a:cubicBezTo>
                <a:cubicBezTo>
                  <a:pt x="389" y="568"/>
                  <a:pt x="525" y="432"/>
                  <a:pt x="693" y="432"/>
                </a:cubicBezTo>
                <a:cubicBezTo>
                  <a:pt x="861" y="432"/>
                  <a:pt x="997" y="568"/>
                  <a:pt x="997" y="736"/>
                </a:cubicBezTo>
                <a:close/>
                <a:moveTo>
                  <a:pt x="1037" y="1406"/>
                </a:moveTo>
                <a:cubicBezTo>
                  <a:pt x="1035" y="1406"/>
                  <a:pt x="1033" y="1406"/>
                  <a:pt x="1032" y="1406"/>
                </a:cubicBezTo>
                <a:cubicBezTo>
                  <a:pt x="1004" y="1406"/>
                  <a:pt x="977" y="1402"/>
                  <a:pt x="951" y="1392"/>
                </a:cubicBezTo>
                <a:lnTo>
                  <a:pt x="900" y="1374"/>
                </a:lnTo>
                <a:lnTo>
                  <a:pt x="867" y="1418"/>
                </a:lnTo>
                <a:cubicBezTo>
                  <a:pt x="842" y="1454"/>
                  <a:pt x="809" y="1480"/>
                  <a:pt x="772" y="1495"/>
                </a:cubicBezTo>
                <a:lnTo>
                  <a:pt x="798" y="1917"/>
                </a:lnTo>
                <a:cubicBezTo>
                  <a:pt x="799" y="1951"/>
                  <a:pt x="816" y="1955"/>
                  <a:pt x="834" y="1926"/>
                </a:cubicBezTo>
                <a:lnTo>
                  <a:pt x="918" y="1789"/>
                </a:lnTo>
                <a:cubicBezTo>
                  <a:pt x="936" y="1760"/>
                  <a:pt x="970" y="1757"/>
                  <a:pt x="994" y="1781"/>
                </a:cubicBezTo>
                <a:lnTo>
                  <a:pt x="1167" y="1961"/>
                </a:lnTo>
                <a:cubicBezTo>
                  <a:pt x="1191" y="1986"/>
                  <a:pt x="1203" y="1979"/>
                  <a:pt x="1195" y="1946"/>
                </a:cubicBezTo>
                <a:cubicBezTo>
                  <a:pt x="1195" y="1946"/>
                  <a:pt x="1085" y="1571"/>
                  <a:pt x="1037" y="1406"/>
                </a:cubicBezTo>
                <a:close/>
                <a:moveTo>
                  <a:pt x="687" y="1513"/>
                </a:moveTo>
                <a:cubicBezTo>
                  <a:pt x="615" y="1513"/>
                  <a:pt x="548" y="1477"/>
                  <a:pt x="504" y="1413"/>
                </a:cubicBezTo>
                <a:lnTo>
                  <a:pt x="473" y="1368"/>
                </a:lnTo>
                <a:lnTo>
                  <a:pt x="420" y="1385"/>
                </a:lnTo>
                <a:cubicBezTo>
                  <a:pt x="397" y="1392"/>
                  <a:pt x="372" y="1396"/>
                  <a:pt x="348" y="1396"/>
                </a:cubicBezTo>
                <a:cubicBezTo>
                  <a:pt x="337" y="1396"/>
                  <a:pt x="327" y="1395"/>
                  <a:pt x="316" y="1394"/>
                </a:cubicBezTo>
                <a:cubicBezTo>
                  <a:pt x="272" y="1557"/>
                  <a:pt x="171" y="1931"/>
                  <a:pt x="169" y="1941"/>
                </a:cubicBezTo>
                <a:cubicBezTo>
                  <a:pt x="162" y="1976"/>
                  <a:pt x="183" y="2031"/>
                  <a:pt x="243" y="1994"/>
                </a:cubicBezTo>
                <a:cubicBezTo>
                  <a:pt x="252" y="1989"/>
                  <a:pt x="429" y="1844"/>
                  <a:pt x="429" y="1844"/>
                </a:cubicBezTo>
                <a:cubicBezTo>
                  <a:pt x="454" y="1821"/>
                  <a:pt x="477" y="1820"/>
                  <a:pt x="507" y="1847"/>
                </a:cubicBezTo>
                <a:lnTo>
                  <a:pt x="644" y="1968"/>
                </a:lnTo>
                <a:cubicBezTo>
                  <a:pt x="668" y="1990"/>
                  <a:pt x="706" y="1977"/>
                  <a:pt x="704" y="1943"/>
                </a:cubicBezTo>
                <a:lnTo>
                  <a:pt x="692" y="1513"/>
                </a:lnTo>
                <a:cubicBezTo>
                  <a:pt x="690" y="1513"/>
                  <a:pt x="689" y="1513"/>
                  <a:pt x="687" y="1513"/>
                </a:cubicBezTo>
                <a:close/>
              </a:path>
            </a:pathLst>
          </a:custGeom>
          <a:solidFill>
            <a:srgbClr val="006BBC"/>
          </a:solidFill>
          <a:ln w="9525">
            <a:noFill/>
          </a:ln>
        </p:spPr>
        <p:txBody>
          <a:bodyPr/>
          <a:lstStyle/>
          <a:p>
            <a:endParaRPr lang="zh-CN" altLang="en-US"/>
          </a:p>
        </p:txBody>
      </p:sp>
      <p:sp>
        <p:nvSpPr>
          <p:cNvPr id="1048686" name="TextBox 27"/>
          <p:cNvSpPr txBox="1"/>
          <p:nvPr/>
        </p:nvSpPr>
        <p:spPr>
          <a:xfrm>
            <a:off x="1012825" y="176213"/>
            <a:ext cx="3434081" cy="574040"/>
          </a:xfrm>
          <a:prstGeom prst="rect">
            <a:avLst/>
          </a:prstGeom>
          <a:noFill/>
          <a:ln w="9525">
            <a:noFill/>
          </a:ln>
        </p:spPr>
        <p:txBody>
          <a:bodyPr wrap="none" anchor="t">
            <a:spAutoFit/>
          </a:bodyPr>
          <a:lstStyle/>
          <a:p>
            <a:r>
              <a:rPr lang="zh-CN" altLang="en-US" sz="3200" dirty="0">
                <a:latin typeface="黑体" panose="02010609060101010101" pitchFamily="49" charset="-122"/>
                <a:ea typeface="黑体" panose="02010609060101010101" pitchFamily="49" charset="-122"/>
              </a:rPr>
              <a:t>一、图像分割概述</a:t>
            </a:r>
          </a:p>
        </p:txBody>
      </p:sp>
      <p:sp>
        <p:nvSpPr>
          <p:cNvPr id="1048687"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a:p>
        </p:txBody>
      </p:sp>
    </p:spTree>
  </p:cSld>
  <p:clrMapOvr>
    <a:masterClrMapping/>
  </p:clrMapOvr>
  <p:transition spd="slow" advTm="3804">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88" name="TextBox 4"/>
          <p:cNvSpPr txBox="1"/>
          <p:nvPr/>
        </p:nvSpPr>
        <p:spPr>
          <a:xfrm>
            <a:off x="1287942" y="1801882"/>
            <a:ext cx="1617241" cy="707886"/>
          </a:xfrm>
          <a:prstGeom prst="rect">
            <a:avLst/>
          </a:prstGeom>
          <a:solidFill>
            <a:srgbClr val="113E6A"/>
          </a:solidFill>
          <a:ln w="9525">
            <a:noFill/>
          </a:ln>
        </p:spPr>
        <p:txBody>
          <a:bodyPr wrap="square" anchor="t">
            <a:spAutoFit/>
          </a:bodyPr>
          <a:lstStyle/>
          <a:p>
            <a:pPr algn="ctr"/>
            <a:r>
              <a:rPr lang="zh-CN" altLang="en-US" sz="2000" dirty="0">
                <a:solidFill>
                  <a:schemeClr val="accent2"/>
                </a:solidFill>
                <a:latin typeface="微软雅黑" panose="020B0503020204020204" pitchFamily="34" charset="-122"/>
                <a:ea typeface="微软雅黑" panose="020B0503020204020204" pitchFamily="34" charset="-122"/>
              </a:rPr>
              <a:t>图像分割采用的特征</a:t>
            </a:r>
          </a:p>
        </p:txBody>
      </p:sp>
      <p:sp>
        <p:nvSpPr>
          <p:cNvPr id="1048689" name="椭圆 7"/>
          <p:cNvSpPr>
            <a:spLocks noChangeAspect="1"/>
          </p:cNvSpPr>
          <p:nvPr/>
        </p:nvSpPr>
        <p:spPr>
          <a:xfrm>
            <a:off x="3605807" y="1111250"/>
            <a:ext cx="417512" cy="417513"/>
          </a:xfrm>
          <a:prstGeom prst="ellipse">
            <a:avLst/>
          </a:prstGeom>
          <a:solidFill>
            <a:srgbClr val="113E6A"/>
          </a:solidFill>
          <a:ln w="9525">
            <a:noFill/>
          </a:ln>
        </p:spPr>
        <p:txBody>
          <a:bodyPr anchor="t"/>
          <a:lstStyle/>
          <a:p>
            <a:r>
              <a:rPr lang="en-US" altLang="zh-CN" sz="1600" b="1" dirty="0">
                <a:solidFill>
                  <a:schemeClr val="accent2"/>
                </a:solidFill>
                <a:latin typeface="微软雅黑" panose="020B0503020204020204" pitchFamily="34" charset="-122"/>
                <a:ea typeface="微软雅黑" panose="020B0503020204020204" pitchFamily="34" charset="-122"/>
              </a:rPr>
              <a:t>1</a:t>
            </a:r>
            <a:endParaRPr lang="zh-CN" altLang="en-US" sz="1600" b="1" dirty="0">
              <a:solidFill>
                <a:schemeClr val="accent2"/>
              </a:solidFill>
              <a:latin typeface="微软雅黑" panose="020B0503020204020204" pitchFamily="34" charset="-122"/>
              <a:ea typeface="微软雅黑" panose="020B0503020204020204" pitchFamily="34" charset="-122"/>
            </a:endParaRPr>
          </a:p>
        </p:txBody>
      </p:sp>
      <p:sp>
        <p:nvSpPr>
          <p:cNvPr id="1048690" name="椭圆 8"/>
          <p:cNvSpPr>
            <a:spLocks noChangeAspect="1"/>
          </p:cNvSpPr>
          <p:nvPr/>
        </p:nvSpPr>
        <p:spPr>
          <a:xfrm>
            <a:off x="3605807" y="1738313"/>
            <a:ext cx="417512" cy="417512"/>
          </a:xfrm>
          <a:prstGeom prst="ellipse">
            <a:avLst/>
          </a:prstGeom>
          <a:solidFill>
            <a:srgbClr val="113E6A"/>
          </a:solidFill>
          <a:ln w="9525">
            <a:noFill/>
          </a:ln>
        </p:spPr>
        <p:txBody>
          <a:bodyPr anchor="t"/>
          <a:lstStyle/>
          <a:p>
            <a:r>
              <a:rPr lang="en-US" altLang="zh-CN" sz="1600" b="1" dirty="0">
                <a:solidFill>
                  <a:schemeClr val="accent2"/>
                </a:solidFill>
                <a:latin typeface="微软雅黑" panose="020B0503020204020204" pitchFamily="34" charset="-122"/>
                <a:ea typeface="微软雅黑" panose="020B0503020204020204" pitchFamily="34" charset="-122"/>
              </a:rPr>
              <a:t>2</a:t>
            </a:r>
            <a:endParaRPr lang="zh-CN" altLang="en-US" sz="1600" b="1" dirty="0">
              <a:solidFill>
                <a:schemeClr val="accent2"/>
              </a:solidFill>
              <a:latin typeface="微软雅黑" panose="020B0503020204020204" pitchFamily="34" charset="-122"/>
              <a:ea typeface="微软雅黑" panose="020B0503020204020204" pitchFamily="34" charset="-122"/>
            </a:endParaRPr>
          </a:p>
        </p:txBody>
      </p:sp>
      <p:sp>
        <p:nvSpPr>
          <p:cNvPr id="1048691" name="椭圆 9"/>
          <p:cNvSpPr>
            <a:spLocks noChangeAspect="1"/>
          </p:cNvSpPr>
          <p:nvPr/>
        </p:nvSpPr>
        <p:spPr>
          <a:xfrm>
            <a:off x="3605807" y="2420938"/>
            <a:ext cx="417512" cy="417512"/>
          </a:xfrm>
          <a:prstGeom prst="ellipse">
            <a:avLst/>
          </a:prstGeom>
          <a:solidFill>
            <a:srgbClr val="113E6A"/>
          </a:solidFill>
          <a:ln w="9525">
            <a:noFill/>
          </a:ln>
        </p:spPr>
        <p:txBody>
          <a:bodyPr anchor="t"/>
          <a:lstStyle/>
          <a:p>
            <a:r>
              <a:rPr lang="en-US" altLang="zh-CN" sz="1600" b="1" dirty="0">
                <a:solidFill>
                  <a:schemeClr val="accent2"/>
                </a:solidFill>
                <a:latin typeface="微软雅黑" panose="020B0503020204020204" pitchFamily="34" charset="-122"/>
                <a:ea typeface="微软雅黑" panose="020B0503020204020204" pitchFamily="34" charset="-122"/>
              </a:rPr>
              <a:t>3</a:t>
            </a:r>
            <a:endParaRPr lang="zh-CN" altLang="en-US" sz="1600" b="1" dirty="0">
              <a:solidFill>
                <a:schemeClr val="accent2"/>
              </a:solidFill>
              <a:latin typeface="微软雅黑" panose="020B0503020204020204" pitchFamily="34" charset="-122"/>
              <a:ea typeface="微软雅黑" panose="020B0503020204020204" pitchFamily="34" charset="-122"/>
            </a:endParaRPr>
          </a:p>
        </p:txBody>
      </p:sp>
      <p:sp>
        <p:nvSpPr>
          <p:cNvPr id="1048692" name="TextBox 10"/>
          <p:cNvSpPr txBox="1"/>
          <p:nvPr/>
        </p:nvSpPr>
        <p:spPr>
          <a:xfrm>
            <a:off x="3988394" y="1033463"/>
            <a:ext cx="7294563" cy="553998"/>
          </a:xfrm>
          <a:prstGeom prst="rect">
            <a:avLst/>
          </a:prstGeom>
          <a:noFill/>
          <a:ln w="9525">
            <a:noFill/>
          </a:ln>
        </p:spPr>
        <p:txBody>
          <a:bodyPr anchor="t">
            <a:spAutoFit/>
          </a:bodyPr>
          <a:lstStyle/>
          <a:p>
            <a:pPr>
              <a:lnSpc>
                <a:spcPct val="150000"/>
              </a:lnSpc>
            </a:pPr>
            <a:r>
              <a:rPr lang="zh-CN" altLang="en-US" sz="2000" dirty="0">
                <a:solidFill>
                  <a:schemeClr val="accent1"/>
                </a:solidFill>
                <a:latin typeface="微软雅黑" panose="020B0503020204020204" pitchFamily="34" charset="-122"/>
                <a:ea typeface="微软雅黑" panose="020B0503020204020204" pitchFamily="34" charset="-122"/>
              </a:rPr>
              <a:t>图像灰度</a:t>
            </a:r>
          </a:p>
        </p:txBody>
      </p:sp>
      <p:sp>
        <p:nvSpPr>
          <p:cNvPr id="1048693" name="TextBox 11"/>
          <p:cNvSpPr txBox="1"/>
          <p:nvPr/>
        </p:nvSpPr>
        <p:spPr>
          <a:xfrm>
            <a:off x="3988394" y="1655724"/>
            <a:ext cx="7294563" cy="548639"/>
          </a:xfrm>
          <a:prstGeom prst="rect">
            <a:avLst/>
          </a:prstGeom>
          <a:noFill/>
          <a:ln w="9525">
            <a:noFill/>
          </a:ln>
        </p:spPr>
        <p:txBody>
          <a:bodyPr anchor="t">
            <a:spAutoFit/>
          </a:bodyPr>
          <a:lstStyle/>
          <a:p>
            <a:pPr>
              <a:lnSpc>
                <a:spcPct val="150000"/>
              </a:lnSpc>
            </a:pPr>
            <a:r>
              <a:rPr lang="zh-CN" altLang="en-US" sz="2000" dirty="0">
                <a:solidFill>
                  <a:schemeClr val="accent1"/>
                </a:solidFill>
                <a:latin typeface="微软雅黑" panose="020B0503020204020204" pitchFamily="34" charset="-122"/>
                <a:ea typeface="微软雅黑" panose="020B0503020204020204" pitchFamily="34" charset="-122"/>
              </a:rPr>
              <a:t>颜色</a:t>
            </a:r>
          </a:p>
        </p:txBody>
      </p:sp>
      <p:sp>
        <p:nvSpPr>
          <p:cNvPr id="1048694" name="TextBox 13"/>
          <p:cNvSpPr txBox="1"/>
          <p:nvPr/>
        </p:nvSpPr>
        <p:spPr>
          <a:xfrm>
            <a:off x="3988394" y="2335388"/>
            <a:ext cx="7294563" cy="548640"/>
          </a:xfrm>
          <a:prstGeom prst="rect">
            <a:avLst/>
          </a:prstGeom>
          <a:noFill/>
          <a:ln w="9525">
            <a:noFill/>
          </a:ln>
        </p:spPr>
        <p:txBody>
          <a:bodyPr anchor="t">
            <a:spAutoFit/>
          </a:bodyPr>
          <a:lstStyle/>
          <a:p>
            <a:pPr>
              <a:lnSpc>
                <a:spcPct val="150000"/>
              </a:lnSpc>
            </a:pPr>
            <a:r>
              <a:rPr lang="zh-CN" altLang="en-US" sz="2000" dirty="0">
                <a:solidFill>
                  <a:schemeClr val="accent1"/>
                </a:solidFill>
                <a:latin typeface="微软雅黑" panose="020B0503020204020204" pitchFamily="34" charset="-122"/>
                <a:ea typeface="微软雅黑" panose="020B0503020204020204" pitchFamily="34" charset="-122"/>
              </a:rPr>
              <a:t>纹理</a:t>
            </a:r>
          </a:p>
        </p:txBody>
      </p:sp>
      <p:sp>
        <p:nvSpPr>
          <p:cNvPr id="1048695" name="椭圆 14"/>
          <p:cNvSpPr>
            <a:spLocks noChangeAspect="1"/>
          </p:cNvSpPr>
          <p:nvPr/>
        </p:nvSpPr>
        <p:spPr>
          <a:xfrm>
            <a:off x="3605807" y="3049588"/>
            <a:ext cx="417512" cy="419100"/>
          </a:xfrm>
          <a:prstGeom prst="ellipse">
            <a:avLst/>
          </a:prstGeom>
          <a:solidFill>
            <a:srgbClr val="113E6A"/>
          </a:solidFill>
          <a:ln w="9525">
            <a:noFill/>
          </a:ln>
        </p:spPr>
        <p:txBody>
          <a:bodyPr anchor="t"/>
          <a:lstStyle/>
          <a:p>
            <a:r>
              <a:rPr lang="en-US" altLang="zh-CN" sz="1600" b="1" dirty="0">
                <a:solidFill>
                  <a:schemeClr val="accent2"/>
                </a:solidFill>
                <a:latin typeface="微软雅黑" panose="020B0503020204020204" pitchFamily="34" charset="-122"/>
                <a:ea typeface="微软雅黑" panose="020B0503020204020204" pitchFamily="34" charset="-122"/>
              </a:rPr>
              <a:t>4</a:t>
            </a:r>
            <a:endParaRPr lang="zh-CN" altLang="en-US" sz="1600" b="1" dirty="0">
              <a:solidFill>
                <a:schemeClr val="accent2"/>
              </a:solidFill>
              <a:latin typeface="微软雅黑" panose="020B0503020204020204" pitchFamily="34" charset="-122"/>
              <a:ea typeface="微软雅黑" panose="020B0503020204020204" pitchFamily="34" charset="-122"/>
            </a:endParaRPr>
          </a:p>
        </p:txBody>
      </p:sp>
      <p:sp>
        <p:nvSpPr>
          <p:cNvPr id="1048696" name="TextBox 15"/>
          <p:cNvSpPr txBox="1"/>
          <p:nvPr/>
        </p:nvSpPr>
        <p:spPr>
          <a:xfrm>
            <a:off x="3988394" y="2981325"/>
            <a:ext cx="7294563" cy="548639"/>
          </a:xfrm>
          <a:prstGeom prst="rect">
            <a:avLst/>
          </a:prstGeom>
          <a:noFill/>
          <a:ln w="9525">
            <a:noFill/>
          </a:ln>
        </p:spPr>
        <p:txBody>
          <a:bodyPr anchor="t">
            <a:spAutoFit/>
          </a:bodyPr>
          <a:lstStyle/>
          <a:p>
            <a:pPr>
              <a:lnSpc>
                <a:spcPct val="150000"/>
              </a:lnSpc>
            </a:pPr>
            <a:r>
              <a:rPr lang="zh-CN" altLang="en-US" sz="2000" dirty="0">
                <a:solidFill>
                  <a:schemeClr val="accent1"/>
                </a:solidFill>
                <a:latin typeface="微软雅黑" panose="020B0503020204020204" pitchFamily="34" charset="-122"/>
                <a:ea typeface="微软雅黑" panose="020B0503020204020204" pitchFamily="34" charset="-122"/>
              </a:rPr>
              <a:t>局部统计特征</a:t>
            </a:r>
          </a:p>
        </p:txBody>
      </p:sp>
      <p:cxnSp>
        <p:nvCxnSpPr>
          <p:cNvPr id="3145730" name="直接连接符 20"/>
          <p:cNvCxnSpPr>
            <a:cxnSpLocks/>
          </p:cNvCxnSpPr>
          <p:nvPr/>
        </p:nvCxnSpPr>
        <p:spPr>
          <a:xfrm>
            <a:off x="3337519" y="1033463"/>
            <a:ext cx="0" cy="3240000"/>
          </a:xfrm>
          <a:prstGeom prst="line">
            <a:avLst/>
          </a:prstGeom>
          <a:ln w="9525" cap="flat" cmpd="sng">
            <a:solidFill>
              <a:schemeClr val="accent1"/>
            </a:solidFill>
            <a:prstDash val="solid"/>
            <a:round/>
            <a:headEnd type="none" w="med" len="med"/>
            <a:tailEnd type="none" w="med" len="med"/>
          </a:ln>
        </p:spPr>
      </p:cxnSp>
      <p:sp>
        <p:nvSpPr>
          <p:cNvPr id="1048697" name="椭圆 14"/>
          <p:cNvSpPr>
            <a:spLocks noChangeAspect="1"/>
          </p:cNvSpPr>
          <p:nvPr/>
        </p:nvSpPr>
        <p:spPr>
          <a:xfrm>
            <a:off x="3605807" y="3679826"/>
            <a:ext cx="417512" cy="419100"/>
          </a:xfrm>
          <a:prstGeom prst="ellipse">
            <a:avLst/>
          </a:prstGeom>
          <a:solidFill>
            <a:srgbClr val="113E6A"/>
          </a:solidFill>
          <a:ln w="9525">
            <a:noFill/>
          </a:ln>
        </p:spPr>
        <p:txBody>
          <a:bodyPr anchor="t"/>
          <a:lstStyle/>
          <a:p>
            <a:r>
              <a:rPr lang="en-US" altLang="zh-CN" sz="1600" b="1" dirty="0">
                <a:solidFill>
                  <a:schemeClr val="accent2"/>
                </a:solidFill>
                <a:latin typeface="微软雅黑" panose="020B0503020204020204" pitchFamily="34" charset="-122"/>
                <a:ea typeface="微软雅黑" panose="020B0503020204020204" pitchFamily="34" charset="-122"/>
              </a:rPr>
              <a:t>5</a:t>
            </a:r>
            <a:endParaRPr lang="zh-CN" altLang="en-US" sz="1600" b="1" dirty="0">
              <a:solidFill>
                <a:schemeClr val="accent2"/>
              </a:solidFill>
              <a:latin typeface="微软雅黑" panose="020B0503020204020204" pitchFamily="34" charset="-122"/>
              <a:ea typeface="微软雅黑" panose="020B0503020204020204" pitchFamily="34" charset="-122"/>
            </a:endParaRPr>
          </a:p>
        </p:txBody>
      </p:sp>
      <p:sp>
        <p:nvSpPr>
          <p:cNvPr id="1048698" name="TextBox 15"/>
          <p:cNvSpPr txBox="1"/>
          <p:nvPr/>
        </p:nvSpPr>
        <p:spPr>
          <a:xfrm>
            <a:off x="3988394" y="3611563"/>
            <a:ext cx="7294563" cy="548639"/>
          </a:xfrm>
          <a:prstGeom prst="rect">
            <a:avLst/>
          </a:prstGeom>
          <a:noFill/>
          <a:ln w="9525">
            <a:noFill/>
          </a:ln>
        </p:spPr>
        <p:txBody>
          <a:bodyPr anchor="t">
            <a:spAutoFit/>
          </a:bodyPr>
          <a:lstStyle/>
          <a:p>
            <a:pPr>
              <a:lnSpc>
                <a:spcPct val="150000"/>
              </a:lnSpc>
            </a:pPr>
            <a:r>
              <a:rPr lang="zh-CN" altLang="en-US" sz="2000" dirty="0">
                <a:solidFill>
                  <a:schemeClr val="accent1"/>
                </a:solidFill>
                <a:latin typeface="微软雅黑" panose="020B0503020204020204" pitchFamily="34" charset="-122"/>
                <a:ea typeface="微软雅黑" panose="020B0503020204020204" pitchFamily="34" charset="-122"/>
              </a:rPr>
              <a:t>频谱特征</a:t>
            </a:r>
          </a:p>
        </p:txBody>
      </p:sp>
      <p:sp>
        <p:nvSpPr>
          <p:cNvPr id="1048699" name="TextBox 15"/>
          <p:cNvSpPr txBox="1"/>
          <p:nvPr/>
        </p:nvSpPr>
        <p:spPr>
          <a:xfrm>
            <a:off x="1012825" y="4647248"/>
            <a:ext cx="9427791" cy="1477328"/>
          </a:xfrm>
          <a:prstGeom prst="rect">
            <a:avLst/>
          </a:prstGeom>
          <a:noFill/>
          <a:ln w="9525">
            <a:noFill/>
          </a:ln>
        </p:spPr>
        <p:txBody>
          <a:bodyPr wrap="square" anchor="t">
            <a:spAutoFit/>
          </a:bodyPr>
          <a:lstStyle/>
          <a:p>
            <a:pPr>
              <a:lnSpc>
                <a:spcPct val="150000"/>
              </a:lnSpc>
            </a:pPr>
            <a:r>
              <a:rPr lang="zh-CN" altLang="en-US" sz="2000" dirty="0">
                <a:solidFill>
                  <a:schemeClr val="accent1"/>
                </a:solidFill>
                <a:latin typeface="微软雅黑" panose="020B0503020204020204" pitchFamily="34" charset="-122"/>
                <a:ea typeface="微软雅黑" panose="020B0503020204020204" pitchFamily="34" charset="-122"/>
              </a:rPr>
              <a:t>利用这些特征差别可以区分图像中不同目标的物体。</a:t>
            </a:r>
            <a:endParaRPr lang="en-US" altLang="zh-CN" sz="2000" dirty="0">
              <a:solidFill>
                <a:schemeClr val="accent1"/>
              </a:solidFill>
              <a:latin typeface="微软雅黑" panose="020B0503020204020204" pitchFamily="34" charset="-122"/>
              <a:ea typeface="微软雅黑" panose="020B0503020204020204" pitchFamily="34" charset="-122"/>
            </a:endParaRPr>
          </a:p>
          <a:p>
            <a:pPr>
              <a:lnSpc>
                <a:spcPct val="150000"/>
              </a:lnSpc>
            </a:pPr>
            <a:r>
              <a:rPr lang="zh-CN" altLang="en-US" sz="2000" dirty="0">
                <a:solidFill>
                  <a:schemeClr val="accent1"/>
                </a:solidFill>
                <a:latin typeface="微软雅黑" panose="020B0503020204020204" pitchFamily="34" charset="-122"/>
                <a:ea typeface="微软雅黑" panose="020B0503020204020204" pitchFamily="34" charset="-122"/>
              </a:rPr>
              <a:t>既然我们只能利用图像信息中某些部分特征分割区域，因此各种方法必然带有局限性和针对性，只能针对各种实际应用领域的需求来选择合适的分割方法。</a:t>
            </a:r>
          </a:p>
        </p:txBody>
      </p:sp>
      <p:sp>
        <p:nvSpPr>
          <p:cNvPr id="1048700" name="TextBox 27"/>
          <p:cNvSpPr txBox="1"/>
          <p:nvPr/>
        </p:nvSpPr>
        <p:spPr>
          <a:xfrm>
            <a:off x="1012825" y="176213"/>
            <a:ext cx="3434081" cy="574040"/>
          </a:xfrm>
          <a:prstGeom prst="rect">
            <a:avLst/>
          </a:prstGeom>
          <a:noFill/>
          <a:ln w="9525">
            <a:noFill/>
          </a:ln>
        </p:spPr>
        <p:txBody>
          <a:bodyPr wrap="none" anchor="t">
            <a:spAutoFit/>
          </a:bodyPr>
          <a:lstStyle/>
          <a:p>
            <a:r>
              <a:rPr lang="zh-CN" altLang="en-US" sz="3200" dirty="0">
                <a:latin typeface="黑体" panose="02010609060101010101" pitchFamily="49" charset="-122"/>
                <a:ea typeface="黑体" panose="02010609060101010101" pitchFamily="49" charset="-122"/>
              </a:rPr>
              <a:t>一、图像分割概述</a:t>
            </a:r>
          </a:p>
        </p:txBody>
      </p:sp>
      <p:sp>
        <p:nvSpPr>
          <p:cNvPr id="1048701"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a:p>
        </p:txBody>
      </p:sp>
    </p:spTree>
  </p:cSld>
  <p:clrMapOvr>
    <a:masterClrMapping/>
  </p:clrMapOvr>
  <p:transition spd="slow" advTm="3804">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145731" name="直接连接符 4"/>
          <p:cNvCxnSpPr>
            <a:cxnSpLocks/>
          </p:cNvCxnSpPr>
          <p:nvPr/>
        </p:nvCxnSpPr>
        <p:spPr>
          <a:xfrm>
            <a:off x="5631905" y="2565072"/>
            <a:ext cx="0" cy="1440000"/>
          </a:xfrm>
          <a:prstGeom prst="line">
            <a:avLst/>
          </a:prstGeom>
          <a:ln w="9525" cap="flat" cmpd="sng">
            <a:solidFill>
              <a:schemeClr val="accent1"/>
            </a:solidFill>
            <a:prstDash val="solid"/>
            <a:round/>
            <a:headEnd type="none" w="med" len="med"/>
            <a:tailEnd type="none" w="med" len="med"/>
          </a:ln>
        </p:spPr>
      </p:cxnSp>
      <p:cxnSp>
        <p:nvCxnSpPr>
          <p:cNvPr id="3145732" name="直接连接符 5"/>
          <p:cNvCxnSpPr>
            <a:cxnSpLocks/>
          </p:cNvCxnSpPr>
          <p:nvPr/>
        </p:nvCxnSpPr>
        <p:spPr>
          <a:xfrm>
            <a:off x="5631905" y="4509288"/>
            <a:ext cx="0" cy="1512000"/>
          </a:xfrm>
          <a:prstGeom prst="line">
            <a:avLst/>
          </a:prstGeom>
          <a:ln w="9525" cap="flat" cmpd="sng">
            <a:solidFill>
              <a:schemeClr val="accent1"/>
            </a:solidFill>
            <a:prstDash val="solid"/>
            <a:round/>
            <a:headEnd type="none" w="med" len="med"/>
            <a:tailEnd type="none" w="med" len="med"/>
          </a:ln>
        </p:spPr>
      </p:cxnSp>
      <p:sp>
        <p:nvSpPr>
          <p:cNvPr id="1048702" name="TextBox 9"/>
          <p:cNvSpPr txBox="1"/>
          <p:nvPr/>
        </p:nvSpPr>
        <p:spPr>
          <a:xfrm>
            <a:off x="1654757" y="3887854"/>
            <a:ext cx="3729498" cy="548640"/>
          </a:xfrm>
          <a:prstGeom prst="rect">
            <a:avLst/>
          </a:prstGeom>
          <a:noFill/>
          <a:ln w="9525">
            <a:noFill/>
          </a:ln>
        </p:spPr>
        <p:txBody>
          <a:bodyPr wrap="square" anchor="t">
            <a:spAutoFit/>
          </a:bodyPr>
          <a:lstStyle/>
          <a:p>
            <a:pPr>
              <a:lnSpc>
                <a:spcPct val="150000"/>
              </a:lnSpc>
            </a:pPr>
            <a:r>
              <a:rPr lang="zh-CN" altLang="en-US" sz="2000" dirty="0">
                <a:latin typeface="微软雅黑" panose="020B0503020204020204" pitchFamily="34" charset="-122"/>
                <a:ea typeface="微软雅黑" panose="020B0503020204020204" pitchFamily="34" charset="-122"/>
              </a:rPr>
              <a:t>面向整体区域的整体分割</a:t>
            </a:r>
            <a:endParaRPr lang="en-US" altLang="zh-CN" sz="2000" dirty="0">
              <a:latin typeface="微软雅黑" panose="020B0503020204020204" pitchFamily="34" charset="-122"/>
              <a:ea typeface="微软雅黑" panose="020B0503020204020204" pitchFamily="34" charset="-122"/>
            </a:endParaRPr>
          </a:p>
        </p:txBody>
      </p:sp>
      <p:sp>
        <p:nvSpPr>
          <p:cNvPr id="1048703" name="TextBox 10"/>
          <p:cNvSpPr txBox="1"/>
          <p:nvPr/>
        </p:nvSpPr>
        <p:spPr>
          <a:xfrm>
            <a:off x="6622505" y="3887854"/>
            <a:ext cx="4003467" cy="548640"/>
          </a:xfrm>
          <a:prstGeom prst="rect">
            <a:avLst/>
          </a:prstGeom>
          <a:noFill/>
          <a:ln w="9525">
            <a:noFill/>
          </a:ln>
        </p:spPr>
        <p:txBody>
          <a:bodyPr wrap="square" anchor="t">
            <a:spAutoFit/>
          </a:bodyPr>
          <a:lstStyle/>
          <a:p>
            <a:pPr>
              <a:lnSpc>
                <a:spcPct val="150000"/>
              </a:lnSpc>
            </a:pPr>
            <a:r>
              <a:rPr lang="zh-CN" altLang="en-US" sz="2000" dirty="0">
                <a:latin typeface="微软雅黑" panose="020B0503020204020204" pitchFamily="34" charset="-122"/>
                <a:ea typeface="微软雅黑" panose="020B0503020204020204" pitchFamily="34" charset="-122"/>
              </a:rPr>
              <a:t>面向边缘的部分分割</a:t>
            </a:r>
          </a:p>
        </p:txBody>
      </p:sp>
      <p:grpSp>
        <p:nvGrpSpPr>
          <p:cNvPr id="136" name="组合 1"/>
          <p:cNvGrpSpPr/>
          <p:nvPr/>
        </p:nvGrpSpPr>
        <p:grpSpPr>
          <a:xfrm>
            <a:off x="5136605" y="3739549"/>
            <a:ext cx="990600" cy="990600"/>
            <a:chOff x="5314950" y="3235325"/>
            <a:chExt cx="990600" cy="990600"/>
          </a:xfrm>
        </p:grpSpPr>
        <p:sp>
          <p:nvSpPr>
            <p:cNvPr id="1048704" name="椭圆 6"/>
            <p:cNvSpPr/>
            <p:nvPr/>
          </p:nvSpPr>
          <p:spPr>
            <a:xfrm>
              <a:off x="5314950" y="3235325"/>
              <a:ext cx="990600" cy="990600"/>
            </a:xfrm>
            <a:prstGeom prst="ellipse">
              <a:avLst/>
            </a:prstGeom>
            <a:solidFill>
              <a:srgbClr val="006BBC"/>
            </a:solidFill>
            <a:ln w="9525" cap="flat" cmpd="sng">
              <a:solidFill>
                <a:srgbClr val="F8F8F8"/>
              </a:solidFill>
              <a:prstDash val="solid"/>
              <a:round/>
              <a:headEnd type="none" w="med" len="med"/>
              <a:tailEnd type="none" w="med" len="med"/>
            </a:ln>
          </p:spPr>
          <p:txBody>
            <a:bodyPr anchor="t"/>
            <a:lstStyle/>
            <a:p>
              <a:endParaRPr lang="zh-CN" altLang="en-US" dirty="0">
                <a:solidFill>
                  <a:schemeClr val="accent1"/>
                </a:solidFill>
                <a:latin typeface="Arial" panose="020B0604020202020204" pitchFamily="34" charset="0"/>
                <a:ea typeface="宋体" panose="02010600030101010101" pitchFamily="2" charset="-122"/>
              </a:endParaRPr>
            </a:p>
          </p:txBody>
        </p:sp>
        <p:sp>
          <p:nvSpPr>
            <p:cNvPr id="1048705" name="TextBox 20"/>
            <p:cNvSpPr txBox="1"/>
            <p:nvPr/>
          </p:nvSpPr>
          <p:spPr>
            <a:xfrm>
              <a:off x="5362663" y="3483493"/>
              <a:ext cx="942887" cy="523220"/>
            </a:xfrm>
            <a:prstGeom prst="rect">
              <a:avLst/>
            </a:prstGeom>
            <a:noFill/>
            <a:ln w="9525">
              <a:noFill/>
            </a:ln>
          </p:spPr>
          <p:txBody>
            <a:bodyPr wrap="none" anchor="t">
              <a:spAutoFit/>
            </a:bodyPr>
            <a:lstStyle/>
            <a:p>
              <a:r>
                <a:rPr lang="en-US" altLang="zh-CN" sz="2800" dirty="0">
                  <a:solidFill>
                    <a:schemeClr val="accent2"/>
                  </a:solidFill>
                  <a:latin typeface="Arial" panose="020B0604020202020204" pitchFamily="34" charset="0"/>
                  <a:ea typeface="宋体" panose="02010600030101010101" pitchFamily="2" charset="-122"/>
                </a:rPr>
                <a:t>AND</a:t>
              </a:r>
              <a:endParaRPr lang="zh-CN" altLang="en-US" sz="2800" dirty="0">
                <a:solidFill>
                  <a:schemeClr val="accent2"/>
                </a:solidFill>
                <a:latin typeface="Arial" panose="020B0604020202020204" pitchFamily="34" charset="0"/>
                <a:ea typeface="宋体" panose="02010600030101010101" pitchFamily="2" charset="-122"/>
              </a:endParaRPr>
            </a:p>
          </p:txBody>
        </p:sp>
      </p:grpSp>
      <p:sp>
        <p:nvSpPr>
          <p:cNvPr id="1048706" name="矩形 16"/>
          <p:cNvSpPr/>
          <p:nvPr/>
        </p:nvSpPr>
        <p:spPr>
          <a:xfrm>
            <a:off x="1172617" y="1223063"/>
            <a:ext cx="9518650" cy="1269833"/>
          </a:xfrm>
          <a:prstGeom prst="rect">
            <a:avLst/>
          </a:prstGeom>
          <a:solidFill>
            <a:schemeClr val="tx2"/>
          </a:solidFill>
          <a:ln w="9525" cap="flat" cmpd="sng">
            <a:solidFill>
              <a:schemeClr val="bg2"/>
            </a:solidFill>
            <a:prstDash val="solid"/>
            <a:miter/>
            <a:headEnd type="none" w="med" len="med"/>
            <a:tailEnd type="none" w="med" len="med"/>
          </a:ln>
        </p:spPr>
        <p:txBody>
          <a:bodyPr anchor="t"/>
          <a:lstStyle/>
          <a:p>
            <a:endParaRPr lang="zh-CN" altLang="en-US" dirty="0">
              <a:latin typeface="Arial" panose="020B0604020202020204" pitchFamily="34" charset="0"/>
              <a:ea typeface="宋体" panose="02010600030101010101" pitchFamily="2" charset="-122"/>
            </a:endParaRPr>
          </a:p>
        </p:txBody>
      </p:sp>
      <p:sp>
        <p:nvSpPr>
          <p:cNvPr id="1048707" name="TextBox 17"/>
          <p:cNvSpPr txBox="1"/>
          <p:nvPr/>
        </p:nvSpPr>
        <p:spPr>
          <a:xfrm>
            <a:off x="2127026" y="1342125"/>
            <a:ext cx="8564242" cy="1015663"/>
          </a:xfrm>
          <a:prstGeom prst="rect">
            <a:avLst/>
          </a:prstGeom>
          <a:noFill/>
          <a:ln w="9525">
            <a:noFill/>
          </a:ln>
        </p:spPr>
        <p:txBody>
          <a:bodyPr wrap="square" anchor="t">
            <a:spAutoFit/>
          </a:bodyPr>
          <a:lstStyle/>
          <a:p>
            <a:pPr>
              <a:lnSpc>
                <a:spcPct val="150000"/>
              </a:lnSpc>
            </a:pPr>
            <a:r>
              <a:rPr lang="zh-CN" altLang="en-US" sz="2000" dirty="0">
                <a:latin typeface="微软雅黑" panose="020B0503020204020204" pitchFamily="34" charset="-122"/>
                <a:ea typeface="微软雅黑" panose="020B0503020204020204" pitchFamily="34" charset="-122"/>
              </a:rPr>
              <a:t>从图像分割的处理对象这一角度来看，可以将这一问题划分为两个基本类型的分割问题</a:t>
            </a:r>
            <a:endParaRPr lang="en-US" altLang="zh-CN" sz="2000" dirty="0">
              <a:latin typeface="微软雅黑" panose="020B0503020204020204" pitchFamily="34" charset="-122"/>
              <a:ea typeface="微软雅黑" panose="020B0503020204020204" pitchFamily="34" charset="-122"/>
            </a:endParaRPr>
          </a:p>
        </p:txBody>
      </p:sp>
      <p:sp>
        <p:nvSpPr>
          <p:cNvPr id="1048708" name="Freeform 7"/>
          <p:cNvSpPr>
            <a:spLocks noEditPoints="1"/>
          </p:cNvSpPr>
          <p:nvPr/>
        </p:nvSpPr>
        <p:spPr>
          <a:xfrm>
            <a:off x="1345853" y="1304369"/>
            <a:ext cx="506489" cy="684471"/>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0" t="0" r="0" b="0"/>
            <a:pathLst>
              <a:path w="1391" h="2031">
                <a:moveTo>
                  <a:pt x="485" y="1171"/>
                </a:moveTo>
                <a:cubicBezTo>
                  <a:pt x="536" y="1171"/>
                  <a:pt x="586" y="1197"/>
                  <a:pt x="613" y="1236"/>
                </a:cubicBezTo>
                <a:lnTo>
                  <a:pt x="661" y="1306"/>
                </a:lnTo>
                <a:cubicBezTo>
                  <a:pt x="676" y="1328"/>
                  <a:pt x="698" y="1329"/>
                  <a:pt x="714" y="1307"/>
                </a:cubicBezTo>
                <a:lnTo>
                  <a:pt x="764" y="1238"/>
                </a:lnTo>
                <a:cubicBezTo>
                  <a:pt x="791" y="1201"/>
                  <a:pt x="840" y="1177"/>
                  <a:pt x="889" y="1177"/>
                </a:cubicBezTo>
                <a:cubicBezTo>
                  <a:pt x="905" y="1177"/>
                  <a:pt x="920" y="1180"/>
                  <a:pt x="934" y="1185"/>
                </a:cubicBezTo>
                <a:lnTo>
                  <a:pt x="1015" y="1214"/>
                </a:lnTo>
                <a:cubicBezTo>
                  <a:pt x="1021" y="1216"/>
                  <a:pt x="1026" y="1217"/>
                  <a:pt x="1032" y="1217"/>
                </a:cubicBezTo>
                <a:cubicBezTo>
                  <a:pt x="1055" y="1217"/>
                  <a:pt x="1058" y="1196"/>
                  <a:pt x="1058" y="1184"/>
                </a:cubicBezTo>
                <a:lnTo>
                  <a:pt x="1058" y="1098"/>
                </a:lnTo>
                <a:cubicBezTo>
                  <a:pt x="1059" y="1035"/>
                  <a:pt x="1106" y="972"/>
                  <a:pt x="1166" y="955"/>
                </a:cubicBezTo>
                <a:lnTo>
                  <a:pt x="1248" y="930"/>
                </a:lnTo>
                <a:cubicBezTo>
                  <a:pt x="1260" y="927"/>
                  <a:pt x="1269" y="920"/>
                  <a:pt x="1272" y="911"/>
                </a:cubicBezTo>
                <a:cubicBezTo>
                  <a:pt x="1275" y="903"/>
                  <a:pt x="1272" y="891"/>
                  <a:pt x="1265" y="881"/>
                </a:cubicBezTo>
                <a:lnTo>
                  <a:pt x="1214" y="811"/>
                </a:lnTo>
                <a:cubicBezTo>
                  <a:pt x="1178" y="761"/>
                  <a:pt x="1179" y="683"/>
                  <a:pt x="1217" y="633"/>
                </a:cubicBezTo>
                <a:lnTo>
                  <a:pt x="1269" y="565"/>
                </a:lnTo>
                <a:cubicBezTo>
                  <a:pt x="1277" y="554"/>
                  <a:pt x="1280" y="543"/>
                  <a:pt x="1278" y="534"/>
                </a:cubicBezTo>
                <a:cubicBezTo>
                  <a:pt x="1275" y="526"/>
                  <a:pt x="1266" y="519"/>
                  <a:pt x="1254" y="515"/>
                </a:cubicBezTo>
                <a:lnTo>
                  <a:pt x="1172" y="488"/>
                </a:lnTo>
                <a:cubicBezTo>
                  <a:pt x="1113" y="469"/>
                  <a:pt x="1068" y="405"/>
                  <a:pt x="1069" y="342"/>
                </a:cubicBezTo>
                <a:lnTo>
                  <a:pt x="1072" y="256"/>
                </a:lnTo>
                <a:cubicBezTo>
                  <a:pt x="1072" y="245"/>
                  <a:pt x="1069" y="235"/>
                  <a:pt x="1063" y="229"/>
                </a:cubicBezTo>
                <a:cubicBezTo>
                  <a:pt x="1058" y="223"/>
                  <a:pt x="1050" y="222"/>
                  <a:pt x="1044" y="222"/>
                </a:cubicBezTo>
                <a:cubicBezTo>
                  <a:pt x="1040" y="222"/>
                  <a:pt x="1035" y="223"/>
                  <a:pt x="1030" y="225"/>
                </a:cubicBezTo>
                <a:lnTo>
                  <a:pt x="948" y="251"/>
                </a:lnTo>
                <a:cubicBezTo>
                  <a:pt x="935" y="256"/>
                  <a:pt x="921" y="258"/>
                  <a:pt x="906" y="258"/>
                </a:cubicBezTo>
                <a:cubicBezTo>
                  <a:pt x="855" y="258"/>
                  <a:pt x="805" y="232"/>
                  <a:pt x="779" y="194"/>
                </a:cubicBezTo>
                <a:lnTo>
                  <a:pt x="730" y="123"/>
                </a:lnTo>
                <a:cubicBezTo>
                  <a:pt x="723" y="112"/>
                  <a:pt x="713" y="105"/>
                  <a:pt x="704" y="105"/>
                </a:cubicBezTo>
                <a:cubicBezTo>
                  <a:pt x="693" y="105"/>
                  <a:pt x="689" y="105"/>
                  <a:pt x="680" y="119"/>
                </a:cubicBezTo>
                <a:lnTo>
                  <a:pt x="678" y="123"/>
                </a:lnTo>
                <a:cubicBezTo>
                  <a:pt x="657" y="156"/>
                  <a:pt x="629" y="197"/>
                  <a:pt x="606" y="220"/>
                </a:cubicBezTo>
                <a:cubicBezTo>
                  <a:pt x="591" y="234"/>
                  <a:pt x="568" y="252"/>
                  <a:pt x="537" y="252"/>
                </a:cubicBezTo>
                <a:cubicBezTo>
                  <a:pt x="529" y="252"/>
                  <a:pt x="522" y="251"/>
                  <a:pt x="516" y="250"/>
                </a:cubicBezTo>
                <a:lnTo>
                  <a:pt x="509" y="250"/>
                </a:lnTo>
                <a:lnTo>
                  <a:pt x="503" y="246"/>
                </a:lnTo>
                <a:cubicBezTo>
                  <a:pt x="493" y="243"/>
                  <a:pt x="479" y="239"/>
                  <a:pt x="464" y="235"/>
                </a:cubicBezTo>
                <a:cubicBezTo>
                  <a:pt x="442" y="229"/>
                  <a:pt x="406" y="218"/>
                  <a:pt x="399" y="217"/>
                </a:cubicBezTo>
                <a:cubicBezTo>
                  <a:pt x="383" y="213"/>
                  <a:pt x="366" y="211"/>
                  <a:pt x="361" y="211"/>
                </a:cubicBezTo>
                <a:cubicBezTo>
                  <a:pt x="340" y="211"/>
                  <a:pt x="333" y="229"/>
                  <a:pt x="333" y="246"/>
                </a:cubicBezTo>
                <a:lnTo>
                  <a:pt x="333" y="331"/>
                </a:lnTo>
                <a:cubicBezTo>
                  <a:pt x="333" y="394"/>
                  <a:pt x="286" y="457"/>
                  <a:pt x="226" y="475"/>
                </a:cubicBezTo>
                <a:lnTo>
                  <a:pt x="144" y="499"/>
                </a:lnTo>
                <a:cubicBezTo>
                  <a:pt x="131" y="502"/>
                  <a:pt x="122" y="510"/>
                  <a:pt x="119" y="518"/>
                </a:cubicBezTo>
                <a:cubicBezTo>
                  <a:pt x="116" y="526"/>
                  <a:pt x="119" y="538"/>
                  <a:pt x="127" y="548"/>
                </a:cubicBezTo>
                <a:lnTo>
                  <a:pt x="177" y="618"/>
                </a:lnTo>
                <a:cubicBezTo>
                  <a:pt x="214" y="668"/>
                  <a:pt x="213" y="747"/>
                  <a:pt x="175" y="796"/>
                </a:cubicBezTo>
                <a:lnTo>
                  <a:pt x="122" y="864"/>
                </a:lnTo>
                <a:cubicBezTo>
                  <a:pt x="114" y="875"/>
                  <a:pt x="111" y="886"/>
                  <a:pt x="114" y="894"/>
                </a:cubicBezTo>
                <a:cubicBezTo>
                  <a:pt x="116" y="903"/>
                  <a:pt x="126" y="911"/>
                  <a:pt x="138" y="915"/>
                </a:cubicBezTo>
                <a:lnTo>
                  <a:pt x="219" y="941"/>
                </a:lnTo>
                <a:cubicBezTo>
                  <a:pt x="279" y="961"/>
                  <a:pt x="324" y="1025"/>
                  <a:pt x="322" y="1087"/>
                </a:cubicBezTo>
                <a:lnTo>
                  <a:pt x="320" y="1173"/>
                </a:lnTo>
                <a:cubicBezTo>
                  <a:pt x="320" y="1184"/>
                  <a:pt x="322" y="1194"/>
                  <a:pt x="328" y="1200"/>
                </a:cubicBezTo>
                <a:cubicBezTo>
                  <a:pt x="334" y="1206"/>
                  <a:pt x="341" y="1207"/>
                  <a:pt x="347" y="1207"/>
                </a:cubicBezTo>
                <a:cubicBezTo>
                  <a:pt x="352" y="1207"/>
                  <a:pt x="357" y="1206"/>
                  <a:pt x="362" y="1204"/>
                </a:cubicBezTo>
                <a:lnTo>
                  <a:pt x="443" y="1178"/>
                </a:lnTo>
                <a:cubicBezTo>
                  <a:pt x="458" y="1174"/>
                  <a:pt x="471" y="1171"/>
                  <a:pt x="485" y="1171"/>
                </a:cubicBezTo>
                <a:close/>
                <a:moveTo>
                  <a:pt x="687" y="1429"/>
                </a:moveTo>
                <a:cubicBezTo>
                  <a:pt x="643" y="1429"/>
                  <a:pt x="602" y="1406"/>
                  <a:pt x="574" y="1366"/>
                </a:cubicBezTo>
                <a:lnTo>
                  <a:pt x="526" y="1295"/>
                </a:lnTo>
                <a:cubicBezTo>
                  <a:pt x="520" y="1286"/>
                  <a:pt x="503" y="1277"/>
                  <a:pt x="485" y="1277"/>
                </a:cubicBezTo>
                <a:cubicBezTo>
                  <a:pt x="482" y="1277"/>
                  <a:pt x="479" y="1277"/>
                  <a:pt x="475" y="1278"/>
                </a:cubicBezTo>
                <a:lnTo>
                  <a:pt x="394" y="1305"/>
                </a:lnTo>
                <a:cubicBezTo>
                  <a:pt x="342" y="1321"/>
                  <a:pt x="287" y="1309"/>
                  <a:pt x="253" y="1273"/>
                </a:cubicBezTo>
                <a:cubicBezTo>
                  <a:pt x="227" y="1247"/>
                  <a:pt x="213" y="1210"/>
                  <a:pt x="215" y="1170"/>
                </a:cubicBezTo>
                <a:lnTo>
                  <a:pt x="217" y="1084"/>
                </a:lnTo>
                <a:cubicBezTo>
                  <a:pt x="217" y="1068"/>
                  <a:pt x="202" y="1046"/>
                  <a:pt x="186" y="1041"/>
                </a:cubicBezTo>
                <a:lnTo>
                  <a:pt x="105" y="1015"/>
                </a:lnTo>
                <a:cubicBezTo>
                  <a:pt x="60" y="1000"/>
                  <a:pt x="26" y="967"/>
                  <a:pt x="13" y="926"/>
                </a:cubicBezTo>
                <a:cubicBezTo>
                  <a:pt x="0" y="884"/>
                  <a:pt x="9" y="838"/>
                  <a:pt x="39" y="800"/>
                </a:cubicBezTo>
                <a:lnTo>
                  <a:pt x="91" y="732"/>
                </a:lnTo>
                <a:cubicBezTo>
                  <a:pt x="101" y="720"/>
                  <a:pt x="101" y="693"/>
                  <a:pt x="92" y="680"/>
                </a:cubicBezTo>
                <a:lnTo>
                  <a:pt x="41" y="610"/>
                </a:lnTo>
                <a:cubicBezTo>
                  <a:pt x="13" y="572"/>
                  <a:pt x="5" y="526"/>
                  <a:pt x="19" y="484"/>
                </a:cubicBezTo>
                <a:cubicBezTo>
                  <a:pt x="34" y="442"/>
                  <a:pt x="68" y="411"/>
                  <a:pt x="114" y="398"/>
                </a:cubicBezTo>
                <a:lnTo>
                  <a:pt x="196" y="374"/>
                </a:lnTo>
                <a:cubicBezTo>
                  <a:pt x="211" y="369"/>
                  <a:pt x="228" y="347"/>
                  <a:pt x="228" y="331"/>
                </a:cubicBezTo>
                <a:lnTo>
                  <a:pt x="228" y="246"/>
                </a:lnTo>
                <a:cubicBezTo>
                  <a:pt x="228" y="166"/>
                  <a:pt x="285" y="106"/>
                  <a:pt x="361" y="106"/>
                </a:cubicBezTo>
                <a:cubicBezTo>
                  <a:pt x="379" y="106"/>
                  <a:pt x="407" y="111"/>
                  <a:pt x="421" y="114"/>
                </a:cubicBezTo>
                <a:cubicBezTo>
                  <a:pt x="429" y="115"/>
                  <a:pt x="450" y="121"/>
                  <a:pt x="493" y="134"/>
                </a:cubicBezTo>
                <a:cubicBezTo>
                  <a:pt x="508" y="138"/>
                  <a:pt x="521" y="142"/>
                  <a:pt x="530" y="144"/>
                </a:cubicBezTo>
                <a:lnTo>
                  <a:pt x="532" y="144"/>
                </a:lnTo>
                <a:cubicBezTo>
                  <a:pt x="532" y="144"/>
                  <a:pt x="532" y="144"/>
                  <a:pt x="532" y="144"/>
                </a:cubicBezTo>
                <a:cubicBezTo>
                  <a:pt x="544" y="133"/>
                  <a:pt x="563" y="106"/>
                  <a:pt x="589" y="66"/>
                </a:cubicBezTo>
                <a:lnTo>
                  <a:pt x="591" y="63"/>
                </a:lnTo>
                <a:cubicBezTo>
                  <a:pt x="618" y="21"/>
                  <a:pt x="655" y="0"/>
                  <a:pt x="704" y="0"/>
                </a:cubicBezTo>
                <a:cubicBezTo>
                  <a:pt x="749" y="0"/>
                  <a:pt x="790" y="23"/>
                  <a:pt x="817" y="64"/>
                </a:cubicBezTo>
                <a:lnTo>
                  <a:pt x="866" y="134"/>
                </a:lnTo>
                <a:cubicBezTo>
                  <a:pt x="872" y="143"/>
                  <a:pt x="889" y="152"/>
                  <a:pt x="906" y="152"/>
                </a:cubicBezTo>
                <a:cubicBezTo>
                  <a:pt x="911" y="152"/>
                  <a:pt x="914" y="152"/>
                  <a:pt x="916" y="151"/>
                </a:cubicBezTo>
                <a:lnTo>
                  <a:pt x="997" y="125"/>
                </a:lnTo>
                <a:cubicBezTo>
                  <a:pt x="1049" y="108"/>
                  <a:pt x="1104" y="120"/>
                  <a:pt x="1139" y="156"/>
                </a:cubicBezTo>
                <a:cubicBezTo>
                  <a:pt x="1165" y="182"/>
                  <a:pt x="1178" y="219"/>
                  <a:pt x="1177" y="259"/>
                </a:cubicBezTo>
                <a:lnTo>
                  <a:pt x="1174" y="345"/>
                </a:lnTo>
                <a:cubicBezTo>
                  <a:pt x="1174" y="360"/>
                  <a:pt x="1190" y="383"/>
                  <a:pt x="1205" y="388"/>
                </a:cubicBezTo>
                <a:lnTo>
                  <a:pt x="1286" y="414"/>
                </a:lnTo>
                <a:cubicBezTo>
                  <a:pt x="1332" y="429"/>
                  <a:pt x="1365" y="462"/>
                  <a:pt x="1378" y="503"/>
                </a:cubicBezTo>
                <a:cubicBezTo>
                  <a:pt x="1391" y="546"/>
                  <a:pt x="1382" y="591"/>
                  <a:pt x="1353" y="629"/>
                </a:cubicBezTo>
                <a:lnTo>
                  <a:pt x="1300" y="697"/>
                </a:lnTo>
                <a:cubicBezTo>
                  <a:pt x="1291" y="709"/>
                  <a:pt x="1290" y="737"/>
                  <a:pt x="1299" y="749"/>
                </a:cubicBezTo>
                <a:lnTo>
                  <a:pt x="1350" y="819"/>
                </a:lnTo>
                <a:cubicBezTo>
                  <a:pt x="1378" y="858"/>
                  <a:pt x="1386" y="904"/>
                  <a:pt x="1372" y="945"/>
                </a:cubicBezTo>
                <a:cubicBezTo>
                  <a:pt x="1358" y="986"/>
                  <a:pt x="1324" y="1018"/>
                  <a:pt x="1278" y="1031"/>
                </a:cubicBezTo>
                <a:lnTo>
                  <a:pt x="1195" y="1056"/>
                </a:lnTo>
                <a:cubicBezTo>
                  <a:pt x="1180" y="1060"/>
                  <a:pt x="1164" y="1082"/>
                  <a:pt x="1164" y="1098"/>
                </a:cubicBezTo>
                <a:lnTo>
                  <a:pt x="1164" y="1184"/>
                </a:lnTo>
                <a:cubicBezTo>
                  <a:pt x="1164" y="1264"/>
                  <a:pt x="1108" y="1322"/>
                  <a:pt x="1032" y="1322"/>
                </a:cubicBezTo>
                <a:cubicBezTo>
                  <a:pt x="1014" y="1322"/>
                  <a:pt x="997" y="1319"/>
                  <a:pt x="980" y="1313"/>
                </a:cubicBezTo>
                <a:lnTo>
                  <a:pt x="899" y="1284"/>
                </a:lnTo>
                <a:cubicBezTo>
                  <a:pt x="896" y="1283"/>
                  <a:pt x="893" y="1282"/>
                  <a:pt x="889" y="1282"/>
                </a:cubicBezTo>
                <a:cubicBezTo>
                  <a:pt x="872" y="1282"/>
                  <a:pt x="855" y="1291"/>
                  <a:pt x="849" y="1300"/>
                </a:cubicBezTo>
                <a:lnTo>
                  <a:pt x="799" y="1369"/>
                </a:lnTo>
                <a:cubicBezTo>
                  <a:pt x="771" y="1408"/>
                  <a:pt x="731" y="1429"/>
                  <a:pt x="687" y="1429"/>
                </a:cubicBezTo>
                <a:close/>
                <a:moveTo>
                  <a:pt x="693" y="375"/>
                </a:moveTo>
                <a:cubicBezTo>
                  <a:pt x="494" y="375"/>
                  <a:pt x="332" y="537"/>
                  <a:pt x="332" y="736"/>
                </a:cubicBezTo>
                <a:cubicBezTo>
                  <a:pt x="332" y="935"/>
                  <a:pt x="494" y="1097"/>
                  <a:pt x="693" y="1097"/>
                </a:cubicBezTo>
                <a:cubicBezTo>
                  <a:pt x="892" y="1097"/>
                  <a:pt x="1054" y="935"/>
                  <a:pt x="1054" y="736"/>
                </a:cubicBezTo>
                <a:cubicBezTo>
                  <a:pt x="1054" y="537"/>
                  <a:pt x="892" y="375"/>
                  <a:pt x="693" y="375"/>
                </a:cubicBezTo>
                <a:close/>
                <a:moveTo>
                  <a:pt x="693" y="1160"/>
                </a:moveTo>
                <a:cubicBezTo>
                  <a:pt x="459" y="1160"/>
                  <a:pt x="269" y="970"/>
                  <a:pt x="269" y="736"/>
                </a:cubicBezTo>
                <a:cubicBezTo>
                  <a:pt x="269" y="502"/>
                  <a:pt x="459" y="312"/>
                  <a:pt x="693" y="312"/>
                </a:cubicBezTo>
                <a:cubicBezTo>
                  <a:pt x="927" y="312"/>
                  <a:pt x="1117" y="502"/>
                  <a:pt x="1117" y="736"/>
                </a:cubicBezTo>
                <a:cubicBezTo>
                  <a:pt x="1117" y="970"/>
                  <a:pt x="927" y="1160"/>
                  <a:pt x="693" y="1160"/>
                </a:cubicBezTo>
                <a:close/>
                <a:moveTo>
                  <a:pt x="997" y="736"/>
                </a:moveTo>
                <a:cubicBezTo>
                  <a:pt x="997" y="904"/>
                  <a:pt x="861" y="1040"/>
                  <a:pt x="693" y="1040"/>
                </a:cubicBezTo>
                <a:cubicBezTo>
                  <a:pt x="525" y="1040"/>
                  <a:pt x="389" y="904"/>
                  <a:pt x="389" y="736"/>
                </a:cubicBezTo>
                <a:cubicBezTo>
                  <a:pt x="389" y="568"/>
                  <a:pt x="525" y="432"/>
                  <a:pt x="693" y="432"/>
                </a:cubicBezTo>
                <a:cubicBezTo>
                  <a:pt x="861" y="432"/>
                  <a:pt x="997" y="568"/>
                  <a:pt x="997" y="736"/>
                </a:cubicBezTo>
                <a:close/>
                <a:moveTo>
                  <a:pt x="1037" y="1406"/>
                </a:moveTo>
                <a:cubicBezTo>
                  <a:pt x="1035" y="1406"/>
                  <a:pt x="1033" y="1406"/>
                  <a:pt x="1032" y="1406"/>
                </a:cubicBezTo>
                <a:cubicBezTo>
                  <a:pt x="1004" y="1406"/>
                  <a:pt x="977" y="1402"/>
                  <a:pt x="951" y="1392"/>
                </a:cubicBezTo>
                <a:lnTo>
                  <a:pt x="900" y="1374"/>
                </a:lnTo>
                <a:lnTo>
                  <a:pt x="867" y="1418"/>
                </a:lnTo>
                <a:cubicBezTo>
                  <a:pt x="842" y="1454"/>
                  <a:pt x="809" y="1480"/>
                  <a:pt x="772" y="1495"/>
                </a:cubicBezTo>
                <a:lnTo>
                  <a:pt x="798" y="1917"/>
                </a:lnTo>
                <a:cubicBezTo>
                  <a:pt x="799" y="1951"/>
                  <a:pt x="816" y="1955"/>
                  <a:pt x="834" y="1926"/>
                </a:cubicBezTo>
                <a:lnTo>
                  <a:pt x="918" y="1789"/>
                </a:lnTo>
                <a:cubicBezTo>
                  <a:pt x="936" y="1760"/>
                  <a:pt x="970" y="1757"/>
                  <a:pt x="994" y="1781"/>
                </a:cubicBezTo>
                <a:lnTo>
                  <a:pt x="1167" y="1961"/>
                </a:lnTo>
                <a:cubicBezTo>
                  <a:pt x="1191" y="1986"/>
                  <a:pt x="1203" y="1979"/>
                  <a:pt x="1195" y="1946"/>
                </a:cubicBezTo>
                <a:cubicBezTo>
                  <a:pt x="1195" y="1946"/>
                  <a:pt x="1085" y="1571"/>
                  <a:pt x="1037" y="1406"/>
                </a:cubicBezTo>
                <a:close/>
                <a:moveTo>
                  <a:pt x="687" y="1513"/>
                </a:moveTo>
                <a:cubicBezTo>
                  <a:pt x="615" y="1513"/>
                  <a:pt x="548" y="1477"/>
                  <a:pt x="504" y="1413"/>
                </a:cubicBezTo>
                <a:lnTo>
                  <a:pt x="473" y="1368"/>
                </a:lnTo>
                <a:lnTo>
                  <a:pt x="420" y="1385"/>
                </a:lnTo>
                <a:cubicBezTo>
                  <a:pt x="397" y="1392"/>
                  <a:pt x="372" y="1396"/>
                  <a:pt x="348" y="1396"/>
                </a:cubicBezTo>
                <a:cubicBezTo>
                  <a:pt x="337" y="1396"/>
                  <a:pt x="327" y="1395"/>
                  <a:pt x="316" y="1394"/>
                </a:cubicBezTo>
                <a:cubicBezTo>
                  <a:pt x="272" y="1557"/>
                  <a:pt x="171" y="1931"/>
                  <a:pt x="169" y="1941"/>
                </a:cubicBezTo>
                <a:cubicBezTo>
                  <a:pt x="162" y="1976"/>
                  <a:pt x="183" y="2031"/>
                  <a:pt x="243" y="1994"/>
                </a:cubicBezTo>
                <a:cubicBezTo>
                  <a:pt x="252" y="1989"/>
                  <a:pt x="429" y="1844"/>
                  <a:pt x="429" y="1844"/>
                </a:cubicBezTo>
                <a:cubicBezTo>
                  <a:pt x="454" y="1821"/>
                  <a:pt x="477" y="1820"/>
                  <a:pt x="507" y="1847"/>
                </a:cubicBezTo>
                <a:lnTo>
                  <a:pt x="644" y="1968"/>
                </a:lnTo>
                <a:cubicBezTo>
                  <a:pt x="668" y="1990"/>
                  <a:pt x="706" y="1977"/>
                  <a:pt x="704" y="1943"/>
                </a:cubicBezTo>
                <a:lnTo>
                  <a:pt x="692" y="1513"/>
                </a:lnTo>
                <a:cubicBezTo>
                  <a:pt x="690" y="1513"/>
                  <a:pt x="689" y="1513"/>
                  <a:pt x="687" y="1513"/>
                </a:cubicBezTo>
                <a:close/>
              </a:path>
            </a:pathLst>
          </a:custGeom>
          <a:solidFill>
            <a:srgbClr val="006BBC"/>
          </a:solidFill>
          <a:ln w="9525">
            <a:noFill/>
          </a:ln>
        </p:spPr>
        <p:txBody>
          <a:bodyPr/>
          <a:lstStyle/>
          <a:p>
            <a:endParaRPr lang="zh-CN" altLang="en-US"/>
          </a:p>
        </p:txBody>
      </p:sp>
      <p:sp>
        <p:nvSpPr>
          <p:cNvPr id="1048709" name="TextBox 27"/>
          <p:cNvSpPr txBox="1"/>
          <p:nvPr/>
        </p:nvSpPr>
        <p:spPr>
          <a:xfrm>
            <a:off x="1012825" y="176213"/>
            <a:ext cx="3434081" cy="574040"/>
          </a:xfrm>
          <a:prstGeom prst="rect">
            <a:avLst/>
          </a:prstGeom>
          <a:noFill/>
          <a:ln w="9525">
            <a:noFill/>
          </a:ln>
        </p:spPr>
        <p:txBody>
          <a:bodyPr wrap="none" anchor="t">
            <a:spAutoFit/>
          </a:bodyPr>
          <a:lstStyle/>
          <a:p>
            <a:r>
              <a:rPr lang="zh-CN" altLang="en-US" sz="3200" dirty="0">
                <a:latin typeface="黑体" panose="02010609060101010101" pitchFamily="49" charset="-122"/>
                <a:ea typeface="黑体" panose="02010609060101010101" pitchFamily="49" charset="-122"/>
              </a:rPr>
              <a:t>一、图像分割概述</a:t>
            </a:r>
          </a:p>
        </p:txBody>
      </p:sp>
      <p:sp>
        <p:nvSpPr>
          <p:cNvPr id="1048710"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a:p>
        </p:txBody>
      </p:sp>
    </p:spTree>
  </p:cSld>
  <p:clrMapOvr>
    <a:masterClrMapping/>
  </p:clrMapOvr>
  <p:transition spd="slow" advTm="3804">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11" name="TextBox 9"/>
          <p:cNvSpPr txBox="1"/>
          <p:nvPr/>
        </p:nvSpPr>
        <p:spPr>
          <a:xfrm>
            <a:off x="1021211" y="980728"/>
            <a:ext cx="10054108" cy="5120640"/>
          </a:xfrm>
          <a:prstGeom prst="rect">
            <a:avLst/>
          </a:prstGeom>
          <a:noFill/>
          <a:ln w="9525">
            <a:noFill/>
          </a:ln>
        </p:spPr>
        <p:txBody>
          <a:bodyPr wrap="square" anchor="t">
            <a:spAutoFit/>
          </a:bodyPr>
          <a:lstStyle/>
          <a:p>
            <a:pPr>
              <a:lnSpc>
                <a:spcPct val="150000"/>
              </a:lnSpc>
            </a:pPr>
            <a:r>
              <a:rPr lang="zh-CN" altLang="en-US" sz="2000" b="1" dirty="0">
                <a:latin typeface="微软雅黑" panose="020B0503020204020204" pitchFamily="34" charset="-122"/>
                <a:ea typeface="微软雅黑" panose="020B0503020204020204" pitchFamily="34" charset="-122"/>
              </a:rPr>
              <a:t>图像分割方法的分类：</a:t>
            </a:r>
            <a:endParaRPr lang="en-US" altLang="zh-CN" sz="2000" b="1" dirty="0">
              <a:latin typeface="微软雅黑" panose="020B0503020204020204" pitchFamily="34" charset="-122"/>
              <a:ea typeface="微软雅黑" panose="020B0503020204020204" pitchFamily="34" charset="-122"/>
            </a:endParaRPr>
          </a:p>
          <a:p>
            <a:pPr>
              <a:lnSpc>
                <a:spcPct val="150000"/>
              </a:lnSpc>
            </a:pPr>
            <a:r>
              <a:rPr lang="zh-CN" altLang="en-US" sz="2000" dirty="0">
                <a:solidFill>
                  <a:srgbClr val="FF0000"/>
                </a:solidFill>
                <a:latin typeface="微软雅黑" panose="020B0503020204020204" pitchFamily="34" charset="-122"/>
                <a:ea typeface="微软雅黑" panose="020B0503020204020204" pitchFamily="34" charset="-122"/>
              </a:rPr>
              <a:t>基于区域的方法</a:t>
            </a:r>
            <a:r>
              <a:rPr lang="zh-CN" altLang="en-US" sz="2000" dirty="0">
                <a:latin typeface="微软雅黑" panose="020B0503020204020204" pitchFamily="34" charset="-122"/>
                <a:ea typeface="微软雅黑" panose="020B0503020204020204" pitchFamily="34" charset="-122"/>
              </a:rPr>
              <a:t>：通常利用同一区域内的均一性识别图像的不同区域。</a:t>
            </a:r>
            <a:endParaRPr lang="en-US" altLang="zh-CN" sz="2000" dirty="0">
              <a:latin typeface="微软雅黑" panose="020B0503020204020204" pitchFamily="34" charset="-122"/>
              <a:ea typeface="微软雅黑" panose="020B0503020204020204" pitchFamily="34" charset="-122"/>
            </a:endParaRPr>
          </a:p>
          <a:p>
            <a:pPr>
              <a:lnSpc>
                <a:spcPct val="150000"/>
              </a:lnSpc>
            </a:pPr>
            <a:endParaRPr lang="en-US" altLang="zh-CN" sz="2000" dirty="0">
              <a:latin typeface="微软雅黑" panose="020B0503020204020204" pitchFamily="34" charset="-122"/>
              <a:ea typeface="微软雅黑" panose="020B0503020204020204" pitchFamily="34" charset="-122"/>
            </a:endParaRPr>
          </a:p>
          <a:p>
            <a:pPr>
              <a:lnSpc>
                <a:spcPct val="150000"/>
              </a:lnSpc>
            </a:pPr>
            <a:r>
              <a:rPr lang="zh-CN" altLang="en-US" sz="2000" dirty="0">
                <a:solidFill>
                  <a:srgbClr val="FF0000"/>
                </a:solidFill>
                <a:latin typeface="微软雅黑" panose="020B0503020204020204" pitchFamily="34" charset="-122"/>
                <a:ea typeface="微软雅黑" panose="020B0503020204020204" pitchFamily="34" charset="-122"/>
              </a:rPr>
              <a:t>边缘分割方法</a:t>
            </a:r>
            <a:r>
              <a:rPr lang="zh-CN" altLang="en-US" sz="2000" dirty="0">
                <a:latin typeface="微软雅黑" panose="020B0503020204020204" pitchFamily="34" charset="-122"/>
                <a:ea typeface="微软雅黑" panose="020B0503020204020204" pitchFamily="34" charset="-122"/>
              </a:rPr>
              <a:t>：通常利用区域间不同性质（如区域内灰度不连续性）划分出各个区域之间的分界线，这类方法通常会导致不完全的部分分割结果，比如分割结果中存在间断现象或者得到错误的边缘。</a:t>
            </a:r>
            <a:endParaRPr lang="en-US" altLang="zh-CN" sz="2000" dirty="0">
              <a:latin typeface="微软雅黑" panose="020B0503020204020204" pitchFamily="34" charset="-122"/>
              <a:ea typeface="微软雅黑" panose="020B0503020204020204" pitchFamily="34" charset="-122"/>
            </a:endParaRPr>
          </a:p>
          <a:p>
            <a:pPr>
              <a:lnSpc>
                <a:spcPct val="150000"/>
              </a:lnSpc>
            </a:pPr>
            <a:endParaRPr lang="zh-CN" altLang="en-US" sz="2000" dirty="0">
              <a:latin typeface="微软雅黑" panose="020B0503020204020204" pitchFamily="34" charset="-122"/>
              <a:ea typeface="微软雅黑" panose="020B0503020204020204" pitchFamily="34" charset="-122"/>
            </a:endParaRPr>
          </a:p>
          <a:p>
            <a:pPr>
              <a:lnSpc>
                <a:spcPct val="150000"/>
              </a:lnSpc>
            </a:pPr>
            <a:r>
              <a:rPr lang="zh-CN" altLang="en-US" sz="2000" dirty="0">
                <a:latin typeface="微软雅黑" panose="020B0503020204020204" pitchFamily="34" charset="-122"/>
                <a:ea typeface="微软雅黑" panose="020B0503020204020204" pitchFamily="34" charset="-122"/>
              </a:rPr>
              <a:t>近年来，随着统计学理论、模糊集理论、神经网络、形态学理论、小波理论等在图像分割中的应用日渐广泛，遗传算法、尺度空间、多分辨率方法、非线性扩散方程等近期涌现的新方法和新思想也不断被用于解决分割问题，国内外学者提出了不少有针对性的图像分割方法。</a:t>
            </a:r>
            <a:endParaRPr lang="en-US" altLang="zh-CN" sz="2000" dirty="0">
              <a:latin typeface="微软雅黑" panose="020B0503020204020204" pitchFamily="34" charset="-122"/>
              <a:ea typeface="微软雅黑" panose="020B0503020204020204" pitchFamily="34" charset="-122"/>
            </a:endParaRPr>
          </a:p>
        </p:txBody>
      </p:sp>
      <p:sp>
        <p:nvSpPr>
          <p:cNvPr id="1048712" name="TextBox 27"/>
          <p:cNvSpPr txBox="1"/>
          <p:nvPr/>
        </p:nvSpPr>
        <p:spPr>
          <a:xfrm>
            <a:off x="1012825" y="176213"/>
            <a:ext cx="3434081" cy="574040"/>
          </a:xfrm>
          <a:prstGeom prst="rect">
            <a:avLst/>
          </a:prstGeom>
          <a:noFill/>
          <a:ln w="9525">
            <a:noFill/>
          </a:ln>
        </p:spPr>
        <p:txBody>
          <a:bodyPr wrap="none" anchor="t">
            <a:spAutoFit/>
          </a:bodyPr>
          <a:lstStyle/>
          <a:p>
            <a:r>
              <a:rPr lang="zh-CN" altLang="en-US" sz="3200" dirty="0">
                <a:latin typeface="黑体" panose="02010609060101010101" pitchFamily="49" charset="-122"/>
                <a:ea typeface="黑体" panose="02010609060101010101" pitchFamily="49" charset="-122"/>
              </a:rPr>
              <a:t>一、图像分割概述</a:t>
            </a:r>
          </a:p>
        </p:txBody>
      </p:sp>
      <p:sp>
        <p:nvSpPr>
          <p:cNvPr id="1048713"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a:p>
        </p:txBody>
      </p:sp>
    </p:spTree>
  </p:cSld>
  <p:clrMapOvr>
    <a:masterClrMapping/>
  </p:clrMapOvr>
  <p:transition spd="slow" advTm="3804">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14" name="TextBox 9"/>
          <p:cNvSpPr txBox="1"/>
          <p:nvPr/>
        </p:nvSpPr>
        <p:spPr>
          <a:xfrm>
            <a:off x="1345853" y="1340768"/>
            <a:ext cx="10054108" cy="2834641"/>
          </a:xfrm>
          <a:prstGeom prst="rect">
            <a:avLst/>
          </a:prstGeom>
          <a:noFill/>
          <a:ln w="9525">
            <a:noFill/>
          </a:ln>
        </p:spPr>
        <p:txBody>
          <a:bodyPr wrap="square" anchor="t">
            <a:spAutoFit/>
          </a:bodyPr>
          <a:lstStyle/>
          <a:p>
            <a:pPr>
              <a:lnSpc>
                <a:spcPct val="150000"/>
              </a:lnSpc>
            </a:pPr>
            <a:r>
              <a:rPr lang="zh-CN" altLang="en-US" sz="2000" b="1" dirty="0">
                <a:latin typeface="微软雅黑" panose="020B0503020204020204" pitchFamily="34" charset="-122"/>
                <a:ea typeface="微软雅黑" panose="020B0503020204020204" pitchFamily="34" charset="-122"/>
              </a:rPr>
              <a:t>基于区域的方法</a:t>
            </a:r>
            <a:r>
              <a:rPr lang="zh-CN" altLang="en-US"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a:lnSpc>
                <a:spcPct val="150000"/>
              </a:lnSpc>
            </a:pPr>
            <a:r>
              <a:rPr lang="zh-CN" altLang="en-US" sz="2000" dirty="0">
                <a:latin typeface="微软雅黑" panose="020B0503020204020204" pitchFamily="34" charset="-122"/>
                <a:ea typeface="微软雅黑" panose="020B0503020204020204" pitchFamily="34" charset="-122"/>
              </a:rPr>
              <a:t>阈值分割</a:t>
            </a:r>
          </a:p>
          <a:p>
            <a:pPr>
              <a:lnSpc>
                <a:spcPct val="150000"/>
              </a:lnSpc>
            </a:pPr>
            <a:r>
              <a:rPr lang="zh-CN" altLang="en-US" sz="2000" dirty="0">
                <a:latin typeface="微软雅黑" panose="020B0503020204020204" pitchFamily="34" charset="-122"/>
                <a:ea typeface="微软雅黑" panose="020B0503020204020204" pitchFamily="34" charset="-122"/>
              </a:rPr>
              <a:t>区域生长和分裂合并</a:t>
            </a:r>
          </a:p>
          <a:p>
            <a:pPr>
              <a:lnSpc>
                <a:spcPct val="150000"/>
              </a:lnSpc>
            </a:pPr>
            <a:r>
              <a:rPr lang="zh-CN" altLang="en-US" sz="2000" dirty="0">
                <a:latin typeface="微软雅黑" panose="020B0503020204020204" pitchFamily="34" charset="-122"/>
                <a:ea typeface="微软雅黑" panose="020B0503020204020204" pitchFamily="34" charset="-122"/>
              </a:rPr>
              <a:t>分类器和聚类</a:t>
            </a:r>
          </a:p>
          <a:p>
            <a:pPr>
              <a:lnSpc>
                <a:spcPct val="150000"/>
              </a:lnSpc>
            </a:pPr>
            <a:r>
              <a:rPr lang="zh-CN" altLang="en-US" sz="2000" dirty="0">
                <a:latin typeface="微软雅黑" panose="020B0503020204020204" pitchFamily="34" charset="-122"/>
                <a:ea typeface="微软雅黑" panose="020B0503020204020204" pitchFamily="34" charset="-122"/>
              </a:rPr>
              <a:t>基于随机场的方法</a:t>
            </a:r>
          </a:p>
          <a:p>
            <a:pPr>
              <a:lnSpc>
                <a:spcPct val="150000"/>
              </a:lnSpc>
            </a:pPr>
            <a:r>
              <a:rPr lang="zh-CN" altLang="en-US" sz="2000" dirty="0">
                <a:latin typeface="微软雅黑" panose="020B0503020204020204" pitchFamily="34" charset="-122"/>
                <a:ea typeface="微软雅黑" panose="020B0503020204020204" pitchFamily="34" charset="-122"/>
              </a:rPr>
              <a:t>基于统计学的方法</a:t>
            </a:r>
            <a:endParaRPr lang="en-US" altLang="zh-CN" sz="2000" dirty="0">
              <a:latin typeface="微软雅黑" panose="020B0503020204020204" pitchFamily="34" charset="-122"/>
              <a:ea typeface="微软雅黑" panose="020B0503020204020204" pitchFamily="34" charset="-122"/>
            </a:endParaRPr>
          </a:p>
        </p:txBody>
      </p:sp>
      <p:sp>
        <p:nvSpPr>
          <p:cNvPr id="1048715" name="TextBox 27"/>
          <p:cNvSpPr txBox="1"/>
          <p:nvPr/>
        </p:nvSpPr>
        <p:spPr>
          <a:xfrm>
            <a:off x="1012825" y="176213"/>
            <a:ext cx="3434081" cy="574040"/>
          </a:xfrm>
          <a:prstGeom prst="rect">
            <a:avLst/>
          </a:prstGeom>
          <a:noFill/>
          <a:ln w="9525">
            <a:noFill/>
          </a:ln>
        </p:spPr>
        <p:txBody>
          <a:bodyPr wrap="none" anchor="t">
            <a:spAutoFit/>
          </a:bodyPr>
          <a:lstStyle/>
          <a:p>
            <a:r>
              <a:rPr lang="zh-CN" altLang="en-US" sz="3200" dirty="0">
                <a:latin typeface="黑体" panose="02010609060101010101" pitchFamily="49" charset="-122"/>
                <a:ea typeface="黑体" panose="02010609060101010101" pitchFamily="49" charset="-122"/>
              </a:rPr>
              <a:t>一、图像分割概述</a:t>
            </a:r>
          </a:p>
        </p:txBody>
      </p:sp>
      <p:sp>
        <p:nvSpPr>
          <p:cNvPr id="1048716"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a:p>
        </p:txBody>
      </p:sp>
    </p:spTree>
  </p:cSld>
  <p:clrMapOvr>
    <a:masterClrMapping/>
  </p:clrMapOvr>
  <p:transition spd="slow" advTm="3804">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17" name="TextBox 9"/>
          <p:cNvSpPr txBox="1"/>
          <p:nvPr/>
        </p:nvSpPr>
        <p:spPr>
          <a:xfrm>
            <a:off x="769789" y="1484784"/>
            <a:ext cx="10054108" cy="4663441"/>
          </a:xfrm>
          <a:prstGeom prst="rect">
            <a:avLst/>
          </a:prstGeom>
          <a:noFill/>
          <a:ln w="9525">
            <a:noFill/>
          </a:ln>
        </p:spPr>
        <p:txBody>
          <a:bodyPr wrap="square" anchor="t">
            <a:spAutoFit/>
          </a:bodyPr>
          <a:lstStyle/>
          <a:p>
            <a:pPr>
              <a:lnSpc>
                <a:spcPct val="150000"/>
              </a:lnSpc>
            </a:pPr>
            <a:r>
              <a:rPr lang="zh-CN" altLang="en-US" sz="2000" b="1" dirty="0">
                <a:latin typeface="微软雅黑" panose="020B0503020204020204" pitchFamily="34" charset="-122"/>
                <a:ea typeface="微软雅黑" panose="020B0503020204020204" pitchFamily="34" charset="-122"/>
              </a:rPr>
              <a:t>阈值分割</a:t>
            </a:r>
            <a:r>
              <a:rPr lang="zh-CN" altLang="en-US"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a:lnSpc>
                <a:spcPct val="150000"/>
              </a:lnSpc>
            </a:pPr>
            <a:r>
              <a:rPr lang="zh-CN" altLang="en-US" sz="2000" dirty="0">
                <a:latin typeface="微软雅黑" panose="020B0503020204020204" pitchFamily="34" charset="-122"/>
                <a:ea typeface="微软雅黑" panose="020B0503020204020204" pitchFamily="34" charset="-122"/>
              </a:rPr>
              <a:t>阈值分割是最常见的并行的直接检测区域的分割方法。</a:t>
            </a:r>
          </a:p>
          <a:p>
            <a:pPr>
              <a:lnSpc>
                <a:spcPct val="150000"/>
              </a:lnSpc>
            </a:pPr>
            <a:r>
              <a:rPr lang="zh-CN" altLang="en-US" sz="2000" dirty="0">
                <a:latin typeface="微软雅黑" panose="020B0503020204020204" pitchFamily="34" charset="-122"/>
                <a:ea typeface="微软雅黑" panose="020B0503020204020204" pitchFamily="34" charset="-122"/>
              </a:rPr>
              <a:t>如果只用选取一个阈值称为单阈值分割，它将图像分为目标</a:t>
            </a:r>
            <a:endParaRPr lang="en-US" altLang="zh-CN" sz="2000" dirty="0">
              <a:latin typeface="微软雅黑" panose="020B0503020204020204" pitchFamily="34" charset="-122"/>
              <a:ea typeface="微软雅黑" panose="020B0503020204020204" pitchFamily="34" charset="-122"/>
            </a:endParaRPr>
          </a:p>
          <a:p>
            <a:pPr>
              <a:lnSpc>
                <a:spcPct val="150000"/>
              </a:lnSpc>
            </a:pPr>
            <a:r>
              <a:rPr lang="zh-CN" altLang="en-US" sz="2000" dirty="0">
                <a:latin typeface="微软雅黑" panose="020B0503020204020204" pitchFamily="34" charset="-122"/>
                <a:ea typeface="微软雅黑" panose="020B0503020204020204" pitchFamily="34" charset="-122"/>
              </a:rPr>
              <a:t>和背景两大类。</a:t>
            </a:r>
            <a:endParaRPr lang="en-US" altLang="zh-CN" sz="2000" dirty="0">
              <a:latin typeface="微软雅黑" panose="020B0503020204020204" pitchFamily="34" charset="-122"/>
              <a:ea typeface="微软雅黑" panose="020B0503020204020204" pitchFamily="34" charset="-122"/>
            </a:endParaRPr>
          </a:p>
          <a:p>
            <a:pPr>
              <a:lnSpc>
                <a:spcPct val="150000"/>
              </a:lnSpc>
            </a:pPr>
            <a:endParaRPr lang="zh-CN" altLang="en-US" sz="2000" dirty="0">
              <a:latin typeface="微软雅黑" panose="020B0503020204020204" pitchFamily="34" charset="-122"/>
              <a:ea typeface="微软雅黑" panose="020B0503020204020204" pitchFamily="34" charset="-122"/>
            </a:endParaRPr>
          </a:p>
          <a:p>
            <a:pPr>
              <a:lnSpc>
                <a:spcPct val="150000"/>
              </a:lnSpc>
            </a:pPr>
            <a:r>
              <a:rPr lang="zh-CN" altLang="en-US" sz="2000" dirty="0">
                <a:latin typeface="微软雅黑" panose="020B0503020204020204" pitchFamily="34" charset="-122"/>
                <a:ea typeface="微软雅黑" panose="020B0503020204020204" pitchFamily="34" charset="-122"/>
              </a:rPr>
              <a:t>如果用多个阈值分割称为多阈值方法，图像将被分割为多个</a:t>
            </a:r>
            <a:endParaRPr lang="en-US" altLang="zh-CN" sz="2000" dirty="0">
              <a:latin typeface="微软雅黑" panose="020B0503020204020204" pitchFamily="34" charset="-122"/>
              <a:ea typeface="微软雅黑" panose="020B0503020204020204" pitchFamily="34" charset="-122"/>
            </a:endParaRPr>
          </a:p>
          <a:p>
            <a:pPr>
              <a:lnSpc>
                <a:spcPct val="150000"/>
              </a:lnSpc>
            </a:pPr>
            <a:r>
              <a:rPr lang="zh-CN" altLang="en-US" sz="2000" dirty="0">
                <a:latin typeface="微软雅黑" panose="020B0503020204020204" pitchFamily="34" charset="-122"/>
                <a:ea typeface="微软雅黑" panose="020B0503020204020204" pitchFamily="34" charset="-122"/>
              </a:rPr>
              <a:t>目标区域和背景，为区分目标，还需要对各个区域进行标记。</a:t>
            </a:r>
            <a:endParaRPr lang="en-US" altLang="zh-CN" sz="2000" dirty="0">
              <a:latin typeface="微软雅黑" panose="020B0503020204020204" pitchFamily="34" charset="-122"/>
              <a:ea typeface="微软雅黑" panose="020B0503020204020204" pitchFamily="34" charset="-122"/>
            </a:endParaRPr>
          </a:p>
          <a:p>
            <a:pPr>
              <a:lnSpc>
                <a:spcPct val="150000"/>
              </a:lnSpc>
            </a:pPr>
            <a:r>
              <a:rPr lang="zh-CN" altLang="en-US" sz="2000" dirty="0">
                <a:latin typeface="微软雅黑" panose="020B0503020204020204" pitchFamily="34" charset="-122"/>
                <a:ea typeface="微软雅黑" panose="020B0503020204020204" pitchFamily="34" charset="-122"/>
              </a:rPr>
              <a:t>阈值分割方法基于对灰度图像的一种假设：目标或背景内的相邻象素间的灰度值是相似的，但不同目标或背景的象素在灰一度上有差异，反映在图像直方图上，不同目标和背景则对应不同的峰。选取的阈值应位于两个峰之间的谷，从而将各个峰分开。</a:t>
            </a:r>
            <a:endParaRPr lang="en-US" altLang="zh-CN" sz="2000" dirty="0">
              <a:latin typeface="微软雅黑" panose="020B0503020204020204" pitchFamily="34" charset="-122"/>
              <a:ea typeface="微软雅黑" panose="020B0503020204020204" pitchFamily="34" charset="-122"/>
            </a:endParaRPr>
          </a:p>
        </p:txBody>
      </p:sp>
      <p:pic>
        <p:nvPicPr>
          <p:cNvPr id="2097164" name="图片 1"/>
          <p:cNvPicPr>
            <a:picLocks noChangeAspect="1"/>
          </p:cNvPicPr>
          <p:nvPr/>
        </p:nvPicPr>
        <p:blipFill>
          <a:blip r:embed="rId2"/>
          <a:stretch>
            <a:fillRect/>
          </a:stretch>
        </p:blipFill>
        <p:spPr>
          <a:xfrm>
            <a:off x="7898581" y="1844824"/>
            <a:ext cx="3352800" cy="2562225"/>
          </a:xfrm>
          <a:prstGeom prst="rect">
            <a:avLst/>
          </a:prstGeom>
        </p:spPr>
      </p:pic>
      <p:sp>
        <p:nvSpPr>
          <p:cNvPr id="1048718" name="TextBox 27"/>
          <p:cNvSpPr txBox="1"/>
          <p:nvPr/>
        </p:nvSpPr>
        <p:spPr>
          <a:xfrm>
            <a:off x="1012825" y="176213"/>
            <a:ext cx="3434081" cy="574040"/>
          </a:xfrm>
          <a:prstGeom prst="rect">
            <a:avLst/>
          </a:prstGeom>
          <a:noFill/>
          <a:ln w="9525">
            <a:noFill/>
          </a:ln>
        </p:spPr>
        <p:txBody>
          <a:bodyPr wrap="none" anchor="t">
            <a:spAutoFit/>
          </a:bodyPr>
          <a:lstStyle/>
          <a:p>
            <a:r>
              <a:rPr lang="zh-CN" altLang="en-US" sz="3200" dirty="0">
                <a:latin typeface="黑体" panose="02010609060101010101" pitchFamily="49" charset="-122"/>
                <a:ea typeface="黑体" panose="02010609060101010101" pitchFamily="49" charset="-122"/>
              </a:rPr>
              <a:t>一、图像分割概述</a:t>
            </a:r>
          </a:p>
        </p:txBody>
      </p:sp>
      <p:sp>
        <p:nvSpPr>
          <p:cNvPr id="1048719"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a:p>
        </p:txBody>
      </p:sp>
    </p:spTree>
  </p:cSld>
  <p:clrMapOvr>
    <a:masterClrMapping/>
  </p:clrMapOvr>
  <p:transition spd="slow" advTm="3804">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20" name="TextBox 9"/>
          <p:cNvSpPr txBox="1"/>
          <p:nvPr/>
        </p:nvSpPr>
        <p:spPr>
          <a:xfrm>
            <a:off x="769789" y="1129120"/>
            <a:ext cx="10054108" cy="1015663"/>
          </a:xfrm>
          <a:prstGeom prst="rect">
            <a:avLst/>
          </a:prstGeom>
          <a:noFill/>
          <a:ln w="9525">
            <a:noFill/>
          </a:ln>
        </p:spPr>
        <p:txBody>
          <a:bodyPr wrap="square" anchor="t">
            <a:spAutoFit/>
          </a:bodyPr>
          <a:lstStyle/>
          <a:p>
            <a:pPr>
              <a:lnSpc>
                <a:spcPct val="150000"/>
              </a:lnSpc>
            </a:pPr>
            <a:r>
              <a:rPr lang="zh-CN" altLang="en-US" sz="2000" b="1" dirty="0">
                <a:latin typeface="微软雅黑" panose="020B0503020204020204" pitchFamily="34" charset="-122"/>
                <a:ea typeface="微软雅黑" panose="020B0503020204020204" pitchFamily="34" charset="-122"/>
              </a:rPr>
              <a:t>阈值分割实例</a:t>
            </a:r>
            <a:r>
              <a:rPr lang="zh-CN" altLang="en-US"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a:lnSpc>
                <a:spcPct val="150000"/>
              </a:lnSpc>
            </a:pPr>
            <a:r>
              <a:rPr lang="zh-CN" altLang="en-US" sz="2000" dirty="0">
                <a:latin typeface="微软雅黑" panose="020B0503020204020204" pitchFamily="34" charset="-122"/>
                <a:ea typeface="微软雅黑" panose="020B0503020204020204" pitchFamily="34" charset="-122"/>
              </a:rPr>
              <a:t>头部</a:t>
            </a:r>
            <a:r>
              <a:rPr lang="en-US" altLang="zh-CN" sz="2000" dirty="0">
                <a:latin typeface="微软雅黑" panose="020B0503020204020204" pitchFamily="34" charset="-122"/>
                <a:ea typeface="微软雅黑" panose="020B0503020204020204" pitchFamily="34" charset="-122"/>
              </a:rPr>
              <a:t>CT</a:t>
            </a:r>
            <a:r>
              <a:rPr lang="zh-CN" altLang="en-US" sz="2000" dirty="0">
                <a:latin typeface="微软雅黑" panose="020B0503020204020204" pitchFamily="34" charset="-122"/>
                <a:ea typeface="微软雅黑" panose="020B0503020204020204" pitchFamily="34" charset="-122"/>
              </a:rPr>
              <a:t>切片，灰度直方图及初始阈值</a:t>
            </a:r>
            <a:endParaRPr lang="en-US" altLang="zh-CN" sz="2000" dirty="0">
              <a:latin typeface="微软雅黑" panose="020B0503020204020204" pitchFamily="34" charset="-122"/>
              <a:ea typeface="微软雅黑" panose="020B0503020204020204" pitchFamily="34" charset="-122"/>
            </a:endParaRPr>
          </a:p>
        </p:txBody>
      </p:sp>
      <p:pic>
        <p:nvPicPr>
          <p:cNvPr id="2097165" name="图片 2"/>
          <p:cNvPicPr>
            <a:picLocks noChangeAspect="1"/>
          </p:cNvPicPr>
          <p:nvPr/>
        </p:nvPicPr>
        <p:blipFill>
          <a:blip r:embed="rId2"/>
          <a:stretch>
            <a:fillRect/>
          </a:stretch>
        </p:blipFill>
        <p:spPr>
          <a:xfrm>
            <a:off x="1345853" y="2204864"/>
            <a:ext cx="8220075" cy="3848100"/>
          </a:xfrm>
          <a:prstGeom prst="rect">
            <a:avLst/>
          </a:prstGeom>
        </p:spPr>
      </p:pic>
      <p:sp>
        <p:nvSpPr>
          <p:cNvPr id="1048721" name="TextBox 27"/>
          <p:cNvSpPr txBox="1"/>
          <p:nvPr/>
        </p:nvSpPr>
        <p:spPr>
          <a:xfrm>
            <a:off x="1012825" y="176213"/>
            <a:ext cx="3434081" cy="574040"/>
          </a:xfrm>
          <a:prstGeom prst="rect">
            <a:avLst/>
          </a:prstGeom>
          <a:noFill/>
          <a:ln w="9525">
            <a:noFill/>
          </a:ln>
        </p:spPr>
        <p:txBody>
          <a:bodyPr wrap="none" anchor="t">
            <a:spAutoFit/>
          </a:bodyPr>
          <a:lstStyle/>
          <a:p>
            <a:r>
              <a:rPr lang="zh-CN" altLang="en-US" sz="3200" dirty="0">
                <a:latin typeface="黑体" panose="02010609060101010101" pitchFamily="49" charset="-122"/>
                <a:ea typeface="黑体" panose="02010609060101010101" pitchFamily="49" charset="-122"/>
              </a:rPr>
              <a:t>一、图像分割概述</a:t>
            </a:r>
          </a:p>
        </p:txBody>
      </p:sp>
      <p:sp>
        <p:nvSpPr>
          <p:cNvPr id="1048722"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a:p>
        </p:txBody>
      </p:sp>
    </p:spTree>
  </p:cSld>
  <p:clrMapOvr>
    <a:masterClrMapping/>
  </p:clrMapOvr>
  <p:transition spd="slow" advTm="3804">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23" name="TextBox 9"/>
          <p:cNvSpPr txBox="1"/>
          <p:nvPr/>
        </p:nvSpPr>
        <p:spPr>
          <a:xfrm>
            <a:off x="769789" y="1129120"/>
            <a:ext cx="10054108" cy="5120641"/>
          </a:xfrm>
          <a:prstGeom prst="rect">
            <a:avLst/>
          </a:prstGeom>
          <a:noFill/>
          <a:ln w="9525">
            <a:noFill/>
          </a:ln>
        </p:spPr>
        <p:txBody>
          <a:bodyPr wrap="square" anchor="t">
            <a:spAutoFit/>
          </a:bodyPr>
          <a:lstStyle/>
          <a:p>
            <a:pPr>
              <a:lnSpc>
                <a:spcPct val="150000"/>
              </a:lnSpc>
            </a:pPr>
            <a:r>
              <a:rPr lang="zh-CN" altLang="en-US" sz="2000" b="1" dirty="0">
                <a:latin typeface="微软雅黑" panose="020B0503020204020204" pitchFamily="34" charset="-122"/>
                <a:ea typeface="微软雅黑" panose="020B0503020204020204" pitchFamily="34" charset="-122"/>
              </a:rPr>
              <a:t>阈值分割实例</a:t>
            </a:r>
            <a:r>
              <a:rPr lang="zh-CN" altLang="en-US"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a:lnSpc>
                <a:spcPct val="150000"/>
              </a:lnSpc>
            </a:pPr>
            <a:r>
              <a:rPr lang="zh-CN" altLang="en-US" sz="2000" dirty="0">
                <a:latin typeface="微软雅黑" panose="020B0503020204020204" pitchFamily="34" charset="-122"/>
                <a:ea typeface="微软雅黑" panose="020B0503020204020204" pitchFamily="34" charset="-122"/>
              </a:rPr>
              <a:t>头部</a:t>
            </a:r>
            <a:r>
              <a:rPr lang="en-US" altLang="zh-CN" sz="2000" dirty="0">
                <a:latin typeface="微软雅黑" panose="020B0503020204020204" pitchFamily="34" charset="-122"/>
                <a:ea typeface="微软雅黑" panose="020B0503020204020204" pitchFamily="34" charset="-122"/>
              </a:rPr>
              <a:t>CT</a:t>
            </a:r>
            <a:r>
              <a:rPr lang="zh-CN" altLang="en-US" sz="2000" dirty="0">
                <a:latin typeface="微软雅黑" panose="020B0503020204020204" pitchFamily="34" charset="-122"/>
                <a:ea typeface="微软雅黑" panose="020B0503020204020204" pitchFamily="34" charset="-122"/>
              </a:rPr>
              <a:t>切片的</a:t>
            </a:r>
            <a:r>
              <a:rPr lang="en-US" altLang="zh-CN" sz="2000" dirty="0">
                <a:latin typeface="微软雅黑" panose="020B0503020204020204" pitchFamily="34" charset="-122"/>
                <a:ea typeface="微软雅黑" panose="020B0503020204020204" pitchFamily="34" charset="-122"/>
              </a:rPr>
              <a:t>CT</a:t>
            </a:r>
            <a:r>
              <a:rPr lang="zh-CN" altLang="en-US" sz="2000" dirty="0">
                <a:latin typeface="微软雅黑" panose="020B0503020204020204" pitchFamily="34" charset="-122"/>
                <a:ea typeface="微软雅黑" panose="020B0503020204020204" pitchFamily="34" charset="-122"/>
              </a:rPr>
              <a:t>值</a:t>
            </a:r>
          </a:p>
          <a:p>
            <a:pPr>
              <a:lnSpc>
                <a:spcPct val="150000"/>
              </a:lnSpc>
            </a:pPr>
            <a:r>
              <a:rPr lang="zh-CN" altLang="en-US" sz="2000" dirty="0">
                <a:latin typeface="微软雅黑" panose="020B0503020204020204" pitchFamily="34" charset="-122"/>
                <a:ea typeface="微软雅黑" panose="020B0503020204020204" pitchFamily="34" charset="-122"/>
              </a:rPr>
              <a:t>范围为从</a:t>
            </a:r>
            <a:r>
              <a:rPr lang="en-US" altLang="zh-CN" sz="2000" dirty="0">
                <a:latin typeface="微软雅黑" panose="020B0503020204020204" pitchFamily="34" charset="-122"/>
                <a:ea typeface="微软雅黑" panose="020B0503020204020204" pitchFamily="34" charset="-122"/>
              </a:rPr>
              <a:t>0</a:t>
            </a:r>
            <a:r>
              <a:rPr lang="zh-CN" altLang="en-US" sz="2000" dirty="0">
                <a:latin typeface="微软雅黑" panose="020B0503020204020204" pitchFamily="34" charset="-122"/>
                <a:ea typeface="微软雅黑" panose="020B0503020204020204" pitchFamily="34" charset="-122"/>
              </a:rPr>
              <a:t>到</a:t>
            </a:r>
            <a:r>
              <a:rPr lang="en-US" altLang="zh-CN" sz="2000" dirty="0">
                <a:latin typeface="微软雅黑" panose="020B0503020204020204" pitchFamily="34" charset="-122"/>
                <a:ea typeface="微软雅黑" panose="020B0503020204020204" pitchFamily="34" charset="-122"/>
              </a:rPr>
              <a:t>4095</a:t>
            </a:r>
            <a:r>
              <a:rPr lang="zh-CN" altLang="en-US" sz="2000" dirty="0">
                <a:latin typeface="微软雅黑" panose="020B0503020204020204" pitchFamily="34" charset="-122"/>
                <a:ea typeface="微软雅黑" panose="020B0503020204020204" pitchFamily="34" charset="-122"/>
              </a:rPr>
              <a:t>，</a:t>
            </a:r>
          </a:p>
          <a:p>
            <a:pPr>
              <a:lnSpc>
                <a:spcPct val="150000"/>
              </a:lnSpc>
            </a:pPr>
            <a:r>
              <a:rPr lang="zh-CN" altLang="en-US" sz="2000" dirty="0">
                <a:latin typeface="微软雅黑" panose="020B0503020204020204" pitchFamily="34" charset="-122"/>
                <a:ea typeface="微软雅黑" panose="020B0503020204020204" pitchFamily="34" charset="-122"/>
              </a:rPr>
              <a:t>我们取其灰度级为</a:t>
            </a:r>
          </a:p>
          <a:p>
            <a:pPr>
              <a:lnSpc>
                <a:spcPct val="150000"/>
              </a:lnSpc>
            </a:pPr>
            <a:r>
              <a:rPr lang="en-US" altLang="zh-CN" sz="2000" dirty="0">
                <a:latin typeface="微软雅黑" panose="020B0503020204020204" pitchFamily="34" charset="-122"/>
                <a:ea typeface="微软雅黑" panose="020B0503020204020204" pitchFamily="34" charset="-122"/>
              </a:rPr>
              <a:t>4096</a:t>
            </a:r>
            <a:r>
              <a:rPr lang="zh-CN" altLang="en-US" sz="2000" dirty="0">
                <a:latin typeface="微软雅黑" panose="020B0503020204020204" pitchFamily="34" charset="-122"/>
                <a:ea typeface="微软雅黑" panose="020B0503020204020204" pitchFamily="34" charset="-122"/>
              </a:rPr>
              <a:t>。用多阈值方</a:t>
            </a:r>
          </a:p>
          <a:p>
            <a:pPr>
              <a:lnSpc>
                <a:spcPct val="150000"/>
              </a:lnSpc>
            </a:pPr>
            <a:r>
              <a:rPr lang="zh-CN" altLang="en-US" sz="2000" dirty="0">
                <a:latin typeface="微软雅黑" panose="020B0503020204020204" pitchFamily="34" charset="-122"/>
                <a:ea typeface="微软雅黑" panose="020B0503020204020204" pitchFamily="34" charset="-122"/>
              </a:rPr>
              <a:t>法把该图分成四个</a:t>
            </a:r>
          </a:p>
          <a:p>
            <a:pPr>
              <a:lnSpc>
                <a:spcPct val="150000"/>
              </a:lnSpc>
            </a:pPr>
            <a:r>
              <a:rPr lang="zh-CN" altLang="en-US" sz="2000" dirty="0">
                <a:latin typeface="微软雅黑" panose="020B0503020204020204" pitchFamily="34" charset="-122"/>
                <a:ea typeface="微软雅黑" panose="020B0503020204020204" pitchFamily="34" charset="-122"/>
              </a:rPr>
              <a:t>部分：背景，表</a:t>
            </a:r>
          </a:p>
          <a:p>
            <a:pPr>
              <a:lnSpc>
                <a:spcPct val="150000"/>
              </a:lnSpc>
            </a:pPr>
            <a:r>
              <a:rPr lang="zh-CN" altLang="en-US" sz="2000" dirty="0">
                <a:latin typeface="微软雅黑" panose="020B0503020204020204" pitchFamily="34" charset="-122"/>
                <a:ea typeface="微软雅黑" panose="020B0503020204020204" pitchFamily="34" charset="-122"/>
              </a:rPr>
              <a:t>皮，其它软组织和</a:t>
            </a:r>
          </a:p>
          <a:p>
            <a:pPr>
              <a:lnSpc>
                <a:spcPct val="150000"/>
              </a:lnSpc>
            </a:pPr>
            <a:r>
              <a:rPr lang="zh-CN" altLang="en-US" sz="2000" dirty="0">
                <a:latin typeface="微软雅黑" panose="020B0503020204020204" pitchFamily="34" charset="-122"/>
                <a:ea typeface="微软雅黑" panose="020B0503020204020204" pitchFamily="34" charset="-122"/>
              </a:rPr>
              <a:t>骨骼的结果。算出</a:t>
            </a:r>
          </a:p>
          <a:p>
            <a:pPr>
              <a:lnSpc>
                <a:spcPct val="150000"/>
              </a:lnSpc>
            </a:pPr>
            <a:r>
              <a:rPr lang="zh-CN" altLang="en-US" sz="2000" dirty="0">
                <a:latin typeface="微软雅黑" panose="020B0503020204020204" pitchFamily="34" charset="-122"/>
                <a:ea typeface="微软雅黑" panose="020B0503020204020204" pitchFamily="34" charset="-122"/>
              </a:rPr>
              <a:t>的三个阈值为</a:t>
            </a:r>
            <a:r>
              <a:rPr lang="en-US" altLang="zh-CN" sz="2000" dirty="0">
                <a:latin typeface="微软雅黑" panose="020B0503020204020204" pitchFamily="34" charset="-122"/>
                <a:ea typeface="微软雅黑" panose="020B0503020204020204" pitchFamily="34" charset="-122"/>
              </a:rPr>
              <a:t>175</a:t>
            </a:r>
            <a:r>
              <a:rPr lang="zh-CN" altLang="en-US" sz="2000" dirty="0">
                <a:latin typeface="微软雅黑" panose="020B0503020204020204" pitchFamily="34" charset="-122"/>
                <a:ea typeface="微软雅黑" panose="020B0503020204020204" pitchFamily="34" charset="-122"/>
              </a:rPr>
              <a:t>，</a:t>
            </a:r>
          </a:p>
          <a:p>
            <a:pPr>
              <a:lnSpc>
                <a:spcPct val="150000"/>
              </a:lnSpc>
            </a:pPr>
            <a:r>
              <a:rPr lang="en-US" altLang="zh-CN" sz="2000" dirty="0">
                <a:latin typeface="微软雅黑" panose="020B0503020204020204" pitchFamily="34" charset="-122"/>
                <a:ea typeface="微软雅黑" panose="020B0503020204020204" pitchFamily="34" charset="-122"/>
              </a:rPr>
              <a:t>977</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1502</a:t>
            </a:r>
            <a:r>
              <a:rPr lang="zh-CN" altLang="en-US"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p:txBody>
      </p:sp>
      <p:pic>
        <p:nvPicPr>
          <p:cNvPr id="2097166" name="图片 1"/>
          <p:cNvPicPr>
            <a:picLocks noChangeAspect="1"/>
          </p:cNvPicPr>
          <p:nvPr/>
        </p:nvPicPr>
        <p:blipFill>
          <a:blip r:embed="rId2"/>
          <a:stretch>
            <a:fillRect/>
          </a:stretch>
        </p:blipFill>
        <p:spPr>
          <a:xfrm>
            <a:off x="3362077" y="1700808"/>
            <a:ext cx="6819900" cy="4572000"/>
          </a:xfrm>
          <a:prstGeom prst="rect">
            <a:avLst/>
          </a:prstGeom>
        </p:spPr>
      </p:pic>
      <p:sp>
        <p:nvSpPr>
          <p:cNvPr id="1048724" name="TextBox 27"/>
          <p:cNvSpPr txBox="1"/>
          <p:nvPr/>
        </p:nvSpPr>
        <p:spPr>
          <a:xfrm>
            <a:off x="1012825" y="176213"/>
            <a:ext cx="3434081" cy="574040"/>
          </a:xfrm>
          <a:prstGeom prst="rect">
            <a:avLst/>
          </a:prstGeom>
          <a:noFill/>
          <a:ln w="9525">
            <a:noFill/>
          </a:ln>
        </p:spPr>
        <p:txBody>
          <a:bodyPr wrap="none" anchor="t">
            <a:spAutoFit/>
          </a:bodyPr>
          <a:lstStyle/>
          <a:p>
            <a:r>
              <a:rPr lang="zh-CN" altLang="en-US" sz="3200" dirty="0">
                <a:latin typeface="黑体" panose="02010609060101010101" pitchFamily="49" charset="-122"/>
                <a:ea typeface="黑体" panose="02010609060101010101" pitchFamily="49" charset="-122"/>
              </a:rPr>
              <a:t>一、图像分割概述</a:t>
            </a:r>
          </a:p>
        </p:txBody>
      </p:sp>
      <p:sp>
        <p:nvSpPr>
          <p:cNvPr id="1048725"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a:p>
        </p:txBody>
      </p:sp>
    </p:spTree>
  </p:cSld>
  <p:clrMapOvr>
    <a:masterClrMapping/>
  </p:clrMapOvr>
  <p:transition spd="slow" advTm="3804">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26" name="TextBox 9"/>
          <p:cNvSpPr txBox="1"/>
          <p:nvPr/>
        </p:nvSpPr>
        <p:spPr>
          <a:xfrm>
            <a:off x="769789" y="1129120"/>
            <a:ext cx="10054108" cy="2834641"/>
          </a:xfrm>
          <a:prstGeom prst="rect">
            <a:avLst/>
          </a:prstGeom>
          <a:noFill/>
          <a:ln w="9525">
            <a:noFill/>
          </a:ln>
        </p:spPr>
        <p:txBody>
          <a:bodyPr wrap="square" anchor="t">
            <a:spAutoFit/>
          </a:bodyPr>
          <a:lstStyle/>
          <a:p>
            <a:pPr>
              <a:lnSpc>
                <a:spcPct val="150000"/>
              </a:lnSpc>
            </a:pPr>
            <a:r>
              <a:rPr lang="zh-CN" altLang="en-US" sz="2000" b="1" dirty="0">
                <a:latin typeface="微软雅黑" panose="020B0503020204020204" pitchFamily="34" charset="-122"/>
                <a:ea typeface="微软雅黑" panose="020B0503020204020204" pitchFamily="34" charset="-122"/>
              </a:rPr>
              <a:t>阈值分割的优点</a:t>
            </a:r>
            <a:r>
              <a:rPr lang="zh-CN" altLang="en-US"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a:lnSpc>
                <a:spcPct val="150000"/>
              </a:lnSpc>
            </a:pPr>
            <a:r>
              <a:rPr lang="zh-CN" altLang="en-US" sz="2000" dirty="0">
                <a:latin typeface="微软雅黑" panose="020B0503020204020204" pitchFamily="34" charset="-122"/>
                <a:ea typeface="微软雅黑" panose="020B0503020204020204" pitchFamily="34" charset="-122"/>
              </a:rPr>
              <a:t>简单。</a:t>
            </a:r>
          </a:p>
          <a:p>
            <a:pPr>
              <a:lnSpc>
                <a:spcPct val="150000"/>
              </a:lnSpc>
            </a:pPr>
            <a:r>
              <a:rPr lang="zh-CN" altLang="en-US" sz="2000" dirty="0">
                <a:latin typeface="微软雅黑" panose="020B0503020204020204" pitchFamily="34" charset="-122"/>
                <a:ea typeface="微软雅黑" panose="020B0503020204020204" pitchFamily="34" charset="-122"/>
              </a:rPr>
              <a:t>对于不同类的物体灰度值或其他特征值相差很大时，它能很有效的对图像进行分割。</a:t>
            </a:r>
            <a:endParaRPr lang="en-US" altLang="zh-CN" sz="2000" dirty="0">
              <a:latin typeface="微软雅黑" panose="020B0503020204020204" pitchFamily="34" charset="-122"/>
              <a:ea typeface="微软雅黑" panose="020B0503020204020204" pitchFamily="34" charset="-122"/>
            </a:endParaRPr>
          </a:p>
          <a:p>
            <a:pPr>
              <a:lnSpc>
                <a:spcPct val="150000"/>
              </a:lnSpc>
            </a:pPr>
            <a:endParaRPr lang="zh-CN" altLang="en-US" sz="2000" dirty="0">
              <a:latin typeface="微软雅黑" panose="020B0503020204020204" pitchFamily="34" charset="-122"/>
              <a:ea typeface="微软雅黑" panose="020B0503020204020204" pitchFamily="34" charset="-122"/>
            </a:endParaRPr>
          </a:p>
          <a:p>
            <a:pPr>
              <a:lnSpc>
                <a:spcPct val="150000"/>
              </a:lnSpc>
            </a:pPr>
            <a:r>
              <a:rPr lang="zh-CN" altLang="en-US" sz="2000" dirty="0">
                <a:latin typeface="微软雅黑" panose="020B0503020204020204" pitchFamily="34" charset="-122"/>
                <a:ea typeface="微软雅黑" panose="020B0503020204020204" pitchFamily="34" charset="-122"/>
              </a:rPr>
              <a:t>阈值分割通常作为预处理，在其后应用其他一系列分割方法进行处理，它常被用于</a:t>
            </a:r>
            <a:r>
              <a:rPr lang="en-US" altLang="zh-CN" sz="2000" dirty="0">
                <a:latin typeface="微软雅黑" panose="020B0503020204020204" pitchFamily="34" charset="-122"/>
                <a:ea typeface="微软雅黑" panose="020B0503020204020204" pitchFamily="34" charset="-122"/>
              </a:rPr>
              <a:t>CT</a:t>
            </a:r>
            <a:r>
              <a:rPr lang="zh-CN" altLang="en-US" sz="2000" dirty="0">
                <a:latin typeface="微软雅黑" panose="020B0503020204020204" pitchFamily="34" charset="-122"/>
                <a:ea typeface="微软雅黑" panose="020B0503020204020204" pitchFamily="34" charset="-122"/>
              </a:rPr>
              <a:t>图像中皮肤、骨骼的分割。</a:t>
            </a:r>
            <a:endParaRPr lang="en-US" altLang="zh-CN" sz="2000" dirty="0">
              <a:latin typeface="微软雅黑" panose="020B0503020204020204" pitchFamily="34" charset="-122"/>
              <a:ea typeface="微软雅黑" panose="020B0503020204020204" pitchFamily="34" charset="-122"/>
            </a:endParaRPr>
          </a:p>
        </p:txBody>
      </p:sp>
      <p:sp>
        <p:nvSpPr>
          <p:cNvPr id="1048727" name="TextBox 27"/>
          <p:cNvSpPr txBox="1"/>
          <p:nvPr/>
        </p:nvSpPr>
        <p:spPr>
          <a:xfrm>
            <a:off x="1012825" y="176213"/>
            <a:ext cx="3434081" cy="574040"/>
          </a:xfrm>
          <a:prstGeom prst="rect">
            <a:avLst/>
          </a:prstGeom>
          <a:noFill/>
          <a:ln w="9525">
            <a:noFill/>
          </a:ln>
        </p:spPr>
        <p:txBody>
          <a:bodyPr wrap="none" anchor="t">
            <a:spAutoFit/>
          </a:bodyPr>
          <a:lstStyle/>
          <a:p>
            <a:r>
              <a:rPr lang="zh-CN" altLang="en-US" sz="3200" dirty="0">
                <a:latin typeface="黑体" panose="02010609060101010101" pitchFamily="49" charset="-122"/>
                <a:ea typeface="黑体" panose="02010609060101010101" pitchFamily="49" charset="-122"/>
              </a:rPr>
              <a:t>一、图像分割概述</a:t>
            </a:r>
          </a:p>
        </p:txBody>
      </p:sp>
      <p:sp>
        <p:nvSpPr>
          <p:cNvPr id="1048728"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a:p>
        </p:txBody>
      </p:sp>
    </p:spTree>
  </p:cSld>
  <p:clrMapOvr>
    <a:masterClrMapping/>
  </p:clrMapOvr>
  <p:transition spd="slow" advTm="3804">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29" name="TextBox 9"/>
          <p:cNvSpPr txBox="1"/>
          <p:nvPr/>
        </p:nvSpPr>
        <p:spPr>
          <a:xfrm>
            <a:off x="769789" y="1129120"/>
            <a:ext cx="10054108" cy="4663441"/>
          </a:xfrm>
          <a:prstGeom prst="rect">
            <a:avLst/>
          </a:prstGeom>
          <a:noFill/>
          <a:ln w="9525">
            <a:noFill/>
          </a:ln>
        </p:spPr>
        <p:txBody>
          <a:bodyPr wrap="square" anchor="t">
            <a:spAutoFit/>
          </a:bodyPr>
          <a:lstStyle/>
          <a:p>
            <a:pPr>
              <a:lnSpc>
                <a:spcPct val="150000"/>
              </a:lnSpc>
            </a:pPr>
            <a:r>
              <a:rPr lang="zh-CN" altLang="en-US" sz="2000" b="1" dirty="0">
                <a:latin typeface="微软雅黑" panose="020B0503020204020204" pitchFamily="34" charset="-122"/>
                <a:ea typeface="微软雅黑" panose="020B0503020204020204" pitchFamily="34" charset="-122"/>
              </a:rPr>
              <a:t>阈值分割的缺点</a:t>
            </a:r>
            <a:r>
              <a:rPr lang="zh-CN" altLang="en-US"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a:lnSpc>
                <a:spcPct val="150000"/>
              </a:lnSpc>
            </a:pPr>
            <a:r>
              <a:rPr lang="zh-CN" altLang="en-US" sz="2000" dirty="0">
                <a:latin typeface="微软雅黑" panose="020B0503020204020204" pitchFamily="34" charset="-122"/>
                <a:ea typeface="微软雅黑" panose="020B0503020204020204" pitchFamily="34" charset="-122"/>
              </a:rPr>
              <a:t>不适用于多通道图像和特征值相差不大的图像，对于图像中不存在明显的灰度差异或各物体的灰度值范围有较大重叠的图像分割问题难以得到准确的结果。</a:t>
            </a:r>
            <a:endParaRPr lang="en-US" altLang="zh-CN" sz="2000" dirty="0">
              <a:latin typeface="微软雅黑" panose="020B0503020204020204" pitchFamily="34" charset="-122"/>
              <a:ea typeface="微软雅黑" panose="020B0503020204020204" pitchFamily="34" charset="-122"/>
            </a:endParaRPr>
          </a:p>
          <a:p>
            <a:pPr>
              <a:lnSpc>
                <a:spcPct val="150000"/>
              </a:lnSpc>
            </a:pPr>
            <a:endParaRPr lang="zh-CN" altLang="en-US" sz="2000" dirty="0">
              <a:latin typeface="微软雅黑" panose="020B0503020204020204" pitchFamily="34" charset="-122"/>
              <a:ea typeface="微软雅黑" panose="020B0503020204020204" pitchFamily="34" charset="-122"/>
            </a:endParaRPr>
          </a:p>
          <a:p>
            <a:pPr>
              <a:lnSpc>
                <a:spcPct val="150000"/>
              </a:lnSpc>
            </a:pPr>
            <a:r>
              <a:rPr lang="zh-CN" altLang="en-US" sz="2000" dirty="0">
                <a:latin typeface="微软雅黑" panose="020B0503020204020204" pitchFamily="34" charset="-122"/>
                <a:ea typeface="微软雅黑" panose="020B0503020204020204" pitchFamily="34" charset="-122"/>
              </a:rPr>
              <a:t>仅仅考虑了图像的灰度信息而不考虑图像的空间信息，阈值分割对噪声和灰度不均匀很敏感。</a:t>
            </a:r>
            <a:endParaRPr lang="en-US" altLang="zh-CN" sz="2000" dirty="0">
              <a:latin typeface="微软雅黑" panose="020B0503020204020204" pitchFamily="34" charset="-122"/>
              <a:ea typeface="微软雅黑" panose="020B0503020204020204" pitchFamily="34" charset="-122"/>
            </a:endParaRPr>
          </a:p>
          <a:p>
            <a:pPr>
              <a:lnSpc>
                <a:spcPct val="150000"/>
              </a:lnSpc>
            </a:pPr>
            <a:endParaRPr lang="en-US" altLang="zh-CN" sz="2000" dirty="0">
              <a:latin typeface="微软雅黑" panose="020B0503020204020204" pitchFamily="34" charset="-122"/>
              <a:ea typeface="微软雅黑" panose="020B0503020204020204" pitchFamily="34" charset="-122"/>
            </a:endParaRPr>
          </a:p>
          <a:p>
            <a:pPr>
              <a:lnSpc>
                <a:spcPct val="150000"/>
              </a:lnSpc>
            </a:pPr>
            <a:r>
              <a:rPr lang="zh-CN" altLang="en-US" sz="2000" dirty="0">
                <a:latin typeface="微软雅黑" panose="020B0503020204020204" pitchFamily="34" charset="-122"/>
                <a:ea typeface="微软雅黑" panose="020B0503020204020204" pitchFamily="34" charset="-122"/>
              </a:rPr>
              <a:t>针对阈值分割方法的缺点，不少学者提出了许多改进方法。在噪声图像的分割中，一些阈值分割方法还利用了一些象素邻域的局部信息，如基于过渡区的方法，还有利用像素点空间位置信息的变化阈值法，结合局部灰度和连通信息的阈值方法。</a:t>
            </a:r>
            <a:endParaRPr lang="en-US" altLang="zh-CN" sz="2000" dirty="0">
              <a:latin typeface="微软雅黑" panose="020B0503020204020204" pitchFamily="34" charset="-122"/>
              <a:ea typeface="微软雅黑" panose="020B0503020204020204" pitchFamily="34" charset="-122"/>
            </a:endParaRPr>
          </a:p>
        </p:txBody>
      </p:sp>
      <p:sp>
        <p:nvSpPr>
          <p:cNvPr id="1048730" name="TextBox 27"/>
          <p:cNvSpPr txBox="1"/>
          <p:nvPr/>
        </p:nvSpPr>
        <p:spPr>
          <a:xfrm>
            <a:off x="1012825" y="176213"/>
            <a:ext cx="3434081" cy="574040"/>
          </a:xfrm>
          <a:prstGeom prst="rect">
            <a:avLst/>
          </a:prstGeom>
          <a:noFill/>
          <a:ln w="9525">
            <a:noFill/>
          </a:ln>
        </p:spPr>
        <p:txBody>
          <a:bodyPr wrap="none" anchor="t">
            <a:spAutoFit/>
          </a:bodyPr>
          <a:lstStyle/>
          <a:p>
            <a:r>
              <a:rPr lang="zh-CN" altLang="en-US" sz="3200" dirty="0">
                <a:latin typeface="黑体" panose="02010609060101010101" pitchFamily="49" charset="-122"/>
                <a:ea typeface="黑体" panose="02010609060101010101" pitchFamily="49" charset="-122"/>
              </a:rPr>
              <a:t>一、图像分割概述</a:t>
            </a:r>
          </a:p>
        </p:txBody>
      </p:sp>
      <p:sp>
        <p:nvSpPr>
          <p:cNvPr id="1048731"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a:p>
        </p:txBody>
      </p:sp>
    </p:spTree>
  </p:cSld>
  <p:clrMapOvr>
    <a:masterClrMapping/>
  </p:clrMapOvr>
  <p:transition spd="slow" advTm="3804">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32" name="TextBox 9"/>
          <p:cNvSpPr txBox="1"/>
          <p:nvPr/>
        </p:nvSpPr>
        <p:spPr>
          <a:xfrm>
            <a:off x="769789" y="1129120"/>
            <a:ext cx="10054108" cy="2400657"/>
          </a:xfrm>
          <a:prstGeom prst="rect">
            <a:avLst/>
          </a:prstGeom>
          <a:noFill/>
          <a:ln w="9525">
            <a:noFill/>
          </a:ln>
        </p:spPr>
        <p:txBody>
          <a:bodyPr wrap="square" anchor="t">
            <a:spAutoFit/>
          </a:bodyPr>
          <a:lstStyle/>
          <a:p>
            <a:pPr>
              <a:lnSpc>
                <a:spcPct val="150000"/>
              </a:lnSpc>
            </a:pPr>
            <a:r>
              <a:rPr lang="zh-CN" altLang="en-US" sz="2000" b="1" dirty="0">
                <a:latin typeface="微软雅黑" panose="020B0503020204020204" pitchFamily="34" charset="-122"/>
                <a:ea typeface="微软雅黑" panose="020B0503020204020204" pitchFamily="34" charset="-122"/>
              </a:rPr>
              <a:t>阈值分割的难点解决</a:t>
            </a:r>
          </a:p>
          <a:p>
            <a:pPr>
              <a:lnSpc>
                <a:spcPct val="150000"/>
              </a:lnSpc>
            </a:pPr>
            <a:r>
              <a:rPr lang="zh-CN" altLang="en-US" sz="2000" dirty="0">
                <a:latin typeface="微软雅黑" panose="020B0503020204020204" pitchFamily="34" charset="-122"/>
                <a:ea typeface="微软雅黑" panose="020B0503020204020204" pitchFamily="34" charset="-122"/>
              </a:rPr>
              <a:t>对于单一阈值的选取问题，其解决方法较为简单，但是对于多目标的图像来讲，如何选取合适的阈值实在是基于阈值分割方法的困难所在。</a:t>
            </a:r>
            <a:endParaRPr lang="en-US" altLang="zh-CN" sz="2000" dirty="0">
              <a:latin typeface="微软雅黑" panose="020B0503020204020204" pitchFamily="34" charset="-122"/>
              <a:ea typeface="微软雅黑" panose="020B0503020204020204" pitchFamily="34" charset="-122"/>
            </a:endParaRPr>
          </a:p>
          <a:p>
            <a:pPr>
              <a:lnSpc>
                <a:spcPct val="150000"/>
              </a:lnSpc>
            </a:pPr>
            <a:endParaRPr lang="en-US" altLang="zh-CN" sz="2000" dirty="0">
              <a:latin typeface="微软雅黑" panose="020B0503020204020204" pitchFamily="34" charset="-122"/>
              <a:ea typeface="微软雅黑" panose="020B0503020204020204" pitchFamily="34" charset="-122"/>
            </a:endParaRPr>
          </a:p>
          <a:p>
            <a:pPr>
              <a:lnSpc>
                <a:spcPct val="150000"/>
              </a:lnSpc>
            </a:pPr>
            <a:r>
              <a:rPr lang="zh-CN" altLang="en-US" sz="2000" dirty="0">
                <a:latin typeface="微软雅黑" panose="020B0503020204020204" pitchFamily="34" charset="-122"/>
                <a:ea typeface="微软雅黑" panose="020B0503020204020204" pitchFamily="34" charset="-122"/>
              </a:rPr>
              <a:t>在近年来的自动选取阈值方法中，基于最大熵原则选择阈值是最重要的方法之一。</a:t>
            </a:r>
            <a:endParaRPr lang="en-US" altLang="zh-CN" sz="2000" dirty="0">
              <a:latin typeface="微软雅黑" panose="020B0503020204020204" pitchFamily="34" charset="-122"/>
              <a:ea typeface="微软雅黑" panose="020B0503020204020204" pitchFamily="34" charset="-122"/>
            </a:endParaRPr>
          </a:p>
        </p:txBody>
      </p:sp>
      <p:sp>
        <p:nvSpPr>
          <p:cNvPr id="1048733" name="TextBox 27"/>
          <p:cNvSpPr txBox="1"/>
          <p:nvPr/>
        </p:nvSpPr>
        <p:spPr>
          <a:xfrm>
            <a:off x="1012825" y="176213"/>
            <a:ext cx="3434081" cy="574040"/>
          </a:xfrm>
          <a:prstGeom prst="rect">
            <a:avLst/>
          </a:prstGeom>
          <a:noFill/>
          <a:ln w="9525">
            <a:noFill/>
          </a:ln>
        </p:spPr>
        <p:txBody>
          <a:bodyPr wrap="none" anchor="t">
            <a:spAutoFit/>
          </a:bodyPr>
          <a:lstStyle/>
          <a:p>
            <a:r>
              <a:rPr lang="zh-CN" altLang="en-US" sz="3200" dirty="0">
                <a:latin typeface="黑体" panose="02010609060101010101" pitchFamily="49" charset="-122"/>
                <a:ea typeface="黑体" panose="02010609060101010101" pitchFamily="49" charset="-122"/>
              </a:rPr>
              <a:t>一、图像分割概述</a:t>
            </a:r>
          </a:p>
        </p:txBody>
      </p:sp>
      <p:sp>
        <p:nvSpPr>
          <p:cNvPr id="1048734"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a:p>
        </p:txBody>
      </p:sp>
    </p:spTree>
  </p:cSld>
  <p:clrMapOvr>
    <a:masterClrMapping/>
  </p:clrMapOvr>
  <p:transition spd="slow" advTm="3804">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35" name="TextBox 9"/>
          <p:cNvSpPr txBox="1"/>
          <p:nvPr/>
        </p:nvSpPr>
        <p:spPr>
          <a:xfrm>
            <a:off x="769789" y="1129120"/>
            <a:ext cx="10054108" cy="3291840"/>
          </a:xfrm>
          <a:prstGeom prst="rect">
            <a:avLst/>
          </a:prstGeom>
          <a:noFill/>
          <a:ln w="9525">
            <a:noFill/>
          </a:ln>
        </p:spPr>
        <p:txBody>
          <a:bodyPr wrap="square" anchor="t">
            <a:spAutoFit/>
          </a:bodyPr>
          <a:lstStyle/>
          <a:p>
            <a:pPr>
              <a:lnSpc>
                <a:spcPct val="150000"/>
              </a:lnSpc>
            </a:pPr>
            <a:r>
              <a:rPr lang="zh-CN" altLang="en-US" sz="2000" b="1" dirty="0">
                <a:latin typeface="微软雅黑" panose="020B0503020204020204" pitchFamily="34" charset="-122"/>
                <a:ea typeface="微软雅黑" panose="020B0503020204020204" pitchFamily="34" charset="-122"/>
              </a:rPr>
              <a:t>区域生长和分裂合并</a:t>
            </a:r>
          </a:p>
          <a:p>
            <a:pPr>
              <a:lnSpc>
                <a:spcPct val="150000"/>
              </a:lnSpc>
            </a:pPr>
            <a:r>
              <a:rPr lang="zh-CN" altLang="en-US" sz="2000" dirty="0">
                <a:latin typeface="微软雅黑" panose="020B0503020204020204" pitchFamily="34" charset="-122"/>
                <a:ea typeface="微软雅黑" panose="020B0503020204020204" pitchFamily="34" charset="-122"/>
              </a:rPr>
              <a:t>区域生长的基本思想是将具有相似性质的像素集中起来构成区域。</a:t>
            </a:r>
          </a:p>
          <a:p>
            <a:pPr>
              <a:lnSpc>
                <a:spcPct val="150000"/>
              </a:lnSpc>
            </a:pPr>
            <a:r>
              <a:rPr lang="zh-CN" altLang="en-US" sz="2000" dirty="0">
                <a:latin typeface="微软雅黑" panose="020B0503020204020204" pitchFamily="34" charset="-122"/>
                <a:ea typeface="微软雅黑" panose="020B0503020204020204" pitchFamily="34" charset="-122"/>
              </a:rPr>
              <a:t>该方法需要先选取一个种子点，然后依次将种子像素周围的相似像素合并到种子像素所在的区域中。</a:t>
            </a:r>
            <a:endParaRPr lang="en-US" altLang="zh-CN" sz="2000" dirty="0">
              <a:latin typeface="微软雅黑" panose="020B0503020204020204" pitchFamily="34" charset="-122"/>
              <a:ea typeface="微软雅黑" panose="020B0503020204020204" pitchFamily="34" charset="-122"/>
            </a:endParaRPr>
          </a:p>
          <a:p>
            <a:pPr>
              <a:lnSpc>
                <a:spcPct val="150000"/>
              </a:lnSpc>
            </a:pPr>
            <a:endParaRPr lang="zh-CN" altLang="en-US" sz="2000" dirty="0">
              <a:latin typeface="微软雅黑" panose="020B0503020204020204" pitchFamily="34" charset="-122"/>
              <a:ea typeface="微软雅黑" panose="020B0503020204020204" pitchFamily="34" charset="-122"/>
            </a:endParaRPr>
          </a:p>
          <a:p>
            <a:pPr>
              <a:lnSpc>
                <a:spcPct val="150000"/>
              </a:lnSpc>
            </a:pPr>
            <a:r>
              <a:rPr lang="zh-CN" altLang="en-US" sz="2000" dirty="0">
                <a:solidFill>
                  <a:srgbClr val="FF0000"/>
                </a:solidFill>
                <a:latin typeface="微软雅黑" panose="020B0503020204020204" pitchFamily="34" charset="-122"/>
                <a:ea typeface="微软雅黑" panose="020B0503020204020204" pitchFamily="34" charset="-122"/>
              </a:rPr>
              <a:t>区域生长算法的研究重点：</a:t>
            </a:r>
            <a:endParaRPr lang="en-US" altLang="zh-CN" sz="2000" dirty="0">
              <a:solidFill>
                <a:srgbClr val="FF0000"/>
              </a:solidFill>
              <a:latin typeface="微软雅黑" panose="020B0503020204020204" pitchFamily="34" charset="-122"/>
              <a:ea typeface="微软雅黑" panose="020B0503020204020204" pitchFamily="34" charset="-122"/>
            </a:endParaRPr>
          </a:p>
          <a:p>
            <a:pPr>
              <a:lnSpc>
                <a:spcPct val="150000"/>
              </a:lnSpc>
            </a:pPr>
            <a:r>
              <a:rPr lang="zh-CN" altLang="en-US" sz="2000" dirty="0">
                <a:latin typeface="微软雅黑" panose="020B0503020204020204" pitchFamily="34" charset="-122"/>
                <a:ea typeface="微软雅黑" panose="020B0503020204020204" pitchFamily="34" charset="-122"/>
              </a:rPr>
              <a:t>特征度量和区域增长规则的设计；算法的高效性和准确性。</a:t>
            </a:r>
            <a:endParaRPr lang="en-US" altLang="zh-CN" sz="2000" dirty="0">
              <a:latin typeface="微软雅黑" panose="020B0503020204020204" pitchFamily="34" charset="-122"/>
              <a:ea typeface="微软雅黑" panose="020B0503020204020204" pitchFamily="34" charset="-122"/>
            </a:endParaRPr>
          </a:p>
        </p:txBody>
      </p:sp>
      <p:pic>
        <p:nvPicPr>
          <p:cNvPr id="2097167" name="图片 1"/>
          <p:cNvPicPr>
            <a:picLocks noChangeAspect="1"/>
          </p:cNvPicPr>
          <p:nvPr/>
        </p:nvPicPr>
        <p:blipFill>
          <a:blip r:embed="rId2"/>
          <a:stretch>
            <a:fillRect/>
          </a:stretch>
        </p:blipFill>
        <p:spPr>
          <a:xfrm>
            <a:off x="7754565" y="2602946"/>
            <a:ext cx="2409825" cy="2200275"/>
          </a:xfrm>
          <a:prstGeom prst="rect">
            <a:avLst/>
          </a:prstGeom>
        </p:spPr>
      </p:pic>
      <p:sp>
        <p:nvSpPr>
          <p:cNvPr id="1048736" name="TextBox 27"/>
          <p:cNvSpPr txBox="1"/>
          <p:nvPr/>
        </p:nvSpPr>
        <p:spPr>
          <a:xfrm>
            <a:off x="1012825" y="176213"/>
            <a:ext cx="3434081" cy="574040"/>
          </a:xfrm>
          <a:prstGeom prst="rect">
            <a:avLst/>
          </a:prstGeom>
          <a:noFill/>
          <a:ln w="9525">
            <a:noFill/>
          </a:ln>
        </p:spPr>
        <p:txBody>
          <a:bodyPr wrap="none" anchor="t">
            <a:spAutoFit/>
          </a:bodyPr>
          <a:lstStyle/>
          <a:p>
            <a:r>
              <a:rPr lang="zh-CN" altLang="en-US" sz="3200" dirty="0">
                <a:latin typeface="黑体" panose="02010609060101010101" pitchFamily="49" charset="-122"/>
                <a:ea typeface="黑体" panose="02010609060101010101" pitchFamily="49" charset="-122"/>
              </a:rPr>
              <a:t>一、图像分割概述</a:t>
            </a:r>
          </a:p>
        </p:txBody>
      </p:sp>
      <p:sp>
        <p:nvSpPr>
          <p:cNvPr id="1048737"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a:p>
        </p:txBody>
      </p:sp>
    </p:spTree>
  </p:cSld>
  <p:clrMapOvr>
    <a:masterClrMapping/>
  </p:clrMapOvr>
  <p:transition spd="slow" advTm="3804">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38" name="TextBox 9"/>
          <p:cNvSpPr txBox="1"/>
          <p:nvPr/>
        </p:nvSpPr>
        <p:spPr>
          <a:xfrm>
            <a:off x="769789" y="1129120"/>
            <a:ext cx="10054108" cy="2400657"/>
          </a:xfrm>
          <a:prstGeom prst="rect">
            <a:avLst/>
          </a:prstGeom>
          <a:noFill/>
          <a:ln w="9525">
            <a:noFill/>
          </a:ln>
        </p:spPr>
        <p:txBody>
          <a:bodyPr wrap="square" anchor="t">
            <a:spAutoFit/>
          </a:bodyPr>
          <a:lstStyle/>
          <a:p>
            <a:pPr>
              <a:lnSpc>
                <a:spcPct val="150000"/>
              </a:lnSpc>
            </a:pPr>
            <a:r>
              <a:rPr lang="zh-CN" altLang="en-US" sz="2000" b="1" dirty="0">
                <a:latin typeface="微软雅黑" panose="020B0503020204020204" pitchFamily="34" charset="-122"/>
                <a:ea typeface="微软雅黑" panose="020B0503020204020204" pitchFamily="34" charset="-122"/>
              </a:rPr>
              <a:t>区域生长算法的优点</a:t>
            </a:r>
          </a:p>
          <a:p>
            <a:pPr>
              <a:lnSpc>
                <a:spcPct val="150000"/>
              </a:lnSpc>
            </a:pPr>
            <a:r>
              <a:rPr lang="zh-CN" altLang="en-US" sz="2000" dirty="0">
                <a:latin typeface="微软雅黑" panose="020B0503020204020204" pitchFamily="34" charset="-122"/>
                <a:ea typeface="微软雅黑" panose="020B0503020204020204" pitchFamily="34" charset="-122"/>
              </a:rPr>
              <a:t>计算简单</a:t>
            </a:r>
            <a:endParaRPr lang="en-US" altLang="zh-CN" sz="2000" dirty="0">
              <a:latin typeface="微软雅黑" panose="020B0503020204020204" pitchFamily="34" charset="-122"/>
              <a:ea typeface="微软雅黑" panose="020B0503020204020204" pitchFamily="34" charset="-122"/>
            </a:endParaRPr>
          </a:p>
          <a:p>
            <a:pPr>
              <a:lnSpc>
                <a:spcPct val="150000"/>
              </a:lnSpc>
            </a:pPr>
            <a:r>
              <a:rPr lang="zh-CN" altLang="en-US" sz="2000" dirty="0">
                <a:latin typeface="微软雅黑" panose="020B0503020204020204" pitchFamily="34" charset="-122"/>
                <a:ea typeface="微软雅黑" panose="020B0503020204020204" pitchFamily="34" charset="-122"/>
              </a:rPr>
              <a:t>特别适用于分割小的结构如肿瘤和伤疤。</a:t>
            </a:r>
            <a:endParaRPr lang="en-US" altLang="zh-CN" sz="2000" dirty="0">
              <a:latin typeface="微软雅黑" panose="020B0503020204020204" pitchFamily="34" charset="-122"/>
              <a:ea typeface="微软雅黑" panose="020B0503020204020204" pitchFamily="34" charset="-122"/>
            </a:endParaRPr>
          </a:p>
          <a:p>
            <a:pPr>
              <a:lnSpc>
                <a:spcPct val="150000"/>
              </a:lnSpc>
            </a:pPr>
            <a:endParaRPr lang="en-US" altLang="zh-CN" sz="2000" dirty="0">
              <a:latin typeface="微软雅黑" panose="020B0503020204020204" pitchFamily="34" charset="-122"/>
              <a:ea typeface="微软雅黑" panose="020B0503020204020204" pitchFamily="34" charset="-122"/>
            </a:endParaRPr>
          </a:p>
          <a:p>
            <a:pPr>
              <a:lnSpc>
                <a:spcPct val="150000"/>
              </a:lnSpc>
            </a:pPr>
            <a:r>
              <a:rPr lang="zh-CN" altLang="en-US" sz="2000" dirty="0">
                <a:latin typeface="微软雅黑" panose="020B0503020204020204" pitchFamily="34" charset="-122"/>
                <a:ea typeface="微软雅黑" panose="020B0503020204020204" pitchFamily="34" charset="-122"/>
              </a:rPr>
              <a:t>区域生长也很少单独使用，往往是与其他分割方法一起使用。</a:t>
            </a:r>
            <a:endParaRPr lang="en-US" altLang="zh-CN" sz="2000" dirty="0">
              <a:latin typeface="微软雅黑" panose="020B0503020204020204" pitchFamily="34" charset="-122"/>
              <a:ea typeface="微软雅黑" panose="020B0503020204020204" pitchFamily="34" charset="-122"/>
            </a:endParaRPr>
          </a:p>
        </p:txBody>
      </p:sp>
      <p:sp>
        <p:nvSpPr>
          <p:cNvPr id="1048739" name="TextBox 27"/>
          <p:cNvSpPr txBox="1"/>
          <p:nvPr/>
        </p:nvSpPr>
        <p:spPr>
          <a:xfrm>
            <a:off x="1012825" y="176213"/>
            <a:ext cx="3434081" cy="574040"/>
          </a:xfrm>
          <a:prstGeom prst="rect">
            <a:avLst/>
          </a:prstGeom>
          <a:noFill/>
          <a:ln w="9525">
            <a:noFill/>
          </a:ln>
        </p:spPr>
        <p:txBody>
          <a:bodyPr wrap="none" anchor="t">
            <a:spAutoFit/>
          </a:bodyPr>
          <a:lstStyle/>
          <a:p>
            <a:r>
              <a:rPr lang="zh-CN" altLang="en-US" sz="3200" dirty="0">
                <a:latin typeface="黑体" panose="02010609060101010101" pitchFamily="49" charset="-122"/>
                <a:ea typeface="黑体" panose="02010609060101010101" pitchFamily="49" charset="-122"/>
              </a:rPr>
              <a:t>一、图像分割概述</a:t>
            </a:r>
          </a:p>
        </p:txBody>
      </p:sp>
      <p:sp>
        <p:nvSpPr>
          <p:cNvPr id="1048740"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a:p>
        </p:txBody>
      </p:sp>
    </p:spTree>
  </p:cSld>
  <p:clrMapOvr>
    <a:masterClrMapping/>
  </p:clrMapOvr>
  <p:transition spd="slow" advTm="3804">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41" name="TextBox 9"/>
          <p:cNvSpPr txBox="1"/>
          <p:nvPr/>
        </p:nvSpPr>
        <p:spPr>
          <a:xfrm>
            <a:off x="769789" y="1129120"/>
            <a:ext cx="10054108" cy="3749041"/>
          </a:xfrm>
          <a:prstGeom prst="rect">
            <a:avLst/>
          </a:prstGeom>
          <a:noFill/>
          <a:ln w="9525">
            <a:noFill/>
          </a:ln>
        </p:spPr>
        <p:txBody>
          <a:bodyPr wrap="square" anchor="t">
            <a:spAutoFit/>
          </a:bodyPr>
          <a:lstStyle/>
          <a:p>
            <a:pPr>
              <a:lnSpc>
                <a:spcPct val="150000"/>
              </a:lnSpc>
            </a:pPr>
            <a:r>
              <a:rPr lang="zh-CN" altLang="en-US" sz="2000" b="1" dirty="0">
                <a:latin typeface="微软雅黑" panose="020B0503020204020204" pitchFamily="34" charset="-122"/>
                <a:ea typeface="微软雅黑" panose="020B0503020204020204" pitchFamily="34" charset="-122"/>
              </a:rPr>
              <a:t>区域生长的缺点</a:t>
            </a:r>
          </a:p>
          <a:p>
            <a:pPr>
              <a:lnSpc>
                <a:spcPct val="150000"/>
              </a:lnSpc>
            </a:pPr>
            <a:r>
              <a:rPr lang="zh-CN" altLang="en-US" sz="2000" dirty="0">
                <a:latin typeface="微软雅黑" panose="020B0503020204020204" pitchFamily="34" charset="-122"/>
                <a:ea typeface="微软雅黑" panose="020B0503020204020204" pitchFamily="34" charset="-122"/>
              </a:rPr>
              <a:t>需要人工交互以获得种子点，这样使用者必须在每个需要抽取出的区域中植入一个种子点对噪声敏感，导致抽取出的区域有空洞或者在局部体效应的情况下将原本分开的区域连接起来。</a:t>
            </a:r>
            <a:endParaRPr lang="en-US" altLang="zh-CN" sz="2000" dirty="0">
              <a:latin typeface="微软雅黑" panose="020B0503020204020204" pitchFamily="34" charset="-122"/>
              <a:ea typeface="微软雅黑" panose="020B0503020204020204" pitchFamily="34" charset="-122"/>
            </a:endParaRPr>
          </a:p>
          <a:p>
            <a:pPr>
              <a:lnSpc>
                <a:spcPct val="150000"/>
              </a:lnSpc>
            </a:pPr>
            <a:endParaRPr lang="en-US" altLang="zh-CN" sz="2000" dirty="0">
              <a:latin typeface="微软雅黑" panose="020B0503020204020204" pitchFamily="34" charset="-122"/>
              <a:ea typeface="微软雅黑" panose="020B0503020204020204" pitchFamily="34" charset="-122"/>
            </a:endParaRPr>
          </a:p>
          <a:p>
            <a:pPr>
              <a:lnSpc>
                <a:spcPct val="150000"/>
              </a:lnSpc>
            </a:pPr>
            <a:r>
              <a:rPr lang="zh-CN" altLang="en-US" sz="2000" dirty="0">
                <a:latin typeface="微软雅黑" panose="020B0503020204020204" pitchFamily="34" charset="-122"/>
                <a:ea typeface="微软雅黑" panose="020B0503020204020204" pitchFamily="34" charset="-122"/>
              </a:rPr>
              <a:t>为了解决这些缺点，</a:t>
            </a:r>
            <a:r>
              <a:rPr lang="en-US" altLang="zh-CN" sz="2000" dirty="0" err="1">
                <a:latin typeface="微软雅黑" panose="020B0503020204020204" pitchFamily="34" charset="-122"/>
                <a:ea typeface="微软雅黑" panose="020B0503020204020204" pitchFamily="34" charset="-122"/>
              </a:rPr>
              <a:t>J.F.Mangin</a:t>
            </a:r>
            <a:r>
              <a:rPr lang="zh-CN" altLang="en-US" sz="2000" dirty="0">
                <a:latin typeface="微软雅黑" panose="020B0503020204020204" pitchFamily="34" charset="-122"/>
                <a:ea typeface="微软雅黑" panose="020B0503020204020204" pitchFamily="34" charset="-122"/>
              </a:rPr>
              <a:t>等提出了一种同伦的（</a:t>
            </a:r>
            <a:r>
              <a:rPr lang="en-US" altLang="zh-CN" sz="2000" dirty="0">
                <a:latin typeface="微软雅黑" panose="020B0503020204020204" pitchFamily="34" charset="-122"/>
                <a:ea typeface="微软雅黑" panose="020B0503020204020204" pitchFamily="34" charset="-122"/>
              </a:rPr>
              <a:t>homotopic</a:t>
            </a:r>
            <a:r>
              <a:rPr lang="zh-CN" altLang="en-US" sz="2000" dirty="0">
                <a:latin typeface="微软雅黑" panose="020B0503020204020204" pitchFamily="34" charset="-122"/>
                <a:ea typeface="微软雅黑" panose="020B0503020204020204" pitchFamily="34" charset="-122"/>
              </a:rPr>
              <a:t>）区域生长方法，以保证初始区域和最终抽取出的区域的拓扑结构相同。另外，模糊连接度理论与区域生长相结合也是一个发展方向。</a:t>
            </a:r>
            <a:endParaRPr lang="en-US" altLang="zh-CN" sz="2000" dirty="0">
              <a:latin typeface="微软雅黑" panose="020B0503020204020204" pitchFamily="34" charset="-122"/>
              <a:ea typeface="微软雅黑" panose="020B0503020204020204" pitchFamily="34" charset="-122"/>
            </a:endParaRPr>
          </a:p>
        </p:txBody>
      </p:sp>
      <p:sp>
        <p:nvSpPr>
          <p:cNvPr id="1048742" name="TextBox 27"/>
          <p:cNvSpPr txBox="1"/>
          <p:nvPr/>
        </p:nvSpPr>
        <p:spPr>
          <a:xfrm>
            <a:off x="1012825" y="176213"/>
            <a:ext cx="3434081" cy="574040"/>
          </a:xfrm>
          <a:prstGeom prst="rect">
            <a:avLst/>
          </a:prstGeom>
          <a:noFill/>
          <a:ln w="9525">
            <a:noFill/>
          </a:ln>
        </p:spPr>
        <p:txBody>
          <a:bodyPr wrap="none" anchor="t">
            <a:spAutoFit/>
          </a:bodyPr>
          <a:lstStyle/>
          <a:p>
            <a:r>
              <a:rPr lang="zh-CN" altLang="en-US" sz="3200" dirty="0">
                <a:latin typeface="黑体" panose="02010609060101010101" pitchFamily="49" charset="-122"/>
                <a:ea typeface="黑体" panose="02010609060101010101" pitchFamily="49" charset="-122"/>
              </a:rPr>
              <a:t>一、图像分割概述</a:t>
            </a:r>
          </a:p>
        </p:txBody>
      </p:sp>
      <p:sp>
        <p:nvSpPr>
          <p:cNvPr id="1048743"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a:p>
        </p:txBody>
      </p:sp>
    </p:spTree>
  </p:cSld>
  <p:clrMapOvr>
    <a:masterClrMapping/>
  </p:clrMapOvr>
  <p:transition spd="slow" advTm="3804">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44" name="TextBox 9"/>
          <p:cNvSpPr txBox="1"/>
          <p:nvPr/>
        </p:nvSpPr>
        <p:spPr>
          <a:xfrm>
            <a:off x="769789" y="1129120"/>
            <a:ext cx="10054108" cy="4663441"/>
          </a:xfrm>
          <a:prstGeom prst="rect">
            <a:avLst/>
          </a:prstGeom>
          <a:noFill/>
          <a:ln w="9525">
            <a:noFill/>
          </a:ln>
        </p:spPr>
        <p:txBody>
          <a:bodyPr wrap="square" anchor="t">
            <a:spAutoFit/>
          </a:bodyPr>
          <a:lstStyle/>
          <a:p>
            <a:pPr>
              <a:lnSpc>
                <a:spcPct val="150000"/>
              </a:lnSpc>
            </a:pPr>
            <a:r>
              <a:rPr lang="zh-CN" altLang="en-US" sz="2000" b="1" dirty="0">
                <a:latin typeface="微软雅黑" panose="020B0503020204020204" pitchFamily="34" charset="-122"/>
                <a:ea typeface="微软雅黑" panose="020B0503020204020204" pitchFamily="34" charset="-122"/>
              </a:rPr>
              <a:t>区域分裂和合并</a:t>
            </a:r>
          </a:p>
          <a:p>
            <a:pPr>
              <a:lnSpc>
                <a:spcPct val="150000"/>
              </a:lnSpc>
            </a:pPr>
            <a:r>
              <a:rPr lang="zh-CN" altLang="en-US" sz="2000" dirty="0">
                <a:latin typeface="微软雅黑" panose="020B0503020204020204" pitchFamily="34" charset="-122"/>
                <a:ea typeface="微软雅黑" panose="020B0503020204020204" pitchFamily="34" charset="-122"/>
              </a:rPr>
              <a:t>处在区域合并方法中，输入图像往往先被分为多个相似的区域，然后类似的相邻区域根据某种判断准则迭代地进行合并。</a:t>
            </a:r>
            <a:endParaRPr lang="en-US" altLang="zh-CN" sz="2000" dirty="0">
              <a:latin typeface="微软雅黑" panose="020B0503020204020204" pitchFamily="34" charset="-122"/>
              <a:ea typeface="微软雅黑" panose="020B0503020204020204" pitchFamily="34" charset="-122"/>
            </a:endParaRPr>
          </a:p>
          <a:p>
            <a:pPr>
              <a:lnSpc>
                <a:spcPct val="150000"/>
              </a:lnSpc>
            </a:pPr>
            <a:endParaRPr lang="en-US" altLang="zh-CN" sz="2000" dirty="0">
              <a:latin typeface="微软雅黑" panose="020B0503020204020204" pitchFamily="34" charset="-122"/>
              <a:ea typeface="微软雅黑" panose="020B0503020204020204" pitchFamily="34" charset="-122"/>
            </a:endParaRPr>
          </a:p>
          <a:p>
            <a:pPr>
              <a:lnSpc>
                <a:spcPct val="150000"/>
              </a:lnSpc>
            </a:pPr>
            <a:r>
              <a:rPr lang="zh-CN" altLang="en-US" sz="2000" dirty="0">
                <a:latin typeface="微软雅黑" panose="020B0503020204020204" pitchFamily="34" charset="-122"/>
                <a:ea typeface="微软雅黑" panose="020B0503020204020204" pitchFamily="34" charset="-122"/>
              </a:rPr>
              <a:t>在区域分裂技术中，整个图像先被看成一个区域，然后区域不断被分裂为四个矩形区域，直到每个区域内部都相似。在区域的分裂合并方法中，先从整幅图像进行分裂，然后将</a:t>
            </a:r>
          </a:p>
          <a:p>
            <a:pPr>
              <a:lnSpc>
                <a:spcPct val="150000"/>
              </a:lnSpc>
            </a:pPr>
            <a:r>
              <a:rPr lang="zh-CN" altLang="en-US" sz="2000" dirty="0">
                <a:latin typeface="微软雅黑" panose="020B0503020204020204" pitchFamily="34" charset="-122"/>
                <a:ea typeface="微软雅黑" panose="020B0503020204020204" pitchFamily="34" charset="-122"/>
              </a:rPr>
              <a:t>相邻的区域进行合并。</a:t>
            </a:r>
            <a:endParaRPr lang="en-US" altLang="zh-CN" sz="2000" dirty="0">
              <a:latin typeface="微软雅黑" panose="020B0503020204020204" pitchFamily="34" charset="-122"/>
              <a:ea typeface="微软雅黑" panose="020B0503020204020204" pitchFamily="34" charset="-122"/>
            </a:endParaRPr>
          </a:p>
          <a:p>
            <a:pPr>
              <a:lnSpc>
                <a:spcPct val="150000"/>
              </a:lnSpc>
            </a:pPr>
            <a:endParaRPr lang="zh-CN" altLang="en-US" sz="2000" dirty="0">
              <a:latin typeface="微软雅黑" panose="020B0503020204020204" pitchFamily="34" charset="-122"/>
              <a:ea typeface="微软雅黑" panose="020B0503020204020204" pitchFamily="34" charset="-122"/>
            </a:endParaRPr>
          </a:p>
          <a:p>
            <a:pPr>
              <a:lnSpc>
                <a:spcPct val="150000"/>
              </a:lnSpc>
            </a:pPr>
            <a:r>
              <a:rPr lang="zh-CN" altLang="en-US" sz="2000" dirty="0">
                <a:latin typeface="微软雅黑" panose="020B0503020204020204" pitchFamily="34" charset="-122"/>
                <a:ea typeface="微软雅黑" panose="020B0503020204020204" pitchFamily="34" charset="-122"/>
              </a:rPr>
              <a:t>分裂合并方法不需要预先指定种子点，它的研究重点是分裂和合并规则的设计。但是，分裂可能会使分割区域的边界被破坏。</a:t>
            </a:r>
          </a:p>
        </p:txBody>
      </p:sp>
      <p:sp>
        <p:nvSpPr>
          <p:cNvPr id="1048745" name="TextBox 27"/>
          <p:cNvSpPr txBox="1"/>
          <p:nvPr/>
        </p:nvSpPr>
        <p:spPr>
          <a:xfrm>
            <a:off x="1012825" y="176213"/>
            <a:ext cx="3434081" cy="574040"/>
          </a:xfrm>
          <a:prstGeom prst="rect">
            <a:avLst/>
          </a:prstGeom>
          <a:noFill/>
          <a:ln w="9525">
            <a:noFill/>
          </a:ln>
        </p:spPr>
        <p:txBody>
          <a:bodyPr wrap="none" anchor="t">
            <a:spAutoFit/>
          </a:bodyPr>
          <a:lstStyle/>
          <a:p>
            <a:r>
              <a:rPr lang="zh-CN" altLang="en-US" sz="3200" dirty="0">
                <a:latin typeface="黑体" panose="02010609060101010101" pitchFamily="49" charset="-122"/>
                <a:ea typeface="黑体" panose="02010609060101010101" pitchFamily="49" charset="-122"/>
              </a:rPr>
              <a:t>一、图像分割概述</a:t>
            </a:r>
          </a:p>
        </p:txBody>
      </p:sp>
      <p:sp>
        <p:nvSpPr>
          <p:cNvPr id="1048746"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a:p>
        </p:txBody>
      </p:sp>
    </p:spTree>
  </p:cSld>
  <p:clrMapOvr>
    <a:masterClrMapping/>
  </p:clrMapOvr>
  <p:transition spd="slow" advTm="3804">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47" name="TextBox 9"/>
          <p:cNvSpPr txBox="1"/>
          <p:nvPr/>
        </p:nvSpPr>
        <p:spPr>
          <a:xfrm>
            <a:off x="769789" y="1129120"/>
            <a:ext cx="9505056" cy="2400657"/>
          </a:xfrm>
          <a:prstGeom prst="rect">
            <a:avLst/>
          </a:prstGeom>
          <a:noFill/>
          <a:ln w="9525">
            <a:noFill/>
          </a:ln>
        </p:spPr>
        <p:txBody>
          <a:bodyPr wrap="square" anchor="t">
            <a:spAutoFit/>
          </a:bodyPr>
          <a:lstStyle/>
          <a:p>
            <a:pPr>
              <a:lnSpc>
                <a:spcPct val="150000"/>
              </a:lnSpc>
            </a:pPr>
            <a:r>
              <a:rPr lang="zh-CN" altLang="en-US" sz="2000" b="1" dirty="0">
                <a:latin typeface="微软雅黑" panose="020B0503020204020204" pitchFamily="34" charset="-122"/>
                <a:ea typeface="微软雅黑" panose="020B0503020204020204" pitchFamily="34" charset="-122"/>
              </a:rPr>
              <a:t>分类器和聚类</a:t>
            </a:r>
          </a:p>
          <a:p>
            <a:pPr>
              <a:lnSpc>
                <a:spcPct val="150000"/>
              </a:lnSpc>
            </a:pPr>
            <a:r>
              <a:rPr lang="zh-CN" altLang="en-US" sz="2000" dirty="0">
                <a:latin typeface="微软雅黑" panose="020B0503020204020204" pitchFamily="34" charset="-122"/>
                <a:ea typeface="微软雅黑" panose="020B0503020204020204" pitchFamily="34" charset="-122"/>
              </a:rPr>
              <a:t>分类的目的是利用已知的训练样本集在图像的特征空间找到点（</a:t>
            </a:r>
            <a:r>
              <a:rPr lang="en-US" altLang="zh-CN" sz="2000" dirty="0">
                <a:latin typeface="微软雅黑" panose="020B0503020204020204" pitchFamily="34" charset="-122"/>
                <a:ea typeface="微软雅黑" panose="020B0503020204020204" pitchFamily="34" charset="-122"/>
              </a:rPr>
              <a:t>1D</a:t>
            </a:r>
            <a:r>
              <a:rPr lang="zh-CN" altLang="en-US" sz="2000" dirty="0">
                <a:latin typeface="微软雅黑" panose="020B0503020204020204" pitchFamily="34" charset="-122"/>
                <a:ea typeface="微软雅黑" panose="020B0503020204020204" pitchFamily="34" charset="-122"/>
              </a:rPr>
              <a:t>）、曲线（</a:t>
            </a:r>
            <a:r>
              <a:rPr lang="en-US" altLang="zh-CN" sz="2000" dirty="0">
                <a:latin typeface="微软雅黑" panose="020B0503020204020204" pitchFamily="34" charset="-122"/>
                <a:ea typeface="微软雅黑" panose="020B0503020204020204" pitchFamily="34" charset="-122"/>
              </a:rPr>
              <a:t>2D</a:t>
            </a:r>
            <a:r>
              <a:rPr lang="zh-CN" altLang="en-US" sz="2000" dirty="0">
                <a:latin typeface="微软雅黑" panose="020B0503020204020204" pitchFamily="34" charset="-122"/>
                <a:ea typeface="微软雅黑" panose="020B0503020204020204" pitchFamily="34" charset="-122"/>
              </a:rPr>
              <a:t>）、曲面（</a:t>
            </a:r>
            <a:r>
              <a:rPr lang="en-US" altLang="zh-CN" sz="2000" dirty="0">
                <a:latin typeface="微软雅黑" panose="020B0503020204020204" pitchFamily="34" charset="-122"/>
                <a:ea typeface="微软雅黑" panose="020B0503020204020204" pitchFamily="34" charset="-122"/>
              </a:rPr>
              <a:t>3D</a:t>
            </a:r>
            <a:r>
              <a:rPr lang="zh-CN" altLang="en-US" sz="2000" dirty="0">
                <a:latin typeface="微软雅黑" panose="020B0503020204020204" pitchFamily="34" charset="-122"/>
                <a:ea typeface="微软雅黑" panose="020B0503020204020204" pitchFamily="34" charset="-122"/>
              </a:rPr>
              <a:t>）或超曲面（高维），实现对图像的划分。</a:t>
            </a:r>
          </a:p>
          <a:p>
            <a:pPr>
              <a:lnSpc>
                <a:spcPct val="150000"/>
              </a:lnSpc>
            </a:pPr>
            <a:r>
              <a:rPr lang="zh-CN" altLang="en-US" sz="2000" dirty="0">
                <a:latin typeface="微软雅黑" panose="020B0503020204020204" pitchFamily="34" charset="-122"/>
                <a:ea typeface="微软雅黑" panose="020B0503020204020204" pitchFamily="34" charset="-122"/>
              </a:rPr>
              <a:t>用分类器进行分割是一种有监督的（</a:t>
            </a:r>
            <a:r>
              <a:rPr lang="en-US" altLang="zh-CN" sz="2000" dirty="0">
                <a:latin typeface="微软雅黑" panose="020B0503020204020204" pitchFamily="34" charset="-122"/>
                <a:ea typeface="微软雅黑" panose="020B0503020204020204" pitchFamily="34" charset="-122"/>
              </a:rPr>
              <a:t>supervised)</a:t>
            </a:r>
            <a:r>
              <a:rPr lang="zh-CN" altLang="en-US" sz="2000" dirty="0">
                <a:latin typeface="微软雅黑" panose="020B0503020204020204" pitchFamily="34" charset="-122"/>
                <a:ea typeface="微软雅黑" panose="020B0503020204020204" pitchFamily="34" charset="-122"/>
              </a:rPr>
              <a:t>统计方法，它需要手工分割得到</a:t>
            </a:r>
          </a:p>
          <a:p>
            <a:pPr>
              <a:lnSpc>
                <a:spcPct val="150000"/>
              </a:lnSpc>
            </a:pPr>
            <a:r>
              <a:rPr lang="zh-CN" altLang="en-US" sz="2000" dirty="0">
                <a:latin typeface="微软雅黑" panose="020B0503020204020204" pitchFamily="34" charset="-122"/>
                <a:ea typeface="微软雅黑" panose="020B0503020204020204" pitchFamily="34" charset="-122"/>
              </a:rPr>
              <a:t>的样本集作为对新图像进行自动分类的参考。</a:t>
            </a:r>
          </a:p>
        </p:txBody>
      </p:sp>
      <p:pic>
        <p:nvPicPr>
          <p:cNvPr id="2097168" name="图片 1"/>
          <p:cNvPicPr>
            <a:picLocks noChangeAspect="1"/>
          </p:cNvPicPr>
          <p:nvPr/>
        </p:nvPicPr>
        <p:blipFill>
          <a:blip r:embed="rId2"/>
          <a:stretch>
            <a:fillRect/>
          </a:stretch>
        </p:blipFill>
        <p:spPr>
          <a:xfrm>
            <a:off x="6818461" y="3140968"/>
            <a:ext cx="3352800" cy="3248025"/>
          </a:xfrm>
          <a:prstGeom prst="rect">
            <a:avLst/>
          </a:prstGeom>
        </p:spPr>
      </p:pic>
      <p:sp>
        <p:nvSpPr>
          <p:cNvPr id="1048748" name="TextBox 27"/>
          <p:cNvSpPr txBox="1"/>
          <p:nvPr/>
        </p:nvSpPr>
        <p:spPr>
          <a:xfrm>
            <a:off x="1012825" y="176213"/>
            <a:ext cx="3434081" cy="574040"/>
          </a:xfrm>
          <a:prstGeom prst="rect">
            <a:avLst/>
          </a:prstGeom>
          <a:noFill/>
          <a:ln w="9525">
            <a:noFill/>
          </a:ln>
        </p:spPr>
        <p:txBody>
          <a:bodyPr wrap="none" anchor="t">
            <a:spAutoFit/>
          </a:bodyPr>
          <a:lstStyle/>
          <a:p>
            <a:r>
              <a:rPr lang="zh-CN" altLang="en-US" sz="3200" dirty="0">
                <a:latin typeface="黑体" panose="02010609060101010101" pitchFamily="49" charset="-122"/>
                <a:ea typeface="黑体" panose="02010609060101010101" pitchFamily="49" charset="-122"/>
              </a:rPr>
              <a:t>一、图像分割概述</a:t>
            </a:r>
          </a:p>
        </p:txBody>
      </p:sp>
      <p:sp>
        <p:nvSpPr>
          <p:cNvPr id="1048749"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a:p>
        </p:txBody>
      </p:sp>
    </p:spTree>
  </p:cSld>
  <p:clrMapOvr>
    <a:masterClrMapping/>
  </p:clrMapOvr>
  <p:transition spd="slow" advTm="3804">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50" name="TextBox 9"/>
          <p:cNvSpPr txBox="1"/>
          <p:nvPr/>
        </p:nvSpPr>
        <p:spPr>
          <a:xfrm>
            <a:off x="769789" y="1129120"/>
            <a:ext cx="9505056" cy="2834641"/>
          </a:xfrm>
          <a:prstGeom prst="rect">
            <a:avLst/>
          </a:prstGeom>
          <a:noFill/>
          <a:ln w="9525">
            <a:noFill/>
          </a:ln>
        </p:spPr>
        <p:txBody>
          <a:bodyPr wrap="square" anchor="t">
            <a:spAutoFit/>
          </a:bodyPr>
          <a:lstStyle/>
          <a:p>
            <a:pPr>
              <a:lnSpc>
                <a:spcPct val="150000"/>
              </a:lnSpc>
            </a:pPr>
            <a:r>
              <a:rPr lang="zh-CN" altLang="en-US" sz="2000" b="1" dirty="0">
                <a:latin typeface="微软雅黑" panose="020B0503020204020204" pitchFamily="34" charset="-122"/>
                <a:ea typeface="微软雅黑" panose="020B0503020204020204" pitchFamily="34" charset="-122"/>
              </a:rPr>
              <a:t>分类器的分类</a:t>
            </a:r>
          </a:p>
          <a:p>
            <a:pPr>
              <a:lnSpc>
                <a:spcPct val="150000"/>
              </a:lnSpc>
            </a:pPr>
            <a:r>
              <a:rPr lang="zh-CN" altLang="en-US" sz="2000" dirty="0">
                <a:solidFill>
                  <a:srgbClr val="FF0000"/>
                </a:solidFill>
                <a:latin typeface="微软雅黑" panose="020B0503020204020204" pitchFamily="34" charset="-122"/>
                <a:ea typeface="微软雅黑" panose="020B0503020204020204" pitchFamily="34" charset="-122"/>
              </a:rPr>
              <a:t>非参数（</a:t>
            </a:r>
            <a:r>
              <a:rPr lang="en-US" altLang="zh-CN" sz="2000" dirty="0">
                <a:solidFill>
                  <a:srgbClr val="FF0000"/>
                </a:solidFill>
                <a:latin typeface="微软雅黑" panose="020B0503020204020204" pitchFamily="34" charset="-122"/>
                <a:ea typeface="微软雅黑" panose="020B0503020204020204" pitchFamily="34" charset="-122"/>
              </a:rPr>
              <a:t>nonparametric</a:t>
            </a:r>
            <a:r>
              <a:rPr lang="zh-CN" altLang="en-US" sz="2000" dirty="0">
                <a:solidFill>
                  <a:srgbClr val="FF0000"/>
                </a:solidFill>
                <a:latin typeface="微软雅黑" panose="020B0503020204020204" pitchFamily="34" charset="-122"/>
                <a:ea typeface="微软雅黑" panose="020B0503020204020204" pitchFamily="34" charset="-122"/>
              </a:rPr>
              <a:t>）分类器</a:t>
            </a:r>
            <a:r>
              <a:rPr lang="zh-CN" altLang="en-US" sz="2000" dirty="0">
                <a:latin typeface="微软雅黑" panose="020B0503020204020204" pitchFamily="34" charset="-122"/>
                <a:ea typeface="微软雅黑" panose="020B0503020204020204" pitchFamily="34" charset="-122"/>
              </a:rPr>
              <a:t>：它们对图像数据的统计结构没有要求。</a:t>
            </a:r>
          </a:p>
          <a:p>
            <a:pPr>
              <a:lnSpc>
                <a:spcPct val="150000"/>
              </a:lnSpc>
            </a:pP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K</a:t>
            </a:r>
            <a:r>
              <a:rPr lang="zh-CN" altLang="en-US" sz="2000" dirty="0">
                <a:latin typeface="微软雅黑" panose="020B0503020204020204" pitchFamily="34" charset="-122"/>
                <a:ea typeface="微软雅黑" panose="020B0503020204020204" pitchFamily="34" charset="-122"/>
              </a:rPr>
              <a:t>近邻（</a:t>
            </a:r>
            <a:r>
              <a:rPr lang="en-US" altLang="zh-CN" sz="2000" dirty="0">
                <a:latin typeface="微软雅黑" panose="020B0503020204020204" pitchFamily="34" charset="-122"/>
                <a:ea typeface="微软雅黑" panose="020B0503020204020204" pitchFamily="34" charset="-122"/>
              </a:rPr>
              <a:t>KNN</a:t>
            </a:r>
            <a:r>
              <a:rPr lang="zh-CN" altLang="en-US" sz="2000" dirty="0">
                <a:latin typeface="微软雅黑" panose="020B0503020204020204" pitchFamily="34" charset="-122"/>
                <a:ea typeface="微软雅黑" panose="020B0503020204020204" pitchFamily="34" charset="-122"/>
              </a:rPr>
              <a:t>）</a:t>
            </a:r>
          </a:p>
          <a:p>
            <a:pPr>
              <a:lnSpc>
                <a:spcPct val="150000"/>
              </a:lnSpc>
            </a:pPr>
            <a:r>
              <a:rPr lang="zh-CN" altLang="en-US" sz="2000" dirty="0">
                <a:latin typeface="微软雅黑" panose="020B0503020204020204" pitchFamily="34" charset="-122"/>
                <a:ea typeface="微软雅黑" panose="020B0503020204020204" pitchFamily="34" charset="-122"/>
              </a:rPr>
              <a:t>．</a:t>
            </a:r>
            <a:r>
              <a:rPr lang="en-US" altLang="zh-CN" sz="2000" dirty="0" err="1">
                <a:latin typeface="微软雅黑" panose="020B0503020204020204" pitchFamily="34" charset="-122"/>
                <a:ea typeface="微软雅黑" panose="020B0503020204020204" pitchFamily="34" charset="-122"/>
              </a:rPr>
              <a:t>parzen</a:t>
            </a:r>
            <a:r>
              <a:rPr lang="zh-CN" altLang="en-US" sz="2000" dirty="0">
                <a:latin typeface="微软雅黑" panose="020B0503020204020204" pitchFamily="34" charset="-122"/>
                <a:ea typeface="微软雅黑" panose="020B0503020204020204" pitchFamily="34" charset="-122"/>
              </a:rPr>
              <a:t>窗（一种投票分类器）</a:t>
            </a:r>
          </a:p>
          <a:p>
            <a:pPr>
              <a:lnSpc>
                <a:spcPct val="150000"/>
              </a:lnSpc>
            </a:pPr>
            <a:r>
              <a:rPr lang="zh-CN" altLang="en-US" sz="2000" dirty="0">
                <a:solidFill>
                  <a:srgbClr val="FF0000"/>
                </a:solidFill>
                <a:latin typeface="微软雅黑" panose="020B0503020204020204" pitchFamily="34" charset="-122"/>
                <a:ea typeface="微软雅黑" panose="020B0503020204020204" pitchFamily="34" charset="-122"/>
              </a:rPr>
              <a:t>参数分类器</a:t>
            </a:r>
            <a:r>
              <a:rPr lang="en-US" altLang="zh-CN" sz="2000" dirty="0">
                <a:latin typeface="微软雅黑" panose="020B0503020204020204" pitchFamily="34" charset="-122"/>
                <a:ea typeface="微软雅黑" panose="020B0503020204020204" pitchFamily="34" charset="-122"/>
              </a:rPr>
              <a:t>:</a:t>
            </a:r>
            <a:endParaRPr lang="zh-CN" altLang="en-US" sz="2000" dirty="0">
              <a:latin typeface="微软雅黑" panose="020B0503020204020204" pitchFamily="34" charset="-122"/>
              <a:ea typeface="微软雅黑" panose="020B0503020204020204" pitchFamily="34" charset="-122"/>
            </a:endParaRPr>
          </a:p>
          <a:p>
            <a:pPr>
              <a:lnSpc>
                <a:spcPct val="150000"/>
              </a:lnSpc>
            </a:pPr>
            <a:r>
              <a:rPr lang="en-US" altLang="zh-CN" sz="2000" dirty="0">
                <a:latin typeface="微软雅黑" panose="020B0503020204020204" pitchFamily="34" charset="-122"/>
                <a:ea typeface="微软雅黑" panose="020B0503020204020204" pitchFamily="34" charset="-122"/>
              </a:rPr>
              <a:t>.  Bayes</a:t>
            </a:r>
            <a:r>
              <a:rPr lang="zh-CN" altLang="en-US" sz="2000" dirty="0">
                <a:latin typeface="微软雅黑" panose="020B0503020204020204" pitchFamily="34" charset="-122"/>
                <a:ea typeface="微软雅黑" panose="020B0503020204020204" pitchFamily="34" charset="-122"/>
              </a:rPr>
              <a:t>分类器，它假定图像的密度函数符合高斯独立分布。</a:t>
            </a:r>
          </a:p>
        </p:txBody>
      </p:sp>
      <p:sp>
        <p:nvSpPr>
          <p:cNvPr id="1048751" name="TextBox 27"/>
          <p:cNvSpPr txBox="1"/>
          <p:nvPr/>
        </p:nvSpPr>
        <p:spPr>
          <a:xfrm>
            <a:off x="1012825" y="176213"/>
            <a:ext cx="3434081" cy="574040"/>
          </a:xfrm>
          <a:prstGeom prst="rect">
            <a:avLst/>
          </a:prstGeom>
          <a:noFill/>
          <a:ln w="9525">
            <a:noFill/>
          </a:ln>
        </p:spPr>
        <p:txBody>
          <a:bodyPr wrap="none" anchor="t">
            <a:spAutoFit/>
          </a:bodyPr>
          <a:lstStyle/>
          <a:p>
            <a:r>
              <a:rPr lang="zh-CN" altLang="en-US" sz="3200" dirty="0">
                <a:latin typeface="黑体" panose="02010609060101010101" pitchFamily="49" charset="-122"/>
                <a:ea typeface="黑体" panose="02010609060101010101" pitchFamily="49" charset="-122"/>
              </a:rPr>
              <a:t>一、图像分割概述</a:t>
            </a:r>
          </a:p>
        </p:txBody>
      </p:sp>
      <p:sp>
        <p:nvSpPr>
          <p:cNvPr id="1048752"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a:p>
        </p:txBody>
      </p:sp>
    </p:spTree>
  </p:cSld>
  <p:clrMapOvr>
    <a:masterClrMapping/>
  </p:clrMapOvr>
  <p:transition spd="slow" advTm="3804">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53" name="TextBox 9"/>
          <p:cNvSpPr txBox="1"/>
          <p:nvPr/>
        </p:nvSpPr>
        <p:spPr>
          <a:xfrm>
            <a:off x="769789" y="1129120"/>
            <a:ext cx="9505056" cy="2834641"/>
          </a:xfrm>
          <a:prstGeom prst="rect">
            <a:avLst/>
          </a:prstGeom>
          <a:noFill/>
          <a:ln w="9525">
            <a:noFill/>
          </a:ln>
        </p:spPr>
        <p:txBody>
          <a:bodyPr wrap="square" anchor="t">
            <a:spAutoFit/>
          </a:bodyPr>
          <a:lstStyle/>
          <a:p>
            <a:pPr>
              <a:lnSpc>
                <a:spcPct val="150000"/>
              </a:lnSpc>
            </a:pPr>
            <a:r>
              <a:rPr lang="zh-CN" altLang="en-US" sz="2000" b="1" dirty="0">
                <a:latin typeface="微软雅黑" panose="020B0503020204020204" pitchFamily="34" charset="-122"/>
                <a:ea typeface="微软雅黑" panose="020B0503020204020204" pitchFamily="34" charset="-122"/>
              </a:rPr>
              <a:t>分类器算法的特点</a:t>
            </a:r>
          </a:p>
          <a:p>
            <a:pPr>
              <a:lnSpc>
                <a:spcPct val="150000"/>
              </a:lnSpc>
            </a:pPr>
            <a:r>
              <a:rPr lang="zh-CN" altLang="en-US" sz="2000" dirty="0">
                <a:solidFill>
                  <a:srgbClr val="FF0000"/>
                </a:solidFill>
                <a:latin typeface="微软雅黑" panose="020B0503020204020204" pitchFamily="34" charset="-122"/>
                <a:ea typeface="微软雅黑" panose="020B0503020204020204" pitchFamily="34" charset="-122"/>
              </a:rPr>
              <a:t>优点</a:t>
            </a:r>
          </a:p>
          <a:p>
            <a:pPr>
              <a:lnSpc>
                <a:spcPct val="150000"/>
              </a:lnSpc>
            </a:pPr>
            <a:r>
              <a:rPr lang="zh-CN" altLang="en-US" sz="2000" dirty="0">
                <a:latin typeface="微软雅黑" panose="020B0503020204020204" pitchFamily="34" charset="-122"/>
                <a:ea typeface="微软雅黑" panose="020B0503020204020204" pitchFamily="34" charset="-122"/>
              </a:rPr>
              <a:t>不需要迭代运算，因此计算量相对较小；</a:t>
            </a:r>
          </a:p>
          <a:p>
            <a:pPr>
              <a:lnSpc>
                <a:spcPct val="150000"/>
              </a:lnSpc>
            </a:pPr>
            <a:r>
              <a:rPr lang="zh-CN" altLang="en-US" sz="2000" dirty="0">
                <a:latin typeface="微软雅黑" panose="020B0503020204020204" pitchFamily="34" charset="-122"/>
                <a:ea typeface="微软雅黑" panose="020B0503020204020204" pitchFamily="34" charset="-122"/>
              </a:rPr>
              <a:t>能应用于多通道图像。</a:t>
            </a:r>
          </a:p>
          <a:p>
            <a:pPr>
              <a:lnSpc>
                <a:spcPct val="150000"/>
              </a:lnSpc>
            </a:pPr>
            <a:r>
              <a:rPr lang="zh-CN" altLang="en-US" sz="2000" dirty="0">
                <a:solidFill>
                  <a:srgbClr val="FF0000"/>
                </a:solidFill>
                <a:latin typeface="微软雅黑" panose="020B0503020204020204" pitchFamily="34" charset="-122"/>
                <a:ea typeface="微软雅黑" panose="020B0503020204020204" pitchFamily="34" charset="-122"/>
              </a:rPr>
              <a:t>缺点</a:t>
            </a:r>
          </a:p>
          <a:p>
            <a:pPr>
              <a:lnSpc>
                <a:spcPct val="150000"/>
              </a:lnSpc>
            </a:pPr>
            <a:r>
              <a:rPr lang="zh-CN" altLang="en-US" sz="2000" dirty="0">
                <a:latin typeface="微软雅黑" panose="020B0503020204020204" pitchFamily="34" charset="-122"/>
                <a:ea typeface="微软雅黑" panose="020B0503020204020204" pitchFamily="34" charset="-122"/>
              </a:rPr>
              <a:t>没有考虑空间信息，因此对灰度不均匀的图像分割效果不好。</a:t>
            </a:r>
          </a:p>
        </p:txBody>
      </p:sp>
      <p:sp>
        <p:nvSpPr>
          <p:cNvPr id="1048754" name="TextBox 27"/>
          <p:cNvSpPr txBox="1"/>
          <p:nvPr/>
        </p:nvSpPr>
        <p:spPr>
          <a:xfrm>
            <a:off x="1012825" y="176213"/>
            <a:ext cx="3434081" cy="574040"/>
          </a:xfrm>
          <a:prstGeom prst="rect">
            <a:avLst/>
          </a:prstGeom>
          <a:noFill/>
          <a:ln w="9525">
            <a:noFill/>
          </a:ln>
        </p:spPr>
        <p:txBody>
          <a:bodyPr wrap="none" anchor="t">
            <a:spAutoFit/>
          </a:bodyPr>
          <a:lstStyle/>
          <a:p>
            <a:r>
              <a:rPr lang="zh-CN" altLang="en-US" sz="3200" dirty="0">
                <a:latin typeface="黑体" panose="02010609060101010101" pitchFamily="49" charset="-122"/>
                <a:ea typeface="黑体" panose="02010609060101010101" pitchFamily="49" charset="-122"/>
              </a:rPr>
              <a:t>一、图像分割概述</a:t>
            </a:r>
          </a:p>
        </p:txBody>
      </p:sp>
      <p:sp>
        <p:nvSpPr>
          <p:cNvPr id="1048755"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a:p>
        </p:txBody>
      </p:sp>
    </p:spTree>
  </p:cSld>
  <p:clrMapOvr>
    <a:masterClrMapping/>
  </p:clrMapOvr>
  <p:transition spd="slow" advTm="3804">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56" name="TextBox 9"/>
          <p:cNvSpPr txBox="1"/>
          <p:nvPr/>
        </p:nvSpPr>
        <p:spPr>
          <a:xfrm>
            <a:off x="769789" y="1129120"/>
            <a:ext cx="9505056" cy="2834641"/>
          </a:xfrm>
          <a:prstGeom prst="rect">
            <a:avLst/>
          </a:prstGeom>
          <a:noFill/>
          <a:ln w="9525">
            <a:noFill/>
          </a:ln>
        </p:spPr>
        <p:txBody>
          <a:bodyPr wrap="square" anchor="t">
            <a:spAutoFit/>
          </a:bodyPr>
          <a:lstStyle/>
          <a:p>
            <a:pPr>
              <a:lnSpc>
                <a:spcPct val="150000"/>
              </a:lnSpc>
            </a:pPr>
            <a:r>
              <a:rPr lang="zh-CN" altLang="en-US" sz="2000" b="1" dirty="0">
                <a:latin typeface="微软雅黑" panose="020B0503020204020204" pitchFamily="34" charset="-122"/>
                <a:ea typeface="微软雅黑" panose="020B0503020204020204" pitchFamily="34" charset="-122"/>
              </a:rPr>
              <a:t>聚类算法</a:t>
            </a:r>
          </a:p>
          <a:p>
            <a:pPr>
              <a:lnSpc>
                <a:spcPct val="150000"/>
              </a:lnSpc>
            </a:pPr>
            <a:r>
              <a:rPr lang="zh-CN" altLang="en-US" sz="2000" dirty="0">
                <a:latin typeface="微软雅黑" panose="020B0503020204020204" pitchFamily="34" charset="-122"/>
                <a:ea typeface="微软雅黑" panose="020B0503020204020204" pitchFamily="34" charset="-122"/>
              </a:rPr>
              <a:t>聚类算法与分类器算法极为类似，只是它不需要训练样本，因此聚类是一种无监督的</a:t>
            </a:r>
            <a:r>
              <a:rPr lang="en-US" altLang="zh-CN" sz="2000" dirty="0">
                <a:latin typeface="微软雅黑" panose="020B0503020204020204" pitchFamily="34" charset="-122"/>
                <a:ea typeface="微软雅黑" panose="020B0503020204020204" pitchFamily="34" charset="-122"/>
              </a:rPr>
              <a:t>(unsupervised)</a:t>
            </a:r>
            <a:r>
              <a:rPr lang="zh-CN" altLang="en-US" sz="2000" dirty="0">
                <a:latin typeface="微软雅黑" panose="020B0503020204020204" pitchFamily="34" charset="-122"/>
                <a:ea typeface="微软雅黑" panose="020B0503020204020204" pitchFamily="34" charset="-122"/>
              </a:rPr>
              <a:t>统计方法。</a:t>
            </a:r>
            <a:endParaRPr lang="en-US" altLang="zh-CN" sz="2000" dirty="0">
              <a:latin typeface="微软雅黑" panose="020B0503020204020204" pitchFamily="34" charset="-122"/>
              <a:ea typeface="微软雅黑" panose="020B0503020204020204" pitchFamily="34" charset="-122"/>
            </a:endParaRPr>
          </a:p>
          <a:p>
            <a:pPr>
              <a:lnSpc>
                <a:spcPct val="150000"/>
              </a:lnSpc>
            </a:pPr>
            <a:endParaRPr lang="zh-CN" altLang="en-US" sz="2000" dirty="0">
              <a:latin typeface="微软雅黑" panose="020B0503020204020204" pitchFamily="34" charset="-122"/>
              <a:ea typeface="微软雅黑" panose="020B0503020204020204" pitchFamily="34" charset="-122"/>
            </a:endParaRPr>
          </a:p>
          <a:p>
            <a:pPr>
              <a:lnSpc>
                <a:spcPct val="150000"/>
              </a:lnSpc>
            </a:pPr>
            <a:r>
              <a:rPr lang="zh-CN" altLang="en-US" sz="2000" dirty="0">
                <a:latin typeface="微软雅黑" panose="020B0503020204020204" pitchFamily="34" charset="-122"/>
                <a:ea typeface="微软雅黑" panose="020B0503020204020204" pitchFamily="34" charset="-122"/>
              </a:rPr>
              <a:t>因为没有训练样本集，聚类算法迭代地进行图像分类并提取各类特征值。从某种意义上说，聚类是一种自我训练的分类。</a:t>
            </a:r>
          </a:p>
        </p:txBody>
      </p:sp>
      <p:sp>
        <p:nvSpPr>
          <p:cNvPr id="1048757" name="TextBox 27"/>
          <p:cNvSpPr txBox="1"/>
          <p:nvPr/>
        </p:nvSpPr>
        <p:spPr>
          <a:xfrm>
            <a:off x="1012825" y="176213"/>
            <a:ext cx="3434081" cy="574040"/>
          </a:xfrm>
          <a:prstGeom prst="rect">
            <a:avLst/>
          </a:prstGeom>
          <a:noFill/>
          <a:ln w="9525">
            <a:noFill/>
          </a:ln>
        </p:spPr>
        <p:txBody>
          <a:bodyPr wrap="none" anchor="t">
            <a:spAutoFit/>
          </a:bodyPr>
          <a:lstStyle/>
          <a:p>
            <a:r>
              <a:rPr lang="zh-CN" altLang="en-US" sz="3200" dirty="0">
                <a:latin typeface="黑体" panose="02010609060101010101" pitchFamily="49" charset="-122"/>
                <a:ea typeface="黑体" panose="02010609060101010101" pitchFamily="49" charset="-122"/>
              </a:rPr>
              <a:t>一、图像分割概述</a:t>
            </a:r>
          </a:p>
        </p:txBody>
      </p:sp>
      <p:sp>
        <p:nvSpPr>
          <p:cNvPr id="1048758"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a:p>
        </p:txBody>
      </p:sp>
    </p:spTree>
  </p:cSld>
  <p:clrMapOvr>
    <a:masterClrMapping/>
  </p:clrMapOvr>
  <p:transition spd="slow" advTm="3804">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59" name="TextBox 9"/>
          <p:cNvSpPr txBox="1"/>
          <p:nvPr/>
        </p:nvSpPr>
        <p:spPr>
          <a:xfrm>
            <a:off x="769789" y="1129120"/>
            <a:ext cx="10513168" cy="5120641"/>
          </a:xfrm>
          <a:prstGeom prst="rect">
            <a:avLst/>
          </a:prstGeom>
          <a:noFill/>
          <a:ln w="9525">
            <a:noFill/>
          </a:ln>
        </p:spPr>
        <p:txBody>
          <a:bodyPr wrap="square" anchor="t">
            <a:spAutoFit/>
          </a:bodyPr>
          <a:lstStyle/>
          <a:p>
            <a:pPr>
              <a:lnSpc>
                <a:spcPct val="150000"/>
              </a:lnSpc>
            </a:pPr>
            <a:r>
              <a:rPr lang="zh-CN" altLang="en-US" sz="2000" b="1" dirty="0">
                <a:latin typeface="微软雅黑" panose="020B0503020204020204" pitchFamily="34" charset="-122"/>
                <a:ea typeface="微软雅黑" panose="020B0503020204020204" pitchFamily="34" charset="-122"/>
              </a:rPr>
              <a:t>聚类算法的分类</a:t>
            </a:r>
          </a:p>
          <a:p>
            <a:pPr>
              <a:lnSpc>
                <a:spcPct val="150000"/>
              </a:lnSpc>
            </a:pPr>
            <a:r>
              <a:rPr lang="en-US" altLang="zh-CN" sz="2000" dirty="0">
                <a:solidFill>
                  <a:srgbClr val="FF0000"/>
                </a:solidFill>
                <a:latin typeface="微软雅黑" panose="020B0503020204020204" pitchFamily="34" charset="-122"/>
                <a:ea typeface="微软雅黑" panose="020B0503020204020204" pitchFamily="34" charset="-122"/>
              </a:rPr>
              <a:t>K</a:t>
            </a:r>
            <a:r>
              <a:rPr lang="zh-CN" altLang="en-US" sz="2000" dirty="0">
                <a:solidFill>
                  <a:srgbClr val="FF0000"/>
                </a:solidFill>
                <a:latin typeface="微软雅黑" panose="020B0503020204020204" pitchFamily="34" charset="-122"/>
                <a:ea typeface="微软雅黑" panose="020B0503020204020204" pitchFamily="34" charset="-122"/>
              </a:rPr>
              <a:t>均值算法</a:t>
            </a:r>
            <a:r>
              <a:rPr lang="zh-CN" altLang="en-US" sz="2000" dirty="0">
                <a:latin typeface="微软雅黑" panose="020B0503020204020204" pitchFamily="34" charset="-122"/>
                <a:ea typeface="微软雅黑" panose="020B0503020204020204" pitchFamily="34" charset="-122"/>
              </a:rPr>
              <a:t>：先对当前的每一类求均值，然后按新均值对像素进行重新分类（将像素归入与均值最近的类），对新生成的类再迭代执行前面的步骤。</a:t>
            </a:r>
            <a:endParaRPr lang="en-US" altLang="zh-CN" sz="2000" dirty="0">
              <a:latin typeface="微软雅黑" panose="020B0503020204020204" pitchFamily="34" charset="-122"/>
              <a:ea typeface="微软雅黑" panose="020B0503020204020204" pitchFamily="34" charset="-122"/>
            </a:endParaRPr>
          </a:p>
          <a:p>
            <a:pPr>
              <a:lnSpc>
                <a:spcPct val="150000"/>
              </a:lnSpc>
            </a:pPr>
            <a:endParaRPr lang="zh-CN" altLang="en-US" sz="2000" dirty="0">
              <a:latin typeface="微软雅黑" panose="020B0503020204020204" pitchFamily="34" charset="-122"/>
              <a:ea typeface="微软雅黑" panose="020B0503020204020204" pitchFamily="34" charset="-122"/>
            </a:endParaRPr>
          </a:p>
          <a:p>
            <a:pPr>
              <a:lnSpc>
                <a:spcPct val="150000"/>
              </a:lnSpc>
            </a:pPr>
            <a:r>
              <a:rPr lang="zh-CN" altLang="en-US" sz="2000" dirty="0">
                <a:latin typeface="微软雅黑" panose="020B0503020204020204" pitchFamily="34" charset="-122"/>
                <a:ea typeface="微软雅黑" panose="020B0503020204020204" pitchFamily="34" charset="-122"/>
              </a:rPr>
              <a:t>模糊</a:t>
            </a:r>
            <a:r>
              <a:rPr lang="en-US" altLang="zh-CN" sz="2000" dirty="0">
                <a:latin typeface="微软雅黑" panose="020B0503020204020204" pitchFamily="34" charset="-122"/>
                <a:ea typeface="微软雅黑" panose="020B0503020204020204" pitchFamily="34" charset="-122"/>
              </a:rPr>
              <a:t>c</a:t>
            </a:r>
            <a:r>
              <a:rPr lang="zh-CN" altLang="en-US" sz="2000" dirty="0">
                <a:latin typeface="微软雅黑" panose="020B0503020204020204" pitchFamily="34" charset="-122"/>
                <a:ea typeface="微软雅黑" panose="020B0503020204020204" pitchFamily="34" charset="-122"/>
              </a:rPr>
              <a:t>均值算法：从模糊集合理论的角度对</a:t>
            </a:r>
            <a:r>
              <a:rPr lang="en-US" altLang="zh-CN" sz="2000" dirty="0">
                <a:latin typeface="微软雅黑" panose="020B0503020204020204" pitchFamily="34" charset="-122"/>
                <a:ea typeface="微软雅黑" panose="020B0503020204020204" pitchFamily="34" charset="-122"/>
              </a:rPr>
              <a:t>K</a:t>
            </a:r>
            <a:r>
              <a:rPr lang="zh-CN" altLang="en-US" sz="2000" dirty="0">
                <a:latin typeface="微软雅黑" panose="020B0503020204020204" pitchFamily="34" charset="-122"/>
                <a:ea typeface="微软雅黑" panose="020B0503020204020204" pitchFamily="34" charset="-122"/>
              </a:rPr>
              <a:t>均值算法进行了推广。</a:t>
            </a:r>
            <a:endParaRPr lang="en-US" altLang="zh-CN" sz="2000" dirty="0">
              <a:latin typeface="微软雅黑" panose="020B0503020204020204" pitchFamily="34" charset="-122"/>
              <a:ea typeface="微软雅黑" panose="020B0503020204020204" pitchFamily="34" charset="-122"/>
            </a:endParaRPr>
          </a:p>
          <a:p>
            <a:pPr>
              <a:lnSpc>
                <a:spcPct val="150000"/>
              </a:lnSpc>
            </a:pPr>
            <a:endParaRPr lang="zh-CN" altLang="en-US" sz="2000" dirty="0">
              <a:latin typeface="微软雅黑" panose="020B0503020204020204" pitchFamily="34" charset="-122"/>
              <a:ea typeface="微软雅黑" panose="020B0503020204020204" pitchFamily="34" charset="-122"/>
            </a:endParaRPr>
          </a:p>
          <a:p>
            <a:pPr>
              <a:lnSpc>
                <a:spcPct val="150000"/>
              </a:lnSpc>
            </a:pPr>
            <a:r>
              <a:rPr lang="en-US" altLang="zh-CN" sz="2000" dirty="0">
                <a:solidFill>
                  <a:srgbClr val="FF0000"/>
                </a:solidFill>
                <a:latin typeface="微软雅黑" panose="020B0503020204020204" pitchFamily="34" charset="-122"/>
                <a:ea typeface="微软雅黑" panose="020B0503020204020204" pitchFamily="34" charset="-122"/>
              </a:rPr>
              <a:t>EM</a:t>
            </a:r>
            <a:r>
              <a:rPr lang="zh-CN" altLang="en-US" sz="2000" dirty="0">
                <a:solidFill>
                  <a:srgbClr val="FF0000"/>
                </a:solidFill>
                <a:latin typeface="微软雅黑" panose="020B0503020204020204" pitchFamily="34" charset="-122"/>
                <a:ea typeface="微软雅黑" panose="020B0503020204020204" pitchFamily="34" charset="-122"/>
              </a:rPr>
              <a:t>算法</a:t>
            </a:r>
            <a:r>
              <a:rPr lang="zh-CN" altLang="en-US" sz="2000" dirty="0">
                <a:latin typeface="微软雅黑" panose="020B0503020204020204" pitchFamily="34" charset="-122"/>
                <a:ea typeface="微软雅黑" panose="020B0503020204020204" pitchFamily="34" charset="-122"/>
              </a:rPr>
              <a:t>：把图像中每一个像素的灰度值看作是几个概率分布（一般用</a:t>
            </a:r>
            <a:r>
              <a:rPr lang="en-US" altLang="zh-CN" sz="2000" dirty="0">
                <a:latin typeface="微软雅黑" panose="020B0503020204020204" pitchFamily="34" charset="-122"/>
                <a:ea typeface="微软雅黑" panose="020B0503020204020204" pitchFamily="34" charset="-122"/>
              </a:rPr>
              <a:t>Gaussian</a:t>
            </a:r>
            <a:r>
              <a:rPr lang="zh-CN" altLang="en-US" sz="2000" dirty="0">
                <a:latin typeface="微软雅黑" panose="020B0503020204020204" pitchFamily="34" charset="-122"/>
                <a:ea typeface="微软雅黑" panose="020B0503020204020204" pitchFamily="34" charset="-122"/>
              </a:rPr>
              <a:t>分布）按一定比例的混合，通过优化基于最大后验概率的目标函数来估计这几个概率分布的参数和它们之间的混合比例。</a:t>
            </a:r>
            <a:endParaRPr lang="en-US" altLang="zh-CN" sz="2000" dirty="0">
              <a:latin typeface="微软雅黑" panose="020B0503020204020204" pitchFamily="34" charset="-122"/>
              <a:ea typeface="微软雅黑" panose="020B0503020204020204" pitchFamily="34" charset="-122"/>
            </a:endParaRPr>
          </a:p>
          <a:p>
            <a:pPr>
              <a:lnSpc>
                <a:spcPct val="150000"/>
              </a:lnSpc>
            </a:pPr>
            <a:endParaRPr lang="zh-CN" altLang="en-US" sz="2000" dirty="0">
              <a:latin typeface="微软雅黑" panose="020B0503020204020204" pitchFamily="34" charset="-122"/>
              <a:ea typeface="微软雅黑" panose="020B0503020204020204" pitchFamily="34" charset="-122"/>
            </a:endParaRPr>
          </a:p>
          <a:p>
            <a:pPr>
              <a:lnSpc>
                <a:spcPct val="150000"/>
              </a:lnSpc>
            </a:pPr>
            <a:r>
              <a:rPr lang="zh-CN" altLang="en-US" sz="2000" dirty="0">
                <a:solidFill>
                  <a:srgbClr val="FF0000"/>
                </a:solidFill>
                <a:latin typeface="微软雅黑" panose="020B0503020204020204" pitchFamily="34" charset="-122"/>
                <a:ea typeface="微软雅黑" panose="020B0503020204020204" pitchFamily="34" charset="-122"/>
              </a:rPr>
              <a:t>分层聚类方法</a:t>
            </a:r>
            <a:r>
              <a:rPr lang="zh-CN" altLang="en-US" sz="2000" dirty="0">
                <a:latin typeface="微软雅黑" panose="020B0503020204020204" pitchFamily="34" charset="-122"/>
                <a:ea typeface="微软雅黑" panose="020B0503020204020204" pitchFamily="34" charset="-122"/>
              </a:rPr>
              <a:t>：通过一系列连续合并和分裂完成，聚类过程可以用一个类似树的结构来表示。</a:t>
            </a:r>
          </a:p>
        </p:txBody>
      </p:sp>
      <p:sp>
        <p:nvSpPr>
          <p:cNvPr id="1048760" name="TextBox 27"/>
          <p:cNvSpPr txBox="1"/>
          <p:nvPr/>
        </p:nvSpPr>
        <p:spPr>
          <a:xfrm>
            <a:off x="1012825" y="176213"/>
            <a:ext cx="3434081" cy="574040"/>
          </a:xfrm>
          <a:prstGeom prst="rect">
            <a:avLst/>
          </a:prstGeom>
          <a:noFill/>
          <a:ln w="9525">
            <a:noFill/>
          </a:ln>
        </p:spPr>
        <p:txBody>
          <a:bodyPr wrap="none" anchor="t">
            <a:spAutoFit/>
          </a:bodyPr>
          <a:lstStyle/>
          <a:p>
            <a:r>
              <a:rPr lang="zh-CN" altLang="en-US" sz="3200" dirty="0">
                <a:latin typeface="黑体" panose="02010609060101010101" pitchFamily="49" charset="-122"/>
                <a:ea typeface="黑体" panose="02010609060101010101" pitchFamily="49" charset="-122"/>
              </a:rPr>
              <a:t>一、图像分割概述</a:t>
            </a:r>
          </a:p>
        </p:txBody>
      </p:sp>
      <p:sp>
        <p:nvSpPr>
          <p:cNvPr id="1048761"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a:p>
        </p:txBody>
      </p:sp>
    </p:spTree>
  </p:cSld>
  <p:clrMapOvr>
    <a:masterClrMapping/>
  </p:clrMapOvr>
  <p:transition spd="slow" advTm="3804">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62" name="TextBox 9"/>
          <p:cNvSpPr txBox="1"/>
          <p:nvPr/>
        </p:nvSpPr>
        <p:spPr>
          <a:xfrm>
            <a:off x="769789" y="1129120"/>
            <a:ext cx="9505056" cy="2834641"/>
          </a:xfrm>
          <a:prstGeom prst="rect">
            <a:avLst/>
          </a:prstGeom>
          <a:noFill/>
          <a:ln w="9525">
            <a:noFill/>
          </a:ln>
        </p:spPr>
        <p:txBody>
          <a:bodyPr wrap="square" anchor="t">
            <a:spAutoFit/>
          </a:bodyPr>
          <a:lstStyle/>
          <a:p>
            <a:pPr>
              <a:lnSpc>
                <a:spcPct val="150000"/>
              </a:lnSpc>
            </a:pPr>
            <a:r>
              <a:rPr lang="zh-CN" altLang="en-US" sz="2000" b="1" dirty="0">
                <a:latin typeface="微软雅黑" panose="020B0503020204020204" pitchFamily="34" charset="-122"/>
                <a:ea typeface="微软雅黑" panose="020B0503020204020204" pitchFamily="34" charset="-122"/>
              </a:rPr>
              <a:t>聚类算法的特点</a:t>
            </a:r>
            <a:endParaRPr lang="en-US" altLang="zh-CN" sz="2000" b="1" dirty="0">
              <a:latin typeface="微软雅黑" panose="020B0503020204020204" pitchFamily="34" charset="-122"/>
              <a:ea typeface="微软雅黑" panose="020B0503020204020204" pitchFamily="34" charset="-122"/>
            </a:endParaRPr>
          </a:p>
          <a:p>
            <a:pPr>
              <a:lnSpc>
                <a:spcPct val="150000"/>
              </a:lnSpc>
            </a:pPr>
            <a:endParaRPr lang="zh-CN" altLang="en-US" sz="2000" b="1" dirty="0">
              <a:latin typeface="微软雅黑" panose="020B0503020204020204" pitchFamily="34" charset="-122"/>
              <a:ea typeface="微软雅黑" panose="020B0503020204020204" pitchFamily="34" charset="-122"/>
            </a:endParaRPr>
          </a:p>
          <a:p>
            <a:pPr>
              <a:lnSpc>
                <a:spcPct val="150000"/>
              </a:lnSpc>
            </a:pPr>
            <a:r>
              <a:rPr lang="zh-CN" altLang="en-US" sz="2000" dirty="0">
                <a:latin typeface="微软雅黑" panose="020B0503020204020204" pitchFamily="34" charset="-122"/>
                <a:ea typeface="微软雅黑" panose="020B0503020204020204" pitchFamily="34" charset="-122"/>
              </a:rPr>
              <a:t>聚类算法不需要训练集，但是需要有一个初始分割提供初始参数，初始参数对最终分类结果影响较大。</a:t>
            </a:r>
            <a:endParaRPr lang="en-US" altLang="zh-CN" sz="2000" dirty="0">
              <a:latin typeface="微软雅黑" panose="020B0503020204020204" pitchFamily="34" charset="-122"/>
              <a:ea typeface="微软雅黑" panose="020B0503020204020204" pitchFamily="34" charset="-122"/>
            </a:endParaRPr>
          </a:p>
          <a:p>
            <a:pPr>
              <a:lnSpc>
                <a:spcPct val="150000"/>
              </a:lnSpc>
            </a:pPr>
            <a:endParaRPr lang="zh-CN" altLang="en-US" sz="2000" dirty="0">
              <a:latin typeface="微软雅黑" panose="020B0503020204020204" pitchFamily="34" charset="-122"/>
              <a:ea typeface="微软雅黑" panose="020B0503020204020204" pitchFamily="34" charset="-122"/>
            </a:endParaRPr>
          </a:p>
          <a:p>
            <a:pPr>
              <a:lnSpc>
                <a:spcPct val="150000"/>
              </a:lnSpc>
            </a:pPr>
            <a:r>
              <a:rPr lang="zh-CN" altLang="en-US" sz="2000" dirty="0">
                <a:latin typeface="微软雅黑" panose="020B0503020204020204" pitchFamily="34" charset="-122"/>
                <a:ea typeface="微软雅黑" panose="020B0503020204020204" pitchFamily="34" charset="-122"/>
              </a:rPr>
              <a:t>聚类也没有考虑空间关联信息，因此也对噪声和灰度不均匀敏感。</a:t>
            </a:r>
          </a:p>
        </p:txBody>
      </p:sp>
      <p:sp>
        <p:nvSpPr>
          <p:cNvPr id="1048763" name="TextBox 27"/>
          <p:cNvSpPr txBox="1"/>
          <p:nvPr/>
        </p:nvSpPr>
        <p:spPr>
          <a:xfrm>
            <a:off x="1012825" y="176213"/>
            <a:ext cx="3434081" cy="574040"/>
          </a:xfrm>
          <a:prstGeom prst="rect">
            <a:avLst/>
          </a:prstGeom>
          <a:noFill/>
          <a:ln w="9525">
            <a:noFill/>
          </a:ln>
        </p:spPr>
        <p:txBody>
          <a:bodyPr wrap="none" anchor="t">
            <a:spAutoFit/>
          </a:bodyPr>
          <a:lstStyle/>
          <a:p>
            <a:r>
              <a:rPr lang="zh-CN" altLang="en-US" sz="3200" dirty="0">
                <a:latin typeface="黑体" panose="02010609060101010101" pitchFamily="49" charset="-122"/>
                <a:ea typeface="黑体" panose="02010609060101010101" pitchFamily="49" charset="-122"/>
              </a:rPr>
              <a:t>一、图像分割概述</a:t>
            </a:r>
          </a:p>
        </p:txBody>
      </p:sp>
      <p:sp>
        <p:nvSpPr>
          <p:cNvPr id="1048764"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a:p>
        </p:txBody>
      </p:sp>
    </p:spTree>
  </p:cSld>
  <p:clrMapOvr>
    <a:masterClrMapping/>
  </p:clrMapOvr>
  <p:transition spd="slow" advTm="3804">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65" name="TextBox 9"/>
          <p:cNvSpPr txBox="1"/>
          <p:nvPr/>
        </p:nvSpPr>
        <p:spPr>
          <a:xfrm>
            <a:off x="769789" y="1129120"/>
            <a:ext cx="9505056" cy="3291840"/>
          </a:xfrm>
          <a:prstGeom prst="rect">
            <a:avLst/>
          </a:prstGeom>
          <a:noFill/>
          <a:ln w="9525">
            <a:noFill/>
          </a:ln>
        </p:spPr>
        <p:txBody>
          <a:bodyPr wrap="square" anchor="t">
            <a:spAutoFit/>
          </a:bodyPr>
          <a:lstStyle/>
          <a:p>
            <a:pPr>
              <a:lnSpc>
                <a:spcPct val="150000"/>
              </a:lnSpc>
            </a:pPr>
            <a:r>
              <a:rPr lang="zh-CN" altLang="en-US" sz="2000" b="1" dirty="0">
                <a:latin typeface="微软雅黑" panose="020B0503020204020204" pitchFamily="34" charset="-122"/>
                <a:ea typeface="微软雅黑" panose="020B0503020204020204" pitchFamily="34" charset="-122"/>
              </a:rPr>
              <a:t>基于随机场的方法</a:t>
            </a:r>
          </a:p>
          <a:p>
            <a:pPr>
              <a:lnSpc>
                <a:spcPct val="150000"/>
              </a:lnSpc>
            </a:pPr>
            <a:r>
              <a:rPr lang="zh-CN" altLang="en-US" sz="2000" dirty="0">
                <a:latin typeface="微软雅黑" panose="020B0503020204020204" pitchFamily="34" charset="-122"/>
                <a:ea typeface="微软雅黑" panose="020B0503020204020204" pitchFamily="34" charset="-122"/>
              </a:rPr>
              <a:t>基于随机场的方法是一类考虑空间像素点之间空间关联的纯粹统计学方法</a:t>
            </a:r>
          </a:p>
          <a:p>
            <a:pPr lvl="1">
              <a:lnSpc>
                <a:spcPct val="150000"/>
              </a:lnSpc>
            </a:pPr>
            <a:r>
              <a:rPr lang="zh-CN" altLang="en-US" sz="2000" dirty="0">
                <a:latin typeface="微软雅黑" panose="020B0503020204020204" pitchFamily="34" charset="-122"/>
                <a:ea typeface="微软雅黑" panose="020B0503020204020204" pitchFamily="34" charset="-122"/>
              </a:rPr>
              <a:t>基于马尔科夫随机场（</a:t>
            </a:r>
            <a:r>
              <a:rPr lang="en-US" altLang="zh-CN" sz="2000" dirty="0">
                <a:latin typeface="微软雅黑" panose="020B0503020204020204" pitchFamily="34" charset="-122"/>
                <a:ea typeface="微软雅黑" panose="020B0503020204020204" pitchFamily="34" charset="-122"/>
              </a:rPr>
              <a:t>MRF</a:t>
            </a:r>
            <a:r>
              <a:rPr lang="zh-CN" altLang="en-US" sz="2000" dirty="0">
                <a:latin typeface="微软雅黑" panose="020B0503020204020204" pitchFamily="34" charset="-122"/>
                <a:ea typeface="微软雅黑" panose="020B0503020204020204" pitchFamily="34" charset="-122"/>
              </a:rPr>
              <a:t>）的方法</a:t>
            </a:r>
          </a:p>
          <a:p>
            <a:pPr lvl="1">
              <a:lnSpc>
                <a:spcPct val="150000"/>
              </a:lnSpc>
            </a:pPr>
            <a:r>
              <a:rPr lang="zh-CN" altLang="en-US" sz="2000" dirty="0">
                <a:latin typeface="微软雅黑" panose="020B0503020204020204" pitchFamily="34" charset="-122"/>
                <a:ea typeface="微软雅黑" panose="020B0503020204020204" pitchFamily="34" charset="-122"/>
              </a:rPr>
              <a:t>基于吉布斯随机场（</a:t>
            </a:r>
            <a:r>
              <a:rPr lang="en-US" altLang="zh-CN" sz="2000" dirty="0">
                <a:latin typeface="微软雅黑" panose="020B0503020204020204" pitchFamily="34" charset="-122"/>
                <a:ea typeface="微软雅黑" panose="020B0503020204020204" pitchFamily="34" charset="-122"/>
              </a:rPr>
              <a:t>GRF</a:t>
            </a:r>
            <a:r>
              <a:rPr lang="zh-CN" altLang="en-US" sz="2000" dirty="0">
                <a:latin typeface="微软雅黑" panose="020B0503020204020204" pitchFamily="34" charset="-122"/>
                <a:ea typeface="微软雅黑" panose="020B0503020204020204" pitchFamily="34" charset="-122"/>
              </a:rPr>
              <a:t>）的方法</a:t>
            </a:r>
            <a:endParaRPr lang="en-US" altLang="zh-CN" sz="2000" dirty="0">
              <a:latin typeface="微软雅黑" panose="020B0503020204020204" pitchFamily="34" charset="-122"/>
              <a:ea typeface="微软雅黑" panose="020B0503020204020204" pitchFamily="34" charset="-122"/>
            </a:endParaRPr>
          </a:p>
          <a:p>
            <a:pPr lvl="1">
              <a:lnSpc>
                <a:spcPct val="150000"/>
              </a:lnSpc>
            </a:pPr>
            <a:endParaRPr lang="zh-CN" altLang="en-US" sz="2000" dirty="0">
              <a:latin typeface="微软雅黑" panose="020B0503020204020204" pitchFamily="34" charset="-122"/>
              <a:ea typeface="微软雅黑" panose="020B0503020204020204" pitchFamily="34" charset="-122"/>
            </a:endParaRPr>
          </a:p>
          <a:p>
            <a:pPr>
              <a:lnSpc>
                <a:spcPct val="150000"/>
              </a:lnSpc>
            </a:pPr>
            <a:r>
              <a:rPr lang="zh-CN" altLang="en-US" sz="2000" dirty="0">
                <a:latin typeface="微软雅黑" panose="020B0503020204020204" pitchFamily="34" charset="-122"/>
                <a:ea typeface="微软雅黑" panose="020B0503020204020204" pitchFamily="34" charset="-122"/>
              </a:rPr>
              <a:t>统计学方法的实质是从统计学的角度出发对数字图像进行建模，把图像中各个像素点的灰度值看作是具有一定概率分布的随机变量。</a:t>
            </a:r>
          </a:p>
        </p:txBody>
      </p:sp>
      <p:sp>
        <p:nvSpPr>
          <p:cNvPr id="1048766" name="TextBox 27"/>
          <p:cNvSpPr txBox="1"/>
          <p:nvPr/>
        </p:nvSpPr>
        <p:spPr>
          <a:xfrm>
            <a:off x="1012825" y="176213"/>
            <a:ext cx="3434081" cy="574040"/>
          </a:xfrm>
          <a:prstGeom prst="rect">
            <a:avLst/>
          </a:prstGeom>
          <a:noFill/>
          <a:ln w="9525">
            <a:noFill/>
          </a:ln>
        </p:spPr>
        <p:txBody>
          <a:bodyPr wrap="none" anchor="t">
            <a:spAutoFit/>
          </a:bodyPr>
          <a:lstStyle/>
          <a:p>
            <a:r>
              <a:rPr lang="zh-CN" altLang="en-US" sz="3200" dirty="0">
                <a:latin typeface="黑体" panose="02010609060101010101" pitchFamily="49" charset="-122"/>
                <a:ea typeface="黑体" panose="02010609060101010101" pitchFamily="49" charset="-122"/>
              </a:rPr>
              <a:t>一、图像分割概述</a:t>
            </a:r>
          </a:p>
        </p:txBody>
      </p:sp>
      <p:sp>
        <p:nvSpPr>
          <p:cNvPr id="1048767"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a:p>
        </p:txBody>
      </p:sp>
    </p:spTree>
  </p:cSld>
  <p:clrMapOvr>
    <a:masterClrMapping/>
  </p:clrMapOvr>
  <p:transition spd="slow" advTm="3804">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68" name="TextBox 9"/>
          <p:cNvSpPr txBox="1"/>
          <p:nvPr/>
        </p:nvSpPr>
        <p:spPr>
          <a:xfrm>
            <a:off x="769789" y="1129120"/>
            <a:ext cx="9505056" cy="2400657"/>
          </a:xfrm>
          <a:prstGeom prst="rect">
            <a:avLst/>
          </a:prstGeom>
          <a:noFill/>
          <a:ln w="9525">
            <a:noFill/>
          </a:ln>
        </p:spPr>
        <p:txBody>
          <a:bodyPr wrap="square" anchor="t">
            <a:spAutoFit/>
          </a:bodyPr>
          <a:lstStyle/>
          <a:p>
            <a:pPr>
              <a:lnSpc>
                <a:spcPct val="150000"/>
              </a:lnSpc>
            </a:pPr>
            <a:r>
              <a:rPr lang="zh-CN" altLang="en-US" sz="2000" b="1" dirty="0">
                <a:latin typeface="微软雅黑" panose="020B0503020204020204" pitchFamily="34" charset="-122"/>
                <a:ea typeface="微软雅黑" panose="020B0503020204020204" pitchFamily="34" charset="-122"/>
              </a:rPr>
              <a:t>基于边缘的分割方法</a:t>
            </a:r>
          </a:p>
          <a:p>
            <a:pPr>
              <a:lnSpc>
                <a:spcPct val="150000"/>
              </a:lnSpc>
            </a:pPr>
            <a:r>
              <a:rPr lang="zh-CN" altLang="en-US" sz="2000" dirty="0">
                <a:solidFill>
                  <a:srgbClr val="FF0000"/>
                </a:solidFill>
                <a:latin typeface="微软雅黑" panose="020B0503020204020204" pitchFamily="34" charset="-122"/>
                <a:ea typeface="微软雅黑" panose="020B0503020204020204" pitchFamily="34" charset="-122"/>
              </a:rPr>
              <a:t>串行边缘检测</a:t>
            </a:r>
            <a:r>
              <a:rPr lang="zh-CN" altLang="en-US" sz="2000" dirty="0">
                <a:latin typeface="微软雅黑" panose="020B0503020204020204" pitchFamily="34" charset="-122"/>
                <a:ea typeface="微软雅黑" panose="020B0503020204020204" pitchFamily="34" charset="-122"/>
              </a:rPr>
              <a:t>：当前像素是否属于欲检测的边缘取决于先前像素的检测结果；</a:t>
            </a:r>
            <a:endParaRPr lang="en-US" altLang="zh-CN" sz="2000" dirty="0">
              <a:latin typeface="微软雅黑" panose="020B0503020204020204" pitchFamily="34" charset="-122"/>
              <a:ea typeface="微软雅黑" panose="020B0503020204020204" pitchFamily="34" charset="-122"/>
            </a:endParaRPr>
          </a:p>
          <a:p>
            <a:pPr>
              <a:lnSpc>
                <a:spcPct val="150000"/>
              </a:lnSpc>
            </a:pPr>
            <a:endParaRPr lang="zh-CN" altLang="en-US" sz="2000" dirty="0">
              <a:latin typeface="微软雅黑" panose="020B0503020204020204" pitchFamily="34" charset="-122"/>
              <a:ea typeface="微软雅黑" panose="020B0503020204020204" pitchFamily="34" charset="-122"/>
            </a:endParaRPr>
          </a:p>
          <a:p>
            <a:pPr>
              <a:lnSpc>
                <a:spcPct val="150000"/>
              </a:lnSpc>
            </a:pPr>
            <a:r>
              <a:rPr lang="zh-CN" altLang="en-US" sz="2000" dirty="0">
                <a:solidFill>
                  <a:srgbClr val="FF0000"/>
                </a:solidFill>
                <a:latin typeface="微软雅黑" panose="020B0503020204020204" pitchFamily="34" charset="-122"/>
                <a:ea typeface="微软雅黑" panose="020B0503020204020204" pitchFamily="34" charset="-122"/>
              </a:rPr>
              <a:t>并行边缘检测</a:t>
            </a:r>
            <a:r>
              <a:rPr lang="zh-CN" altLang="en-US" sz="2000" dirty="0">
                <a:latin typeface="微软雅黑" panose="020B0503020204020204" pitchFamily="34" charset="-122"/>
                <a:ea typeface="微软雅黑" panose="020B0503020204020204" pitchFamily="34" charset="-122"/>
              </a:rPr>
              <a:t>：一个像素是否属于检测的边缘只与当前像素及其相邻像素有关，这样可同时对图像中的所有像素进行检测，因而称之为并行边缘检测技术。</a:t>
            </a:r>
          </a:p>
        </p:txBody>
      </p:sp>
      <p:sp>
        <p:nvSpPr>
          <p:cNvPr id="1048769" name="TextBox 27"/>
          <p:cNvSpPr txBox="1"/>
          <p:nvPr/>
        </p:nvSpPr>
        <p:spPr>
          <a:xfrm>
            <a:off x="1012825" y="176213"/>
            <a:ext cx="3434081" cy="574040"/>
          </a:xfrm>
          <a:prstGeom prst="rect">
            <a:avLst/>
          </a:prstGeom>
          <a:noFill/>
          <a:ln w="9525">
            <a:noFill/>
          </a:ln>
        </p:spPr>
        <p:txBody>
          <a:bodyPr wrap="none" anchor="t">
            <a:spAutoFit/>
          </a:bodyPr>
          <a:lstStyle/>
          <a:p>
            <a:r>
              <a:rPr lang="zh-CN" altLang="en-US" sz="3200" dirty="0">
                <a:latin typeface="黑体" panose="02010609060101010101" pitchFamily="49" charset="-122"/>
                <a:ea typeface="黑体" panose="02010609060101010101" pitchFamily="49" charset="-122"/>
              </a:rPr>
              <a:t>一、图像分割概述</a:t>
            </a:r>
          </a:p>
        </p:txBody>
      </p:sp>
      <p:sp>
        <p:nvSpPr>
          <p:cNvPr id="1048770"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a:p>
        </p:txBody>
      </p:sp>
    </p:spTree>
  </p:cSld>
  <p:clrMapOvr>
    <a:masterClrMapping/>
  </p:clrMapOvr>
  <p:transition spd="slow" advTm="3804">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71" name="TextBox 9"/>
          <p:cNvSpPr txBox="1"/>
          <p:nvPr/>
        </p:nvSpPr>
        <p:spPr>
          <a:xfrm>
            <a:off x="769789" y="1129120"/>
            <a:ext cx="9505056" cy="2377440"/>
          </a:xfrm>
          <a:prstGeom prst="rect">
            <a:avLst/>
          </a:prstGeom>
          <a:noFill/>
          <a:ln w="9525">
            <a:noFill/>
          </a:ln>
        </p:spPr>
        <p:txBody>
          <a:bodyPr wrap="square" anchor="t">
            <a:spAutoFit/>
          </a:bodyPr>
          <a:lstStyle/>
          <a:p>
            <a:pPr>
              <a:lnSpc>
                <a:spcPct val="150000"/>
              </a:lnSpc>
            </a:pPr>
            <a:r>
              <a:rPr lang="zh-CN" altLang="en-US" sz="2000" b="1" dirty="0">
                <a:latin typeface="微软雅黑" panose="020B0503020204020204" pitchFamily="34" charset="-122"/>
                <a:ea typeface="微软雅黑" panose="020B0503020204020204" pitchFamily="34" charset="-122"/>
              </a:rPr>
              <a:t>基于边缘的分割方法</a:t>
            </a:r>
          </a:p>
          <a:p>
            <a:pPr>
              <a:lnSpc>
                <a:spcPct val="150000"/>
              </a:lnSpc>
            </a:pPr>
            <a:r>
              <a:rPr lang="zh-CN" altLang="en-US" sz="2000" dirty="0">
                <a:latin typeface="微软雅黑" panose="020B0503020204020204" pitchFamily="34" charset="-122"/>
                <a:ea typeface="微软雅黑" panose="020B0503020204020204" pitchFamily="34" charset="-122"/>
              </a:rPr>
              <a:t>。并行微分算子</a:t>
            </a:r>
          </a:p>
          <a:p>
            <a:pPr>
              <a:lnSpc>
                <a:spcPct val="150000"/>
              </a:lnSpc>
            </a:pPr>
            <a:r>
              <a:rPr lang="zh-CN" altLang="en-US" sz="2000" dirty="0">
                <a:latin typeface="微软雅黑" panose="020B0503020204020204" pitchFamily="34" charset="-122"/>
                <a:ea typeface="微软雅黑" panose="020B0503020204020204" pitchFamily="34" charset="-122"/>
              </a:rPr>
              <a:t>。基于曲面拟合的方法</a:t>
            </a:r>
          </a:p>
          <a:p>
            <a:pPr>
              <a:lnSpc>
                <a:spcPct val="150000"/>
              </a:lnSpc>
            </a:pPr>
            <a:r>
              <a:rPr lang="zh-CN" altLang="en-US" sz="2000" dirty="0">
                <a:latin typeface="微软雅黑" panose="020B0503020204020204" pitchFamily="34" charset="-122"/>
                <a:ea typeface="微软雅黑" panose="020B0503020204020204" pitchFamily="34" charset="-122"/>
              </a:rPr>
              <a:t>。边界曲线拟合法</a:t>
            </a:r>
          </a:p>
          <a:p>
            <a:pPr>
              <a:lnSpc>
                <a:spcPct val="150000"/>
              </a:lnSpc>
            </a:pPr>
            <a:r>
              <a:rPr lang="zh-CN" altLang="en-US" sz="2000" dirty="0">
                <a:latin typeface="微软雅黑" panose="020B0503020204020204" pitchFamily="34" charset="-122"/>
                <a:ea typeface="微软雅黑" panose="020B0503020204020204" pitchFamily="34" charset="-122"/>
              </a:rPr>
              <a:t>。串行边界查找</a:t>
            </a:r>
          </a:p>
        </p:txBody>
      </p:sp>
      <p:sp>
        <p:nvSpPr>
          <p:cNvPr id="1048772" name="TextBox 27"/>
          <p:cNvSpPr txBox="1"/>
          <p:nvPr/>
        </p:nvSpPr>
        <p:spPr>
          <a:xfrm>
            <a:off x="1012825" y="176213"/>
            <a:ext cx="3434081" cy="574040"/>
          </a:xfrm>
          <a:prstGeom prst="rect">
            <a:avLst/>
          </a:prstGeom>
          <a:noFill/>
          <a:ln w="9525">
            <a:noFill/>
          </a:ln>
        </p:spPr>
        <p:txBody>
          <a:bodyPr wrap="none" anchor="t">
            <a:spAutoFit/>
          </a:bodyPr>
          <a:lstStyle/>
          <a:p>
            <a:r>
              <a:rPr lang="zh-CN" altLang="en-US" sz="3200" dirty="0">
                <a:latin typeface="黑体" panose="02010609060101010101" pitchFamily="49" charset="-122"/>
                <a:ea typeface="黑体" panose="02010609060101010101" pitchFamily="49" charset="-122"/>
              </a:rPr>
              <a:t>一、图像分割概述</a:t>
            </a:r>
          </a:p>
        </p:txBody>
      </p:sp>
      <p:sp>
        <p:nvSpPr>
          <p:cNvPr id="1048773"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a:p>
        </p:txBody>
      </p:sp>
    </p:spTree>
  </p:cSld>
  <p:clrMapOvr>
    <a:masterClrMapping/>
  </p:clrMapOvr>
  <p:transition spd="slow" advTm="3804">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74" name="TextBox 9"/>
          <p:cNvSpPr txBox="1"/>
          <p:nvPr/>
        </p:nvSpPr>
        <p:spPr>
          <a:xfrm>
            <a:off x="769789" y="1129120"/>
            <a:ext cx="11017224" cy="4663441"/>
          </a:xfrm>
          <a:prstGeom prst="rect">
            <a:avLst/>
          </a:prstGeom>
          <a:noFill/>
          <a:ln w="9525">
            <a:noFill/>
          </a:ln>
        </p:spPr>
        <p:txBody>
          <a:bodyPr wrap="square" anchor="t">
            <a:spAutoFit/>
          </a:bodyPr>
          <a:lstStyle/>
          <a:p>
            <a:pPr>
              <a:lnSpc>
                <a:spcPct val="150000"/>
              </a:lnSpc>
            </a:pPr>
            <a:r>
              <a:rPr lang="zh-CN" altLang="en-US" sz="2000" b="1" dirty="0">
                <a:latin typeface="微软雅黑" panose="020B0503020204020204" pitchFamily="34" charset="-122"/>
                <a:ea typeface="微软雅黑" panose="020B0503020204020204" pitchFamily="34" charset="-122"/>
              </a:rPr>
              <a:t>并行微分算子</a:t>
            </a:r>
          </a:p>
          <a:p>
            <a:pPr>
              <a:lnSpc>
                <a:spcPct val="150000"/>
              </a:lnSpc>
            </a:pPr>
            <a:r>
              <a:rPr lang="zh-CN" altLang="en-US" sz="2000" dirty="0">
                <a:latin typeface="微软雅黑" panose="020B0503020204020204" pitchFamily="34" charset="-122"/>
                <a:ea typeface="微软雅黑" panose="020B0503020204020204" pitchFamily="34" charset="-122"/>
              </a:rPr>
              <a:t>并行微分算子用于检测图像中的灰度变化，通过求一阶导数极值点或二阶导数过零点来检测边缘。</a:t>
            </a:r>
          </a:p>
          <a:p>
            <a:pPr>
              <a:lnSpc>
                <a:spcPct val="150000"/>
              </a:lnSpc>
            </a:pPr>
            <a:r>
              <a:rPr lang="zh-CN" altLang="en-US" sz="2000" dirty="0">
                <a:latin typeface="微软雅黑" panose="020B0503020204020204" pitchFamily="34" charset="-122"/>
                <a:ea typeface="微软雅黑" panose="020B0503020204020204" pitchFamily="34" charset="-122"/>
              </a:rPr>
              <a:t>。一阶导数算子</a:t>
            </a:r>
          </a:p>
          <a:p>
            <a:pPr>
              <a:lnSpc>
                <a:spcPct val="150000"/>
              </a:lnSpc>
            </a:pPr>
            <a:r>
              <a:rPr lang="zh-CN" altLang="en-US" sz="2000" dirty="0">
                <a:latin typeface="微软雅黑" panose="020B0503020204020204" pitchFamily="34" charset="-122"/>
                <a:ea typeface="微软雅黑" panose="020B0503020204020204" pitchFamily="34" charset="-122"/>
              </a:rPr>
              <a:t>。梯度算子</a:t>
            </a:r>
          </a:p>
          <a:p>
            <a:pPr>
              <a:lnSpc>
                <a:spcPct val="150000"/>
              </a:lnSpc>
            </a:pP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Roberts</a:t>
            </a:r>
            <a:r>
              <a:rPr lang="zh-CN" altLang="en-US" sz="2000" dirty="0">
                <a:latin typeface="微软雅黑" panose="020B0503020204020204" pitchFamily="34" charset="-122"/>
                <a:ea typeface="微软雅黑" panose="020B0503020204020204" pitchFamily="34" charset="-122"/>
              </a:rPr>
              <a:t>算子</a:t>
            </a:r>
          </a:p>
          <a:p>
            <a:pPr>
              <a:lnSpc>
                <a:spcPct val="150000"/>
              </a:lnSpc>
            </a:pPr>
            <a:r>
              <a:rPr lang="zh-CN" altLang="en-US" sz="2000" dirty="0">
                <a:latin typeface="微软雅黑" panose="020B0503020204020204" pitchFamily="34" charset="-122"/>
                <a:ea typeface="微软雅黑" panose="020B0503020204020204" pitchFamily="34" charset="-122"/>
              </a:rPr>
              <a:t>。</a:t>
            </a:r>
            <a:r>
              <a:rPr lang="en-US" altLang="zh-CN" sz="2000" dirty="0" err="1">
                <a:latin typeface="微软雅黑" panose="020B0503020204020204" pitchFamily="34" charset="-122"/>
                <a:ea typeface="微软雅黑" panose="020B0503020204020204" pitchFamily="34" charset="-122"/>
              </a:rPr>
              <a:t>sobel</a:t>
            </a:r>
            <a:r>
              <a:rPr lang="zh-CN" altLang="en-US" sz="2000" dirty="0">
                <a:latin typeface="微软雅黑" panose="020B0503020204020204" pitchFamily="34" charset="-122"/>
                <a:ea typeface="微软雅黑" panose="020B0503020204020204" pitchFamily="34" charset="-122"/>
              </a:rPr>
              <a:t>算子</a:t>
            </a:r>
          </a:p>
          <a:p>
            <a:pPr>
              <a:lnSpc>
                <a:spcPct val="150000"/>
              </a:lnSpc>
            </a:pPr>
            <a:r>
              <a:rPr lang="zh-CN" altLang="en-US" sz="2000" dirty="0">
                <a:latin typeface="微软雅黑" panose="020B0503020204020204" pitchFamily="34" charset="-122"/>
                <a:ea typeface="微软雅黑" panose="020B0503020204020204" pitchFamily="34" charset="-122"/>
              </a:rPr>
              <a:t>。</a:t>
            </a:r>
            <a:r>
              <a:rPr lang="en-US" altLang="zh-CN" sz="2000" dirty="0" err="1">
                <a:latin typeface="微软雅黑" panose="020B0503020204020204" pitchFamily="34" charset="-122"/>
                <a:ea typeface="微软雅黑" panose="020B0503020204020204" pitchFamily="34" charset="-122"/>
              </a:rPr>
              <a:t>prewitt</a:t>
            </a:r>
            <a:r>
              <a:rPr lang="zh-CN" altLang="en-US" sz="2000" dirty="0">
                <a:latin typeface="微软雅黑" panose="020B0503020204020204" pitchFamily="34" charset="-122"/>
                <a:ea typeface="微软雅黑" panose="020B0503020204020204" pitchFamily="34" charset="-122"/>
              </a:rPr>
              <a:t>算子</a:t>
            </a:r>
          </a:p>
          <a:p>
            <a:pPr>
              <a:lnSpc>
                <a:spcPct val="150000"/>
              </a:lnSpc>
            </a:pPr>
            <a:r>
              <a:rPr lang="zh-CN" altLang="en-US" sz="2000" dirty="0">
                <a:latin typeface="微软雅黑" panose="020B0503020204020204" pitchFamily="34" charset="-122"/>
                <a:ea typeface="微软雅黑" panose="020B0503020204020204" pitchFamily="34" charset="-122"/>
              </a:rPr>
              <a:t>二阶导数算子</a:t>
            </a:r>
          </a:p>
          <a:p>
            <a:pPr>
              <a:lnSpc>
                <a:spcPct val="150000"/>
              </a:lnSpc>
            </a:pP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Laplacian</a:t>
            </a:r>
            <a:r>
              <a:rPr lang="zh-CN" altLang="en-US" sz="2000" dirty="0">
                <a:latin typeface="微软雅黑" panose="020B0503020204020204" pitchFamily="34" charset="-122"/>
                <a:ea typeface="微软雅黑" panose="020B0503020204020204" pitchFamily="34" charset="-122"/>
              </a:rPr>
              <a:t>算子</a:t>
            </a:r>
          </a:p>
          <a:p>
            <a:pPr>
              <a:lnSpc>
                <a:spcPct val="150000"/>
              </a:lnSpc>
            </a:pP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Kirsch</a:t>
            </a:r>
            <a:r>
              <a:rPr lang="zh-CN" altLang="en-US" sz="2000" dirty="0">
                <a:latin typeface="微软雅黑" panose="020B0503020204020204" pitchFamily="34" charset="-122"/>
                <a:ea typeface="微软雅黑" panose="020B0503020204020204" pitchFamily="34" charset="-122"/>
              </a:rPr>
              <a:t>算子</a:t>
            </a:r>
          </a:p>
        </p:txBody>
      </p:sp>
      <p:sp>
        <p:nvSpPr>
          <p:cNvPr id="1048775" name="TextBox 27"/>
          <p:cNvSpPr txBox="1"/>
          <p:nvPr/>
        </p:nvSpPr>
        <p:spPr>
          <a:xfrm>
            <a:off x="1012825" y="176213"/>
            <a:ext cx="3434081" cy="574040"/>
          </a:xfrm>
          <a:prstGeom prst="rect">
            <a:avLst/>
          </a:prstGeom>
          <a:noFill/>
          <a:ln w="9525">
            <a:noFill/>
          </a:ln>
        </p:spPr>
        <p:txBody>
          <a:bodyPr wrap="none" anchor="t">
            <a:spAutoFit/>
          </a:bodyPr>
          <a:lstStyle/>
          <a:p>
            <a:r>
              <a:rPr lang="zh-CN" altLang="en-US" sz="3200" dirty="0">
                <a:latin typeface="黑体" panose="02010609060101010101" pitchFamily="49" charset="-122"/>
                <a:ea typeface="黑体" panose="02010609060101010101" pitchFamily="49" charset="-122"/>
              </a:rPr>
              <a:t>一、图像分割概述</a:t>
            </a:r>
          </a:p>
        </p:txBody>
      </p:sp>
      <p:sp>
        <p:nvSpPr>
          <p:cNvPr id="1048776"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a:p>
        </p:txBody>
      </p:sp>
    </p:spTree>
  </p:cSld>
  <p:clrMapOvr>
    <a:masterClrMapping/>
  </p:clrMapOvr>
  <p:transition spd="slow" advTm="3804">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77" name="TextBox 9"/>
          <p:cNvSpPr txBox="1"/>
          <p:nvPr/>
        </p:nvSpPr>
        <p:spPr>
          <a:xfrm>
            <a:off x="769789" y="1129120"/>
            <a:ext cx="9505056" cy="1005839"/>
          </a:xfrm>
          <a:prstGeom prst="rect">
            <a:avLst/>
          </a:prstGeom>
          <a:noFill/>
          <a:ln w="9525">
            <a:noFill/>
          </a:ln>
        </p:spPr>
        <p:txBody>
          <a:bodyPr wrap="square" anchor="t">
            <a:spAutoFit/>
          </a:bodyPr>
          <a:lstStyle/>
          <a:p>
            <a:pPr>
              <a:lnSpc>
                <a:spcPct val="150000"/>
              </a:lnSpc>
            </a:pPr>
            <a:r>
              <a:rPr lang="zh-CN" altLang="en-US" sz="2000" b="1" dirty="0">
                <a:latin typeface="微软雅黑" panose="020B0503020204020204" pitchFamily="34" charset="-122"/>
                <a:ea typeface="微软雅黑" panose="020B0503020204020204" pitchFamily="34" charset="-122"/>
              </a:rPr>
              <a:t>并行微分算子</a:t>
            </a:r>
            <a:endParaRPr lang="en-US" altLang="zh-CN" sz="2000" b="1" dirty="0">
              <a:latin typeface="微软雅黑" panose="020B0503020204020204" pitchFamily="34" charset="-122"/>
              <a:ea typeface="微软雅黑" panose="020B0503020204020204" pitchFamily="34" charset="-122"/>
            </a:endParaRPr>
          </a:p>
          <a:p>
            <a:pPr>
              <a:lnSpc>
                <a:spcPct val="150000"/>
              </a:lnSpc>
            </a:pPr>
            <a:endParaRPr lang="zh-CN" altLang="en-US" sz="2000" b="1" dirty="0">
              <a:latin typeface="微软雅黑" panose="020B0503020204020204" pitchFamily="34" charset="-122"/>
              <a:ea typeface="微软雅黑" panose="020B0503020204020204" pitchFamily="34" charset="-122"/>
            </a:endParaRPr>
          </a:p>
        </p:txBody>
      </p:sp>
      <p:pic>
        <p:nvPicPr>
          <p:cNvPr id="2097169" name="图片 1"/>
          <p:cNvPicPr>
            <a:picLocks noChangeAspect="1"/>
          </p:cNvPicPr>
          <p:nvPr/>
        </p:nvPicPr>
        <p:blipFill>
          <a:blip r:embed="rId2"/>
          <a:stretch>
            <a:fillRect/>
          </a:stretch>
        </p:blipFill>
        <p:spPr>
          <a:xfrm>
            <a:off x="2659866" y="2132856"/>
            <a:ext cx="2857125" cy="3074874"/>
          </a:xfrm>
          <a:prstGeom prst="rect">
            <a:avLst/>
          </a:prstGeom>
        </p:spPr>
      </p:pic>
      <p:pic>
        <p:nvPicPr>
          <p:cNvPr id="2097170" name="图片 2"/>
          <p:cNvPicPr>
            <a:picLocks noChangeAspect="1"/>
          </p:cNvPicPr>
          <p:nvPr/>
        </p:nvPicPr>
        <p:blipFill>
          <a:blip r:embed="rId3"/>
          <a:stretch>
            <a:fillRect/>
          </a:stretch>
        </p:blipFill>
        <p:spPr>
          <a:xfrm>
            <a:off x="6572474" y="2132856"/>
            <a:ext cx="2875638" cy="3074874"/>
          </a:xfrm>
          <a:prstGeom prst="rect">
            <a:avLst/>
          </a:prstGeom>
        </p:spPr>
      </p:pic>
      <p:sp>
        <p:nvSpPr>
          <p:cNvPr id="1048778" name="矩形 3"/>
          <p:cNvSpPr/>
          <p:nvPr/>
        </p:nvSpPr>
        <p:spPr>
          <a:xfrm>
            <a:off x="3634517" y="5373216"/>
            <a:ext cx="996920" cy="396240"/>
          </a:xfrm>
          <a:prstGeom prst="rect">
            <a:avLst/>
          </a:prstGeom>
        </p:spPr>
        <p:txBody>
          <a:bodyPr wrap="none">
            <a:spAutoFit/>
          </a:bodyPr>
          <a:lstStyle/>
          <a:p>
            <a:r>
              <a:rPr lang="zh-CN" altLang="en-US" sz="2000" dirty="0"/>
              <a:t>CT原图</a:t>
            </a:r>
          </a:p>
        </p:txBody>
      </p:sp>
      <p:sp>
        <p:nvSpPr>
          <p:cNvPr id="1048779" name="矩形 4"/>
          <p:cNvSpPr/>
          <p:nvPr/>
        </p:nvSpPr>
        <p:spPr>
          <a:xfrm>
            <a:off x="6714906" y="5373216"/>
            <a:ext cx="2860078" cy="400110"/>
          </a:xfrm>
          <a:prstGeom prst="rect">
            <a:avLst/>
          </a:prstGeom>
        </p:spPr>
        <p:txBody>
          <a:bodyPr wrap="none">
            <a:spAutoFit/>
          </a:bodyPr>
          <a:lstStyle/>
          <a:p>
            <a:r>
              <a:rPr lang="zh-CN" altLang="en-US" sz="2000" dirty="0"/>
              <a:t>用sobe</a:t>
            </a:r>
            <a:r>
              <a:rPr lang="en-US" altLang="zh-CN" sz="2000" dirty="0"/>
              <a:t>l</a:t>
            </a:r>
            <a:r>
              <a:rPr lang="zh-CN" altLang="en-US" sz="2000" dirty="0"/>
              <a:t>算子做边缘检测</a:t>
            </a:r>
          </a:p>
        </p:txBody>
      </p:sp>
      <p:sp>
        <p:nvSpPr>
          <p:cNvPr id="1048780" name="TextBox 27"/>
          <p:cNvSpPr txBox="1"/>
          <p:nvPr/>
        </p:nvSpPr>
        <p:spPr>
          <a:xfrm>
            <a:off x="1012825" y="176213"/>
            <a:ext cx="3434081" cy="574040"/>
          </a:xfrm>
          <a:prstGeom prst="rect">
            <a:avLst/>
          </a:prstGeom>
          <a:noFill/>
          <a:ln w="9525">
            <a:noFill/>
          </a:ln>
        </p:spPr>
        <p:txBody>
          <a:bodyPr wrap="none" anchor="t">
            <a:spAutoFit/>
          </a:bodyPr>
          <a:lstStyle/>
          <a:p>
            <a:r>
              <a:rPr lang="zh-CN" altLang="en-US" sz="3200" dirty="0">
                <a:latin typeface="黑体" panose="02010609060101010101" pitchFamily="49" charset="-122"/>
                <a:ea typeface="黑体" panose="02010609060101010101" pitchFamily="49" charset="-122"/>
              </a:rPr>
              <a:t>一、图像分割概述</a:t>
            </a:r>
          </a:p>
        </p:txBody>
      </p:sp>
      <p:sp>
        <p:nvSpPr>
          <p:cNvPr id="1048781"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a:p>
        </p:txBody>
      </p:sp>
    </p:spTree>
  </p:cSld>
  <p:clrMapOvr>
    <a:masterClrMapping/>
  </p:clrMapOvr>
  <p:transition spd="slow" advTm="3804">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82" name="TextBox 9"/>
          <p:cNvSpPr txBox="1"/>
          <p:nvPr/>
        </p:nvSpPr>
        <p:spPr>
          <a:xfrm>
            <a:off x="769789" y="1129120"/>
            <a:ext cx="9505056" cy="2400657"/>
          </a:xfrm>
          <a:prstGeom prst="rect">
            <a:avLst/>
          </a:prstGeom>
          <a:noFill/>
          <a:ln w="9525">
            <a:noFill/>
          </a:ln>
        </p:spPr>
        <p:txBody>
          <a:bodyPr wrap="square" anchor="t">
            <a:spAutoFit/>
          </a:bodyPr>
          <a:lstStyle/>
          <a:p>
            <a:pPr>
              <a:lnSpc>
                <a:spcPct val="150000"/>
              </a:lnSpc>
            </a:pPr>
            <a:r>
              <a:rPr lang="zh-CN" altLang="en-US" sz="2000" b="1" dirty="0">
                <a:latin typeface="微软雅黑" panose="020B0503020204020204" pitchFamily="34" charset="-122"/>
                <a:ea typeface="微软雅黑" panose="020B0503020204020204" pitchFamily="34" charset="-122"/>
              </a:rPr>
              <a:t>基于曲面拟合的方法</a:t>
            </a:r>
          </a:p>
          <a:p>
            <a:pPr>
              <a:lnSpc>
                <a:spcPct val="150000"/>
              </a:lnSpc>
            </a:pPr>
            <a:r>
              <a:rPr lang="zh-CN" altLang="en-US" sz="2000" dirty="0">
                <a:latin typeface="微软雅黑" panose="020B0503020204020204" pitchFamily="34" charset="-122"/>
                <a:ea typeface="微软雅黑" panose="020B0503020204020204" pitchFamily="34" charset="-122"/>
              </a:rPr>
              <a:t>这种方法的基本思想是将灰度看成高度，用一个曲面来拟合一个小窗口内的数据，然后再在拟合的曲面进行边缘检测来决定边缘点。</a:t>
            </a:r>
            <a:endParaRPr lang="en-US" altLang="zh-CN" sz="2000" dirty="0">
              <a:latin typeface="微软雅黑" panose="020B0503020204020204" pitchFamily="34" charset="-122"/>
              <a:ea typeface="微软雅黑" panose="020B0503020204020204" pitchFamily="34" charset="-122"/>
            </a:endParaRPr>
          </a:p>
          <a:p>
            <a:pPr>
              <a:lnSpc>
                <a:spcPct val="150000"/>
              </a:lnSpc>
            </a:pPr>
            <a:endParaRPr lang="en-US" altLang="zh-CN" sz="2000" dirty="0">
              <a:latin typeface="微软雅黑" panose="020B0503020204020204" pitchFamily="34" charset="-122"/>
              <a:ea typeface="微软雅黑" panose="020B0503020204020204" pitchFamily="34" charset="-122"/>
            </a:endParaRPr>
          </a:p>
          <a:p>
            <a:pPr>
              <a:lnSpc>
                <a:spcPct val="150000"/>
              </a:lnSpc>
            </a:pPr>
            <a:r>
              <a:rPr lang="zh-CN" altLang="en-US" sz="2000" dirty="0">
                <a:latin typeface="微软雅黑" panose="020B0503020204020204" pitchFamily="34" charset="-122"/>
                <a:ea typeface="微软雅黑" panose="020B0503020204020204" pitchFamily="34" charset="-122"/>
              </a:rPr>
              <a:t>由于拟合的曲面是满足一定平滑性的有理曲面，因而可以使图像噪声得到平滑。</a:t>
            </a:r>
          </a:p>
        </p:txBody>
      </p:sp>
      <p:sp>
        <p:nvSpPr>
          <p:cNvPr id="1048783" name="TextBox 27"/>
          <p:cNvSpPr txBox="1"/>
          <p:nvPr/>
        </p:nvSpPr>
        <p:spPr>
          <a:xfrm>
            <a:off x="1012825" y="176213"/>
            <a:ext cx="3434081" cy="574040"/>
          </a:xfrm>
          <a:prstGeom prst="rect">
            <a:avLst/>
          </a:prstGeom>
          <a:noFill/>
          <a:ln w="9525">
            <a:noFill/>
          </a:ln>
        </p:spPr>
        <p:txBody>
          <a:bodyPr wrap="none" anchor="t">
            <a:spAutoFit/>
          </a:bodyPr>
          <a:lstStyle/>
          <a:p>
            <a:r>
              <a:rPr lang="zh-CN" altLang="en-US" sz="3200" dirty="0">
                <a:latin typeface="黑体" panose="02010609060101010101" pitchFamily="49" charset="-122"/>
                <a:ea typeface="黑体" panose="02010609060101010101" pitchFamily="49" charset="-122"/>
              </a:rPr>
              <a:t>一、图像分割概述</a:t>
            </a:r>
          </a:p>
        </p:txBody>
      </p:sp>
      <p:sp>
        <p:nvSpPr>
          <p:cNvPr id="1048784"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a:p>
        </p:txBody>
      </p:sp>
    </p:spTree>
  </p:cSld>
  <p:clrMapOvr>
    <a:masterClrMapping/>
  </p:clrMapOvr>
  <p:transition spd="slow" advTm="3804">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85" name="TextBox 9"/>
          <p:cNvSpPr txBox="1"/>
          <p:nvPr/>
        </p:nvSpPr>
        <p:spPr>
          <a:xfrm>
            <a:off x="769789" y="1129120"/>
            <a:ext cx="9505056" cy="4206241"/>
          </a:xfrm>
          <a:prstGeom prst="rect">
            <a:avLst/>
          </a:prstGeom>
          <a:noFill/>
          <a:ln w="9525">
            <a:noFill/>
          </a:ln>
        </p:spPr>
        <p:txBody>
          <a:bodyPr wrap="square" anchor="t">
            <a:spAutoFit/>
          </a:bodyPr>
          <a:lstStyle/>
          <a:p>
            <a:pPr>
              <a:lnSpc>
                <a:spcPct val="150000"/>
              </a:lnSpc>
            </a:pPr>
            <a:r>
              <a:rPr lang="zh-CN" altLang="en-US" sz="2000" b="1" dirty="0">
                <a:latin typeface="微软雅黑" panose="020B0503020204020204" pitchFamily="34" charset="-122"/>
                <a:ea typeface="微软雅黑" panose="020B0503020204020204" pitchFamily="34" charset="-122"/>
              </a:rPr>
              <a:t>边界曲线拟合法</a:t>
            </a:r>
          </a:p>
          <a:p>
            <a:pPr>
              <a:lnSpc>
                <a:spcPct val="150000"/>
              </a:lnSpc>
            </a:pPr>
            <a:r>
              <a:rPr lang="zh-CN" altLang="en-US" sz="2000" dirty="0">
                <a:latin typeface="微软雅黑" panose="020B0503020204020204" pitchFamily="34" charset="-122"/>
                <a:ea typeface="微软雅黑" panose="020B0503020204020204" pitchFamily="34" charset="-122"/>
              </a:rPr>
              <a:t>这种方法用平面曲线来表示不同区域之间的图像边界线，试图根据图像梯度等信息找出能正确表示边界的曲线从而达到图像分割的目的。</a:t>
            </a:r>
            <a:endParaRPr lang="en-US" altLang="zh-CN" sz="2000" dirty="0">
              <a:latin typeface="微软雅黑" panose="020B0503020204020204" pitchFamily="34" charset="-122"/>
              <a:ea typeface="微软雅黑" panose="020B0503020204020204" pitchFamily="34" charset="-122"/>
            </a:endParaRPr>
          </a:p>
          <a:p>
            <a:pPr>
              <a:lnSpc>
                <a:spcPct val="150000"/>
              </a:lnSpc>
            </a:pPr>
            <a:endParaRPr lang="zh-CN" altLang="en-US" sz="2000" dirty="0">
              <a:latin typeface="微软雅黑" panose="020B0503020204020204" pitchFamily="34" charset="-122"/>
              <a:ea typeface="微软雅黑" panose="020B0503020204020204" pitchFamily="34" charset="-122"/>
            </a:endParaRPr>
          </a:p>
          <a:p>
            <a:pPr>
              <a:lnSpc>
                <a:spcPct val="150000"/>
              </a:lnSpc>
            </a:pPr>
            <a:r>
              <a:rPr lang="zh-CN" altLang="en-US" sz="2000" dirty="0">
                <a:latin typeface="微软雅黑" panose="020B0503020204020204" pitchFamily="34" charset="-122"/>
                <a:ea typeface="微软雅黑" panose="020B0503020204020204" pitchFamily="34" charset="-122"/>
              </a:rPr>
              <a:t>由于它直接给出的是边界曲线而不象一般的方法找出的是离散的、不相关的边缘点，因而对图像分割的后继处理如物体识别等高层次分析有很大帮助。</a:t>
            </a:r>
            <a:endParaRPr lang="en-US" altLang="zh-CN" sz="2000" dirty="0">
              <a:latin typeface="微软雅黑" panose="020B0503020204020204" pitchFamily="34" charset="-122"/>
              <a:ea typeface="微软雅黑" panose="020B0503020204020204" pitchFamily="34" charset="-122"/>
            </a:endParaRPr>
          </a:p>
          <a:p>
            <a:pPr>
              <a:lnSpc>
                <a:spcPct val="150000"/>
              </a:lnSpc>
            </a:pPr>
            <a:endParaRPr lang="en-US" altLang="zh-CN" sz="2000" dirty="0">
              <a:latin typeface="微软雅黑" panose="020B0503020204020204" pitchFamily="34" charset="-122"/>
              <a:ea typeface="微软雅黑" panose="020B0503020204020204" pitchFamily="34" charset="-122"/>
            </a:endParaRPr>
          </a:p>
          <a:p>
            <a:pPr>
              <a:lnSpc>
                <a:spcPct val="150000"/>
              </a:lnSpc>
            </a:pPr>
            <a:r>
              <a:rPr lang="zh-CN" altLang="en-US" sz="2000" dirty="0">
                <a:latin typeface="微软雅黑" panose="020B0503020204020204" pitchFamily="34" charset="-122"/>
                <a:ea typeface="微软雅黑" panose="020B0503020204020204" pitchFamily="34" charset="-122"/>
              </a:rPr>
              <a:t>即使是用一般方法找出的边缘点，用曲线来描述它们以便于高层次分析也是常被采用的一种有效方法。</a:t>
            </a:r>
          </a:p>
        </p:txBody>
      </p:sp>
      <p:sp>
        <p:nvSpPr>
          <p:cNvPr id="1048786" name="TextBox 27"/>
          <p:cNvSpPr txBox="1"/>
          <p:nvPr/>
        </p:nvSpPr>
        <p:spPr>
          <a:xfrm>
            <a:off x="1012825" y="176213"/>
            <a:ext cx="3434081" cy="574040"/>
          </a:xfrm>
          <a:prstGeom prst="rect">
            <a:avLst/>
          </a:prstGeom>
          <a:noFill/>
          <a:ln w="9525">
            <a:noFill/>
          </a:ln>
        </p:spPr>
        <p:txBody>
          <a:bodyPr wrap="none" anchor="t">
            <a:spAutoFit/>
          </a:bodyPr>
          <a:lstStyle/>
          <a:p>
            <a:r>
              <a:rPr lang="zh-CN" altLang="en-US" sz="3200" dirty="0">
                <a:latin typeface="黑体" panose="02010609060101010101" pitchFamily="49" charset="-122"/>
                <a:ea typeface="黑体" panose="02010609060101010101" pitchFamily="49" charset="-122"/>
              </a:rPr>
              <a:t>一、图像分割概述</a:t>
            </a:r>
          </a:p>
        </p:txBody>
      </p:sp>
      <p:sp>
        <p:nvSpPr>
          <p:cNvPr id="1048787"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a:p>
        </p:txBody>
      </p:sp>
    </p:spTree>
  </p:cSld>
  <p:clrMapOvr>
    <a:masterClrMapping/>
  </p:clrMapOvr>
  <p:transition spd="slow" advTm="3804">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88" name="TextBox 9"/>
          <p:cNvSpPr txBox="1"/>
          <p:nvPr/>
        </p:nvSpPr>
        <p:spPr>
          <a:xfrm>
            <a:off x="769789" y="1129120"/>
            <a:ext cx="10729192" cy="4663441"/>
          </a:xfrm>
          <a:prstGeom prst="rect">
            <a:avLst/>
          </a:prstGeom>
          <a:noFill/>
          <a:ln w="9525">
            <a:noFill/>
          </a:ln>
        </p:spPr>
        <p:txBody>
          <a:bodyPr wrap="square" anchor="t">
            <a:spAutoFit/>
          </a:bodyPr>
          <a:lstStyle/>
          <a:p>
            <a:pPr>
              <a:lnSpc>
                <a:spcPct val="150000"/>
              </a:lnSpc>
            </a:pPr>
            <a:r>
              <a:rPr lang="zh-CN" altLang="en-US" sz="2000" b="1" dirty="0">
                <a:latin typeface="微软雅黑" panose="020B0503020204020204" pitchFamily="34" charset="-122"/>
                <a:ea typeface="微软雅黑" panose="020B0503020204020204" pitchFamily="34" charset="-122"/>
              </a:rPr>
              <a:t>串行边界查找</a:t>
            </a:r>
          </a:p>
          <a:p>
            <a:pPr>
              <a:lnSpc>
                <a:spcPct val="150000"/>
              </a:lnSpc>
            </a:pPr>
            <a:r>
              <a:rPr lang="zh-CN" altLang="en-US" sz="2000" dirty="0">
                <a:latin typeface="微软雅黑" panose="020B0503020204020204" pitchFamily="34" charset="-122"/>
                <a:ea typeface="微软雅黑" panose="020B0503020204020204" pitchFamily="34" charset="-122"/>
              </a:rPr>
              <a:t>串行边界查找方法通常是查找高梯度值像素，然后将它们连接起来形成表示对象边缘的曲线。</a:t>
            </a:r>
            <a:endParaRPr lang="en-US" altLang="zh-CN" sz="2000" dirty="0">
              <a:latin typeface="微软雅黑" panose="020B0503020204020204" pitchFamily="34" charset="-122"/>
              <a:ea typeface="微软雅黑" panose="020B0503020204020204" pitchFamily="34" charset="-122"/>
            </a:endParaRPr>
          </a:p>
          <a:p>
            <a:pPr>
              <a:lnSpc>
                <a:spcPct val="150000"/>
              </a:lnSpc>
            </a:pPr>
            <a:endParaRPr lang="zh-CN" altLang="en-US" sz="2000" dirty="0">
              <a:latin typeface="微软雅黑" panose="020B0503020204020204" pitchFamily="34" charset="-122"/>
              <a:ea typeface="微软雅黑" panose="020B0503020204020204" pitchFamily="34" charset="-122"/>
            </a:endParaRPr>
          </a:p>
          <a:p>
            <a:pPr>
              <a:lnSpc>
                <a:spcPct val="150000"/>
              </a:lnSpc>
            </a:pPr>
            <a:r>
              <a:rPr lang="zh-CN" altLang="en-US" sz="2000" dirty="0">
                <a:latin typeface="微软雅黑" panose="020B0503020204020204" pitchFamily="34" charset="-122"/>
                <a:ea typeface="微软雅黑" panose="020B0503020204020204" pitchFamily="34" charset="-122"/>
              </a:rPr>
              <a:t>串行边界查找方法在很大程度上受起始点的影响，以前像素的检测结果对下一像素的判断也有较大影响。</a:t>
            </a:r>
            <a:endParaRPr lang="en-US" altLang="zh-CN" sz="2000" dirty="0">
              <a:latin typeface="微软雅黑" panose="020B0503020204020204" pitchFamily="34" charset="-122"/>
              <a:ea typeface="微软雅黑" panose="020B0503020204020204" pitchFamily="34" charset="-122"/>
            </a:endParaRPr>
          </a:p>
          <a:p>
            <a:pPr>
              <a:lnSpc>
                <a:spcPct val="150000"/>
              </a:lnSpc>
            </a:pPr>
            <a:endParaRPr lang="zh-CN" altLang="en-US" sz="2000" dirty="0">
              <a:latin typeface="微软雅黑" panose="020B0503020204020204" pitchFamily="34" charset="-122"/>
              <a:ea typeface="微软雅黑" panose="020B0503020204020204" pitchFamily="34" charset="-122"/>
            </a:endParaRPr>
          </a:p>
          <a:p>
            <a:pPr>
              <a:lnSpc>
                <a:spcPct val="150000"/>
              </a:lnSpc>
            </a:pPr>
            <a:r>
              <a:rPr lang="zh-CN" altLang="en-US" sz="2000" dirty="0">
                <a:latin typeface="微软雅黑" panose="020B0503020204020204" pitchFamily="34" charset="-122"/>
                <a:ea typeface="微软雅黑" panose="020B0503020204020204" pitchFamily="34" charset="-122"/>
              </a:rPr>
              <a:t>由于检测到的边缘像素在实际图像中通常不相邻，如何将他们连接起来也是一个问题。</a:t>
            </a:r>
            <a:endParaRPr lang="en-US" altLang="zh-CN" sz="2000" dirty="0">
              <a:latin typeface="微软雅黑" panose="020B0503020204020204" pitchFamily="34" charset="-122"/>
              <a:ea typeface="微软雅黑" panose="020B0503020204020204" pitchFamily="34" charset="-122"/>
            </a:endParaRPr>
          </a:p>
          <a:p>
            <a:pPr>
              <a:lnSpc>
                <a:spcPct val="150000"/>
              </a:lnSpc>
            </a:pPr>
            <a:endParaRPr lang="zh-CN" altLang="en-US" sz="2000" dirty="0">
              <a:latin typeface="微软雅黑" panose="020B0503020204020204" pitchFamily="34" charset="-122"/>
              <a:ea typeface="微软雅黑" panose="020B0503020204020204" pitchFamily="34" charset="-122"/>
            </a:endParaRPr>
          </a:p>
          <a:p>
            <a:pPr>
              <a:lnSpc>
                <a:spcPct val="150000"/>
              </a:lnSpc>
            </a:pPr>
            <a:r>
              <a:rPr lang="zh-CN" altLang="en-US" sz="2000" dirty="0">
                <a:latin typeface="微软雅黑" panose="020B0503020204020204" pitchFamily="34" charset="-122"/>
                <a:ea typeface="微软雅黑" panose="020B0503020204020204" pitchFamily="34" charset="-122"/>
              </a:rPr>
              <a:t>另一个问题是噪声的影响。由于梯度算子具有高通特性，噪声通常也是高频的，因此可能造成一些错误边缘像素的检测。</a:t>
            </a:r>
          </a:p>
        </p:txBody>
      </p:sp>
      <p:sp>
        <p:nvSpPr>
          <p:cNvPr id="1048789" name="TextBox 27"/>
          <p:cNvSpPr txBox="1"/>
          <p:nvPr/>
        </p:nvSpPr>
        <p:spPr>
          <a:xfrm>
            <a:off x="1012825" y="176213"/>
            <a:ext cx="3434081" cy="574040"/>
          </a:xfrm>
          <a:prstGeom prst="rect">
            <a:avLst/>
          </a:prstGeom>
          <a:noFill/>
          <a:ln w="9525">
            <a:noFill/>
          </a:ln>
        </p:spPr>
        <p:txBody>
          <a:bodyPr wrap="none" anchor="t">
            <a:spAutoFit/>
          </a:bodyPr>
          <a:lstStyle/>
          <a:p>
            <a:r>
              <a:rPr lang="zh-CN" altLang="en-US" sz="3200" dirty="0">
                <a:latin typeface="黑体" panose="02010609060101010101" pitchFamily="49" charset="-122"/>
                <a:ea typeface="黑体" panose="02010609060101010101" pitchFamily="49" charset="-122"/>
              </a:rPr>
              <a:t>一、图像分割概述</a:t>
            </a:r>
          </a:p>
        </p:txBody>
      </p:sp>
      <p:sp>
        <p:nvSpPr>
          <p:cNvPr id="1048790"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a:p>
        </p:txBody>
      </p:sp>
    </p:spTree>
  </p:cSld>
  <p:clrMapOvr>
    <a:masterClrMapping/>
  </p:clrMapOvr>
  <p:transition spd="slow" advTm="3804">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91" name="TextBox 9"/>
          <p:cNvSpPr txBox="1"/>
          <p:nvPr/>
        </p:nvSpPr>
        <p:spPr>
          <a:xfrm>
            <a:off x="769789" y="1129120"/>
            <a:ext cx="9505056" cy="3291840"/>
          </a:xfrm>
          <a:prstGeom prst="rect">
            <a:avLst/>
          </a:prstGeom>
          <a:noFill/>
          <a:ln w="9525">
            <a:noFill/>
          </a:ln>
        </p:spPr>
        <p:txBody>
          <a:bodyPr wrap="square" anchor="t">
            <a:spAutoFit/>
          </a:bodyPr>
          <a:lstStyle/>
          <a:p>
            <a:pPr>
              <a:lnSpc>
                <a:spcPct val="150000"/>
              </a:lnSpc>
            </a:pPr>
            <a:r>
              <a:rPr lang="zh-CN" altLang="en-US" sz="2000" b="1" dirty="0">
                <a:latin typeface="微软雅黑" panose="020B0503020204020204" pitchFamily="34" charset="-122"/>
                <a:ea typeface="微软雅黑" panose="020B0503020204020204" pitchFamily="34" charset="-122"/>
              </a:rPr>
              <a:t>串行边界查找的应用</a:t>
            </a:r>
          </a:p>
          <a:p>
            <a:pPr>
              <a:lnSpc>
                <a:spcPct val="150000"/>
              </a:lnSpc>
            </a:pPr>
            <a:r>
              <a:rPr lang="zh-CN" altLang="en-US" sz="2000" dirty="0">
                <a:latin typeface="微软雅黑" panose="020B0503020204020204" pitchFamily="34" charset="-122"/>
                <a:ea typeface="微软雅黑" panose="020B0503020204020204" pitchFamily="34" charset="-122"/>
              </a:rPr>
              <a:t>早在</a:t>
            </a:r>
            <a:r>
              <a:rPr lang="en-US" altLang="zh-CN" sz="2000" dirty="0">
                <a:latin typeface="微软雅黑" panose="020B0503020204020204" pitchFamily="34" charset="-122"/>
                <a:ea typeface="微软雅黑" panose="020B0503020204020204" pitchFamily="34" charset="-122"/>
              </a:rPr>
              <a:t>80</a:t>
            </a:r>
            <a:r>
              <a:rPr lang="zh-CN" altLang="en-US" sz="2000" dirty="0">
                <a:latin typeface="微软雅黑" panose="020B0503020204020204" pitchFamily="34" charset="-122"/>
                <a:ea typeface="微软雅黑" panose="020B0503020204020204" pitchFamily="34" charset="-122"/>
              </a:rPr>
              <a:t>年代初，串行边界查找方法就被用于检测</a:t>
            </a:r>
            <a:r>
              <a:rPr lang="en-US" altLang="zh-CN" sz="2000" dirty="0">
                <a:latin typeface="微软雅黑" panose="020B0503020204020204" pitchFamily="34" charset="-122"/>
                <a:ea typeface="微软雅黑" panose="020B0503020204020204" pitchFamily="34" charset="-122"/>
              </a:rPr>
              <a:t>x</a:t>
            </a:r>
            <a:r>
              <a:rPr lang="zh-CN" altLang="en-US" sz="2000" dirty="0">
                <a:latin typeface="微软雅黑" panose="020B0503020204020204" pitchFamily="34" charset="-122"/>
                <a:ea typeface="微软雅黑" panose="020B0503020204020204" pitchFamily="34" charset="-122"/>
              </a:rPr>
              <a:t>射线</a:t>
            </a:r>
          </a:p>
          <a:p>
            <a:pPr>
              <a:lnSpc>
                <a:spcPct val="150000"/>
              </a:lnSpc>
            </a:pPr>
            <a:r>
              <a:rPr lang="zh-CN" altLang="en-US" sz="2000" dirty="0">
                <a:latin typeface="微软雅黑" panose="020B0503020204020204" pitchFamily="34" charset="-122"/>
                <a:ea typeface="微软雅黑" panose="020B0503020204020204" pitchFamily="34" charset="-122"/>
              </a:rPr>
              <a:t>心血管图像以及肺部的边缘。</a:t>
            </a:r>
            <a:endParaRPr lang="en-US" altLang="zh-CN" sz="2000" dirty="0">
              <a:latin typeface="微软雅黑" panose="020B0503020204020204" pitchFamily="34" charset="-122"/>
              <a:ea typeface="微软雅黑" panose="020B0503020204020204" pitchFamily="34" charset="-122"/>
            </a:endParaRPr>
          </a:p>
          <a:p>
            <a:pPr>
              <a:lnSpc>
                <a:spcPct val="150000"/>
              </a:lnSpc>
            </a:pPr>
            <a:endParaRPr lang="zh-CN" altLang="en-US" sz="2000" dirty="0">
              <a:latin typeface="微软雅黑" panose="020B0503020204020204" pitchFamily="34" charset="-122"/>
              <a:ea typeface="微软雅黑" panose="020B0503020204020204" pitchFamily="34" charset="-122"/>
            </a:endParaRPr>
          </a:p>
          <a:p>
            <a:pPr>
              <a:lnSpc>
                <a:spcPct val="150000"/>
              </a:lnSpc>
            </a:pPr>
            <a:r>
              <a:rPr lang="zh-CN" altLang="en-US" sz="2000" dirty="0">
                <a:latin typeface="微软雅黑" panose="020B0503020204020204" pitchFamily="34" charset="-122"/>
                <a:ea typeface="微软雅黑" panose="020B0503020204020204" pitchFamily="34" charset="-122"/>
              </a:rPr>
              <a:t>这些方法先从二维图像中检测明显边缘，然后进行基</a:t>
            </a:r>
          </a:p>
          <a:p>
            <a:pPr>
              <a:lnSpc>
                <a:spcPct val="150000"/>
              </a:lnSpc>
            </a:pPr>
            <a:r>
              <a:rPr lang="zh-CN" altLang="en-US" sz="2000" dirty="0">
                <a:latin typeface="微软雅黑" panose="020B0503020204020204" pitchFamily="34" charset="-122"/>
                <a:ea typeface="微软雅黑" panose="020B0503020204020204" pitchFamily="34" charset="-122"/>
              </a:rPr>
              <a:t>本的边缘分组，用某种类型的启发式规则连接边缘，使</a:t>
            </a:r>
          </a:p>
          <a:p>
            <a:pPr>
              <a:lnSpc>
                <a:spcPct val="150000"/>
              </a:lnSpc>
            </a:pPr>
            <a:r>
              <a:rPr lang="zh-CN" altLang="en-US" sz="2000" dirty="0">
                <a:latin typeface="微软雅黑" panose="020B0503020204020204" pitchFamily="34" charset="-122"/>
                <a:ea typeface="微软雅黑" panose="020B0503020204020204" pitchFamily="34" charset="-122"/>
              </a:rPr>
              <a:t>得边缘连续而平滑。</a:t>
            </a:r>
          </a:p>
        </p:txBody>
      </p:sp>
      <p:sp>
        <p:nvSpPr>
          <p:cNvPr id="1048792" name="矩形 1"/>
          <p:cNvSpPr/>
          <p:nvPr/>
        </p:nvSpPr>
        <p:spPr>
          <a:xfrm>
            <a:off x="8258621" y="3807121"/>
            <a:ext cx="2262158" cy="507831"/>
          </a:xfrm>
          <a:prstGeom prst="rect">
            <a:avLst/>
          </a:prstGeom>
        </p:spPr>
        <p:txBody>
          <a:bodyPr wrap="none">
            <a:spAutoFit/>
          </a:bodyPr>
          <a:lstStyle/>
          <a:p>
            <a:pPr>
              <a:lnSpc>
                <a:spcPct val="150000"/>
              </a:lnSpc>
            </a:pPr>
            <a:r>
              <a:rPr lang="zh-CN" altLang="en-US" dirty="0">
                <a:latin typeface="微软雅黑" panose="020B0503020204020204" pitchFamily="34" charset="-122"/>
                <a:ea typeface="微软雅黑" panose="020B0503020204020204" pitchFamily="34" charset="-122"/>
              </a:rPr>
              <a:t>心脏图像的边缘检测</a:t>
            </a:r>
          </a:p>
        </p:txBody>
      </p:sp>
      <p:pic>
        <p:nvPicPr>
          <p:cNvPr id="2097171" name="图片 2"/>
          <p:cNvPicPr>
            <a:picLocks noChangeAspect="1"/>
          </p:cNvPicPr>
          <p:nvPr/>
        </p:nvPicPr>
        <p:blipFill>
          <a:blip r:embed="rId2"/>
          <a:stretch>
            <a:fillRect/>
          </a:stretch>
        </p:blipFill>
        <p:spPr>
          <a:xfrm>
            <a:off x="7579950" y="1001509"/>
            <a:ext cx="3619500" cy="2809875"/>
          </a:xfrm>
          <a:prstGeom prst="rect">
            <a:avLst/>
          </a:prstGeom>
        </p:spPr>
      </p:pic>
      <p:sp>
        <p:nvSpPr>
          <p:cNvPr id="1048793" name="TextBox 27"/>
          <p:cNvSpPr txBox="1"/>
          <p:nvPr/>
        </p:nvSpPr>
        <p:spPr>
          <a:xfrm>
            <a:off x="1012825" y="176213"/>
            <a:ext cx="3434081" cy="574040"/>
          </a:xfrm>
          <a:prstGeom prst="rect">
            <a:avLst/>
          </a:prstGeom>
          <a:noFill/>
          <a:ln w="9525">
            <a:noFill/>
          </a:ln>
        </p:spPr>
        <p:txBody>
          <a:bodyPr wrap="none" anchor="t">
            <a:spAutoFit/>
          </a:bodyPr>
          <a:lstStyle/>
          <a:p>
            <a:r>
              <a:rPr lang="zh-CN" altLang="en-US" sz="3200" dirty="0">
                <a:latin typeface="黑体" panose="02010609060101010101" pitchFamily="49" charset="-122"/>
                <a:ea typeface="黑体" panose="02010609060101010101" pitchFamily="49" charset="-122"/>
              </a:rPr>
              <a:t>一、图像分割概述</a:t>
            </a:r>
          </a:p>
        </p:txBody>
      </p:sp>
      <p:sp>
        <p:nvSpPr>
          <p:cNvPr id="1048794"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a:p>
        </p:txBody>
      </p:sp>
    </p:spTree>
  </p:cSld>
  <p:clrMapOvr>
    <a:masterClrMapping/>
  </p:clrMapOvr>
  <p:transition spd="slow" advTm="3804">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95" name="TextBox 9"/>
          <p:cNvSpPr txBox="1"/>
          <p:nvPr/>
        </p:nvSpPr>
        <p:spPr>
          <a:xfrm>
            <a:off x="769789" y="1129120"/>
            <a:ext cx="10657184" cy="5120641"/>
          </a:xfrm>
          <a:prstGeom prst="rect">
            <a:avLst/>
          </a:prstGeom>
          <a:noFill/>
          <a:ln w="9525">
            <a:noFill/>
          </a:ln>
        </p:spPr>
        <p:txBody>
          <a:bodyPr wrap="square" anchor="t">
            <a:spAutoFit/>
          </a:bodyPr>
          <a:lstStyle/>
          <a:p>
            <a:pPr>
              <a:lnSpc>
                <a:spcPct val="150000"/>
              </a:lnSpc>
            </a:pPr>
            <a:r>
              <a:rPr lang="zh-CN" altLang="en-US" sz="2000" dirty="0">
                <a:latin typeface="微软雅黑" panose="020B0503020204020204" pitchFamily="34" charset="-122"/>
                <a:ea typeface="微软雅黑" panose="020B0503020204020204" pitchFamily="34" charset="-122"/>
              </a:rPr>
              <a:t>最有代表性的串行边缘检测方法是将边缘检测问题转化为图论中寻求最小代价路径的问题。</a:t>
            </a:r>
            <a:endParaRPr lang="en-US" altLang="zh-CN" sz="2000" dirty="0">
              <a:latin typeface="微软雅黑" panose="020B0503020204020204" pitchFamily="34" charset="-122"/>
              <a:ea typeface="微软雅黑" panose="020B0503020204020204" pitchFamily="34" charset="-122"/>
            </a:endParaRPr>
          </a:p>
          <a:p>
            <a:pPr>
              <a:lnSpc>
                <a:spcPct val="150000"/>
              </a:lnSpc>
            </a:pPr>
            <a:endParaRPr lang="zh-CN" altLang="en-US" sz="2000" dirty="0">
              <a:latin typeface="微软雅黑" panose="020B0503020204020204" pitchFamily="34" charset="-122"/>
              <a:ea typeface="微软雅黑" panose="020B0503020204020204" pitchFamily="34" charset="-122"/>
            </a:endParaRPr>
          </a:p>
          <a:p>
            <a:pPr>
              <a:lnSpc>
                <a:spcPct val="150000"/>
              </a:lnSpc>
            </a:pPr>
            <a:r>
              <a:rPr lang="zh-CN" altLang="en-US" sz="2000" dirty="0">
                <a:latin typeface="微软雅黑" panose="020B0503020204020204" pitchFamily="34" charset="-122"/>
                <a:ea typeface="微软雅黑" panose="020B0503020204020204" pitchFamily="34" charset="-122"/>
              </a:rPr>
              <a:t>一种是</a:t>
            </a:r>
            <a:r>
              <a:rPr lang="zh-CN" altLang="en-US" sz="2000" b="1" dirty="0">
                <a:latin typeface="微软雅黑" panose="020B0503020204020204" pitchFamily="34" charset="-122"/>
                <a:ea typeface="微软雅黑" panose="020B0503020204020204" pitchFamily="34" charset="-122"/>
              </a:rPr>
              <a:t>贪婪法</a:t>
            </a:r>
            <a:r>
              <a:rPr lang="zh-CN" altLang="en-US" sz="2000" dirty="0">
                <a:latin typeface="微软雅黑" panose="020B0503020204020204" pitchFamily="34" charset="-122"/>
                <a:ea typeface="微软雅黑" panose="020B0503020204020204" pitchFamily="34" charset="-122"/>
              </a:rPr>
              <a:t>，即通过在图中进行全局搜索寻找对应最小代价的路径，这种方法的计算量太大；</a:t>
            </a:r>
          </a:p>
          <a:p>
            <a:pPr>
              <a:lnSpc>
                <a:spcPct val="150000"/>
              </a:lnSpc>
            </a:pPr>
            <a:r>
              <a:rPr lang="zh-CN" altLang="en-US" sz="2000" dirty="0">
                <a:latin typeface="微软雅黑" panose="020B0503020204020204" pitchFamily="34" charset="-122"/>
                <a:ea typeface="微软雅黑" panose="020B0503020204020204" pitchFamily="34" charset="-122"/>
              </a:rPr>
              <a:t>另外一种是动态规划优化方法，为加快运算速度只求次优解。</a:t>
            </a:r>
            <a:endParaRPr lang="en-US" altLang="zh-CN" sz="2000" dirty="0">
              <a:latin typeface="微软雅黑" panose="020B0503020204020204" pitchFamily="34" charset="-122"/>
              <a:ea typeface="微软雅黑" panose="020B0503020204020204" pitchFamily="34" charset="-122"/>
            </a:endParaRPr>
          </a:p>
          <a:p>
            <a:pPr>
              <a:lnSpc>
                <a:spcPct val="150000"/>
              </a:lnSpc>
            </a:pPr>
            <a:endParaRPr lang="zh-CN" altLang="en-US" sz="2000" dirty="0">
              <a:latin typeface="微软雅黑" panose="020B0503020204020204" pitchFamily="34" charset="-122"/>
              <a:ea typeface="微软雅黑" panose="020B0503020204020204" pitchFamily="34" charset="-122"/>
            </a:endParaRPr>
          </a:p>
          <a:p>
            <a:pPr>
              <a:lnSpc>
                <a:spcPct val="150000"/>
              </a:lnSpc>
            </a:pPr>
            <a:r>
              <a:rPr lang="zh-CN" altLang="en-US" sz="2000" dirty="0">
                <a:latin typeface="微软雅黑" panose="020B0503020204020204" pitchFamily="34" charset="-122"/>
                <a:ea typeface="微软雅黑" panose="020B0503020204020204" pitchFamily="34" charset="-122"/>
              </a:rPr>
              <a:t>在此方法基础上，为解决一些实际问题（如医学图像分割），</a:t>
            </a:r>
            <a:r>
              <a:rPr lang="en-US" altLang="zh-CN" sz="2000" dirty="0" err="1">
                <a:latin typeface="微软雅黑" panose="020B0503020204020204" pitchFamily="34" charset="-122"/>
                <a:ea typeface="微软雅黑" panose="020B0503020204020204" pitchFamily="34" charset="-122"/>
              </a:rPr>
              <a:t>A.x.Falcao</a:t>
            </a:r>
            <a:r>
              <a:rPr lang="zh-CN" altLang="en-US" sz="2000" dirty="0">
                <a:latin typeface="微软雅黑" panose="020B0503020204020204" pitchFamily="34" charset="-122"/>
                <a:ea typeface="微软雅黑" panose="020B0503020204020204" pitchFamily="34" charset="-122"/>
              </a:rPr>
              <a:t>等人在检测过程中引入了人的交互作用和判断力，提出了</a:t>
            </a:r>
            <a:r>
              <a:rPr lang="en-US" altLang="zh-CN" sz="2000" dirty="0">
                <a:latin typeface="微软雅黑" panose="020B0503020204020204" pitchFamily="34" charset="-122"/>
                <a:ea typeface="微软雅黑" panose="020B0503020204020204" pitchFamily="34" charset="-122"/>
              </a:rPr>
              <a:t>livewire</a:t>
            </a:r>
            <a:r>
              <a:rPr lang="zh-CN" altLang="en-US" sz="2000" dirty="0">
                <a:latin typeface="微软雅黑" panose="020B0503020204020204" pitchFamily="34" charset="-122"/>
                <a:ea typeface="微软雅黑" panose="020B0503020204020204" pitchFamily="34" charset="-122"/>
              </a:rPr>
              <a:t>分割算法。</a:t>
            </a:r>
            <a:endParaRPr lang="en-US" altLang="zh-CN" sz="2000" dirty="0">
              <a:latin typeface="微软雅黑" panose="020B0503020204020204" pitchFamily="34" charset="-122"/>
              <a:ea typeface="微软雅黑" panose="020B0503020204020204" pitchFamily="34" charset="-122"/>
            </a:endParaRPr>
          </a:p>
          <a:p>
            <a:pPr>
              <a:lnSpc>
                <a:spcPct val="150000"/>
              </a:lnSpc>
            </a:pPr>
            <a:endParaRPr lang="zh-CN" altLang="en-US" sz="2000" dirty="0">
              <a:latin typeface="微软雅黑" panose="020B0503020204020204" pitchFamily="34" charset="-122"/>
              <a:ea typeface="微软雅黑" panose="020B0503020204020204" pitchFamily="34" charset="-122"/>
            </a:endParaRPr>
          </a:p>
          <a:p>
            <a:pPr>
              <a:lnSpc>
                <a:spcPct val="150000"/>
              </a:lnSpc>
            </a:pPr>
            <a:r>
              <a:rPr lang="zh-CN" altLang="en-US" sz="2000" dirty="0">
                <a:latin typeface="微软雅黑" panose="020B0503020204020204" pitchFamily="34" charset="-122"/>
                <a:ea typeface="微软雅黑" panose="020B0503020204020204" pitchFamily="34" charset="-122"/>
              </a:rPr>
              <a:t>该算法能为用户提供对分割过程的有效控制，使用户能在必要的时候方便地干预及影响分割的过程，从而保证分割的准确性。另外，它还尽可能减少用户必须干预的次数和每次干预的时间，既发挥人的判断力，又充分利用了计算机的运算性能，从而使分割方法具有实用性。</a:t>
            </a:r>
          </a:p>
        </p:txBody>
      </p:sp>
      <p:sp>
        <p:nvSpPr>
          <p:cNvPr id="1048796" name="TextBox 27"/>
          <p:cNvSpPr txBox="1"/>
          <p:nvPr/>
        </p:nvSpPr>
        <p:spPr>
          <a:xfrm>
            <a:off x="1012825" y="176213"/>
            <a:ext cx="3434081" cy="574040"/>
          </a:xfrm>
          <a:prstGeom prst="rect">
            <a:avLst/>
          </a:prstGeom>
          <a:noFill/>
          <a:ln w="9525">
            <a:noFill/>
          </a:ln>
        </p:spPr>
        <p:txBody>
          <a:bodyPr wrap="none" anchor="t">
            <a:spAutoFit/>
          </a:bodyPr>
          <a:lstStyle/>
          <a:p>
            <a:r>
              <a:rPr lang="zh-CN" altLang="en-US" sz="3200" dirty="0">
                <a:latin typeface="黑体" panose="02010609060101010101" pitchFamily="49" charset="-122"/>
                <a:ea typeface="黑体" panose="02010609060101010101" pitchFamily="49" charset="-122"/>
              </a:rPr>
              <a:t>一、图像分割概述</a:t>
            </a:r>
          </a:p>
        </p:txBody>
      </p:sp>
      <p:sp>
        <p:nvSpPr>
          <p:cNvPr id="1048797"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a:p>
        </p:txBody>
      </p:sp>
    </p:spTree>
  </p:cSld>
  <p:clrMapOvr>
    <a:masterClrMapping/>
  </p:clrMapOvr>
  <p:transition spd="slow" advTm="3804">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98" name="TextBox 9"/>
          <p:cNvSpPr txBox="1"/>
          <p:nvPr/>
        </p:nvSpPr>
        <p:spPr>
          <a:xfrm>
            <a:off x="769789" y="1129120"/>
            <a:ext cx="9505056" cy="3291840"/>
          </a:xfrm>
          <a:prstGeom prst="rect">
            <a:avLst/>
          </a:prstGeom>
          <a:noFill/>
          <a:ln w="9525">
            <a:noFill/>
          </a:ln>
        </p:spPr>
        <p:txBody>
          <a:bodyPr wrap="square" anchor="t">
            <a:spAutoFit/>
          </a:bodyPr>
          <a:lstStyle/>
          <a:p>
            <a:pPr>
              <a:lnSpc>
                <a:spcPct val="150000"/>
              </a:lnSpc>
            </a:pPr>
            <a:r>
              <a:rPr lang="zh-CN" altLang="en-US" sz="2000" b="1" dirty="0">
                <a:latin typeface="微软雅黑" panose="020B0503020204020204" pitchFamily="34" charset="-122"/>
                <a:ea typeface="微软雅黑" panose="020B0503020204020204" pitchFamily="34" charset="-122"/>
              </a:rPr>
              <a:t>其它方法</a:t>
            </a:r>
          </a:p>
          <a:p>
            <a:pPr>
              <a:lnSpc>
                <a:spcPct val="150000"/>
              </a:lnSpc>
            </a:pPr>
            <a:r>
              <a:rPr lang="zh-CN" altLang="en-US" sz="2000" dirty="0">
                <a:latin typeface="微软雅黑" panose="020B0503020204020204" pitchFamily="34" charset="-122"/>
                <a:ea typeface="微软雅黑" panose="020B0503020204020204" pitchFamily="34" charset="-122"/>
              </a:rPr>
              <a:t>结合区域与边界信息的方法</a:t>
            </a:r>
          </a:p>
          <a:p>
            <a:pPr>
              <a:lnSpc>
                <a:spcPct val="150000"/>
              </a:lnSpc>
            </a:pPr>
            <a:r>
              <a:rPr lang="zh-CN" altLang="en-US" sz="2000" dirty="0">
                <a:latin typeface="微软雅黑" panose="020B0503020204020204" pitchFamily="34" charset="-122"/>
                <a:ea typeface="微软雅黑" panose="020B0503020204020204" pitchFamily="34" charset="-122"/>
              </a:rPr>
              <a:t>基于形变模型的方法</a:t>
            </a:r>
          </a:p>
          <a:p>
            <a:pPr>
              <a:lnSpc>
                <a:spcPct val="150000"/>
              </a:lnSpc>
            </a:pPr>
            <a:r>
              <a:rPr lang="zh-CN" altLang="en-US" sz="2000" dirty="0">
                <a:latin typeface="微软雅黑" panose="020B0503020204020204" pitchFamily="34" charset="-122"/>
                <a:ea typeface="微软雅黑" panose="020B0503020204020204" pitchFamily="34" charset="-122"/>
              </a:rPr>
              <a:t>图谱引导方法</a:t>
            </a:r>
          </a:p>
          <a:p>
            <a:pPr>
              <a:lnSpc>
                <a:spcPct val="150000"/>
              </a:lnSpc>
            </a:pPr>
            <a:r>
              <a:rPr lang="zh-CN" altLang="en-US" sz="2000" dirty="0">
                <a:latin typeface="微软雅黑" panose="020B0503020204020204" pitchFamily="34" charset="-122"/>
                <a:ea typeface="微软雅黑" panose="020B0503020204020204" pitchFamily="34" charset="-122"/>
              </a:rPr>
              <a:t>基于模糊集理论的方法</a:t>
            </a:r>
          </a:p>
          <a:p>
            <a:pPr>
              <a:lnSpc>
                <a:spcPct val="150000"/>
              </a:lnSpc>
            </a:pPr>
            <a:r>
              <a:rPr lang="zh-CN" altLang="en-US" sz="2000" dirty="0">
                <a:latin typeface="微软雅黑" panose="020B0503020204020204" pitchFamily="34" charset="-122"/>
                <a:ea typeface="微软雅黑" panose="020B0503020204020204" pitchFamily="34" charset="-122"/>
              </a:rPr>
              <a:t>基于神经网络的方法</a:t>
            </a:r>
          </a:p>
          <a:p>
            <a:pPr>
              <a:lnSpc>
                <a:spcPct val="150000"/>
              </a:lnSpc>
            </a:pPr>
            <a:r>
              <a:rPr lang="zh-CN" altLang="en-US" sz="2000" dirty="0">
                <a:latin typeface="微软雅黑" panose="020B0503020204020204" pitchFamily="34" charset="-122"/>
                <a:ea typeface="微软雅黑" panose="020B0503020204020204" pitchFamily="34" charset="-122"/>
              </a:rPr>
              <a:t>基于数学形态学的方法</a:t>
            </a:r>
          </a:p>
        </p:txBody>
      </p:sp>
      <p:sp>
        <p:nvSpPr>
          <p:cNvPr id="1048799" name="TextBox 27"/>
          <p:cNvSpPr txBox="1"/>
          <p:nvPr/>
        </p:nvSpPr>
        <p:spPr>
          <a:xfrm>
            <a:off x="1012825" y="176213"/>
            <a:ext cx="3434081" cy="574040"/>
          </a:xfrm>
          <a:prstGeom prst="rect">
            <a:avLst/>
          </a:prstGeom>
          <a:noFill/>
          <a:ln w="9525">
            <a:noFill/>
          </a:ln>
        </p:spPr>
        <p:txBody>
          <a:bodyPr wrap="none" anchor="t">
            <a:spAutoFit/>
          </a:bodyPr>
          <a:lstStyle/>
          <a:p>
            <a:r>
              <a:rPr lang="zh-CN" altLang="en-US" sz="3200" dirty="0">
                <a:latin typeface="黑体" panose="02010609060101010101" pitchFamily="49" charset="-122"/>
                <a:ea typeface="黑体" panose="02010609060101010101" pitchFamily="49" charset="-122"/>
              </a:rPr>
              <a:t>一、图像分割概述</a:t>
            </a:r>
          </a:p>
        </p:txBody>
      </p:sp>
      <p:sp>
        <p:nvSpPr>
          <p:cNvPr id="1048800"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a:p>
        </p:txBody>
      </p:sp>
    </p:spTree>
  </p:cSld>
  <p:clrMapOvr>
    <a:masterClrMapping/>
  </p:clrMapOvr>
  <p:transition spd="slow" advTm="3804">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01" name="TextBox 9"/>
          <p:cNvSpPr txBox="1"/>
          <p:nvPr/>
        </p:nvSpPr>
        <p:spPr>
          <a:xfrm>
            <a:off x="769789" y="1129120"/>
            <a:ext cx="9505056" cy="3749041"/>
          </a:xfrm>
          <a:prstGeom prst="rect">
            <a:avLst/>
          </a:prstGeom>
          <a:noFill/>
          <a:ln w="9525">
            <a:noFill/>
          </a:ln>
        </p:spPr>
        <p:txBody>
          <a:bodyPr wrap="square" anchor="t">
            <a:spAutoFit/>
          </a:bodyPr>
          <a:lstStyle/>
          <a:p>
            <a:pPr>
              <a:lnSpc>
                <a:spcPct val="150000"/>
              </a:lnSpc>
            </a:pPr>
            <a:r>
              <a:rPr lang="zh-CN" altLang="en-US" sz="2000" b="1" dirty="0">
                <a:latin typeface="微软雅黑" panose="020B0503020204020204" pitchFamily="34" charset="-122"/>
                <a:ea typeface="微软雅黑" panose="020B0503020204020204" pitchFamily="34" charset="-122"/>
              </a:rPr>
              <a:t>结合区域与边界信息的方法</a:t>
            </a:r>
          </a:p>
          <a:p>
            <a:pPr>
              <a:lnSpc>
                <a:spcPct val="150000"/>
              </a:lnSpc>
            </a:pPr>
            <a:r>
              <a:rPr lang="zh-CN" altLang="en-US" sz="2000" dirty="0">
                <a:latin typeface="微软雅黑" panose="020B0503020204020204" pitchFamily="34" charset="-122"/>
                <a:ea typeface="微软雅黑" panose="020B0503020204020204" pitchFamily="34" charset="-122"/>
              </a:rPr>
              <a:t>基于区域的分割方法往往会造成过度分割，即将图像分割成过多的区域。</a:t>
            </a:r>
            <a:endParaRPr lang="en-US" altLang="zh-CN" sz="2000" dirty="0">
              <a:latin typeface="微软雅黑" panose="020B0503020204020204" pitchFamily="34" charset="-122"/>
              <a:ea typeface="微软雅黑" panose="020B0503020204020204" pitchFamily="34" charset="-122"/>
            </a:endParaRPr>
          </a:p>
          <a:p>
            <a:pPr>
              <a:lnSpc>
                <a:spcPct val="150000"/>
              </a:lnSpc>
            </a:pPr>
            <a:endParaRPr lang="zh-CN" altLang="en-US" sz="2000" dirty="0">
              <a:latin typeface="微软雅黑" panose="020B0503020204020204" pitchFamily="34" charset="-122"/>
              <a:ea typeface="微软雅黑" panose="020B0503020204020204" pitchFamily="34" charset="-122"/>
            </a:endParaRPr>
          </a:p>
          <a:p>
            <a:pPr>
              <a:lnSpc>
                <a:spcPct val="150000"/>
              </a:lnSpc>
            </a:pPr>
            <a:r>
              <a:rPr lang="zh-CN" altLang="en-US" sz="2000" dirty="0">
                <a:latin typeface="微软雅黑" panose="020B0503020204020204" pitchFamily="34" charset="-122"/>
                <a:ea typeface="微软雅黑" panose="020B0503020204020204" pitchFamily="34" charset="-122"/>
              </a:rPr>
              <a:t>如果在基于区域的框架中没有在决策阶段包括边界的措施，可能导致噪声边界和对象内部出现空洞。</a:t>
            </a:r>
            <a:endParaRPr lang="en-US" altLang="zh-CN" sz="2000" dirty="0">
              <a:latin typeface="微软雅黑" panose="020B0503020204020204" pitchFamily="34" charset="-122"/>
              <a:ea typeface="微软雅黑" panose="020B0503020204020204" pitchFamily="34" charset="-122"/>
            </a:endParaRPr>
          </a:p>
          <a:p>
            <a:pPr>
              <a:lnSpc>
                <a:spcPct val="150000"/>
              </a:lnSpc>
            </a:pPr>
            <a:endParaRPr lang="zh-CN" altLang="en-US" sz="2000" dirty="0">
              <a:latin typeface="微软雅黑" panose="020B0503020204020204" pitchFamily="34" charset="-122"/>
              <a:ea typeface="微软雅黑" panose="020B0503020204020204" pitchFamily="34" charset="-122"/>
            </a:endParaRPr>
          </a:p>
          <a:p>
            <a:pPr>
              <a:lnSpc>
                <a:spcPct val="150000"/>
              </a:lnSpc>
            </a:pPr>
            <a:r>
              <a:rPr lang="zh-CN" altLang="en-US" sz="2000" dirty="0">
                <a:latin typeface="微软雅黑" panose="020B0503020204020204" pitchFamily="34" charset="-122"/>
                <a:ea typeface="微软雅黑" panose="020B0503020204020204" pitchFamily="34" charset="-122"/>
              </a:rPr>
              <a:t>人们往往将基于区域信息的方法与边缘检测的方法结合起来，但是采用什么方式结合，怎样结合才能充分发挥各自的优势，获得好的分割结果是研究的重点。</a:t>
            </a:r>
          </a:p>
        </p:txBody>
      </p:sp>
      <p:sp>
        <p:nvSpPr>
          <p:cNvPr id="1048802" name="TextBox 27"/>
          <p:cNvSpPr txBox="1"/>
          <p:nvPr/>
        </p:nvSpPr>
        <p:spPr>
          <a:xfrm>
            <a:off x="1012825" y="176213"/>
            <a:ext cx="3434081" cy="574040"/>
          </a:xfrm>
          <a:prstGeom prst="rect">
            <a:avLst/>
          </a:prstGeom>
          <a:noFill/>
          <a:ln w="9525">
            <a:noFill/>
          </a:ln>
        </p:spPr>
        <p:txBody>
          <a:bodyPr wrap="none" anchor="t">
            <a:spAutoFit/>
          </a:bodyPr>
          <a:lstStyle/>
          <a:p>
            <a:r>
              <a:rPr lang="zh-CN" altLang="en-US" sz="3200" dirty="0">
                <a:latin typeface="黑体" panose="02010609060101010101" pitchFamily="49" charset="-122"/>
                <a:ea typeface="黑体" panose="02010609060101010101" pitchFamily="49" charset="-122"/>
              </a:rPr>
              <a:t>一、图像分割概述</a:t>
            </a:r>
          </a:p>
        </p:txBody>
      </p:sp>
      <p:sp>
        <p:nvSpPr>
          <p:cNvPr id="1048803"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a:p>
        </p:txBody>
      </p:sp>
    </p:spTree>
  </p:cSld>
  <p:clrMapOvr>
    <a:masterClrMapping/>
  </p:clrMapOvr>
  <p:transition spd="slow" advTm="3804">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04" name="TextBox 9"/>
          <p:cNvSpPr txBox="1"/>
          <p:nvPr/>
        </p:nvSpPr>
        <p:spPr>
          <a:xfrm>
            <a:off x="769789" y="908720"/>
            <a:ext cx="10441160" cy="5120640"/>
          </a:xfrm>
          <a:prstGeom prst="rect">
            <a:avLst/>
          </a:prstGeom>
          <a:noFill/>
          <a:ln w="9525">
            <a:noFill/>
          </a:ln>
        </p:spPr>
        <p:txBody>
          <a:bodyPr wrap="square" anchor="t">
            <a:spAutoFit/>
          </a:bodyPr>
          <a:lstStyle/>
          <a:p>
            <a:pPr>
              <a:lnSpc>
                <a:spcPct val="150000"/>
              </a:lnSpc>
            </a:pPr>
            <a:r>
              <a:rPr lang="zh-CN" altLang="en-US" sz="2000" b="1" dirty="0">
                <a:latin typeface="微软雅黑" panose="020B0503020204020204" pitchFamily="34" charset="-122"/>
                <a:ea typeface="微软雅黑" panose="020B0503020204020204" pitchFamily="34" charset="-122"/>
              </a:rPr>
              <a:t>基于形变模型的方法</a:t>
            </a:r>
          </a:p>
          <a:p>
            <a:pPr>
              <a:lnSpc>
                <a:spcPct val="150000"/>
              </a:lnSpc>
            </a:pPr>
            <a:r>
              <a:rPr lang="zh-CN" altLang="en-US" sz="2000" dirty="0">
                <a:latin typeface="微软雅黑" panose="020B0503020204020204" pitchFamily="34" charset="-122"/>
                <a:ea typeface="微软雅黑" panose="020B0503020204020204" pitchFamily="34" charset="-122"/>
              </a:rPr>
              <a:t>基于形变模型的方法综合利用了区域与边界信息，是一度研究最多、应用最广的分割方法，可以宣称是上世纪计算机视觉领域的成功关键。</a:t>
            </a:r>
            <a:endParaRPr lang="en-US" altLang="zh-CN" sz="2000" dirty="0">
              <a:latin typeface="微软雅黑" panose="020B0503020204020204" pitchFamily="34" charset="-122"/>
              <a:ea typeface="微软雅黑" panose="020B0503020204020204" pitchFamily="34" charset="-122"/>
            </a:endParaRPr>
          </a:p>
          <a:p>
            <a:pPr>
              <a:lnSpc>
                <a:spcPct val="150000"/>
              </a:lnSpc>
            </a:pPr>
            <a:endParaRPr lang="zh-CN" altLang="en-US" sz="2000" dirty="0">
              <a:latin typeface="微软雅黑" panose="020B0503020204020204" pitchFamily="34" charset="-122"/>
              <a:ea typeface="微软雅黑" panose="020B0503020204020204" pitchFamily="34" charset="-122"/>
            </a:endParaRPr>
          </a:p>
          <a:p>
            <a:pPr>
              <a:lnSpc>
                <a:spcPct val="150000"/>
              </a:lnSpc>
            </a:pPr>
            <a:r>
              <a:rPr lang="zh-CN" altLang="en-US" sz="2000" dirty="0">
                <a:latin typeface="微软雅黑" panose="020B0503020204020204" pitchFamily="34" charset="-122"/>
                <a:ea typeface="微软雅黑" panose="020B0503020204020204" pitchFamily="34" charset="-122"/>
              </a:rPr>
              <a:t>在基于模型的技术中，形变模型提供了一种高效的图像分析方法，它结合了几何学、物理学和近似理论。</a:t>
            </a:r>
            <a:endParaRPr lang="en-US" altLang="zh-CN" sz="2000" dirty="0">
              <a:latin typeface="微软雅黑" panose="020B0503020204020204" pitchFamily="34" charset="-122"/>
              <a:ea typeface="微软雅黑" panose="020B0503020204020204" pitchFamily="34" charset="-122"/>
            </a:endParaRPr>
          </a:p>
          <a:p>
            <a:pPr>
              <a:lnSpc>
                <a:spcPct val="150000"/>
              </a:lnSpc>
            </a:pPr>
            <a:endParaRPr lang="zh-CN" altLang="en-US" sz="2000" dirty="0">
              <a:latin typeface="微软雅黑" panose="020B0503020204020204" pitchFamily="34" charset="-122"/>
              <a:ea typeface="微软雅黑" panose="020B0503020204020204" pitchFamily="34" charset="-122"/>
            </a:endParaRPr>
          </a:p>
          <a:p>
            <a:pPr>
              <a:lnSpc>
                <a:spcPct val="150000"/>
              </a:lnSpc>
            </a:pPr>
            <a:r>
              <a:rPr lang="zh-CN" altLang="en-US" sz="2000" dirty="0">
                <a:latin typeface="微软雅黑" panose="020B0503020204020204" pitchFamily="34" charset="-122"/>
                <a:ea typeface="微软雅黑" panose="020B0503020204020204" pitchFamily="34" charset="-122"/>
              </a:rPr>
              <a:t>该类方法通过使用从图像数据获得的约束信息（自底向上）和目标的位置、大小和形状等先验知识（自顶向下），可有效地对目标进行分割、匹配和跟踪分析。</a:t>
            </a:r>
            <a:endParaRPr lang="en-US" altLang="zh-CN" sz="2000" dirty="0">
              <a:latin typeface="微软雅黑" panose="020B0503020204020204" pitchFamily="34" charset="-122"/>
              <a:ea typeface="微软雅黑" panose="020B0503020204020204" pitchFamily="34" charset="-122"/>
            </a:endParaRPr>
          </a:p>
          <a:p>
            <a:pPr>
              <a:lnSpc>
                <a:spcPct val="150000"/>
              </a:lnSpc>
            </a:pPr>
            <a:endParaRPr lang="zh-CN" altLang="en-US" sz="2000" dirty="0">
              <a:latin typeface="微软雅黑" panose="020B0503020204020204" pitchFamily="34" charset="-122"/>
              <a:ea typeface="微软雅黑" panose="020B0503020204020204" pitchFamily="34" charset="-122"/>
            </a:endParaRPr>
          </a:p>
          <a:p>
            <a:pPr>
              <a:lnSpc>
                <a:spcPct val="150000"/>
              </a:lnSpc>
            </a:pPr>
            <a:r>
              <a:rPr lang="zh-CN" altLang="en-US" sz="2000" dirty="0">
                <a:latin typeface="微软雅黑" panose="020B0503020204020204" pitchFamily="34" charset="-122"/>
                <a:ea typeface="微软雅黑" panose="020B0503020204020204" pitchFamily="34" charset="-122"/>
              </a:rPr>
              <a:t>从物理学角度，可将形变模型看成是一个在施加外力和内部约束条件下自然反应的弹性物体。</a:t>
            </a:r>
          </a:p>
        </p:txBody>
      </p:sp>
      <p:sp>
        <p:nvSpPr>
          <p:cNvPr id="1048805" name="TextBox 27"/>
          <p:cNvSpPr txBox="1"/>
          <p:nvPr/>
        </p:nvSpPr>
        <p:spPr>
          <a:xfrm>
            <a:off x="1012825" y="176213"/>
            <a:ext cx="3434081" cy="574040"/>
          </a:xfrm>
          <a:prstGeom prst="rect">
            <a:avLst/>
          </a:prstGeom>
          <a:noFill/>
          <a:ln w="9525">
            <a:noFill/>
          </a:ln>
        </p:spPr>
        <p:txBody>
          <a:bodyPr wrap="none" anchor="t">
            <a:spAutoFit/>
          </a:bodyPr>
          <a:lstStyle/>
          <a:p>
            <a:r>
              <a:rPr lang="zh-CN" altLang="en-US" sz="3200" dirty="0">
                <a:latin typeface="黑体" panose="02010609060101010101" pitchFamily="49" charset="-122"/>
                <a:ea typeface="黑体" panose="02010609060101010101" pitchFamily="49" charset="-122"/>
              </a:rPr>
              <a:t>一、图像分割概述</a:t>
            </a:r>
          </a:p>
        </p:txBody>
      </p:sp>
      <p:sp>
        <p:nvSpPr>
          <p:cNvPr id="1048806"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a:p>
        </p:txBody>
      </p:sp>
    </p:spTree>
  </p:cSld>
  <p:clrMapOvr>
    <a:masterClrMapping/>
  </p:clrMapOvr>
  <p:transition spd="slow" advTm="3804">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07" name="TextBox 9"/>
          <p:cNvSpPr txBox="1"/>
          <p:nvPr/>
        </p:nvSpPr>
        <p:spPr>
          <a:xfrm>
            <a:off x="769789" y="1129120"/>
            <a:ext cx="9505056" cy="2834641"/>
          </a:xfrm>
          <a:prstGeom prst="rect">
            <a:avLst/>
          </a:prstGeom>
          <a:noFill/>
          <a:ln w="9525">
            <a:noFill/>
          </a:ln>
        </p:spPr>
        <p:txBody>
          <a:bodyPr wrap="square" anchor="t">
            <a:spAutoFit/>
          </a:bodyPr>
          <a:lstStyle/>
          <a:p>
            <a:pPr>
              <a:lnSpc>
                <a:spcPct val="150000"/>
              </a:lnSpc>
            </a:pPr>
            <a:r>
              <a:rPr lang="zh-CN" altLang="en-US" sz="2000" b="1" dirty="0">
                <a:latin typeface="微软雅黑" panose="020B0503020204020204" pitchFamily="34" charset="-122"/>
                <a:ea typeface="微软雅黑" panose="020B0503020204020204" pitchFamily="34" charset="-122"/>
              </a:rPr>
              <a:t>形变模型</a:t>
            </a:r>
            <a:r>
              <a:rPr lang="zh-CN" altLang="en-US" sz="2000" dirty="0">
                <a:latin typeface="微软雅黑" panose="020B0503020204020204" pitchFamily="34" charset="-122"/>
                <a:ea typeface="微软雅黑" panose="020B0503020204020204" pitchFamily="34" charset="-122"/>
              </a:rPr>
              <a:t>包括二维形变轮廓（</a:t>
            </a:r>
            <a:r>
              <a:rPr lang="en-US" altLang="zh-CN" sz="2000" dirty="0">
                <a:latin typeface="微软雅黑" panose="020B0503020204020204" pitchFamily="34" charset="-122"/>
                <a:ea typeface="微软雅黑" panose="020B0503020204020204" pitchFamily="34" charset="-122"/>
              </a:rPr>
              <a:t>deformable contour)</a:t>
            </a:r>
            <a:r>
              <a:rPr lang="zh-CN" altLang="en-US" sz="2000" dirty="0">
                <a:latin typeface="微软雅黑" panose="020B0503020204020204" pitchFamily="34" charset="-122"/>
                <a:ea typeface="微软雅黑" panose="020B0503020204020204" pitchFamily="34" charset="-122"/>
              </a:rPr>
              <a:t>模型（又称</a:t>
            </a:r>
            <a:r>
              <a:rPr lang="en-US" altLang="zh-CN" sz="2000" dirty="0">
                <a:latin typeface="微软雅黑" panose="020B0503020204020204" pitchFamily="34" charset="-122"/>
                <a:ea typeface="微软雅黑" panose="020B0503020204020204" pitchFamily="34" charset="-122"/>
              </a:rPr>
              <a:t>snake</a:t>
            </a:r>
            <a:r>
              <a:rPr lang="zh-CN" altLang="en-US" sz="2000" dirty="0">
                <a:latin typeface="微软雅黑" panose="020B0503020204020204" pitchFamily="34" charset="-122"/>
                <a:ea typeface="微软雅黑" panose="020B0503020204020204" pitchFamily="34" charset="-122"/>
              </a:rPr>
              <a:t>或</a:t>
            </a:r>
            <a:r>
              <a:rPr lang="en-US" altLang="zh-CN" sz="2000" dirty="0">
                <a:latin typeface="微软雅黑" panose="020B0503020204020204" pitchFamily="34" charset="-122"/>
                <a:ea typeface="微软雅黑" panose="020B0503020204020204" pitchFamily="34" charset="-122"/>
              </a:rPr>
              <a:t>active contour</a:t>
            </a:r>
            <a:r>
              <a:rPr lang="zh-CN" altLang="en-US" sz="2000" dirty="0">
                <a:latin typeface="微软雅黑" panose="020B0503020204020204" pitchFamily="34" charset="-122"/>
                <a:ea typeface="微软雅黑" panose="020B0503020204020204" pitchFamily="34" charset="-122"/>
              </a:rPr>
              <a:t>），三维形变曲面（</a:t>
            </a:r>
            <a:r>
              <a:rPr lang="en-US" altLang="zh-CN" sz="2000" dirty="0">
                <a:latin typeface="微软雅黑" panose="020B0503020204020204" pitchFamily="34" charset="-122"/>
                <a:ea typeface="微软雅黑" panose="020B0503020204020204" pitchFamily="34" charset="-122"/>
              </a:rPr>
              <a:t>deformable surface</a:t>
            </a:r>
            <a:r>
              <a:rPr lang="zh-CN" altLang="en-US" sz="2000" dirty="0">
                <a:latin typeface="微软雅黑" panose="020B0503020204020204" pitchFamily="34" charset="-122"/>
                <a:ea typeface="微软雅黑" panose="020B0503020204020204" pitchFamily="34" charset="-122"/>
              </a:rPr>
              <a:t>）模型，还有一些利用形状先验知识和使用点集合（</a:t>
            </a:r>
            <a:r>
              <a:rPr lang="en-US" altLang="zh-CN" sz="2000" dirty="0">
                <a:latin typeface="微软雅黑" panose="020B0503020204020204" pitchFamily="34" charset="-122"/>
                <a:ea typeface="微软雅黑" panose="020B0503020204020204" pitchFamily="34" charset="-122"/>
              </a:rPr>
              <a:t>point sets</a:t>
            </a:r>
            <a:r>
              <a:rPr lang="zh-CN" altLang="en-US" sz="2000" dirty="0">
                <a:latin typeface="微软雅黑" panose="020B0503020204020204" pitchFamily="34" charset="-122"/>
                <a:ea typeface="微软雅黑" panose="020B0503020204020204" pitchFamily="34" charset="-122"/>
              </a:rPr>
              <a:t>）先验知识的改进模型。</a:t>
            </a:r>
            <a:endParaRPr lang="en-US" altLang="zh-CN" sz="2000" dirty="0">
              <a:latin typeface="微软雅黑" panose="020B0503020204020204" pitchFamily="34" charset="-122"/>
              <a:ea typeface="微软雅黑" panose="020B0503020204020204" pitchFamily="34" charset="-122"/>
            </a:endParaRPr>
          </a:p>
          <a:p>
            <a:pPr>
              <a:lnSpc>
                <a:spcPct val="150000"/>
              </a:lnSpc>
            </a:pPr>
            <a:endParaRPr lang="zh-CN" altLang="en-US" sz="2000" dirty="0">
              <a:latin typeface="微软雅黑" panose="020B0503020204020204" pitchFamily="34" charset="-122"/>
              <a:ea typeface="微软雅黑" panose="020B0503020204020204" pitchFamily="34" charset="-122"/>
            </a:endParaRPr>
          </a:p>
          <a:p>
            <a:pPr>
              <a:lnSpc>
                <a:spcPct val="150000"/>
              </a:lnSpc>
            </a:pPr>
            <a:r>
              <a:rPr lang="zh-CN" altLang="en-US" sz="2000" dirty="0">
                <a:latin typeface="微软雅黑" panose="020B0503020204020204" pitchFamily="34" charset="-122"/>
                <a:ea typeface="微软雅黑" panose="020B0503020204020204" pitchFamily="34" charset="-122"/>
              </a:rPr>
              <a:t>形变曲面模型是活动轮廓在三维空间的推广形式。三维形变曲面模型可以更高效、更快地利用三维数据，而且更少地需要用户交互。</a:t>
            </a:r>
          </a:p>
        </p:txBody>
      </p:sp>
      <p:sp>
        <p:nvSpPr>
          <p:cNvPr id="1048808" name="TextBox 27"/>
          <p:cNvSpPr txBox="1"/>
          <p:nvPr/>
        </p:nvSpPr>
        <p:spPr>
          <a:xfrm>
            <a:off x="1012825" y="176213"/>
            <a:ext cx="3434081" cy="574040"/>
          </a:xfrm>
          <a:prstGeom prst="rect">
            <a:avLst/>
          </a:prstGeom>
          <a:noFill/>
          <a:ln w="9525">
            <a:noFill/>
          </a:ln>
        </p:spPr>
        <p:txBody>
          <a:bodyPr wrap="none" anchor="t">
            <a:spAutoFit/>
          </a:bodyPr>
          <a:lstStyle/>
          <a:p>
            <a:r>
              <a:rPr lang="zh-CN" altLang="en-US" sz="3200" dirty="0">
                <a:latin typeface="黑体" panose="02010609060101010101" pitchFamily="49" charset="-122"/>
                <a:ea typeface="黑体" panose="02010609060101010101" pitchFamily="49" charset="-122"/>
              </a:rPr>
              <a:t>一、图像分割概述</a:t>
            </a:r>
          </a:p>
        </p:txBody>
      </p:sp>
      <p:sp>
        <p:nvSpPr>
          <p:cNvPr id="1048809"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a:p>
        </p:txBody>
      </p:sp>
    </p:spTree>
  </p:cSld>
  <p:clrMapOvr>
    <a:masterClrMapping/>
  </p:clrMapOvr>
  <p:transition spd="slow" advTm="3804">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10" name="TextBox 9"/>
          <p:cNvSpPr txBox="1"/>
          <p:nvPr/>
        </p:nvSpPr>
        <p:spPr>
          <a:xfrm>
            <a:off x="769789" y="1129120"/>
            <a:ext cx="10513168" cy="5120641"/>
          </a:xfrm>
          <a:prstGeom prst="rect">
            <a:avLst/>
          </a:prstGeom>
          <a:noFill/>
          <a:ln w="9525">
            <a:noFill/>
          </a:ln>
        </p:spPr>
        <p:txBody>
          <a:bodyPr wrap="square" anchor="t">
            <a:spAutoFit/>
          </a:bodyPr>
          <a:lstStyle/>
          <a:p>
            <a:pPr>
              <a:lnSpc>
                <a:spcPct val="150000"/>
              </a:lnSpc>
            </a:pPr>
            <a:r>
              <a:rPr lang="zh-CN" altLang="en-US" sz="2000" b="1" dirty="0">
                <a:latin typeface="微软雅黑" panose="020B0503020204020204" pitchFamily="34" charset="-122"/>
                <a:ea typeface="微软雅黑" panose="020B0503020204020204" pitchFamily="34" charset="-122"/>
              </a:rPr>
              <a:t>形变模型的分类</a:t>
            </a:r>
          </a:p>
          <a:p>
            <a:pPr>
              <a:lnSpc>
                <a:spcPct val="150000"/>
              </a:lnSpc>
            </a:pPr>
            <a:r>
              <a:rPr lang="zh-CN" altLang="en-US" sz="2000" dirty="0">
                <a:solidFill>
                  <a:srgbClr val="FF0000"/>
                </a:solidFill>
                <a:latin typeface="微软雅黑" panose="020B0503020204020204" pitchFamily="34" charset="-122"/>
                <a:ea typeface="微软雅黑" panose="020B0503020204020204" pitchFamily="34" charset="-122"/>
              </a:rPr>
              <a:t>参数形变模型</a:t>
            </a:r>
          </a:p>
          <a:p>
            <a:pPr>
              <a:lnSpc>
                <a:spcPct val="150000"/>
              </a:lnSpc>
            </a:pPr>
            <a:r>
              <a:rPr lang="zh-CN" altLang="en-US" sz="2000" dirty="0">
                <a:latin typeface="微软雅黑" panose="020B0503020204020204" pitchFamily="34" charset="-122"/>
                <a:ea typeface="微软雅黑" panose="020B0503020204020204" pitchFamily="34" charset="-122"/>
              </a:rPr>
              <a:t>使模型在外能和内能的的作用下向物体边缘靠近。外力推动轮廓曲线（曲面）运动，而内力保持轮廓的光滑性。</a:t>
            </a:r>
            <a:endParaRPr lang="en-US" altLang="zh-CN" sz="2000" dirty="0">
              <a:latin typeface="微软雅黑" panose="020B0503020204020204" pitchFamily="34" charset="-122"/>
              <a:ea typeface="微软雅黑" panose="020B0503020204020204" pitchFamily="34" charset="-122"/>
            </a:endParaRPr>
          </a:p>
          <a:p>
            <a:pPr>
              <a:lnSpc>
                <a:spcPct val="150000"/>
              </a:lnSpc>
            </a:pPr>
            <a:endParaRPr lang="zh-CN" altLang="en-US" sz="2000" dirty="0">
              <a:latin typeface="微软雅黑" panose="020B0503020204020204" pitchFamily="34" charset="-122"/>
              <a:ea typeface="微软雅黑" panose="020B0503020204020204" pitchFamily="34" charset="-122"/>
            </a:endParaRPr>
          </a:p>
          <a:p>
            <a:pPr>
              <a:lnSpc>
                <a:spcPct val="150000"/>
              </a:lnSpc>
            </a:pPr>
            <a:r>
              <a:rPr lang="zh-CN" altLang="en-US" sz="2000" dirty="0">
                <a:latin typeface="微软雅黑" panose="020B0503020204020204" pitchFamily="34" charset="-122"/>
                <a:ea typeface="微软雅黑" panose="020B0503020204020204" pitchFamily="34" charset="-122"/>
              </a:rPr>
              <a:t>这些方法基于某种形式的目标函数的优化，目标函数最基本的形式就是在某种基于图像的能量项和另一个与内部能量或形状模型相关项之和。</a:t>
            </a:r>
            <a:endParaRPr lang="en-US" altLang="zh-CN" sz="2000" dirty="0">
              <a:latin typeface="微软雅黑" panose="020B0503020204020204" pitchFamily="34" charset="-122"/>
              <a:ea typeface="微软雅黑" panose="020B0503020204020204" pitchFamily="34" charset="-122"/>
            </a:endParaRPr>
          </a:p>
          <a:p>
            <a:pPr>
              <a:lnSpc>
                <a:spcPct val="150000"/>
              </a:lnSpc>
            </a:pPr>
            <a:endParaRPr lang="zh-CN" altLang="en-US" sz="2000" dirty="0">
              <a:latin typeface="微软雅黑" panose="020B0503020204020204" pitchFamily="34" charset="-122"/>
              <a:ea typeface="微软雅黑" panose="020B0503020204020204" pitchFamily="34" charset="-122"/>
            </a:endParaRPr>
          </a:p>
          <a:p>
            <a:pPr>
              <a:lnSpc>
                <a:spcPct val="150000"/>
              </a:lnSpc>
            </a:pPr>
            <a:r>
              <a:rPr lang="zh-CN" altLang="en-US" sz="2000" dirty="0">
                <a:solidFill>
                  <a:srgbClr val="FF0000"/>
                </a:solidFill>
                <a:latin typeface="微软雅黑" panose="020B0503020204020204" pitchFamily="34" charset="-122"/>
                <a:ea typeface="微软雅黑" panose="020B0503020204020204" pitchFamily="34" charset="-122"/>
              </a:rPr>
              <a:t>几何形变模型</a:t>
            </a:r>
            <a:endParaRPr lang="zh-CN" altLang="en-US" sz="2000" dirty="0">
              <a:latin typeface="微软雅黑" panose="020B0503020204020204" pitchFamily="34" charset="-122"/>
              <a:ea typeface="微软雅黑" panose="020B0503020204020204" pitchFamily="34" charset="-122"/>
            </a:endParaRPr>
          </a:p>
          <a:p>
            <a:pPr>
              <a:lnSpc>
                <a:spcPct val="150000"/>
              </a:lnSpc>
            </a:pPr>
            <a:r>
              <a:rPr lang="zh-CN" altLang="en-US" sz="2000" dirty="0">
                <a:latin typeface="微软雅黑" panose="020B0503020204020204" pitchFamily="34" charset="-122"/>
                <a:ea typeface="微软雅黑" panose="020B0503020204020204" pitchFamily="34" charset="-122"/>
              </a:rPr>
              <a:t>利用曲线演化理论来实现。轮廓对应为一个更高维曲面的演化函数的零水平集，演化函数可用某种形式的偏微分方程来表示，利用图像信息（如边缘）来控制曲面演化过程的停止。</a:t>
            </a:r>
          </a:p>
        </p:txBody>
      </p:sp>
      <p:sp>
        <p:nvSpPr>
          <p:cNvPr id="1048811" name="TextBox 27"/>
          <p:cNvSpPr txBox="1"/>
          <p:nvPr/>
        </p:nvSpPr>
        <p:spPr>
          <a:xfrm>
            <a:off x="1012825" y="176213"/>
            <a:ext cx="3434081" cy="574040"/>
          </a:xfrm>
          <a:prstGeom prst="rect">
            <a:avLst/>
          </a:prstGeom>
          <a:noFill/>
          <a:ln w="9525">
            <a:noFill/>
          </a:ln>
        </p:spPr>
        <p:txBody>
          <a:bodyPr wrap="none" anchor="t">
            <a:spAutoFit/>
          </a:bodyPr>
          <a:lstStyle/>
          <a:p>
            <a:r>
              <a:rPr lang="zh-CN" altLang="en-US" sz="3200" dirty="0">
                <a:latin typeface="黑体" panose="02010609060101010101" pitchFamily="49" charset="-122"/>
                <a:ea typeface="黑体" panose="02010609060101010101" pitchFamily="49" charset="-122"/>
              </a:rPr>
              <a:t>一、图像分割概述</a:t>
            </a:r>
          </a:p>
        </p:txBody>
      </p:sp>
      <p:sp>
        <p:nvSpPr>
          <p:cNvPr id="1048812"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a:p>
        </p:txBody>
      </p:sp>
    </p:spTree>
  </p:cSld>
  <p:clrMapOvr>
    <a:masterClrMapping/>
  </p:clrMapOvr>
  <p:transition spd="slow" advTm="3804">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13" name="TextBox 9"/>
          <p:cNvSpPr txBox="1"/>
          <p:nvPr/>
        </p:nvSpPr>
        <p:spPr>
          <a:xfrm>
            <a:off x="769789" y="1129120"/>
            <a:ext cx="9505056" cy="548640"/>
          </a:xfrm>
          <a:prstGeom prst="rect">
            <a:avLst/>
          </a:prstGeom>
          <a:noFill/>
          <a:ln w="9525">
            <a:noFill/>
          </a:ln>
        </p:spPr>
        <p:txBody>
          <a:bodyPr wrap="square" anchor="t">
            <a:spAutoFit/>
          </a:bodyPr>
          <a:lstStyle/>
          <a:p>
            <a:pPr>
              <a:lnSpc>
                <a:spcPct val="150000"/>
              </a:lnSpc>
            </a:pPr>
            <a:r>
              <a:rPr lang="zh-CN" altLang="en-US" sz="2000" b="1" dirty="0">
                <a:latin typeface="微软雅黑" panose="020B0503020204020204" pitchFamily="34" charset="-122"/>
                <a:ea typeface="微软雅黑" panose="020B0503020204020204" pitchFamily="34" charset="-122"/>
              </a:rPr>
              <a:t>形变模型实例</a:t>
            </a:r>
            <a:endParaRPr lang="zh-CN" altLang="en-US" sz="2000" dirty="0">
              <a:latin typeface="微软雅黑" panose="020B0503020204020204" pitchFamily="34" charset="-122"/>
              <a:ea typeface="微软雅黑" panose="020B0503020204020204" pitchFamily="34" charset="-122"/>
            </a:endParaRPr>
          </a:p>
        </p:txBody>
      </p:sp>
      <p:pic>
        <p:nvPicPr>
          <p:cNvPr id="2097172" name="图片 1"/>
          <p:cNvPicPr>
            <a:picLocks noChangeAspect="1"/>
          </p:cNvPicPr>
          <p:nvPr/>
        </p:nvPicPr>
        <p:blipFill>
          <a:blip r:embed="rId2"/>
          <a:stretch>
            <a:fillRect/>
          </a:stretch>
        </p:blipFill>
        <p:spPr>
          <a:xfrm>
            <a:off x="1489869" y="1772816"/>
            <a:ext cx="3686175" cy="3657600"/>
          </a:xfrm>
          <a:prstGeom prst="rect">
            <a:avLst/>
          </a:prstGeom>
        </p:spPr>
      </p:pic>
      <p:pic>
        <p:nvPicPr>
          <p:cNvPr id="2097173" name="图片 2"/>
          <p:cNvPicPr>
            <a:picLocks noChangeAspect="1"/>
          </p:cNvPicPr>
          <p:nvPr/>
        </p:nvPicPr>
        <p:blipFill>
          <a:blip r:embed="rId3"/>
          <a:stretch>
            <a:fillRect/>
          </a:stretch>
        </p:blipFill>
        <p:spPr>
          <a:xfrm>
            <a:off x="6089073" y="1772816"/>
            <a:ext cx="4914900" cy="3590925"/>
          </a:xfrm>
          <a:prstGeom prst="rect">
            <a:avLst/>
          </a:prstGeom>
        </p:spPr>
      </p:pic>
      <p:sp>
        <p:nvSpPr>
          <p:cNvPr id="1048814" name="矩形 3"/>
          <p:cNvSpPr/>
          <p:nvPr/>
        </p:nvSpPr>
        <p:spPr>
          <a:xfrm>
            <a:off x="1950555" y="5572118"/>
            <a:ext cx="2595880" cy="396240"/>
          </a:xfrm>
          <a:prstGeom prst="rect">
            <a:avLst/>
          </a:prstGeom>
        </p:spPr>
        <p:txBody>
          <a:bodyPr wrap="none">
            <a:spAutoFit/>
          </a:bodyPr>
          <a:lstStyle/>
          <a:p>
            <a:r>
              <a:rPr lang="zh-CN" altLang="en-US" sz="2000" dirty="0">
                <a:latin typeface="微软雅黑" panose="020B0503020204020204" pitchFamily="34" charset="-122"/>
                <a:ea typeface="微软雅黑" panose="020B0503020204020204" pitchFamily="34" charset="-122"/>
              </a:rPr>
              <a:t>心脏左心室的MR图像</a:t>
            </a:r>
          </a:p>
        </p:txBody>
      </p:sp>
      <p:sp>
        <p:nvSpPr>
          <p:cNvPr id="1048815" name="矩形 8"/>
          <p:cNvSpPr/>
          <p:nvPr/>
        </p:nvSpPr>
        <p:spPr>
          <a:xfrm>
            <a:off x="8194997" y="5588758"/>
            <a:ext cx="1467068" cy="400110"/>
          </a:xfrm>
          <a:prstGeom prst="rect">
            <a:avLst/>
          </a:prstGeom>
        </p:spPr>
        <p:txBody>
          <a:bodyPr wrap="none">
            <a:spAutoFit/>
          </a:bodyPr>
          <a:lstStyle/>
          <a:p>
            <a:r>
              <a:rPr lang="zh-CN" altLang="en-US" sz="2000" dirty="0">
                <a:latin typeface="微软雅黑" panose="020B0503020204020204" pitchFamily="34" charset="-122"/>
                <a:ea typeface="微软雅黑" panose="020B0503020204020204" pitchFamily="34" charset="-122"/>
              </a:rPr>
              <a:t>势能函数图</a:t>
            </a:r>
          </a:p>
        </p:txBody>
      </p:sp>
      <p:sp>
        <p:nvSpPr>
          <p:cNvPr id="1048816" name="TextBox 27"/>
          <p:cNvSpPr txBox="1"/>
          <p:nvPr/>
        </p:nvSpPr>
        <p:spPr>
          <a:xfrm>
            <a:off x="1012825" y="176213"/>
            <a:ext cx="3434081" cy="574040"/>
          </a:xfrm>
          <a:prstGeom prst="rect">
            <a:avLst/>
          </a:prstGeom>
          <a:noFill/>
          <a:ln w="9525">
            <a:noFill/>
          </a:ln>
        </p:spPr>
        <p:txBody>
          <a:bodyPr wrap="none" anchor="t">
            <a:spAutoFit/>
          </a:bodyPr>
          <a:lstStyle/>
          <a:p>
            <a:r>
              <a:rPr lang="zh-CN" altLang="en-US" sz="3200" dirty="0">
                <a:latin typeface="黑体" panose="02010609060101010101" pitchFamily="49" charset="-122"/>
                <a:ea typeface="黑体" panose="02010609060101010101" pitchFamily="49" charset="-122"/>
              </a:rPr>
              <a:t>一、图像分割概述</a:t>
            </a:r>
          </a:p>
        </p:txBody>
      </p:sp>
      <p:sp>
        <p:nvSpPr>
          <p:cNvPr id="1048817"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a:p>
        </p:txBody>
      </p:sp>
    </p:spTree>
  </p:cSld>
  <p:clrMapOvr>
    <a:masterClrMapping/>
  </p:clrMapOvr>
  <p:transition spd="slow" advTm="3804">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18" name="TextBox 9"/>
          <p:cNvSpPr txBox="1"/>
          <p:nvPr/>
        </p:nvSpPr>
        <p:spPr>
          <a:xfrm>
            <a:off x="769789" y="1129120"/>
            <a:ext cx="9505056" cy="2834641"/>
          </a:xfrm>
          <a:prstGeom prst="rect">
            <a:avLst/>
          </a:prstGeom>
          <a:noFill/>
          <a:ln w="9525">
            <a:noFill/>
          </a:ln>
        </p:spPr>
        <p:txBody>
          <a:bodyPr wrap="square" anchor="t">
            <a:spAutoFit/>
          </a:bodyPr>
          <a:lstStyle/>
          <a:p>
            <a:pPr>
              <a:lnSpc>
                <a:spcPct val="150000"/>
              </a:lnSpc>
            </a:pPr>
            <a:r>
              <a:rPr lang="zh-CN" altLang="en-US" sz="2000" b="1" dirty="0">
                <a:latin typeface="微软雅黑" panose="020B0503020204020204" pitchFamily="34" charset="-122"/>
                <a:ea typeface="微软雅黑" panose="020B0503020204020204" pitchFamily="34" charset="-122"/>
              </a:rPr>
              <a:t>形变模型的优缺点</a:t>
            </a:r>
          </a:p>
          <a:p>
            <a:pPr>
              <a:lnSpc>
                <a:spcPct val="150000"/>
              </a:lnSpc>
            </a:pPr>
            <a:r>
              <a:rPr lang="zh-CN" altLang="en-US" sz="2000" dirty="0">
                <a:solidFill>
                  <a:srgbClr val="FF0000"/>
                </a:solidFill>
                <a:latin typeface="微软雅黑" panose="020B0503020204020204" pitchFamily="34" charset="-122"/>
                <a:ea typeface="微软雅黑" panose="020B0503020204020204" pitchFamily="34" charset="-122"/>
              </a:rPr>
              <a:t>形变模型的主要优点</a:t>
            </a:r>
            <a:r>
              <a:rPr lang="zh-CN" altLang="en-US" sz="2000" dirty="0">
                <a:latin typeface="微软雅黑" panose="020B0503020204020204" pitchFamily="34" charset="-122"/>
                <a:ea typeface="微软雅黑" panose="020B0503020204020204" pitchFamily="34" charset="-122"/>
              </a:rPr>
              <a:t>：</a:t>
            </a:r>
          </a:p>
          <a:p>
            <a:pPr>
              <a:lnSpc>
                <a:spcPct val="150000"/>
              </a:lnSpc>
            </a:pPr>
            <a:r>
              <a:rPr lang="zh-CN" altLang="en-US" sz="2000" dirty="0">
                <a:latin typeface="微软雅黑" panose="020B0503020204020204" pitchFamily="34" charset="-122"/>
                <a:ea typeface="微软雅黑" panose="020B0503020204020204" pitchFamily="34" charset="-122"/>
              </a:rPr>
              <a:t>能够直接产生闭合的曲线或曲面，并对噪声和伪边界有很强的鲁棒性。</a:t>
            </a:r>
            <a:endParaRPr lang="en-US" altLang="zh-CN" sz="2000" dirty="0">
              <a:latin typeface="微软雅黑" panose="020B0503020204020204" pitchFamily="34" charset="-122"/>
              <a:ea typeface="微软雅黑" panose="020B0503020204020204" pitchFamily="34" charset="-122"/>
            </a:endParaRPr>
          </a:p>
          <a:p>
            <a:pPr>
              <a:lnSpc>
                <a:spcPct val="150000"/>
              </a:lnSpc>
            </a:pPr>
            <a:endParaRPr lang="zh-CN" altLang="en-US" sz="2000" dirty="0">
              <a:latin typeface="微软雅黑" panose="020B0503020204020204" pitchFamily="34" charset="-122"/>
              <a:ea typeface="微软雅黑" panose="020B0503020204020204" pitchFamily="34" charset="-122"/>
            </a:endParaRPr>
          </a:p>
          <a:p>
            <a:pPr>
              <a:lnSpc>
                <a:spcPct val="150000"/>
              </a:lnSpc>
            </a:pPr>
            <a:r>
              <a:rPr lang="zh-CN" altLang="en-US" sz="2000" dirty="0">
                <a:solidFill>
                  <a:srgbClr val="FF0000"/>
                </a:solidFill>
                <a:latin typeface="微软雅黑" panose="020B0503020204020204" pitchFamily="34" charset="-122"/>
                <a:ea typeface="微软雅黑" panose="020B0503020204020204" pitchFamily="34" charset="-122"/>
              </a:rPr>
              <a:t>缺点</a:t>
            </a:r>
            <a:r>
              <a:rPr lang="zh-CN" altLang="en-US" sz="2000" dirty="0">
                <a:latin typeface="微软雅黑" panose="020B0503020204020204" pitchFamily="34" charset="-122"/>
                <a:ea typeface="微软雅黑" panose="020B0503020204020204" pitchFamily="34" charset="-122"/>
              </a:rPr>
              <a:t>：</a:t>
            </a:r>
          </a:p>
          <a:p>
            <a:pPr>
              <a:lnSpc>
                <a:spcPct val="150000"/>
              </a:lnSpc>
            </a:pPr>
            <a:r>
              <a:rPr lang="zh-CN" altLang="en-US" sz="2000" dirty="0">
                <a:latin typeface="微软雅黑" panose="020B0503020204020204" pitchFamily="34" charset="-122"/>
                <a:ea typeface="微软雅黑" panose="020B0503020204020204" pitchFamily="34" charset="-122"/>
              </a:rPr>
              <a:t>是它对初始边界位置十分敏感，有时还要求人工选择合适的参数。</a:t>
            </a:r>
          </a:p>
        </p:txBody>
      </p:sp>
      <p:sp>
        <p:nvSpPr>
          <p:cNvPr id="1048819" name="TextBox 27"/>
          <p:cNvSpPr txBox="1"/>
          <p:nvPr/>
        </p:nvSpPr>
        <p:spPr>
          <a:xfrm>
            <a:off x="1012825" y="176213"/>
            <a:ext cx="3434081" cy="574040"/>
          </a:xfrm>
          <a:prstGeom prst="rect">
            <a:avLst/>
          </a:prstGeom>
          <a:noFill/>
          <a:ln w="9525">
            <a:noFill/>
          </a:ln>
        </p:spPr>
        <p:txBody>
          <a:bodyPr wrap="none" anchor="t">
            <a:spAutoFit/>
          </a:bodyPr>
          <a:lstStyle/>
          <a:p>
            <a:r>
              <a:rPr lang="zh-CN" altLang="en-US" sz="3200" dirty="0">
                <a:latin typeface="黑体" panose="02010609060101010101" pitchFamily="49" charset="-122"/>
                <a:ea typeface="黑体" panose="02010609060101010101" pitchFamily="49" charset="-122"/>
              </a:rPr>
              <a:t>一、图像分割概述</a:t>
            </a:r>
          </a:p>
        </p:txBody>
      </p:sp>
      <p:sp>
        <p:nvSpPr>
          <p:cNvPr id="1048820"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a:p>
        </p:txBody>
      </p:sp>
    </p:spTree>
  </p:cSld>
  <p:clrMapOvr>
    <a:masterClrMapping/>
  </p:clrMapOvr>
  <p:transition spd="slow" advTm="3804">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21" name="TextBox 9"/>
          <p:cNvSpPr txBox="1"/>
          <p:nvPr/>
        </p:nvSpPr>
        <p:spPr>
          <a:xfrm>
            <a:off x="769789" y="1129120"/>
            <a:ext cx="9505056" cy="3749041"/>
          </a:xfrm>
          <a:prstGeom prst="rect">
            <a:avLst/>
          </a:prstGeom>
          <a:noFill/>
          <a:ln w="9525">
            <a:noFill/>
          </a:ln>
        </p:spPr>
        <p:txBody>
          <a:bodyPr wrap="square" anchor="t">
            <a:spAutoFit/>
          </a:bodyPr>
          <a:lstStyle/>
          <a:p>
            <a:pPr>
              <a:lnSpc>
                <a:spcPct val="150000"/>
              </a:lnSpc>
            </a:pPr>
            <a:r>
              <a:rPr lang="zh-CN" altLang="en-US" sz="2000" b="1" dirty="0">
                <a:latin typeface="微软雅黑" panose="020B0503020204020204" pitchFamily="34" charset="-122"/>
                <a:ea typeface="微软雅黑" panose="020B0503020204020204" pitchFamily="34" charset="-122"/>
              </a:rPr>
              <a:t>基于模糊集理论的方法</a:t>
            </a:r>
          </a:p>
          <a:p>
            <a:pPr>
              <a:lnSpc>
                <a:spcPct val="150000"/>
              </a:lnSpc>
            </a:pPr>
            <a:r>
              <a:rPr lang="zh-CN" altLang="en-US" sz="2000" dirty="0">
                <a:latin typeface="微软雅黑" panose="020B0503020204020204" pitchFamily="34" charset="-122"/>
                <a:ea typeface="微软雅黑" panose="020B0503020204020204" pitchFamily="34" charset="-122"/>
              </a:rPr>
              <a:t>图像通常具有模糊和不均匀特性，图像中的区域并非总能被明确地划分。</a:t>
            </a:r>
            <a:endParaRPr lang="en-US" altLang="zh-CN" sz="2000" dirty="0">
              <a:latin typeface="微软雅黑" panose="020B0503020204020204" pitchFamily="34" charset="-122"/>
              <a:ea typeface="微软雅黑" panose="020B0503020204020204" pitchFamily="34" charset="-122"/>
            </a:endParaRPr>
          </a:p>
          <a:p>
            <a:pPr>
              <a:lnSpc>
                <a:spcPct val="150000"/>
              </a:lnSpc>
            </a:pPr>
            <a:endParaRPr lang="zh-CN" altLang="en-US" sz="2000" dirty="0">
              <a:latin typeface="微软雅黑" panose="020B0503020204020204" pitchFamily="34" charset="-122"/>
              <a:ea typeface="微软雅黑" panose="020B0503020204020204" pitchFamily="34" charset="-122"/>
            </a:endParaRPr>
          </a:p>
          <a:p>
            <a:pPr>
              <a:lnSpc>
                <a:spcPct val="150000"/>
              </a:lnSpc>
            </a:pPr>
            <a:r>
              <a:rPr lang="zh-CN" altLang="en-US" sz="2000" dirty="0">
                <a:latin typeface="微软雅黑" panose="020B0503020204020204" pitchFamily="34" charset="-122"/>
                <a:ea typeface="微软雅黑" panose="020B0503020204020204" pitchFamily="34" charset="-122"/>
              </a:rPr>
              <a:t>设想从一幅图像中提取目标物体，如果目标物体的边界本身就不清晰，怎么能准确的定义目标物体的区域呢？</a:t>
            </a:r>
            <a:endParaRPr lang="en-US" altLang="zh-CN" sz="2000" dirty="0">
              <a:latin typeface="微软雅黑" panose="020B0503020204020204" pitchFamily="34" charset="-122"/>
              <a:ea typeface="微软雅黑" panose="020B0503020204020204" pitchFamily="34" charset="-122"/>
            </a:endParaRPr>
          </a:p>
          <a:p>
            <a:pPr>
              <a:lnSpc>
                <a:spcPct val="150000"/>
              </a:lnSpc>
            </a:pPr>
            <a:endParaRPr lang="zh-CN" altLang="en-US" sz="2000" dirty="0">
              <a:latin typeface="微软雅黑" panose="020B0503020204020204" pitchFamily="34" charset="-122"/>
              <a:ea typeface="微软雅黑" panose="020B0503020204020204" pitchFamily="34" charset="-122"/>
            </a:endParaRPr>
          </a:p>
          <a:p>
            <a:pPr>
              <a:lnSpc>
                <a:spcPct val="150000"/>
              </a:lnSpc>
            </a:pPr>
            <a:r>
              <a:rPr lang="zh-CN" altLang="en-US" sz="2000" dirty="0">
                <a:latin typeface="微软雅黑" panose="020B0503020204020204" pitchFamily="34" charset="-122"/>
                <a:ea typeface="微软雅黑" panose="020B0503020204020204" pitchFamily="34" charset="-122"/>
              </a:rPr>
              <a:t>一种自然的方法就是用模糊性来描述图像，对于一个目标物体，用</a:t>
            </a:r>
            <a:r>
              <a:rPr lang="en-US" altLang="zh-CN" sz="2000" dirty="0">
                <a:latin typeface="微软雅黑" panose="020B0503020204020204" pitchFamily="34" charset="-122"/>
                <a:ea typeface="微软雅黑" panose="020B0503020204020204" pitchFamily="34" charset="-122"/>
              </a:rPr>
              <a:t>0</a:t>
            </a:r>
            <a:r>
              <a:rPr lang="zh-CN" altLang="en-US" sz="2000" dirty="0">
                <a:latin typeface="微软雅黑" panose="020B0503020204020204" pitchFamily="34" charset="-122"/>
                <a:ea typeface="微软雅黑" panose="020B0503020204020204" pitchFamily="34" charset="-122"/>
              </a:rPr>
              <a:t>到</a:t>
            </a:r>
            <a:r>
              <a:rPr lang="en-US" altLang="zh-CN" sz="2000" dirty="0">
                <a:latin typeface="微软雅黑" panose="020B0503020204020204" pitchFamily="34" charset="-122"/>
                <a:ea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rPr>
              <a:t>之间的一个隶属度值来表示图像中像素隶属于目标物体的程度，</a:t>
            </a:r>
          </a:p>
        </p:txBody>
      </p:sp>
      <p:sp>
        <p:nvSpPr>
          <p:cNvPr id="1048822" name="TextBox 27"/>
          <p:cNvSpPr txBox="1"/>
          <p:nvPr/>
        </p:nvSpPr>
        <p:spPr>
          <a:xfrm>
            <a:off x="1012825" y="176213"/>
            <a:ext cx="3434081" cy="574040"/>
          </a:xfrm>
          <a:prstGeom prst="rect">
            <a:avLst/>
          </a:prstGeom>
          <a:noFill/>
          <a:ln w="9525">
            <a:noFill/>
          </a:ln>
        </p:spPr>
        <p:txBody>
          <a:bodyPr wrap="none" anchor="t">
            <a:spAutoFit/>
          </a:bodyPr>
          <a:lstStyle/>
          <a:p>
            <a:r>
              <a:rPr lang="zh-CN" altLang="en-US" sz="3200" dirty="0">
                <a:latin typeface="黑体" panose="02010609060101010101" pitchFamily="49" charset="-122"/>
                <a:ea typeface="黑体" panose="02010609060101010101" pitchFamily="49" charset="-122"/>
              </a:rPr>
              <a:t>一、图像分割概述</a:t>
            </a:r>
          </a:p>
        </p:txBody>
      </p:sp>
      <p:sp>
        <p:nvSpPr>
          <p:cNvPr id="1048823"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a:p>
        </p:txBody>
      </p:sp>
    </p:spTree>
  </p:cSld>
  <p:clrMapOvr>
    <a:masterClrMapping/>
  </p:clrMapOvr>
  <p:transition spd="slow" advTm="3804">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174" name="图片 1"/>
          <p:cNvPicPr>
            <a:picLocks noChangeAspect="1"/>
          </p:cNvPicPr>
          <p:nvPr/>
        </p:nvPicPr>
        <p:blipFill>
          <a:blip r:embed="rId2"/>
          <a:stretch>
            <a:fillRect/>
          </a:stretch>
        </p:blipFill>
        <p:spPr>
          <a:xfrm>
            <a:off x="1116806" y="933450"/>
            <a:ext cx="9963150" cy="4991100"/>
          </a:xfrm>
          <a:prstGeom prst="rect">
            <a:avLst/>
          </a:prstGeom>
        </p:spPr>
      </p:pic>
      <p:sp>
        <p:nvSpPr>
          <p:cNvPr id="1048824" name="TextBox 27"/>
          <p:cNvSpPr txBox="1"/>
          <p:nvPr/>
        </p:nvSpPr>
        <p:spPr>
          <a:xfrm>
            <a:off x="1012825" y="176213"/>
            <a:ext cx="3434081" cy="574040"/>
          </a:xfrm>
          <a:prstGeom prst="rect">
            <a:avLst/>
          </a:prstGeom>
          <a:noFill/>
          <a:ln w="9525">
            <a:noFill/>
          </a:ln>
        </p:spPr>
        <p:txBody>
          <a:bodyPr wrap="none" anchor="t">
            <a:spAutoFit/>
          </a:bodyPr>
          <a:lstStyle/>
          <a:p>
            <a:r>
              <a:rPr lang="zh-CN" altLang="en-US" sz="3200" dirty="0">
                <a:latin typeface="黑体" panose="02010609060101010101" pitchFamily="49" charset="-122"/>
                <a:ea typeface="黑体" panose="02010609060101010101" pitchFamily="49" charset="-122"/>
              </a:rPr>
              <a:t>一、图像分割概述</a:t>
            </a:r>
          </a:p>
        </p:txBody>
      </p:sp>
      <p:sp>
        <p:nvSpPr>
          <p:cNvPr id="1048825"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a:p>
        </p:txBody>
      </p:sp>
    </p:spTree>
  </p:cSld>
  <p:clrMapOvr>
    <a:masterClrMapping/>
  </p:clrMapOvr>
  <p:transition spd="slow" advTm="3804">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26" name="TextBox 9"/>
          <p:cNvSpPr txBox="1"/>
          <p:nvPr/>
        </p:nvSpPr>
        <p:spPr>
          <a:xfrm>
            <a:off x="769789" y="1129120"/>
            <a:ext cx="9505056" cy="1920240"/>
          </a:xfrm>
          <a:prstGeom prst="rect">
            <a:avLst/>
          </a:prstGeom>
          <a:noFill/>
          <a:ln w="9525">
            <a:noFill/>
          </a:ln>
        </p:spPr>
        <p:txBody>
          <a:bodyPr wrap="square" anchor="t">
            <a:spAutoFit/>
          </a:bodyPr>
          <a:lstStyle/>
          <a:p>
            <a:pPr>
              <a:lnSpc>
                <a:spcPct val="150000"/>
              </a:lnSpc>
            </a:pPr>
            <a:r>
              <a:rPr lang="zh-CN" altLang="en-US" sz="2000" b="1" dirty="0">
                <a:latin typeface="微软雅黑" panose="020B0503020204020204" pitchFamily="34" charset="-122"/>
                <a:ea typeface="微软雅黑" panose="020B0503020204020204" pitchFamily="34" charset="-122"/>
              </a:rPr>
              <a:t>基于模糊理论的图像分割方法</a:t>
            </a:r>
          </a:p>
          <a:p>
            <a:pPr>
              <a:lnSpc>
                <a:spcPct val="150000"/>
              </a:lnSpc>
            </a:pPr>
            <a:r>
              <a:rPr lang="zh-CN" altLang="en-US" sz="2000" dirty="0">
                <a:latin typeface="微软雅黑" panose="020B0503020204020204" pitchFamily="34" charset="-122"/>
                <a:ea typeface="微软雅黑" panose="020B0503020204020204" pitchFamily="34" charset="-122"/>
              </a:rPr>
              <a:t>模糊阈值分割方法</a:t>
            </a:r>
          </a:p>
          <a:p>
            <a:pPr>
              <a:lnSpc>
                <a:spcPct val="150000"/>
              </a:lnSpc>
            </a:pPr>
            <a:r>
              <a:rPr lang="zh-CN" altLang="en-US" sz="2000" dirty="0">
                <a:latin typeface="微软雅黑" panose="020B0503020204020204" pitchFamily="34" charset="-122"/>
                <a:ea typeface="微软雅黑" panose="020B0503020204020204" pitchFamily="34" charset="-122"/>
              </a:rPr>
              <a:t>模糊聚类分割方法</a:t>
            </a:r>
          </a:p>
          <a:p>
            <a:pPr>
              <a:lnSpc>
                <a:spcPct val="150000"/>
              </a:lnSpc>
            </a:pPr>
            <a:r>
              <a:rPr lang="zh-CN" altLang="en-US" sz="2000" dirty="0">
                <a:latin typeface="微软雅黑" panose="020B0503020204020204" pitchFamily="34" charset="-122"/>
                <a:ea typeface="微软雅黑" panose="020B0503020204020204" pitchFamily="34" charset="-122"/>
              </a:rPr>
              <a:t>模糊连接度分割方法</a:t>
            </a:r>
          </a:p>
        </p:txBody>
      </p:sp>
      <p:sp>
        <p:nvSpPr>
          <p:cNvPr id="1048827" name="TextBox 27"/>
          <p:cNvSpPr txBox="1"/>
          <p:nvPr/>
        </p:nvSpPr>
        <p:spPr>
          <a:xfrm>
            <a:off x="1012825" y="176213"/>
            <a:ext cx="3434081" cy="574040"/>
          </a:xfrm>
          <a:prstGeom prst="rect">
            <a:avLst/>
          </a:prstGeom>
          <a:noFill/>
          <a:ln w="9525">
            <a:noFill/>
          </a:ln>
        </p:spPr>
        <p:txBody>
          <a:bodyPr wrap="none" anchor="t">
            <a:spAutoFit/>
          </a:bodyPr>
          <a:lstStyle/>
          <a:p>
            <a:r>
              <a:rPr lang="zh-CN" altLang="en-US" sz="3200" dirty="0">
                <a:latin typeface="黑体" panose="02010609060101010101" pitchFamily="49" charset="-122"/>
                <a:ea typeface="黑体" panose="02010609060101010101" pitchFamily="49" charset="-122"/>
              </a:rPr>
              <a:t>一、图像分割概述</a:t>
            </a:r>
          </a:p>
        </p:txBody>
      </p:sp>
      <p:sp>
        <p:nvSpPr>
          <p:cNvPr id="1048828"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a:p>
        </p:txBody>
      </p:sp>
    </p:spTree>
  </p:cSld>
  <p:clrMapOvr>
    <a:masterClrMapping/>
  </p:clrMapOvr>
  <p:transition spd="slow" advTm="3804">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29" name="TextBox 9"/>
          <p:cNvSpPr txBox="1"/>
          <p:nvPr/>
        </p:nvSpPr>
        <p:spPr>
          <a:xfrm>
            <a:off x="769789" y="1129120"/>
            <a:ext cx="9505056" cy="3291840"/>
          </a:xfrm>
          <a:prstGeom prst="rect">
            <a:avLst/>
          </a:prstGeom>
          <a:noFill/>
          <a:ln w="9525">
            <a:noFill/>
          </a:ln>
        </p:spPr>
        <p:txBody>
          <a:bodyPr wrap="square" anchor="t">
            <a:spAutoFit/>
          </a:bodyPr>
          <a:lstStyle/>
          <a:p>
            <a:pPr>
              <a:lnSpc>
                <a:spcPct val="150000"/>
              </a:lnSpc>
            </a:pPr>
            <a:r>
              <a:rPr lang="zh-CN" altLang="en-US" sz="2000" b="1" dirty="0">
                <a:latin typeface="微软雅黑" panose="020B0503020204020204" pitchFamily="34" charset="-122"/>
                <a:ea typeface="微软雅黑" panose="020B0503020204020204" pitchFamily="34" charset="-122"/>
              </a:rPr>
              <a:t>模糊阈值技术</a:t>
            </a:r>
          </a:p>
          <a:p>
            <a:pPr>
              <a:lnSpc>
                <a:spcPct val="150000"/>
              </a:lnSpc>
            </a:pPr>
            <a:r>
              <a:rPr lang="zh-CN" altLang="en-US" sz="2000" dirty="0">
                <a:latin typeface="微软雅黑" panose="020B0503020204020204" pitchFamily="34" charset="-122"/>
                <a:ea typeface="微软雅黑" panose="020B0503020204020204" pitchFamily="34" charset="-122"/>
              </a:rPr>
              <a:t>模糊阈值技术利用不同的</a:t>
            </a:r>
            <a:r>
              <a:rPr lang="en-US" altLang="zh-CN" sz="2000" dirty="0">
                <a:latin typeface="微软雅黑" panose="020B0503020204020204" pitchFamily="34" charset="-122"/>
                <a:ea typeface="微软雅黑" panose="020B0503020204020204" pitchFamily="34" charset="-122"/>
              </a:rPr>
              <a:t>s</a:t>
            </a:r>
            <a:r>
              <a:rPr lang="zh-CN" altLang="en-US" sz="2000" dirty="0">
                <a:latin typeface="微软雅黑" panose="020B0503020204020204" pitchFamily="34" charset="-122"/>
                <a:ea typeface="微软雅黑" panose="020B0503020204020204" pitchFamily="34" charset="-122"/>
              </a:rPr>
              <a:t>型隶属函数来定义模糊目标，通过优化过程最后选择一个具有最小不确定性的</a:t>
            </a:r>
            <a:r>
              <a:rPr lang="en-US" altLang="zh-CN" sz="2000" dirty="0">
                <a:latin typeface="微软雅黑" panose="020B0503020204020204" pitchFamily="34" charset="-122"/>
                <a:ea typeface="微软雅黑" panose="020B0503020204020204" pitchFamily="34" charset="-122"/>
              </a:rPr>
              <a:t>s</a:t>
            </a:r>
            <a:r>
              <a:rPr lang="zh-CN" altLang="en-US" sz="2000" dirty="0">
                <a:latin typeface="微软雅黑" panose="020B0503020204020204" pitchFamily="34" charset="-122"/>
                <a:ea typeface="微软雅黑" panose="020B0503020204020204" pitchFamily="34" charset="-122"/>
              </a:rPr>
              <a:t>函数，用该函数增强目标以及属于该目标像素之间的关系。</a:t>
            </a:r>
            <a:endParaRPr lang="en-US" altLang="zh-CN" sz="2000" dirty="0">
              <a:latin typeface="微软雅黑" panose="020B0503020204020204" pitchFamily="34" charset="-122"/>
              <a:ea typeface="微软雅黑" panose="020B0503020204020204" pitchFamily="34" charset="-122"/>
            </a:endParaRPr>
          </a:p>
          <a:p>
            <a:pPr>
              <a:lnSpc>
                <a:spcPct val="150000"/>
              </a:lnSpc>
            </a:pPr>
            <a:endParaRPr lang="zh-CN" altLang="en-US" sz="2000" dirty="0">
              <a:latin typeface="微软雅黑" panose="020B0503020204020204" pitchFamily="34" charset="-122"/>
              <a:ea typeface="微软雅黑" panose="020B0503020204020204" pitchFamily="34" charset="-122"/>
            </a:endParaRPr>
          </a:p>
          <a:p>
            <a:pPr>
              <a:lnSpc>
                <a:spcPct val="150000"/>
              </a:lnSpc>
            </a:pPr>
            <a:r>
              <a:rPr lang="zh-CN" altLang="en-US" sz="2000" dirty="0">
                <a:latin typeface="微软雅黑" panose="020B0503020204020204" pitchFamily="34" charset="-122"/>
                <a:ea typeface="微软雅黑" panose="020B0503020204020204" pitchFamily="34" charset="-122"/>
              </a:rPr>
              <a:t>这样得到的</a:t>
            </a:r>
            <a:r>
              <a:rPr lang="en-US" altLang="zh-CN" sz="2000" dirty="0">
                <a:latin typeface="微软雅黑" panose="020B0503020204020204" pitchFamily="34" charset="-122"/>
                <a:ea typeface="微软雅黑" panose="020B0503020204020204" pitchFamily="34" charset="-122"/>
              </a:rPr>
              <a:t>s</a:t>
            </a:r>
            <a:r>
              <a:rPr lang="zh-CN" altLang="en-US" sz="2000" dirty="0">
                <a:latin typeface="微软雅黑" panose="020B0503020204020204" pitchFamily="34" charset="-122"/>
                <a:ea typeface="微软雅黑" panose="020B0503020204020204" pitchFamily="34" charset="-122"/>
              </a:rPr>
              <a:t>型函数的交叉点为阈值分割需要的阈值。</a:t>
            </a:r>
            <a:endParaRPr lang="en-US" altLang="zh-CN" sz="2000" dirty="0">
              <a:latin typeface="微软雅黑" panose="020B0503020204020204" pitchFamily="34" charset="-122"/>
              <a:ea typeface="微软雅黑" panose="020B0503020204020204" pitchFamily="34" charset="-122"/>
            </a:endParaRPr>
          </a:p>
          <a:p>
            <a:pPr>
              <a:lnSpc>
                <a:spcPct val="150000"/>
              </a:lnSpc>
            </a:pPr>
            <a:endParaRPr lang="zh-CN" altLang="en-US" sz="2000" dirty="0">
              <a:latin typeface="微软雅黑" panose="020B0503020204020204" pitchFamily="34" charset="-122"/>
              <a:ea typeface="微软雅黑" panose="020B0503020204020204" pitchFamily="34" charset="-122"/>
            </a:endParaRPr>
          </a:p>
          <a:p>
            <a:pPr>
              <a:lnSpc>
                <a:spcPct val="150000"/>
              </a:lnSpc>
            </a:pPr>
            <a:r>
              <a:rPr lang="zh-CN" altLang="en-US" sz="2000" dirty="0">
                <a:latin typeface="微软雅黑" panose="020B0503020204020204" pitchFamily="34" charset="-122"/>
                <a:ea typeface="微软雅黑" panose="020B0503020204020204" pitchFamily="34" charset="-122"/>
              </a:rPr>
              <a:t>这种方法的困难在于隶属函数的选择。</a:t>
            </a:r>
          </a:p>
        </p:txBody>
      </p:sp>
      <p:sp>
        <p:nvSpPr>
          <p:cNvPr id="1048830" name="TextBox 27"/>
          <p:cNvSpPr txBox="1"/>
          <p:nvPr/>
        </p:nvSpPr>
        <p:spPr>
          <a:xfrm>
            <a:off x="1012825" y="176213"/>
            <a:ext cx="3434081" cy="574040"/>
          </a:xfrm>
          <a:prstGeom prst="rect">
            <a:avLst/>
          </a:prstGeom>
          <a:noFill/>
          <a:ln w="9525">
            <a:noFill/>
          </a:ln>
        </p:spPr>
        <p:txBody>
          <a:bodyPr wrap="none" anchor="t">
            <a:spAutoFit/>
          </a:bodyPr>
          <a:lstStyle/>
          <a:p>
            <a:r>
              <a:rPr lang="zh-CN" altLang="en-US" sz="3200" dirty="0">
                <a:latin typeface="黑体" panose="02010609060101010101" pitchFamily="49" charset="-122"/>
                <a:ea typeface="黑体" panose="02010609060101010101" pitchFamily="49" charset="-122"/>
              </a:rPr>
              <a:t>一、图像分割概述</a:t>
            </a:r>
          </a:p>
        </p:txBody>
      </p:sp>
      <p:sp>
        <p:nvSpPr>
          <p:cNvPr id="1048831"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a:p>
        </p:txBody>
      </p:sp>
    </p:spTree>
  </p:cSld>
  <p:clrMapOvr>
    <a:masterClrMapping/>
  </p:clrMapOvr>
  <p:transition spd="slow" advTm="3804">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32" name="TextBox 9"/>
          <p:cNvSpPr txBox="1"/>
          <p:nvPr/>
        </p:nvSpPr>
        <p:spPr>
          <a:xfrm>
            <a:off x="769789" y="1129120"/>
            <a:ext cx="10225136" cy="3291840"/>
          </a:xfrm>
          <a:prstGeom prst="rect">
            <a:avLst/>
          </a:prstGeom>
          <a:noFill/>
          <a:ln w="9525">
            <a:noFill/>
          </a:ln>
        </p:spPr>
        <p:txBody>
          <a:bodyPr wrap="square" anchor="t">
            <a:spAutoFit/>
          </a:bodyPr>
          <a:lstStyle/>
          <a:p>
            <a:pPr>
              <a:lnSpc>
                <a:spcPct val="150000"/>
              </a:lnSpc>
            </a:pPr>
            <a:r>
              <a:rPr lang="zh-CN" altLang="en-US" sz="2000" b="1" dirty="0">
                <a:latin typeface="微软雅黑" panose="020B0503020204020204" pitchFamily="34" charset="-122"/>
                <a:ea typeface="微软雅黑" panose="020B0503020204020204" pitchFamily="34" charset="-122"/>
              </a:rPr>
              <a:t>模糊</a:t>
            </a:r>
            <a:r>
              <a:rPr lang="en-US" altLang="zh-CN" sz="2000" b="1" dirty="0">
                <a:latin typeface="微软雅黑" panose="020B0503020204020204" pitchFamily="34" charset="-122"/>
                <a:ea typeface="微软雅黑" panose="020B0503020204020204" pitchFamily="34" charset="-122"/>
              </a:rPr>
              <a:t>c</a:t>
            </a:r>
            <a:r>
              <a:rPr lang="zh-CN" altLang="en-US" sz="2000" b="1" dirty="0">
                <a:latin typeface="微软雅黑" panose="020B0503020204020204" pitchFamily="34" charset="-122"/>
                <a:ea typeface="微软雅黑" panose="020B0503020204020204" pitchFamily="34" charset="-122"/>
              </a:rPr>
              <a:t>均值聚类</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FCM</a:t>
            </a:r>
            <a:r>
              <a:rPr lang="zh-CN" altLang="en-US"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a:lnSpc>
                <a:spcPct val="150000"/>
              </a:lnSpc>
            </a:pPr>
            <a:r>
              <a:rPr lang="zh-CN" altLang="en-US" sz="2000" dirty="0">
                <a:latin typeface="微软雅黑" panose="020B0503020204020204" pitchFamily="34" charset="-122"/>
                <a:ea typeface="微软雅黑" panose="020B0503020204020204" pitchFamily="34" charset="-122"/>
              </a:rPr>
              <a:t>通过优化表示图像像素点与各个类中心之间的相似性的目标函数来获得局部极大值，从而得到最优聚类。这种方法计算量大，不具备实时性，另外算法中的一些重要参数，如加权指数、类别数等的最优取定方法尚无理论指导。</a:t>
            </a:r>
            <a:endParaRPr lang="en-US" altLang="zh-CN" sz="2000" dirty="0">
              <a:latin typeface="微软雅黑" panose="020B0503020204020204" pitchFamily="34" charset="-122"/>
              <a:ea typeface="微软雅黑" panose="020B0503020204020204" pitchFamily="34" charset="-122"/>
            </a:endParaRPr>
          </a:p>
          <a:p>
            <a:pPr>
              <a:lnSpc>
                <a:spcPct val="150000"/>
              </a:lnSpc>
            </a:pPr>
            <a:endParaRPr lang="zh-CN" altLang="en-US" sz="2000" dirty="0">
              <a:latin typeface="微软雅黑" panose="020B0503020204020204" pitchFamily="34" charset="-122"/>
              <a:ea typeface="微软雅黑" panose="020B0503020204020204" pitchFamily="34" charset="-122"/>
            </a:endParaRPr>
          </a:p>
          <a:p>
            <a:pPr>
              <a:lnSpc>
                <a:spcPct val="150000"/>
              </a:lnSpc>
            </a:pPr>
            <a:r>
              <a:rPr lang="en-US" altLang="zh-CN" sz="2000" dirty="0" err="1">
                <a:latin typeface="微软雅黑" panose="020B0503020204020204" pitchFamily="34" charset="-122"/>
                <a:ea typeface="微软雅黑" panose="020B0503020204020204" pitchFamily="34" charset="-122"/>
              </a:rPr>
              <a:t>J.Udupa</a:t>
            </a:r>
            <a:r>
              <a:rPr lang="zh-CN" altLang="en-US" sz="2000" dirty="0">
                <a:latin typeface="微软雅黑" panose="020B0503020204020204" pitchFamily="34" charset="-122"/>
                <a:ea typeface="微软雅黑" panose="020B0503020204020204" pitchFamily="34" charset="-122"/>
              </a:rPr>
              <a:t>提出了模糊连接度的概念刻划目标对象，他认为目标是以某种凝聚力凝聚在一起而形成物体的，他们提出的方法在图像的分割问题中得到了较好的结果。</a:t>
            </a:r>
          </a:p>
        </p:txBody>
      </p:sp>
      <p:sp>
        <p:nvSpPr>
          <p:cNvPr id="1048833" name="TextBox 27"/>
          <p:cNvSpPr txBox="1"/>
          <p:nvPr/>
        </p:nvSpPr>
        <p:spPr>
          <a:xfrm>
            <a:off x="1012825" y="176213"/>
            <a:ext cx="3434081" cy="574040"/>
          </a:xfrm>
          <a:prstGeom prst="rect">
            <a:avLst/>
          </a:prstGeom>
          <a:noFill/>
          <a:ln w="9525">
            <a:noFill/>
          </a:ln>
        </p:spPr>
        <p:txBody>
          <a:bodyPr wrap="none" anchor="t">
            <a:spAutoFit/>
          </a:bodyPr>
          <a:lstStyle/>
          <a:p>
            <a:r>
              <a:rPr lang="zh-CN" altLang="en-US" sz="3200" dirty="0">
                <a:latin typeface="黑体" panose="02010609060101010101" pitchFamily="49" charset="-122"/>
                <a:ea typeface="黑体" panose="02010609060101010101" pitchFamily="49" charset="-122"/>
              </a:rPr>
              <a:t>一、图像分割概述</a:t>
            </a:r>
          </a:p>
        </p:txBody>
      </p:sp>
      <p:sp>
        <p:nvSpPr>
          <p:cNvPr id="1048834"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a:p>
        </p:txBody>
      </p:sp>
    </p:spTree>
  </p:cSld>
  <p:clrMapOvr>
    <a:masterClrMapping/>
  </p:clrMapOvr>
  <p:transition spd="slow" advTm="3804">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35" name="TextBox 9"/>
          <p:cNvSpPr txBox="1"/>
          <p:nvPr/>
        </p:nvSpPr>
        <p:spPr>
          <a:xfrm>
            <a:off x="769789" y="1129120"/>
            <a:ext cx="9505056" cy="1938992"/>
          </a:xfrm>
          <a:prstGeom prst="rect">
            <a:avLst/>
          </a:prstGeom>
          <a:noFill/>
          <a:ln w="9525">
            <a:noFill/>
          </a:ln>
        </p:spPr>
        <p:txBody>
          <a:bodyPr wrap="square" anchor="t">
            <a:spAutoFit/>
          </a:bodyPr>
          <a:lstStyle/>
          <a:p>
            <a:pPr>
              <a:lnSpc>
                <a:spcPct val="150000"/>
              </a:lnSpc>
            </a:pPr>
            <a:r>
              <a:rPr lang="zh-CN" altLang="en-US" sz="2000" b="1" dirty="0">
                <a:latin typeface="微软雅黑" panose="020B0503020204020204" pitchFamily="34" charset="-122"/>
                <a:ea typeface="微软雅黑" panose="020B0503020204020204" pitchFamily="34" charset="-122"/>
              </a:rPr>
              <a:t>基于模糊连接的图像分割示例</a:t>
            </a:r>
          </a:p>
          <a:p>
            <a:pPr>
              <a:lnSpc>
                <a:spcPct val="150000"/>
              </a:lnSpc>
            </a:pPr>
            <a:r>
              <a:rPr lang="en-US" altLang="zh-CN" sz="2000" dirty="0">
                <a:latin typeface="微软雅黑" panose="020B0503020204020204" pitchFamily="34" charset="-122"/>
                <a:ea typeface="微软雅黑" panose="020B0503020204020204" pitchFamily="34" charset="-122"/>
              </a:rPr>
              <a:t>(a)</a:t>
            </a:r>
            <a:r>
              <a:rPr lang="zh-CN" altLang="en-US" sz="2000" dirty="0">
                <a:latin typeface="微软雅黑" panose="020B0503020204020204" pitchFamily="34" charset="-122"/>
                <a:ea typeface="微软雅黑" panose="020B0503020204020204" pitchFamily="34" charset="-122"/>
              </a:rPr>
              <a:t>为大脑的</a:t>
            </a:r>
            <a:r>
              <a:rPr lang="en-US" altLang="zh-CN" sz="2000" dirty="0">
                <a:latin typeface="微软雅黑" panose="020B0503020204020204" pitchFamily="34" charset="-122"/>
                <a:ea typeface="微软雅黑" panose="020B0503020204020204" pitchFamily="34" charset="-122"/>
              </a:rPr>
              <a:t>T2</a:t>
            </a:r>
            <a:r>
              <a:rPr lang="zh-CN" altLang="en-US" sz="2000" dirty="0">
                <a:latin typeface="微软雅黑" panose="020B0503020204020204" pitchFamily="34" charset="-122"/>
                <a:ea typeface="微软雅黑" panose="020B0503020204020204" pitchFamily="34" charset="-122"/>
              </a:rPr>
              <a:t>加权</a:t>
            </a:r>
            <a:r>
              <a:rPr lang="en-US" altLang="zh-CN" sz="2000" dirty="0">
                <a:latin typeface="微软雅黑" panose="020B0503020204020204" pitchFamily="34" charset="-122"/>
                <a:ea typeface="微软雅黑" panose="020B0503020204020204" pitchFamily="34" charset="-122"/>
              </a:rPr>
              <a:t>MR</a:t>
            </a:r>
            <a:r>
              <a:rPr lang="zh-CN" altLang="en-US" sz="2000" dirty="0">
                <a:latin typeface="微软雅黑" panose="020B0503020204020204" pitchFamily="34" charset="-122"/>
                <a:ea typeface="微软雅黑" panose="020B0503020204020204" pitchFamily="34" charset="-122"/>
              </a:rPr>
              <a:t>图像，分辨率为</a:t>
            </a:r>
            <a:r>
              <a:rPr lang="en-US" altLang="zh-CN" sz="2000" dirty="0">
                <a:latin typeface="微软雅黑" panose="020B0503020204020204" pitchFamily="34" charset="-122"/>
                <a:ea typeface="微软雅黑" panose="020B0503020204020204" pitchFamily="34" charset="-122"/>
              </a:rPr>
              <a:t>256×256×16</a:t>
            </a:r>
            <a:r>
              <a:rPr lang="zh-CN" altLang="en-US" sz="2000" dirty="0">
                <a:latin typeface="微软雅黑" panose="020B0503020204020204" pitchFamily="34" charset="-122"/>
                <a:ea typeface="微软雅黑" panose="020B0503020204020204" pitchFamily="34" charset="-122"/>
              </a:rPr>
              <a:t>位，种子点的位置如图中箭头所示，目标物体为图像中间的脑；</a:t>
            </a:r>
            <a:r>
              <a:rPr lang="en-US" altLang="zh-CN" sz="2000" dirty="0">
                <a:latin typeface="微软雅黑" panose="020B0503020204020204" pitchFamily="34" charset="-122"/>
                <a:ea typeface="微软雅黑" panose="020B0503020204020204" pitchFamily="34" charset="-122"/>
              </a:rPr>
              <a:t>(b)</a:t>
            </a:r>
            <a:r>
              <a:rPr lang="zh-CN" altLang="en-US" sz="2000" dirty="0">
                <a:latin typeface="微软雅黑" panose="020B0503020204020204" pitchFamily="34" charset="-122"/>
                <a:ea typeface="微软雅黑" panose="020B0503020204020204" pitchFamily="34" charset="-122"/>
              </a:rPr>
              <a:t>选择低阈值的分割结果</a:t>
            </a:r>
            <a:r>
              <a:rPr lang="en-US" altLang="zh-CN" sz="2000" dirty="0">
                <a:latin typeface="微软雅黑" panose="020B0503020204020204" pitchFamily="34" charset="-122"/>
                <a:ea typeface="微软雅黑" panose="020B0503020204020204" pitchFamily="34" charset="-122"/>
              </a:rPr>
              <a:t> x=0.33</a:t>
            </a:r>
            <a:r>
              <a:rPr lang="zh-CN" altLang="en-US" sz="2000" dirty="0">
                <a:latin typeface="微软雅黑" panose="020B0503020204020204" pitchFamily="34" charset="-122"/>
                <a:ea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rPr>
              <a:t>c</a:t>
            </a:r>
            <a:r>
              <a:rPr lang="zh-CN" altLang="en-US" sz="2000" dirty="0">
                <a:latin typeface="微软雅黑" panose="020B0503020204020204" pitchFamily="34" charset="-122"/>
                <a:ea typeface="微软雅黑" panose="020B0503020204020204" pitchFamily="34" charset="-122"/>
              </a:rPr>
              <a:t>）选择高阈值的分割结果：</a:t>
            </a:r>
            <a:r>
              <a:rPr lang="en-US" altLang="zh-CN" sz="2000" dirty="0">
                <a:latin typeface="微软雅黑" panose="020B0503020204020204" pitchFamily="34" charset="-122"/>
                <a:ea typeface="微软雅黑" panose="020B0503020204020204" pitchFamily="34" charset="-122"/>
              </a:rPr>
              <a:t>x=0.74</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(d)</a:t>
            </a:r>
            <a:r>
              <a:rPr lang="zh-CN" altLang="en-US" sz="2000" dirty="0">
                <a:latin typeface="微软雅黑" panose="020B0503020204020204" pitchFamily="34" charset="-122"/>
                <a:ea typeface="微软雅黑" panose="020B0503020204020204" pitchFamily="34" charset="-122"/>
              </a:rPr>
              <a:t>选择合适阈值的分割结果：</a:t>
            </a:r>
            <a:r>
              <a:rPr lang="en-US" altLang="zh-CN" sz="2000" dirty="0">
                <a:latin typeface="微软雅黑" panose="020B0503020204020204" pitchFamily="34" charset="-122"/>
                <a:ea typeface="微软雅黑" panose="020B0503020204020204" pitchFamily="34" charset="-122"/>
              </a:rPr>
              <a:t>x=0.54</a:t>
            </a:r>
            <a:endParaRPr lang="zh-CN" altLang="en-US" sz="2000" dirty="0">
              <a:latin typeface="微软雅黑" panose="020B0503020204020204" pitchFamily="34" charset="-122"/>
              <a:ea typeface="微软雅黑" panose="020B0503020204020204" pitchFamily="34" charset="-122"/>
            </a:endParaRPr>
          </a:p>
        </p:txBody>
      </p:sp>
      <p:pic>
        <p:nvPicPr>
          <p:cNvPr id="2097175" name="图片 1"/>
          <p:cNvPicPr>
            <a:picLocks noChangeAspect="1"/>
          </p:cNvPicPr>
          <p:nvPr/>
        </p:nvPicPr>
        <p:blipFill>
          <a:blip r:embed="rId2"/>
          <a:stretch>
            <a:fillRect/>
          </a:stretch>
        </p:blipFill>
        <p:spPr>
          <a:xfrm>
            <a:off x="747624" y="3212976"/>
            <a:ext cx="9896475" cy="3019425"/>
          </a:xfrm>
          <a:prstGeom prst="rect">
            <a:avLst/>
          </a:prstGeom>
        </p:spPr>
      </p:pic>
      <p:sp>
        <p:nvSpPr>
          <p:cNvPr id="1048836" name="TextBox 27"/>
          <p:cNvSpPr txBox="1"/>
          <p:nvPr/>
        </p:nvSpPr>
        <p:spPr>
          <a:xfrm>
            <a:off x="1012825" y="176213"/>
            <a:ext cx="3434081" cy="574040"/>
          </a:xfrm>
          <a:prstGeom prst="rect">
            <a:avLst/>
          </a:prstGeom>
          <a:noFill/>
          <a:ln w="9525">
            <a:noFill/>
          </a:ln>
        </p:spPr>
        <p:txBody>
          <a:bodyPr wrap="none" anchor="t">
            <a:spAutoFit/>
          </a:bodyPr>
          <a:lstStyle/>
          <a:p>
            <a:r>
              <a:rPr lang="zh-CN" altLang="en-US" sz="3200" dirty="0">
                <a:latin typeface="黑体" panose="02010609060101010101" pitchFamily="49" charset="-122"/>
                <a:ea typeface="黑体" panose="02010609060101010101" pitchFamily="49" charset="-122"/>
              </a:rPr>
              <a:t>一、图像分割概述</a:t>
            </a:r>
          </a:p>
        </p:txBody>
      </p:sp>
      <p:sp>
        <p:nvSpPr>
          <p:cNvPr id="1048837"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a:p>
        </p:txBody>
      </p:sp>
    </p:spTree>
  </p:cSld>
  <p:clrMapOvr>
    <a:masterClrMapping/>
  </p:clrMapOvr>
  <p:transition spd="slow" advTm="3804">
    <p:fad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38" name="TextBox 9"/>
          <p:cNvSpPr txBox="1"/>
          <p:nvPr/>
        </p:nvSpPr>
        <p:spPr>
          <a:xfrm>
            <a:off x="769789" y="1129120"/>
            <a:ext cx="10009112" cy="1938992"/>
          </a:xfrm>
          <a:prstGeom prst="rect">
            <a:avLst/>
          </a:prstGeom>
          <a:noFill/>
          <a:ln w="9525">
            <a:noFill/>
          </a:ln>
        </p:spPr>
        <p:txBody>
          <a:bodyPr wrap="square" anchor="t">
            <a:spAutoFit/>
          </a:bodyPr>
          <a:lstStyle/>
          <a:p>
            <a:pPr>
              <a:lnSpc>
                <a:spcPct val="150000"/>
              </a:lnSpc>
            </a:pPr>
            <a:r>
              <a:rPr lang="zh-CN" altLang="en-US" sz="2000" b="1" dirty="0">
                <a:latin typeface="微软雅黑" panose="020B0503020204020204" pitchFamily="34" charset="-122"/>
                <a:ea typeface="微软雅黑" panose="020B0503020204020204" pitchFamily="34" charset="-122"/>
              </a:rPr>
              <a:t>基于神经网络的方法</a:t>
            </a:r>
          </a:p>
          <a:p>
            <a:pPr>
              <a:lnSpc>
                <a:spcPct val="150000"/>
              </a:lnSpc>
            </a:pPr>
            <a:r>
              <a:rPr lang="zh-CN" altLang="en-US" sz="2000" dirty="0">
                <a:latin typeface="微软雅黑" panose="020B0503020204020204" pitchFamily="34" charset="-122"/>
                <a:ea typeface="微软雅黑" panose="020B0503020204020204" pitchFamily="34" charset="-122"/>
              </a:rPr>
              <a:t>在八十年代后期，在图像处理、模式识别和计算机视觉的主流领域，受到人工智能发展的影响，出现了将更高层次的推理机制用于识别系统的做法。这种思路也开始影响图像分割方法，在解决具体的医学问题时，出现了基于神经网络模型（</a:t>
            </a:r>
            <a:r>
              <a:rPr lang="en-US" altLang="zh-CN" sz="2000" dirty="0">
                <a:latin typeface="微软雅黑" panose="020B0503020204020204" pitchFamily="34" charset="-122"/>
                <a:ea typeface="微软雅黑" panose="020B0503020204020204" pitchFamily="34" charset="-122"/>
              </a:rPr>
              <a:t>ANN</a:t>
            </a:r>
            <a:r>
              <a:rPr lang="zh-CN" altLang="en-US" sz="2000" dirty="0">
                <a:latin typeface="微软雅黑" panose="020B0503020204020204" pitchFamily="34" charset="-122"/>
                <a:ea typeface="微软雅黑" panose="020B0503020204020204" pitchFamily="34" charset="-122"/>
              </a:rPr>
              <a:t>）的方法。</a:t>
            </a:r>
          </a:p>
        </p:txBody>
      </p:sp>
      <p:pic>
        <p:nvPicPr>
          <p:cNvPr id="2097176" name="图片 2"/>
          <p:cNvPicPr>
            <a:picLocks noChangeAspect="1"/>
          </p:cNvPicPr>
          <p:nvPr/>
        </p:nvPicPr>
        <p:blipFill>
          <a:blip r:embed="rId2"/>
          <a:stretch>
            <a:fillRect/>
          </a:stretch>
        </p:blipFill>
        <p:spPr>
          <a:xfrm>
            <a:off x="1489869" y="3429000"/>
            <a:ext cx="8553450" cy="2857500"/>
          </a:xfrm>
          <a:prstGeom prst="rect">
            <a:avLst/>
          </a:prstGeom>
        </p:spPr>
      </p:pic>
      <p:sp>
        <p:nvSpPr>
          <p:cNvPr id="1048839" name="TextBox 27"/>
          <p:cNvSpPr txBox="1"/>
          <p:nvPr/>
        </p:nvSpPr>
        <p:spPr>
          <a:xfrm>
            <a:off x="1012825" y="176213"/>
            <a:ext cx="3434081" cy="574040"/>
          </a:xfrm>
          <a:prstGeom prst="rect">
            <a:avLst/>
          </a:prstGeom>
          <a:noFill/>
          <a:ln w="9525">
            <a:noFill/>
          </a:ln>
        </p:spPr>
        <p:txBody>
          <a:bodyPr wrap="none" anchor="t">
            <a:spAutoFit/>
          </a:bodyPr>
          <a:lstStyle/>
          <a:p>
            <a:r>
              <a:rPr lang="zh-CN" altLang="en-US" sz="3200" dirty="0">
                <a:latin typeface="黑体" panose="02010609060101010101" pitchFamily="49" charset="-122"/>
                <a:ea typeface="黑体" panose="02010609060101010101" pitchFamily="49" charset="-122"/>
              </a:rPr>
              <a:t>一、图像分割概述</a:t>
            </a:r>
          </a:p>
        </p:txBody>
      </p:sp>
      <p:sp>
        <p:nvSpPr>
          <p:cNvPr id="1048840"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a:p>
        </p:txBody>
      </p:sp>
    </p:spTree>
  </p:cSld>
  <p:clrMapOvr>
    <a:masterClrMapping/>
  </p:clrMapOvr>
  <p:transition spd="slow" advTm="3804">
    <p:fad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41" name="TextBox 9"/>
          <p:cNvSpPr txBox="1"/>
          <p:nvPr/>
        </p:nvSpPr>
        <p:spPr>
          <a:xfrm>
            <a:off x="769789" y="1129120"/>
            <a:ext cx="9505056" cy="3291840"/>
          </a:xfrm>
          <a:prstGeom prst="rect">
            <a:avLst/>
          </a:prstGeom>
          <a:noFill/>
          <a:ln w="9525">
            <a:noFill/>
          </a:ln>
        </p:spPr>
        <p:txBody>
          <a:bodyPr wrap="square" anchor="t">
            <a:spAutoFit/>
          </a:bodyPr>
          <a:lstStyle/>
          <a:p>
            <a:pPr>
              <a:lnSpc>
                <a:spcPct val="150000"/>
              </a:lnSpc>
            </a:pPr>
            <a:r>
              <a:rPr lang="zh-CN" altLang="en-US" sz="2000" b="1" dirty="0">
                <a:latin typeface="微软雅黑" panose="020B0503020204020204" pitchFamily="34" charset="-122"/>
                <a:ea typeface="微软雅黑" panose="020B0503020204020204" pitchFamily="34" charset="-122"/>
              </a:rPr>
              <a:t>基于数学形态学的方法</a:t>
            </a:r>
          </a:p>
          <a:p>
            <a:pPr>
              <a:lnSpc>
                <a:spcPct val="150000"/>
              </a:lnSpc>
            </a:pPr>
            <a:r>
              <a:rPr lang="zh-CN" altLang="en-US" sz="2000" dirty="0">
                <a:latin typeface="微软雅黑" panose="020B0503020204020204" pitchFamily="34" charset="-122"/>
                <a:ea typeface="微软雅黑" panose="020B0503020204020204" pitchFamily="34" charset="-122"/>
              </a:rPr>
              <a:t>数学形态学在图像处理中的应用近年来日渐受到重视，更多的系统都采用形态学算子来对图像进行预处理或后处理。</a:t>
            </a:r>
            <a:endParaRPr lang="en-US" altLang="zh-CN" sz="2000" dirty="0">
              <a:latin typeface="微软雅黑" panose="020B0503020204020204" pitchFamily="34" charset="-122"/>
              <a:ea typeface="微软雅黑" panose="020B0503020204020204" pitchFamily="34" charset="-122"/>
            </a:endParaRPr>
          </a:p>
          <a:p>
            <a:pPr>
              <a:lnSpc>
                <a:spcPct val="150000"/>
              </a:lnSpc>
            </a:pPr>
            <a:r>
              <a:rPr lang="zh-CN" altLang="en-US" sz="2000" dirty="0">
                <a:latin typeface="微软雅黑" panose="020B0503020204020204" pitchFamily="34" charset="-122"/>
                <a:ea typeface="微软雅黑" panose="020B0503020204020204" pitchFamily="34" charset="-122"/>
              </a:rPr>
              <a:t>形态学图像处理以在图像中移动一个结构元素并进行卷积的方式进行，结构元素可以具有任意大小。</a:t>
            </a:r>
          </a:p>
          <a:p>
            <a:pPr>
              <a:lnSpc>
                <a:spcPct val="150000"/>
              </a:lnSpc>
            </a:pPr>
            <a:r>
              <a:rPr lang="zh-CN" altLang="en-US" sz="2000" dirty="0">
                <a:latin typeface="微软雅黑" panose="020B0503020204020204" pitchFamily="34" charset="-122"/>
                <a:ea typeface="微软雅黑" panose="020B0503020204020204" pitchFamily="34" charset="-122"/>
              </a:rPr>
              <a:t>基本的形态学操作是腐蚀和膨胀，他们的一些基本运算相互结合，以产生复杂的效果，而且他们适合于用相应的硬件构造查找表实现。</a:t>
            </a:r>
          </a:p>
        </p:txBody>
      </p:sp>
      <p:pic>
        <p:nvPicPr>
          <p:cNvPr id="2097177" name="图片 1"/>
          <p:cNvPicPr>
            <a:picLocks noChangeAspect="1"/>
          </p:cNvPicPr>
          <p:nvPr/>
        </p:nvPicPr>
        <p:blipFill>
          <a:blip r:embed="rId2"/>
          <a:stretch>
            <a:fillRect/>
          </a:stretch>
        </p:blipFill>
        <p:spPr>
          <a:xfrm>
            <a:off x="1201837" y="4464556"/>
            <a:ext cx="8963025" cy="2057400"/>
          </a:xfrm>
          <a:prstGeom prst="rect">
            <a:avLst/>
          </a:prstGeom>
        </p:spPr>
      </p:pic>
      <p:sp>
        <p:nvSpPr>
          <p:cNvPr id="1048842" name="TextBox 27"/>
          <p:cNvSpPr txBox="1"/>
          <p:nvPr/>
        </p:nvSpPr>
        <p:spPr>
          <a:xfrm>
            <a:off x="1012825" y="176213"/>
            <a:ext cx="3434081" cy="574040"/>
          </a:xfrm>
          <a:prstGeom prst="rect">
            <a:avLst/>
          </a:prstGeom>
          <a:noFill/>
          <a:ln w="9525">
            <a:noFill/>
          </a:ln>
        </p:spPr>
        <p:txBody>
          <a:bodyPr wrap="none" anchor="t">
            <a:spAutoFit/>
          </a:bodyPr>
          <a:lstStyle/>
          <a:p>
            <a:r>
              <a:rPr lang="zh-CN" altLang="en-US" sz="3200" dirty="0">
                <a:latin typeface="黑体" panose="02010609060101010101" pitchFamily="49" charset="-122"/>
                <a:ea typeface="黑体" panose="02010609060101010101" pitchFamily="49" charset="-122"/>
              </a:rPr>
              <a:t>一、图像分割概述</a:t>
            </a:r>
          </a:p>
        </p:txBody>
      </p:sp>
      <p:sp>
        <p:nvSpPr>
          <p:cNvPr id="1048843"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a:p>
        </p:txBody>
      </p:sp>
    </p:spTree>
  </p:cSld>
  <p:clrMapOvr>
    <a:masterClrMapping/>
  </p:clrMapOvr>
  <p:transition spd="slow" advTm="3804">
    <p:fad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44" name="TextBox 9"/>
          <p:cNvSpPr txBox="1"/>
          <p:nvPr/>
        </p:nvSpPr>
        <p:spPr>
          <a:xfrm>
            <a:off x="769789" y="1129120"/>
            <a:ext cx="9505056" cy="3291840"/>
          </a:xfrm>
          <a:prstGeom prst="rect">
            <a:avLst/>
          </a:prstGeom>
          <a:noFill/>
          <a:ln w="9525">
            <a:noFill/>
          </a:ln>
        </p:spPr>
        <p:txBody>
          <a:bodyPr wrap="square" anchor="t">
            <a:spAutoFit/>
          </a:bodyPr>
          <a:lstStyle/>
          <a:p>
            <a:pPr>
              <a:lnSpc>
                <a:spcPct val="150000"/>
              </a:lnSpc>
            </a:pPr>
            <a:r>
              <a:rPr lang="zh-CN" altLang="en-US" sz="2000" b="1" dirty="0">
                <a:latin typeface="微软雅黑" panose="020B0503020204020204" pitchFamily="34" charset="-122"/>
                <a:ea typeface="微软雅黑" panose="020B0503020204020204" pitchFamily="34" charset="-122"/>
              </a:rPr>
              <a:t>水域分割（</a:t>
            </a:r>
            <a:r>
              <a:rPr lang="en-US" altLang="zh-CN" sz="2000" b="1" dirty="0">
                <a:latin typeface="微软雅黑" panose="020B0503020204020204" pitchFamily="34" charset="-122"/>
                <a:ea typeface="微软雅黑" panose="020B0503020204020204" pitchFamily="34" charset="-122"/>
              </a:rPr>
              <a:t>watershed</a:t>
            </a:r>
            <a:r>
              <a:rPr lang="zh-CN" altLang="en-US" sz="2000" b="1" dirty="0">
                <a:latin typeface="微软雅黑" panose="020B0503020204020204" pitchFamily="34" charset="-122"/>
                <a:ea typeface="微软雅黑" panose="020B0503020204020204" pitchFamily="34" charset="-122"/>
              </a:rPr>
              <a:t>）</a:t>
            </a:r>
          </a:p>
          <a:p>
            <a:pPr>
              <a:lnSpc>
                <a:spcPct val="150000"/>
              </a:lnSpc>
            </a:pPr>
            <a:r>
              <a:rPr lang="zh-CN" altLang="en-US" sz="2000" dirty="0">
                <a:latin typeface="微软雅黑" panose="020B0503020204020204" pitchFamily="34" charset="-122"/>
                <a:ea typeface="微软雅黑" panose="020B0503020204020204" pitchFamily="34" charset="-122"/>
              </a:rPr>
              <a:t>它将梯度幅值图像看成一幅地形图，而梯度幅值对应海拔高度，图像中不同梯</a:t>
            </a:r>
          </a:p>
          <a:p>
            <a:pPr>
              <a:lnSpc>
                <a:spcPct val="150000"/>
              </a:lnSpc>
            </a:pPr>
            <a:r>
              <a:rPr lang="zh-CN" altLang="en-US" sz="2000" dirty="0">
                <a:latin typeface="微软雅黑" panose="020B0503020204020204" pitchFamily="34" charset="-122"/>
                <a:ea typeface="微软雅黑" panose="020B0503020204020204" pitchFamily="34" charset="-122"/>
              </a:rPr>
              <a:t>度值的区域就对应于山峰和山谷间分水岭。设想在各个局部极小值点的位置打一个</a:t>
            </a:r>
          </a:p>
          <a:p>
            <a:pPr>
              <a:lnSpc>
                <a:spcPct val="150000"/>
              </a:lnSpc>
            </a:pPr>
            <a:r>
              <a:rPr lang="zh-CN" altLang="en-US" sz="2000" dirty="0">
                <a:latin typeface="微软雅黑" panose="020B0503020204020204" pitchFamily="34" charset="-122"/>
                <a:ea typeface="微软雅黑" panose="020B0503020204020204" pitchFamily="34" charset="-122"/>
              </a:rPr>
              <a:t>洞，然后将地形图逐渐浸入一个湖中，全局极小值点的盆地先进水；</a:t>
            </a:r>
          </a:p>
          <a:p>
            <a:pPr>
              <a:lnSpc>
                <a:spcPct val="150000"/>
              </a:lnSpc>
            </a:pPr>
            <a:r>
              <a:rPr lang="zh-CN" altLang="en-US" sz="2000" dirty="0">
                <a:latin typeface="微软雅黑" panose="020B0503020204020204" pitchFamily="34" charset="-122"/>
                <a:ea typeface="微软雅黑" panose="020B0503020204020204" pitchFamily="34" charset="-122"/>
              </a:rPr>
              <a:t>水位逐渐升高漫过盆地，当相邻两个盆地的水即将合并时，这时在两个盆地间</a:t>
            </a:r>
          </a:p>
          <a:p>
            <a:pPr>
              <a:lnSpc>
                <a:spcPct val="150000"/>
              </a:lnSpc>
            </a:pPr>
            <a:r>
              <a:rPr lang="zh-CN" altLang="en-US" sz="2000" dirty="0">
                <a:latin typeface="微软雅黑" panose="020B0503020204020204" pitchFamily="34" charset="-122"/>
                <a:ea typeface="微软雅黑" panose="020B0503020204020204" pitchFamily="34" charset="-122"/>
              </a:rPr>
              <a:t>建坝拦截。此过程将图像划分为许多个山谷盆地，分水岭就是分隔这些盆地的堤坝。</a:t>
            </a:r>
          </a:p>
          <a:p>
            <a:pPr>
              <a:lnSpc>
                <a:spcPct val="150000"/>
              </a:lnSpc>
            </a:pPr>
            <a:endParaRPr lang="zh-CN" altLang="en-US" sz="2000" dirty="0">
              <a:latin typeface="微软雅黑" panose="020B0503020204020204" pitchFamily="34" charset="-122"/>
              <a:ea typeface="微软雅黑" panose="020B0503020204020204" pitchFamily="34" charset="-122"/>
            </a:endParaRPr>
          </a:p>
        </p:txBody>
      </p:sp>
      <p:pic>
        <p:nvPicPr>
          <p:cNvPr id="2097178" name="图片 2"/>
          <p:cNvPicPr>
            <a:picLocks noChangeAspect="1"/>
          </p:cNvPicPr>
          <p:nvPr/>
        </p:nvPicPr>
        <p:blipFill>
          <a:blip r:embed="rId2"/>
          <a:stretch>
            <a:fillRect/>
          </a:stretch>
        </p:blipFill>
        <p:spPr>
          <a:xfrm>
            <a:off x="6386413" y="4005064"/>
            <a:ext cx="2198780" cy="2261423"/>
          </a:xfrm>
          <a:prstGeom prst="rect">
            <a:avLst/>
          </a:prstGeom>
        </p:spPr>
      </p:pic>
      <p:sp>
        <p:nvSpPr>
          <p:cNvPr id="1048845" name="TextBox 27"/>
          <p:cNvSpPr txBox="1"/>
          <p:nvPr/>
        </p:nvSpPr>
        <p:spPr>
          <a:xfrm>
            <a:off x="1012825" y="176213"/>
            <a:ext cx="3434081" cy="574040"/>
          </a:xfrm>
          <a:prstGeom prst="rect">
            <a:avLst/>
          </a:prstGeom>
          <a:noFill/>
          <a:ln w="9525">
            <a:noFill/>
          </a:ln>
        </p:spPr>
        <p:txBody>
          <a:bodyPr wrap="none" anchor="t">
            <a:spAutoFit/>
          </a:bodyPr>
          <a:lstStyle/>
          <a:p>
            <a:r>
              <a:rPr lang="zh-CN" altLang="en-US" sz="3200" dirty="0">
                <a:latin typeface="黑体" panose="02010609060101010101" pitchFamily="49" charset="-122"/>
                <a:ea typeface="黑体" panose="02010609060101010101" pitchFamily="49" charset="-122"/>
              </a:rPr>
              <a:t>一、图像分割概述</a:t>
            </a:r>
          </a:p>
        </p:txBody>
      </p:sp>
      <p:sp>
        <p:nvSpPr>
          <p:cNvPr id="1048846"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a:p>
        </p:txBody>
      </p:sp>
    </p:spTree>
  </p:cSld>
  <p:clrMapOvr>
    <a:masterClrMapping/>
  </p:clrMapOvr>
  <p:transition spd="slow" advTm="3804">
    <p:fad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47" name="Rectangle 5"/>
          <p:cNvSpPr/>
          <p:nvPr/>
        </p:nvSpPr>
        <p:spPr>
          <a:xfrm>
            <a:off x="974933" y="2085110"/>
            <a:ext cx="7533828" cy="1015663"/>
          </a:xfrm>
          <a:prstGeom prst="rect">
            <a:avLst/>
          </a:prstGeom>
        </p:spPr>
        <p:txBody>
          <a:bodyPr wrap="square">
            <a:spAutoFit/>
          </a:bodyPr>
          <a:lstStyle/>
          <a:p>
            <a:pPr>
              <a:spcAft>
                <a:spcPts val="600"/>
              </a:spcAft>
            </a:pPr>
            <a:r>
              <a:rPr lang="zh-CN" altLang="en-US" sz="2000" i="0" dirty="0">
                <a:solidFill>
                  <a:srgbClr val="004C54"/>
                </a:solidFill>
                <a:latin typeface="+mj-lt"/>
                <a:ea typeface="+mn-ea"/>
              </a:rPr>
              <a:t>基于局部极小值和积水盆的概念。积水盆是地形中局部极小点的影响区。水平面从这些局部极小值处上涨，为不使相邻积水盆中的水相遇，所人为筑起的“坝”构成了整幅图像的分水岭。</a:t>
            </a:r>
            <a:endParaRPr lang="en-US" sz="2000" dirty="0">
              <a:solidFill>
                <a:srgbClr val="004C54"/>
              </a:solidFill>
              <a:latin typeface="+mn-ea"/>
              <a:ea typeface="+mn-ea"/>
            </a:endParaRPr>
          </a:p>
        </p:txBody>
      </p:sp>
      <p:sp>
        <p:nvSpPr>
          <p:cNvPr id="1048848" name="Rectangle 7"/>
          <p:cNvSpPr/>
          <p:nvPr/>
        </p:nvSpPr>
        <p:spPr>
          <a:xfrm>
            <a:off x="1003328" y="1685702"/>
            <a:ext cx="4006225" cy="400110"/>
          </a:xfrm>
          <a:prstGeom prst="rect">
            <a:avLst/>
          </a:prstGeom>
        </p:spPr>
        <p:txBody>
          <a:bodyPr wrap="square">
            <a:spAutoFit/>
          </a:bodyPr>
          <a:lstStyle/>
          <a:p>
            <a:pPr>
              <a:spcAft>
                <a:spcPts val="600"/>
              </a:spcAft>
            </a:pPr>
            <a:r>
              <a:rPr lang="en-US" sz="2000" dirty="0" err="1">
                <a:solidFill>
                  <a:srgbClr val="004C54"/>
                </a:solidFill>
                <a:latin typeface="+mj-lt"/>
                <a:ea typeface="+mn-ea"/>
              </a:rPr>
              <a:t>将边缘检测和区域生长结合起来</a:t>
            </a:r>
            <a:r>
              <a:rPr lang="en-US" sz="2000" dirty="0">
                <a:solidFill>
                  <a:srgbClr val="004C54"/>
                </a:solidFill>
                <a:latin typeface="+mj-lt"/>
                <a:ea typeface="+mn-ea"/>
              </a:rPr>
              <a:t>。</a:t>
            </a:r>
          </a:p>
        </p:txBody>
      </p:sp>
      <p:pic>
        <p:nvPicPr>
          <p:cNvPr id="2097179" name="Picture 2"/>
          <p:cNvPicPr>
            <a:picLocks noChangeAspect="1" noChangeArrowheads="1"/>
          </p:cNvPicPr>
          <p:nvPr/>
        </p:nvPicPr>
        <p:blipFill>
          <a:blip r:embed="rId2"/>
          <a:srcRect/>
          <a:stretch>
            <a:fillRect/>
          </a:stretch>
        </p:blipFill>
        <p:spPr bwMode="auto">
          <a:xfrm>
            <a:off x="8690669" y="1424913"/>
            <a:ext cx="3417883" cy="1788059"/>
          </a:xfrm>
          <a:prstGeom prst="rect">
            <a:avLst/>
          </a:prstGeom>
          <a:noFill/>
        </p:spPr>
      </p:pic>
      <p:sp>
        <p:nvSpPr>
          <p:cNvPr id="1048849" name="Rectangle 8"/>
          <p:cNvSpPr/>
          <p:nvPr/>
        </p:nvSpPr>
        <p:spPr>
          <a:xfrm>
            <a:off x="5306293" y="3585149"/>
            <a:ext cx="6552728" cy="2477601"/>
          </a:xfrm>
          <a:prstGeom prst="rect">
            <a:avLst/>
          </a:prstGeom>
        </p:spPr>
        <p:txBody>
          <a:bodyPr wrap="square">
            <a:spAutoFit/>
          </a:bodyPr>
          <a:lstStyle/>
          <a:p>
            <a:pPr>
              <a:spcAft>
                <a:spcPts val="600"/>
              </a:spcAft>
            </a:pPr>
            <a:r>
              <a:rPr lang="zh-CN" altLang="en-US" sz="2000" dirty="0">
                <a:solidFill>
                  <a:srgbClr val="FF0000"/>
                </a:solidFill>
                <a:latin typeface="+mj-lt"/>
                <a:ea typeface="+mn-ea"/>
              </a:rPr>
              <a:t>步骤</a:t>
            </a:r>
            <a:r>
              <a:rPr lang="zh-CN" altLang="en-US" sz="2000" dirty="0">
                <a:solidFill>
                  <a:srgbClr val="004C54"/>
                </a:solidFill>
                <a:latin typeface="+mj-lt"/>
                <a:ea typeface="+mn-ea"/>
              </a:rPr>
              <a:t>：</a:t>
            </a:r>
            <a:endParaRPr lang="en-US" sz="2000" dirty="0">
              <a:solidFill>
                <a:srgbClr val="004C54"/>
              </a:solidFill>
              <a:latin typeface="+mj-lt"/>
              <a:ea typeface="+mn-ea"/>
            </a:endParaRPr>
          </a:p>
          <a:p>
            <a:pPr marL="457200" indent="-457200">
              <a:spcAft>
                <a:spcPts val="600"/>
              </a:spcAft>
              <a:buFont typeface="+mj-lt"/>
              <a:buAutoNum type="arabicPeriod"/>
            </a:pPr>
            <a:r>
              <a:rPr lang="en-US" sz="2000" dirty="0" err="1">
                <a:solidFill>
                  <a:srgbClr val="004C54"/>
                </a:solidFill>
                <a:latin typeface="+mj-lt"/>
                <a:ea typeface="+mn-ea"/>
              </a:rPr>
              <a:t>通过边缘检测获得原图像的梯度图，其中梯度图中的高亮区域对应于边缘区域。低灰度区域对应于极小值区域</a:t>
            </a:r>
            <a:r>
              <a:rPr lang="en-US" sz="2000" dirty="0">
                <a:solidFill>
                  <a:srgbClr val="004C54"/>
                </a:solidFill>
                <a:latin typeface="+mj-lt"/>
                <a:ea typeface="+mn-ea"/>
              </a:rPr>
              <a:t>。</a:t>
            </a:r>
          </a:p>
          <a:p>
            <a:pPr marL="457200" indent="-457200">
              <a:spcAft>
                <a:spcPts val="600"/>
              </a:spcAft>
              <a:buFont typeface="+mj-lt"/>
              <a:buAutoNum type="arabicPeriod"/>
            </a:pPr>
            <a:r>
              <a:rPr lang="en-US" sz="2000" dirty="0" err="1">
                <a:solidFill>
                  <a:srgbClr val="004C54"/>
                </a:solidFill>
                <a:latin typeface="+mj-lt"/>
                <a:ea typeface="+mn-ea"/>
              </a:rPr>
              <a:t>水面从这些极小值区域开始上涨，当不同流域中的水将要会合时（于边缘区域</a:t>
            </a:r>
            <a:r>
              <a:rPr lang="en-US" sz="2000" dirty="0">
                <a:solidFill>
                  <a:srgbClr val="004C54"/>
                </a:solidFill>
                <a:latin typeface="+mj-lt"/>
                <a:ea typeface="+mn-ea"/>
              </a:rPr>
              <a:t>），</a:t>
            </a:r>
            <a:r>
              <a:rPr lang="en-US" sz="2000" dirty="0" err="1">
                <a:solidFill>
                  <a:srgbClr val="004C54"/>
                </a:solidFill>
                <a:latin typeface="+mj-lt"/>
                <a:ea typeface="+mn-ea"/>
              </a:rPr>
              <a:t>便筑一道堤坝</a:t>
            </a:r>
            <a:r>
              <a:rPr lang="en-US" sz="2000" dirty="0">
                <a:solidFill>
                  <a:srgbClr val="004C54"/>
                </a:solidFill>
                <a:latin typeface="+mj-lt"/>
                <a:ea typeface="+mn-ea"/>
              </a:rPr>
              <a:t>。</a:t>
            </a:r>
          </a:p>
          <a:p>
            <a:pPr marL="457200" indent="-457200">
              <a:spcAft>
                <a:spcPts val="600"/>
              </a:spcAft>
              <a:buFont typeface="+mj-lt"/>
              <a:buAutoNum type="arabicPeriod"/>
            </a:pPr>
            <a:r>
              <a:rPr lang="en-US" sz="2000" dirty="0" err="1">
                <a:solidFill>
                  <a:srgbClr val="004C54"/>
                </a:solidFill>
                <a:latin typeface="+mj-lt"/>
                <a:ea typeface="+mn-ea"/>
              </a:rPr>
              <a:t>最终得到由堤坝组成的分水线，图像完成分</a:t>
            </a:r>
            <a:r>
              <a:rPr lang="zh-CN" altLang="en-US" sz="2000" dirty="0">
                <a:solidFill>
                  <a:srgbClr val="004C54"/>
                </a:solidFill>
                <a:latin typeface="+mj-lt"/>
                <a:ea typeface="+mn-ea"/>
              </a:rPr>
              <a:t>割。</a:t>
            </a:r>
            <a:endParaRPr lang="en-US" sz="2000" dirty="0">
              <a:solidFill>
                <a:srgbClr val="004C54"/>
              </a:solidFill>
              <a:latin typeface="+mj-lt"/>
              <a:ea typeface="+mn-ea"/>
            </a:endParaRPr>
          </a:p>
        </p:txBody>
      </p:sp>
      <p:pic>
        <p:nvPicPr>
          <p:cNvPr id="2097180" name="Picture 9"/>
          <p:cNvPicPr>
            <a:picLocks noChangeAspect="1"/>
          </p:cNvPicPr>
          <p:nvPr/>
        </p:nvPicPr>
        <p:blipFill>
          <a:blip r:embed="rId3"/>
          <a:stretch>
            <a:fillRect/>
          </a:stretch>
        </p:blipFill>
        <p:spPr>
          <a:xfrm>
            <a:off x="986651" y="3212976"/>
            <a:ext cx="1943100" cy="1333500"/>
          </a:xfrm>
          <a:prstGeom prst="rect">
            <a:avLst/>
          </a:prstGeom>
        </p:spPr>
      </p:pic>
      <p:pic>
        <p:nvPicPr>
          <p:cNvPr id="2097181" name="Picture 11"/>
          <p:cNvPicPr>
            <a:picLocks noChangeAspect="1"/>
          </p:cNvPicPr>
          <p:nvPr/>
        </p:nvPicPr>
        <p:blipFill>
          <a:blip r:embed="rId4"/>
          <a:stretch>
            <a:fillRect/>
          </a:stretch>
        </p:blipFill>
        <p:spPr>
          <a:xfrm>
            <a:off x="3147169" y="3212976"/>
            <a:ext cx="1943100" cy="1333500"/>
          </a:xfrm>
          <a:prstGeom prst="rect">
            <a:avLst/>
          </a:prstGeom>
        </p:spPr>
      </p:pic>
      <p:pic>
        <p:nvPicPr>
          <p:cNvPr id="2097182" name="Picture 13"/>
          <p:cNvPicPr>
            <a:picLocks noChangeAspect="1"/>
          </p:cNvPicPr>
          <p:nvPr/>
        </p:nvPicPr>
        <p:blipFill>
          <a:blip r:embed="rId5"/>
          <a:stretch>
            <a:fillRect/>
          </a:stretch>
        </p:blipFill>
        <p:spPr>
          <a:xfrm>
            <a:off x="974933" y="4882832"/>
            <a:ext cx="1943100" cy="1333500"/>
          </a:xfrm>
          <a:prstGeom prst="rect">
            <a:avLst/>
          </a:prstGeom>
        </p:spPr>
      </p:pic>
      <p:pic>
        <p:nvPicPr>
          <p:cNvPr id="2097183" name="Picture 14"/>
          <p:cNvPicPr>
            <a:picLocks noChangeAspect="1"/>
          </p:cNvPicPr>
          <p:nvPr/>
        </p:nvPicPr>
        <p:blipFill>
          <a:blip r:embed="rId6"/>
          <a:stretch>
            <a:fillRect/>
          </a:stretch>
        </p:blipFill>
        <p:spPr>
          <a:xfrm>
            <a:off x="3147169" y="4882832"/>
            <a:ext cx="1943100" cy="1333500"/>
          </a:xfrm>
          <a:prstGeom prst="rect">
            <a:avLst/>
          </a:prstGeom>
        </p:spPr>
      </p:pic>
      <p:sp>
        <p:nvSpPr>
          <p:cNvPr id="1048850" name="Rectangle 17"/>
          <p:cNvSpPr/>
          <p:nvPr/>
        </p:nvSpPr>
        <p:spPr>
          <a:xfrm>
            <a:off x="1584834" y="4544278"/>
            <a:ext cx="723298" cy="338554"/>
          </a:xfrm>
          <a:prstGeom prst="rect">
            <a:avLst/>
          </a:prstGeom>
        </p:spPr>
        <p:txBody>
          <a:bodyPr wrap="square">
            <a:spAutoFit/>
          </a:bodyPr>
          <a:lstStyle/>
          <a:p>
            <a:pPr algn="ctr">
              <a:spcAft>
                <a:spcPts val="600"/>
              </a:spcAft>
            </a:pPr>
            <a:r>
              <a:rPr lang="zh-CN" altLang="en-US" sz="1600" dirty="0">
                <a:solidFill>
                  <a:srgbClr val="004C54"/>
                </a:solidFill>
                <a:latin typeface="+mj-lt"/>
                <a:ea typeface="+mn-ea"/>
              </a:rPr>
              <a:t>原图</a:t>
            </a:r>
            <a:endParaRPr lang="en-US" sz="1600" dirty="0">
              <a:solidFill>
                <a:srgbClr val="004C54"/>
              </a:solidFill>
              <a:latin typeface="+mj-lt"/>
              <a:ea typeface="+mn-ea"/>
            </a:endParaRPr>
          </a:p>
        </p:txBody>
      </p:sp>
      <p:sp>
        <p:nvSpPr>
          <p:cNvPr id="1048851" name="Rectangle 18"/>
          <p:cNvSpPr/>
          <p:nvPr/>
        </p:nvSpPr>
        <p:spPr>
          <a:xfrm>
            <a:off x="3523569" y="4544278"/>
            <a:ext cx="1190299" cy="338554"/>
          </a:xfrm>
          <a:prstGeom prst="rect">
            <a:avLst/>
          </a:prstGeom>
        </p:spPr>
        <p:txBody>
          <a:bodyPr wrap="square">
            <a:spAutoFit/>
          </a:bodyPr>
          <a:lstStyle/>
          <a:p>
            <a:pPr algn="ctr">
              <a:spcAft>
                <a:spcPts val="600"/>
              </a:spcAft>
            </a:pPr>
            <a:r>
              <a:rPr lang="en-US" altLang="zh-CN" sz="1600" dirty="0">
                <a:solidFill>
                  <a:srgbClr val="004C54"/>
                </a:solidFill>
                <a:latin typeface="+mj-lt"/>
                <a:ea typeface="+mn-ea"/>
              </a:rPr>
              <a:t>canny</a:t>
            </a:r>
            <a:r>
              <a:rPr lang="zh-CN" altLang="en-US" sz="1600" dirty="0">
                <a:solidFill>
                  <a:srgbClr val="004C54"/>
                </a:solidFill>
                <a:latin typeface="+mj-lt"/>
                <a:ea typeface="+mn-ea"/>
              </a:rPr>
              <a:t>梯度</a:t>
            </a:r>
            <a:endParaRPr lang="en-US" sz="1600" dirty="0">
              <a:solidFill>
                <a:srgbClr val="004C54"/>
              </a:solidFill>
              <a:latin typeface="+mj-lt"/>
              <a:ea typeface="+mn-ea"/>
            </a:endParaRPr>
          </a:p>
        </p:txBody>
      </p:sp>
      <p:sp>
        <p:nvSpPr>
          <p:cNvPr id="1048852" name="Rectangle 19"/>
          <p:cNvSpPr/>
          <p:nvPr/>
        </p:nvSpPr>
        <p:spPr>
          <a:xfrm>
            <a:off x="794913" y="6244938"/>
            <a:ext cx="2303140" cy="338554"/>
          </a:xfrm>
          <a:prstGeom prst="rect">
            <a:avLst/>
          </a:prstGeom>
        </p:spPr>
        <p:txBody>
          <a:bodyPr wrap="square">
            <a:spAutoFit/>
          </a:bodyPr>
          <a:lstStyle/>
          <a:p>
            <a:pPr algn="ctr">
              <a:spcAft>
                <a:spcPts val="600"/>
              </a:spcAft>
            </a:pPr>
            <a:r>
              <a:rPr lang="zh-CN" altLang="en-US" sz="1600" dirty="0">
                <a:solidFill>
                  <a:srgbClr val="004C54"/>
                </a:solidFill>
                <a:latin typeface="+mj-lt"/>
                <a:ea typeface="+mn-ea"/>
              </a:rPr>
              <a:t>梯度图像的流域分界线</a:t>
            </a:r>
            <a:endParaRPr lang="en-US" sz="1600" dirty="0">
              <a:solidFill>
                <a:srgbClr val="004C54"/>
              </a:solidFill>
              <a:latin typeface="+mj-lt"/>
              <a:ea typeface="+mn-ea"/>
            </a:endParaRPr>
          </a:p>
        </p:txBody>
      </p:sp>
      <p:sp>
        <p:nvSpPr>
          <p:cNvPr id="1048853" name="Rectangle 20"/>
          <p:cNvSpPr/>
          <p:nvPr/>
        </p:nvSpPr>
        <p:spPr>
          <a:xfrm>
            <a:off x="3523568" y="6244938"/>
            <a:ext cx="1190299" cy="338554"/>
          </a:xfrm>
          <a:prstGeom prst="rect">
            <a:avLst/>
          </a:prstGeom>
        </p:spPr>
        <p:txBody>
          <a:bodyPr wrap="square">
            <a:spAutoFit/>
          </a:bodyPr>
          <a:lstStyle/>
          <a:p>
            <a:pPr algn="ctr">
              <a:spcAft>
                <a:spcPts val="600"/>
              </a:spcAft>
            </a:pPr>
            <a:r>
              <a:rPr lang="zh-CN" altLang="en-US" sz="1600" dirty="0">
                <a:solidFill>
                  <a:srgbClr val="004C54"/>
                </a:solidFill>
                <a:latin typeface="+mj-lt"/>
                <a:ea typeface="+mn-ea"/>
              </a:rPr>
              <a:t>分割结果</a:t>
            </a:r>
            <a:endParaRPr lang="en-US" sz="1600" dirty="0">
              <a:solidFill>
                <a:srgbClr val="004C54"/>
              </a:solidFill>
              <a:latin typeface="+mj-lt"/>
              <a:ea typeface="+mn-ea"/>
            </a:endParaRPr>
          </a:p>
        </p:txBody>
      </p:sp>
      <p:sp>
        <p:nvSpPr>
          <p:cNvPr id="1048854" name="TextBox 27"/>
          <p:cNvSpPr txBox="1"/>
          <p:nvPr/>
        </p:nvSpPr>
        <p:spPr>
          <a:xfrm>
            <a:off x="1012825" y="176213"/>
            <a:ext cx="3434081" cy="574040"/>
          </a:xfrm>
          <a:prstGeom prst="rect">
            <a:avLst/>
          </a:prstGeom>
          <a:noFill/>
          <a:ln w="9525">
            <a:noFill/>
          </a:ln>
        </p:spPr>
        <p:txBody>
          <a:bodyPr wrap="none" anchor="t">
            <a:spAutoFit/>
          </a:bodyPr>
          <a:lstStyle/>
          <a:p>
            <a:r>
              <a:rPr lang="zh-CN" altLang="en-US" sz="3200" dirty="0">
                <a:latin typeface="黑体" panose="02010609060101010101" pitchFamily="49" charset="-122"/>
                <a:ea typeface="黑体" panose="02010609060101010101" pitchFamily="49" charset="-122"/>
              </a:rPr>
              <a:t>一、图像分割概述</a:t>
            </a:r>
          </a:p>
        </p:txBody>
      </p:sp>
      <p:sp>
        <p:nvSpPr>
          <p:cNvPr id="1048855"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a:p>
        </p:txBody>
      </p:sp>
      <p:sp>
        <p:nvSpPr>
          <p:cNvPr id="1048856" name="Rectangle 1"/>
          <p:cNvSpPr/>
          <p:nvPr/>
        </p:nvSpPr>
        <p:spPr>
          <a:xfrm>
            <a:off x="568077" y="1090493"/>
            <a:ext cx="2650798" cy="491490"/>
          </a:xfrm>
          <a:prstGeom prst="rect">
            <a:avLst/>
          </a:prstGeom>
        </p:spPr>
        <p:txBody>
          <a:bodyPr wrap="none">
            <a:spAutoFit/>
          </a:bodyPr>
          <a:lstStyle/>
          <a:p>
            <a:pPr>
              <a:lnSpc>
                <a:spcPct val="150000"/>
              </a:lnSpc>
            </a:pPr>
            <a:r>
              <a:rPr lang="zh-CN" altLang="en-US" b="1" dirty="0">
                <a:latin typeface="微软雅黑" panose="020B0503020204020204" pitchFamily="34" charset="-122"/>
                <a:ea typeface="微软雅黑" panose="020B0503020204020204" pitchFamily="34" charset="-122"/>
              </a:rPr>
              <a:t>水域分割（</a:t>
            </a:r>
            <a:r>
              <a:rPr lang="en-US" altLang="zh-CN" b="1" dirty="0">
                <a:latin typeface="微软雅黑" panose="020B0503020204020204" pitchFamily="34" charset="-122"/>
                <a:ea typeface="微软雅黑" panose="020B0503020204020204" pitchFamily="34" charset="-122"/>
              </a:rPr>
              <a:t>watershed</a:t>
            </a:r>
            <a:r>
              <a:rPr lang="zh-CN" altLang="en-US" b="1" dirty="0">
                <a:latin typeface="微软雅黑" panose="020B0503020204020204" pitchFamily="34" charset="-122"/>
                <a:ea typeface="微软雅黑" panose="020B0503020204020204" pitchFamily="34" charset="-122"/>
              </a:rPr>
              <a:t>）</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57" name="Rectangle 5"/>
          <p:cNvSpPr/>
          <p:nvPr/>
        </p:nvSpPr>
        <p:spPr>
          <a:xfrm>
            <a:off x="1417861" y="1658416"/>
            <a:ext cx="8640960" cy="1092607"/>
          </a:xfrm>
          <a:prstGeom prst="rect">
            <a:avLst/>
          </a:prstGeom>
        </p:spPr>
        <p:txBody>
          <a:bodyPr wrap="square">
            <a:spAutoFit/>
          </a:bodyPr>
          <a:lstStyle/>
          <a:p>
            <a:pPr>
              <a:spcAft>
                <a:spcPts val="600"/>
              </a:spcAft>
            </a:pPr>
            <a:r>
              <a:rPr lang="zh-CN" altLang="en-US" sz="2000" dirty="0">
                <a:solidFill>
                  <a:srgbClr val="FF0000"/>
                </a:solidFill>
                <a:latin typeface="+mj-lt"/>
                <a:ea typeface="+mn-ea"/>
              </a:rPr>
              <a:t>梯度算子的选择</a:t>
            </a:r>
            <a:r>
              <a:rPr lang="zh-CN" altLang="en-US" sz="2000" dirty="0">
                <a:solidFill>
                  <a:srgbClr val="004C54"/>
                </a:solidFill>
                <a:latin typeface="+mj-lt"/>
                <a:ea typeface="+mn-ea"/>
              </a:rPr>
              <a:t>：</a:t>
            </a:r>
            <a:endParaRPr lang="en-US" altLang="zh-CN" sz="2000" dirty="0">
              <a:solidFill>
                <a:srgbClr val="004C54"/>
              </a:solidFill>
              <a:latin typeface="+mj-lt"/>
              <a:ea typeface="+mn-ea"/>
            </a:endParaRPr>
          </a:p>
          <a:p>
            <a:pPr>
              <a:spcAft>
                <a:spcPts val="600"/>
              </a:spcAft>
            </a:pPr>
            <a:r>
              <a:rPr lang="en-US" altLang="zh-CN" sz="2000" dirty="0">
                <a:solidFill>
                  <a:srgbClr val="004C54"/>
                </a:solidFill>
                <a:latin typeface="+mj-lt"/>
                <a:ea typeface="+mn-ea"/>
              </a:rPr>
              <a:t>Canny</a:t>
            </a:r>
            <a:r>
              <a:rPr lang="zh-CN" altLang="en-US" sz="2000" dirty="0">
                <a:solidFill>
                  <a:srgbClr val="004C54"/>
                </a:solidFill>
                <a:latin typeface="+mj-lt"/>
                <a:ea typeface="+mn-ea"/>
              </a:rPr>
              <a:t>、</a:t>
            </a:r>
            <a:r>
              <a:rPr lang="en-US" altLang="zh-CN" sz="2000" dirty="0">
                <a:solidFill>
                  <a:srgbClr val="004C54"/>
                </a:solidFill>
                <a:latin typeface="+mj-lt"/>
                <a:ea typeface="+mn-ea"/>
              </a:rPr>
              <a:t>Sobel</a:t>
            </a:r>
            <a:r>
              <a:rPr lang="zh-CN" altLang="en-US" sz="2000" dirty="0">
                <a:solidFill>
                  <a:srgbClr val="004C54"/>
                </a:solidFill>
                <a:latin typeface="+mj-lt"/>
                <a:ea typeface="+mn-ea"/>
              </a:rPr>
              <a:t>、</a:t>
            </a:r>
            <a:r>
              <a:rPr lang="en-US" altLang="zh-CN" sz="2000" dirty="0">
                <a:solidFill>
                  <a:srgbClr val="004C54"/>
                </a:solidFill>
                <a:latin typeface="+mj-lt"/>
                <a:ea typeface="+mn-ea"/>
              </a:rPr>
              <a:t>Prewitt</a:t>
            </a:r>
            <a:r>
              <a:rPr lang="zh-CN" altLang="en-US" sz="2000" dirty="0">
                <a:solidFill>
                  <a:srgbClr val="004C54"/>
                </a:solidFill>
                <a:latin typeface="+mj-lt"/>
                <a:ea typeface="+mn-ea"/>
              </a:rPr>
              <a:t>和形态学梯度算子，</a:t>
            </a:r>
            <a:r>
              <a:rPr lang="en-US" altLang="zh-CN" sz="2000" dirty="0">
                <a:solidFill>
                  <a:srgbClr val="004C54"/>
                </a:solidFill>
                <a:latin typeface="+mj-lt"/>
                <a:ea typeface="+mn-ea"/>
              </a:rPr>
              <a:t>Canny</a:t>
            </a:r>
            <a:r>
              <a:rPr lang="zh-CN" altLang="en-US" sz="2000" dirty="0">
                <a:solidFill>
                  <a:srgbClr val="004C54"/>
                </a:solidFill>
                <a:latin typeface="+mj-lt"/>
                <a:ea typeface="+mn-ea"/>
              </a:rPr>
              <a:t>对噪声不敏感，而且在弱边界处也显示了较好的效果。</a:t>
            </a:r>
          </a:p>
        </p:txBody>
      </p:sp>
      <p:sp>
        <p:nvSpPr>
          <p:cNvPr id="1048858" name="Rectangle 17"/>
          <p:cNvSpPr/>
          <p:nvPr/>
        </p:nvSpPr>
        <p:spPr>
          <a:xfrm>
            <a:off x="3112937" y="4269603"/>
            <a:ext cx="723298" cy="338554"/>
          </a:xfrm>
          <a:prstGeom prst="rect">
            <a:avLst/>
          </a:prstGeom>
        </p:spPr>
        <p:txBody>
          <a:bodyPr wrap="square">
            <a:spAutoFit/>
          </a:bodyPr>
          <a:lstStyle/>
          <a:p>
            <a:pPr algn="ctr">
              <a:spcAft>
                <a:spcPts val="600"/>
              </a:spcAft>
            </a:pPr>
            <a:r>
              <a:rPr lang="zh-CN" altLang="en-US" sz="1600" dirty="0">
                <a:solidFill>
                  <a:srgbClr val="004C54"/>
                </a:solidFill>
                <a:latin typeface="+mj-lt"/>
                <a:ea typeface="+mn-ea"/>
              </a:rPr>
              <a:t>原图</a:t>
            </a:r>
            <a:endParaRPr lang="en-US" sz="1600" dirty="0">
              <a:solidFill>
                <a:srgbClr val="004C54"/>
              </a:solidFill>
              <a:latin typeface="+mj-lt"/>
              <a:ea typeface="+mn-ea"/>
            </a:endParaRPr>
          </a:p>
        </p:txBody>
      </p:sp>
      <p:sp>
        <p:nvSpPr>
          <p:cNvPr id="1048859" name="Rectangle 18"/>
          <p:cNvSpPr/>
          <p:nvPr/>
        </p:nvSpPr>
        <p:spPr>
          <a:xfrm>
            <a:off x="2655232" y="5799805"/>
            <a:ext cx="1638708" cy="574039"/>
          </a:xfrm>
          <a:prstGeom prst="rect">
            <a:avLst/>
          </a:prstGeom>
        </p:spPr>
        <p:txBody>
          <a:bodyPr wrap="square">
            <a:spAutoFit/>
          </a:bodyPr>
          <a:lstStyle/>
          <a:p>
            <a:pPr algn="ctr">
              <a:spcAft>
                <a:spcPts val="600"/>
              </a:spcAft>
            </a:pPr>
            <a:r>
              <a:rPr lang="en-US" altLang="zh-CN" sz="1600" dirty="0">
                <a:solidFill>
                  <a:srgbClr val="004C54"/>
                </a:solidFill>
                <a:latin typeface="+mj-lt"/>
                <a:ea typeface="+mn-ea"/>
              </a:rPr>
              <a:t>Prewitt</a:t>
            </a:r>
            <a:r>
              <a:rPr lang="zh-CN" altLang="en-US" sz="1600" dirty="0">
                <a:solidFill>
                  <a:srgbClr val="004C54"/>
                </a:solidFill>
                <a:latin typeface="+mj-lt"/>
                <a:ea typeface="+mn-ea"/>
              </a:rPr>
              <a:t>边缘算子</a:t>
            </a:r>
            <a:endParaRPr lang="en-US" sz="1600" dirty="0">
              <a:solidFill>
                <a:srgbClr val="004C54"/>
              </a:solidFill>
              <a:latin typeface="+mj-lt"/>
              <a:ea typeface="+mn-ea"/>
            </a:endParaRPr>
          </a:p>
        </p:txBody>
      </p:sp>
      <p:sp>
        <p:nvSpPr>
          <p:cNvPr id="1048860" name="Rectangle 19"/>
          <p:cNvSpPr/>
          <p:nvPr/>
        </p:nvSpPr>
        <p:spPr>
          <a:xfrm>
            <a:off x="4481989" y="4234549"/>
            <a:ext cx="2303140" cy="338554"/>
          </a:xfrm>
          <a:prstGeom prst="rect">
            <a:avLst/>
          </a:prstGeom>
        </p:spPr>
        <p:txBody>
          <a:bodyPr wrap="square">
            <a:spAutoFit/>
          </a:bodyPr>
          <a:lstStyle/>
          <a:p>
            <a:pPr algn="ctr">
              <a:spcAft>
                <a:spcPts val="600"/>
              </a:spcAft>
            </a:pPr>
            <a:r>
              <a:rPr lang="zh-CN" altLang="en-US" sz="1600" dirty="0">
                <a:solidFill>
                  <a:srgbClr val="004C54"/>
                </a:solidFill>
                <a:latin typeface="+mj-lt"/>
                <a:ea typeface="+mn-ea"/>
              </a:rPr>
              <a:t>形态学梯度</a:t>
            </a:r>
            <a:endParaRPr lang="en-US" sz="1600" dirty="0">
              <a:solidFill>
                <a:srgbClr val="004C54"/>
              </a:solidFill>
              <a:latin typeface="+mj-lt"/>
              <a:ea typeface="+mn-ea"/>
            </a:endParaRPr>
          </a:p>
        </p:txBody>
      </p:sp>
      <p:sp>
        <p:nvSpPr>
          <p:cNvPr id="1048861" name="Rectangle 20"/>
          <p:cNvSpPr/>
          <p:nvPr/>
        </p:nvSpPr>
        <p:spPr>
          <a:xfrm>
            <a:off x="7012271" y="4225563"/>
            <a:ext cx="1566701" cy="338554"/>
          </a:xfrm>
          <a:prstGeom prst="rect">
            <a:avLst/>
          </a:prstGeom>
        </p:spPr>
        <p:txBody>
          <a:bodyPr wrap="square">
            <a:spAutoFit/>
          </a:bodyPr>
          <a:lstStyle/>
          <a:p>
            <a:pPr algn="ctr">
              <a:spcAft>
                <a:spcPts val="600"/>
              </a:spcAft>
            </a:pPr>
            <a:r>
              <a:rPr lang="en-US" altLang="zh-CN" sz="1600" dirty="0">
                <a:solidFill>
                  <a:srgbClr val="004C54"/>
                </a:solidFill>
                <a:latin typeface="+mj-lt"/>
                <a:ea typeface="+mn-ea"/>
              </a:rPr>
              <a:t>Sobel</a:t>
            </a:r>
            <a:r>
              <a:rPr lang="zh-CN" altLang="en-US" sz="1600" dirty="0">
                <a:solidFill>
                  <a:srgbClr val="004C54"/>
                </a:solidFill>
                <a:latin typeface="+mj-lt"/>
                <a:ea typeface="+mn-ea"/>
              </a:rPr>
              <a:t>边缘算子</a:t>
            </a:r>
            <a:endParaRPr lang="en-US" sz="1600" dirty="0">
              <a:solidFill>
                <a:srgbClr val="004C54"/>
              </a:solidFill>
              <a:latin typeface="+mj-lt"/>
              <a:ea typeface="+mn-ea"/>
            </a:endParaRPr>
          </a:p>
        </p:txBody>
      </p:sp>
      <p:pic>
        <p:nvPicPr>
          <p:cNvPr id="2097184" name="Picture 6"/>
          <p:cNvPicPr>
            <a:picLocks noChangeAspect="1"/>
          </p:cNvPicPr>
          <p:nvPr/>
        </p:nvPicPr>
        <p:blipFill>
          <a:blip r:embed="rId2"/>
          <a:stretch>
            <a:fillRect/>
          </a:stretch>
        </p:blipFill>
        <p:spPr>
          <a:xfrm>
            <a:off x="2569711" y="3170895"/>
            <a:ext cx="1809750" cy="1047750"/>
          </a:xfrm>
          <a:prstGeom prst="rect">
            <a:avLst/>
          </a:prstGeom>
        </p:spPr>
      </p:pic>
      <p:pic>
        <p:nvPicPr>
          <p:cNvPr id="2097185" name="Picture 10"/>
          <p:cNvPicPr>
            <a:picLocks noChangeAspect="1"/>
          </p:cNvPicPr>
          <p:nvPr/>
        </p:nvPicPr>
        <p:blipFill>
          <a:blip r:embed="rId3"/>
          <a:stretch>
            <a:fillRect/>
          </a:stretch>
        </p:blipFill>
        <p:spPr>
          <a:xfrm>
            <a:off x="4730229" y="3170895"/>
            <a:ext cx="1809750" cy="1047750"/>
          </a:xfrm>
          <a:prstGeom prst="rect">
            <a:avLst/>
          </a:prstGeom>
        </p:spPr>
      </p:pic>
      <p:pic>
        <p:nvPicPr>
          <p:cNvPr id="2097186" name="Picture 12"/>
          <p:cNvPicPr>
            <a:picLocks noChangeAspect="1"/>
          </p:cNvPicPr>
          <p:nvPr/>
        </p:nvPicPr>
        <p:blipFill>
          <a:blip r:embed="rId4"/>
          <a:stretch>
            <a:fillRect/>
          </a:stretch>
        </p:blipFill>
        <p:spPr>
          <a:xfrm>
            <a:off x="2569711" y="4778457"/>
            <a:ext cx="1809750" cy="1047750"/>
          </a:xfrm>
          <a:prstGeom prst="rect">
            <a:avLst/>
          </a:prstGeom>
        </p:spPr>
      </p:pic>
      <p:pic>
        <p:nvPicPr>
          <p:cNvPr id="2097187" name="Picture 15"/>
          <p:cNvPicPr>
            <a:picLocks noChangeAspect="1"/>
          </p:cNvPicPr>
          <p:nvPr/>
        </p:nvPicPr>
        <p:blipFill>
          <a:blip r:embed="rId5"/>
          <a:stretch>
            <a:fillRect/>
          </a:stretch>
        </p:blipFill>
        <p:spPr>
          <a:xfrm>
            <a:off x="4730229" y="4778457"/>
            <a:ext cx="1809750" cy="1047750"/>
          </a:xfrm>
          <a:prstGeom prst="rect">
            <a:avLst/>
          </a:prstGeom>
        </p:spPr>
      </p:pic>
      <p:pic>
        <p:nvPicPr>
          <p:cNvPr id="2097188" name="Picture 16"/>
          <p:cNvPicPr>
            <a:picLocks noChangeAspect="1"/>
          </p:cNvPicPr>
          <p:nvPr/>
        </p:nvPicPr>
        <p:blipFill>
          <a:blip r:embed="rId6"/>
          <a:stretch>
            <a:fillRect/>
          </a:stretch>
        </p:blipFill>
        <p:spPr>
          <a:xfrm>
            <a:off x="6890747" y="3170895"/>
            <a:ext cx="1809750" cy="1047750"/>
          </a:xfrm>
          <a:prstGeom prst="rect">
            <a:avLst/>
          </a:prstGeom>
        </p:spPr>
      </p:pic>
      <p:pic>
        <p:nvPicPr>
          <p:cNvPr id="2097189" name="Picture 22"/>
          <p:cNvPicPr>
            <a:picLocks noChangeAspect="1"/>
          </p:cNvPicPr>
          <p:nvPr/>
        </p:nvPicPr>
        <p:blipFill>
          <a:blip r:embed="rId7"/>
          <a:stretch>
            <a:fillRect/>
          </a:stretch>
        </p:blipFill>
        <p:spPr>
          <a:xfrm>
            <a:off x="6890747" y="4775493"/>
            <a:ext cx="1809750" cy="1047750"/>
          </a:xfrm>
          <a:prstGeom prst="rect">
            <a:avLst/>
          </a:prstGeom>
        </p:spPr>
      </p:pic>
      <p:sp>
        <p:nvSpPr>
          <p:cNvPr id="1048862" name="Rectangle 24"/>
          <p:cNvSpPr/>
          <p:nvPr/>
        </p:nvSpPr>
        <p:spPr>
          <a:xfrm>
            <a:off x="4481989" y="5792449"/>
            <a:ext cx="2303140" cy="338554"/>
          </a:xfrm>
          <a:prstGeom prst="rect">
            <a:avLst/>
          </a:prstGeom>
        </p:spPr>
        <p:txBody>
          <a:bodyPr wrap="square">
            <a:spAutoFit/>
          </a:bodyPr>
          <a:lstStyle/>
          <a:p>
            <a:pPr algn="ctr">
              <a:spcAft>
                <a:spcPts val="600"/>
              </a:spcAft>
            </a:pPr>
            <a:r>
              <a:rPr lang="zh-CN" altLang="en-US" sz="1600" dirty="0">
                <a:solidFill>
                  <a:srgbClr val="004C54"/>
                </a:solidFill>
                <a:latin typeface="+mj-lt"/>
                <a:ea typeface="+mn-ea"/>
              </a:rPr>
              <a:t>最大距离梯度</a:t>
            </a:r>
            <a:endParaRPr lang="en-US" sz="1600" dirty="0">
              <a:solidFill>
                <a:srgbClr val="004C54"/>
              </a:solidFill>
              <a:latin typeface="+mj-lt"/>
              <a:ea typeface="+mn-ea"/>
            </a:endParaRPr>
          </a:p>
        </p:txBody>
      </p:sp>
      <p:sp>
        <p:nvSpPr>
          <p:cNvPr id="1048863" name="Rectangle 25"/>
          <p:cNvSpPr/>
          <p:nvPr/>
        </p:nvSpPr>
        <p:spPr>
          <a:xfrm>
            <a:off x="6618443" y="5826750"/>
            <a:ext cx="2303140" cy="338554"/>
          </a:xfrm>
          <a:prstGeom prst="rect">
            <a:avLst/>
          </a:prstGeom>
        </p:spPr>
        <p:txBody>
          <a:bodyPr wrap="square">
            <a:spAutoFit/>
          </a:bodyPr>
          <a:lstStyle/>
          <a:p>
            <a:pPr algn="ctr">
              <a:spcAft>
                <a:spcPts val="600"/>
              </a:spcAft>
            </a:pPr>
            <a:r>
              <a:rPr lang="en-US" altLang="zh-CN" sz="1600" dirty="0">
                <a:solidFill>
                  <a:srgbClr val="004C54"/>
                </a:solidFill>
                <a:latin typeface="+mj-lt"/>
                <a:ea typeface="+mn-ea"/>
              </a:rPr>
              <a:t>canny</a:t>
            </a:r>
            <a:r>
              <a:rPr lang="zh-CN" altLang="en-US" sz="1600" dirty="0">
                <a:solidFill>
                  <a:srgbClr val="004C54"/>
                </a:solidFill>
                <a:latin typeface="+mj-lt"/>
                <a:ea typeface="+mn-ea"/>
              </a:rPr>
              <a:t>梯度</a:t>
            </a:r>
            <a:endParaRPr lang="en-US" sz="1600" dirty="0">
              <a:solidFill>
                <a:srgbClr val="004C54"/>
              </a:solidFill>
              <a:latin typeface="+mj-lt"/>
              <a:ea typeface="+mn-ea"/>
            </a:endParaRPr>
          </a:p>
        </p:txBody>
      </p:sp>
      <p:sp>
        <p:nvSpPr>
          <p:cNvPr id="1048864" name="TextBox 27"/>
          <p:cNvSpPr txBox="1"/>
          <p:nvPr/>
        </p:nvSpPr>
        <p:spPr>
          <a:xfrm>
            <a:off x="1012825" y="176213"/>
            <a:ext cx="3434081" cy="574040"/>
          </a:xfrm>
          <a:prstGeom prst="rect">
            <a:avLst/>
          </a:prstGeom>
          <a:noFill/>
          <a:ln w="9525">
            <a:noFill/>
          </a:ln>
        </p:spPr>
        <p:txBody>
          <a:bodyPr wrap="none" anchor="t">
            <a:spAutoFit/>
          </a:bodyPr>
          <a:lstStyle/>
          <a:p>
            <a:r>
              <a:rPr lang="zh-CN" altLang="en-US" sz="3200" dirty="0">
                <a:latin typeface="黑体" panose="02010609060101010101" pitchFamily="49" charset="-122"/>
                <a:ea typeface="黑体" panose="02010609060101010101" pitchFamily="49" charset="-122"/>
              </a:rPr>
              <a:t>一、图像分割概述</a:t>
            </a:r>
          </a:p>
        </p:txBody>
      </p:sp>
      <p:sp>
        <p:nvSpPr>
          <p:cNvPr id="1048865"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a:p>
        </p:txBody>
      </p:sp>
      <p:sp>
        <p:nvSpPr>
          <p:cNvPr id="1048866" name="Rectangle 1"/>
          <p:cNvSpPr/>
          <p:nvPr/>
        </p:nvSpPr>
        <p:spPr>
          <a:xfrm>
            <a:off x="568077" y="1090493"/>
            <a:ext cx="2650798" cy="491490"/>
          </a:xfrm>
          <a:prstGeom prst="rect">
            <a:avLst/>
          </a:prstGeom>
        </p:spPr>
        <p:txBody>
          <a:bodyPr wrap="none">
            <a:spAutoFit/>
          </a:bodyPr>
          <a:lstStyle/>
          <a:p>
            <a:pPr>
              <a:lnSpc>
                <a:spcPct val="150000"/>
              </a:lnSpc>
            </a:pPr>
            <a:r>
              <a:rPr lang="zh-CN" altLang="en-US" b="1" dirty="0">
                <a:latin typeface="微软雅黑" panose="020B0503020204020204" pitchFamily="34" charset="-122"/>
                <a:ea typeface="微软雅黑" panose="020B0503020204020204" pitchFamily="34" charset="-122"/>
              </a:rPr>
              <a:t>水域分割（</a:t>
            </a:r>
            <a:r>
              <a:rPr lang="en-US" altLang="zh-CN" b="1" dirty="0">
                <a:latin typeface="微软雅黑" panose="020B0503020204020204" pitchFamily="34" charset="-122"/>
                <a:ea typeface="微软雅黑" panose="020B0503020204020204" pitchFamily="34" charset="-122"/>
              </a:rPr>
              <a:t>watershed</a:t>
            </a:r>
            <a:r>
              <a:rPr lang="zh-CN" altLang="en-US" b="1" dirty="0">
                <a:latin typeface="微软雅黑" panose="020B0503020204020204" pitchFamily="34" charset="-122"/>
                <a:ea typeface="微软雅黑" panose="020B0503020204020204" pitchFamily="34" charset="-122"/>
              </a:rPr>
              <a:t>）</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67" name="Rectangle 5"/>
          <p:cNvSpPr/>
          <p:nvPr/>
        </p:nvSpPr>
        <p:spPr>
          <a:xfrm>
            <a:off x="1417861" y="1658416"/>
            <a:ext cx="8640960" cy="1554272"/>
          </a:xfrm>
          <a:prstGeom prst="rect">
            <a:avLst/>
          </a:prstGeom>
        </p:spPr>
        <p:txBody>
          <a:bodyPr wrap="square">
            <a:spAutoFit/>
          </a:bodyPr>
          <a:lstStyle/>
          <a:p>
            <a:pPr>
              <a:spcAft>
                <a:spcPts val="600"/>
              </a:spcAft>
            </a:pPr>
            <a:r>
              <a:rPr lang="zh-CN" altLang="en-US" sz="2000" dirty="0">
                <a:solidFill>
                  <a:srgbClr val="FF0000"/>
                </a:solidFill>
                <a:latin typeface="+mj-lt"/>
                <a:ea typeface="+mn-ea"/>
              </a:rPr>
              <a:t>基于标记的 </a:t>
            </a:r>
            <a:r>
              <a:rPr lang="en-US" altLang="zh-CN" sz="2000" dirty="0">
                <a:solidFill>
                  <a:srgbClr val="FF0000"/>
                </a:solidFill>
                <a:latin typeface="+mj-lt"/>
                <a:ea typeface="+mn-ea"/>
              </a:rPr>
              <a:t>watershed </a:t>
            </a:r>
            <a:r>
              <a:rPr lang="zh-CN" altLang="en-US" sz="2000" dirty="0">
                <a:solidFill>
                  <a:srgbClr val="FF0000"/>
                </a:solidFill>
                <a:latin typeface="+mj-lt"/>
                <a:ea typeface="+mn-ea"/>
              </a:rPr>
              <a:t>变换</a:t>
            </a:r>
            <a:r>
              <a:rPr lang="zh-CN" altLang="en-US" sz="2000" dirty="0">
                <a:solidFill>
                  <a:srgbClr val="004C54"/>
                </a:solidFill>
                <a:latin typeface="+mj-lt"/>
                <a:ea typeface="+mn-ea"/>
              </a:rPr>
              <a:t>：</a:t>
            </a:r>
            <a:endParaRPr lang="en-US" altLang="zh-CN" sz="2000" dirty="0">
              <a:solidFill>
                <a:srgbClr val="004C54"/>
              </a:solidFill>
              <a:latin typeface="+mj-lt"/>
              <a:ea typeface="+mn-ea"/>
            </a:endParaRPr>
          </a:p>
          <a:p>
            <a:pPr>
              <a:spcAft>
                <a:spcPts val="1200"/>
              </a:spcAft>
            </a:pPr>
            <a:r>
              <a:rPr lang="zh-CN" altLang="en-US" sz="2000" dirty="0">
                <a:solidFill>
                  <a:srgbClr val="004C54"/>
                </a:solidFill>
                <a:latin typeface="+mj-lt"/>
                <a:ea typeface="+mn-ea"/>
              </a:rPr>
              <a:t>梯度图像中可能存在许多假的局部极小值，如果直接对梯度图进行生长会造成过分割的现象。</a:t>
            </a:r>
            <a:endParaRPr lang="en-US" altLang="zh-CN" sz="2000" dirty="0">
              <a:solidFill>
                <a:srgbClr val="004C54"/>
              </a:solidFill>
              <a:latin typeface="+mj-lt"/>
              <a:ea typeface="+mn-ea"/>
            </a:endParaRPr>
          </a:p>
          <a:p>
            <a:pPr>
              <a:spcAft>
                <a:spcPts val="600"/>
              </a:spcAft>
            </a:pPr>
            <a:r>
              <a:rPr lang="zh-CN" altLang="en-US" sz="2000" dirty="0">
                <a:solidFill>
                  <a:srgbClr val="FF0000"/>
                </a:solidFill>
                <a:latin typeface="+mj-lt"/>
                <a:ea typeface="+mn-ea"/>
              </a:rPr>
              <a:t>关键</a:t>
            </a:r>
            <a:r>
              <a:rPr lang="zh-CN" altLang="en-US" sz="2000" dirty="0">
                <a:solidFill>
                  <a:srgbClr val="004C54"/>
                </a:solidFill>
                <a:latin typeface="+mj-lt"/>
                <a:ea typeface="+mn-ea"/>
              </a:rPr>
              <a:t>：确定图像中目标的标记点或种子点。</a:t>
            </a:r>
          </a:p>
        </p:txBody>
      </p:sp>
      <p:sp>
        <p:nvSpPr>
          <p:cNvPr id="1048868" name="Rectangle 7"/>
          <p:cNvSpPr/>
          <p:nvPr/>
        </p:nvSpPr>
        <p:spPr>
          <a:xfrm>
            <a:off x="1417861" y="3356703"/>
            <a:ext cx="5112568" cy="2169825"/>
          </a:xfrm>
          <a:prstGeom prst="rect">
            <a:avLst/>
          </a:prstGeom>
        </p:spPr>
        <p:txBody>
          <a:bodyPr wrap="square">
            <a:spAutoFit/>
          </a:bodyPr>
          <a:lstStyle/>
          <a:p>
            <a:pPr>
              <a:spcAft>
                <a:spcPts val="600"/>
              </a:spcAft>
            </a:pPr>
            <a:r>
              <a:rPr lang="en-US" sz="2000" dirty="0">
                <a:solidFill>
                  <a:srgbClr val="FF0000"/>
                </a:solidFill>
                <a:latin typeface="+mj-lt"/>
                <a:ea typeface="+mn-ea"/>
              </a:rPr>
              <a:t>步骤</a:t>
            </a:r>
            <a:r>
              <a:rPr lang="en-US" sz="2000" dirty="0">
                <a:solidFill>
                  <a:srgbClr val="004C54"/>
                </a:solidFill>
                <a:latin typeface="+mj-lt"/>
                <a:ea typeface="+mn-ea"/>
              </a:rPr>
              <a:t>：</a:t>
            </a:r>
          </a:p>
          <a:p>
            <a:pPr marL="342900" indent="-342900">
              <a:spcAft>
                <a:spcPts val="600"/>
              </a:spcAft>
              <a:buFont typeface="Arial" panose="020B0604020202020204" pitchFamily="34" charset="0"/>
              <a:buChar char="•"/>
            </a:pPr>
            <a:r>
              <a:rPr lang="en-US" sz="2000" dirty="0" err="1">
                <a:solidFill>
                  <a:srgbClr val="004C54"/>
                </a:solidFill>
                <a:latin typeface="+mj-lt"/>
                <a:ea typeface="+mn-ea"/>
              </a:rPr>
              <a:t>对原图进行梯度变换，得到梯度图</a:t>
            </a:r>
            <a:r>
              <a:rPr lang="zh-CN" altLang="en-US" sz="2000" dirty="0">
                <a:solidFill>
                  <a:srgbClr val="004C54"/>
                </a:solidFill>
                <a:latin typeface="+mj-lt"/>
                <a:ea typeface="+mn-ea"/>
              </a:rPr>
              <a:t>。</a:t>
            </a:r>
            <a:endParaRPr lang="en-US" sz="2000" dirty="0">
              <a:solidFill>
                <a:srgbClr val="004C54"/>
              </a:solidFill>
              <a:latin typeface="+mj-lt"/>
              <a:ea typeface="+mn-ea"/>
            </a:endParaRPr>
          </a:p>
          <a:p>
            <a:pPr marL="342900" indent="-342900">
              <a:spcAft>
                <a:spcPts val="600"/>
              </a:spcAft>
              <a:buFont typeface="Arial" panose="020B0604020202020204" pitchFamily="34" charset="0"/>
              <a:buChar char="•"/>
            </a:pPr>
            <a:r>
              <a:rPr lang="en-US" sz="2000" dirty="0" err="1">
                <a:solidFill>
                  <a:srgbClr val="004C54"/>
                </a:solidFill>
                <a:latin typeface="+mj-lt"/>
                <a:ea typeface="+mn-ea"/>
              </a:rPr>
              <a:t>用合适的标记函数把图像中相关的目标及背景标记出来，得到标记图</a:t>
            </a:r>
            <a:r>
              <a:rPr lang="en-US" sz="2000" dirty="0">
                <a:solidFill>
                  <a:srgbClr val="004C54"/>
                </a:solidFill>
                <a:latin typeface="+mj-lt"/>
                <a:ea typeface="+mn-ea"/>
              </a:rPr>
              <a:t>。</a:t>
            </a:r>
          </a:p>
          <a:p>
            <a:pPr marL="342900" indent="-342900">
              <a:spcAft>
                <a:spcPts val="600"/>
              </a:spcAft>
              <a:buFont typeface="Arial" panose="020B0604020202020204" pitchFamily="34" charset="0"/>
              <a:buChar char="•"/>
            </a:pPr>
            <a:r>
              <a:rPr lang="en-US" sz="2000" dirty="0" err="1">
                <a:solidFill>
                  <a:srgbClr val="004C54"/>
                </a:solidFill>
                <a:latin typeface="+mj-lt"/>
                <a:ea typeface="+mn-ea"/>
              </a:rPr>
              <a:t>将标记图中的相应标记作为种子点，对梯度图像进行watershed变换，产生分水</a:t>
            </a:r>
            <a:r>
              <a:rPr lang="zh-CN" altLang="en-US" sz="2000" dirty="0">
                <a:solidFill>
                  <a:srgbClr val="004C54"/>
                </a:solidFill>
                <a:latin typeface="+mj-lt"/>
                <a:ea typeface="+mn-ea"/>
              </a:rPr>
              <a:t>岭。</a:t>
            </a:r>
            <a:endParaRPr lang="en-US" sz="2000" dirty="0">
              <a:solidFill>
                <a:srgbClr val="004C54"/>
              </a:solidFill>
              <a:latin typeface="+mj-lt"/>
              <a:ea typeface="+mn-ea"/>
            </a:endParaRPr>
          </a:p>
        </p:txBody>
      </p:sp>
      <p:pic>
        <p:nvPicPr>
          <p:cNvPr id="2097190" name="Picture 8"/>
          <p:cNvPicPr>
            <a:picLocks noChangeAspect="1"/>
          </p:cNvPicPr>
          <p:nvPr/>
        </p:nvPicPr>
        <p:blipFill>
          <a:blip r:embed="rId2"/>
          <a:stretch>
            <a:fillRect/>
          </a:stretch>
        </p:blipFill>
        <p:spPr>
          <a:xfrm>
            <a:off x="7250509" y="2789396"/>
            <a:ext cx="1066800" cy="990600"/>
          </a:xfrm>
          <a:prstGeom prst="rect">
            <a:avLst/>
          </a:prstGeom>
        </p:spPr>
      </p:pic>
      <p:pic>
        <p:nvPicPr>
          <p:cNvPr id="2097191" name="Picture 9"/>
          <p:cNvPicPr>
            <a:picLocks noChangeAspect="1"/>
          </p:cNvPicPr>
          <p:nvPr/>
        </p:nvPicPr>
        <p:blipFill>
          <a:blip r:embed="rId3"/>
          <a:stretch>
            <a:fillRect/>
          </a:stretch>
        </p:blipFill>
        <p:spPr>
          <a:xfrm>
            <a:off x="8628858" y="2817971"/>
            <a:ext cx="2457450" cy="962025"/>
          </a:xfrm>
          <a:prstGeom prst="rect">
            <a:avLst/>
          </a:prstGeom>
        </p:spPr>
      </p:pic>
      <p:pic>
        <p:nvPicPr>
          <p:cNvPr id="2097192" name="Picture 11"/>
          <p:cNvPicPr>
            <a:picLocks noChangeAspect="1"/>
          </p:cNvPicPr>
          <p:nvPr/>
        </p:nvPicPr>
        <p:blipFill>
          <a:blip r:embed="rId4"/>
          <a:stretch>
            <a:fillRect/>
          </a:stretch>
        </p:blipFill>
        <p:spPr>
          <a:xfrm>
            <a:off x="7250509" y="4207530"/>
            <a:ext cx="1066800" cy="992054"/>
          </a:xfrm>
          <a:prstGeom prst="rect">
            <a:avLst/>
          </a:prstGeom>
        </p:spPr>
      </p:pic>
      <p:pic>
        <p:nvPicPr>
          <p:cNvPr id="2097193" name="Picture 13"/>
          <p:cNvPicPr>
            <a:picLocks noChangeAspect="1"/>
          </p:cNvPicPr>
          <p:nvPr/>
        </p:nvPicPr>
        <p:blipFill>
          <a:blip r:embed="rId5"/>
          <a:stretch>
            <a:fillRect/>
          </a:stretch>
        </p:blipFill>
        <p:spPr>
          <a:xfrm>
            <a:off x="8628858" y="4207530"/>
            <a:ext cx="1069576" cy="1010565"/>
          </a:xfrm>
          <a:prstGeom prst="rect">
            <a:avLst/>
          </a:prstGeom>
        </p:spPr>
      </p:pic>
      <p:pic>
        <p:nvPicPr>
          <p:cNvPr id="2097194" name="Picture 14"/>
          <p:cNvPicPr>
            <a:picLocks noChangeAspect="1"/>
          </p:cNvPicPr>
          <p:nvPr/>
        </p:nvPicPr>
        <p:blipFill>
          <a:blip r:embed="rId6"/>
          <a:stretch>
            <a:fillRect/>
          </a:stretch>
        </p:blipFill>
        <p:spPr>
          <a:xfrm>
            <a:off x="10019508" y="4241568"/>
            <a:ext cx="1066800" cy="990600"/>
          </a:xfrm>
          <a:prstGeom prst="rect">
            <a:avLst/>
          </a:prstGeom>
        </p:spPr>
      </p:pic>
      <p:sp>
        <p:nvSpPr>
          <p:cNvPr id="1048869" name="Rectangle 26"/>
          <p:cNvSpPr/>
          <p:nvPr/>
        </p:nvSpPr>
        <p:spPr>
          <a:xfrm>
            <a:off x="7422260" y="3824486"/>
            <a:ext cx="723298" cy="338554"/>
          </a:xfrm>
          <a:prstGeom prst="rect">
            <a:avLst/>
          </a:prstGeom>
        </p:spPr>
        <p:txBody>
          <a:bodyPr wrap="square">
            <a:spAutoFit/>
          </a:bodyPr>
          <a:lstStyle/>
          <a:p>
            <a:pPr algn="ctr">
              <a:spcAft>
                <a:spcPts val="600"/>
              </a:spcAft>
            </a:pPr>
            <a:r>
              <a:rPr lang="zh-CN" altLang="en-US" sz="1600" dirty="0">
                <a:solidFill>
                  <a:srgbClr val="004C54"/>
                </a:solidFill>
                <a:latin typeface="+mj-lt"/>
                <a:ea typeface="+mn-ea"/>
              </a:rPr>
              <a:t>原图</a:t>
            </a:r>
            <a:endParaRPr lang="en-US" sz="1600" dirty="0">
              <a:solidFill>
                <a:srgbClr val="004C54"/>
              </a:solidFill>
              <a:latin typeface="+mj-lt"/>
              <a:ea typeface="+mn-ea"/>
            </a:endParaRPr>
          </a:p>
        </p:txBody>
      </p:sp>
      <p:sp>
        <p:nvSpPr>
          <p:cNvPr id="1048870" name="Rectangle 27"/>
          <p:cNvSpPr/>
          <p:nvPr/>
        </p:nvSpPr>
        <p:spPr>
          <a:xfrm>
            <a:off x="9441078" y="3841505"/>
            <a:ext cx="833010" cy="338554"/>
          </a:xfrm>
          <a:prstGeom prst="rect">
            <a:avLst/>
          </a:prstGeom>
        </p:spPr>
        <p:txBody>
          <a:bodyPr wrap="square">
            <a:spAutoFit/>
          </a:bodyPr>
          <a:lstStyle/>
          <a:p>
            <a:pPr algn="ctr">
              <a:spcAft>
                <a:spcPts val="600"/>
              </a:spcAft>
            </a:pPr>
            <a:r>
              <a:rPr lang="zh-CN" altLang="en-US" sz="1600" dirty="0">
                <a:solidFill>
                  <a:srgbClr val="004C54"/>
                </a:solidFill>
                <a:latin typeface="+mj-lt"/>
                <a:ea typeface="+mn-ea"/>
              </a:rPr>
              <a:t>直方图</a:t>
            </a:r>
            <a:endParaRPr lang="en-US" sz="1600" dirty="0">
              <a:solidFill>
                <a:srgbClr val="004C54"/>
              </a:solidFill>
              <a:latin typeface="+mj-lt"/>
              <a:ea typeface="+mn-ea"/>
            </a:endParaRPr>
          </a:p>
        </p:txBody>
      </p:sp>
      <p:sp>
        <p:nvSpPr>
          <p:cNvPr id="1048871" name="Rectangle 23"/>
          <p:cNvSpPr/>
          <p:nvPr/>
        </p:nvSpPr>
        <p:spPr>
          <a:xfrm>
            <a:off x="7034485" y="5232168"/>
            <a:ext cx="1415772" cy="338554"/>
          </a:xfrm>
          <a:prstGeom prst="rect">
            <a:avLst/>
          </a:prstGeom>
        </p:spPr>
        <p:txBody>
          <a:bodyPr wrap="none">
            <a:spAutoFit/>
          </a:bodyPr>
          <a:lstStyle/>
          <a:p>
            <a:r>
              <a:rPr lang="en-US" sz="1600" dirty="0" err="1">
                <a:solidFill>
                  <a:srgbClr val="004C54"/>
                </a:solidFill>
                <a:latin typeface="+mn-ea"/>
                <a:ea typeface="+mn-ea"/>
              </a:rPr>
              <a:t>提取出的标记</a:t>
            </a:r>
            <a:endParaRPr lang="en-US" sz="1600" dirty="0">
              <a:solidFill>
                <a:srgbClr val="004C54"/>
              </a:solidFill>
              <a:latin typeface="+mn-ea"/>
              <a:ea typeface="+mn-ea"/>
            </a:endParaRPr>
          </a:p>
        </p:txBody>
      </p:sp>
      <p:sp>
        <p:nvSpPr>
          <p:cNvPr id="1048872" name="Rectangle 28"/>
          <p:cNvSpPr/>
          <p:nvPr/>
        </p:nvSpPr>
        <p:spPr>
          <a:xfrm>
            <a:off x="8542462" y="5222939"/>
            <a:ext cx="1158945" cy="332740"/>
          </a:xfrm>
          <a:prstGeom prst="rect">
            <a:avLst/>
          </a:prstGeom>
        </p:spPr>
        <p:txBody>
          <a:bodyPr wrap="none">
            <a:spAutoFit/>
          </a:bodyPr>
          <a:lstStyle/>
          <a:p>
            <a:r>
              <a:rPr lang="en-US" sz="1600" dirty="0" err="1">
                <a:solidFill>
                  <a:srgbClr val="004C54"/>
                </a:solidFill>
                <a:latin typeface="+mn-ea"/>
                <a:ea typeface="+mn-ea"/>
              </a:rPr>
              <a:t>Canny梯度</a:t>
            </a:r>
            <a:endParaRPr lang="en-US" sz="1600" dirty="0">
              <a:solidFill>
                <a:srgbClr val="004C54"/>
              </a:solidFill>
              <a:latin typeface="+mn-ea"/>
              <a:ea typeface="+mn-ea"/>
            </a:endParaRPr>
          </a:p>
        </p:txBody>
      </p:sp>
      <p:sp>
        <p:nvSpPr>
          <p:cNvPr id="1048873" name="Rectangle 29"/>
          <p:cNvSpPr/>
          <p:nvPr/>
        </p:nvSpPr>
        <p:spPr>
          <a:xfrm>
            <a:off x="9803484" y="5232168"/>
            <a:ext cx="1415772" cy="338554"/>
          </a:xfrm>
          <a:prstGeom prst="rect">
            <a:avLst/>
          </a:prstGeom>
        </p:spPr>
        <p:txBody>
          <a:bodyPr wrap="none">
            <a:spAutoFit/>
          </a:bodyPr>
          <a:lstStyle/>
          <a:p>
            <a:r>
              <a:rPr lang="en-US" sz="1600" dirty="0" err="1">
                <a:solidFill>
                  <a:srgbClr val="004C54"/>
                </a:solidFill>
                <a:latin typeface="+mn-ea"/>
                <a:ea typeface="+mn-ea"/>
              </a:rPr>
              <a:t>水域分割结果</a:t>
            </a:r>
            <a:endParaRPr lang="en-US" sz="1600" dirty="0">
              <a:solidFill>
                <a:srgbClr val="004C54"/>
              </a:solidFill>
              <a:latin typeface="+mn-ea"/>
              <a:ea typeface="+mn-ea"/>
            </a:endParaRPr>
          </a:p>
        </p:txBody>
      </p:sp>
      <p:sp>
        <p:nvSpPr>
          <p:cNvPr id="1048874" name="TextBox 27"/>
          <p:cNvSpPr txBox="1"/>
          <p:nvPr/>
        </p:nvSpPr>
        <p:spPr>
          <a:xfrm>
            <a:off x="1012825" y="176213"/>
            <a:ext cx="3434081" cy="574040"/>
          </a:xfrm>
          <a:prstGeom prst="rect">
            <a:avLst/>
          </a:prstGeom>
          <a:noFill/>
          <a:ln w="9525">
            <a:noFill/>
          </a:ln>
        </p:spPr>
        <p:txBody>
          <a:bodyPr wrap="none" anchor="t">
            <a:spAutoFit/>
          </a:bodyPr>
          <a:lstStyle/>
          <a:p>
            <a:r>
              <a:rPr lang="zh-CN" altLang="en-US" sz="3200" dirty="0">
                <a:latin typeface="黑体" panose="02010609060101010101" pitchFamily="49" charset="-122"/>
                <a:ea typeface="黑体" panose="02010609060101010101" pitchFamily="49" charset="-122"/>
              </a:rPr>
              <a:t>一、图像分割概述</a:t>
            </a:r>
          </a:p>
        </p:txBody>
      </p:sp>
      <p:sp>
        <p:nvSpPr>
          <p:cNvPr id="1048875"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a:p>
        </p:txBody>
      </p:sp>
      <p:sp>
        <p:nvSpPr>
          <p:cNvPr id="1048876" name="Rectangle 1"/>
          <p:cNvSpPr/>
          <p:nvPr/>
        </p:nvSpPr>
        <p:spPr>
          <a:xfrm>
            <a:off x="568077" y="1090493"/>
            <a:ext cx="2650798" cy="491490"/>
          </a:xfrm>
          <a:prstGeom prst="rect">
            <a:avLst/>
          </a:prstGeom>
        </p:spPr>
        <p:txBody>
          <a:bodyPr wrap="none">
            <a:spAutoFit/>
          </a:bodyPr>
          <a:lstStyle/>
          <a:p>
            <a:pPr>
              <a:lnSpc>
                <a:spcPct val="150000"/>
              </a:lnSpc>
            </a:pPr>
            <a:r>
              <a:rPr lang="zh-CN" altLang="en-US" b="1" dirty="0">
                <a:latin typeface="微软雅黑" panose="020B0503020204020204" pitchFamily="34" charset="-122"/>
                <a:ea typeface="微软雅黑" panose="020B0503020204020204" pitchFamily="34" charset="-122"/>
              </a:rPr>
              <a:t>水域分割（</a:t>
            </a:r>
            <a:r>
              <a:rPr lang="en-US" altLang="zh-CN" b="1" dirty="0">
                <a:latin typeface="微软雅黑" panose="020B0503020204020204" pitchFamily="34" charset="-122"/>
                <a:ea typeface="微软雅黑" panose="020B0503020204020204" pitchFamily="34" charset="-122"/>
              </a:rPr>
              <a:t>watershed</a:t>
            </a:r>
            <a:r>
              <a:rPr lang="zh-CN" altLang="en-US" b="1" dirty="0">
                <a:latin typeface="微软雅黑" panose="020B0503020204020204" pitchFamily="34" charset="-122"/>
                <a:ea typeface="微软雅黑" panose="020B0503020204020204" pitchFamily="34" charset="-122"/>
              </a:rPr>
              <a:t>）</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77" name="TextBox 27"/>
          <p:cNvSpPr txBox="1"/>
          <p:nvPr/>
        </p:nvSpPr>
        <p:spPr>
          <a:xfrm>
            <a:off x="1012825" y="2060848"/>
            <a:ext cx="3434081" cy="2987041"/>
          </a:xfrm>
          <a:prstGeom prst="rect">
            <a:avLst/>
          </a:prstGeom>
          <a:noFill/>
          <a:ln w="9525">
            <a:noFill/>
          </a:ln>
        </p:spPr>
        <p:txBody>
          <a:bodyPr wrap="none" anchor="t">
            <a:spAutoFit/>
          </a:bodyPr>
          <a:lstStyle/>
          <a:p>
            <a:r>
              <a:rPr lang="zh-CN" altLang="en-US" sz="3200" dirty="0">
                <a:solidFill>
                  <a:schemeClr val="bg2">
                    <a:lumMod val="60000"/>
                    <a:lumOff val="40000"/>
                  </a:schemeClr>
                </a:solidFill>
                <a:latin typeface="黑体" panose="02010609060101010101" pitchFamily="49" charset="-122"/>
                <a:ea typeface="黑体" panose="02010609060101010101" pitchFamily="49" charset="-122"/>
              </a:rPr>
              <a:t>一、图像分割概述</a:t>
            </a:r>
            <a:endParaRPr lang="en-US" altLang="zh-CN" sz="3200" dirty="0">
              <a:solidFill>
                <a:schemeClr val="bg2">
                  <a:lumMod val="60000"/>
                  <a:lumOff val="40000"/>
                </a:schemeClr>
              </a:solidFill>
              <a:latin typeface="黑体" panose="02010609060101010101" pitchFamily="49" charset="-122"/>
              <a:ea typeface="黑体" panose="02010609060101010101" pitchFamily="49" charset="-122"/>
            </a:endParaRPr>
          </a:p>
          <a:p>
            <a:r>
              <a:rPr lang="zh-CN" altLang="en-US" sz="3200" dirty="0">
                <a:latin typeface="黑体" panose="02010609060101010101" pitchFamily="49" charset="-122"/>
                <a:ea typeface="黑体" panose="02010609060101010101" pitchFamily="49" charset="-122"/>
              </a:rPr>
              <a:t>二、阈值分割</a:t>
            </a:r>
            <a:endParaRPr lang="en-US" altLang="zh-CN" sz="3200" dirty="0">
              <a:latin typeface="黑体" panose="02010609060101010101" pitchFamily="49" charset="-122"/>
              <a:ea typeface="黑体" panose="02010609060101010101" pitchFamily="49" charset="-122"/>
            </a:endParaRPr>
          </a:p>
          <a:p>
            <a:r>
              <a:rPr lang="zh-CN" altLang="en-US" sz="3200" dirty="0">
                <a:solidFill>
                  <a:schemeClr val="bg2">
                    <a:lumMod val="60000"/>
                    <a:lumOff val="40000"/>
                  </a:schemeClr>
                </a:solidFill>
                <a:latin typeface="黑体" panose="02010609060101010101" pitchFamily="49" charset="-122"/>
                <a:ea typeface="黑体" panose="02010609060101010101" pitchFamily="49" charset="-122"/>
              </a:rPr>
              <a:t>三、边缘检测</a:t>
            </a:r>
            <a:endParaRPr lang="en-US" altLang="zh-CN" sz="3200" dirty="0">
              <a:solidFill>
                <a:schemeClr val="bg2">
                  <a:lumMod val="60000"/>
                  <a:lumOff val="40000"/>
                </a:schemeClr>
              </a:solidFill>
              <a:latin typeface="黑体" panose="02010609060101010101" pitchFamily="49" charset="-122"/>
              <a:ea typeface="黑体" panose="02010609060101010101" pitchFamily="49" charset="-122"/>
            </a:endParaRPr>
          </a:p>
          <a:p>
            <a:r>
              <a:rPr lang="zh-CN" altLang="en-US" sz="3200" dirty="0">
                <a:solidFill>
                  <a:srgbClr val="B3B3B3"/>
                </a:solidFill>
                <a:latin typeface="黑体" panose="02010609060101010101" pitchFamily="49" charset="-122"/>
                <a:ea typeface="黑体" panose="02010609060101010101" pitchFamily="49" charset="-122"/>
              </a:rPr>
              <a:t>四、区域分析</a:t>
            </a:r>
            <a:endParaRPr lang="en-US" altLang="zh-CN" sz="3200" dirty="0">
              <a:solidFill>
                <a:srgbClr val="B3B3B3"/>
              </a:solidFill>
              <a:latin typeface="黑体" panose="02010609060101010101" pitchFamily="49" charset="-122"/>
              <a:ea typeface="黑体" panose="02010609060101010101" pitchFamily="49" charset="-122"/>
            </a:endParaRPr>
          </a:p>
          <a:p>
            <a:r>
              <a:rPr lang="zh-CN" altLang="en-US" sz="3200" dirty="0">
                <a:solidFill>
                  <a:srgbClr val="B3B3B3"/>
                </a:solidFill>
                <a:latin typeface="黑体" panose="02010609060101010101" pitchFamily="49" charset="-122"/>
                <a:ea typeface="黑体" panose="02010609060101010101" pitchFamily="49" charset="-122"/>
              </a:rPr>
              <a:t>五、</a:t>
            </a:r>
            <a:r>
              <a:rPr lang="en-US" altLang="zh-CN" sz="3200" dirty="0">
                <a:solidFill>
                  <a:srgbClr val="B3B3B3"/>
                </a:solidFill>
                <a:latin typeface="黑体" panose="02010609060101010101" pitchFamily="49" charset="-122"/>
                <a:ea typeface="黑体" panose="02010609060101010101" pitchFamily="49" charset="-122"/>
              </a:rPr>
              <a:t>Hough</a:t>
            </a:r>
            <a:r>
              <a:rPr lang="zh-CN" altLang="en-US" sz="3200" dirty="0">
                <a:solidFill>
                  <a:srgbClr val="B3B3B3"/>
                </a:solidFill>
                <a:latin typeface="黑体" panose="02010609060101010101" pitchFamily="49" charset="-122"/>
                <a:ea typeface="黑体" panose="02010609060101010101" pitchFamily="49" charset="-122"/>
              </a:rPr>
              <a:t>变换</a:t>
            </a:r>
            <a:endParaRPr lang="en-US" altLang="zh-CN" sz="3200" dirty="0">
              <a:solidFill>
                <a:srgbClr val="B3B3B3"/>
              </a:solidFill>
              <a:latin typeface="黑体" panose="02010609060101010101" pitchFamily="49" charset="-122"/>
              <a:ea typeface="黑体" panose="02010609060101010101" pitchFamily="49" charset="-122"/>
            </a:endParaRPr>
          </a:p>
          <a:p>
            <a:r>
              <a:rPr lang="zh-CN" altLang="en-US" sz="3200" dirty="0">
                <a:solidFill>
                  <a:srgbClr val="B3B3B3"/>
                </a:solidFill>
                <a:latin typeface="黑体" panose="02010609060101010101" pitchFamily="49" charset="-122"/>
                <a:ea typeface="黑体" panose="02010609060101010101" pitchFamily="49" charset="-122"/>
              </a:rPr>
              <a:t>六、动态聚类分割</a:t>
            </a:r>
          </a:p>
        </p:txBody>
      </p:sp>
      <p:sp>
        <p:nvSpPr>
          <p:cNvPr id="1048878" name="TextBox 27"/>
          <p:cNvSpPr txBox="1"/>
          <p:nvPr/>
        </p:nvSpPr>
        <p:spPr>
          <a:xfrm>
            <a:off x="1012825" y="176213"/>
            <a:ext cx="2621280" cy="574040"/>
          </a:xfrm>
          <a:prstGeom prst="rect">
            <a:avLst/>
          </a:prstGeom>
          <a:noFill/>
          <a:ln w="9525">
            <a:noFill/>
          </a:ln>
        </p:spPr>
        <p:txBody>
          <a:bodyPr wrap="none" anchor="t">
            <a:spAutoFit/>
          </a:bodyPr>
          <a:lstStyle/>
          <a:p>
            <a:r>
              <a:rPr lang="zh-CN" altLang="en-US" sz="3200" dirty="0">
                <a:latin typeface="黑体" panose="02010609060101010101" pitchFamily="49" charset="-122"/>
                <a:ea typeface="黑体" panose="02010609060101010101" pitchFamily="49" charset="-122"/>
              </a:rPr>
              <a:t>二、阈值分割</a:t>
            </a:r>
          </a:p>
        </p:txBody>
      </p:sp>
      <p:sp>
        <p:nvSpPr>
          <p:cNvPr id="1048879"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a:p>
        </p:txBody>
      </p:sp>
    </p:spTree>
  </p:cSld>
  <p:clrMapOvr>
    <a:masterClrMapping/>
  </p:clrMapOvr>
  <p:transition spd="slow" advTm="3804">
    <p:fad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80" name="TextBox 11"/>
          <p:cNvSpPr txBox="1"/>
          <p:nvPr/>
        </p:nvSpPr>
        <p:spPr>
          <a:xfrm>
            <a:off x="1014578" y="1212811"/>
            <a:ext cx="9980347" cy="400110"/>
          </a:xfrm>
          <a:prstGeom prst="rect">
            <a:avLst/>
          </a:prstGeom>
          <a:noFill/>
          <a:ln w="9525">
            <a:noFill/>
          </a:ln>
        </p:spPr>
        <p:txBody>
          <a:bodyPr wrap="square" anchor="t">
            <a:spAutoFit/>
          </a:bodyPr>
          <a:lstStyle/>
          <a:p>
            <a:r>
              <a:rPr lang="zh-CN" altLang="en-US" sz="2000" dirty="0">
                <a:solidFill>
                  <a:srgbClr val="004C54"/>
                </a:solidFill>
                <a:latin typeface="微软雅黑" panose="020B0503020204020204" pitchFamily="34" charset="-122"/>
                <a:ea typeface="微软雅黑" panose="020B0503020204020204" pitchFamily="34" charset="-122"/>
              </a:rPr>
              <a:t>把图像分成不同的等级，然后设定灰度阈值</a:t>
            </a:r>
            <a:r>
              <a:rPr lang="en-US" altLang="zh-CN" sz="2000" dirty="0">
                <a:solidFill>
                  <a:srgbClr val="004C54"/>
                </a:solidFill>
                <a:latin typeface="微软雅黑" panose="020B0503020204020204" pitchFamily="34" charset="-122"/>
                <a:ea typeface="微软雅黑" panose="020B0503020204020204" pitchFamily="34" charset="-122"/>
              </a:rPr>
              <a:t>T</a:t>
            </a:r>
            <a:r>
              <a:rPr lang="zh-CN" altLang="en-US" sz="2000" dirty="0">
                <a:solidFill>
                  <a:srgbClr val="004C54"/>
                </a:solidFill>
                <a:latin typeface="微软雅黑" panose="020B0503020204020204" pitchFamily="34" charset="-122"/>
                <a:ea typeface="微软雅黑" panose="020B0503020204020204" pitchFamily="34" charset="-122"/>
              </a:rPr>
              <a:t>，确定有意义的区域或边界。</a:t>
            </a:r>
          </a:p>
        </p:txBody>
      </p:sp>
      <p:graphicFrame>
        <p:nvGraphicFramePr>
          <p:cNvPr id="4194308" name="Object 1024"/>
          <p:cNvGraphicFramePr>
            <a:graphicFrameLocks noChangeAspect="1"/>
          </p:cNvGraphicFramePr>
          <p:nvPr/>
        </p:nvGraphicFramePr>
        <p:xfrm>
          <a:off x="3434084" y="1844824"/>
          <a:ext cx="4069425" cy="946378"/>
        </p:xfrm>
        <a:graphic>
          <a:graphicData uri="http://schemas.openxmlformats.org/presentationml/2006/ole">
            <mc:AlternateContent xmlns:mc="http://schemas.openxmlformats.org/markup-compatibility/2006">
              <mc:Choice xmlns:v="urn:schemas-microsoft-com:vml" Requires="v">
                <p:oleObj name="Equation" r:id="rId2" imgW="1981200" imgH="482600" progId="Equation.DSMT4">
                  <p:embed/>
                </p:oleObj>
              </mc:Choice>
              <mc:Fallback>
                <p:oleObj name="Equation" r:id="rId2" imgW="1981200" imgH="482600" progId="Equation.DSMT4">
                  <p:embed/>
                  <p:pic>
                    <p:nvPicPr>
                      <p:cNvPr id="2097195" name="Object 1024"/>
                      <p:cNvPicPr>
                        <a:picLocks noChangeAspect="1" noChangeArrowheads="1"/>
                      </p:cNvPicPr>
                      <p:nvPr/>
                    </p:nvPicPr>
                    <p:blipFill>
                      <a:blip r:embed="rId3"/>
                      <a:srcRect/>
                      <a:stretch>
                        <a:fillRect/>
                      </a:stretch>
                    </p:blipFill>
                    <p:spPr bwMode="auto">
                      <a:xfrm>
                        <a:off x="3434084" y="1844824"/>
                        <a:ext cx="4069425" cy="946378"/>
                      </a:xfrm>
                      <a:prstGeom prst="rect">
                        <a:avLst/>
                      </a:prstGeom>
                      <a:noFill/>
                      <a:ln>
                        <a:noFill/>
                      </a:ln>
                      <a:effectLst/>
                    </p:spPr>
                  </p:pic>
                </p:oleObj>
              </mc:Fallback>
            </mc:AlternateContent>
          </a:graphicData>
        </a:graphic>
      </p:graphicFrame>
      <p:sp>
        <p:nvSpPr>
          <p:cNvPr id="1048881" name="Rectangle 3"/>
          <p:cNvSpPr>
            <a:spLocks noRot="1" noChangeAspect="1" noMove="1" noResize="1" noEditPoints="1" noAdjustHandles="1" noChangeArrowheads="1" noChangeShapeType="1" noTextEdit="1"/>
          </p:cNvSpPr>
          <p:nvPr/>
        </p:nvSpPr>
        <p:spPr>
          <a:xfrm>
            <a:off x="1012825" y="2866470"/>
            <a:ext cx="9980346" cy="1169551"/>
          </a:xfrm>
          <a:prstGeom prst="rect">
            <a:avLst/>
          </a:prstGeom>
          <a:blipFill rotWithShape="0">
            <a:blip r:embed="rId4"/>
            <a:stretch>
              <a:fillRect l="-611" t="-2604" b="-3646"/>
            </a:stretch>
          </a:blipFill>
        </p:spPr>
        <p:txBody>
          <a:bodyPr/>
          <a:lstStyle/>
          <a:p>
            <a:r>
              <a:rPr lang="zh-CN" altLang="en-US">
                <a:noFill/>
              </a:rPr>
              <a:t> </a:t>
            </a:r>
          </a:p>
        </p:txBody>
      </p:sp>
      <p:sp>
        <p:nvSpPr>
          <p:cNvPr id="1048882" name="TextBox 27"/>
          <p:cNvSpPr txBox="1"/>
          <p:nvPr/>
        </p:nvSpPr>
        <p:spPr>
          <a:xfrm>
            <a:off x="1012825" y="176213"/>
            <a:ext cx="2621280" cy="574040"/>
          </a:xfrm>
          <a:prstGeom prst="rect">
            <a:avLst/>
          </a:prstGeom>
          <a:noFill/>
          <a:ln w="9525">
            <a:noFill/>
          </a:ln>
        </p:spPr>
        <p:txBody>
          <a:bodyPr wrap="none" anchor="t">
            <a:spAutoFit/>
          </a:bodyPr>
          <a:lstStyle/>
          <a:p>
            <a:r>
              <a:rPr lang="zh-CN" altLang="en-US" sz="3200" dirty="0">
                <a:latin typeface="黑体" panose="02010609060101010101" pitchFamily="49" charset="-122"/>
                <a:ea typeface="黑体" panose="02010609060101010101" pitchFamily="49" charset="-122"/>
              </a:rPr>
              <a:t>二、阈值分割</a:t>
            </a:r>
          </a:p>
        </p:txBody>
      </p:sp>
      <p:sp>
        <p:nvSpPr>
          <p:cNvPr id="1048883"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a:p>
        </p:txBody>
      </p:sp>
    </p:spTree>
  </p:cSld>
  <p:clrMapOvr>
    <a:masterClrMapping/>
  </p:clrMapOvr>
  <p:transition spd="slow" advTm="3804">
    <p:fad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84" name="TextBox 11"/>
          <p:cNvSpPr txBox="1"/>
          <p:nvPr/>
        </p:nvSpPr>
        <p:spPr>
          <a:xfrm>
            <a:off x="1014578" y="1212811"/>
            <a:ext cx="9980347" cy="400110"/>
          </a:xfrm>
          <a:prstGeom prst="rect">
            <a:avLst/>
          </a:prstGeom>
          <a:noFill/>
          <a:ln w="9525">
            <a:noFill/>
          </a:ln>
        </p:spPr>
        <p:txBody>
          <a:bodyPr wrap="square" anchor="t">
            <a:spAutoFit/>
          </a:bodyPr>
          <a:lstStyle/>
          <a:p>
            <a:r>
              <a:rPr lang="zh-CN" altLang="en-US" sz="2000" b="1" dirty="0">
                <a:solidFill>
                  <a:srgbClr val="004C54"/>
                </a:solidFill>
                <a:latin typeface="微软雅黑" panose="020B0503020204020204" pitchFamily="34" charset="-122"/>
                <a:ea typeface="微软雅黑" panose="020B0503020204020204" pitchFamily="34" charset="-122"/>
              </a:rPr>
              <a:t>阈值选取：</a:t>
            </a:r>
          </a:p>
        </p:txBody>
      </p:sp>
      <p:sp>
        <p:nvSpPr>
          <p:cNvPr id="1048885" name="Rectangle 6"/>
          <p:cNvSpPr/>
          <p:nvPr/>
        </p:nvSpPr>
        <p:spPr>
          <a:xfrm>
            <a:off x="1705893" y="2247253"/>
            <a:ext cx="9865096" cy="1477328"/>
          </a:xfrm>
          <a:prstGeom prst="rect">
            <a:avLst/>
          </a:prstGeom>
        </p:spPr>
        <p:txBody>
          <a:bodyPr wrap="square">
            <a:spAutoFit/>
          </a:bodyPr>
          <a:lstStyle/>
          <a:p>
            <a:r>
              <a:rPr lang="zh-CN" altLang="en-US" sz="2000" dirty="0">
                <a:solidFill>
                  <a:srgbClr val="004C54"/>
                </a:solidFill>
                <a:latin typeface="微软雅黑" panose="020B0503020204020204" pitchFamily="34" charset="-122"/>
                <a:ea typeface="微软雅黑" panose="020B0503020204020204" pitchFamily="34" charset="-122"/>
              </a:rPr>
              <a:t>假设</a:t>
            </a:r>
            <a:r>
              <a:rPr lang="en-US" sz="2000" dirty="0">
                <a:solidFill>
                  <a:srgbClr val="004C54"/>
                </a:solidFill>
                <a:latin typeface="微软雅黑" panose="020B0503020204020204" pitchFamily="34" charset="-122"/>
                <a:ea typeface="微软雅黑" panose="020B0503020204020204" pitchFamily="34" charset="-122"/>
              </a:rPr>
              <a:t>图像由具有单峰灰度分布的目标和背景组成，处于目标或背景内部相邻像素间的灰度值是高度相关的，但处于目标和背景交界处两边的像素在灰度值上有很大的差别</a:t>
            </a:r>
            <a:r>
              <a:rPr lang="zh-CN" altLang="en-US" sz="2000" dirty="0">
                <a:solidFill>
                  <a:srgbClr val="004C54"/>
                </a:solidFill>
                <a:latin typeface="微软雅黑" panose="020B0503020204020204" pitchFamily="34" charset="-122"/>
                <a:ea typeface="微软雅黑" panose="020B0503020204020204" pitchFamily="34" charset="-122"/>
              </a:rPr>
              <a:t>，</a:t>
            </a:r>
            <a:r>
              <a:rPr lang="en-US" sz="2000" dirty="0" err="1">
                <a:solidFill>
                  <a:srgbClr val="004C54"/>
                </a:solidFill>
                <a:latin typeface="微软雅黑" panose="020B0503020204020204" pitchFamily="34" charset="-122"/>
                <a:ea typeface="微软雅黑" panose="020B0503020204020204" pitchFamily="34" charset="-122"/>
              </a:rPr>
              <a:t>直方图应为较为明显的双峰</a:t>
            </a:r>
            <a:r>
              <a:rPr lang="zh-CN" altLang="en-US" sz="2000" dirty="0">
                <a:solidFill>
                  <a:srgbClr val="004C54"/>
                </a:solidFill>
                <a:latin typeface="微软雅黑" panose="020B0503020204020204" pitchFamily="34" charset="-122"/>
                <a:ea typeface="微软雅黑" panose="020B0503020204020204" pitchFamily="34" charset="-122"/>
              </a:rPr>
              <a:t>。</a:t>
            </a:r>
            <a:endParaRPr lang="en-US" altLang="zh-CN" sz="2000" dirty="0">
              <a:solidFill>
                <a:srgbClr val="004C54"/>
              </a:solidFill>
              <a:latin typeface="微软雅黑" panose="020B0503020204020204" pitchFamily="34" charset="-122"/>
              <a:ea typeface="微软雅黑" panose="020B0503020204020204" pitchFamily="34" charset="-122"/>
            </a:endParaRPr>
          </a:p>
          <a:p>
            <a:pPr>
              <a:lnSpc>
                <a:spcPct val="150000"/>
              </a:lnSpc>
            </a:pPr>
            <a:r>
              <a:rPr lang="en-US" sz="2000" dirty="0" err="1">
                <a:solidFill>
                  <a:srgbClr val="004C54"/>
                </a:solidFill>
                <a:latin typeface="微软雅黑" panose="020B0503020204020204" pitchFamily="34" charset="-122"/>
                <a:ea typeface="微软雅黑" panose="020B0503020204020204" pitchFamily="34" charset="-122"/>
              </a:rPr>
              <a:t>对这类图像常可用取阈值方法来较好地分割</a:t>
            </a:r>
            <a:r>
              <a:rPr lang="zh-CN" altLang="en-US" sz="2000" dirty="0">
                <a:solidFill>
                  <a:srgbClr val="004C54"/>
                </a:solidFill>
                <a:latin typeface="微软雅黑" panose="020B0503020204020204" pitchFamily="34" charset="-122"/>
                <a:ea typeface="微软雅黑" panose="020B0503020204020204" pitchFamily="34" charset="-122"/>
              </a:rPr>
              <a:t>。</a:t>
            </a:r>
            <a:endParaRPr lang="en-US" sz="2000" dirty="0">
              <a:solidFill>
                <a:srgbClr val="004C54"/>
              </a:solidFill>
              <a:latin typeface="微软雅黑" panose="020B0503020204020204" pitchFamily="34" charset="-122"/>
              <a:ea typeface="微软雅黑" panose="020B0503020204020204" pitchFamily="34" charset="-122"/>
            </a:endParaRPr>
          </a:p>
        </p:txBody>
      </p:sp>
      <p:pic>
        <p:nvPicPr>
          <p:cNvPr id="2097197" name="Picture 8"/>
          <p:cNvPicPr>
            <a:picLocks noChangeAspect="1"/>
          </p:cNvPicPr>
          <p:nvPr/>
        </p:nvPicPr>
        <p:blipFill>
          <a:blip r:embed="rId2"/>
          <a:stretch>
            <a:fillRect/>
          </a:stretch>
        </p:blipFill>
        <p:spPr>
          <a:xfrm>
            <a:off x="6170389" y="4830333"/>
            <a:ext cx="1971675" cy="923925"/>
          </a:xfrm>
          <a:prstGeom prst="rect">
            <a:avLst/>
          </a:prstGeom>
        </p:spPr>
      </p:pic>
      <p:pic>
        <p:nvPicPr>
          <p:cNvPr id="2097198" name="Picture 9"/>
          <p:cNvPicPr>
            <a:picLocks noChangeAspect="1"/>
          </p:cNvPicPr>
          <p:nvPr/>
        </p:nvPicPr>
        <p:blipFill>
          <a:blip r:embed="rId3"/>
          <a:stretch>
            <a:fillRect/>
          </a:stretch>
        </p:blipFill>
        <p:spPr>
          <a:xfrm>
            <a:off x="6170389" y="4239528"/>
            <a:ext cx="1971675" cy="482149"/>
          </a:xfrm>
          <a:prstGeom prst="rect">
            <a:avLst/>
          </a:prstGeom>
        </p:spPr>
      </p:pic>
      <p:pic>
        <p:nvPicPr>
          <p:cNvPr id="2097199" name="Picture 10"/>
          <p:cNvPicPr>
            <a:picLocks noChangeAspect="1"/>
          </p:cNvPicPr>
          <p:nvPr/>
        </p:nvPicPr>
        <p:blipFill>
          <a:blip r:embed="rId4"/>
          <a:stretch>
            <a:fillRect/>
          </a:stretch>
        </p:blipFill>
        <p:spPr>
          <a:xfrm>
            <a:off x="8546653" y="4820807"/>
            <a:ext cx="2000250" cy="942975"/>
          </a:xfrm>
          <a:prstGeom prst="rect">
            <a:avLst/>
          </a:prstGeom>
        </p:spPr>
      </p:pic>
      <p:pic>
        <p:nvPicPr>
          <p:cNvPr id="2097200" name="Picture 11"/>
          <p:cNvPicPr>
            <a:picLocks noChangeAspect="1"/>
          </p:cNvPicPr>
          <p:nvPr/>
        </p:nvPicPr>
        <p:blipFill>
          <a:blip r:embed="rId5"/>
          <a:stretch>
            <a:fillRect/>
          </a:stretch>
        </p:blipFill>
        <p:spPr>
          <a:xfrm>
            <a:off x="8546653" y="4239528"/>
            <a:ext cx="2000250" cy="457200"/>
          </a:xfrm>
          <a:prstGeom prst="rect">
            <a:avLst/>
          </a:prstGeom>
        </p:spPr>
      </p:pic>
      <p:sp>
        <p:nvSpPr>
          <p:cNvPr id="1048886" name="Rectangle 12"/>
          <p:cNvSpPr/>
          <p:nvPr/>
        </p:nvSpPr>
        <p:spPr>
          <a:xfrm>
            <a:off x="9194725" y="5763782"/>
            <a:ext cx="1058495" cy="400110"/>
          </a:xfrm>
          <a:prstGeom prst="rect">
            <a:avLst/>
          </a:prstGeom>
        </p:spPr>
        <p:txBody>
          <a:bodyPr wrap="none">
            <a:spAutoFit/>
          </a:bodyPr>
          <a:lstStyle/>
          <a:p>
            <a:r>
              <a:rPr lang="en-US" altLang="zh-CN" sz="2000" dirty="0">
                <a:solidFill>
                  <a:srgbClr val="004C54"/>
                </a:solidFill>
                <a:latin typeface="Times New Roman" panose="02020603050405020304" pitchFamily="18" charset="0"/>
                <a:cs typeface="Times New Roman" panose="02020603050405020304" pitchFamily="18" charset="0"/>
              </a:rPr>
              <a:t>T = </a:t>
            </a:r>
            <a:r>
              <a:rPr lang="en-US" sz="2000" dirty="0">
                <a:solidFill>
                  <a:srgbClr val="004C54"/>
                </a:solidFill>
                <a:latin typeface="Times New Roman" panose="02020603050405020304" pitchFamily="18" charset="0"/>
                <a:cs typeface="Times New Roman" panose="02020603050405020304" pitchFamily="18" charset="0"/>
              </a:rPr>
              <a:t>0.62</a:t>
            </a:r>
          </a:p>
        </p:txBody>
      </p:sp>
      <p:sp>
        <p:nvSpPr>
          <p:cNvPr id="1048887" name="Rectangle 13"/>
          <p:cNvSpPr/>
          <p:nvPr/>
        </p:nvSpPr>
        <p:spPr>
          <a:xfrm>
            <a:off x="6833060" y="5777444"/>
            <a:ext cx="697627" cy="400110"/>
          </a:xfrm>
          <a:prstGeom prst="rect">
            <a:avLst/>
          </a:prstGeom>
        </p:spPr>
        <p:txBody>
          <a:bodyPr wrap="none">
            <a:spAutoFit/>
          </a:bodyPr>
          <a:lstStyle/>
          <a:p>
            <a:r>
              <a:rPr lang="zh-CN" altLang="en-US" sz="2000" dirty="0">
                <a:solidFill>
                  <a:srgbClr val="004C54"/>
                </a:solidFill>
              </a:rPr>
              <a:t>原图</a:t>
            </a:r>
            <a:endParaRPr lang="en-US" sz="2000" dirty="0">
              <a:solidFill>
                <a:srgbClr val="004C54"/>
              </a:solidFill>
            </a:endParaRPr>
          </a:p>
        </p:txBody>
      </p:sp>
      <p:sp>
        <p:nvSpPr>
          <p:cNvPr id="1048888" name="TextBox 11"/>
          <p:cNvSpPr txBox="1"/>
          <p:nvPr/>
        </p:nvSpPr>
        <p:spPr>
          <a:xfrm>
            <a:off x="1345853" y="1730032"/>
            <a:ext cx="9980347" cy="400110"/>
          </a:xfrm>
          <a:prstGeom prst="rect">
            <a:avLst/>
          </a:prstGeom>
          <a:noFill/>
          <a:ln w="9525">
            <a:noFill/>
          </a:ln>
        </p:spPr>
        <p:txBody>
          <a:bodyPr wrap="square" anchor="t">
            <a:spAutoFit/>
          </a:bodyPr>
          <a:lstStyle/>
          <a:p>
            <a:pPr marL="342900" indent="-342900">
              <a:buFont typeface="Arial" panose="020B0604020202020204" pitchFamily="34" charset="0"/>
              <a:buChar char="•"/>
            </a:pPr>
            <a:r>
              <a:rPr lang="zh-CN" altLang="en-US" sz="2000" dirty="0">
                <a:solidFill>
                  <a:srgbClr val="FF0000"/>
                </a:solidFill>
                <a:highlight>
                  <a:srgbClr val="FFFF00"/>
                </a:highlight>
                <a:latin typeface="微软雅黑" panose="020B0503020204020204" pitchFamily="34" charset="-122"/>
                <a:ea typeface="微软雅黑" panose="020B0503020204020204" pitchFamily="34" charset="-122"/>
              </a:rPr>
              <a:t>直方图法</a:t>
            </a:r>
          </a:p>
        </p:txBody>
      </p:sp>
      <p:grpSp>
        <p:nvGrpSpPr>
          <p:cNvPr id="187" name="Group 24"/>
          <p:cNvGrpSpPr/>
          <p:nvPr/>
        </p:nvGrpSpPr>
        <p:grpSpPr bwMode="auto">
          <a:xfrm>
            <a:off x="2065933" y="4360068"/>
            <a:ext cx="1752600" cy="1338263"/>
            <a:chOff x="4511" y="960"/>
            <a:chExt cx="1104" cy="843"/>
          </a:xfrm>
        </p:grpSpPr>
        <p:sp>
          <p:nvSpPr>
            <p:cNvPr id="1048889" name="Line 3"/>
            <p:cNvSpPr>
              <a:spLocks noChangeShapeType="1"/>
            </p:cNvSpPr>
            <p:nvPr/>
          </p:nvSpPr>
          <p:spPr bwMode="auto">
            <a:xfrm flipV="1">
              <a:off x="4511" y="960"/>
              <a:ext cx="1" cy="747"/>
            </a:xfrm>
            <a:prstGeom prst="line">
              <a:avLst/>
            </a:prstGeom>
            <a:ln>
              <a:headEnd/>
              <a:tailEnd type="triangle" w="med" len="med"/>
            </a:ln>
          </p:spPr>
          <p:style>
            <a:lnRef idx="3">
              <a:schemeClr val="accent1"/>
            </a:lnRef>
            <a:fillRef idx="0">
              <a:schemeClr val="accent1"/>
            </a:fillRef>
            <a:effectRef idx="2">
              <a:schemeClr val="accent1"/>
            </a:effectRef>
            <a:fontRef idx="minor">
              <a:schemeClr val="tx1"/>
            </a:fontRef>
          </p:style>
          <p:txBody>
            <a:bodyPr wrap="none"/>
            <a:lstStyle/>
            <a:p>
              <a:endParaRPr lang="en-US" sz="2000">
                <a:solidFill>
                  <a:srgbClr val="004C54"/>
                </a:solidFill>
              </a:endParaRPr>
            </a:p>
          </p:txBody>
        </p:sp>
        <p:sp>
          <p:nvSpPr>
            <p:cNvPr id="1048890" name="Line 4"/>
            <p:cNvSpPr>
              <a:spLocks noChangeShapeType="1"/>
            </p:cNvSpPr>
            <p:nvPr/>
          </p:nvSpPr>
          <p:spPr bwMode="auto">
            <a:xfrm>
              <a:off x="4511" y="1707"/>
              <a:ext cx="1104" cy="0"/>
            </a:xfrm>
            <a:prstGeom prst="line">
              <a:avLst/>
            </a:prstGeom>
            <a:ln>
              <a:headEnd/>
              <a:tailEnd type="triangle" w="med" len="med"/>
            </a:ln>
          </p:spPr>
          <p:style>
            <a:lnRef idx="3">
              <a:schemeClr val="accent1"/>
            </a:lnRef>
            <a:fillRef idx="0">
              <a:schemeClr val="accent1"/>
            </a:fillRef>
            <a:effectRef idx="2">
              <a:schemeClr val="accent1"/>
            </a:effectRef>
            <a:fontRef idx="minor">
              <a:schemeClr val="tx1"/>
            </a:fontRef>
          </p:style>
          <p:txBody>
            <a:bodyPr wrap="none"/>
            <a:lstStyle/>
            <a:p>
              <a:endParaRPr lang="en-US" sz="2000">
                <a:solidFill>
                  <a:srgbClr val="004C54"/>
                </a:solidFill>
              </a:endParaRPr>
            </a:p>
          </p:txBody>
        </p:sp>
        <p:sp>
          <p:nvSpPr>
            <p:cNvPr id="1048891" name="Freeform 5"/>
            <p:cNvSpPr/>
            <p:nvPr/>
          </p:nvSpPr>
          <p:spPr bwMode="auto">
            <a:xfrm>
              <a:off x="4559" y="1187"/>
              <a:ext cx="1008" cy="528"/>
            </a:xfrm>
            <a:custGeom>
              <a:avLst/>
              <a:gdLst>
                <a:gd name="T0" fmla="*/ 0 w 1008"/>
                <a:gd name="T1" fmla="*/ 520 h 528"/>
                <a:gd name="T2" fmla="*/ 144 w 1008"/>
                <a:gd name="T3" fmla="*/ 472 h 528"/>
                <a:gd name="T4" fmla="*/ 240 w 1008"/>
                <a:gd name="T5" fmla="*/ 184 h 528"/>
                <a:gd name="T6" fmla="*/ 336 w 1008"/>
                <a:gd name="T7" fmla="*/ 88 h 528"/>
                <a:gd name="T8" fmla="*/ 432 w 1008"/>
                <a:gd name="T9" fmla="*/ 280 h 528"/>
                <a:gd name="T10" fmla="*/ 528 w 1008"/>
                <a:gd name="T11" fmla="*/ 376 h 528"/>
                <a:gd name="T12" fmla="*/ 624 w 1008"/>
                <a:gd name="T13" fmla="*/ 280 h 528"/>
                <a:gd name="T14" fmla="*/ 720 w 1008"/>
                <a:gd name="T15" fmla="*/ 136 h 528"/>
                <a:gd name="T16" fmla="*/ 768 w 1008"/>
                <a:gd name="T17" fmla="*/ 40 h 528"/>
                <a:gd name="T18" fmla="*/ 816 w 1008"/>
                <a:gd name="T19" fmla="*/ 40 h 528"/>
                <a:gd name="T20" fmla="*/ 864 w 1008"/>
                <a:gd name="T21" fmla="*/ 280 h 528"/>
                <a:gd name="T22" fmla="*/ 1008 w 1008"/>
                <a:gd name="T23" fmla="*/ 424 h 52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008" h="528">
                  <a:moveTo>
                    <a:pt x="0" y="520"/>
                  </a:moveTo>
                  <a:cubicBezTo>
                    <a:pt x="52" y="524"/>
                    <a:pt x="104" y="528"/>
                    <a:pt x="144" y="472"/>
                  </a:cubicBezTo>
                  <a:cubicBezTo>
                    <a:pt x="184" y="416"/>
                    <a:pt x="208" y="248"/>
                    <a:pt x="240" y="184"/>
                  </a:cubicBezTo>
                  <a:cubicBezTo>
                    <a:pt x="272" y="120"/>
                    <a:pt x="304" y="72"/>
                    <a:pt x="336" y="88"/>
                  </a:cubicBezTo>
                  <a:cubicBezTo>
                    <a:pt x="368" y="104"/>
                    <a:pt x="400" y="232"/>
                    <a:pt x="432" y="280"/>
                  </a:cubicBezTo>
                  <a:cubicBezTo>
                    <a:pt x="464" y="328"/>
                    <a:pt x="496" y="376"/>
                    <a:pt x="528" y="376"/>
                  </a:cubicBezTo>
                  <a:cubicBezTo>
                    <a:pt x="560" y="376"/>
                    <a:pt x="592" y="320"/>
                    <a:pt x="624" y="280"/>
                  </a:cubicBezTo>
                  <a:cubicBezTo>
                    <a:pt x="656" y="240"/>
                    <a:pt x="696" y="176"/>
                    <a:pt x="720" y="136"/>
                  </a:cubicBezTo>
                  <a:cubicBezTo>
                    <a:pt x="744" y="96"/>
                    <a:pt x="752" y="56"/>
                    <a:pt x="768" y="40"/>
                  </a:cubicBezTo>
                  <a:cubicBezTo>
                    <a:pt x="784" y="24"/>
                    <a:pt x="800" y="0"/>
                    <a:pt x="816" y="40"/>
                  </a:cubicBezTo>
                  <a:cubicBezTo>
                    <a:pt x="832" y="80"/>
                    <a:pt x="832" y="216"/>
                    <a:pt x="864" y="280"/>
                  </a:cubicBezTo>
                  <a:cubicBezTo>
                    <a:pt x="896" y="344"/>
                    <a:pt x="984" y="400"/>
                    <a:pt x="1008" y="424"/>
                  </a:cubicBezTo>
                </a:path>
              </a:pathLst>
            </a:custGeom>
            <a:ln>
              <a:headEnd/>
              <a:tailEnd/>
            </a:ln>
          </p:spPr>
          <p:style>
            <a:lnRef idx="3">
              <a:schemeClr val="accent1"/>
            </a:lnRef>
            <a:fillRef idx="0">
              <a:schemeClr val="accent1"/>
            </a:fillRef>
            <a:effectRef idx="2">
              <a:schemeClr val="accent1"/>
            </a:effectRef>
            <a:fontRef idx="minor">
              <a:schemeClr val="tx1"/>
            </a:fontRef>
          </p:style>
          <p:txBody>
            <a:bodyPr wrap="none"/>
            <a:lstStyle/>
            <a:p>
              <a:endParaRPr lang="en-US" sz="2000">
                <a:solidFill>
                  <a:srgbClr val="004C54"/>
                </a:solidFill>
              </a:endParaRPr>
            </a:p>
          </p:txBody>
        </p:sp>
        <p:sp>
          <p:nvSpPr>
            <p:cNvPr id="1048892" name="Line 6"/>
            <p:cNvSpPr>
              <a:spLocks noChangeShapeType="1"/>
            </p:cNvSpPr>
            <p:nvPr/>
          </p:nvSpPr>
          <p:spPr bwMode="auto">
            <a:xfrm>
              <a:off x="5087" y="1419"/>
              <a:ext cx="0" cy="384"/>
            </a:xfrm>
            <a:prstGeom prst="line">
              <a:avLst/>
            </a:prstGeom>
            <a:ln>
              <a:headEnd/>
              <a:tailEnd/>
            </a:ln>
          </p:spPr>
          <p:style>
            <a:lnRef idx="3">
              <a:schemeClr val="accent1"/>
            </a:lnRef>
            <a:fillRef idx="0">
              <a:schemeClr val="accent1"/>
            </a:fillRef>
            <a:effectRef idx="2">
              <a:schemeClr val="accent1"/>
            </a:effectRef>
            <a:fontRef idx="minor">
              <a:schemeClr val="tx1"/>
            </a:fontRef>
          </p:style>
          <p:txBody>
            <a:bodyPr wrap="none"/>
            <a:lstStyle/>
            <a:p>
              <a:endParaRPr lang="en-US" sz="2000">
                <a:solidFill>
                  <a:srgbClr val="004C54"/>
                </a:solidFill>
              </a:endParaRPr>
            </a:p>
          </p:txBody>
        </p:sp>
      </p:grpSp>
      <p:sp>
        <p:nvSpPr>
          <p:cNvPr id="1048893" name="TextBox 27"/>
          <p:cNvSpPr txBox="1"/>
          <p:nvPr/>
        </p:nvSpPr>
        <p:spPr>
          <a:xfrm>
            <a:off x="1012825" y="176213"/>
            <a:ext cx="2621280" cy="574040"/>
          </a:xfrm>
          <a:prstGeom prst="rect">
            <a:avLst/>
          </a:prstGeom>
          <a:noFill/>
          <a:ln w="9525">
            <a:noFill/>
          </a:ln>
        </p:spPr>
        <p:txBody>
          <a:bodyPr wrap="none" anchor="t">
            <a:spAutoFit/>
          </a:bodyPr>
          <a:lstStyle/>
          <a:p>
            <a:r>
              <a:rPr lang="zh-CN" altLang="en-US" sz="3200" dirty="0">
                <a:latin typeface="黑体" panose="02010609060101010101" pitchFamily="49" charset="-122"/>
                <a:ea typeface="黑体" panose="02010609060101010101" pitchFamily="49" charset="-122"/>
              </a:rPr>
              <a:t>二、阈值分割</a:t>
            </a:r>
          </a:p>
        </p:txBody>
      </p:sp>
      <p:sp>
        <p:nvSpPr>
          <p:cNvPr id="1048894"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95" name="TextBox 11"/>
          <p:cNvSpPr txBox="1"/>
          <p:nvPr/>
        </p:nvSpPr>
        <p:spPr>
          <a:xfrm>
            <a:off x="1014578" y="1212811"/>
            <a:ext cx="9980347" cy="400110"/>
          </a:xfrm>
          <a:prstGeom prst="rect">
            <a:avLst/>
          </a:prstGeom>
          <a:noFill/>
          <a:ln w="9525">
            <a:noFill/>
          </a:ln>
        </p:spPr>
        <p:txBody>
          <a:bodyPr wrap="square" anchor="t">
            <a:spAutoFit/>
          </a:bodyPr>
          <a:lstStyle/>
          <a:p>
            <a:r>
              <a:rPr lang="zh-CN" altLang="en-US" sz="2000" b="1" dirty="0">
                <a:solidFill>
                  <a:srgbClr val="004C54"/>
                </a:solidFill>
                <a:latin typeface="微软雅黑" panose="020B0503020204020204" pitchFamily="34" charset="-122"/>
                <a:ea typeface="微软雅黑" panose="020B0503020204020204" pitchFamily="34" charset="-122"/>
              </a:rPr>
              <a:t>阈值选取</a:t>
            </a:r>
            <a:r>
              <a:rPr lang="zh-CN" altLang="en-US" sz="2000" dirty="0">
                <a:solidFill>
                  <a:srgbClr val="004C54"/>
                </a:solidFill>
                <a:latin typeface="微软雅黑" panose="020B0503020204020204" pitchFamily="34" charset="-122"/>
                <a:ea typeface="微软雅黑" panose="020B0503020204020204" pitchFamily="34" charset="-122"/>
              </a:rPr>
              <a:t>：</a:t>
            </a:r>
          </a:p>
        </p:txBody>
      </p:sp>
      <p:sp>
        <p:nvSpPr>
          <p:cNvPr id="1048896" name="Rectangle 6"/>
          <p:cNvSpPr>
            <a:spLocks noRot="1" noChangeAspect="1" noMove="1" noResize="1" noEditPoints="1" noAdjustHandles="1" noChangeArrowheads="1" noChangeShapeType="1" noTextEdit="1"/>
          </p:cNvSpPr>
          <p:nvPr/>
        </p:nvSpPr>
        <p:spPr>
          <a:xfrm>
            <a:off x="1705893" y="2400234"/>
            <a:ext cx="10368524" cy="2828595"/>
          </a:xfrm>
          <a:prstGeom prst="rect">
            <a:avLst/>
          </a:prstGeom>
          <a:blipFill rotWithShape="0">
            <a:blip r:embed="rId2"/>
            <a:stretch>
              <a:fillRect l="-647" t="-1293" b="-13793"/>
            </a:stretch>
          </a:blipFill>
        </p:spPr>
        <p:txBody>
          <a:bodyPr/>
          <a:lstStyle/>
          <a:p>
            <a:r>
              <a:rPr lang="zh-CN" altLang="en-US">
                <a:noFill/>
              </a:rPr>
              <a:t> </a:t>
            </a:r>
          </a:p>
        </p:txBody>
      </p:sp>
      <p:sp>
        <p:nvSpPr>
          <p:cNvPr id="1048897" name="TextBox 11"/>
          <p:cNvSpPr txBox="1"/>
          <p:nvPr/>
        </p:nvSpPr>
        <p:spPr>
          <a:xfrm>
            <a:off x="1345853" y="1730032"/>
            <a:ext cx="9980347" cy="400110"/>
          </a:xfrm>
          <a:prstGeom prst="rect">
            <a:avLst/>
          </a:prstGeom>
          <a:noFill/>
          <a:ln w="9525">
            <a:noFill/>
          </a:ln>
        </p:spPr>
        <p:txBody>
          <a:bodyPr wrap="square" anchor="t">
            <a:spAutoFit/>
          </a:bodyPr>
          <a:lstStyle/>
          <a:p>
            <a:pPr marL="342900" indent="-342900">
              <a:buFont typeface="Arial" panose="020B0604020202020204" pitchFamily="34" charset="0"/>
              <a:buChar char="•"/>
            </a:pPr>
            <a:r>
              <a:rPr lang="zh-CN" altLang="en-US" sz="2000" dirty="0">
                <a:solidFill>
                  <a:srgbClr val="FF0000"/>
                </a:solidFill>
                <a:latin typeface="微软雅黑" panose="020B0503020204020204" pitchFamily="34" charset="-122"/>
                <a:ea typeface="微软雅黑" panose="020B0503020204020204" pitchFamily="34" charset="-122"/>
              </a:rPr>
              <a:t>最小误差阈值</a:t>
            </a:r>
          </a:p>
        </p:txBody>
      </p:sp>
      <p:sp>
        <p:nvSpPr>
          <p:cNvPr id="1048898" name="TextBox 27"/>
          <p:cNvSpPr txBox="1"/>
          <p:nvPr/>
        </p:nvSpPr>
        <p:spPr>
          <a:xfrm>
            <a:off x="1012825" y="176213"/>
            <a:ext cx="2621280" cy="574040"/>
          </a:xfrm>
          <a:prstGeom prst="rect">
            <a:avLst/>
          </a:prstGeom>
          <a:noFill/>
          <a:ln w="9525">
            <a:noFill/>
          </a:ln>
        </p:spPr>
        <p:txBody>
          <a:bodyPr wrap="none" anchor="t">
            <a:spAutoFit/>
          </a:bodyPr>
          <a:lstStyle/>
          <a:p>
            <a:r>
              <a:rPr lang="zh-CN" altLang="en-US" sz="3200" dirty="0">
                <a:latin typeface="黑体" panose="02010609060101010101" pitchFamily="49" charset="-122"/>
                <a:ea typeface="黑体" panose="02010609060101010101" pitchFamily="49" charset="-122"/>
              </a:rPr>
              <a:t>二、阈值分割</a:t>
            </a:r>
          </a:p>
        </p:txBody>
      </p:sp>
      <p:sp>
        <p:nvSpPr>
          <p:cNvPr id="1048899"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00" name="TextBox 11"/>
          <p:cNvSpPr txBox="1"/>
          <p:nvPr/>
        </p:nvSpPr>
        <p:spPr>
          <a:xfrm>
            <a:off x="1014578" y="1212811"/>
            <a:ext cx="9980347" cy="400110"/>
          </a:xfrm>
          <a:prstGeom prst="rect">
            <a:avLst/>
          </a:prstGeom>
          <a:noFill/>
          <a:ln w="9525">
            <a:noFill/>
          </a:ln>
        </p:spPr>
        <p:txBody>
          <a:bodyPr wrap="square" anchor="t">
            <a:spAutoFit/>
          </a:bodyPr>
          <a:lstStyle/>
          <a:p>
            <a:r>
              <a:rPr lang="zh-CN" altLang="en-US" sz="2000" b="1" dirty="0">
                <a:solidFill>
                  <a:srgbClr val="004C54"/>
                </a:solidFill>
                <a:latin typeface="微软雅黑" panose="020B0503020204020204" pitchFamily="34" charset="-122"/>
                <a:ea typeface="微软雅黑" panose="020B0503020204020204" pitchFamily="34" charset="-122"/>
              </a:rPr>
              <a:t>阈值选取：</a:t>
            </a:r>
          </a:p>
        </p:txBody>
      </p:sp>
      <p:sp>
        <p:nvSpPr>
          <p:cNvPr id="1048901" name="Rectangle 6"/>
          <p:cNvSpPr>
            <a:spLocks noRot="1" noChangeAspect="1" noMove="1" noResize="1" noEditPoints="1" noAdjustHandles="1" noChangeArrowheads="1" noChangeShapeType="1" noTextEdit="1"/>
          </p:cNvSpPr>
          <p:nvPr/>
        </p:nvSpPr>
        <p:spPr>
          <a:xfrm>
            <a:off x="1705893" y="2420888"/>
            <a:ext cx="10368524" cy="1278042"/>
          </a:xfrm>
          <a:prstGeom prst="rect">
            <a:avLst/>
          </a:prstGeom>
          <a:blipFill rotWithShape="0">
            <a:blip r:embed="rId2"/>
            <a:stretch>
              <a:fillRect l="-647" b="-7619"/>
            </a:stretch>
          </a:blipFill>
        </p:spPr>
        <p:txBody>
          <a:bodyPr/>
          <a:lstStyle/>
          <a:p>
            <a:r>
              <a:rPr lang="zh-CN" altLang="en-US">
                <a:noFill/>
              </a:rPr>
              <a:t> </a:t>
            </a:r>
          </a:p>
        </p:txBody>
      </p:sp>
      <p:sp>
        <p:nvSpPr>
          <p:cNvPr id="1048902" name="TextBox 11"/>
          <p:cNvSpPr txBox="1"/>
          <p:nvPr/>
        </p:nvSpPr>
        <p:spPr>
          <a:xfrm>
            <a:off x="1345853" y="1730032"/>
            <a:ext cx="9980347" cy="400110"/>
          </a:xfrm>
          <a:prstGeom prst="rect">
            <a:avLst/>
          </a:prstGeom>
          <a:noFill/>
          <a:ln w="9525">
            <a:noFill/>
          </a:ln>
        </p:spPr>
        <p:txBody>
          <a:bodyPr wrap="square" anchor="t">
            <a:spAutoFit/>
          </a:bodyPr>
          <a:lstStyle/>
          <a:p>
            <a:pPr marL="342900" indent="-342900">
              <a:buFont typeface="Arial" panose="020B0604020202020204" pitchFamily="34" charset="0"/>
              <a:buChar char="•"/>
            </a:pPr>
            <a:r>
              <a:rPr lang="zh-CN" altLang="en-US" sz="2000" dirty="0">
                <a:solidFill>
                  <a:srgbClr val="FF0000"/>
                </a:solidFill>
                <a:latin typeface="微软雅黑" panose="020B0503020204020204" pitchFamily="34" charset="-122"/>
                <a:ea typeface="微软雅黑" panose="020B0503020204020204" pitchFamily="34" charset="-122"/>
              </a:rPr>
              <a:t>最小误差阈值</a:t>
            </a:r>
          </a:p>
        </p:txBody>
      </p:sp>
      <p:sp>
        <p:nvSpPr>
          <p:cNvPr id="1048903" name="TextBox 27"/>
          <p:cNvSpPr txBox="1"/>
          <p:nvPr/>
        </p:nvSpPr>
        <p:spPr>
          <a:xfrm>
            <a:off x="1012825" y="176213"/>
            <a:ext cx="2621280" cy="574040"/>
          </a:xfrm>
          <a:prstGeom prst="rect">
            <a:avLst/>
          </a:prstGeom>
          <a:noFill/>
          <a:ln w="9525">
            <a:noFill/>
          </a:ln>
        </p:spPr>
        <p:txBody>
          <a:bodyPr wrap="none" anchor="t">
            <a:spAutoFit/>
          </a:bodyPr>
          <a:lstStyle/>
          <a:p>
            <a:r>
              <a:rPr lang="zh-CN" altLang="en-US" sz="3200" dirty="0">
                <a:latin typeface="黑体" panose="02010609060101010101" pitchFamily="49" charset="-122"/>
                <a:ea typeface="黑体" panose="02010609060101010101" pitchFamily="49" charset="-122"/>
              </a:rPr>
              <a:t>二、阈值分割</a:t>
            </a:r>
          </a:p>
        </p:txBody>
      </p:sp>
      <p:sp>
        <p:nvSpPr>
          <p:cNvPr id="1048904"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05" name="TextBox 11"/>
          <p:cNvSpPr txBox="1"/>
          <p:nvPr/>
        </p:nvSpPr>
        <p:spPr>
          <a:xfrm>
            <a:off x="1014578" y="1212811"/>
            <a:ext cx="9980347" cy="400110"/>
          </a:xfrm>
          <a:prstGeom prst="rect">
            <a:avLst/>
          </a:prstGeom>
          <a:noFill/>
          <a:ln w="9525">
            <a:noFill/>
          </a:ln>
        </p:spPr>
        <p:txBody>
          <a:bodyPr wrap="square" anchor="t">
            <a:spAutoFit/>
          </a:bodyPr>
          <a:lstStyle/>
          <a:p>
            <a:r>
              <a:rPr lang="zh-CN" altLang="en-US" sz="2000" b="1" dirty="0">
                <a:solidFill>
                  <a:srgbClr val="004C54"/>
                </a:solidFill>
                <a:latin typeface="微软雅黑" panose="020B0503020204020204" pitchFamily="34" charset="-122"/>
                <a:ea typeface="微软雅黑" panose="020B0503020204020204" pitchFamily="34" charset="-122"/>
              </a:rPr>
              <a:t>阈值选取：</a:t>
            </a:r>
          </a:p>
        </p:txBody>
      </p:sp>
      <p:sp>
        <p:nvSpPr>
          <p:cNvPr id="1048906" name="TextBox 11"/>
          <p:cNvSpPr txBox="1"/>
          <p:nvPr/>
        </p:nvSpPr>
        <p:spPr>
          <a:xfrm>
            <a:off x="1345853" y="1730032"/>
            <a:ext cx="9980347" cy="400110"/>
          </a:xfrm>
          <a:prstGeom prst="rect">
            <a:avLst/>
          </a:prstGeom>
          <a:noFill/>
          <a:ln w="9525">
            <a:noFill/>
          </a:ln>
        </p:spPr>
        <p:txBody>
          <a:bodyPr wrap="square" anchor="t">
            <a:spAutoFit/>
          </a:bodyPr>
          <a:lstStyle/>
          <a:p>
            <a:pPr marL="342900" indent="-342900">
              <a:buFont typeface="Arial" panose="020B0604020202020204" pitchFamily="34" charset="0"/>
              <a:buChar char="•"/>
            </a:pPr>
            <a:r>
              <a:rPr lang="zh-CN" altLang="en-US" sz="2000" dirty="0">
                <a:solidFill>
                  <a:srgbClr val="FF0000"/>
                </a:solidFill>
                <a:latin typeface="微软雅黑" panose="020B0503020204020204" pitchFamily="34" charset="-122"/>
                <a:ea typeface="微软雅黑" panose="020B0503020204020204" pitchFamily="34" charset="-122"/>
              </a:rPr>
              <a:t>最大方差阈值（</a:t>
            </a:r>
            <a:r>
              <a:rPr lang="zh-CN" altLang="en-US" sz="2000" dirty="0">
                <a:solidFill>
                  <a:srgbClr val="FF0000"/>
                </a:solidFill>
                <a:highlight>
                  <a:srgbClr val="FFFF00"/>
                </a:highlight>
                <a:latin typeface="微软雅黑" panose="020B0503020204020204" pitchFamily="34" charset="-122"/>
                <a:ea typeface="微软雅黑" panose="020B0503020204020204" pitchFamily="34" charset="-122"/>
              </a:rPr>
              <a:t>大津阈值</a:t>
            </a:r>
            <a:r>
              <a:rPr lang="zh-CN" altLang="en-US" sz="2000" dirty="0">
                <a:solidFill>
                  <a:srgbClr val="FF0000"/>
                </a:solidFill>
                <a:latin typeface="微软雅黑" panose="020B0503020204020204" pitchFamily="34" charset="-122"/>
                <a:ea typeface="微软雅黑" panose="020B0503020204020204" pitchFamily="34" charset="-122"/>
              </a:rPr>
              <a:t>）</a:t>
            </a:r>
          </a:p>
        </p:txBody>
      </p:sp>
      <p:grpSp>
        <p:nvGrpSpPr>
          <p:cNvPr id="191" name="Group 14"/>
          <p:cNvGrpSpPr/>
          <p:nvPr/>
        </p:nvGrpSpPr>
        <p:grpSpPr>
          <a:xfrm>
            <a:off x="1658156" y="2264455"/>
            <a:ext cx="9980347" cy="4332897"/>
            <a:chOff x="1630018" y="2348879"/>
            <a:chExt cx="9980347" cy="4332897"/>
          </a:xfrm>
        </p:grpSpPr>
        <p:sp>
          <p:nvSpPr>
            <p:cNvPr id="1048907" name="Rectangle 3"/>
            <p:cNvSpPr txBox="1">
              <a:spLocks noRot="1" noChangeAspect="1" noMove="1" noResize="1" noEditPoints="1" noAdjustHandles="1" noChangeArrowheads="1" noChangeShapeType="1" noTextEdit="1"/>
            </p:cNvSpPr>
            <p:nvPr/>
          </p:nvSpPr>
          <p:spPr bwMode="auto">
            <a:xfrm>
              <a:off x="1630018" y="2348879"/>
              <a:ext cx="9980347" cy="4332897"/>
            </a:xfrm>
            <a:prstGeom prst="rect">
              <a:avLst/>
            </a:prstGeom>
            <a:blipFill rotWithShape="0">
              <a:blip r:embed="rId2"/>
              <a:stretch>
                <a:fillRect l="-611" t="-703"/>
              </a:stretch>
            </a:blipFill>
            <a:ln>
              <a:noFill/>
            </a:ln>
          </p:spPr>
          <p:txBody>
            <a:bodyPr/>
            <a:lstStyle/>
            <a:p>
              <a:r>
                <a:rPr lang="zh-CN" altLang="en-US">
                  <a:noFill/>
                </a:rPr>
                <a:t> </a:t>
              </a:r>
            </a:p>
          </p:txBody>
        </p:sp>
        <p:graphicFrame>
          <p:nvGraphicFramePr>
            <p:cNvPr id="4194309" name="Object 1024"/>
            <p:cNvGraphicFramePr>
              <a:graphicFrameLocks noChangeAspect="1"/>
            </p:cNvGraphicFramePr>
            <p:nvPr/>
          </p:nvGraphicFramePr>
          <p:xfrm>
            <a:off x="4248499" y="2873583"/>
            <a:ext cx="3456227" cy="517221"/>
          </p:xfrm>
          <a:graphic>
            <a:graphicData uri="http://schemas.openxmlformats.org/presentationml/2006/ole">
              <mc:AlternateContent xmlns:mc="http://schemas.openxmlformats.org/markup-compatibility/2006">
                <mc:Choice xmlns:v="urn:schemas-microsoft-com:vml" Requires="v">
                  <p:oleObj name="Equation" r:id="rId3" imgW="1790700" imgH="279400" progId="Equation.DSMT4">
                    <p:embed/>
                  </p:oleObj>
                </mc:Choice>
                <mc:Fallback>
                  <p:oleObj name="Equation" r:id="rId3" imgW="1790700" imgH="279400" progId="Equation.DSMT4">
                    <p:embed/>
                    <p:pic>
                      <p:nvPicPr>
                        <p:cNvPr id="2097201" name="Object 1024"/>
                        <p:cNvPicPr>
                          <a:picLocks noChangeAspect="1" noChangeArrowheads="1"/>
                        </p:cNvPicPr>
                        <p:nvPr/>
                      </p:nvPicPr>
                      <p:blipFill>
                        <a:blip r:embed="rId4"/>
                        <a:srcRect/>
                        <a:stretch>
                          <a:fillRect/>
                        </a:stretch>
                      </p:blipFill>
                      <p:spPr bwMode="auto">
                        <a:xfrm>
                          <a:off x="4248499" y="2873583"/>
                          <a:ext cx="3456227" cy="517221"/>
                        </a:xfrm>
                        <a:prstGeom prst="rect">
                          <a:avLst/>
                        </a:prstGeom>
                        <a:noFill/>
                        <a:ln>
                          <a:noFill/>
                        </a:ln>
                      </p:spPr>
                    </p:pic>
                  </p:oleObj>
                </mc:Fallback>
              </mc:AlternateContent>
            </a:graphicData>
          </a:graphic>
        </p:graphicFrame>
        <p:graphicFrame>
          <p:nvGraphicFramePr>
            <p:cNvPr id="4194310" name="Object 1024"/>
            <p:cNvGraphicFramePr>
              <a:graphicFrameLocks noChangeAspect="1"/>
            </p:cNvGraphicFramePr>
            <p:nvPr/>
          </p:nvGraphicFramePr>
          <p:xfrm>
            <a:off x="4677555" y="4432729"/>
            <a:ext cx="1955500" cy="463360"/>
          </p:xfrm>
          <a:graphic>
            <a:graphicData uri="http://schemas.openxmlformats.org/presentationml/2006/ole">
              <mc:AlternateContent xmlns:mc="http://schemas.openxmlformats.org/markup-compatibility/2006">
                <mc:Choice xmlns:v="urn:schemas-microsoft-com:vml" Requires="v">
                  <p:oleObj name="Equation" r:id="rId5" imgW="927100" imgH="228600" progId="Equation.DSMT4">
                    <p:embed/>
                  </p:oleObj>
                </mc:Choice>
                <mc:Fallback>
                  <p:oleObj name="Equation" r:id="rId5" imgW="927100" imgH="228600" progId="Equation.DSMT4">
                    <p:embed/>
                    <p:pic>
                      <p:nvPicPr>
                        <p:cNvPr id="2097202" name="Object 1024"/>
                        <p:cNvPicPr>
                          <a:picLocks noChangeAspect="1" noChangeArrowheads="1"/>
                        </p:cNvPicPr>
                        <p:nvPr/>
                      </p:nvPicPr>
                      <p:blipFill>
                        <a:blip r:embed="rId6"/>
                        <a:srcRect/>
                        <a:stretch>
                          <a:fillRect/>
                        </a:stretch>
                      </p:blipFill>
                      <p:spPr bwMode="auto">
                        <a:xfrm>
                          <a:off x="4677555" y="4432729"/>
                          <a:ext cx="1955500" cy="463360"/>
                        </a:xfrm>
                        <a:prstGeom prst="rect">
                          <a:avLst/>
                        </a:prstGeom>
                        <a:noFill/>
                        <a:ln>
                          <a:noFill/>
                        </a:ln>
                      </p:spPr>
                    </p:pic>
                  </p:oleObj>
                </mc:Fallback>
              </mc:AlternateContent>
            </a:graphicData>
          </a:graphic>
        </p:graphicFrame>
      </p:grpSp>
      <p:sp>
        <p:nvSpPr>
          <p:cNvPr id="1048908" name="TextBox 27"/>
          <p:cNvSpPr txBox="1"/>
          <p:nvPr/>
        </p:nvSpPr>
        <p:spPr>
          <a:xfrm>
            <a:off x="1012825" y="176213"/>
            <a:ext cx="2621280" cy="574040"/>
          </a:xfrm>
          <a:prstGeom prst="rect">
            <a:avLst/>
          </a:prstGeom>
          <a:noFill/>
          <a:ln w="9525">
            <a:noFill/>
          </a:ln>
        </p:spPr>
        <p:txBody>
          <a:bodyPr wrap="none" anchor="t">
            <a:spAutoFit/>
          </a:bodyPr>
          <a:lstStyle/>
          <a:p>
            <a:r>
              <a:rPr lang="zh-CN" altLang="en-US" sz="3200" dirty="0">
                <a:latin typeface="黑体" panose="02010609060101010101" pitchFamily="49" charset="-122"/>
                <a:ea typeface="黑体" panose="02010609060101010101" pitchFamily="49" charset="-122"/>
              </a:rPr>
              <a:t>二、阈值分割</a:t>
            </a:r>
          </a:p>
        </p:txBody>
      </p:sp>
      <p:sp>
        <p:nvSpPr>
          <p:cNvPr id="1048909"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10" name="TextBox 11"/>
          <p:cNvSpPr txBox="1"/>
          <p:nvPr/>
        </p:nvSpPr>
        <p:spPr>
          <a:xfrm>
            <a:off x="1014578" y="1212811"/>
            <a:ext cx="9980347" cy="400110"/>
          </a:xfrm>
          <a:prstGeom prst="rect">
            <a:avLst/>
          </a:prstGeom>
          <a:noFill/>
          <a:ln w="9525">
            <a:noFill/>
          </a:ln>
        </p:spPr>
        <p:txBody>
          <a:bodyPr wrap="square" anchor="t">
            <a:spAutoFit/>
          </a:bodyPr>
          <a:lstStyle/>
          <a:p>
            <a:r>
              <a:rPr lang="zh-CN" altLang="en-US" sz="2000" b="1" dirty="0">
                <a:solidFill>
                  <a:srgbClr val="004C54"/>
                </a:solidFill>
                <a:latin typeface="微软雅黑" panose="020B0503020204020204" pitchFamily="34" charset="-122"/>
                <a:ea typeface="微软雅黑" panose="020B0503020204020204" pitchFamily="34" charset="-122"/>
              </a:rPr>
              <a:t>阈值选取：</a:t>
            </a:r>
          </a:p>
        </p:txBody>
      </p:sp>
      <p:sp>
        <p:nvSpPr>
          <p:cNvPr id="1048911" name="TextBox 11"/>
          <p:cNvSpPr txBox="1"/>
          <p:nvPr/>
        </p:nvSpPr>
        <p:spPr>
          <a:xfrm>
            <a:off x="1345853" y="1730032"/>
            <a:ext cx="9980347" cy="400110"/>
          </a:xfrm>
          <a:prstGeom prst="rect">
            <a:avLst/>
          </a:prstGeom>
          <a:noFill/>
          <a:ln w="9525">
            <a:noFill/>
          </a:ln>
        </p:spPr>
        <p:txBody>
          <a:bodyPr wrap="square" anchor="t">
            <a:spAutoFit/>
          </a:bodyPr>
          <a:lstStyle/>
          <a:p>
            <a:pPr marL="342900" indent="-342900">
              <a:buFont typeface="Arial" panose="020B0604020202020204" pitchFamily="34" charset="0"/>
              <a:buChar char="•"/>
            </a:pPr>
            <a:r>
              <a:rPr lang="zh-CN" altLang="en-US" sz="2000" dirty="0">
                <a:solidFill>
                  <a:srgbClr val="FF0000"/>
                </a:solidFill>
                <a:latin typeface="微软雅黑" panose="020B0503020204020204" pitchFamily="34" charset="-122"/>
                <a:ea typeface="微软雅黑" panose="020B0503020204020204" pitchFamily="34" charset="-122"/>
              </a:rPr>
              <a:t>最大方差阈值（大津阈值）</a:t>
            </a:r>
          </a:p>
        </p:txBody>
      </p:sp>
      <p:pic>
        <p:nvPicPr>
          <p:cNvPr id="2097205" name="Picture 6"/>
          <p:cNvPicPr>
            <a:picLocks noChangeAspect="1"/>
          </p:cNvPicPr>
          <p:nvPr/>
        </p:nvPicPr>
        <p:blipFill>
          <a:blip r:embed="rId2"/>
          <a:stretch>
            <a:fillRect/>
          </a:stretch>
        </p:blipFill>
        <p:spPr>
          <a:xfrm>
            <a:off x="1345853" y="4415755"/>
            <a:ext cx="2743200" cy="1533525"/>
          </a:xfrm>
          <a:prstGeom prst="rect">
            <a:avLst/>
          </a:prstGeom>
        </p:spPr>
      </p:pic>
      <p:pic>
        <p:nvPicPr>
          <p:cNvPr id="2097206" name="Picture 8"/>
          <p:cNvPicPr>
            <a:picLocks noChangeAspect="1"/>
          </p:cNvPicPr>
          <p:nvPr/>
        </p:nvPicPr>
        <p:blipFill rotWithShape="1">
          <a:blip r:embed="rId3"/>
          <a:srcRect l="20743"/>
          <a:stretch>
            <a:fillRect/>
          </a:stretch>
        </p:blipFill>
        <p:spPr>
          <a:xfrm>
            <a:off x="4526913" y="4415755"/>
            <a:ext cx="3142935" cy="1533525"/>
          </a:xfrm>
          <a:prstGeom prst="rect">
            <a:avLst/>
          </a:prstGeom>
        </p:spPr>
      </p:pic>
      <p:pic>
        <p:nvPicPr>
          <p:cNvPr id="2097207" name="Picture 11"/>
          <p:cNvPicPr>
            <a:picLocks noChangeAspect="1"/>
          </p:cNvPicPr>
          <p:nvPr/>
        </p:nvPicPr>
        <p:blipFill>
          <a:blip r:embed="rId4"/>
          <a:stretch>
            <a:fillRect/>
          </a:stretch>
        </p:blipFill>
        <p:spPr>
          <a:xfrm>
            <a:off x="8107710" y="4415755"/>
            <a:ext cx="2743200" cy="1533525"/>
          </a:xfrm>
          <a:prstGeom prst="rect">
            <a:avLst/>
          </a:prstGeom>
        </p:spPr>
      </p:pic>
      <p:sp>
        <p:nvSpPr>
          <p:cNvPr id="1048912" name="Rectangle 15"/>
          <p:cNvSpPr/>
          <p:nvPr/>
        </p:nvSpPr>
        <p:spPr>
          <a:xfrm>
            <a:off x="1688396" y="3428055"/>
            <a:ext cx="4754881" cy="396240"/>
          </a:xfrm>
          <a:prstGeom prst="rect">
            <a:avLst/>
          </a:prstGeom>
        </p:spPr>
        <p:txBody>
          <a:bodyPr wrap="none">
            <a:spAutoFit/>
          </a:bodyPr>
          <a:lstStyle/>
          <a:p>
            <a:pPr marL="342900" indent="-342900" rtl="0">
              <a:spcBef>
                <a:spcPts val="0"/>
              </a:spcBef>
              <a:spcAft>
                <a:spcPts val="600"/>
              </a:spcAft>
              <a:buClr>
                <a:schemeClr val="folHlink"/>
              </a:buClr>
              <a:buSzPct val="60000"/>
            </a:pPr>
            <a:r>
              <a:rPr kumimoji="1" lang="en-US" sz="2000" kern="0" dirty="0" err="1">
                <a:solidFill>
                  <a:srgbClr val="FF0000"/>
                </a:solidFill>
                <a:latin typeface="+mn-lt"/>
                <a:ea typeface="+mn-ea"/>
                <a:cs typeface="+mn-cs"/>
              </a:rPr>
              <a:t>优点</a:t>
            </a:r>
            <a:r>
              <a:rPr kumimoji="1" lang="en-US" sz="2000" kern="0" dirty="0" err="1">
                <a:solidFill>
                  <a:srgbClr val="004C54"/>
                </a:solidFill>
                <a:latin typeface="+mn-lt"/>
                <a:ea typeface="+mn-ea"/>
                <a:cs typeface="+mn-cs"/>
              </a:rPr>
              <a:t>：直方图有无双峰都能得到满意效果</a:t>
            </a:r>
            <a:endParaRPr kumimoji="1" lang="en-US" sz="2000" kern="0" dirty="0">
              <a:solidFill>
                <a:srgbClr val="004C54"/>
              </a:solidFill>
              <a:latin typeface="+mn-lt"/>
              <a:ea typeface="+mn-ea"/>
              <a:cs typeface="+mn-cs"/>
            </a:endParaRPr>
          </a:p>
        </p:txBody>
      </p:sp>
      <p:graphicFrame>
        <p:nvGraphicFramePr>
          <p:cNvPr id="4194311" name="Object 1024"/>
          <p:cNvGraphicFramePr>
            <a:graphicFrameLocks noChangeAspect="1"/>
          </p:cNvGraphicFramePr>
          <p:nvPr/>
        </p:nvGraphicFramePr>
        <p:xfrm>
          <a:off x="5126038" y="2335213"/>
          <a:ext cx="2000250" cy="454025"/>
        </p:xfrm>
        <a:graphic>
          <a:graphicData uri="http://schemas.openxmlformats.org/presentationml/2006/ole">
            <mc:AlternateContent xmlns:mc="http://schemas.openxmlformats.org/markup-compatibility/2006">
              <mc:Choice xmlns:v="urn:schemas-microsoft-com:vml" Requires="v">
                <p:oleObj name="Equation" r:id="rId5" imgW="965160" imgH="228600" progId="Equation.DSMT4">
                  <p:embed/>
                </p:oleObj>
              </mc:Choice>
              <mc:Fallback>
                <p:oleObj name="Equation" r:id="rId5" imgW="965160" imgH="228600" progId="Equation.DSMT4">
                  <p:embed/>
                  <p:pic>
                    <p:nvPicPr>
                      <p:cNvPr id="2097208" name="Object 1024"/>
                      <p:cNvPicPr>
                        <a:picLocks noChangeAspect="1" noChangeArrowheads="1"/>
                      </p:cNvPicPr>
                      <p:nvPr/>
                    </p:nvPicPr>
                    <p:blipFill>
                      <a:blip r:embed="rId6"/>
                      <a:srcRect/>
                      <a:stretch>
                        <a:fillRect/>
                      </a:stretch>
                    </p:blipFill>
                    <p:spPr bwMode="auto">
                      <a:xfrm>
                        <a:off x="5126038" y="2335213"/>
                        <a:ext cx="2000250" cy="454025"/>
                      </a:xfrm>
                      <a:prstGeom prst="rect">
                        <a:avLst/>
                      </a:prstGeom>
                      <a:noFill/>
                      <a:ln>
                        <a:noFill/>
                      </a:ln>
                    </p:spPr>
                  </p:pic>
                </p:oleObj>
              </mc:Fallback>
            </mc:AlternateContent>
          </a:graphicData>
        </a:graphic>
      </p:graphicFrame>
      <p:sp>
        <p:nvSpPr>
          <p:cNvPr id="1048913" name="TextBox 27"/>
          <p:cNvSpPr txBox="1"/>
          <p:nvPr/>
        </p:nvSpPr>
        <p:spPr>
          <a:xfrm>
            <a:off x="1012825" y="176213"/>
            <a:ext cx="2621280" cy="574040"/>
          </a:xfrm>
          <a:prstGeom prst="rect">
            <a:avLst/>
          </a:prstGeom>
          <a:noFill/>
          <a:ln w="9525">
            <a:noFill/>
          </a:ln>
        </p:spPr>
        <p:txBody>
          <a:bodyPr wrap="none" anchor="t">
            <a:spAutoFit/>
          </a:bodyPr>
          <a:lstStyle/>
          <a:p>
            <a:r>
              <a:rPr lang="zh-CN" altLang="en-US" sz="3200" dirty="0">
                <a:latin typeface="黑体" panose="02010609060101010101" pitchFamily="49" charset="-122"/>
                <a:ea typeface="黑体" panose="02010609060101010101" pitchFamily="49" charset="-122"/>
              </a:rPr>
              <a:t>二、阈值分割</a:t>
            </a:r>
          </a:p>
        </p:txBody>
      </p:sp>
      <p:sp>
        <p:nvSpPr>
          <p:cNvPr id="1048914"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15" name="TextBox 11"/>
          <p:cNvSpPr txBox="1"/>
          <p:nvPr/>
        </p:nvSpPr>
        <p:spPr>
          <a:xfrm>
            <a:off x="1014578" y="1212811"/>
            <a:ext cx="9980347" cy="400110"/>
          </a:xfrm>
          <a:prstGeom prst="rect">
            <a:avLst/>
          </a:prstGeom>
          <a:noFill/>
          <a:ln w="9525">
            <a:noFill/>
          </a:ln>
        </p:spPr>
        <p:txBody>
          <a:bodyPr wrap="square" anchor="t">
            <a:spAutoFit/>
          </a:bodyPr>
          <a:lstStyle/>
          <a:p>
            <a:r>
              <a:rPr kumimoji="1" lang="zh-CN" altLang="en-US" sz="2000" kern="0" dirty="0">
                <a:solidFill>
                  <a:srgbClr val="FF0000"/>
                </a:solidFill>
                <a:latin typeface="+mn-lt"/>
                <a:ea typeface="+mn-ea"/>
                <a:cs typeface="+mn-cs"/>
              </a:rPr>
              <a:t>缺点：</a:t>
            </a:r>
            <a:r>
              <a:rPr lang="zh-CN" altLang="en-US" sz="2000" dirty="0">
                <a:solidFill>
                  <a:srgbClr val="004C54"/>
                </a:solidFill>
                <a:latin typeface="微软雅黑" panose="020B0503020204020204" pitchFamily="34" charset="-122"/>
                <a:ea typeface="微软雅黑" panose="020B0503020204020204" pitchFamily="34" charset="-122"/>
              </a:rPr>
              <a:t>非理想情况，各段的分界不明显</a:t>
            </a:r>
            <a:endParaRPr lang="en-US" altLang="zh-CN" sz="2000" dirty="0">
              <a:solidFill>
                <a:srgbClr val="004C54"/>
              </a:solidFill>
              <a:latin typeface="微软雅黑" panose="020B0503020204020204" pitchFamily="34" charset="-122"/>
              <a:ea typeface="微软雅黑" panose="020B0503020204020204" pitchFamily="34" charset="-122"/>
            </a:endParaRPr>
          </a:p>
        </p:txBody>
      </p:sp>
      <p:graphicFrame>
        <p:nvGraphicFramePr>
          <p:cNvPr id="4194312" name="Object 1024"/>
          <p:cNvGraphicFramePr>
            <a:graphicFrameLocks noChangeAspect="1"/>
          </p:cNvGraphicFramePr>
          <p:nvPr/>
        </p:nvGraphicFramePr>
        <p:xfrm>
          <a:off x="4063668" y="1808894"/>
          <a:ext cx="4069425" cy="946378"/>
        </p:xfrm>
        <a:graphic>
          <a:graphicData uri="http://schemas.openxmlformats.org/presentationml/2006/ole">
            <mc:AlternateContent xmlns:mc="http://schemas.openxmlformats.org/markup-compatibility/2006">
              <mc:Choice xmlns:v="urn:schemas-microsoft-com:vml" Requires="v">
                <p:oleObj name="Equation" r:id="rId2" imgW="1981200" imgH="482600" progId="Equation.DSMT4">
                  <p:embed/>
                </p:oleObj>
              </mc:Choice>
              <mc:Fallback>
                <p:oleObj name="Equation" r:id="rId2" imgW="1981200" imgH="482600" progId="Equation.DSMT4">
                  <p:embed/>
                  <p:pic>
                    <p:nvPicPr>
                      <p:cNvPr id="2097210" name="Object 1024"/>
                      <p:cNvPicPr>
                        <a:picLocks noChangeAspect="1" noChangeArrowheads="1"/>
                      </p:cNvPicPr>
                      <p:nvPr/>
                    </p:nvPicPr>
                    <p:blipFill>
                      <a:blip r:embed="rId3"/>
                      <a:srcRect/>
                      <a:stretch>
                        <a:fillRect/>
                      </a:stretch>
                    </p:blipFill>
                    <p:spPr bwMode="auto">
                      <a:xfrm>
                        <a:off x="4063668" y="1808894"/>
                        <a:ext cx="4069425" cy="946378"/>
                      </a:xfrm>
                      <a:prstGeom prst="rect">
                        <a:avLst/>
                      </a:prstGeom>
                      <a:noFill/>
                      <a:ln>
                        <a:noFill/>
                      </a:ln>
                      <a:effectLst/>
                    </p:spPr>
                  </p:pic>
                </p:oleObj>
              </mc:Fallback>
            </mc:AlternateContent>
          </a:graphicData>
        </a:graphic>
      </p:graphicFrame>
      <p:sp>
        <p:nvSpPr>
          <p:cNvPr id="1048916" name="TextBox 11"/>
          <p:cNvSpPr txBox="1"/>
          <p:nvPr/>
        </p:nvSpPr>
        <p:spPr>
          <a:xfrm>
            <a:off x="1348108" y="3140968"/>
            <a:ext cx="9980347" cy="2682241"/>
          </a:xfrm>
          <a:prstGeom prst="rect">
            <a:avLst/>
          </a:prstGeom>
          <a:noFill/>
          <a:ln w="9525">
            <a:noFill/>
          </a:ln>
        </p:spPr>
        <p:txBody>
          <a:bodyPr wrap="square" anchor="t">
            <a:spAutoFit/>
          </a:bodyPr>
          <a:lstStyle/>
          <a:p>
            <a:pPr>
              <a:spcAft>
                <a:spcPts val="600"/>
              </a:spcAft>
            </a:pPr>
            <a:endParaRPr lang="en-US" altLang="zh-CN" sz="2000" dirty="0">
              <a:solidFill>
                <a:srgbClr val="004C54"/>
              </a:solidFill>
              <a:latin typeface="微软雅黑" panose="020B0503020204020204" pitchFamily="34" charset="-122"/>
              <a:ea typeface="微软雅黑" panose="020B0503020204020204" pitchFamily="34" charset="-122"/>
            </a:endParaRPr>
          </a:p>
          <a:p>
            <a:pPr marL="342900" indent="-342900">
              <a:spcAft>
                <a:spcPts val="600"/>
              </a:spcAft>
              <a:buFont typeface="Arial" panose="020B0604020202020204" pitchFamily="34" charset="0"/>
              <a:buChar char="•"/>
            </a:pPr>
            <a:r>
              <a:rPr lang="zh-CN" altLang="en-US" sz="2000" dirty="0">
                <a:solidFill>
                  <a:srgbClr val="004C54"/>
                </a:solidFill>
                <a:latin typeface="微软雅黑" panose="020B0503020204020204" pitchFamily="34" charset="-122"/>
                <a:ea typeface="微软雅黑" panose="020B0503020204020204" pitchFamily="34" charset="-122"/>
              </a:rPr>
              <a:t>三种误差： </a:t>
            </a:r>
            <a:endParaRPr lang="en-US" altLang="zh-CN" sz="2000" dirty="0">
              <a:solidFill>
                <a:srgbClr val="004C54"/>
              </a:solidFill>
              <a:latin typeface="微软雅黑" panose="020B0503020204020204" pitchFamily="34" charset="-122"/>
              <a:ea typeface="微软雅黑" panose="020B0503020204020204" pitchFamily="34" charset="-122"/>
            </a:endParaRPr>
          </a:p>
          <a:p>
            <a:pPr marL="914400" lvl="1" indent="-457200">
              <a:spcAft>
                <a:spcPts val="600"/>
              </a:spcAft>
              <a:buFont typeface="+mj-lt"/>
              <a:buAutoNum type="alphaLcParenR"/>
            </a:pPr>
            <a:r>
              <a:rPr lang="zh-CN" altLang="en-US" sz="2000" dirty="0">
                <a:solidFill>
                  <a:srgbClr val="004C54"/>
                </a:solidFill>
                <a:latin typeface="微软雅黑" panose="020B0503020204020204" pitchFamily="34" charset="-122"/>
                <a:ea typeface="微软雅黑" panose="020B0503020204020204" pitchFamily="34" charset="-122"/>
              </a:rPr>
              <a:t>增加了新的区域，</a:t>
            </a:r>
            <a:endParaRPr lang="en-US" altLang="zh-CN" sz="2000" dirty="0">
              <a:solidFill>
                <a:srgbClr val="004C54"/>
              </a:solidFill>
              <a:latin typeface="微软雅黑" panose="020B0503020204020204" pitchFamily="34" charset="-122"/>
              <a:ea typeface="微软雅黑" panose="020B0503020204020204" pitchFamily="34" charset="-122"/>
            </a:endParaRPr>
          </a:p>
          <a:p>
            <a:pPr marL="914400" lvl="1" indent="-457200">
              <a:spcAft>
                <a:spcPts val="600"/>
              </a:spcAft>
              <a:buFont typeface="+mj-lt"/>
              <a:buAutoNum type="alphaLcParenR"/>
            </a:pPr>
            <a:r>
              <a:rPr lang="zh-CN" altLang="en-US" sz="2000" dirty="0">
                <a:solidFill>
                  <a:srgbClr val="004C54"/>
                </a:solidFill>
                <a:latin typeface="微软雅黑" panose="020B0503020204020204" pitchFamily="34" charset="-122"/>
                <a:ea typeface="微软雅黑" panose="020B0503020204020204" pitchFamily="34" charset="-122"/>
              </a:rPr>
              <a:t>失去了原有的区域，</a:t>
            </a:r>
          </a:p>
          <a:p>
            <a:pPr marL="914400" lvl="1" indent="-457200">
              <a:spcAft>
                <a:spcPts val="600"/>
              </a:spcAft>
              <a:buFont typeface="+mj-lt"/>
              <a:buAutoNum type="alphaLcParenR"/>
            </a:pPr>
            <a:r>
              <a:rPr lang="zh-CN" altLang="en-US" sz="2000" dirty="0">
                <a:solidFill>
                  <a:srgbClr val="004C54"/>
                </a:solidFill>
                <a:latin typeface="微软雅黑" panose="020B0503020204020204" pitchFamily="34" charset="-122"/>
                <a:ea typeface="微软雅黑" panose="020B0503020204020204" pitchFamily="34" charset="-122"/>
              </a:rPr>
              <a:t>区域分割边界定位不正确</a:t>
            </a:r>
            <a:endParaRPr lang="en-US" altLang="zh-CN" sz="2000" dirty="0">
              <a:solidFill>
                <a:srgbClr val="004C54"/>
              </a:solidFill>
              <a:latin typeface="微软雅黑" panose="020B0503020204020204" pitchFamily="34" charset="-122"/>
              <a:ea typeface="微软雅黑" panose="020B0503020204020204" pitchFamily="34" charset="-122"/>
            </a:endParaRPr>
          </a:p>
          <a:p>
            <a:pPr marL="914400" lvl="1" indent="-457200">
              <a:spcAft>
                <a:spcPts val="600"/>
              </a:spcAft>
              <a:buFont typeface="+mj-lt"/>
              <a:buAutoNum type="alphaLcParenR"/>
            </a:pPr>
            <a:endParaRPr lang="en-US" altLang="zh-CN" sz="2000" dirty="0">
              <a:solidFill>
                <a:srgbClr val="004C54"/>
              </a:solidFill>
              <a:latin typeface="微软雅黑" panose="020B0503020204020204" pitchFamily="34" charset="-122"/>
              <a:ea typeface="微软雅黑" panose="020B0503020204020204" pitchFamily="34" charset="-122"/>
            </a:endParaRPr>
          </a:p>
          <a:p>
            <a:pPr marL="457200" indent="-457200">
              <a:spcAft>
                <a:spcPts val="600"/>
              </a:spcAft>
              <a:buFont typeface="Wingdings" panose="05000000000000000000" pitchFamily="2" charset="2"/>
              <a:buChar char="Ø"/>
            </a:pPr>
            <a:r>
              <a:rPr lang="zh-CN" altLang="en-US" sz="2000" dirty="0">
                <a:solidFill>
                  <a:srgbClr val="FF0000"/>
                </a:solidFill>
                <a:latin typeface="微软雅黑" panose="020B0503020204020204" pitchFamily="34" charset="-122"/>
                <a:ea typeface="微软雅黑" panose="020B0503020204020204" pitchFamily="34" charset="-122"/>
              </a:rPr>
              <a:t>动态门限</a:t>
            </a:r>
            <a:r>
              <a:rPr lang="zh-CN" altLang="en-US" sz="2000" dirty="0">
                <a:solidFill>
                  <a:srgbClr val="004C54"/>
                </a:solidFill>
                <a:latin typeface="微软雅黑" panose="020B0503020204020204" pitchFamily="34" charset="-122"/>
                <a:ea typeface="微软雅黑" panose="020B0503020204020204" pitchFamily="34" charset="-122"/>
              </a:rPr>
              <a:t>：把图像分成子图像，子图像做直方图，再定不同的门限</a:t>
            </a:r>
            <a:endParaRPr lang="en-US" altLang="zh-CN" sz="2000" dirty="0">
              <a:solidFill>
                <a:srgbClr val="004C54"/>
              </a:solidFill>
              <a:latin typeface="微软雅黑" panose="020B0503020204020204" pitchFamily="34" charset="-122"/>
              <a:ea typeface="微软雅黑" panose="020B0503020204020204" pitchFamily="34" charset="-122"/>
            </a:endParaRPr>
          </a:p>
        </p:txBody>
      </p:sp>
      <p:pic>
        <p:nvPicPr>
          <p:cNvPr id="2097211" name="Picture 9"/>
          <p:cNvPicPr>
            <a:picLocks noChangeAspect="1"/>
          </p:cNvPicPr>
          <p:nvPr/>
        </p:nvPicPr>
        <p:blipFill>
          <a:blip r:embed="rId4"/>
          <a:stretch>
            <a:fillRect/>
          </a:stretch>
        </p:blipFill>
        <p:spPr>
          <a:xfrm>
            <a:off x="6458421" y="3140968"/>
            <a:ext cx="5121084" cy="1993565"/>
          </a:xfrm>
          <a:prstGeom prst="rect">
            <a:avLst/>
          </a:prstGeom>
        </p:spPr>
      </p:pic>
      <p:sp>
        <p:nvSpPr>
          <p:cNvPr id="1048917" name="TextBox 27"/>
          <p:cNvSpPr txBox="1"/>
          <p:nvPr/>
        </p:nvSpPr>
        <p:spPr>
          <a:xfrm>
            <a:off x="1012825" y="176213"/>
            <a:ext cx="2621280" cy="574040"/>
          </a:xfrm>
          <a:prstGeom prst="rect">
            <a:avLst/>
          </a:prstGeom>
          <a:noFill/>
          <a:ln w="9525">
            <a:noFill/>
          </a:ln>
        </p:spPr>
        <p:txBody>
          <a:bodyPr wrap="none" anchor="t">
            <a:spAutoFit/>
          </a:bodyPr>
          <a:lstStyle/>
          <a:p>
            <a:r>
              <a:rPr lang="zh-CN" altLang="en-US" sz="3200" dirty="0">
                <a:latin typeface="黑体" panose="02010609060101010101" pitchFamily="49" charset="-122"/>
                <a:ea typeface="黑体" panose="02010609060101010101" pitchFamily="49" charset="-122"/>
              </a:rPr>
              <a:t>二、阈值分割</a:t>
            </a:r>
          </a:p>
        </p:txBody>
      </p:sp>
      <p:sp>
        <p:nvSpPr>
          <p:cNvPr id="1048918"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a:p>
        </p:txBody>
      </p:sp>
      <mc:AlternateContent xmlns:mc="http://schemas.openxmlformats.org/markup-compatibility/2006" xmlns:p14="http://schemas.microsoft.com/office/powerpoint/2010/main">
        <mc:Choice Requires="p14">
          <p:contentPart p14:bwMode="auto" r:id="rId5">
            <p14:nvContentPartPr>
              <p14:cNvPr id="1048919" name="墨迹 1048918"/>
              <p14:cNvContentPartPr/>
              <p14:nvPr/>
            </p14:nvContentPartPr>
            <p14:xfrm>
              <a:off x="4870672" y="2876568"/>
              <a:ext cx="210291" cy="317667"/>
            </p14:xfrm>
          </p:contentPart>
        </mc:Choice>
        <mc:Fallback xmlns="">
          <p:sp>
            <p:nvSpPr>
              <p:cNvPr id="1048919" name=""/>
              <p:cNvSpPr/>
              <p:nvPr/>
            </p:nvSpPr>
            <p:spPr>
              <a:xfrm>
                <a:off x="4870672" y="2876568"/>
                <a:ext cx="210291" cy="317667"/>
              </a:xfrm>
            </p:spPr>
          </p:sp>
        </mc:Fallback>
      </mc:AlternateContent>
      <mc:AlternateContent xmlns:mc="http://schemas.openxmlformats.org/markup-compatibility/2006" xmlns:p14="http://schemas.microsoft.com/office/powerpoint/2010/main">
        <mc:Choice Requires="p14">
          <p:contentPart p14:bwMode="auto" r:id="rId6">
            <p14:nvContentPartPr>
              <p14:cNvPr id="1048920" name="墨迹 1048919"/>
              <p14:cNvContentPartPr/>
              <p14:nvPr/>
            </p14:nvContentPartPr>
            <p14:xfrm>
              <a:off x="4842809" y="2961065"/>
              <a:ext cx="295752" cy="358717"/>
            </p14:xfrm>
          </p:contentPart>
        </mc:Choice>
        <mc:Fallback xmlns="">
          <p:sp>
            <p:nvSpPr>
              <p:cNvPr id="1048920" name=""/>
              <p:cNvSpPr/>
              <p:nvPr/>
            </p:nvSpPr>
            <p:spPr>
              <a:xfrm>
                <a:off x="4842809" y="2961065"/>
                <a:ext cx="295752" cy="358717"/>
              </a:xfrm>
            </p:spPr>
          </p:sp>
        </mc:Fallback>
      </mc:AlternateContent>
      <mc:AlternateContent xmlns:mc="http://schemas.openxmlformats.org/markup-compatibility/2006" xmlns:p14="http://schemas.microsoft.com/office/powerpoint/2010/main">
        <mc:Choice Requires="p14">
          <p:contentPart p14:bwMode="auto" r:id="rId7">
            <p14:nvContentPartPr>
              <p14:cNvPr id="1048921" name="墨迹 1048920"/>
              <p14:cNvContentPartPr/>
              <p14:nvPr/>
            </p14:nvContentPartPr>
            <p14:xfrm>
              <a:off x="5005748" y="3096050"/>
              <a:ext cx="24058" cy="26912"/>
            </p14:xfrm>
          </p:contentPart>
        </mc:Choice>
        <mc:Fallback xmlns="">
          <p:sp>
            <p:nvSpPr>
              <p:cNvPr id="1048921" name=""/>
              <p:cNvSpPr/>
              <p:nvPr/>
            </p:nvSpPr>
            <p:spPr>
              <a:xfrm>
                <a:off x="5005748" y="3096050"/>
                <a:ext cx="24058" cy="26912"/>
              </a:xfrm>
            </p:spPr>
          </p:sp>
        </mc:Fallback>
      </mc:AlternateContent>
      <mc:AlternateContent xmlns:mc="http://schemas.openxmlformats.org/markup-compatibility/2006" xmlns:p14="http://schemas.microsoft.com/office/powerpoint/2010/main">
        <mc:Choice Requires="p14">
          <p:contentPart p14:bwMode="auto" r:id="rId8">
            <p14:nvContentPartPr>
              <p14:cNvPr id="1048922" name="墨迹 1048921"/>
              <p14:cNvContentPartPr/>
              <p14:nvPr/>
            </p14:nvContentPartPr>
            <p14:xfrm>
              <a:off x="5021490" y="3125866"/>
              <a:ext cx="126864" cy="327619"/>
            </p14:xfrm>
          </p:contentPart>
        </mc:Choice>
        <mc:Fallback xmlns="">
          <p:sp>
            <p:nvSpPr>
              <p:cNvPr id="1048922" name=""/>
              <p:cNvSpPr/>
              <p:nvPr/>
            </p:nvSpPr>
            <p:spPr>
              <a:xfrm>
                <a:off x="5021490" y="3125866"/>
                <a:ext cx="126864" cy="327619"/>
              </a:xfrm>
            </p:spPr>
          </p:sp>
        </mc:Fallback>
      </mc:AlternateContent>
      <mc:AlternateContent xmlns:mc="http://schemas.openxmlformats.org/markup-compatibility/2006" xmlns:p14="http://schemas.microsoft.com/office/powerpoint/2010/main">
        <mc:Choice Requires="p14">
          <p:contentPart p14:bwMode="auto" r:id="rId9">
            <p14:nvContentPartPr>
              <p14:cNvPr id="1048923" name="墨迹 1048922"/>
              <p14:cNvContentPartPr/>
              <p14:nvPr/>
            </p14:nvContentPartPr>
            <p14:xfrm>
              <a:off x="5298159" y="3030427"/>
              <a:ext cx="266541" cy="44089"/>
            </p14:xfrm>
          </p:contentPart>
        </mc:Choice>
        <mc:Fallback xmlns="">
          <p:sp>
            <p:nvSpPr>
              <p:cNvPr id="1048923" name=""/>
              <p:cNvSpPr/>
              <p:nvPr/>
            </p:nvSpPr>
            <p:spPr>
              <a:xfrm>
                <a:off x="5298159" y="3030427"/>
                <a:ext cx="266541" cy="44089"/>
              </a:xfrm>
            </p:spPr>
          </p:sp>
        </mc:Fallback>
      </mc:AlternateContent>
      <mc:AlternateContent xmlns:mc="http://schemas.openxmlformats.org/markup-compatibility/2006" xmlns:p14="http://schemas.microsoft.com/office/powerpoint/2010/main">
        <mc:Choice Requires="p14">
          <p:contentPart p14:bwMode="auto" r:id="rId10">
            <p14:nvContentPartPr>
              <p14:cNvPr id="1048924" name="墨迹 1048923"/>
              <p14:cNvContentPartPr/>
              <p14:nvPr/>
            </p14:nvContentPartPr>
            <p14:xfrm>
              <a:off x="5227537" y="3084454"/>
              <a:ext cx="211756" cy="277964"/>
            </p14:xfrm>
          </p:contentPart>
        </mc:Choice>
        <mc:Fallback xmlns="">
          <p:sp>
            <p:nvSpPr>
              <p:cNvPr id="1048924" name=""/>
              <p:cNvSpPr/>
              <p:nvPr/>
            </p:nvSpPr>
            <p:spPr>
              <a:xfrm>
                <a:off x="5227537" y="3084454"/>
                <a:ext cx="211756" cy="277964"/>
              </a:xfrm>
            </p:spPr>
          </p:sp>
        </mc:Fallback>
      </mc:AlternateContent>
      <mc:AlternateContent xmlns:mc="http://schemas.openxmlformats.org/markup-compatibility/2006" xmlns:p14="http://schemas.microsoft.com/office/powerpoint/2010/main">
        <mc:Choice Requires="p14">
          <p:contentPart p14:bwMode="auto" r:id="rId11">
            <p14:nvContentPartPr>
              <p14:cNvPr id="1048925" name="墨迹 1048924"/>
              <p14:cNvContentPartPr/>
              <p14:nvPr/>
            </p14:nvContentPartPr>
            <p14:xfrm>
              <a:off x="5390265" y="3173903"/>
              <a:ext cx="12689" cy="253561"/>
            </p14:xfrm>
          </p:contentPart>
        </mc:Choice>
        <mc:Fallback xmlns="">
          <p:sp>
            <p:nvSpPr>
              <p:cNvPr id="1048925" name=""/>
              <p:cNvSpPr/>
              <p:nvPr/>
            </p:nvSpPr>
            <p:spPr>
              <a:xfrm>
                <a:off x="5390265" y="3173903"/>
                <a:ext cx="12689" cy="253561"/>
              </a:xfrm>
            </p:spPr>
          </p:sp>
        </mc:Fallback>
      </mc:AlternateContent>
      <mc:AlternateContent xmlns:mc="http://schemas.openxmlformats.org/markup-compatibility/2006" xmlns:p14="http://schemas.microsoft.com/office/powerpoint/2010/main">
        <mc:Choice Requires="p14">
          <p:contentPart p14:bwMode="auto" r:id="rId12">
            <p14:nvContentPartPr>
              <p14:cNvPr id="1048926" name="墨迹 1048925"/>
              <p14:cNvContentPartPr/>
              <p14:nvPr/>
            </p14:nvContentPartPr>
            <p14:xfrm>
              <a:off x="5444364" y="3229395"/>
              <a:ext cx="105667" cy="116641"/>
            </p14:xfrm>
          </p:contentPart>
        </mc:Choice>
        <mc:Fallback xmlns="">
          <p:sp>
            <p:nvSpPr>
              <p:cNvPr id="1048926" name=""/>
              <p:cNvSpPr/>
              <p:nvPr/>
            </p:nvSpPr>
            <p:spPr>
              <a:xfrm>
                <a:off x="5444364" y="3229395"/>
                <a:ext cx="105667" cy="116641"/>
              </a:xfrm>
            </p:spPr>
          </p:sp>
        </mc:Fallback>
      </mc:AlternateContent>
      <mc:AlternateContent xmlns:mc="http://schemas.openxmlformats.org/markup-compatibility/2006" xmlns:p14="http://schemas.microsoft.com/office/powerpoint/2010/main">
        <mc:Choice Requires="p14">
          <p:contentPart p14:bwMode="auto" r:id="rId13">
            <p14:nvContentPartPr>
              <p14:cNvPr id="1048927" name="墨迹 1048926"/>
              <p14:cNvContentPartPr/>
              <p14:nvPr/>
            </p14:nvContentPartPr>
            <p14:xfrm>
              <a:off x="5724099" y="2988380"/>
              <a:ext cx="24300" cy="208336"/>
            </p14:xfrm>
          </p:contentPart>
        </mc:Choice>
        <mc:Fallback xmlns="">
          <p:sp>
            <p:nvSpPr>
              <p:cNvPr id="1048927" name=""/>
              <p:cNvSpPr/>
              <p:nvPr/>
            </p:nvSpPr>
            <p:spPr>
              <a:xfrm>
                <a:off x="5724099" y="2988380"/>
                <a:ext cx="24300" cy="208336"/>
              </a:xfrm>
            </p:spPr>
          </p:sp>
        </mc:Fallback>
      </mc:AlternateContent>
      <mc:AlternateContent xmlns:mc="http://schemas.openxmlformats.org/markup-compatibility/2006" xmlns:p14="http://schemas.microsoft.com/office/powerpoint/2010/main">
        <mc:Choice Requires="p14">
          <p:contentPart p14:bwMode="auto" r:id="rId14">
            <p14:nvContentPartPr>
              <p14:cNvPr id="1048928" name="墨迹 1048927"/>
              <p14:cNvContentPartPr/>
              <p14:nvPr/>
            </p14:nvContentPartPr>
            <p14:xfrm>
              <a:off x="5589242" y="3081970"/>
              <a:ext cx="91756" cy="173188"/>
            </p14:xfrm>
          </p:contentPart>
        </mc:Choice>
        <mc:Fallback xmlns="">
          <p:sp>
            <p:nvSpPr>
              <p:cNvPr id="1048928" name=""/>
              <p:cNvSpPr/>
              <p:nvPr/>
            </p:nvSpPr>
            <p:spPr>
              <a:xfrm>
                <a:off x="5589242" y="3081970"/>
                <a:ext cx="91756" cy="173188"/>
              </a:xfrm>
            </p:spPr>
          </p:sp>
        </mc:Fallback>
      </mc:AlternateContent>
      <mc:AlternateContent xmlns:mc="http://schemas.openxmlformats.org/markup-compatibility/2006" xmlns:p14="http://schemas.microsoft.com/office/powerpoint/2010/main">
        <mc:Choice Requires="p14">
          <p:contentPart p14:bwMode="auto" r:id="rId15">
            <p14:nvContentPartPr>
              <p14:cNvPr id="1048929" name="墨迹 1048928"/>
              <p14:cNvContentPartPr/>
              <p14:nvPr/>
            </p14:nvContentPartPr>
            <p14:xfrm>
              <a:off x="5805230" y="3072031"/>
              <a:ext cx="55472" cy="90529"/>
            </p14:xfrm>
          </p:contentPart>
        </mc:Choice>
        <mc:Fallback xmlns="">
          <p:sp>
            <p:nvSpPr>
              <p:cNvPr id="1048929" name=""/>
              <p:cNvSpPr/>
              <p:nvPr/>
            </p:nvSpPr>
            <p:spPr>
              <a:xfrm>
                <a:off x="5805230" y="3072031"/>
                <a:ext cx="55472" cy="90529"/>
              </a:xfrm>
            </p:spPr>
          </p:sp>
        </mc:Fallback>
      </mc:AlternateContent>
      <mc:AlternateContent xmlns:mc="http://schemas.openxmlformats.org/markup-compatibility/2006" xmlns:p14="http://schemas.microsoft.com/office/powerpoint/2010/main">
        <mc:Choice Requires="p14">
          <p:contentPart p14:bwMode="auto" r:id="rId16">
            <p14:nvContentPartPr>
              <p14:cNvPr id="1048930" name="墨迹 1048929"/>
              <p14:cNvContentPartPr/>
              <p14:nvPr/>
            </p14:nvContentPartPr>
            <p14:xfrm>
              <a:off x="5489796" y="3199579"/>
              <a:ext cx="320505" cy="448655"/>
            </p14:xfrm>
          </p:contentPart>
        </mc:Choice>
        <mc:Fallback xmlns="">
          <p:sp>
            <p:nvSpPr>
              <p:cNvPr id="1048930" name=""/>
              <p:cNvSpPr/>
              <p:nvPr/>
            </p:nvSpPr>
            <p:spPr>
              <a:xfrm>
                <a:off x="5489796" y="3199579"/>
                <a:ext cx="320505" cy="448655"/>
              </a:xfrm>
            </p:spPr>
          </p:sp>
        </mc:Fallback>
      </mc:AlternateContent>
      <mc:AlternateContent xmlns:mc="http://schemas.openxmlformats.org/markup-compatibility/2006" xmlns:p14="http://schemas.microsoft.com/office/powerpoint/2010/main">
        <mc:Choice Requires="p14">
          <p:contentPart p14:bwMode="auto" r:id="rId17">
            <p14:nvContentPartPr>
              <p14:cNvPr id="1048931" name="墨迹 1048930"/>
              <p14:cNvContentPartPr/>
              <p14:nvPr/>
            </p14:nvContentPartPr>
            <p14:xfrm>
              <a:off x="4420925" y="2876568"/>
              <a:ext cx="14887" cy="80520"/>
            </p14:xfrm>
          </p:contentPart>
        </mc:Choice>
        <mc:Fallback xmlns="">
          <p:sp>
            <p:nvSpPr>
              <p:cNvPr id="1048931" name=""/>
              <p:cNvSpPr/>
              <p:nvPr/>
            </p:nvSpPr>
            <p:spPr>
              <a:xfrm>
                <a:off x="4420925" y="2876568"/>
                <a:ext cx="14887" cy="80520"/>
              </a:xfrm>
            </p:spPr>
          </p:sp>
        </mc:Fallback>
      </mc:AlternateContent>
      <mc:AlternateContent xmlns:mc="http://schemas.openxmlformats.org/markup-compatibility/2006" xmlns:p14="http://schemas.microsoft.com/office/powerpoint/2010/main">
        <mc:Choice Requires="p14">
          <p:contentPart p14:bwMode="auto" r:id="rId18">
            <p14:nvContentPartPr>
              <p14:cNvPr id="1048932" name="墨迹 1048931"/>
              <p14:cNvContentPartPr/>
              <p14:nvPr/>
            </p14:nvContentPartPr>
            <p14:xfrm>
              <a:off x="4342329" y="2997490"/>
              <a:ext cx="26803" cy="189142"/>
            </p14:xfrm>
          </p:contentPart>
        </mc:Choice>
        <mc:Fallback xmlns="">
          <p:sp>
            <p:nvSpPr>
              <p:cNvPr id="1048932" name=""/>
              <p:cNvSpPr/>
              <p:nvPr/>
            </p:nvSpPr>
            <p:spPr>
              <a:xfrm>
                <a:off x="4342329" y="2997490"/>
                <a:ext cx="26803" cy="189142"/>
              </a:xfrm>
            </p:spPr>
          </p:sp>
        </mc:Fallback>
      </mc:AlternateContent>
      <mc:AlternateContent xmlns:mc="http://schemas.openxmlformats.org/markup-compatibility/2006" xmlns:p14="http://schemas.microsoft.com/office/powerpoint/2010/main">
        <mc:Choice Requires="p14">
          <p:contentPart p14:bwMode="auto" r:id="rId19">
            <p14:nvContentPartPr>
              <p14:cNvPr id="1048933" name="墨迹 1048932"/>
              <p14:cNvContentPartPr/>
              <p14:nvPr/>
            </p14:nvContentPartPr>
            <p14:xfrm>
              <a:off x="4457945" y="3020632"/>
              <a:ext cx="168653" cy="166453"/>
            </p14:xfrm>
          </p:contentPart>
        </mc:Choice>
        <mc:Fallback xmlns="">
          <p:sp>
            <p:nvSpPr>
              <p:cNvPr id="1048933" name=""/>
              <p:cNvSpPr/>
              <p:nvPr/>
            </p:nvSpPr>
            <p:spPr>
              <a:xfrm>
                <a:off x="4457945" y="3020632"/>
                <a:ext cx="168653" cy="166453"/>
              </a:xfrm>
            </p:spPr>
          </p:sp>
        </mc:Fallback>
      </mc:AlternateContent>
      <mc:AlternateContent xmlns:mc="http://schemas.openxmlformats.org/markup-compatibility/2006" xmlns:p14="http://schemas.microsoft.com/office/powerpoint/2010/main">
        <mc:Choice Requires="p14">
          <p:contentPart p14:bwMode="auto" r:id="rId20">
            <p14:nvContentPartPr>
              <p14:cNvPr id="1048934" name="墨迹 1048933"/>
              <p14:cNvContentPartPr/>
              <p14:nvPr/>
            </p14:nvContentPartPr>
            <p14:xfrm>
              <a:off x="4348682" y="3186327"/>
              <a:ext cx="193508" cy="266267"/>
            </p14:xfrm>
          </p:contentPart>
        </mc:Choice>
        <mc:Fallback xmlns="">
          <p:sp>
            <p:nvSpPr>
              <p:cNvPr id="1048934" name=""/>
              <p:cNvSpPr/>
              <p:nvPr/>
            </p:nvSpPr>
            <p:spPr>
              <a:xfrm>
                <a:off x="4348682" y="3186327"/>
                <a:ext cx="193508" cy="266267"/>
              </a:xfrm>
            </p:spPr>
          </p:sp>
        </mc:Fallback>
      </mc:AlternateContent>
      <mc:AlternateContent xmlns:mc="http://schemas.openxmlformats.org/markup-compatibility/2006" xmlns:p14="http://schemas.microsoft.com/office/powerpoint/2010/main">
        <mc:Choice Requires="p14">
          <p:contentPart p14:bwMode="auto" r:id="rId21">
            <p14:nvContentPartPr>
              <p14:cNvPr id="1048935" name="墨迹 1048934"/>
              <p14:cNvContentPartPr/>
              <p14:nvPr/>
            </p14:nvContentPartPr>
            <p14:xfrm>
              <a:off x="8969358" y="9968678"/>
              <a:ext cx="906812" cy="132565"/>
            </p14:xfrm>
          </p:contentPart>
        </mc:Choice>
        <mc:Fallback xmlns="">
          <p:sp>
            <p:nvSpPr>
              <p:cNvPr id="1048935" name=""/>
              <p:cNvSpPr/>
              <p:nvPr/>
            </p:nvSpPr>
            <p:spPr>
              <a:xfrm>
                <a:off x="8969358" y="9968678"/>
                <a:ext cx="906812" cy="132565"/>
              </a:xfrm>
            </p:spPr>
          </p:sp>
        </mc:Fallback>
      </mc:AlternateContent>
      <mc:AlternateContent xmlns:mc="http://schemas.openxmlformats.org/markup-compatibility/2006" xmlns:p14="http://schemas.microsoft.com/office/powerpoint/2010/main">
        <mc:Choice Requires="p14">
          <p:contentPart p14:bwMode="auto" r:id="rId22">
            <p14:nvContentPartPr>
              <p14:cNvPr id="1048936" name="墨迹 1048935"/>
              <p14:cNvContentPartPr/>
              <p14:nvPr/>
            </p14:nvContentPartPr>
            <p14:xfrm>
              <a:off x="11654102" y="6071062"/>
              <a:ext cx="68655" cy="46795"/>
            </p14:xfrm>
          </p:contentPart>
        </mc:Choice>
        <mc:Fallback xmlns="">
          <p:sp>
            <p:nvSpPr>
              <p:cNvPr id="1048936" name=""/>
              <p:cNvSpPr/>
              <p:nvPr/>
            </p:nvSpPr>
            <p:spPr>
              <a:xfrm>
                <a:off x="11654102" y="6071062"/>
                <a:ext cx="68655" cy="46795"/>
              </a:xfrm>
            </p:spPr>
          </p:sp>
        </mc:Fallback>
      </mc:AlternateContent>
      <mc:AlternateContent xmlns:mc="http://schemas.openxmlformats.org/markup-compatibility/2006" xmlns:p14="http://schemas.microsoft.com/office/powerpoint/2010/main">
        <mc:Choice Requires="p14">
          <p:contentPart p14:bwMode="auto" r:id="rId23">
            <p14:nvContentPartPr>
              <p14:cNvPr id="1048937" name="墨迹 1048936"/>
              <p14:cNvContentPartPr/>
              <p14:nvPr/>
            </p14:nvContentPartPr>
            <p14:xfrm>
              <a:off x="7939157" y="4393063"/>
              <a:ext cx="17638" cy="61685"/>
            </p14:xfrm>
          </p:contentPart>
        </mc:Choice>
        <mc:Fallback xmlns="">
          <p:sp>
            <p:nvSpPr>
              <p:cNvPr id="1048937" name=""/>
              <p:cNvSpPr/>
              <p:nvPr/>
            </p:nvSpPr>
            <p:spPr>
              <a:xfrm>
                <a:off x="7939157" y="4393063"/>
                <a:ext cx="17638" cy="61685"/>
              </a:xfrm>
            </p:spPr>
          </p:sp>
        </mc:Fallback>
      </mc:AlternateContent>
      <mc:AlternateContent xmlns:mc="http://schemas.openxmlformats.org/markup-compatibility/2006" xmlns:p14="http://schemas.microsoft.com/office/powerpoint/2010/main">
        <mc:Choice Requires="p14">
          <p:contentPart p14:bwMode="auto" r:id="rId24">
            <p14:nvContentPartPr>
              <p14:cNvPr id="1048938" name="墨迹 1048937"/>
              <p14:cNvContentPartPr/>
              <p14:nvPr/>
            </p14:nvContentPartPr>
            <p14:xfrm>
              <a:off x="7859449" y="4557881"/>
              <a:ext cx="75481" cy="214739"/>
            </p14:xfrm>
          </p:contentPart>
        </mc:Choice>
        <mc:Fallback xmlns="">
          <p:sp>
            <p:nvSpPr>
              <p:cNvPr id="1048938" name=""/>
              <p:cNvSpPr/>
              <p:nvPr/>
            </p:nvSpPr>
            <p:spPr>
              <a:xfrm>
                <a:off x="7859449" y="4557881"/>
                <a:ext cx="75481" cy="214739"/>
              </a:xfrm>
            </p:spPr>
          </p:sp>
        </mc:Fallback>
      </mc:AlternateContent>
      <mc:AlternateContent xmlns:mc="http://schemas.openxmlformats.org/markup-compatibility/2006" xmlns:p14="http://schemas.microsoft.com/office/powerpoint/2010/main">
        <mc:Choice Requires="p14">
          <p:contentPart p14:bwMode="auto" r:id="rId25">
            <p14:nvContentPartPr>
              <p14:cNvPr id="1048939" name="墨迹 1048938"/>
              <p14:cNvContentPartPr/>
              <p14:nvPr/>
            </p14:nvContentPartPr>
            <p14:xfrm>
              <a:off x="7986484" y="4366559"/>
              <a:ext cx="14018" cy="187234"/>
            </p14:xfrm>
          </p:contentPart>
        </mc:Choice>
        <mc:Fallback xmlns="">
          <p:sp>
            <p:nvSpPr>
              <p:cNvPr id="1048939" name=""/>
              <p:cNvSpPr/>
              <p:nvPr/>
            </p:nvSpPr>
            <p:spPr>
              <a:xfrm>
                <a:off x="7986484" y="4366559"/>
                <a:ext cx="14018" cy="187234"/>
              </a:xfrm>
            </p:spPr>
          </p:sp>
        </mc:Fallback>
      </mc:AlternateContent>
      <mc:AlternateContent xmlns:mc="http://schemas.openxmlformats.org/markup-compatibility/2006" xmlns:p14="http://schemas.microsoft.com/office/powerpoint/2010/main">
        <mc:Choice Requires="p14">
          <p:contentPart p14:bwMode="auto" r:id="rId26">
            <p14:nvContentPartPr>
              <p14:cNvPr id="1048940" name="墨迹 1048939"/>
              <p14:cNvContentPartPr/>
              <p14:nvPr/>
            </p14:nvContentPartPr>
            <p14:xfrm>
              <a:off x="7956904" y="4375453"/>
              <a:ext cx="135917" cy="186426"/>
            </p14:xfrm>
          </p:contentPart>
        </mc:Choice>
        <mc:Fallback xmlns="">
          <p:sp>
            <p:nvSpPr>
              <p:cNvPr id="1048940" name=""/>
              <p:cNvSpPr/>
              <p:nvPr/>
            </p:nvSpPr>
            <p:spPr>
              <a:xfrm>
                <a:off x="7956904" y="4375453"/>
                <a:ext cx="135917" cy="186426"/>
              </a:xfrm>
            </p:spPr>
          </p:sp>
        </mc:Fallback>
      </mc:AlternateContent>
      <mc:AlternateContent xmlns:mc="http://schemas.openxmlformats.org/markup-compatibility/2006" xmlns:p14="http://schemas.microsoft.com/office/powerpoint/2010/main">
        <mc:Choice Requires="p14">
          <p:contentPart p14:bwMode="auto" r:id="rId27">
            <p14:nvContentPartPr>
              <p14:cNvPr id="1048941" name="墨迹 1048940"/>
              <p14:cNvContentPartPr/>
              <p14:nvPr/>
            </p14:nvContentPartPr>
            <p14:xfrm>
              <a:off x="7950364" y="4556018"/>
              <a:ext cx="280413" cy="159866"/>
            </p14:xfrm>
          </p:contentPart>
        </mc:Choice>
        <mc:Fallback xmlns="">
          <p:sp>
            <p:nvSpPr>
              <p:cNvPr id="1048941" name=""/>
              <p:cNvSpPr/>
              <p:nvPr/>
            </p:nvSpPr>
            <p:spPr>
              <a:xfrm>
                <a:off x="7950364" y="4556018"/>
                <a:ext cx="280413" cy="159866"/>
              </a:xfrm>
            </p:spPr>
          </p:sp>
        </mc:Fallback>
      </mc:AlternateContent>
      <mc:AlternateContent xmlns:mc="http://schemas.openxmlformats.org/markup-compatibility/2006" xmlns:p14="http://schemas.microsoft.com/office/powerpoint/2010/main">
        <mc:Choice Requires="p14">
          <p:contentPart p14:bwMode="auto" r:id="rId28">
            <p14:nvContentPartPr>
              <p14:cNvPr id="1048942" name="墨迹 1048941"/>
              <p14:cNvContentPartPr/>
              <p14:nvPr/>
            </p14:nvContentPartPr>
            <p14:xfrm>
              <a:off x="8272134" y="4383785"/>
              <a:ext cx="215964" cy="411992"/>
            </p14:xfrm>
          </p:contentPart>
        </mc:Choice>
        <mc:Fallback xmlns="">
          <p:sp>
            <p:nvSpPr>
              <p:cNvPr id="1048942" name=""/>
              <p:cNvSpPr/>
              <p:nvPr/>
            </p:nvSpPr>
            <p:spPr>
              <a:xfrm>
                <a:off x="8272134" y="4383785"/>
                <a:ext cx="215964" cy="411992"/>
              </a:xfrm>
            </p:spPr>
          </p:sp>
        </mc:Fallback>
      </mc:AlternateContent>
      <mc:AlternateContent xmlns:mc="http://schemas.openxmlformats.org/markup-compatibility/2006" xmlns:p14="http://schemas.microsoft.com/office/powerpoint/2010/main">
        <mc:Choice Requires="p14">
          <p:contentPart p14:bwMode="auto" r:id="rId29">
            <p14:nvContentPartPr>
              <p14:cNvPr id="1048943" name="墨迹 1048942"/>
              <p14:cNvContentPartPr/>
              <p14:nvPr/>
            </p14:nvContentPartPr>
            <p14:xfrm>
              <a:off x="8637047" y="4349166"/>
              <a:ext cx="123745" cy="396396"/>
            </p14:xfrm>
          </p:contentPart>
        </mc:Choice>
        <mc:Fallback xmlns="">
          <p:sp>
            <p:nvSpPr>
              <p:cNvPr id="1048943" name=""/>
              <p:cNvSpPr/>
              <p:nvPr/>
            </p:nvSpPr>
            <p:spPr>
              <a:xfrm>
                <a:off x="8637047" y="4349166"/>
                <a:ext cx="123745" cy="396396"/>
              </a:xfrm>
            </p:spPr>
          </p:sp>
        </mc:Fallback>
      </mc:AlternateContent>
      <mc:AlternateContent xmlns:mc="http://schemas.openxmlformats.org/markup-compatibility/2006" xmlns:p14="http://schemas.microsoft.com/office/powerpoint/2010/main">
        <mc:Choice Requires="p14">
          <p:contentPart p14:bwMode="auto" r:id="rId30">
            <p14:nvContentPartPr>
              <p14:cNvPr id="1048944" name="墨迹 1048943"/>
              <p14:cNvContentPartPr/>
              <p14:nvPr/>
            </p14:nvContentPartPr>
            <p14:xfrm>
              <a:off x="8835796" y="4355792"/>
              <a:ext cx="13287" cy="136675"/>
            </p14:xfrm>
          </p:contentPart>
        </mc:Choice>
        <mc:Fallback xmlns="">
          <p:sp>
            <p:nvSpPr>
              <p:cNvPr id="1048944" name=""/>
              <p:cNvSpPr/>
              <p:nvPr/>
            </p:nvSpPr>
            <p:spPr>
              <a:xfrm>
                <a:off x="8835796" y="4355792"/>
                <a:ext cx="13287" cy="136675"/>
              </a:xfrm>
            </p:spPr>
          </p:sp>
        </mc:Fallback>
      </mc:AlternateContent>
      <mc:AlternateContent xmlns:mc="http://schemas.openxmlformats.org/markup-compatibility/2006" xmlns:p14="http://schemas.microsoft.com/office/powerpoint/2010/main">
        <mc:Choice Requires="p14">
          <p:contentPart p14:bwMode="auto" r:id="rId31">
            <p14:nvContentPartPr>
              <p14:cNvPr id="1048945" name="墨迹 1048944"/>
              <p14:cNvContentPartPr/>
              <p14:nvPr/>
            </p14:nvContentPartPr>
            <p14:xfrm>
              <a:off x="8885692" y="4302689"/>
              <a:ext cx="75046" cy="37132"/>
            </p14:xfrm>
          </p:contentPart>
        </mc:Choice>
        <mc:Fallback xmlns="">
          <p:sp>
            <p:nvSpPr>
              <p:cNvPr id="1048945" name=""/>
              <p:cNvSpPr/>
              <p:nvPr/>
            </p:nvSpPr>
            <p:spPr>
              <a:xfrm>
                <a:off x="8885692" y="4302689"/>
                <a:ext cx="75046" cy="37132"/>
              </a:xfrm>
            </p:spPr>
          </p:sp>
        </mc:Fallback>
      </mc:AlternateContent>
      <mc:AlternateContent xmlns:mc="http://schemas.openxmlformats.org/markup-compatibility/2006" xmlns:p14="http://schemas.microsoft.com/office/powerpoint/2010/main">
        <mc:Choice Requires="p14">
          <p:contentPart p14:bwMode="auto" r:id="rId32">
            <p14:nvContentPartPr>
              <p14:cNvPr id="1048946" name="墨迹 1048945"/>
              <p14:cNvContentPartPr/>
              <p14:nvPr/>
            </p14:nvContentPartPr>
            <p14:xfrm>
              <a:off x="8706043" y="4366339"/>
              <a:ext cx="399799" cy="168545"/>
            </p14:xfrm>
          </p:contentPart>
        </mc:Choice>
        <mc:Fallback xmlns="">
          <p:sp>
            <p:nvSpPr>
              <p:cNvPr id="1048946" name=""/>
              <p:cNvSpPr/>
              <p:nvPr/>
            </p:nvSpPr>
            <p:spPr>
              <a:xfrm>
                <a:off x="8706043" y="4366339"/>
                <a:ext cx="399799" cy="168545"/>
              </a:xfrm>
            </p:spPr>
          </p:sp>
        </mc:Fallback>
      </mc:AlternateContent>
      <mc:AlternateContent xmlns:mc="http://schemas.openxmlformats.org/markup-compatibility/2006" xmlns:p14="http://schemas.microsoft.com/office/powerpoint/2010/main">
        <mc:Choice Requires="p14">
          <p:contentPart p14:bwMode="auto" r:id="rId33">
            <p14:nvContentPartPr>
              <p14:cNvPr id="1048947" name="墨迹 1048946"/>
              <p14:cNvContentPartPr/>
              <p14:nvPr/>
            </p14:nvContentPartPr>
            <p14:xfrm>
              <a:off x="8825315" y="4470917"/>
              <a:ext cx="113711" cy="410377"/>
            </p14:xfrm>
          </p:contentPart>
        </mc:Choice>
        <mc:Fallback xmlns="">
          <p:sp>
            <p:nvSpPr>
              <p:cNvPr id="1048947" name=""/>
              <p:cNvSpPr/>
              <p:nvPr/>
            </p:nvSpPr>
            <p:spPr>
              <a:xfrm>
                <a:off x="8825315" y="4470917"/>
                <a:ext cx="113711" cy="410377"/>
              </a:xfrm>
            </p:spPr>
          </p:sp>
        </mc:Fallback>
      </mc:AlternateContent>
      <mc:AlternateContent xmlns:mc="http://schemas.openxmlformats.org/markup-compatibility/2006" xmlns:p14="http://schemas.microsoft.com/office/powerpoint/2010/main">
        <mc:Choice Requires="p14">
          <p:contentPart p14:bwMode="auto" r:id="rId34">
            <p14:nvContentPartPr>
              <p14:cNvPr id="1048948" name="墨迹 1048947"/>
              <p14:cNvContentPartPr/>
              <p14:nvPr/>
            </p14:nvContentPartPr>
            <p14:xfrm>
              <a:off x="8826705" y="4492778"/>
              <a:ext cx="391380" cy="220060"/>
            </p14:xfrm>
          </p:contentPart>
        </mc:Choice>
        <mc:Fallback xmlns="">
          <p:sp>
            <p:nvSpPr>
              <p:cNvPr id="1048948" name=""/>
              <p:cNvSpPr/>
              <p:nvPr/>
            </p:nvSpPr>
            <p:spPr>
              <a:xfrm>
                <a:off x="8826705" y="4492778"/>
                <a:ext cx="391380" cy="220060"/>
              </a:xfrm>
            </p:spPr>
          </p:sp>
        </mc:Fallback>
      </mc:AlternateContent>
      <mc:AlternateContent xmlns:mc="http://schemas.openxmlformats.org/markup-compatibility/2006" xmlns:p14="http://schemas.microsoft.com/office/powerpoint/2010/main">
        <mc:Choice Requires="p14">
          <p:contentPart p14:bwMode="auto" r:id="rId35">
            <p14:nvContentPartPr>
              <p14:cNvPr id="1048949" name="墨迹 1048948"/>
              <p14:cNvContentPartPr/>
              <p14:nvPr/>
            </p14:nvContentPartPr>
            <p14:xfrm>
              <a:off x="9205991" y="4356700"/>
              <a:ext cx="291353" cy="80259"/>
            </p14:xfrm>
          </p:contentPart>
        </mc:Choice>
        <mc:Fallback xmlns="">
          <p:sp>
            <p:nvSpPr>
              <p:cNvPr id="1048949" name=""/>
              <p:cNvSpPr/>
              <p:nvPr/>
            </p:nvSpPr>
            <p:spPr>
              <a:xfrm>
                <a:off x="9205991" y="4356700"/>
                <a:ext cx="291353" cy="80259"/>
              </a:xfrm>
            </p:spPr>
          </p:sp>
        </mc:Fallback>
      </mc:AlternateContent>
      <mc:AlternateContent xmlns:mc="http://schemas.openxmlformats.org/markup-compatibility/2006" xmlns:p14="http://schemas.microsoft.com/office/powerpoint/2010/main">
        <mc:Choice Requires="p14">
          <p:contentPart p14:bwMode="auto" r:id="rId36">
            <p14:nvContentPartPr>
              <p14:cNvPr id="1048950" name="墨迹 1048949"/>
              <p14:cNvContentPartPr/>
              <p14:nvPr/>
            </p14:nvContentPartPr>
            <p14:xfrm>
              <a:off x="9180436" y="4404658"/>
              <a:ext cx="191199" cy="310947"/>
            </p14:xfrm>
          </p:contentPart>
        </mc:Choice>
        <mc:Fallback xmlns="">
          <p:sp>
            <p:nvSpPr>
              <p:cNvPr id="1048950" name=""/>
              <p:cNvSpPr/>
              <p:nvPr/>
            </p:nvSpPr>
            <p:spPr>
              <a:xfrm>
                <a:off x="9180436" y="4404658"/>
                <a:ext cx="191199" cy="310947"/>
              </a:xfrm>
            </p:spPr>
          </p:sp>
        </mc:Fallback>
      </mc:AlternateContent>
      <mc:AlternateContent xmlns:mc="http://schemas.openxmlformats.org/markup-compatibility/2006" xmlns:p14="http://schemas.microsoft.com/office/powerpoint/2010/main">
        <mc:Choice Requires="p14">
          <p:contentPart p14:bwMode="auto" r:id="rId37">
            <p14:nvContentPartPr>
              <p14:cNvPr id="1048951" name="墨迹 1048950"/>
              <p14:cNvContentPartPr/>
              <p14:nvPr/>
            </p14:nvContentPartPr>
            <p14:xfrm>
              <a:off x="9366125" y="4480027"/>
              <a:ext cx="2129" cy="196246"/>
            </p14:xfrm>
          </p:contentPart>
        </mc:Choice>
        <mc:Fallback xmlns="">
          <p:sp>
            <p:nvSpPr>
              <p:cNvPr id="1048951" name=""/>
              <p:cNvSpPr/>
              <p:nvPr/>
            </p:nvSpPr>
            <p:spPr>
              <a:xfrm>
                <a:off x="9366125" y="4480027"/>
                <a:ext cx="2129" cy="196246"/>
              </a:xfrm>
            </p:spPr>
          </p:sp>
        </mc:Fallback>
      </mc:AlternateContent>
      <mc:AlternateContent xmlns:mc="http://schemas.openxmlformats.org/markup-compatibility/2006" xmlns:p14="http://schemas.microsoft.com/office/powerpoint/2010/main">
        <mc:Choice Requires="p14">
          <p:contentPart p14:bwMode="auto" r:id="rId38">
            <p14:nvContentPartPr>
              <p14:cNvPr id="1048952" name="墨迹 1048951"/>
              <p14:cNvContentPartPr/>
              <p14:nvPr/>
            </p14:nvContentPartPr>
            <p14:xfrm>
              <a:off x="9424032" y="4561194"/>
              <a:ext cx="109020" cy="90278"/>
            </p14:xfrm>
          </p:contentPart>
        </mc:Choice>
        <mc:Fallback xmlns="">
          <p:sp>
            <p:nvSpPr>
              <p:cNvPr id="1048952" name=""/>
              <p:cNvSpPr/>
              <p:nvPr/>
            </p:nvSpPr>
            <p:spPr>
              <a:xfrm>
                <a:off x="9424032" y="4561194"/>
                <a:ext cx="109020" cy="90278"/>
              </a:xfrm>
            </p:spPr>
          </p:sp>
        </mc:Fallback>
      </mc:AlternateContent>
      <mc:AlternateContent xmlns:mc="http://schemas.openxmlformats.org/markup-compatibility/2006" xmlns:p14="http://schemas.microsoft.com/office/powerpoint/2010/main">
        <mc:Choice Requires="p14">
          <p:contentPart p14:bwMode="auto" r:id="rId39">
            <p14:nvContentPartPr>
              <p14:cNvPr id="1048953" name="墨迹 1048952"/>
              <p14:cNvContentPartPr/>
              <p14:nvPr/>
            </p14:nvContentPartPr>
            <p14:xfrm>
              <a:off x="9516995" y="4361923"/>
              <a:ext cx="241679" cy="113962"/>
            </p14:xfrm>
          </p:contentPart>
        </mc:Choice>
        <mc:Fallback xmlns="">
          <p:sp>
            <p:nvSpPr>
              <p:cNvPr id="1048953" name=""/>
              <p:cNvSpPr/>
              <p:nvPr/>
            </p:nvSpPr>
            <p:spPr>
              <a:xfrm>
                <a:off x="9516995" y="4361923"/>
                <a:ext cx="241679" cy="113962"/>
              </a:xfrm>
            </p:spPr>
          </p:sp>
        </mc:Fallback>
      </mc:AlternateContent>
      <mc:AlternateContent xmlns:mc="http://schemas.openxmlformats.org/markup-compatibility/2006" xmlns:p14="http://schemas.microsoft.com/office/powerpoint/2010/main">
        <mc:Choice Requires="p14">
          <p:contentPart p14:bwMode="auto" r:id="rId40">
            <p14:nvContentPartPr>
              <p14:cNvPr id="1048954" name="墨迹 1048953"/>
              <p14:cNvContentPartPr/>
              <p14:nvPr/>
            </p14:nvContentPartPr>
            <p14:xfrm>
              <a:off x="9616087" y="4340056"/>
              <a:ext cx="164667" cy="335869"/>
            </p14:xfrm>
          </p:contentPart>
        </mc:Choice>
        <mc:Fallback xmlns="">
          <p:sp>
            <p:nvSpPr>
              <p:cNvPr id="1048954" name=""/>
              <p:cNvSpPr/>
              <p:nvPr/>
            </p:nvSpPr>
            <p:spPr>
              <a:xfrm>
                <a:off x="9616087" y="4340056"/>
                <a:ext cx="164667" cy="335869"/>
              </a:xfrm>
            </p:spPr>
          </p:sp>
        </mc:Fallback>
      </mc:AlternateContent>
      <mc:AlternateContent xmlns:mc="http://schemas.openxmlformats.org/markup-compatibility/2006" xmlns:p14="http://schemas.microsoft.com/office/powerpoint/2010/main">
        <mc:Choice Requires="p14">
          <p:contentPart p14:bwMode="auto" r:id="rId41">
            <p14:nvContentPartPr>
              <p14:cNvPr id="1048955" name="墨迹 1048954"/>
              <p14:cNvContentPartPr/>
              <p14:nvPr/>
            </p14:nvContentPartPr>
            <p14:xfrm>
              <a:off x="9563146" y="4480855"/>
              <a:ext cx="202314" cy="225767"/>
            </p14:xfrm>
          </p:contentPart>
        </mc:Choice>
        <mc:Fallback xmlns="">
          <p:sp>
            <p:nvSpPr>
              <p:cNvPr id="1048955" name=""/>
              <p:cNvSpPr/>
              <p:nvPr/>
            </p:nvSpPr>
            <p:spPr>
              <a:xfrm>
                <a:off x="9563146" y="4480855"/>
                <a:ext cx="202314" cy="225767"/>
              </a:xfrm>
            </p:spPr>
          </p:sp>
        </mc:Fallback>
      </mc:AlternateContent>
      <mc:AlternateContent xmlns:mc="http://schemas.openxmlformats.org/markup-compatibility/2006" xmlns:p14="http://schemas.microsoft.com/office/powerpoint/2010/main">
        <mc:Choice Requires="p14">
          <p:contentPart p14:bwMode="auto" r:id="rId42">
            <p14:nvContentPartPr>
              <p14:cNvPr id="1048956" name="墨迹 1048955"/>
              <p14:cNvContentPartPr/>
              <p14:nvPr/>
            </p14:nvContentPartPr>
            <p14:xfrm>
              <a:off x="9785852" y="4296988"/>
              <a:ext cx="238088" cy="346331"/>
            </p14:xfrm>
          </p:contentPart>
        </mc:Choice>
        <mc:Fallback xmlns="">
          <p:sp>
            <p:nvSpPr>
              <p:cNvPr id="1048956" name=""/>
              <p:cNvSpPr/>
              <p:nvPr/>
            </p:nvSpPr>
            <p:spPr>
              <a:xfrm>
                <a:off x="9785852" y="4296988"/>
                <a:ext cx="238088" cy="346331"/>
              </a:xfrm>
            </p:spPr>
          </p:sp>
        </mc:Fallback>
      </mc:AlternateContent>
      <mc:AlternateContent xmlns:mc="http://schemas.openxmlformats.org/markup-compatibility/2006" xmlns:p14="http://schemas.microsoft.com/office/powerpoint/2010/main">
        <mc:Choice Requires="p14">
          <p:contentPart p14:bwMode="auto" r:id="rId43">
            <p14:nvContentPartPr>
              <p14:cNvPr id="1048957" name="墨迹 1048956"/>
              <p14:cNvContentPartPr/>
              <p14:nvPr/>
            </p14:nvContentPartPr>
            <p14:xfrm>
              <a:off x="10103509" y="3075705"/>
              <a:ext cx="350390" cy="238170"/>
            </p14:xfrm>
          </p:contentPart>
        </mc:Choice>
        <mc:Fallback xmlns="">
          <p:sp>
            <p:nvSpPr>
              <p:cNvPr id="1048957" name=""/>
              <p:cNvSpPr/>
              <p:nvPr/>
            </p:nvSpPr>
            <p:spPr>
              <a:xfrm>
                <a:off x="10103509" y="3075705"/>
                <a:ext cx="350390" cy="238170"/>
              </a:xfrm>
            </p:spPr>
          </p:sp>
        </mc:Fallback>
      </mc:AlternateContent>
      <mc:AlternateContent xmlns:mc="http://schemas.openxmlformats.org/markup-compatibility/2006" xmlns:p14="http://schemas.microsoft.com/office/powerpoint/2010/main">
        <mc:Choice Requires="p14">
          <p:contentPart p14:bwMode="auto" r:id="rId44">
            <p14:nvContentPartPr>
              <p14:cNvPr id="1048958" name="墨迹 1048957"/>
              <p14:cNvContentPartPr/>
              <p14:nvPr/>
            </p14:nvContentPartPr>
            <p14:xfrm>
              <a:off x="10466909" y="2886582"/>
              <a:ext cx="192805" cy="156764"/>
            </p14:xfrm>
          </p:contentPart>
        </mc:Choice>
        <mc:Fallback xmlns="">
          <p:sp>
            <p:nvSpPr>
              <p:cNvPr id="1048958" name=""/>
              <p:cNvSpPr/>
              <p:nvPr/>
            </p:nvSpPr>
            <p:spPr>
              <a:xfrm>
                <a:off x="10466909" y="2886582"/>
                <a:ext cx="192805" cy="156764"/>
              </a:xfrm>
            </p:spPr>
          </p:sp>
        </mc:Fallback>
      </mc:AlternateContent>
      <mc:AlternateContent xmlns:mc="http://schemas.openxmlformats.org/markup-compatibility/2006" xmlns:p14="http://schemas.microsoft.com/office/powerpoint/2010/main">
        <mc:Choice Requires="p14">
          <p:contentPart p14:bwMode="auto" r:id="rId45">
            <p14:nvContentPartPr>
              <p14:cNvPr id="1048959" name="墨迹 1048958"/>
              <p14:cNvContentPartPr/>
              <p14:nvPr/>
            </p14:nvContentPartPr>
            <p14:xfrm>
              <a:off x="9568547" y="2390007"/>
              <a:ext cx="319229" cy="54223"/>
            </p14:xfrm>
          </p:contentPart>
        </mc:Choice>
        <mc:Fallback xmlns="">
          <p:sp>
            <p:nvSpPr>
              <p:cNvPr id="1048959" name=""/>
              <p:cNvSpPr/>
              <p:nvPr/>
            </p:nvSpPr>
            <p:spPr>
              <a:xfrm>
                <a:off x="9568547" y="2390007"/>
                <a:ext cx="319229" cy="54223"/>
              </a:xfrm>
            </p:spPr>
          </p:sp>
        </mc:Fallback>
      </mc:AlternateContent>
      <mc:AlternateContent xmlns:mc="http://schemas.openxmlformats.org/markup-compatibility/2006" xmlns:p14="http://schemas.microsoft.com/office/powerpoint/2010/main">
        <mc:Choice Requires="p14">
          <p:contentPart p14:bwMode="auto" r:id="rId46">
            <p14:nvContentPartPr>
              <p14:cNvPr id="1048960" name="墨迹 1048959"/>
              <p14:cNvContentPartPr/>
              <p14:nvPr/>
            </p14:nvContentPartPr>
            <p14:xfrm>
              <a:off x="9643225" y="2469906"/>
              <a:ext cx="25046" cy="202493"/>
            </p14:xfrm>
          </p:contentPart>
        </mc:Choice>
        <mc:Fallback xmlns="">
          <p:sp>
            <p:nvSpPr>
              <p:cNvPr id="1048960" name=""/>
              <p:cNvSpPr/>
              <p:nvPr/>
            </p:nvSpPr>
            <p:spPr>
              <a:xfrm>
                <a:off x="9643225" y="2469906"/>
                <a:ext cx="25046" cy="202493"/>
              </a:xfrm>
            </p:spPr>
          </p:sp>
        </mc:Fallback>
      </mc:AlternateContent>
      <mc:AlternateContent xmlns:mc="http://schemas.openxmlformats.org/markup-compatibility/2006" xmlns:p14="http://schemas.microsoft.com/office/powerpoint/2010/main">
        <mc:Choice Requires="p14">
          <p:contentPart p14:bwMode="auto" r:id="rId47">
            <p14:nvContentPartPr>
              <p14:cNvPr id="1048961" name="墨迹 1048960"/>
              <p14:cNvContentPartPr/>
              <p14:nvPr/>
            </p14:nvContentPartPr>
            <p14:xfrm>
              <a:off x="9572969" y="2539129"/>
              <a:ext cx="219618" cy="322322"/>
            </p14:xfrm>
          </p:contentPart>
        </mc:Choice>
        <mc:Fallback xmlns="">
          <p:sp>
            <p:nvSpPr>
              <p:cNvPr id="1048961" name=""/>
              <p:cNvSpPr/>
              <p:nvPr/>
            </p:nvSpPr>
            <p:spPr>
              <a:xfrm>
                <a:off x="9572969" y="2539129"/>
                <a:ext cx="219618" cy="322322"/>
              </a:xfrm>
            </p:spPr>
          </p:sp>
        </mc:Fallback>
      </mc:AlternateContent>
      <mc:AlternateContent xmlns:mc="http://schemas.openxmlformats.org/markup-compatibility/2006" xmlns:p14="http://schemas.microsoft.com/office/powerpoint/2010/main">
        <mc:Choice Requires="p14">
          <p:contentPart p14:bwMode="auto" r:id="rId48">
            <p14:nvContentPartPr>
              <p14:cNvPr id="1048962" name="墨迹 1048961"/>
              <p14:cNvContentPartPr/>
              <p14:nvPr/>
            </p14:nvContentPartPr>
            <p14:xfrm>
              <a:off x="9894297" y="2484814"/>
              <a:ext cx="318429" cy="250030"/>
            </p14:xfrm>
          </p:contentPart>
        </mc:Choice>
        <mc:Fallback xmlns="">
          <p:sp>
            <p:nvSpPr>
              <p:cNvPr id="1048962" name=""/>
              <p:cNvSpPr/>
              <p:nvPr/>
            </p:nvSpPr>
            <p:spPr>
              <a:xfrm>
                <a:off x="9894297" y="2484814"/>
                <a:ext cx="318429" cy="250030"/>
              </a:xfrm>
            </p:spPr>
          </p:sp>
        </mc:Fallback>
      </mc:AlternateContent>
      <mc:AlternateContent xmlns:mc="http://schemas.openxmlformats.org/markup-compatibility/2006" xmlns:p14="http://schemas.microsoft.com/office/powerpoint/2010/main">
        <mc:Choice Requires="p14">
          <p:contentPart p14:bwMode="auto" r:id="rId49">
            <p14:nvContentPartPr>
              <p14:cNvPr id="1048963" name="墨迹 1048962"/>
              <p14:cNvContentPartPr/>
              <p14:nvPr/>
            </p14:nvContentPartPr>
            <p14:xfrm>
              <a:off x="10310562" y="2408849"/>
              <a:ext cx="203507" cy="66025"/>
            </p14:xfrm>
          </p:contentPart>
        </mc:Choice>
        <mc:Fallback xmlns="">
          <p:sp>
            <p:nvSpPr>
              <p:cNvPr id="1048963" name=""/>
              <p:cNvSpPr/>
              <p:nvPr/>
            </p:nvSpPr>
            <p:spPr>
              <a:xfrm>
                <a:off x="10310562" y="2408849"/>
                <a:ext cx="203507" cy="66025"/>
              </a:xfrm>
            </p:spPr>
          </p:sp>
        </mc:Fallback>
      </mc:AlternateContent>
      <mc:AlternateContent xmlns:mc="http://schemas.openxmlformats.org/markup-compatibility/2006" xmlns:p14="http://schemas.microsoft.com/office/powerpoint/2010/main">
        <mc:Choice Requires="p14">
          <p:contentPart p14:bwMode="auto" r:id="rId50">
            <p14:nvContentPartPr>
              <p14:cNvPr id="1048964" name="墨迹 1048963"/>
              <p14:cNvContentPartPr/>
              <p14:nvPr/>
            </p14:nvContentPartPr>
            <p14:xfrm>
              <a:off x="10333406" y="2309229"/>
              <a:ext cx="235054" cy="291537"/>
            </p14:xfrm>
          </p:contentPart>
        </mc:Choice>
        <mc:Fallback xmlns="">
          <p:sp>
            <p:nvSpPr>
              <p:cNvPr id="1048964" name=""/>
              <p:cNvSpPr/>
              <p:nvPr/>
            </p:nvSpPr>
            <p:spPr>
              <a:xfrm>
                <a:off x="10333406" y="2309229"/>
                <a:ext cx="235054" cy="291537"/>
              </a:xfrm>
            </p:spPr>
          </p:sp>
        </mc:Fallback>
      </mc:AlternateContent>
      <mc:AlternateContent xmlns:mc="http://schemas.openxmlformats.org/markup-compatibility/2006" xmlns:p14="http://schemas.microsoft.com/office/powerpoint/2010/main">
        <mc:Choice Requires="p14">
          <p:contentPart p14:bwMode="auto" r:id="rId51">
            <p14:nvContentPartPr>
              <p14:cNvPr id="1048965" name="墨迹 1048964"/>
              <p14:cNvContentPartPr/>
              <p14:nvPr/>
            </p14:nvContentPartPr>
            <p14:xfrm>
              <a:off x="10338826" y="2565981"/>
              <a:ext cx="198729" cy="178239"/>
            </p14:xfrm>
          </p:contentPart>
        </mc:Choice>
        <mc:Fallback xmlns="">
          <p:sp>
            <p:nvSpPr>
              <p:cNvPr id="1048965" name=""/>
              <p:cNvSpPr/>
              <p:nvPr/>
            </p:nvSpPr>
            <p:spPr>
              <a:xfrm>
                <a:off x="10338826" y="2565981"/>
                <a:ext cx="198729" cy="178239"/>
              </a:xfrm>
            </p:spPr>
          </p:sp>
        </mc:Fallback>
      </mc:AlternateContent>
      <mc:AlternateContent xmlns:mc="http://schemas.openxmlformats.org/markup-compatibility/2006" xmlns:p14="http://schemas.microsoft.com/office/powerpoint/2010/main">
        <mc:Choice Requires="p14">
          <p:contentPart p14:bwMode="auto" r:id="rId52">
            <p14:nvContentPartPr>
              <p14:cNvPr id="1048966" name="墨迹 1048965"/>
              <p14:cNvContentPartPr/>
              <p14:nvPr/>
            </p14:nvContentPartPr>
            <p14:xfrm>
              <a:off x="10610581" y="2417131"/>
              <a:ext cx="160202" cy="39523"/>
            </p14:xfrm>
          </p:contentPart>
        </mc:Choice>
        <mc:Fallback xmlns="">
          <p:sp>
            <p:nvSpPr>
              <p:cNvPr id="1048966" name=""/>
              <p:cNvSpPr/>
              <p:nvPr/>
            </p:nvSpPr>
            <p:spPr>
              <a:xfrm>
                <a:off x="10610581" y="2417131"/>
                <a:ext cx="160202" cy="39523"/>
              </a:xfrm>
            </p:spPr>
          </p:sp>
        </mc:Fallback>
      </mc:AlternateContent>
      <mc:AlternateContent xmlns:mc="http://schemas.openxmlformats.org/markup-compatibility/2006" xmlns:p14="http://schemas.microsoft.com/office/powerpoint/2010/main">
        <mc:Choice Requires="p14">
          <p:contentPart p14:bwMode="auto" r:id="rId53">
            <p14:nvContentPartPr>
              <p14:cNvPr id="1048967" name="墨迹 1048966"/>
              <p14:cNvContentPartPr/>
              <p14:nvPr/>
            </p14:nvContentPartPr>
            <p14:xfrm>
              <a:off x="10641330" y="2286038"/>
              <a:ext cx="201077" cy="426293"/>
            </p14:xfrm>
          </p:contentPart>
        </mc:Choice>
        <mc:Fallback xmlns="">
          <p:sp>
            <p:nvSpPr>
              <p:cNvPr id="1048967" name=""/>
              <p:cNvSpPr/>
              <p:nvPr/>
            </p:nvSpPr>
            <p:spPr>
              <a:xfrm>
                <a:off x="10641330" y="2286038"/>
                <a:ext cx="201077" cy="426293"/>
              </a:xfrm>
            </p:spPr>
          </p:sp>
        </mc:Fallback>
      </mc:AlternateContent>
      <mc:AlternateContent xmlns:mc="http://schemas.openxmlformats.org/markup-compatibility/2006" xmlns:p14="http://schemas.microsoft.com/office/powerpoint/2010/main">
        <mc:Choice Requires="p14">
          <p:contentPart p14:bwMode="auto" r:id="rId54">
            <p14:nvContentPartPr>
              <p14:cNvPr id="1048968" name="墨迹 1048967"/>
              <p14:cNvContentPartPr/>
              <p14:nvPr/>
            </p14:nvContentPartPr>
            <p14:xfrm>
              <a:off x="10837073" y="2208184"/>
              <a:ext cx="14402" cy="173358"/>
            </p14:xfrm>
          </p:contentPart>
        </mc:Choice>
        <mc:Fallback xmlns="">
          <p:sp>
            <p:nvSpPr>
              <p:cNvPr id="1048968" name=""/>
              <p:cNvSpPr/>
              <p:nvPr/>
            </p:nvSpPr>
            <p:spPr>
              <a:xfrm>
                <a:off x="10837073" y="2208184"/>
                <a:ext cx="14402" cy="173358"/>
              </a:xfrm>
            </p:spPr>
          </p:sp>
        </mc:Fallback>
      </mc:AlternateContent>
      <mc:AlternateContent xmlns:mc="http://schemas.openxmlformats.org/markup-compatibility/2006" xmlns:p14="http://schemas.microsoft.com/office/powerpoint/2010/main">
        <mc:Choice Requires="p14">
          <p:contentPart p14:bwMode="auto" r:id="rId55">
            <p14:nvContentPartPr>
              <p14:cNvPr id="1048969" name="墨迹 1048968"/>
              <p14:cNvContentPartPr/>
              <p14:nvPr/>
            </p14:nvContentPartPr>
            <p14:xfrm>
              <a:off x="10870031" y="2305480"/>
              <a:ext cx="77618" cy="51786"/>
            </p14:xfrm>
          </p:contentPart>
        </mc:Choice>
        <mc:Fallback xmlns="">
          <p:sp>
            <p:nvSpPr>
              <p:cNvPr id="1048969" name=""/>
              <p:cNvSpPr/>
              <p:nvPr/>
            </p:nvSpPr>
            <p:spPr>
              <a:xfrm>
                <a:off x="10870031" y="2305480"/>
                <a:ext cx="77618" cy="51786"/>
              </a:xfrm>
            </p:spPr>
          </p:sp>
        </mc:Fallback>
      </mc:AlternateContent>
      <mc:AlternateContent xmlns:mc="http://schemas.openxmlformats.org/markup-compatibility/2006" xmlns:p14="http://schemas.microsoft.com/office/powerpoint/2010/main">
        <mc:Choice Requires="p14">
          <p:contentPart p14:bwMode="auto" r:id="rId56">
            <p14:nvContentPartPr>
              <p14:cNvPr id="1048970" name="墨迹 1048969"/>
              <p14:cNvContentPartPr/>
              <p14:nvPr/>
            </p14:nvContentPartPr>
            <p14:xfrm>
              <a:off x="10782064" y="2346499"/>
              <a:ext cx="27119" cy="212899"/>
            </p14:xfrm>
          </p:contentPart>
        </mc:Choice>
        <mc:Fallback xmlns="">
          <p:sp>
            <p:nvSpPr>
              <p:cNvPr id="1048970" name=""/>
              <p:cNvSpPr/>
              <p:nvPr/>
            </p:nvSpPr>
            <p:spPr>
              <a:xfrm>
                <a:off x="10782064" y="2346499"/>
                <a:ext cx="27119" cy="212899"/>
              </a:xfrm>
            </p:spPr>
          </p:sp>
        </mc:Fallback>
      </mc:AlternateContent>
      <mc:AlternateContent xmlns:mc="http://schemas.openxmlformats.org/markup-compatibility/2006" xmlns:p14="http://schemas.microsoft.com/office/powerpoint/2010/main">
        <mc:Choice Requires="p14">
          <p:contentPart p14:bwMode="auto" r:id="rId57">
            <p14:nvContentPartPr>
              <p14:cNvPr id="1048971" name="墨迹 1048970"/>
              <p14:cNvContentPartPr/>
              <p14:nvPr/>
            </p14:nvContentPartPr>
            <p14:xfrm>
              <a:off x="10791435" y="2390278"/>
              <a:ext cx="162199" cy="118851"/>
            </p14:xfrm>
          </p:contentPart>
        </mc:Choice>
        <mc:Fallback xmlns="">
          <p:sp>
            <p:nvSpPr>
              <p:cNvPr id="1048971" name=""/>
              <p:cNvSpPr/>
              <p:nvPr/>
            </p:nvSpPr>
            <p:spPr>
              <a:xfrm>
                <a:off x="10791435" y="2390278"/>
                <a:ext cx="162199" cy="118851"/>
              </a:xfrm>
            </p:spPr>
          </p:sp>
        </mc:Fallback>
      </mc:AlternateContent>
      <mc:AlternateContent xmlns:mc="http://schemas.openxmlformats.org/markup-compatibility/2006" xmlns:p14="http://schemas.microsoft.com/office/powerpoint/2010/main">
        <mc:Choice Requires="p14">
          <p:contentPart p14:bwMode="auto" r:id="rId58">
            <p14:nvContentPartPr>
              <p14:cNvPr id="1048972" name="墨迹 1048971"/>
              <p14:cNvContentPartPr/>
              <p14:nvPr/>
            </p14:nvContentPartPr>
            <p14:xfrm>
              <a:off x="10795670" y="2448626"/>
              <a:ext cx="139532" cy="551848"/>
            </p14:xfrm>
          </p:contentPart>
        </mc:Choice>
        <mc:Fallback xmlns="">
          <p:sp>
            <p:nvSpPr>
              <p:cNvPr id="1048972" name=""/>
              <p:cNvSpPr/>
              <p:nvPr/>
            </p:nvSpPr>
            <p:spPr>
              <a:xfrm>
                <a:off x="10795670" y="2448626"/>
                <a:ext cx="139532" cy="551848"/>
              </a:xfrm>
            </p:spPr>
          </p:sp>
        </mc:Fallback>
      </mc:AlternateContent>
      <mc:AlternateContent xmlns:mc="http://schemas.openxmlformats.org/markup-compatibility/2006" xmlns:p14="http://schemas.microsoft.com/office/powerpoint/2010/main">
        <mc:Choice Requires="p14">
          <p:contentPart p14:bwMode="auto" r:id="rId59">
            <p14:nvContentPartPr>
              <p14:cNvPr id="1048973" name="墨迹 1048972"/>
              <p14:cNvContentPartPr/>
              <p14:nvPr/>
            </p14:nvContentPartPr>
            <p14:xfrm>
              <a:off x="11055112" y="2853378"/>
              <a:ext cx="0" cy="0"/>
            </p14:xfrm>
          </p:contentPart>
        </mc:Choice>
        <mc:Fallback xmlns="">
          <p:sp>
            <p:nvSpPr>
              <p:cNvPr id="1048973" name=""/>
              <p:cNvSpPr/>
              <p:nvPr/>
            </p:nvSpPr>
            <p:spPr>
              <a:xfrm>
                <a:off x="11055112" y="2853378"/>
                <a:ext cx="0" cy="0"/>
              </a:xfrm>
            </p:spPr>
          </p:sp>
        </mc:Fallback>
      </mc:AlternateContent>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74" name="TextBox 11"/>
          <p:cNvSpPr txBox="1"/>
          <p:nvPr/>
        </p:nvSpPr>
        <p:spPr>
          <a:xfrm>
            <a:off x="1340550" y="2058006"/>
            <a:ext cx="9980347" cy="1015663"/>
          </a:xfrm>
          <a:prstGeom prst="rect">
            <a:avLst/>
          </a:prstGeom>
          <a:noFill/>
          <a:ln w="9525">
            <a:noFill/>
          </a:ln>
        </p:spPr>
        <p:txBody>
          <a:bodyPr wrap="square" anchor="t">
            <a:spAutoFit/>
          </a:bodyPr>
          <a:lstStyle/>
          <a:p>
            <a:pPr>
              <a:spcAft>
                <a:spcPts val="600"/>
              </a:spcAft>
            </a:pPr>
            <a:r>
              <a:rPr lang="zh-CN" altLang="en-US" sz="2000" dirty="0">
                <a:solidFill>
                  <a:srgbClr val="004C54"/>
                </a:solidFill>
                <a:latin typeface="微软雅黑" panose="020B0503020204020204" pitchFamily="34" charset="-122"/>
                <a:ea typeface="微软雅黑" panose="020B0503020204020204" pitchFamily="34" charset="-122"/>
              </a:rPr>
              <a:t>自适应门限并不假设目标背景的灰度分布，直接通过对某种准则最优化得到分割阈值，对图像中每个像素值计算一个不同的阈值。通常方法是用一个滑动窗口对背景分布进行变换。</a:t>
            </a:r>
          </a:p>
        </p:txBody>
      </p:sp>
      <p:sp>
        <p:nvSpPr>
          <p:cNvPr id="1048975" name="Rectangle 3"/>
          <p:cNvSpPr txBox="1">
            <a:spLocks noChangeArrowheads="1"/>
          </p:cNvSpPr>
          <p:nvPr/>
        </p:nvSpPr>
        <p:spPr bwMode="auto">
          <a:xfrm>
            <a:off x="1345853" y="3276975"/>
            <a:ext cx="6342062" cy="547688"/>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9pPr>
          </a:lstStyle>
          <a:p>
            <a:pPr marL="0" indent="0" eaLnBrk="1" hangingPunct="1">
              <a:buFont typeface="Wingdings" panose="05000000000000000000" pitchFamily="2" charset="2"/>
              <a:buNone/>
            </a:pPr>
            <a:r>
              <a:rPr lang="zh-CN" altLang="en-US" sz="2000" kern="0" dirty="0">
                <a:solidFill>
                  <a:srgbClr val="004C54"/>
                </a:solidFill>
              </a:rPr>
              <a:t>例如，采用如下掩模：</a:t>
            </a:r>
            <a:endParaRPr lang="en-US" altLang="zh-CN" sz="2000" kern="0" dirty="0">
              <a:solidFill>
                <a:srgbClr val="004C54"/>
              </a:solidFill>
            </a:endParaRPr>
          </a:p>
        </p:txBody>
      </p:sp>
      <p:graphicFrame>
        <p:nvGraphicFramePr>
          <p:cNvPr id="4194313" name="Object 1024"/>
          <p:cNvGraphicFramePr>
            <a:graphicFrameLocks noChangeAspect="1"/>
          </p:cNvGraphicFramePr>
          <p:nvPr/>
        </p:nvGraphicFramePr>
        <p:xfrm>
          <a:off x="4570033" y="3281819"/>
          <a:ext cx="2322322" cy="1646606"/>
        </p:xfrm>
        <a:graphic>
          <a:graphicData uri="http://schemas.openxmlformats.org/presentationml/2006/ole">
            <mc:AlternateContent xmlns:mc="http://schemas.openxmlformats.org/markup-compatibility/2006">
              <mc:Choice xmlns:v="urn:schemas-microsoft-com:vml" Requires="v">
                <p:oleObj name="Equation" r:id="rId2" imgW="1536480" imgH="1143000" progId="Equation.DSMT4">
                  <p:embed/>
                </p:oleObj>
              </mc:Choice>
              <mc:Fallback>
                <p:oleObj name="Equation" r:id="rId2" imgW="1536480" imgH="1143000" progId="Equation.DSMT4">
                  <p:embed/>
                  <p:pic>
                    <p:nvPicPr>
                      <p:cNvPr id="2097213" name="Object 1024"/>
                      <p:cNvPicPr>
                        <a:picLocks noChangeAspect="1" noChangeArrowheads="1"/>
                      </p:cNvPicPr>
                      <p:nvPr/>
                    </p:nvPicPr>
                    <p:blipFill>
                      <a:blip r:embed="rId3"/>
                      <a:srcRect/>
                      <a:stretch>
                        <a:fillRect/>
                      </a:stretch>
                    </p:blipFill>
                    <p:spPr bwMode="auto">
                      <a:xfrm>
                        <a:off x="4570033" y="3281819"/>
                        <a:ext cx="2322322" cy="1646606"/>
                      </a:xfrm>
                      <a:prstGeom prst="rect">
                        <a:avLst/>
                      </a:prstGeom>
                      <a:noFill/>
                      <a:ln>
                        <a:noFill/>
                      </a:ln>
                      <a:effectLst/>
                    </p:spPr>
                  </p:pic>
                </p:oleObj>
              </mc:Fallback>
            </mc:AlternateContent>
          </a:graphicData>
        </a:graphic>
      </p:graphicFrame>
      <p:graphicFrame>
        <p:nvGraphicFramePr>
          <p:cNvPr id="4194314" name="Object 1024"/>
          <p:cNvGraphicFramePr>
            <a:graphicFrameLocks noChangeAspect="1"/>
          </p:cNvGraphicFramePr>
          <p:nvPr/>
        </p:nvGraphicFramePr>
        <p:xfrm>
          <a:off x="3887820" y="5329051"/>
          <a:ext cx="4233862" cy="722313"/>
        </p:xfrm>
        <a:graphic>
          <a:graphicData uri="http://schemas.openxmlformats.org/presentationml/2006/ole">
            <mc:AlternateContent xmlns:mc="http://schemas.openxmlformats.org/markup-compatibility/2006">
              <mc:Choice xmlns:v="urn:schemas-microsoft-com:vml" Requires="v">
                <p:oleObj name="Equation" r:id="rId4" imgW="2552400" imgH="457200" progId="Equation.DSMT4">
                  <p:embed/>
                </p:oleObj>
              </mc:Choice>
              <mc:Fallback>
                <p:oleObj name="Equation" r:id="rId4" imgW="2552400" imgH="457200" progId="Equation.DSMT4">
                  <p:embed/>
                  <p:pic>
                    <p:nvPicPr>
                      <p:cNvPr id="2097214" name="Object 1024"/>
                      <p:cNvPicPr>
                        <a:picLocks noChangeAspect="1" noChangeArrowheads="1"/>
                      </p:cNvPicPr>
                      <p:nvPr/>
                    </p:nvPicPr>
                    <p:blipFill>
                      <a:blip r:embed="rId5"/>
                      <a:srcRect/>
                      <a:stretch>
                        <a:fillRect/>
                      </a:stretch>
                    </p:blipFill>
                    <p:spPr bwMode="auto">
                      <a:xfrm>
                        <a:off x="3887820" y="5329051"/>
                        <a:ext cx="4233862" cy="722313"/>
                      </a:xfrm>
                      <a:prstGeom prst="rect">
                        <a:avLst/>
                      </a:prstGeom>
                      <a:noFill/>
                      <a:ln>
                        <a:noFill/>
                      </a:ln>
                      <a:effectLst/>
                    </p:spPr>
                  </p:pic>
                </p:oleObj>
              </mc:Fallback>
            </mc:AlternateContent>
          </a:graphicData>
        </a:graphic>
      </p:graphicFrame>
      <p:sp>
        <p:nvSpPr>
          <p:cNvPr id="1048976" name="Rectangle 3"/>
          <p:cNvSpPr txBox="1">
            <a:spLocks noChangeArrowheads="1"/>
          </p:cNvSpPr>
          <p:nvPr/>
        </p:nvSpPr>
        <p:spPr bwMode="auto">
          <a:xfrm>
            <a:off x="1377603" y="6169400"/>
            <a:ext cx="6342062" cy="547688"/>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9pPr>
          </a:lstStyle>
          <a:p>
            <a:pPr marL="0" indent="0" eaLnBrk="1" hangingPunct="1">
              <a:buFont typeface="Wingdings" panose="05000000000000000000" pitchFamily="2" charset="2"/>
              <a:buNone/>
            </a:pPr>
            <a:r>
              <a:rPr lang="zh-CN" altLang="en-US" sz="2000" kern="0" dirty="0">
                <a:solidFill>
                  <a:srgbClr val="004C54"/>
                </a:solidFill>
              </a:rPr>
              <a:t>其中，</a:t>
            </a:r>
            <a:endParaRPr lang="en-US" altLang="zh-CN" sz="2000" kern="0" dirty="0">
              <a:solidFill>
                <a:srgbClr val="004C54"/>
              </a:solidFill>
            </a:endParaRPr>
          </a:p>
        </p:txBody>
      </p:sp>
      <p:graphicFrame>
        <p:nvGraphicFramePr>
          <p:cNvPr id="4194315" name="Object 1024"/>
          <p:cNvGraphicFramePr>
            <a:graphicFrameLocks noChangeAspect="1"/>
          </p:cNvGraphicFramePr>
          <p:nvPr/>
        </p:nvGraphicFramePr>
        <p:xfrm>
          <a:off x="2425973" y="5998201"/>
          <a:ext cx="4545013" cy="701675"/>
        </p:xfrm>
        <a:graphic>
          <a:graphicData uri="http://schemas.openxmlformats.org/presentationml/2006/ole">
            <mc:AlternateContent xmlns:mc="http://schemas.openxmlformats.org/markup-compatibility/2006">
              <mc:Choice xmlns:v="urn:schemas-microsoft-com:vml" Requires="v">
                <p:oleObj name="Equation" r:id="rId6" imgW="2743200" imgH="444240" progId="Equation.DSMT4">
                  <p:embed/>
                </p:oleObj>
              </mc:Choice>
              <mc:Fallback>
                <p:oleObj name="Equation" r:id="rId6" imgW="2743200" imgH="444240" progId="Equation.DSMT4">
                  <p:embed/>
                  <p:pic>
                    <p:nvPicPr>
                      <p:cNvPr id="2097215" name="Object 1024"/>
                      <p:cNvPicPr>
                        <a:picLocks noChangeAspect="1" noChangeArrowheads="1"/>
                      </p:cNvPicPr>
                      <p:nvPr/>
                    </p:nvPicPr>
                    <p:blipFill>
                      <a:blip r:embed="rId7"/>
                      <a:srcRect/>
                      <a:stretch>
                        <a:fillRect/>
                      </a:stretch>
                    </p:blipFill>
                    <p:spPr bwMode="auto">
                      <a:xfrm>
                        <a:off x="2425973" y="5998201"/>
                        <a:ext cx="4545013" cy="701675"/>
                      </a:xfrm>
                      <a:prstGeom prst="rect">
                        <a:avLst/>
                      </a:prstGeom>
                      <a:noFill/>
                      <a:ln>
                        <a:noFill/>
                      </a:ln>
                      <a:effectLst/>
                    </p:spPr>
                  </p:pic>
                </p:oleObj>
              </mc:Fallback>
            </mc:AlternateContent>
          </a:graphicData>
        </a:graphic>
      </p:graphicFrame>
      <p:sp>
        <p:nvSpPr>
          <p:cNvPr id="1048977" name="Rectangle 3"/>
          <p:cNvSpPr txBox="1">
            <a:spLocks noRot="1" noChangeAspect="1" noMove="1" noResize="1" noEditPoints="1" noAdjustHandles="1" noChangeArrowheads="1" noChangeShapeType="1" noTextEdit="1"/>
          </p:cNvSpPr>
          <p:nvPr/>
        </p:nvSpPr>
        <p:spPr bwMode="auto">
          <a:xfrm>
            <a:off x="1377603" y="4910967"/>
            <a:ext cx="7203589" cy="547688"/>
          </a:xfrm>
          <a:prstGeom prst="rect">
            <a:avLst/>
          </a:prstGeom>
          <a:blipFill>
            <a:blip r:embed="rId8"/>
            <a:stretch>
              <a:fillRect l="-931" t="-6742"/>
            </a:stretch>
          </a:blipFill>
          <a:ln>
            <a:noFill/>
          </a:ln>
        </p:spPr>
        <p:txBody>
          <a:bodyPr/>
          <a:lstStyle/>
          <a:p>
            <a:r>
              <a:rPr lang="en-US">
                <a:noFill/>
              </a:rPr>
              <a:t> </a:t>
            </a:r>
          </a:p>
        </p:txBody>
      </p:sp>
      <p:sp>
        <p:nvSpPr>
          <p:cNvPr id="1048978" name="TextBox 11"/>
          <p:cNvSpPr txBox="1"/>
          <p:nvPr/>
        </p:nvSpPr>
        <p:spPr>
          <a:xfrm>
            <a:off x="1345853" y="1628800"/>
            <a:ext cx="9980347" cy="400110"/>
          </a:xfrm>
          <a:prstGeom prst="rect">
            <a:avLst/>
          </a:prstGeom>
          <a:noFill/>
          <a:ln w="9525">
            <a:noFill/>
          </a:ln>
        </p:spPr>
        <p:txBody>
          <a:bodyPr wrap="square" anchor="t">
            <a:spAutoFit/>
          </a:bodyPr>
          <a:lstStyle/>
          <a:p>
            <a:pPr marL="342900" indent="-342900">
              <a:buFont typeface="Arial" panose="020B0604020202020204" pitchFamily="34" charset="0"/>
              <a:buChar char="•"/>
            </a:pPr>
            <a:r>
              <a:rPr lang="zh-CN" altLang="en-US" sz="2000" dirty="0">
                <a:solidFill>
                  <a:srgbClr val="FF0000"/>
                </a:solidFill>
                <a:latin typeface="微软雅黑" panose="020B0503020204020204" pitchFamily="34" charset="-122"/>
                <a:ea typeface="微软雅黑" panose="020B0503020204020204" pitchFamily="34" charset="-122"/>
              </a:rPr>
              <a:t>动态门限</a:t>
            </a:r>
          </a:p>
        </p:txBody>
      </p:sp>
      <p:sp>
        <p:nvSpPr>
          <p:cNvPr id="1048979" name="TextBox 11"/>
          <p:cNvSpPr txBox="1"/>
          <p:nvPr/>
        </p:nvSpPr>
        <p:spPr>
          <a:xfrm>
            <a:off x="1014578" y="1212811"/>
            <a:ext cx="9980347" cy="400110"/>
          </a:xfrm>
          <a:prstGeom prst="rect">
            <a:avLst/>
          </a:prstGeom>
          <a:noFill/>
          <a:ln w="9525">
            <a:noFill/>
          </a:ln>
        </p:spPr>
        <p:txBody>
          <a:bodyPr wrap="square" anchor="t">
            <a:spAutoFit/>
          </a:bodyPr>
          <a:lstStyle/>
          <a:p>
            <a:r>
              <a:rPr lang="zh-CN" altLang="en-US" sz="2000" b="1" dirty="0">
                <a:solidFill>
                  <a:srgbClr val="004C54"/>
                </a:solidFill>
                <a:latin typeface="微软雅黑" panose="020B0503020204020204" pitchFamily="34" charset="-122"/>
                <a:ea typeface="微软雅黑" panose="020B0503020204020204" pitchFamily="34" charset="-122"/>
              </a:rPr>
              <a:t>阈值选取：</a:t>
            </a:r>
          </a:p>
        </p:txBody>
      </p:sp>
      <p:sp>
        <p:nvSpPr>
          <p:cNvPr id="1048980" name="TextBox 27"/>
          <p:cNvSpPr txBox="1"/>
          <p:nvPr/>
        </p:nvSpPr>
        <p:spPr>
          <a:xfrm>
            <a:off x="1012825" y="176213"/>
            <a:ext cx="2621280" cy="574040"/>
          </a:xfrm>
          <a:prstGeom prst="rect">
            <a:avLst/>
          </a:prstGeom>
          <a:noFill/>
          <a:ln w="9525">
            <a:noFill/>
          </a:ln>
        </p:spPr>
        <p:txBody>
          <a:bodyPr wrap="none" anchor="t">
            <a:spAutoFit/>
          </a:bodyPr>
          <a:lstStyle/>
          <a:p>
            <a:r>
              <a:rPr lang="zh-CN" altLang="en-US" sz="3200" dirty="0">
                <a:latin typeface="黑体" panose="02010609060101010101" pitchFamily="49" charset="-122"/>
                <a:ea typeface="黑体" panose="02010609060101010101" pitchFamily="49" charset="-122"/>
              </a:rPr>
              <a:t>二、阈值分割</a:t>
            </a:r>
          </a:p>
        </p:txBody>
      </p:sp>
      <p:sp>
        <p:nvSpPr>
          <p:cNvPr id="1048981"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82" name="TextBox 27"/>
          <p:cNvSpPr txBox="1"/>
          <p:nvPr/>
        </p:nvSpPr>
        <p:spPr>
          <a:xfrm>
            <a:off x="1012825" y="2060848"/>
            <a:ext cx="3434081" cy="2987041"/>
          </a:xfrm>
          <a:prstGeom prst="rect">
            <a:avLst/>
          </a:prstGeom>
          <a:noFill/>
          <a:ln w="9525">
            <a:noFill/>
          </a:ln>
        </p:spPr>
        <p:txBody>
          <a:bodyPr wrap="none" anchor="t">
            <a:spAutoFit/>
          </a:bodyPr>
          <a:lstStyle/>
          <a:p>
            <a:r>
              <a:rPr lang="zh-CN" altLang="en-US" sz="3200" dirty="0">
                <a:solidFill>
                  <a:schemeClr val="bg2">
                    <a:lumMod val="60000"/>
                    <a:lumOff val="40000"/>
                  </a:schemeClr>
                </a:solidFill>
                <a:latin typeface="黑体" panose="02010609060101010101" pitchFamily="49" charset="-122"/>
                <a:ea typeface="黑体" panose="02010609060101010101" pitchFamily="49" charset="-122"/>
              </a:rPr>
              <a:t>一、图像分割概述</a:t>
            </a:r>
            <a:endParaRPr lang="en-US" altLang="zh-CN" sz="3200" dirty="0">
              <a:solidFill>
                <a:schemeClr val="bg2">
                  <a:lumMod val="60000"/>
                  <a:lumOff val="40000"/>
                </a:schemeClr>
              </a:solidFill>
              <a:latin typeface="黑体" panose="02010609060101010101" pitchFamily="49" charset="-122"/>
              <a:ea typeface="黑体" panose="02010609060101010101" pitchFamily="49" charset="-122"/>
            </a:endParaRPr>
          </a:p>
          <a:p>
            <a:r>
              <a:rPr lang="zh-CN" altLang="en-US" sz="3200" dirty="0">
                <a:solidFill>
                  <a:schemeClr val="bg2">
                    <a:lumMod val="60000"/>
                    <a:lumOff val="40000"/>
                  </a:schemeClr>
                </a:solidFill>
                <a:latin typeface="黑体" panose="02010609060101010101" pitchFamily="49" charset="-122"/>
                <a:ea typeface="黑体" panose="02010609060101010101" pitchFamily="49" charset="-122"/>
              </a:rPr>
              <a:t>二、阈值分割</a:t>
            </a:r>
            <a:endParaRPr lang="en-US" altLang="zh-CN" sz="3200" dirty="0">
              <a:solidFill>
                <a:schemeClr val="bg2">
                  <a:lumMod val="60000"/>
                  <a:lumOff val="40000"/>
                </a:schemeClr>
              </a:solidFill>
              <a:latin typeface="黑体" panose="02010609060101010101" pitchFamily="49" charset="-122"/>
              <a:ea typeface="黑体" panose="02010609060101010101" pitchFamily="49" charset="-122"/>
            </a:endParaRPr>
          </a:p>
          <a:p>
            <a:r>
              <a:rPr lang="zh-CN" altLang="en-US" sz="3200" dirty="0">
                <a:solidFill>
                  <a:srgbClr val="004C54"/>
                </a:solidFill>
                <a:latin typeface="黑体" panose="02010609060101010101" pitchFamily="49" charset="-122"/>
                <a:ea typeface="黑体" panose="02010609060101010101" pitchFamily="49" charset="-122"/>
              </a:rPr>
              <a:t>三、边缘检测</a:t>
            </a:r>
            <a:endParaRPr lang="en-US" altLang="zh-CN" sz="3200" dirty="0">
              <a:solidFill>
                <a:srgbClr val="004C54"/>
              </a:solidFill>
              <a:latin typeface="黑体" panose="02010609060101010101" pitchFamily="49" charset="-122"/>
              <a:ea typeface="黑体" panose="02010609060101010101" pitchFamily="49" charset="-122"/>
            </a:endParaRPr>
          </a:p>
          <a:p>
            <a:r>
              <a:rPr lang="zh-CN" altLang="en-US" sz="3200" dirty="0">
                <a:solidFill>
                  <a:srgbClr val="B3B3B3"/>
                </a:solidFill>
                <a:latin typeface="黑体" panose="02010609060101010101" pitchFamily="49" charset="-122"/>
                <a:ea typeface="黑体" panose="02010609060101010101" pitchFamily="49" charset="-122"/>
              </a:rPr>
              <a:t>四、区域分析</a:t>
            </a:r>
            <a:endParaRPr lang="en-US" altLang="zh-CN" sz="3200" dirty="0">
              <a:solidFill>
                <a:srgbClr val="B3B3B3"/>
              </a:solidFill>
              <a:latin typeface="黑体" panose="02010609060101010101" pitchFamily="49" charset="-122"/>
              <a:ea typeface="黑体" panose="02010609060101010101" pitchFamily="49" charset="-122"/>
            </a:endParaRPr>
          </a:p>
          <a:p>
            <a:r>
              <a:rPr lang="zh-CN" altLang="en-US" sz="3200" dirty="0">
                <a:solidFill>
                  <a:srgbClr val="B3B3B3"/>
                </a:solidFill>
                <a:latin typeface="黑体" panose="02010609060101010101" pitchFamily="49" charset="-122"/>
                <a:ea typeface="黑体" panose="02010609060101010101" pitchFamily="49" charset="-122"/>
              </a:rPr>
              <a:t>五、</a:t>
            </a:r>
            <a:r>
              <a:rPr lang="en-US" altLang="zh-CN" sz="3200" dirty="0">
                <a:solidFill>
                  <a:srgbClr val="B3B3B3"/>
                </a:solidFill>
                <a:latin typeface="黑体" panose="02010609060101010101" pitchFamily="49" charset="-122"/>
                <a:ea typeface="黑体" panose="02010609060101010101" pitchFamily="49" charset="-122"/>
              </a:rPr>
              <a:t>Hough</a:t>
            </a:r>
            <a:r>
              <a:rPr lang="zh-CN" altLang="en-US" sz="3200" dirty="0">
                <a:solidFill>
                  <a:srgbClr val="B3B3B3"/>
                </a:solidFill>
                <a:latin typeface="黑体" panose="02010609060101010101" pitchFamily="49" charset="-122"/>
                <a:ea typeface="黑体" panose="02010609060101010101" pitchFamily="49" charset="-122"/>
              </a:rPr>
              <a:t>变换</a:t>
            </a:r>
            <a:endParaRPr lang="en-US" altLang="zh-CN" sz="3200" dirty="0">
              <a:solidFill>
                <a:srgbClr val="B3B3B3"/>
              </a:solidFill>
              <a:latin typeface="黑体" panose="02010609060101010101" pitchFamily="49" charset="-122"/>
              <a:ea typeface="黑体" panose="02010609060101010101" pitchFamily="49" charset="-122"/>
            </a:endParaRPr>
          </a:p>
          <a:p>
            <a:r>
              <a:rPr lang="zh-CN" altLang="en-US" sz="3200" dirty="0">
                <a:solidFill>
                  <a:srgbClr val="B3B3B3"/>
                </a:solidFill>
                <a:latin typeface="黑体" panose="02010609060101010101" pitchFamily="49" charset="-122"/>
                <a:ea typeface="黑体" panose="02010609060101010101" pitchFamily="49" charset="-122"/>
              </a:rPr>
              <a:t>六、动态聚类分割</a:t>
            </a:r>
          </a:p>
        </p:txBody>
      </p:sp>
      <p:sp>
        <p:nvSpPr>
          <p:cNvPr id="1048983" name="TextBox 27"/>
          <p:cNvSpPr txBox="1"/>
          <p:nvPr/>
        </p:nvSpPr>
        <p:spPr>
          <a:xfrm>
            <a:off x="1012825" y="176213"/>
            <a:ext cx="2621280" cy="574040"/>
          </a:xfrm>
          <a:prstGeom prst="rect">
            <a:avLst/>
          </a:prstGeom>
          <a:noFill/>
          <a:ln w="9525">
            <a:noFill/>
          </a:ln>
        </p:spPr>
        <p:txBody>
          <a:bodyPr wrap="none" anchor="t">
            <a:spAutoFit/>
          </a:bodyPr>
          <a:lstStyle/>
          <a:p>
            <a:r>
              <a:rPr lang="zh-CN" altLang="en-US" sz="3200" dirty="0">
                <a:solidFill>
                  <a:srgbClr val="004C54"/>
                </a:solidFill>
                <a:latin typeface="黑体" panose="02010609060101010101" pitchFamily="49" charset="-122"/>
                <a:ea typeface="黑体" panose="02010609060101010101" pitchFamily="49" charset="-122"/>
              </a:rPr>
              <a:t>三、边缘检测</a:t>
            </a:r>
            <a:endParaRPr lang="en-US" altLang="zh-CN" sz="3200" dirty="0">
              <a:solidFill>
                <a:srgbClr val="004C54"/>
              </a:solidFill>
              <a:latin typeface="黑体" panose="02010609060101010101" pitchFamily="49" charset="-122"/>
              <a:ea typeface="黑体" panose="02010609060101010101" pitchFamily="49" charset="-122"/>
            </a:endParaRPr>
          </a:p>
        </p:txBody>
      </p:sp>
      <p:sp>
        <p:nvSpPr>
          <p:cNvPr id="1048984"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a:p>
        </p:txBody>
      </p:sp>
    </p:spTree>
  </p:cSld>
  <p:clrMapOvr>
    <a:masterClrMapping/>
  </p:clrMapOvr>
  <p:transition spd="slow" advTm="3804">
    <p:fade/>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85" name="TextBox 11"/>
          <p:cNvSpPr txBox="1"/>
          <p:nvPr/>
        </p:nvSpPr>
        <p:spPr>
          <a:xfrm>
            <a:off x="1014578" y="1212811"/>
            <a:ext cx="9980347" cy="400110"/>
          </a:xfrm>
          <a:prstGeom prst="rect">
            <a:avLst/>
          </a:prstGeom>
          <a:noFill/>
          <a:ln w="9525">
            <a:noFill/>
          </a:ln>
        </p:spPr>
        <p:txBody>
          <a:bodyPr wrap="square" anchor="t">
            <a:spAutoFit/>
          </a:bodyPr>
          <a:lstStyle/>
          <a:p>
            <a:r>
              <a:rPr lang="zh-CN" altLang="en-US" sz="2000" b="1" dirty="0">
                <a:solidFill>
                  <a:srgbClr val="004C54"/>
                </a:solidFill>
                <a:latin typeface="微软雅黑" panose="020B0503020204020204" pitchFamily="34" charset="-122"/>
                <a:ea typeface="微软雅黑" panose="020B0503020204020204" pitchFamily="34" charset="-122"/>
              </a:rPr>
              <a:t>定义：</a:t>
            </a:r>
          </a:p>
        </p:txBody>
      </p:sp>
      <p:sp>
        <p:nvSpPr>
          <p:cNvPr id="1048986" name="TextBox 11"/>
          <p:cNvSpPr txBox="1"/>
          <p:nvPr/>
        </p:nvSpPr>
        <p:spPr>
          <a:xfrm>
            <a:off x="1345853" y="1730032"/>
            <a:ext cx="9980347" cy="1092607"/>
          </a:xfrm>
          <a:prstGeom prst="rect">
            <a:avLst/>
          </a:prstGeom>
          <a:noFill/>
          <a:ln w="9525">
            <a:noFill/>
          </a:ln>
        </p:spPr>
        <p:txBody>
          <a:bodyPr wrap="square" anchor="t">
            <a:spAutoFit/>
          </a:bodyPr>
          <a:lstStyle/>
          <a:p>
            <a:pPr marL="342900" indent="-342900">
              <a:spcAft>
                <a:spcPts val="600"/>
              </a:spcAft>
              <a:buFont typeface="Arial" panose="020B0604020202020204" pitchFamily="34" charset="0"/>
              <a:buChar char="•"/>
            </a:pPr>
            <a:r>
              <a:rPr lang="zh-CN" altLang="en-US" sz="2000" dirty="0">
                <a:solidFill>
                  <a:srgbClr val="004C54"/>
                </a:solidFill>
                <a:latin typeface="微软雅黑" panose="020B0503020204020204" pitchFamily="34" charset="-122"/>
                <a:ea typeface="微软雅黑" panose="020B0503020204020204" pitchFamily="34" charset="-122"/>
              </a:rPr>
              <a:t>边缘</a:t>
            </a:r>
            <a:r>
              <a:rPr lang="en-US" altLang="zh-CN" sz="2000" dirty="0">
                <a:solidFill>
                  <a:srgbClr val="004C54"/>
                </a:solidFill>
                <a:latin typeface="微软雅黑" panose="020B0503020204020204" pitchFamily="34" charset="-122"/>
                <a:ea typeface="微软雅黑" panose="020B0503020204020204" pitchFamily="34" charset="-122"/>
              </a:rPr>
              <a:t>(edge)</a:t>
            </a:r>
            <a:r>
              <a:rPr lang="zh-CN" altLang="en-US" sz="2000" dirty="0">
                <a:solidFill>
                  <a:srgbClr val="004C54"/>
                </a:solidFill>
                <a:latin typeface="微软雅黑" panose="020B0503020204020204" pitchFamily="34" charset="-122"/>
                <a:ea typeface="微软雅黑" panose="020B0503020204020204" pitchFamily="34" charset="-122"/>
              </a:rPr>
              <a:t>是图像中像素灰度有阶跃变化或屋顶变化的那些像素的集合，包含方向、阶跃性质、形状等</a:t>
            </a:r>
            <a:endParaRPr lang="en-US" altLang="zh-CN" sz="2000" dirty="0">
              <a:solidFill>
                <a:srgbClr val="004C54"/>
              </a:solidFill>
              <a:latin typeface="微软雅黑" panose="020B0503020204020204" pitchFamily="34" charset="-122"/>
              <a:ea typeface="微软雅黑" panose="020B0503020204020204" pitchFamily="34" charset="-122"/>
            </a:endParaRPr>
          </a:p>
          <a:p>
            <a:pPr marL="342900" indent="-342900">
              <a:spcAft>
                <a:spcPts val="600"/>
              </a:spcAft>
              <a:buFont typeface="Arial" panose="020B0604020202020204" pitchFamily="34" charset="0"/>
              <a:buChar char="•"/>
            </a:pPr>
            <a:r>
              <a:rPr lang="zh-CN" altLang="en-US" sz="2000" dirty="0">
                <a:solidFill>
                  <a:srgbClr val="FF0000"/>
                </a:solidFill>
                <a:latin typeface="微软雅黑" panose="020B0503020204020204" pitchFamily="34" charset="-122"/>
                <a:ea typeface="微软雅黑" panose="020B0503020204020204" pitchFamily="34" charset="-122"/>
              </a:rPr>
              <a:t>边缘检测的特点</a:t>
            </a:r>
            <a:r>
              <a:rPr lang="zh-CN" altLang="en-US" sz="2000" dirty="0">
                <a:solidFill>
                  <a:srgbClr val="004C54"/>
                </a:solidFill>
                <a:latin typeface="微软雅黑" panose="020B0503020204020204" pitchFamily="34" charset="-122"/>
                <a:ea typeface="微软雅黑" panose="020B0503020204020204" pitchFamily="34" charset="-122"/>
              </a:rPr>
              <a:t>： 阶跃状和屋顶状</a:t>
            </a:r>
          </a:p>
        </p:txBody>
      </p:sp>
      <p:pic>
        <p:nvPicPr>
          <p:cNvPr id="2097219" name="Picture 6"/>
          <p:cNvPicPr>
            <a:picLocks noChangeAspect="1"/>
          </p:cNvPicPr>
          <p:nvPr/>
        </p:nvPicPr>
        <p:blipFill>
          <a:blip r:embed="rId2"/>
          <a:stretch>
            <a:fillRect/>
          </a:stretch>
        </p:blipFill>
        <p:spPr>
          <a:xfrm>
            <a:off x="3406863" y="3304408"/>
            <a:ext cx="1800200" cy="1539481"/>
          </a:xfrm>
          <a:prstGeom prst="rect">
            <a:avLst/>
          </a:prstGeom>
        </p:spPr>
      </p:pic>
      <p:pic>
        <p:nvPicPr>
          <p:cNvPr id="2097220" name="Picture 7"/>
          <p:cNvPicPr>
            <a:picLocks noChangeAspect="1"/>
          </p:cNvPicPr>
          <p:nvPr/>
        </p:nvPicPr>
        <p:blipFill>
          <a:blip r:embed="rId3"/>
          <a:stretch>
            <a:fillRect/>
          </a:stretch>
        </p:blipFill>
        <p:spPr>
          <a:xfrm>
            <a:off x="7394525" y="3317498"/>
            <a:ext cx="1800201" cy="1510236"/>
          </a:xfrm>
          <a:prstGeom prst="rect">
            <a:avLst/>
          </a:prstGeom>
        </p:spPr>
      </p:pic>
      <p:pic>
        <p:nvPicPr>
          <p:cNvPr id="2097221" name="Picture 8"/>
          <p:cNvPicPr>
            <a:picLocks noChangeAspect="1"/>
          </p:cNvPicPr>
          <p:nvPr/>
        </p:nvPicPr>
        <p:blipFill>
          <a:blip r:embed="rId4"/>
          <a:stretch>
            <a:fillRect/>
          </a:stretch>
        </p:blipFill>
        <p:spPr>
          <a:xfrm>
            <a:off x="6989700" y="5013176"/>
            <a:ext cx="2609850" cy="1457325"/>
          </a:xfrm>
          <a:prstGeom prst="rect">
            <a:avLst/>
          </a:prstGeom>
        </p:spPr>
      </p:pic>
      <p:pic>
        <p:nvPicPr>
          <p:cNvPr id="2097222" name="Picture 9"/>
          <p:cNvPicPr>
            <a:picLocks noChangeAspect="1"/>
          </p:cNvPicPr>
          <p:nvPr/>
        </p:nvPicPr>
        <p:blipFill>
          <a:blip r:embed="rId5"/>
          <a:stretch>
            <a:fillRect/>
          </a:stretch>
        </p:blipFill>
        <p:spPr>
          <a:xfrm>
            <a:off x="3462319" y="5013175"/>
            <a:ext cx="1982390" cy="1457325"/>
          </a:xfrm>
          <a:prstGeom prst="rect">
            <a:avLst/>
          </a:prstGeom>
        </p:spPr>
      </p:pic>
      <p:sp>
        <p:nvSpPr>
          <p:cNvPr id="1048987" name="TextBox 27"/>
          <p:cNvSpPr txBox="1"/>
          <p:nvPr/>
        </p:nvSpPr>
        <p:spPr>
          <a:xfrm>
            <a:off x="1012825" y="176213"/>
            <a:ext cx="2621280" cy="574040"/>
          </a:xfrm>
          <a:prstGeom prst="rect">
            <a:avLst/>
          </a:prstGeom>
          <a:noFill/>
          <a:ln w="9525">
            <a:noFill/>
          </a:ln>
        </p:spPr>
        <p:txBody>
          <a:bodyPr wrap="none" anchor="t">
            <a:spAutoFit/>
          </a:bodyPr>
          <a:lstStyle/>
          <a:p>
            <a:r>
              <a:rPr lang="zh-CN" altLang="en-US" sz="3200" dirty="0">
                <a:solidFill>
                  <a:srgbClr val="004C54"/>
                </a:solidFill>
                <a:latin typeface="黑体" panose="02010609060101010101" pitchFamily="49" charset="-122"/>
                <a:ea typeface="黑体" panose="02010609060101010101" pitchFamily="49" charset="-122"/>
              </a:rPr>
              <a:t>三、边缘检测</a:t>
            </a:r>
            <a:endParaRPr lang="en-US" altLang="zh-CN" sz="3200" dirty="0">
              <a:solidFill>
                <a:srgbClr val="004C54"/>
              </a:solidFill>
              <a:latin typeface="黑体" panose="02010609060101010101" pitchFamily="49" charset="-122"/>
              <a:ea typeface="黑体" panose="02010609060101010101" pitchFamily="49" charset="-122"/>
            </a:endParaRPr>
          </a:p>
        </p:txBody>
      </p:sp>
      <p:sp>
        <p:nvSpPr>
          <p:cNvPr id="1048988"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194316" name="Object 3"/>
          <p:cNvGraphicFramePr>
            <a:graphicFrameLocks noChangeAspect="1"/>
          </p:cNvGraphicFramePr>
          <p:nvPr/>
        </p:nvGraphicFramePr>
        <p:xfrm>
          <a:off x="1705893" y="1443831"/>
          <a:ext cx="5638800" cy="3970338"/>
        </p:xfrm>
        <a:graphic>
          <a:graphicData uri="http://schemas.openxmlformats.org/presentationml/2006/ole">
            <mc:AlternateContent xmlns:mc="http://schemas.openxmlformats.org/markup-compatibility/2006">
              <mc:Choice xmlns:v="urn:schemas-microsoft-com:vml" Requires="v">
                <p:oleObj name="Picture" r:id="rId2" imgW="3619440" imgH="5819760" progId="Word.Picture.8">
                  <p:embed/>
                </p:oleObj>
              </mc:Choice>
              <mc:Fallback>
                <p:oleObj name="Picture" r:id="rId2" imgW="3619440" imgH="5819760" progId="Word.Picture.8">
                  <p:embed/>
                  <p:pic>
                    <p:nvPicPr>
                      <p:cNvPr id="2097223" name="Object 3"/>
                      <p:cNvPicPr>
                        <a:picLocks noChangeAspect="1" noChangeArrowheads="1"/>
                      </p:cNvPicPr>
                      <p:nvPr/>
                    </p:nvPicPr>
                    <p:blipFill>
                      <a:blip r:embed="rId3"/>
                      <a:srcRect/>
                      <a:stretch>
                        <a:fillRect/>
                      </a:stretch>
                    </p:blipFill>
                    <p:spPr bwMode="auto">
                      <a:xfrm>
                        <a:off x="1705893" y="1443831"/>
                        <a:ext cx="5638800" cy="3970338"/>
                      </a:xfrm>
                      <a:prstGeom prst="rect">
                        <a:avLst/>
                      </a:prstGeom>
                      <a:noFill/>
                      <a:ln>
                        <a:noFill/>
                      </a:ln>
                      <a:effectLst/>
                    </p:spPr>
                  </p:pic>
                </p:oleObj>
              </mc:Fallback>
            </mc:AlternateContent>
          </a:graphicData>
        </a:graphic>
      </p:graphicFrame>
      <p:sp>
        <p:nvSpPr>
          <p:cNvPr id="1048989" name="Text Box 5"/>
          <p:cNvSpPr txBox="1">
            <a:spLocks noChangeArrowheads="1"/>
          </p:cNvSpPr>
          <p:nvPr/>
        </p:nvSpPr>
        <p:spPr bwMode="auto">
          <a:xfrm>
            <a:off x="338193" y="1613925"/>
            <a:ext cx="1524000" cy="400110"/>
          </a:xfrm>
          <a:prstGeom prst="rect">
            <a:avLst/>
          </a:prstGeom>
          <a:noFill/>
          <a:ln>
            <a:noFill/>
          </a:ln>
          <a:effec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50000"/>
              </a:spcBef>
              <a:buFontTx/>
              <a:buNone/>
            </a:pPr>
            <a:r>
              <a:rPr kumimoji="1" lang="zh-CN" altLang="en-US" sz="2000" b="1" dirty="0">
                <a:solidFill>
                  <a:srgbClr val="004C54"/>
                </a:solidFill>
                <a:latin typeface="Times New Roman" panose="02020603050405020304" pitchFamily="18" charset="0"/>
              </a:rPr>
              <a:t>理论曲线</a:t>
            </a:r>
          </a:p>
        </p:txBody>
      </p:sp>
      <p:sp>
        <p:nvSpPr>
          <p:cNvPr id="1048990" name="Text Box 6"/>
          <p:cNvSpPr txBox="1">
            <a:spLocks noChangeArrowheads="1"/>
          </p:cNvSpPr>
          <p:nvPr/>
        </p:nvSpPr>
        <p:spPr bwMode="auto">
          <a:xfrm>
            <a:off x="338193" y="2487121"/>
            <a:ext cx="1752600" cy="400110"/>
          </a:xfrm>
          <a:prstGeom prst="rect">
            <a:avLst/>
          </a:prstGeom>
          <a:noFill/>
          <a:ln>
            <a:noFill/>
          </a:ln>
          <a:effec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50000"/>
              </a:spcBef>
              <a:buFontTx/>
              <a:buNone/>
            </a:pPr>
            <a:r>
              <a:rPr kumimoji="1" lang="zh-CN" altLang="en-US" sz="2000" b="1" dirty="0">
                <a:solidFill>
                  <a:srgbClr val="004C54"/>
                </a:solidFill>
                <a:latin typeface="Times New Roman" panose="02020603050405020304" pitchFamily="18" charset="0"/>
              </a:rPr>
              <a:t>实际曲线</a:t>
            </a:r>
          </a:p>
        </p:txBody>
      </p:sp>
      <p:sp>
        <p:nvSpPr>
          <p:cNvPr id="1048991" name="Text Box 2"/>
          <p:cNvSpPr txBox="1">
            <a:spLocks noChangeArrowheads="1"/>
          </p:cNvSpPr>
          <p:nvPr/>
        </p:nvSpPr>
        <p:spPr bwMode="auto">
          <a:xfrm>
            <a:off x="1100193" y="5971056"/>
            <a:ext cx="7162800" cy="400110"/>
          </a:xfrm>
          <a:prstGeom prst="rect">
            <a:avLst/>
          </a:prstGeom>
          <a:noFill/>
          <a:ln>
            <a:noFill/>
          </a:ln>
          <a:effectLst/>
        </p:spPr>
        <p:txBody>
          <a:bodyPr>
            <a:spAutoFit/>
          </a:bodyPr>
          <a:lstStyle>
            <a:defPPr>
              <a:defRPr lang="zh-CN"/>
            </a:defPPr>
            <a:lvl1pPr>
              <a:spcBef>
                <a:spcPct val="50000"/>
              </a:spcBef>
              <a:buFontTx/>
              <a:defRPr sz="2400">
                <a:solidFill>
                  <a:schemeClr val="accent1"/>
                </a:solidFill>
                <a:latin typeface="微软雅黑" panose="020B0503020204020204" pitchFamily="34" charset="-122"/>
                <a:ea typeface="微软雅黑" panose="020B0503020204020204" pitchFamily="34" charset="-122"/>
              </a:defRPr>
            </a:lvl1pPr>
            <a:lvl2pPr marL="742950" indent="-285750">
              <a:spcBef>
                <a:spcPct val="20000"/>
              </a:spcBef>
              <a:buChar char="–"/>
              <a:defRPr sz="2800">
                <a:latin typeface="Comic Sans MS" panose="030F0702030302020204" pitchFamily="66" charset="0"/>
              </a:defRPr>
            </a:lvl2pPr>
            <a:lvl3pPr marL="1143000" indent="-228600">
              <a:spcBef>
                <a:spcPct val="20000"/>
              </a:spcBef>
              <a:buChar char="•"/>
              <a:defRPr sz="2400">
                <a:latin typeface="Comic Sans MS" panose="030F0702030302020204" pitchFamily="66" charset="0"/>
              </a:defRPr>
            </a:lvl3pPr>
            <a:lvl4pPr marL="1600200" indent="-228600">
              <a:spcBef>
                <a:spcPct val="20000"/>
              </a:spcBef>
              <a:buChar char="–"/>
              <a:defRPr sz="2000">
                <a:latin typeface="Comic Sans MS" panose="030F0702030302020204" pitchFamily="66" charset="0"/>
              </a:defRPr>
            </a:lvl4pPr>
            <a:lvl5pPr marL="2057400" indent="-228600">
              <a:spcBef>
                <a:spcPct val="20000"/>
              </a:spcBef>
              <a:buChar char="»"/>
              <a:defRPr sz="2000">
                <a:latin typeface="Comic Sans MS" panose="030F0702030302020204" pitchFamily="66" charset="0"/>
              </a:defRPr>
            </a:lvl5pPr>
            <a:lvl6pPr marL="2514600" indent="-228600" eaLnBrk="0" hangingPunct="0">
              <a:spcBef>
                <a:spcPct val="20000"/>
              </a:spcBef>
              <a:buChar char="»"/>
              <a:defRPr sz="2000">
                <a:latin typeface="Comic Sans MS" panose="030F0702030302020204" pitchFamily="66" charset="0"/>
              </a:defRPr>
            </a:lvl6pPr>
            <a:lvl7pPr marL="2971800" indent="-228600" eaLnBrk="0" hangingPunct="0">
              <a:spcBef>
                <a:spcPct val="20000"/>
              </a:spcBef>
              <a:buChar char="»"/>
              <a:defRPr sz="2000">
                <a:latin typeface="Comic Sans MS" panose="030F0702030302020204" pitchFamily="66" charset="0"/>
              </a:defRPr>
            </a:lvl7pPr>
            <a:lvl8pPr marL="3429000" indent="-228600" eaLnBrk="0" hangingPunct="0">
              <a:spcBef>
                <a:spcPct val="20000"/>
              </a:spcBef>
              <a:buChar char="»"/>
              <a:defRPr sz="2000">
                <a:latin typeface="Comic Sans MS" panose="030F0702030302020204" pitchFamily="66" charset="0"/>
              </a:defRPr>
            </a:lvl8pPr>
            <a:lvl9pPr marL="3886200" indent="-228600" eaLnBrk="0" hangingPunct="0">
              <a:spcBef>
                <a:spcPct val="20000"/>
              </a:spcBef>
              <a:buChar char="»"/>
              <a:defRPr sz="2000">
                <a:latin typeface="Comic Sans MS" panose="030F0702030302020204" pitchFamily="66" charset="0"/>
              </a:defRPr>
            </a:lvl9pPr>
          </a:lstStyle>
          <a:p>
            <a:r>
              <a:rPr lang="zh-CN" altLang="en-US" sz="2000" dirty="0">
                <a:solidFill>
                  <a:srgbClr val="004C54"/>
                </a:solidFill>
              </a:rPr>
              <a:t>    两种常见的边缘一阶导数和二阶导数示意图</a:t>
            </a:r>
            <a:endParaRPr lang="zh-CN" altLang="zh-CN" sz="2000" dirty="0">
              <a:solidFill>
                <a:srgbClr val="004C54"/>
              </a:solidFill>
            </a:endParaRPr>
          </a:p>
        </p:txBody>
      </p:sp>
      <p:sp>
        <p:nvSpPr>
          <p:cNvPr id="1048992" name="Text Box 4"/>
          <p:cNvSpPr txBox="1">
            <a:spLocks noChangeArrowheads="1"/>
          </p:cNvSpPr>
          <p:nvPr/>
        </p:nvSpPr>
        <p:spPr bwMode="auto">
          <a:xfrm>
            <a:off x="1561877" y="5525480"/>
            <a:ext cx="5562600" cy="400110"/>
          </a:xfrm>
          <a:prstGeom prst="rect">
            <a:avLst/>
          </a:prstGeom>
          <a:noFill/>
          <a:ln>
            <a:noFill/>
          </a:ln>
          <a:effec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50000"/>
              </a:spcBef>
              <a:buFontTx/>
              <a:buNone/>
            </a:pPr>
            <a:r>
              <a:rPr kumimoji="1" lang="zh-CN" altLang="en-US" sz="2000" b="1" dirty="0">
                <a:solidFill>
                  <a:srgbClr val="004C54"/>
                </a:solidFill>
                <a:latin typeface="Times New Roman" panose="02020603050405020304" pitchFamily="18" charset="0"/>
              </a:rPr>
              <a:t> (</a:t>
            </a:r>
            <a:r>
              <a:rPr kumimoji="1" lang="en-US" altLang="zh-CN" sz="2000" b="1" dirty="0">
                <a:solidFill>
                  <a:srgbClr val="004C54"/>
                </a:solidFill>
                <a:latin typeface="Times New Roman" panose="02020603050405020304" pitchFamily="18" charset="0"/>
              </a:rPr>
              <a:t>a) </a:t>
            </a:r>
            <a:r>
              <a:rPr kumimoji="1" lang="zh-CN" altLang="en-US" sz="2000" b="1" dirty="0">
                <a:solidFill>
                  <a:srgbClr val="004C54"/>
                </a:solidFill>
                <a:latin typeface="Times New Roman" panose="02020603050405020304" pitchFamily="18" charset="0"/>
              </a:rPr>
              <a:t>阶跃函数                   (</a:t>
            </a:r>
            <a:r>
              <a:rPr kumimoji="1" lang="en-US" altLang="zh-CN" sz="2000" b="1" dirty="0">
                <a:solidFill>
                  <a:srgbClr val="004C54"/>
                </a:solidFill>
                <a:latin typeface="Times New Roman" panose="02020603050405020304" pitchFamily="18" charset="0"/>
              </a:rPr>
              <a:t>b) </a:t>
            </a:r>
            <a:r>
              <a:rPr kumimoji="1" lang="zh-CN" altLang="en-US" sz="2000" b="1" dirty="0">
                <a:solidFill>
                  <a:srgbClr val="004C54"/>
                </a:solidFill>
                <a:latin typeface="Times New Roman" panose="02020603050405020304" pitchFamily="18" charset="0"/>
              </a:rPr>
              <a:t>屋顶函数</a:t>
            </a:r>
            <a:endParaRPr kumimoji="1" lang="en-US" altLang="zh-CN" sz="2000" b="1" dirty="0">
              <a:solidFill>
                <a:srgbClr val="004C54"/>
              </a:solidFill>
              <a:latin typeface="Times New Roman" panose="02020603050405020304" pitchFamily="18" charset="0"/>
            </a:endParaRPr>
          </a:p>
        </p:txBody>
      </p:sp>
      <p:sp>
        <p:nvSpPr>
          <p:cNvPr id="1048993" name="Rectangle 12"/>
          <p:cNvSpPr/>
          <p:nvPr/>
        </p:nvSpPr>
        <p:spPr>
          <a:xfrm>
            <a:off x="7898581" y="1601329"/>
            <a:ext cx="3744416" cy="4815841"/>
          </a:xfrm>
          <a:prstGeom prst="rect">
            <a:avLst/>
          </a:prstGeom>
        </p:spPr>
        <p:txBody>
          <a:bodyPr wrap="square">
            <a:spAutoFit/>
          </a:bodyPr>
          <a:lstStyle/>
          <a:p>
            <a:pPr marL="285750" indent="-285750">
              <a:spcAft>
                <a:spcPts val="1200"/>
              </a:spcAft>
              <a:buFont typeface="Arial" panose="020B0604020202020204" pitchFamily="34" charset="0"/>
              <a:buChar char="•"/>
            </a:pPr>
            <a:r>
              <a:rPr lang="en-US" sz="2000" dirty="0">
                <a:solidFill>
                  <a:srgbClr val="004C54"/>
                </a:solidFill>
                <a:latin typeface="+mn-ea"/>
                <a:ea typeface="+mn-ea"/>
              </a:rPr>
              <a:t>对变化比较平坦的区域，因相邻像素灰度变化不大，其梯度幅值较小（趋于0）</a:t>
            </a:r>
          </a:p>
          <a:p>
            <a:pPr marL="285750" indent="-285750">
              <a:spcAft>
                <a:spcPts val="1200"/>
              </a:spcAft>
              <a:buFont typeface="Arial" panose="020B0604020202020204" pitchFamily="34" charset="0"/>
              <a:buChar char="•"/>
            </a:pPr>
            <a:r>
              <a:rPr lang="en-US" sz="2000" dirty="0" err="1">
                <a:solidFill>
                  <a:srgbClr val="004C54"/>
                </a:solidFill>
                <a:latin typeface="+mn-ea"/>
                <a:ea typeface="+mn-ea"/>
              </a:rPr>
              <a:t>对图像边缘地带，因相邻像素的灰度值变化剧烈，其梯度幅值较大</a:t>
            </a:r>
            <a:endParaRPr lang="en-US" sz="2000" dirty="0">
              <a:solidFill>
                <a:srgbClr val="004C54"/>
              </a:solidFill>
              <a:latin typeface="+mn-ea"/>
              <a:ea typeface="+mn-ea"/>
            </a:endParaRPr>
          </a:p>
          <a:p>
            <a:pPr marL="285750" indent="-285750">
              <a:spcAft>
                <a:spcPts val="1200"/>
              </a:spcAft>
              <a:buFont typeface="Arial" panose="020B0604020202020204" pitchFamily="34" charset="0"/>
              <a:buChar char="•"/>
            </a:pPr>
            <a:r>
              <a:rPr lang="en-US" sz="2000" dirty="0" err="1">
                <a:solidFill>
                  <a:srgbClr val="004C54"/>
                </a:solidFill>
                <a:latin typeface="+mn-ea"/>
                <a:ea typeface="+mn-ea"/>
              </a:rPr>
              <a:t>一阶导数幅值的大小可以判断图像中是否有边缘以及边缘的位置</a:t>
            </a:r>
            <a:endParaRPr lang="en-US" sz="2000" dirty="0">
              <a:solidFill>
                <a:srgbClr val="004C54"/>
              </a:solidFill>
              <a:latin typeface="+mn-ea"/>
              <a:ea typeface="+mn-ea"/>
            </a:endParaRPr>
          </a:p>
          <a:p>
            <a:pPr marL="285750" indent="-285750">
              <a:spcAft>
                <a:spcPts val="1200"/>
              </a:spcAft>
              <a:buFont typeface="Arial" panose="020B0604020202020204" pitchFamily="34" charset="0"/>
              <a:buChar char="•"/>
            </a:pPr>
            <a:r>
              <a:rPr lang="en-US" sz="2000" dirty="0" err="1">
                <a:solidFill>
                  <a:srgbClr val="004C54"/>
                </a:solidFill>
                <a:latin typeface="+mn-ea"/>
                <a:ea typeface="+mn-ea"/>
              </a:rPr>
              <a:t>二阶导数的符号可以用于判断一个边缘像素是在边缘亮的一边还是暗的一边，而且过零点的位置就是边缘的位置</a:t>
            </a:r>
            <a:r>
              <a:rPr lang="en-US" sz="2000" dirty="0">
                <a:solidFill>
                  <a:srgbClr val="004C54"/>
                </a:solidFill>
                <a:latin typeface="+mn-ea"/>
                <a:ea typeface="+mn-ea"/>
              </a:rPr>
              <a:t>。</a:t>
            </a:r>
          </a:p>
        </p:txBody>
      </p:sp>
      <p:sp>
        <p:nvSpPr>
          <p:cNvPr id="1048994" name="TextBox 27"/>
          <p:cNvSpPr txBox="1"/>
          <p:nvPr/>
        </p:nvSpPr>
        <p:spPr>
          <a:xfrm>
            <a:off x="1012825" y="176213"/>
            <a:ext cx="2621280" cy="574040"/>
          </a:xfrm>
          <a:prstGeom prst="rect">
            <a:avLst/>
          </a:prstGeom>
          <a:noFill/>
          <a:ln w="9525">
            <a:noFill/>
          </a:ln>
        </p:spPr>
        <p:txBody>
          <a:bodyPr wrap="none" anchor="t">
            <a:spAutoFit/>
          </a:bodyPr>
          <a:lstStyle/>
          <a:p>
            <a:r>
              <a:rPr lang="zh-CN" altLang="en-US" sz="3200" dirty="0">
                <a:solidFill>
                  <a:srgbClr val="004C54"/>
                </a:solidFill>
                <a:latin typeface="黑体" panose="02010609060101010101" pitchFamily="49" charset="-122"/>
                <a:ea typeface="黑体" panose="02010609060101010101" pitchFamily="49" charset="-122"/>
              </a:rPr>
              <a:t>三、边缘检测</a:t>
            </a:r>
            <a:endParaRPr lang="en-US" altLang="zh-CN" sz="3200" dirty="0">
              <a:solidFill>
                <a:srgbClr val="004C54"/>
              </a:solidFill>
              <a:latin typeface="黑体" panose="02010609060101010101" pitchFamily="49" charset="-122"/>
              <a:ea typeface="黑体" panose="02010609060101010101" pitchFamily="49" charset="-122"/>
            </a:endParaRPr>
          </a:p>
        </p:txBody>
      </p:sp>
      <p:sp>
        <p:nvSpPr>
          <p:cNvPr id="1048995"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a:p>
        </p:txBody>
      </p:sp>
      <mc:AlternateContent xmlns:mc="http://schemas.openxmlformats.org/markup-compatibility/2006" xmlns:p14="http://schemas.microsoft.com/office/powerpoint/2010/main">
        <mc:Choice Requires="p14">
          <p:contentPart p14:bwMode="auto" r:id="rId4">
            <p14:nvContentPartPr>
              <p14:cNvPr id="1048996" name="墨迹 1048995"/>
              <p14:cNvContentPartPr/>
              <p14:nvPr/>
            </p14:nvContentPartPr>
            <p14:xfrm>
              <a:off x="4977965" y="746353"/>
              <a:ext cx="30537" cy="184067"/>
            </p14:xfrm>
          </p:contentPart>
        </mc:Choice>
        <mc:Fallback xmlns="">
          <p:sp>
            <p:nvSpPr>
              <p:cNvPr id="1048996" name=""/>
              <p:cNvSpPr/>
              <p:nvPr/>
            </p:nvSpPr>
            <p:spPr>
              <a:xfrm>
                <a:off x="4977965" y="746353"/>
                <a:ext cx="30537" cy="184067"/>
              </a:xfrm>
            </p:spPr>
          </p:sp>
        </mc:Fallback>
      </mc:AlternateContent>
      <mc:AlternateContent xmlns:mc="http://schemas.openxmlformats.org/markup-compatibility/2006" xmlns:p14="http://schemas.microsoft.com/office/powerpoint/2010/main">
        <mc:Choice Requires="p14">
          <p:contentPart p14:bwMode="auto" r:id="rId5">
            <p14:nvContentPartPr>
              <p14:cNvPr id="1048997" name="墨迹 1048996"/>
              <p14:cNvContentPartPr/>
              <p14:nvPr/>
            </p14:nvContentPartPr>
            <p14:xfrm>
              <a:off x="4980165" y="720678"/>
              <a:ext cx="69983" cy="159995"/>
            </p14:xfrm>
          </p:contentPart>
        </mc:Choice>
        <mc:Fallback xmlns="">
          <p:sp>
            <p:nvSpPr>
              <p:cNvPr id="1048997" name=""/>
              <p:cNvSpPr/>
              <p:nvPr/>
            </p:nvSpPr>
            <p:spPr>
              <a:xfrm>
                <a:off x="4980165" y="720678"/>
                <a:ext cx="69983" cy="159995"/>
              </a:xfrm>
            </p:spPr>
          </p:sp>
        </mc:Fallback>
      </mc:AlternateContent>
      <mc:AlternateContent xmlns:mc="http://schemas.openxmlformats.org/markup-compatibility/2006" xmlns:p14="http://schemas.microsoft.com/office/powerpoint/2010/main">
        <mc:Choice Requires="p14">
          <p:contentPart p14:bwMode="auto" r:id="rId6">
            <p14:nvContentPartPr>
              <p14:cNvPr id="1048998" name="墨迹 1048997"/>
              <p14:cNvContentPartPr/>
              <p14:nvPr/>
            </p14:nvContentPartPr>
            <p14:xfrm>
              <a:off x="5111021" y="551718"/>
              <a:ext cx="116026" cy="204752"/>
            </p14:xfrm>
          </p:contentPart>
        </mc:Choice>
        <mc:Fallback xmlns="">
          <p:sp>
            <p:nvSpPr>
              <p:cNvPr id="1048998" name=""/>
              <p:cNvSpPr/>
              <p:nvPr/>
            </p:nvSpPr>
            <p:spPr>
              <a:xfrm>
                <a:off x="5111021" y="551718"/>
                <a:ext cx="116026" cy="204752"/>
              </a:xfrm>
            </p:spPr>
          </p:sp>
        </mc:Fallback>
      </mc:AlternateContent>
      <mc:AlternateContent xmlns:mc="http://schemas.openxmlformats.org/markup-compatibility/2006" xmlns:p14="http://schemas.microsoft.com/office/powerpoint/2010/main">
        <mc:Choice Requires="p14">
          <p:contentPart p14:bwMode="auto" r:id="rId7">
            <p14:nvContentPartPr>
              <p14:cNvPr id="1048999" name="墨迹 1048998"/>
              <p14:cNvContentPartPr/>
              <p14:nvPr/>
            </p14:nvContentPartPr>
            <p14:xfrm>
              <a:off x="5104732" y="761261"/>
              <a:ext cx="58091" cy="106358"/>
            </p14:xfrm>
          </p:contentPart>
        </mc:Choice>
        <mc:Fallback xmlns="">
          <p:sp>
            <p:nvSpPr>
              <p:cNvPr id="1048999" name=""/>
              <p:cNvSpPr/>
              <p:nvPr/>
            </p:nvSpPr>
            <p:spPr>
              <a:xfrm>
                <a:off x="5104732" y="761261"/>
                <a:ext cx="58091" cy="106358"/>
              </a:xfrm>
            </p:spPr>
          </p:sp>
        </mc:Fallback>
      </mc:AlternateContent>
      <mc:AlternateContent xmlns:mc="http://schemas.openxmlformats.org/markup-compatibility/2006" xmlns:p14="http://schemas.microsoft.com/office/powerpoint/2010/main">
        <mc:Choice Requires="p14">
          <p:contentPart p14:bwMode="auto" r:id="rId8">
            <p14:nvContentPartPr>
              <p14:cNvPr id="1049000" name="墨迹 1048999"/>
              <p14:cNvContentPartPr/>
              <p14:nvPr/>
            </p14:nvContentPartPr>
            <p14:xfrm>
              <a:off x="4992680" y="738071"/>
              <a:ext cx="263884" cy="427342"/>
            </p14:xfrm>
          </p:contentPart>
        </mc:Choice>
        <mc:Fallback xmlns="">
          <p:sp>
            <p:nvSpPr>
              <p:cNvPr id="1049000" name=""/>
              <p:cNvSpPr/>
              <p:nvPr/>
            </p:nvSpPr>
            <p:spPr>
              <a:xfrm>
                <a:off x="4992680" y="738071"/>
                <a:ext cx="263884" cy="427342"/>
              </a:xfrm>
            </p:spPr>
          </p:sp>
        </mc:Fallback>
      </mc:AlternateContent>
      <mc:AlternateContent xmlns:mc="http://schemas.openxmlformats.org/markup-compatibility/2006" xmlns:p14="http://schemas.microsoft.com/office/powerpoint/2010/main">
        <mc:Choice Requires="p14">
          <p:contentPart p14:bwMode="auto" r:id="rId9">
            <p14:nvContentPartPr>
              <p14:cNvPr id="1049001" name="墨迹 1049000"/>
              <p14:cNvContentPartPr/>
              <p14:nvPr/>
            </p14:nvContentPartPr>
            <p14:xfrm>
              <a:off x="5294884" y="985712"/>
              <a:ext cx="135620" cy="85371"/>
            </p14:xfrm>
          </p:contentPart>
        </mc:Choice>
        <mc:Fallback xmlns="">
          <p:sp>
            <p:nvSpPr>
              <p:cNvPr id="1049001" name=""/>
              <p:cNvSpPr/>
              <p:nvPr/>
            </p:nvSpPr>
            <p:spPr>
              <a:xfrm>
                <a:off x="5294884" y="985712"/>
                <a:ext cx="135620" cy="85371"/>
              </a:xfrm>
            </p:spPr>
          </p:sp>
        </mc:Fallback>
      </mc:AlternateContent>
      <mc:AlternateContent xmlns:mc="http://schemas.openxmlformats.org/markup-compatibility/2006" xmlns:p14="http://schemas.microsoft.com/office/powerpoint/2010/main">
        <mc:Choice Requires="p14">
          <p:contentPart p14:bwMode="auto" r:id="rId10">
            <p14:nvContentPartPr>
              <p14:cNvPr id="1049002" name="墨迹 1049001"/>
              <p14:cNvContentPartPr/>
              <p14:nvPr/>
            </p14:nvContentPartPr>
            <p14:xfrm>
              <a:off x="5485036" y="558529"/>
              <a:ext cx="204876" cy="98375"/>
            </p14:xfrm>
          </p:contentPart>
        </mc:Choice>
        <mc:Fallback xmlns="">
          <p:sp>
            <p:nvSpPr>
              <p:cNvPr id="1049002" name=""/>
              <p:cNvSpPr/>
              <p:nvPr/>
            </p:nvSpPr>
            <p:spPr>
              <a:xfrm>
                <a:off x="5485036" y="558529"/>
                <a:ext cx="204876" cy="98375"/>
              </a:xfrm>
            </p:spPr>
          </p:sp>
        </mc:Fallback>
      </mc:AlternateContent>
      <mc:AlternateContent xmlns:mc="http://schemas.openxmlformats.org/markup-compatibility/2006" xmlns:p14="http://schemas.microsoft.com/office/powerpoint/2010/main">
        <mc:Choice Requires="p14">
          <p:contentPart p14:bwMode="auto" r:id="rId11">
            <p14:nvContentPartPr>
              <p14:cNvPr id="1049003" name="墨迹 1049002"/>
              <p14:cNvContentPartPr/>
              <p14:nvPr/>
            </p14:nvContentPartPr>
            <p14:xfrm>
              <a:off x="5588796" y="486288"/>
              <a:ext cx="5695" cy="172162"/>
            </p14:xfrm>
          </p:contentPart>
        </mc:Choice>
        <mc:Fallback xmlns="">
          <p:sp>
            <p:nvSpPr>
              <p:cNvPr id="1049003" name=""/>
              <p:cNvSpPr/>
              <p:nvPr/>
            </p:nvSpPr>
            <p:spPr>
              <a:xfrm>
                <a:off x="5588796" y="486288"/>
                <a:ext cx="5695" cy="172162"/>
              </a:xfrm>
            </p:spPr>
          </p:sp>
        </mc:Fallback>
      </mc:AlternateContent>
      <mc:AlternateContent xmlns:mc="http://schemas.openxmlformats.org/markup-compatibility/2006" xmlns:p14="http://schemas.microsoft.com/office/powerpoint/2010/main">
        <mc:Choice Requires="p14">
          <p:contentPart p14:bwMode="auto" r:id="rId12">
            <p14:nvContentPartPr>
              <p14:cNvPr id="1049004" name="墨迹 1049003"/>
              <p14:cNvContentPartPr/>
              <p14:nvPr/>
            </p14:nvContentPartPr>
            <p14:xfrm>
              <a:off x="5538474" y="681075"/>
              <a:ext cx="155588" cy="349274"/>
            </p14:xfrm>
          </p:contentPart>
        </mc:Choice>
        <mc:Fallback xmlns="">
          <p:sp>
            <p:nvSpPr>
              <p:cNvPr id="1049004" name=""/>
              <p:cNvSpPr/>
              <p:nvPr/>
            </p:nvSpPr>
            <p:spPr>
              <a:xfrm>
                <a:off x="5538474" y="681075"/>
                <a:ext cx="155588" cy="349274"/>
              </a:xfrm>
            </p:spPr>
          </p:sp>
        </mc:Fallback>
      </mc:AlternateContent>
      <mc:AlternateContent xmlns:mc="http://schemas.openxmlformats.org/markup-compatibility/2006" xmlns:p14="http://schemas.microsoft.com/office/powerpoint/2010/main">
        <mc:Choice Requires="p14">
          <p:contentPart p14:bwMode="auto" r:id="rId13">
            <p14:nvContentPartPr>
              <p14:cNvPr id="1049005" name="墨迹 1049004"/>
              <p14:cNvContentPartPr/>
              <p14:nvPr/>
            </p14:nvContentPartPr>
            <p14:xfrm>
              <a:off x="5913512" y="797703"/>
              <a:ext cx="316460" cy="43896"/>
            </p14:xfrm>
          </p:contentPart>
        </mc:Choice>
        <mc:Fallback xmlns="">
          <p:sp>
            <p:nvSpPr>
              <p:cNvPr id="1049005" name=""/>
              <p:cNvSpPr/>
              <p:nvPr/>
            </p:nvSpPr>
            <p:spPr>
              <a:xfrm>
                <a:off x="5913512" y="797703"/>
                <a:ext cx="316460" cy="43896"/>
              </a:xfrm>
            </p:spPr>
          </p:sp>
        </mc:Fallback>
      </mc:AlternateContent>
      <mc:AlternateContent xmlns:mc="http://schemas.openxmlformats.org/markup-compatibility/2006" xmlns:p14="http://schemas.microsoft.com/office/powerpoint/2010/main">
        <mc:Choice Requires="p14">
          <p:contentPart p14:bwMode="auto" r:id="rId14">
            <p14:nvContentPartPr>
              <p14:cNvPr id="1049006" name="墨迹 1049005"/>
              <p14:cNvContentPartPr/>
              <p14:nvPr/>
            </p14:nvContentPartPr>
            <p14:xfrm>
              <a:off x="6096902" y="727933"/>
              <a:ext cx="161580" cy="180105"/>
            </p14:xfrm>
          </p:contentPart>
        </mc:Choice>
        <mc:Fallback xmlns="">
          <p:sp>
            <p:nvSpPr>
              <p:cNvPr id="1049006" name=""/>
              <p:cNvSpPr/>
              <p:nvPr/>
            </p:nvSpPr>
            <p:spPr>
              <a:xfrm>
                <a:off x="6096902" y="727933"/>
                <a:ext cx="161580" cy="180105"/>
              </a:xfrm>
            </p:spPr>
          </p:sp>
        </mc:Fallback>
      </mc:AlternateContent>
      <mc:AlternateContent xmlns:mc="http://schemas.openxmlformats.org/markup-compatibility/2006" xmlns:p14="http://schemas.microsoft.com/office/powerpoint/2010/main">
        <mc:Choice Requires="p14">
          <p:contentPart p14:bwMode="auto" r:id="rId15">
            <p14:nvContentPartPr>
              <p14:cNvPr id="1049007" name="墨迹 1049006"/>
              <p14:cNvContentPartPr/>
              <p14:nvPr/>
            </p14:nvContentPartPr>
            <p14:xfrm>
              <a:off x="6590453" y="526043"/>
              <a:ext cx="11765" cy="81127"/>
            </p14:xfrm>
          </p:contentPart>
        </mc:Choice>
        <mc:Fallback xmlns="">
          <p:sp>
            <p:nvSpPr>
              <p:cNvPr id="1049007" name=""/>
              <p:cNvSpPr/>
              <p:nvPr/>
            </p:nvSpPr>
            <p:spPr>
              <a:xfrm>
                <a:off x="6590453" y="526043"/>
                <a:ext cx="11765" cy="81127"/>
              </a:xfrm>
            </p:spPr>
          </p:sp>
        </mc:Fallback>
      </mc:AlternateContent>
      <mc:AlternateContent xmlns:mc="http://schemas.openxmlformats.org/markup-compatibility/2006" xmlns:p14="http://schemas.microsoft.com/office/powerpoint/2010/main">
        <mc:Choice Requires="p14">
          <p:contentPart p14:bwMode="auto" r:id="rId16">
            <p14:nvContentPartPr>
              <p14:cNvPr id="1049008" name="墨迹 1049007"/>
              <p14:cNvContentPartPr/>
              <p14:nvPr/>
            </p14:nvContentPartPr>
            <p14:xfrm>
              <a:off x="6578092" y="659389"/>
              <a:ext cx="30298" cy="196135"/>
            </p14:xfrm>
          </p:contentPart>
        </mc:Choice>
        <mc:Fallback xmlns="">
          <p:sp>
            <p:nvSpPr>
              <p:cNvPr id="1049008" name=""/>
              <p:cNvSpPr/>
              <p:nvPr/>
            </p:nvSpPr>
            <p:spPr>
              <a:xfrm>
                <a:off x="6578092" y="659389"/>
                <a:ext cx="30298" cy="196135"/>
              </a:xfrm>
            </p:spPr>
          </p:sp>
        </mc:Fallback>
      </mc:AlternateContent>
      <mc:AlternateContent xmlns:mc="http://schemas.openxmlformats.org/markup-compatibility/2006" xmlns:p14="http://schemas.microsoft.com/office/powerpoint/2010/main">
        <mc:Choice Requires="p14">
          <p:contentPart p14:bwMode="auto" r:id="rId17">
            <p14:nvContentPartPr>
              <p14:cNvPr id="1049009" name="墨迹 1049008"/>
              <p14:cNvContentPartPr/>
              <p14:nvPr/>
            </p14:nvContentPartPr>
            <p14:xfrm>
              <a:off x="6724359" y="374476"/>
              <a:ext cx="8073" cy="172857"/>
            </p14:xfrm>
          </p:contentPart>
        </mc:Choice>
        <mc:Fallback xmlns="">
          <p:sp>
            <p:nvSpPr>
              <p:cNvPr id="1049009" name=""/>
              <p:cNvSpPr/>
              <p:nvPr/>
            </p:nvSpPr>
            <p:spPr>
              <a:xfrm>
                <a:off x="6724359" y="374476"/>
                <a:ext cx="8073" cy="172857"/>
              </a:xfrm>
            </p:spPr>
          </p:sp>
        </mc:Fallback>
      </mc:AlternateContent>
      <mc:AlternateContent xmlns:mc="http://schemas.openxmlformats.org/markup-compatibility/2006" xmlns:p14="http://schemas.microsoft.com/office/powerpoint/2010/main">
        <mc:Choice Requires="p14">
          <p:contentPart p14:bwMode="auto" r:id="rId18">
            <p14:nvContentPartPr>
              <p14:cNvPr id="1049010" name="墨迹 1049009"/>
              <p14:cNvContentPartPr/>
              <p14:nvPr/>
            </p14:nvContentPartPr>
            <p14:xfrm>
              <a:off x="6623881" y="452805"/>
              <a:ext cx="203406" cy="395799"/>
            </p14:xfrm>
          </p:contentPart>
        </mc:Choice>
        <mc:Fallback xmlns="">
          <p:sp>
            <p:nvSpPr>
              <p:cNvPr id="1049010" name=""/>
              <p:cNvSpPr/>
              <p:nvPr/>
            </p:nvSpPr>
            <p:spPr>
              <a:xfrm>
                <a:off x="6623881" y="452805"/>
                <a:ext cx="203406" cy="395799"/>
              </a:xfrm>
            </p:spPr>
          </p:sp>
        </mc:Fallback>
      </mc:AlternateContent>
      <mc:AlternateContent xmlns:mc="http://schemas.openxmlformats.org/markup-compatibility/2006" xmlns:p14="http://schemas.microsoft.com/office/powerpoint/2010/main">
        <mc:Choice Requires="p14">
          <p:contentPart p14:bwMode="auto" r:id="rId19">
            <p14:nvContentPartPr>
              <p14:cNvPr id="1049011" name="墨迹 1049010"/>
              <p14:cNvContentPartPr/>
              <p14:nvPr/>
            </p14:nvContentPartPr>
            <p14:xfrm>
              <a:off x="6736296" y="608866"/>
              <a:ext cx="110227" cy="90317"/>
            </p14:xfrm>
          </p:contentPart>
        </mc:Choice>
        <mc:Fallback xmlns="">
          <p:sp>
            <p:nvSpPr>
              <p:cNvPr id="1049011" name=""/>
              <p:cNvSpPr/>
              <p:nvPr/>
            </p:nvSpPr>
            <p:spPr>
              <a:xfrm>
                <a:off x="6736296" y="608866"/>
                <a:ext cx="110227" cy="90317"/>
              </a:xfrm>
            </p:spPr>
          </p:sp>
        </mc:Fallback>
      </mc:AlternateContent>
      <mc:AlternateContent xmlns:mc="http://schemas.openxmlformats.org/markup-compatibility/2006" xmlns:p14="http://schemas.microsoft.com/office/powerpoint/2010/main">
        <mc:Choice Requires="p14">
          <p:contentPart p14:bwMode="auto" r:id="rId20">
            <p14:nvContentPartPr>
              <p14:cNvPr id="1049012" name="墨迹 1049011"/>
              <p14:cNvContentPartPr/>
              <p14:nvPr/>
            </p14:nvContentPartPr>
            <p14:xfrm>
              <a:off x="6765391" y="637026"/>
              <a:ext cx="150929" cy="40027"/>
            </p14:xfrm>
          </p:contentPart>
        </mc:Choice>
        <mc:Fallback xmlns="">
          <p:sp>
            <p:nvSpPr>
              <p:cNvPr id="1049012" name=""/>
              <p:cNvSpPr/>
              <p:nvPr/>
            </p:nvSpPr>
            <p:spPr>
              <a:xfrm>
                <a:off x="6765391" y="637026"/>
                <a:ext cx="150929" cy="40027"/>
              </a:xfrm>
            </p:spPr>
          </p:sp>
        </mc:Fallback>
      </mc:AlternateContent>
      <mc:AlternateContent xmlns:mc="http://schemas.openxmlformats.org/markup-compatibility/2006" xmlns:p14="http://schemas.microsoft.com/office/powerpoint/2010/main">
        <mc:Choice Requires="p14">
          <p:contentPart p14:bwMode="auto" r:id="rId21">
            <p14:nvContentPartPr>
              <p14:cNvPr id="1049013" name="墨迹 1049012"/>
              <p14:cNvContentPartPr/>
              <p14:nvPr/>
            </p14:nvContentPartPr>
            <p14:xfrm>
              <a:off x="6740384" y="709083"/>
              <a:ext cx="14866" cy="98665"/>
            </p14:xfrm>
          </p:contentPart>
        </mc:Choice>
        <mc:Fallback xmlns="">
          <p:sp>
            <p:nvSpPr>
              <p:cNvPr id="1049013" name=""/>
              <p:cNvSpPr/>
              <p:nvPr/>
            </p:nvSpPr>
            <p:spPr>
              <a:xfrm>
                <a:off x="6740384" y="709083"/>
                <a:ext cx="14866" cy="98665"/>
              </a:xfrm>
            </p:spPr>
          </p:sp>
        </mc:Fallback>
      </mc:AlternateContent>
      <mc:AlternateContent xmlns:mc="http://schemas.openxmlformats.org/markup-compatibility/2006" xmlns:p14="http://schemas.microsoft.com/office/powerpoint/2010/main">
        <mc:Choice Requires="p14">
          <p:contentPart p14:bwMode="auto" r:id="rId22">
            <p14:nvContentPartPr>
              <p14:cNvPr id="1049014" name="墨迹 1049013"/>
              <p14:cNvContentPartPr/>
              <p14:nvPr/>
            </p14:nvContentPartPr>
            <p14:xfrm>
              <a:off x="6814409" y="742212"/>
              <a:ext cx="237542" cy="72310"/>
            </p14:xfrm>
          </p:contentPart>
        </mc:Choice>
        <mc:Fallback xmlns="">
          <p:sp>
            <p:nvSpPr>
              <p:cNvPr id="1049014" name=""/>
              <p:cNvSpPr/>
              <p:nvPr/>
            </p:nvSpPr>
            <p:spPr>
              <a:xfrm>
                <a:off x="6814409" y="742212"/>
                <a:ext cx="237542" cy="72310"/>
              </a:xfrm>
            </p:spPr>
          </p:sp>
        </mc:Fallback>
      </mc:AlternateContent>
      <mc:AlternateContent xmlns:mc="http://schemas.openxmlformats.org/markup-compatibility/2006" xmlns:p14="http://schemas.microsoft.com/office/powerpoint/2010/main">
        <mc:Choice Requires="p14">
          <p:contentPart p14:bwMode="auto" r:id="rId23">
            <p14:nvContentPartPr>
              <p14:cNvPr id="1049015" name="墨迹 1049014"/>
              <p14:cNvContentPartPr/>
              <p14:nvPr/>
            </p14:nvContentPartPr>
            <p14:xfrm>
              <a:off x="7116117" y="453159"/>
              <a:ext cx="18825" cy="26934"/>
            </p14:xfrm>
          </p:contentPart>
        </mc:Choice>
        <mc:Fallback xmlns="">
          <p:sp>
            <p:nvSpPr>
              <p:cNvPr id="1049015" name=""/>
              <p:cNvSpPr/>
              <p:nvPr/>
            </p:nvSpPr>
            <p:spPr>
              <a:xfrm>
                <a:off x="7116117" y="453159"/>
                <a:ext cx="18825" cy="26934"/>
              </a:xfrm>
            </p:spPr>
          </p:sp>
        </mc:Fallback>
      </mc:AlternateContent>
      <mc:AlternateContent xmlns:mc="http://schemas.openxmlformats.org/markup-compatibility/2006" xmlns:p14="http://schemas.microsoft.com/office/powerpoint/2010/main">
        <mc:Choice Requires="p14">
          <p:contentPart p14:bwMode="auto" r:id="rId24">
            <p14:nvContentPartPr>
              <p14:cNvPr id="1049016" name="墨迹 1049015"/>
              <p14:cNvContentPartPr/>
              <p14:nvPr/>
            </p14:nvContentPartPr>
            <p14:xfrm>
              <a:off x="7100904" y="567455"/>
              <a:ext cx="15043" cy="212309"/>
            </p14:xfrm>
          </p:contentPart>
        </mc:Choice>
        <mc:Fallback xmlns="">
          <p:sp>
            <p:nvSpPr>
              <p:cNvPr id="1049016" name=""/>
              <p:cNvSpPr/>
              <p:nvPr/>
            </p:nvSpPr>
            <p:spPr>
              <a:xfrm>
                <a:off x="7100904" y="567455"/>
                <a:ext cx="15043" cy="212309"/>
              </a:xfrm>
            </p:spPr>
          </p:sp>
        </mc:Fallback>
      </mc:AlternateContent>
      <mc:AlternateContent xmlns:mc="http://schemas.openxmlformats.org/markup-compatibility/2006" xmlns:p14="http://schemas.microsoft.com/office/powerpoint/2010/main">
        <mc:Choice Requires="p14">
          <p:contentPart p14:bwMode="auto" r:id="rId25">
            <p14:nvContentPartPr>
              <p14:cNvPr id="1049017" name="墨迹 1049016"/>
              <p14:cNvContentPartPr/>
              <p14:nvPr/>
            </p14:nvContentPartPr>
            <p14:xfrm>
              <a:off x="7190486" y="403238"/>
              <a:ext cx="199259" cy="119977"/>
            </p14:xfrm>
          </p:contentPart>
        </mc:Choice>
        <mc:Fallback xmlns="">
          <p:sp>
            <p:nvSpPr>
              <p:cNvPr id="1049017" name=""/>
              <p:cNvSpPr/>
              <p:nvPr/>
            </p:nvSpPr>
            <p:spPr>
              <a:xfrm>
                <a:off x="7190486" y="403238"/>
                <a:ext cx="199259" cy="119977"/>
              </a:xfrm>
            </p:spPr>
          </p:sp>
        </mc:Fallback>
      </mc:AlternateContent>
      <mc:AlternateContent xmlns:mc="http://schemas.openxmlformats.org/markup-compatibility/2006" xmlns:p14="http://schemas.microsoft.com/office/powerpoint/2010/main">
        <mc:Choice Requires="p14">
          <p:contentPart p14:bwMode="auto" r:id="rId26">
            <p14:nvContentPartPr>
              <p14:cNvPr id="1049018" name="墨迹 1049017"/>
              <p14:cNvContentPartPr/>
              <p14:nvPr/>
            </p14:nvContentPartPr>
            <p14:xfrm>
              <a:off x="7210269" y="429140"/>
              <a:ext cx="45204" cy="349353"/>
            </p14:xfrm>
          </p:contentPart>
        </mc:Choice>
        <mc:Fallback xmlns="">
          <p:sp>
            <p:nvSpPr>
              <p:cNvPr id="1049018" name=""/>
              <p:cNvSpPr/>
              <p:nvPr/>
            </p:nvSpPr>
            <p:spPr>
              <a:xfrm>
                <a:off x="7210269" y="429140"/>
                <a:ext cx="45204" cy="349353"/>
              </a:xfrm>
            </p:spPr>
          </p:sp>
        </mc:Fallback>
      </mc:AlternateContent>
      <mc:AlternateContent xmlns:mc="http://schemas.openxmlformats.org/markup-compatibility/2006" xmlns:p14="http://schemas.microsoft.com/office/powerpoint/2010/main">
        <mc:Choice Requires="p14">
          <p:contentPart p14:bwMode="auto" r:id="rId27">
            <p14:nvContentPartPr>
              <p14:cNvPr id="1049019" name="墨迹 1049018"/>
              <p14:cNvContentPartPr/>
              <p14:nvPr/>
            </p14:nvContentPartPr>
            <p14:xfrm>
              <a:off x="7299967" y="140087"/>
              <a:ext cx="12079" cy="447388"/>
            </p14:xfrm>
          </p:contentPart>
        </mc:Choice>
        <mc:Fallback xmlns="">
          <p:sp>
            <p:nvSpPr>
              <p:cNvPr id="1049019" name=""/>
              <p:cNvSpPr/>
              <p:nvPr/>
            </p:nvSpPr>
            <p:spPr>
              <a:xfrm>
                <a:off x="7299967" y="140087"/>
                <a:ext cx="12079" cy="447388"/>
              </a:xfrm>
            </p:spPr>
          </p:sp>
        </mc:Fallback>
      </mc:AlternateContent>
      <mc:AlternateContent xmlns:mc="http://schemas.openxmlformats.org/markup-compatibility/2006" xmlns:p14="http://schemas.microsoft.com/office/powerpoint/2010/main">
        <mc:Choice Requires="p14">
          <p:contentPart p14:bwMode="auto" r:id="rId28">
            <p14:nvContentPartPr>
              <p14:cNvPr id="1049020" name="墨迹 1049019"/>
              <p14:cNvContentPartPr/>
              <p14:nvPr/>
            </p14:nvContentPartPr>
            <p14:xfrm>
              <a:off x="7295616" y="500057"/>
              <a:ext cx="389422" cy="348719"/>
            </p14:xfrm>
          </p:contentPart>
        </mc:Choice>
        <mc:Fallback xmlns="">
          <p:sp>
            <p:nvSpPr>
              <p:cNvPr id="1049020" name=""/>
              <p:cNvSpPr/>
              <p:nvPr/>
            </p:nvSpPr>
            <p:spPr>
              <a:xfrm>
                <a:off x="7295616" y="500057"/>
                <a:ext cx="389422" cy="348719"/>
              </a:xfrm>
            </p:spPr>
          </p:sp>
        </mc:Fallback>
      </mc:AlternateContent>
      <mc:AlternateContent xmlns:mc="http://schemas.openxmlformats.org/markup-compatibility/2006" xmlns:p14="http://schemas.microsoft.com/office/powerpoint/2010/main">
        <mc:Choice Requires="p14">
          <p:contentPart p14:bwMode="auto" r:id="rId29">
            <p14:nvContentPartPr>
              <p14:cNvPr id="1049021" name="墨迹 1049020"/>
              <p14:cNvContentPartPr/>
              <p14:nvPr/>
            </p14:nvContentPartPr>
            <p14:xfrm>
              <a:off x="6560328" y="5183102"/>
              <a:ext cx="255957" cy="164282"/>
            </p14:xfrm>
          </p:contentPart>
        </mc:Choice>
        <mc:Fallback xmlns="">
          <p:sp>
            <p:nvSpPr>
              <p:cNvPr id="1049021" name=""/>
              <p:cNvSpPr/>
              <p:nvPr/>
            </p:nvSpPr>
            <p:spPr>
              <a:xfrm>
                <a:off x="6560328" y="5183102"/>
                <a:ext cx="255957" cy="164282"/>
              </a:xfrm>
            </p:spPr>
          </p:sp>
        </mc:Fallback>
      </mc:AlternateContent>
      <mc:AlternateContent xmlns:mc="http://schemas.openxmlformats.org/markup-compatibility/2006" xmlns:p14="http://schemas.microsoft.com/office/powerpoint/2010/main">
        <mc:Choice Requires="p14">
          <p:contentPart p14:bwMode="auto" r:id="rId30">
            <p14:nvContentPartPr>
              <p14:cNvPr id="1049022" name="墨迹 1049021"/>
              <p14:cNvContentPartPr/>
              <p14:nvPr/>
            </p14:nvContentPartPr>
            <p14:xfrm>
              <a:off x="6825396" y="4962887"/>
              <a:ext cx="26852" cy="609207"/>
            </p14:xfrm>
          </p:contentPart>
        </mc:Choice>
        <mc:Fallback xmlns="">
          <p:sp>
            <p:nvSpPr>
              <p:cNvPr id="1049022" name=""/>
              <p:cNvSpPr/>
              <p:nvPr/>
            </p:nvSpPr>
            <p:spPr>
              <a:xfrm>
                <a:off x="6825396" y="4962887"/>
                <a:ext cx="26852" cy="609207"/>
              </a:xfrm>
            </p:spPr>
          </p:sp>
        </mc:Fallback>
      </mc:AlternateContent>
      <mc:AlternateContent xmlns:mc="http://schemas.openxmlformats.org/markup-compatibility/2006" xmlns:p14="http://schemas.microsoft.com/office/powerpoint/2010/main">
        <mc:Choice Requires="p14">
          <p:contentPart p14:bwMode="auto" r:id="rId31">
            <p14:nvContentPartPr>
              <p14:cNvPr id="1049023" name="墨迹 1049022"/>
              <p14:cNvContentPartPr/>
              <p14:nvPr/>
            </p14:nvContentPartPr>
            <p14:xfrm>
              <a:off x="6768772" y="4925197"/>
              <a:ext cx="201629" cy="300324"/>
            </p14:xfrm>
          </p:contentPart>
        </mc:Choice>
        <mc:Fallback xmlns="">
          <p:sp>
            <p:nvSpPr>
              <p:cNvPr id="1049023" name=""/>
              <p:cNvSpPr/>
              <p:nvPr/>
            </p:nvSpPr>
            <p:spPr>
              <a:xfrm>
                <a:off x="6768772" y="4925197"/>
                <a:ext cx="201629" cy="300324"/>
              </a:xfrm>
            </p:spPr>
          </p:sp>
        </mc:Fallback>
      </mc:AlternateContent>
      <mc:AlternateContent xmlns:mc="http://schemas.openxmlformats.org/markup-compatibility/2006" xmlns:p14="http://schemas.microsoft.com/office/powerpoint/2010/main">
        <mc:Choice Requires="p14">
          <p:contentPart p14:bwMode="auto" r:id="rId32">
            <p14:nvContentPartPr>
              <p14:cNvPr id="1049024" name="墨迹 1049023"/>
              <p14:cNvContentPartPr/>
              <p14:nvPr/>
            </p14:nvContentPartPr>
            <p14:xfrm>
              <a:off x="6944064" y="4890831"/>
              <a:ext cx="170361" cy="236002"/>
            </p14:xfrm>
          </p:contentPart>
        </mc:Choice>
        <mc:Fallback xmlns="">
          <p:sp>
            <p:nvSpPr>
              <p:cNvPr id="1049024" name=""/>
              <p:cNvSpPr/>
              <p:nvPr/>
            </p:nvSpPr>
            <p:spPr>
              <a:xfrm>
                <a:off x="6944064" y="4890831"/>
                <a:ext cx="170361" cy="236002"/>
              </a:xfrm>
            </p:spPr>
          </p:sp>
        </mc:Fallback>
      </mc:AlternateContent>
      <mc:AlternateContent xmlns:mc="http://schemas.openxmlformats.org/markup-compatibility/2006" xmlns:p14="http://schemas.microsoft.com/office/powerpoint/2010/main">
        <mc:Choice Requires="p14">
          <p:contentPart p14:bwMode="auto" r:id="rId33">
            <p14:nvContentPartPr>
              <p14:cNvPr id="1049025" name="墨迹 1049024"/>
              <p14:cNvContentPartPr/>
              <p14:nvPr/>
            </p14:nvContentPartPr>
            <p14:xfrm>
              <a:off x="7060339" y="5030802"/>
              <a:ext cx="109499" cy="29529"/>
            </p14:xfrm>
          </p:contentPart>
        </mc:Choice>
        <mc:Fallback xmlns="">
          <p:sp>
            <p:nvSpPr>
              <p:cNvPr id="1049025" name=""/>
              <p:cNvSpPr/>
              <p:nvPr/>
            </p:nvSpPr>
            <p:spPr>
              <a:xfrm>
                <a:off x="7060339" y="5030802"/>
                <a:ext cx="109499" cy="29529"/>
              </a:xfrm>
            </p:spPr>
          </p:sp>
        </mc:Fallback>
      </mc:AlternateContent>
      <mc:AlternateContent xmlns:mc="http://schemas.openxmlformats.org/markup-compatibility/2006" xmlns:p14="http://schemas.microsoft.com/office/powerpoint/2010/main">
        <mc:Choice Requires="p14">
          <p:contentPart p14:bwMode="auto" r:id="rId34">
            <p14:nvContentPartPr>
              <p14:cNvPr id="1049026" name="墨迹 1049025"/>
              <p14:cNvContentPartPr/>
              <p14:nvPr/>
            </p14:nvContentPartPr>
            <p14:xfrm>
              <a:off x="7019140" y="5117767"/>
              <a:ext cx="132366" cy="283148"/>
            </p14:xfrm>
          </p:contentPart>
        </mc:Choice>
        <mc:Fallback xmlns="">
          <p:sp>
            <p:nvSpPr>
              <p:cNvPr id="1049026" name=""/>
              <p:cNvSpPr/>
              <p:nvPr/>
            </p:nvSpPr>
            <p:spPr>
              <a:xfrm>
                <a:off x="7019140" y="5117767"/>
                <a:ext cx="132366" cy="283148"/>
              </a:xfrm>
            </p:spPr>
          </p:sp>
        </mc:Fallback>
      </mc:AlternateContent>
      <mc:AlternateContent xmlns:mc="http://schemas.openxmlformats.org/markup-compatibility/2006" xmlns:p14="http://schemas.microsoft.com/office/powerpoint/2010/main">
        <mc:Choice Requires="p14">
          <p:contentPart p14:bwMode="auto" r:id="rId35">
            <p14:nvContentPartPr>
              <p14:cNvPr id="1049027" name="墨迹 1049026"/>
              <p14:cNvContentPartPr/>
              <p14:nvPr/>
            </p14:nvContentPartPr>
            <p14:xfrm>
              <a:off x="7302042" y="5068072"/>
              <a:ext cx="110790" cy="138335"/>
            </p14:xfrm>
          </p:contentPart>
        </mc:Choice>
        <mc:Fallback xmlns="">
          <p:sp>
            <p:nvSpPr>
              <p:cNvPr id="1049027" name=""/>
              <p:cNvSpPr/>
              <p:nvPr/>
            </p:nvSpPr>
            <p:spPr>
              <a:xfrm>
                <a:off x="7302042" y="5068072"/>
                <a:ext cx="110790" cy="138335"/>
              </a:xfrm>
            </p:spPr>
          </p:sp>
        </mc:Fallback>
      </mc:AlternateContent>
      <mc:AlternateContent xmlns:mc="http://schemas.openxmlformats.org/markup-compatibility/2006" xmlns:p14="http://schemas.microsoft.com/office/powerpoint/2010/main">
        <mc:Choice Requires="p14">
          <p:contentPart p14:bwMode="auto" r:id="rId36">
            <p14:nvContentPartPr>
              <p14:cNvPr id="1049028" name="墨迹 1049027"/>
              <p14:cNvContentPartPr/>
              <p14:nvPr/>
            </p14:nvContentPartPr>
            <p14:xfrm>
              <a:off x="7549661" y="5030722"/>
              <a:ext cx="100276" cy="143965"/>
            </p14:xfrm>
          </p:contentPart>
        </mc:Choice>
        <mc:Fallback xmlns="">
          <p:sp>
            <p:nvSpPr>
              <p:cNvPr id="1049028" name=""/>
              <p:cNvSpPr/>
              <p:nvPr/>
            </p:nvSpPr>
            <p:spPr>
              <a:xfrm>
                <a:off x="7549661" y="5030722"/>
                <a:ext cx="100276" cy="143965"/>
              </a:xfrm>
            </p:spPr>
          </p:sp>
        </mc:Fallback>
      </mc:AlternateContent>
      <mc:AlternateContent xmlns:mc="http://schemas.openxmlformats.org/markup-compatibility/2006" xmlns:p14="http://schemas.microsoft.com/office/powerpoint/2010/main">
        <mc:Choice Requires="p14">
          <p:contentPart p14:bwMode="auto" r:id="rId37">
            <p14:nvContentPartPr>
              <p14:cNvPr id="1049029" name="墨迹 1049028"/>
              <p14:cNvContentPartPr/>
              <p14:nvPr/>
            </p14:nvContentPartPr>
            <p14:xfrm>
              <a:off x="7072170" y="5478876"/>
              <a:ext cx="30095" cy="71024"/>
            </p14:xfrm>
          </p:contentPart>
        </mc:Choice>
        <mc:Fallback xmlns="">
          <p:sp>
            <p:nvSpPr>
              <p:cNvPr id="1049029" name=""/>
              <p:cNvSpPr/>
              <p:nvPr/>
            </p:nvSpPr>
            <p:spPr>
              <a:xfrm>
                <a:off x="7072170" y="5478876"/>
                <a:ext cx="30095" cy="71024"/>
              </a:xfrm>
            </p:spPr>
          </p:sp>
        </mc:Fallback>
      </mc:AlternateContent>
      <mc:AlternateContent xmlns:mc="http://schemas.openxmlformats.org/markup-compatibility/2006" xmlns:p14="http://schemas.microsoft.com/office/powerpoint/2010/main">
        <mc:Choice Requires="p14">
          <p:contentPart p14:bwMode="auto" r:id="rId38">
            <p14:nvContentPartPr>
              <p14:cNvPr id="1049030" name="墨迹 1049029"/>
              <p14:cNvContentPartPr/>
              <p14:nvPr/>
            </p14:nvContentPartPr>
            <p14:xfrm>
              <a:off x="6967375" y="5517974"/>
              <a:ext cx="295463" cy="109984"/>
            </p14:xfrm>
          </p:contentPart>
        </mc:Choice>
        <mc:Fallback xmlns="">
          <p:sp>
            <p:nvSpPr>
              <p:cNvPr id="1049030" name=""/>
              <p:cNvSpPr/>
              <p:nvPr/>
            </p:nvSpPr>
            <p:spPr>
              <a:xfrm>
                <a:off x="6967375" y="5517974"/>
                <a:ext cx="295463" cy="109984"/>
              </a:xfrm>
            </p:spPr>
          </p:sp>
        </mc:Fallback>
      </mc:AlternateContent>
      <mc:AlternateContent xmlns:mc="http://schemas.openxmlformats.org/markup-compatibility/2006" xmlns:p14="http://schemas.microsoft.com/office/powerpoint/2010/main">
        <mc:Choice Requires="p14">
          <p:contentPart p14:bwMode="auto" r:id="rId39">
            <p14:nvContentPartPr>
              <p14:cNvPr id="1049031" name="墨迹 1049030"/>
              <p14:cNvContentPartPr/>
              <p14:nvPr/>
            </p14:nvContentPartPr>
            <p14:xfrm>
              <a:off x="7045126" y="5627130"/>
              <a:ext cx="46690" cy="188192"/>
            </p14:xfrm>
          </p:contentPart>
        </mc:Choice>
        <mc:Fallback xmlns="">
          <p:sp>
            <p:nvSpPr>
              <p:cNvPr id="1049031" name=""/>
              <p:cNvSpPr/>
              <p:nvPr/>
            </p:nvSpPr>
            <p:spPr>
              <a:xfrm>
                <a:off x="7045126" y="5627130"/>
                <a:ext cx="46690" cy="188192"/>
              </a:xfrm>
            </p:spPr>
          </p:sp>
        </mc:Fallback>
      </mc:AlternateContent>
      <mc:AlternateContent xmlns:mc="http://schemas.openxmlformats.org/markup-compatibility/2006" xmlns:p14="http://schemas.microsoft.com/office/powerpoint/2010/main">
        <mc:Choice Requires="p14">
          <p:contentPart p14:bwMode="auto" r:id="rId40">
            <p14:nvContentPartPr>
              <p14:cNvPr id="1049032" name="墨迹 1049031"/>
              <p14:cNvContentPartPr/>
              <p14:nvPr/>
            </p14:nvContentPartPr>
            <p14:xfrm>
              <a:off x="7069635" y="5634905"/>
              <a:ext cx="102379" cy="104925"/>
            </p14:xfrm>
          </p:contentPart>
        </mc:Choice>
        <mc:Fallback xmlns="">
          <p:sp>
            <p:nvSpPr>
              <p:cNvPr id="1049032" name=""/>
              <p:cNvSpPr/>
              <p:nvPr/>
            </p:nvSpPr>
            <p:spPr>
              <a:xfrm>
                <a:off x="7069635" y="5634905"/>
                <a:ext cx="102379" cy="104925"/>
              </a:xfrm>
            </p:spPr>
          </p:sp>
        </mc:Fallback>
      </mc:AlternateContent>
      <mc:AlternateContent xmlns:mc="http://schemas.openxmlformats.org/markup-compatibility/2006" xmlns:p14="http://schemas.microsoft.com/office/powerpoint/2010/main">
        <mc:Choice Requires="p14">
          <p:contentPart p14:bwMode="auto" r:id="rId41">
            <p14:nvContentPartPr>
              <p14:cNvPr id="1049033" name="墨迹 1049032"/>
              <p14:cNvContentPartPr/>
              <p14:nvPr/>
            </p14:nvContentPartPr>
            <p14:xfrm>
              <a:off x="6993574" y="5744739"/>
              <a:ext cx="19715" cy="172420"/>
            </p14:xfrm>
          </p:contentPart>
        </mc:Choice>
        <mc:Fallback xmlns="">
          <p:sp>
            <p:nvSpPr>
              <p:cNvPr id="1049033" name=""/>
              <p:cNvSpPr/>
              <p:nvPr/>
            </p:nvSpPr>
            <p:spPr>
              <a:xfrm>
                <a:off x="6993574" y="5744739"/>
                <a:ext cx="19715" cy="172420"/>
              </a:xfrm>
            </p:spPr>
          </p:sp>
        </mc:Fallback>
      </mc:AlternateContent>
      <mc:AlternateContent xmlns:mc="http://schemas.openxmlformats.org/markup-compatibility/2006" xmlns:p14="http://schemas.microsoft.com/office/powerpoint/2010/main">
        <mc:Choice Requires="p14">
          <p:contentPart p14:bwMode="auto" r:id="rId42">
            <p14:nvContentPartPr>
              <p14:cNvPr id="1049034" name="墨迹 1049033"/>
              <p14:cNvContentPartPr/>
              <p14:nvPr/>
            </p14:nvContentPartPr>
            <p14:xfrm>
              <a:off x="7070480" y="5629195"/>
              <a:ext cx="279989" cy="200233"/>
            </p14:xfrm>
          </p:contentPart>
        </mc:Choice>
        <mc:Fallback xmlns="">
          <p:sp>
            <p:nvSpPr>
              <p:cNvPr id="1049034" name=""/>
              <p:cNvSpPr/>
              <p:nvPr/>
            </p:nvSpPr>
            <p:spPr>
              <a:xfrm>
                <a:off x="7070480" y="5629195"/>
                <a:ext cx="279989" cy="200233"/>
              </a:xfrm>
            </p:spPr>
          </p:sp>
        </mc:Fallback>
      </mc:AlternateContent>
      <mc:AlternateContent xmlns:mc="http://schemas.openxmlformats.org/markup-compatibility/2006" xmlns:p14="http://schemas.microsoft.com/office/powerpoint/2010/main">
        <mc:Choice Requires="p14">
          <p:contentPart p14:bwMode="auto" r:id="rId43">
            <p14:nvContentPartPr>
              <p14:cNvPr id="1049035" name="墨迹 1049034"/>
              <p14:cNvContentPartPr/>
              <p14:nvPr/>
            </p14:nvContentPartPr>
            <p14:xfrm>
              <a:off x="7096490" y="5813482"/>
              <a:ext cx="31797" cy="181103"/>
            </p14:xfrm>
          </p:contentPart>
        </mc:Choice>
        <mc:Fallback xmlns="">
          <p:sp>
            <p:nvSpPr>
              <p:cNvPr id="1049035" name=""/>
              <p:cNvSpPr/>
              <p:nvPr/>
            </p:nvSpPr>
            <p:spPr>
              <a:xfrm>
                <a:off x="7096490" y="5813482"/>
                <a:ext cx="31797" cy="181103"/>
              </a:xfrm>
            </p:spPr>
          </p:sp>
        </mc:Fallback>
      </mc:AlternateContent>
      <mc:AlternateContent xmlns:mc="http://schemas.openxmlformats.org/markup-compatibility/2006" xmlns:p14="http://schemas.microsoft.com/office/powerpoint/2010/main">
        <mc:Choice Requires="p14">
          <p:contentPart p14:bwMode="auto" r:id="rId44">
            <p14:nvContentPartPr>
              <p14:cNvPr id="1049036" name="墨迹 1049035"/>
              <p14:cNvContentPartPr/>
              <p14:nvPr/>
            </p14:nvContentPartPr>
            <p14:xfrm>
              <a:off x="7118652" y="5803109"/>
              <a:ext cx="270080" cy="197553"/>
            </p14:xfrm>
          </p:contentPart>
        </mc:Choice>
        <mc:Fallback xmlns="">
          <p:sp>
            <p:nvSpPr>
              <p:cNvPr id="1049036" name=""/>
              <p:cNvSpPr/>
              <p:nvPr/>
            </p:nvSpPr>
            <p:spPr>
              <a:xfrm>
                <a:off x="7118652" y="5803109"/>
                <a:ext cx="270080" cy="197553"/>
              </a:xfrm>
            </p:spPr>
          </p:sp>
        </mc:Fallback>
      </mc:AlternateContent>
      <mc:AlternateContent xmlns:mc="http://schemas.openxmlformats.org/markup-compatibility/2006" xmlns:p14="http://schemas.microsoft.com/office/powerpoint/2010/main">
        <mc:Choice Requires="p14">
          <p:contentPart p14:bwMode="auto" r:id="rId45">
            <p14:nvContentPartPr>
              <p14:cNvPr id="1049037" name="墨迹 1049036"/>
              <p14:cNvContentPartPr/>
              <p14:nvPr/>
            </p14:nvContentPartPr>
            <p14:xfrm>
              <a:off x="6501714" y="6418678"/>
              <a:ext cx="136799" cy="27574"/>
            </p14:xfrm>
          </p:contentPart>
        </mc:Choice>
        <mc:Fallback xmlns="">
          <p:sp>
            <p:nvSpPr>
              <p:cNvPr id="1049037" name=""/>
              <p:cNvSpPr/>
              <p:nvPr/>
            </p:nvSpPr>
            <p:spPr>
              <a:xfrm>
                <a:off x="6501714" y="6418678"/>
                <a:ext cx="136799" cy="27574"/>
              </a:xfrm>
            </p:spPr>
          </p:sp>
        </mc:Fallback>
      </mc:AlternateContent>
      <mc:AlternateContent xmlns:mc="http://schemas.openxmlformats.org/markup-compatibility/2006" xmlns:p14="http://schemas.microsoft.com/office/powerpoint/2010/main">
        <mc:Choice Requires="p14">
          <p:contentPart p14:bwMode="auto" r:id="rId46">
            <p14:nvContentPartPr>
              <p14:cNvPr id="1049038" name="墨迹 1049037"/>
              <p14:cNvContentPartPr/>
              <p14:nvPr/>
            </p14:nvContentPartPr>
            <p14:xfrm>
              <a:off x="6464529" y="6507752"/>
              <a:ext cx="265112" cy="103318"/>
            </p14:xfrm>
          </p:contentPart>
        </mc:Choice>
        <mc:Fallback xmlns="">
          <p:sp>
            <p:nvSpPr>
              <p:cNvPr id="1049038" name=""/>
              <p:cNvSpPr/>
              <p:nvPr/>
            </p:nvSpPr>
            <p:spPr>
              <a:xfrm>
                <a:off x="6464529" y="6507752"/>
                <a:ext cx="265112" cy="103318"/>
              </a:xfrm>
            </p:spPr>
          </p:sp>
        </mc:Fallback>
      </mc:AlternateContent>
      <mc:AlternateContent xmlns:mc="http://schemas.openxmlformats.org/markup-compatibility/2006" xmlns:p14="http://schemas.microsoft.com/office/powerpoint/2010/main">
        <mc:Choice Requires="p14">
          <p:contentPart p14:bwMode="auto" r:id="rId47">
            <p14:nvContentPartPr>
              <p14:cNvPr id="1049039" name="墨迹 1049038"/>
              <p14:cNvContentPartPr/>
              <p14:nvPr/>
            </p14:nvContentPartPr>
            <p14:xfrm>
              <a:off x="6776378" y="6241678"/>
              <a:ext cx="57351" cy="545278"/>
            </p14:xfrm>
          </p:contentPart>
        </mc:Choice>
        <mc:Fallback xmlns="">
          <p:sp>
            <p:nvSpPr>
              <p:cNvPr id="1049039" name=""/>
              <p:cNvSpPr/>
              <p:nvPr/>
            </p:nvSpPr>
            <p:spPr>
              <a:xfrm>
                <a:off x="6776378" y="6241678"/>
                <a:ext cx="57351" cy="545278"/>
              </a:xfrm>
            </p:spPr>
          </p:sp>
        </mc:Fallback>
      </mc:AlternateContent>
      <mc:AlternateContent xmlns:mc="http://schemas.openxmlformats.org/markup-compatibility/2006" xmlns:p14="http://schemas.microsoft.com/office/powerpoint/2010/main">
        <mc:Choice Requires="p14">
          <p:contentPart p14:bwMode="auto" r:id="rId48">
            <p14:nvContentPartPr>
              <p14:cNvPr id="1049040" name="墨迹 1049039"/>
              <p14:cNvContentPartPr/>
              <p14:nvPr/>
            </p14:nvContentPartPr>
            <p14:xfrm>
              <a:off x="6756095" y="6271953"/>
              <a:ext cx="213794" cy="232840"/>
            </p14:xfrm>
          </p:contentPart>
        </mc:Choice>
        <mc:Fallback xmlns="">
          <p:sp>
            <p:nvSpPr>
              <p:cNvPr id="1049040" name=""/>
              <p:cNvSpPr/>
              <p:nvPr/>
            </p:nvSpPr>
            <p:spPr>
              <a:xfrm>
                <a:off x="6756095" y="6271953"/>
                <a:ext cx="213794" cy="232840"/>
              </a:xfrm>
            </p:spPr>
          </p:sp>
        </mc:Fallback>
      </mc:AlternateContent>
      <mc:AlternateContent xmlns:mc="http://schemas.openxmlformats.org/markup-compatibility/2006" xmlns:p14="http://schemas.microsoft.com/office/powerpoint/2010/main">
        <mc:Choice Requires="p14">
          <p:contentPart p14:bwMode="auto" r:id="rId49">
            <p14:nvContentPartPr>
              <p14:cNvPr id="1049041" name="墨迹 1049040"/>
              <p14:cNvContentPartPr/>
              <p14:nvPr/>
            </p14:nvContentPartPr>
            <p14:xfrm>
              <a:off x="6926996" y="6220144"/>
              <a:ext cx="100382" cy="176811"/>
            </p14:xfrm>
          </p:contentPart>
        </mc:Choice>
        <mc:Fallback xmlns="">
          <p:sp>
            <p:nvSpPr>
              <p:cNvPr id="1049041" name=""/>
              <p:cNvSpPr/>
              <p:nvPr/>
            </p:nvSpPr>
            <p:spPr>
              <a:xfrm>
                <a:off x="6926996" y="6220144"/>
                <a:ext cx="100382" cy="176811"/>
              </a:xfrm>
            </p:spPr>
          </p:sp>
        </mc:Fallback>
      </mc:AlternateContent>
      <mc:AlternateContent xmlns:mc="http://schemas.openxmlformats.org/markup-compatibility/2006" xmlns:p14="http://schemas.microsoft.com/office/powerpoint/2010/main">
        <mc:Choice Requires="p14">
          <p:contentPart p14:bwMode="auto" r:id="rId50">
            <p14:nvContentPartPr>
              <p14:cNvPr id="1049042" name="墨迹 1049041"/>
              <p14:cNvContentPartPr/>
              <p14:nvPr/>
            </p14:nvContentPartPr>
            <p14:xfrm>
              <a:off x="6970756" y="6328856"/>
              <a:ext cx="101069" cy="48524"/>
            </p14:xfrm>
          </p:contentPart>
        </mc:Choice>
        <mc:Fallback xmlns="">
          <p:sp>
            <p:nvSpPr>
              <p:cNvPr id="1049042" name=""/>
              <p:cNvSpPr/>
              <p:nvPr/>
            </p:nvSpPr>
            <p:spPr>
              <a:xfrm>
                <a:off x="6970756" y="6328856"/>
                <a:ext cx="101069" cy="48524"/>
              </a:xfrm>
            </p:spPr>
          </p:sp>
        </mc:Fallback>
      </mc:AlternateContent>
      <mc:AlternateContent xmlns:mc="http://schemas.openxmlformats.org/markup-compatibility/2006" xmlns:p14="http://schemas.microsoft.com/office/powerpoint/2010/main">
        <mc:Choice Requires="p14">
          <p:contentPart p14:bwMode="auto" r:id="rId51">
            <p14:nvContentPartPr>
              <p14:cNvPr id="1049043" name="墨迹 1049042"/>
              <p14:cNvContentPartPr/>
              <p14:nvPr/>
            </p14:nvContentPartPr>
            <p14:xfrm>
              <a:off x="6980967" y="6422233"/>
              <a:ext cx="1620" cy="200053"/>
            </p14:xfrm>
          </p:contentPart>
        </mc:Choice>
        <mc:Fallback xmlns="">
          <p:sp>
            <p:nvSpPr>
              <p:cNvPr id="1049043" name=""/>
              <p:cNvSpPr/>
              <p:nvPr/>
            </p:nvSpPr>
            <p:spPr>
              <a:xfrm>
                <a:off x="6980967" y="6422233"/>
                <a:ext cx="1620" cy="200053"/>
              </a:xfrm>
            </p:spPr>
          </p:sp>
        </mc:Fallback>
      </mc:AlternateContent>
      <mc:AlternateContent xmlns:mc="http://schemas.openxmlformats.org/markup-compatibility/2006" xmlns:p14="http://schemas.microsoft.com/office/powerpoint/2010/main">
        <mc:Choice Requires="p14">
          <p:contentPart p14:bwMode="auto" r:id="rId52">
            <p14:nvContentPartPr>
              <p14:cNvPr id="1049044" name="墨迹 1049043"/>
              <p14:cNvContentPartPr/>
              <p14:nvPr/>
            </p14:nvContentPartPr>
            <p14:xfrm>
              <a:off x="7048507" y="6452878"/>
              <a:ext cx="58039" cy="227250"/>
            </p14:xfrm>
          </p:contentPart>
        </mc:Choice>
        <mc:Fallback xmlns="">
          <p:sp>
            <p:nvSpPr>
              <p:cNvPr id="1049044" name=""/>
              <p:cNvSpPr/>
              <p:nvPr/>
            </p:nvSpPr>
            <p:spPr>
              <a:xfrm>
                <a:off x="7048507" y="6452878"/>
                <a:ext cx="58039" cy="227250"/>
              </a:xfrm>
            </p:spPr>
          </p:sp>
        </mc:Fallback>
      </mc:AlternateContent>
      <mc:AlternateContent xmlns:mc="http://schemas.openxmlformats.org/markup-compatibility/2006" xmlns:p14="http://schemas.microsoft.com/office/powerpoint/2010/main">
        <mc:Choice Requires="p14">
          <p:contentPart p14:bwMode="auto" r:id="rId53">
            <p14:nvContentPartPr>
              <p14:cNvPr id="1049045" name="墨迹 1049044"/>
              <p14:cNvContentPartPr/>
              <p14:nvPr/>
            </p14:nvContentPartPr>
            <p14:xfrm>
              <a:off x="7179212" y="6307938"/>
              <a:ext cx="195050" cy="203353"/>
            </p14:xfrm>
          </p:contentPart>
        </mc:Choice>
        <mc:Fallback xmlns="">
          <p:sp>
            <p:nvSpPr>
              <p:cNvPr id="1049045" name=""/>
              <p:cNvSpPr/>
              <p:nvPr/>
            </p:nvSpPr>
            <p:spPr>
              <a:xfrm>
                <a:off x="7179212" y="6307938"/>
                <a:ext cx="195050" cy="203353"/>
              </a:xfrm>
            </p:spPr>
          </p:sp>
        </mc:Fallback>
      </mc:AlternateContent>
      <mc:AlternateContent xmlns:mc="http://schemas.openxmlformats.org/markup-compatibility/2006" xmlns:p14="http://schemas.microsoft.com/office/powerpoint/2010/main">
        <mc:Choice Requires="p14">
          <p:contentPart p14:bwMode="auto" r:id="rId54">
            <p14:nvContentPartPr>
              <p14:cNvPr id="1049046" name="墨迹 1049045"/>
              <p14:cNvContentPartPr/>
              <p14:nvPr/>
            </p14:nvContentPartPr>
            <p14:xfrm>
              <a:off x="7315905" y="6373367"/>
              <a:ext cx="181256" cy="149467"/>
            </p14:xfrm>
          </p:contentPart>
        </mc:Choice>
        <mc:Fallback xmlns="">
          <p:sp>
            <p:nvSpPr>
              <p:cNvPr id="1049046" name=""/>
              <p:cNvSpPr/>
              <p:nvPr/>
            </p:nvSpPr>
            <p:spPr>
              <a:xfrm>
                <a:off x="7315905" y="6373367"/>
                <a:ext cx="181256" cy="149467"/>
              </a:xfrm>
            </p:spPr>
          </p:sp>
        </mc:Fallback>
      </mc:AlternateContent>
      <mc:AlternateContent xmlns:mc="http://schemas.openxmlformats.org/markup-compatibility/2006" xmlns:p14="http://schemas.microsoft.com/office/powerpoint/2010/main">
        <mc:Choice Requires="p14">
          <p:contentPart p14:bwMode="auto" r:id="rId55">
            <p14:nvContentPartPr>
              <p14:cNvPr id="1049047" name="墨迹 1049046"/>
              <p14:cNvContentPartPr/>
              <p14:nvPr/>
            </p14:nvContentPartPr>
            <p14:xfrm>
              <a:off x="7719651" y="6151402"/>
              <a:ext cx="10661" cy="391830"/>
            </p14:xfrm>
          </p:contentPart>
        </mc:Choice>
        <mc:Fallback xmlns="">
          <p:sp>
            <p:nvSpPr>
              <p:cNvPr id="1049047" name=""/>
              <p:cNvSpPr/>
              <p:nvPr/>
            </p:nvSpPr>
            <p:spPr>
              <a:xfrm>
                <a:off x="7719651" y="6151402"/>
                <a:ext cx="10661" cy="391830"/>
              </a:xfrm>
            </p:spPr>
          </p:sp>
        </mc:Fallback>
      </mc:AlternateContent>
      <mc:AlternateContent xmlns:mc="http://schemas.openxmlformats.org/markup-compatibility/2006" xmlns:p14="http://schemas.microsoft.com/office/powerpoint/2010/main">
        <mc:Choice Requires="p14">
          <p:contentPart p14:bwMode="auto" r:id="rId56">
            <p14:nvContentPartPr>
              <p14:cNvPr id="1049048" name="墨迹 1049047"/>
              <p14:cNvContentPartPr/>
              <p14:nvPr/>
            </p14:nvContentPartPr>
            <p14:xfrm>
              <a:off x="7654457" y="6115531"/>
              <a:ext cx="229623" cy="339703"/>
            </p14:xfrm>
          </p:contentPart>
        </mc:Choice>
        <mc:Fallback xmlns="">
          <p:sp>
            <p:nvSpPr>
              <p:cNvPr id="1049048" name=""/>
              <p:cNvSpPr/>
              <p:nvPr/>
            </p:nvSpPr>
            <p:spPr>
              <a:xfrm>
                <a:off x="7654457" y="6115531"/>
                <a:ext cx="229623" cy="339703"/>
              </a:xfrm>
            </p:spPr>
          </p:sp>
        </mc:Fallback>
      </mc:AlternateContent>
      <mc:AlternateContent xmlns:mc="http://schemas.openxmlformats.org/markup-compatibility/2006" xmlns:p14="http://schemas.microsoft.com/office/powerpoint/2010/main">
        <mc:Choice Requires="p14">
          <p:contentPart p14:bwMode="auto" r:id="rId57">
            <p14:nvContentPartPr>
              <p14:cNvPr id="1049049" name="墨迹 1049048"/>
              <p14:cNvContentPartPr/>
              <p14:nvPr/>
            </p14:nvContentPartPr>
            <p14:xfrm>
              <a:off x="7751646" y="6276213"/>
              <a:ext cx="134482" cy="242342"/>
            </p14:xfrm>
          </p:contentPart>
        </mc:Choice>
        <mc:Fallback xmlns="">
          <p:sp>
            <p:nvSpPr>
              <p:cNvPr id="1049049" name=""/>
              <p:cNvSpPr/>
              <p:nvPr/>
            </p:nvSpPr>
            <p:spPr>
              <a:xfrm>
                <a:off x="7751646" y="6276213"/>
                <a:ext cx="134482" cy="242342"/>
              </a:xfrm>
            </p:spPr>
          </p:sp>
        </mc:Fallback>
      </mc:AlternateContent>
      <mc:AlternateContent xmlns:mc="http://schemas.openxmlformats.org/markup-compatibility/2006" xmlns:p14="http://schemas.microsoft.com/office/powerpoint/2010/main">
        <mc:Choice Requires="p14">
          <p:contentPart p14:bwMode="auto" r:id="rId58">
            <p14:nvContentPartPr>
              <p14:cNvPr id="1049050" name="墨迹 1049049"/>
              <p14:cNvContentPartPr/>
              <p14:nvPr/>
            </p14:nvContentPartPr>
            <p14:xfrm>
              <a:off x="7912320" y="6027994"/>
              <a:ext cx="151567" cy="114975"/>
            </p14:xfrm>
          </p:contentPart>
        </mc:Choice>
        <mc:Fallback xmlns="">
          <p:sp>
            <p:nvSpPr>
              <p:cNvPr id="1049050" name=""/>
              <p:cNvSpPr/>
              <p:nvPr/>
            </p:nvSpPr>
            <p:spPr>
              <a:xfrm>
                <a:off x="7912320" y="6027994"/>
                <a:ext cx="151567" cy="114975"/>
              </a:xfrm>
            </p:spPr>
          </p:sp>
        </mc:Fallback>
      </mc:AlternateContent>
      <mc:AlternateContent xmlns:mc="http://schemas.openxmlformats.org/markup-compatibility/2006" xmlns:p14="http://schemas.microsoft.com/office/powerpoint/2010/main">
        <mc:Choice Requires="p14">
          <p:contentPart p14:bwMode="auto" r:id="rId59">
            <p14:nvContentPartPr>
              <p14:cNvPr id="1049051" name="墨迹 1049050"/>
              <p14:cNvContentPartPr/>
              <p14:nvPr/>
            </p14:nvContentPartPr>
            <p14:xfrm>
              <a:off x="7926848" y="6156726"/>
              <a:ext cx="161581" cy="396550"/>
            </p14:xfrm>
          </p:contentPart>
        </mc:Choice>
        <mc:Fallback xmlns="">
          <p:sp>
            <p:nvSpPr>
              <p:cNvPr id="1049051" name=""/>
              <p:cNvSpPr/>
              <p:nvPr/>
            </p:nvSpPr>
            <p:spPr>
              <a:xfrm>
                <a:off x="7926848" y="6156726"/>
                <a:ext cx="161581" cy="396550"/>
              </a:xfrm>
            </p:spPr>
          </p:sp>
        </mc:Fallback>
      </mc:AlternateContent>
      <mc:AlternateContent xmlns:mc="http://schemas.openxmlformats.org/markup-compatibility/2006" xmlns:p14="http://schemas.microsoft.com/office/powerpoint/2010/main">
        <mc:Choice Requires="p14">
          <p:contentPart p14:bwMode="auto" r:id="rId60">
            <p14:nvContentPartPr>
              <p14:cNvPr id="1049052" name="墨迹 1049051"/>
              <p14:cNvContentPartPr/>
              <p14:nvPr/>
            </p14:nvContentPartPr>
            <p14:xfrm>
              <a:off x="8011098" y="6302314"/>
              <a:ext cx="162988" cy="278093"/>
            </p14:xfrm>
          </p:contentPart>
        </mc:Choice>
        <mc:Fallback xmlns="">
          <p:sp>
            <p:nvSpPr>
              <p:cNvPr id="1049052" name=""/>
              <p:cNvSpPr/>
              <p:nvPr/>
            </p:nvSpPr>
            <p:spPr>
              <a:xfrm>
                <a:off x="8011098" y="6302314"/>
                <a:ext cx="162988" cy="278093"/>
              </a:xfrm>
            </p:spPr>
          </p:sp>
        </mc:Fallback>
      </mc:AlternateContent>
      <mc:AlternateContent xmlns:mc="http://schemas.openxmlformats.org/markup-compatibility/2006" xmlns:p14="http://schemas.microsoft.com/office/powerpoint/2010/main">
        <mc:Choice Requires="p14">
          <p:contentPart p14:bwMode="auto" r:id="rId61">
            <p14:nvContentPartPr>
              <p14:cNvPr id="1049053" name="墨迹 1049052"/>
              <p14:cNvContentPartPr/>
              <p14:nvPr/>
            </p14:nvContentPartPr>
            <p14:xfrm>
              <a:off x="8018848" y="6361395"/>
              <a:ext cx="128373" cy="115868"/>
            </p14:xfrm>
          </p:contentPart>
        </mc:Choice>
        <mc:Fallback xmlns="">
          <p:sp>
            <p:nvSpPr>
              <p:cNvPr id="1049053" name=""/>
              <p:cNvSpPr/>
              <p:nvPr/>
            </p:nvSpPr>
            <p:spPr>
              <a:xfrm>
                <a:off x="8018848" y="6361395"/>
                <a:ext cx="128373" cy="115868"/>
              </a:xfrm>
            </p:spPr>
          </p:sp>
        </mc:Fallback>
      </mc:AlternateContent>
      <mc:AlternateContent xmlns:mc="http://schemas.openxmlformats.org/markup-compatibility/2006" xmlns:p14="http://schemas.microsoft.com/office/powerpoint/2010/main">
        <mc:Choice Requires="p14">
          <p:contentPart p14:bwMode="auto" r:id="rId62">
            <p14:nvContentPartPr>
              <p14:cNvPr id="1049054" name="墨迹 1049053"/>
              <p14:cNvContentPartPr/>
              <p14:nvPr/>
            </p14:nvContentPartPr>
            <p14:xfrm>
              <a:off x="9502734" y="4321536"/>
              <a:ext cx="2022837" cy="56618"/>
            </p14:xfrm>
          </p:contentPart>
        </mc:Choice>
        <mc:Fallback xmlns="">
          <p:sp>
            <p:nvSpPr>
              <p:cNvPr id="1049054" name=""/>
              <p:cNvSpPr/>
              <p:nvPr/>
            </p:nvSpPr>
            <p:spPr>
              <a:xfrm>
                <a:off x="9502734" y="4321536"/>
                <a:ext cx="2022837" cy="56618"/>
              </a:xfrm>
            </p:spPr>
          </p:sp>
        </mc:Fallback>
      </mc:AlternateContent>
      <mc:AlternateContent xmlns:mc="http://schemas.openxmlformats.org/markup-compatibility/2006" xmlns:p14="http://schemas.microsoft.com/office/powerpoint/2010/main">
        <mc:Choice Requires="p14">
          <p:contentPart p14:bwMode="auto" r:id="rId63">
            <p14:nvContentPartPr>
              <p14:cNvPr id="1049055" name="墨迹 1049054"/>
              <p14:cNvContentPartPr/>
              <p14:nvPr/>
            </p14:nvContentPartPr>
            <p14:xfrm>
              <a:off x="8575266" y="5405414"/>
              <a:ext cx="2802461" cy="33458"/>
            </p14:xfrm>
          </p:contentPart>
        </mc:Choice>
        <mc:Fallback xmlns="">
          <p:sp>
            <p:nvSpPr>
              <p:cNvPr id="1049055" name=""/>
              <p:cNvSpPr/>
              <p:nvPr/>
            </p:nvSpPr>
            <p:spPr>
              <a:xfrm>
                <a:off x="8575266" y="5405414"/>
                <a:ext cx="2802461" cy="33458"/>
              </a:xfrm>
            </p:spPr>
          </p:sp>
        </mc:Fallback>
      </mc:AlternateContent>
      <mc:AlternateContent xmlns:mc="http://schemas.openxmlformats.org/markup-compatibility/2006" xmlns:p14="http://schemas.microsoft.com/office/powerpoint/2010/main">
        <mc:Choice Requires="p14">
          <p:contentPart p14:bwMode="auto" r:id="rId64">
            <p14:nvContentPartPr>
              <p14:cNvPr id="1049056" name="墨迹 1049055"/>
              <p14:cNvContentPartPr/>
              <p14:nvPr/>
            </p14:nvContentPartPr>
            <p14:xfrm>
              <a:off x="8561271" y="5773798"/>
              <a:ext cx="2183956" cy="60962"/>
            </p14:xfrm>
          </p:contentPart>
        </mc:Choice>
        <mc:Fallback xmlns="">
          <p:sp>
            <p:nvSpPr>
              <p:cNvPr id="1049056" name=""/>
              <p:cNvSpPr/>
              <p:nvPr/>
            </p:nvSpPr>
            <p:spPr>
              <a:xfrm>
                <a:off x="8561271" y="5773798"/>
                <a:ext cx="2183956" cy="60962"/>
              </a:xfrm>
            </p:spPr>
          </p:sp>
        </mc:Fallback>
      </mc:AlternateContent>
      <mc:AlternateContent xmlns:mc="http://schemas.openxmlformats.org/markup-compatibility/2006" xmlns:p14="http://schemas.microsoft.com/office/powerpoint/2010/main">
        <mc:Choice Requires="p14">
          <p:contentPart p14:bwMode="auto" r:id="rId65">
            <p14:nvContentPartPr>
              <p14:cNvPr id="1049057" name="墨迹 1049056"/>
              <p14:cNvContentPartPr/>
              <p14:nvPr/>
            </p14:nvContentPartPr>
            <p14:xfrm>
              <a:off x="777721" y="3729518"/>
              <a:ext cx="316359" cy="122709"/>
            </p14:xfrm>
          </p:contentPart>
        </mc:Choice>
        <mc:Fallback xmlns="">
          <p:sp>
            <p:nvSpPr>
              <p:cNvPr id="1049057" name=""/>
              <p:cNvSpPr/>
              <p:nvPr/>
            </p:nvSpPr>
            <p:spPr>
              <a:xfrm>
                <a:off x="777721" y="3729518"/>
                <a:ext cx="316359" cy="122709"/>
              </a:xfrm>
            </p:spPr>
          </p:sp>
        </mc:Fallback>
      </mc:AlternateContent>
      <mc:AlternateContent xmlns:mc="http://schemas.openxmlformats.org/markup-compatibility/2006" xmlns:p14="http://schemas.microsoft.com/office/powerpoint/2010/main">
        <mc:Choice Requires="p14">
          <p:contentPart p14:bwMode="auto" r:id="rId66">
            <p14:nvContentPartPr>
              <p14:cNvPr id="1049058" name="墨迹 1049057"/>
              <p14:cNvContentPartPr/>
              <p14:nvPr/>
            </p14:nvContentPartPr>
            <p14:xfrm>
              <a:off x="1178307" y="3462129"/>
              <a:ext cx="126650" cy="550855"/>
            </p14:xfrm>
          </p:contentPart>
        </mc:Choice>
        <mc:Fallback xmlns="">
          <p:sp>
            <p:nvSpPr>
              <p:cNvPr id="1049058" name=""/>
              <p:cNvSpPr/>
              <p:nvPr/>
            </p:nvSpPr>
            <p:spPr>
              <a:xfrm>
                <a:off x="1178307" y="3462129"/>
                <a:ext cx="126650" cy="550855"/>
              </a:xfrm>
            </p:spPr>
          </p:sp>
        </mc:Fallback>
      </mc:AlternateContent>
      <mc:AlternateContent xmlns:mc="http://schemas.openxmlformats.org/markup-compatibility/2006" xmlns:p14="http://schemas.microsoft.com/office/powerpoint/2010/main">
        <mc:Choice Requires="p14">
          <p:contentPart p14:bwMode="auto" r:id="rId67">
            <p14:nvContentPartPr>
              <p14:cNvPr id="1049059" name="墨迹 1049058"/>
              <p14:cNvContentPartPr/>
              <p14:nvPr/>
            </p14:nvContentPartPr>
            <p14:xfrm>
              <a:off x="1118304" y="3419689"/>
              <a:ext cx="232160" cy="299918"/>
            </p14:xfrm>
          </p:contentPart>
        </mc:Choice>
        <mc:Fallback xmlns="">
          <p:sp>
            <p:nvSpPr>
              <p:cNvPr id="1049059" name=""/>
              <p:cNvSpPr/>
              <p:nvPr/>
            </p:nvSpPr>
            <p:spPr>
              <a:xfrm>
                <a:off x="1118304" y="3419689"/>
                <a:ext cx="232160" cy="299918"/>
              </a:xfrm>
            </p:spPr>
          </p:sp>
        </mc:Fallback>
      </mc:AlternateContent>
      <mc:AlternateContent xmlns:mc="http://schemas.openxmlformats.org/markup-compatibility/2006" xmlns:p14="http://schemas.microsoft.com/office/powerpoint/2010/main">
        <mc:Choice Requires="p14">
          <p:contentPart p14:bwMode="auto" r:id="rId68">
            <p14:nvContentPartPr>
              <p14:cNvPr id="1049060" name="墨迹 1049059"/>
              <p14:cNvContentPartPr/>
              <p14:nvPr/>
            </p14:nvContentPartPr>
            <p14:xfrm>
              <a:off x="1352839" y="3340379"/>
              <a:ext cx="65482" cy="215374"/>
            </p14:xfrm>
          </p:contentPart>
        </mc:Choice>
        <mc:Fallback xmlns="">
          <p:sp>
            <p:nvSpPr>
              <p:cNvPr id="1049060" name=""/>
              <p:cNvSpPr/>
              <p:nvPr/>
            </p:nvSpPr>
            <p:spPr>
              <a:xfrm>
                <a:off x="1352839" y="3340379"/>
                <a:ext cx="65482" cy="215374"/>
              </a:xfrm>
            </p:spPr>
          </p:sp>
        </mc:Fallback>
      </mc:AlternateContent>
      <mc:AlternateContent xmlns:mc="http://schemas.openxmlformats.org/markup-compatibility/2006" xmlns:p14="http://schemas.microsoft.com/office/powerpoint/2010/main">
        <mc:Choice Requires="p14">
          <p:contentPart p14:bwMode="auto" r:id="rId69">
            <p14:nvContentPartPr>
              <p14:cNvPr id="1049061" name="墨迹 1049060"/>
              <p14:cNvContentPartPr/>
              <p14:nvPr/>
            </p14:nvContentPartPr>
            <p14:xfrm>
              <a:off x="1413250" y="3431201"/>
              <a:ext cx="137760" cy="100070"/>
            </p14:xfrm>
          </p:contentPart>
        </mc:Choice>
        <mc:Fallback xmlns="">
          <p:sp>
            <p:nvSpPr>
              <p:cNvPr id="1049061" name=""/>
              <p:cNvSpPr/>
              <p:nvPr/>
            </p:nvSpPr>
            <p:spPr>
              <a:xfrm>
                <a:off x="1413250" y="3431201"/>
                <a:ext cx="137760" cy="100070"/>
              </a:xfrm>
            </p:spPr>
          </p:sp>
        </mc:Fallback>
      </mc:AlternateContent>
      <mc:AlternateContent xmlns:mc="http://schemas.openxmlformats.org/markup-compatibility/2006" xmlns:p14="http://schemas.microsoft.com/office/powerpoint/2010/main">
        <mc:Choice Requires="p14">
          <p:contentPart p14:bwMode="auto" r:id="rId70">
            <p14:nvContentPartPr>
              <p14:cNvPr id="1049062" name="墨迹 1049061"/>
              <p14:cNvContentPartPr/>
              <p14:nvPr/>
            </p14:nvContentPartPr>
            <p14:xfrm>
              <a:off x="1433533" y="3552406"/>
              <a:ext cx="233336" cy="440986"/>
            </p14:xfrm>
          </p:contentPart>
        </mc:Choice>
        <mc:Fallback xmlns="">
          <p:sp>
            <p:nvSpPr>
              <p:cNvPr id="1049062" name=""/>
              <p:cNvSpPr/>
              <p:nvPr/>
            </p:nvSpPr>
            <p:spPr>
              <a:xfrm>
                <a:off x="1433533" y="3552406"/>
                <a:ext cx="233336" cy="440986"/>
              </a:xfrm>
            </p:spPr>
          </p:sp>
        </mc:Fallback>
      </mc:AlternateContent>
      <mc:AlternateContent xmlns:mc="http://schemas.openxmlformats.org/markup-compatibility/2006" xmlns:p14="http://schemas.microsoft.com/office/powerpoint/2010/main">
        <mc:Choice Requires="p14">
          <p:contentPart p14:bwMode="auto" r:id="rId71">
            <p14:nvContentPartPr>
              <p14:cNvPr id="1049063" name="墨迹 1049062"/>
              <p14:cNvContentPartPr/>
              <p14:nvPr/>
            </p14:nvContentPartPr>
            <p14:xfrm>
              <a:off x="971253" y="4745302"/>
              <a:ext cx="248279" cy="104945"/>
            </p14:xfrm>
          </p:contentPart>
        </mc:Choice>
        <mc:Fallback xmlns="">
          <p:sp>
            <p:nvSpPr>
              <p:cNvPr id="1049063" name=""/>
              <p:cNvSpPr/>
              <p:nvPr/>
            </p:nvSpPr>
            <p:spPr>
              <a:xfrm>
                <a:off x="971253" y="4745302"/>
                <a:ext cx="248279" cy="104945"/>
              </a:xfrm>
            </p:spPr>
          </p:sp>
        </mc:Fallback>
      </mc:AlternateContent>
      <mc:AlternateContent xmlns:mc="http://schemas.openxmlformats.org/markup-compatibility/2006" xmlns:p14="http://schemas.microsoft.com/office/powerpoint/2010/main">
        <mc:Choice Requires="p14">
          <p:contentPart p14:bwMode="auto" r:id="rId72">
            <p14:nvContentPartPr>
              <p14:cNvPr id="1049064" name="墨迹 1049063"/>
              <p14:cNvContentPartPr/>
              <p14:nvPr/>
            </p14:nvContentPartPr>
            <p14:xfrm>
              <a:off x="984775" y="4854041"/>
              <a:ext cx="310523" cy="226454"/>
            </p14:xfrm>
          </p:contentPart>
        </mc:Choice>
        <mc:Fallback xmlns="">
          <p:sp>
            <p:nvSpPr>
              <p:cNvPr id="1049064" name=""/>
              <p:cNvSpPr/>
              <p:nvPr/>
            </p:nvSpPr>
            <p:spPr>
              <a:xfrm>
                <a:off x="984775" y="4854041"/>
                <a:ext cx="310523" cy="226454"/>
              </a:xfrm>
            </p:spPr>
          </p:sp>
        </mc:Fallback>
      </mc:AlternateContent>
      <mc:AlternateContent xmlns:mc="http://schemas.openxmlformats.org/markup-compatibility/2006" xmlns:p14="http://schemas.microsoft.com/office/powerpoint/2010/main">
        <mc:Choice Requires="p14">
          <p:contentPart p14:bwMode="auto" r:id="rId73">
            <p14:nvContentPartPr>
              <p14:cNvPr id="1049065" name="墨迹 1049064"/>
              <p14:cNvContentPartPr/>
              <p14:nvPr/>
            </p14:nvContentPartPr>
            <p14:xfrm>
              <a:off x="1290708" y="4461806"/>
              <a:ext cx="228015" cy="776369"/>
            </p14:xfrm>
          </p:contentPart>
        </mc:Choice>
        <mc:Fallback xmlns="">
          <p:sp>
            <p:nvSpPr>
              <p:cNvPr id="1049065" name=""/>
              <p:cNvSpPr/>
              <p:nvPr/>
            </p:nvSpPr>
            <p:spPr>
              <a:xfrm>
                <a:off x="1290708" y="4461806"/>
                <a:ext cx="228015" cy="776369"/>
              </a:xfrm>
            </p:spPr>
          </p:sp>
        </mc:Fallback>
      </mc:AlternateContent>
      <mc:AlternateContent xmlns:mc="http://schemas.openxmlformats.org/markup-compatibility/2006" xmlns:p14="http://schemas.microsoft.com/office/powerpoint/2010/main">
        <mc:Choice Requires="p14">
          <p:contentPart p14:bwMode="auto" r:id="rId74">
            <p14:nvContentPartPr>
              <p14:cNvPr id="1049066" name="墨迹 1049065"/>
              <p14:cNvContentPartPr/>
              <p14:nvPr/>
            </p14:nvContentPartPr>
            <p14:xfrm>
              <a:off x="1269580" y="4434397"/>
              <a:ext cx="281566" cy="353177"/>
            </p14:xfrm>
          </p:contentPart>
        </mc:Choice>
        <mc:Fallback xmlns="">
          <p:sp>
            <p:nvSpPr>
              <p:cNvPr id="1049066" name=""/>
              <p:cNvSpPr/>
              <p:nvPr/>
            </p:nvSpPr>
            <p:spPr>
              <a:xfrm>
                <a:off x="1269580" y="4434397"/>
                <a:ext cx="281566" cy="353177"/>
              </a:xfrm>
            </p:spPr>
          </p:sp>
        </mc:Fallback>
      </mc:AlternateContent>
      <mc:AlternateContent xmlns:mc="http://schemas.openxmlformats.org/markup-compatibility/2006" xmlns:p14="http://schemas.microsoft.com/office/powerpoint/2010/main">
        <mc:Choice Requires="p14">
          <p:contentPart p14:bwMode="auto" r:id="rId75">
            <p14:nvContentPartPr>
              <p14:cNvPr id="1049067" name="墨迹 1049066"/>
              <p14:cNvContentPartPr/>
              <p14:nvPr/>
            </p14:nvContentPartPr>
            <p14:xfrm>
              <a:off x="1527898" y="4390578"/>
              <a:ext cx="79729" cy="233793"/>
            </p14:xfrm>
          </p:contentPart>
        </mc:Choice>
        <mc:Fallback xmlns="">
          <p:sp>
            <p:nvSpPr>
              <p:cNvPr id="1049067" name=""/>
              <p:cNvSpPr/>
              <p:nvPr/>
            </p:nvSpPr>
            <p:spPr>
              <a:xfrm>
                <a:off x="1527898" y="4390578"/>
                <a:ext cx="79729" cy="233793"/>
              </a:xfrm>
            </p:spPr>
          </p:sp>
        </mc:Fallback>
      </mc:AlternateContent>
      <mc:AlternateContent xmlns:mc="http://schemas.openxmlformats.org/markup-compatibility/2006" xmlns:p14="http://schemas.microsoft.com/office/powerpoint/2010/main">
        <mc:Choice Requires="p14">
          <p:contentPart p14:bwMode="auto" r:id="rId76">
            <p14:nvContentPartPr>
              <p14:cNvPr id="1049068" name="墨迹 1049067"/>
              <p14:cNvContentPartPr/>
              <p14:nvPr/>
            </p14:nvContentPartPr>
            <p14:xfrm>
              <a:off x="1615234" y="4509843"/>
              <a:ext cx="103486" cy="125429"/>
            </p14:xfrm>
          </p:contentPart>
        </mc:Choice>
        <mc:Fallback xmlns="">
          <p:sp>
            <p:nvSpPr>
              <p:cNvPr id="1049068" name=""/>
              <p:cNvSpPr/>
              <p:nvPr/>
            </p:nvSpPr>
            <p:spPr>
              <a:xfrm>
                <a:off x="1615234" y="4509843"/>
                <a:ext cx="103486" cy="125429"/>
              </a:xfrm>
            </p:spPr>
          </p:sp>
        </mc:Fallback>
      </mc:AlternateContent>
      <mc:AlternateContent xmlns:mc="http://schemas.openxmlformats.org/markup-compatibility/2006" xmlns:p14="http://schemas.microsoft.com/office/powerpoint/2010/main">
        <mc:Choice Requires="p14">
          <p:contentPart p14:bwMode="auto" r:id="rId77">
            <p14:nvContentPartPr>
              <p14:cNvPr id="1049069" name="墨迹 1049068"/>
              <p14:cNvContentPartPr/>
              <p14:nvPr/>
            </p14:nvContentPartPr>
            <p14:xfrm>
              <a:off x="1608274" y="4648987"/>
              <a:ext cx="206768" cy="309473"/>
            </p14:xfrm>
          </p:contentPart>
        </mc:Choice>
        <mc:Fallback xmlns="">
          <p:sp>
            <p:nvSpPr>
              <p:cNvPr id="1049069" name=""/>
              <p:cNvSpPr/>
              <p:nvPr/>
            </p:nvSpPr>
            <p:spPr>
              <a:xfrm>
                <a:off x="1608274" y="4648987"/>
                <a:ext cx="206768" cy="309473"/>
              </a:xfrm>
            </p:spPr>
          </p:sp>
        </mc:Fallback>
      </mc:AlternateContent>
      <mc:AlternateContent xmlns:mc="http://schemas.openxmlformats.org/markup-compatibility/2006" xmlns:p14="http://schemas.microsoft.com/office/powerpoint/2010/main">
        <mc:Choice Requires="p14">
          <p:contentPart p14:bwMode="auto" r:id="rId78">
            <p14:nvContentPartPr>
              <p14:cNvPr id="1049070" name="墨迹 1049069"/>
              <p14:cNvContentPartPr/>
              <p14:nvPr/>
            </p14:nvContentPartPr>
            <p14:xfrm>
              <a:off x="11806159" y="5044882"/>
              <a:ext cx="0" cy="0"/>
            </p14:xfrm>
          </p:contentPart>
        </mc:Choice>
        <mc:Fallback xmlns="">
          <p:sp>
            <p:nvSpPr>
              <p:cNvPr id="1049070" name=""/>
              <p:cNvSpPr/>
              <p:nvPr/>
            </p:nvSpPr>
            <p:spPr>
              <a:xfrm>
                <a:off x="11806159" y="5044882"/>
                <a:ext cx="0" cy="0"/>
              </a:xfrm>
            </p:spPr>
          </p:sp>
        </mc:Fallback>
      </mc:AlternateContent>
      <mc:AlternateContent xmlns:mc="http://schemas.openxmlformats.org/markup-compatibility/2006" xmlns:p14="http://schemas.microsoft.com/office/powerpoint/2010/main">
        <mc:Choice Requires="p14">
          <p:contentPart p14:bwMode="auto" r:id="rId79">
            <p14:nvContentPartPr>
              <p14:cNvPr id="1049071" name="墨迹 1049070"/>
              <p14:cNvContentPartPr/>
              <p14:nvPr/>
            </p14:nvContentPartPr>
            <p14:xfrm>
              <a:off x="6765867" y="930221"/>
              <a:ext cx="2001242" cy="3465325"/>
            </p14:xfrm>
          </p:contentPart>
        </mc:Choice>
        <mc:Fallback xmlns="">
          <p:sp>
            <p:nvSpPr>
              <p:cNvPr id="1049071" name=""/>
              <p:cNvSpPr/>
              <p:nvPr/>
            </p:nvSpPr>
            <p:spPr>
              <a:xfrm>
                <a:off x="6765867" y="930221"/>
                <a:ext cx="2001242" cy="3465325"/>
              </a:xfrm>
            </p:spPr>
          </p:sp>
        </mc:Fallback>
      </mc:AlternateContent>
      <mc:AlternateContent xmlns:mc="http://schemas.openxmlformats.org/markup-compatibility/2006" xmlns:p14="http://schemas.microsoft.com/office/powerpoint/2010/main">
        <mc:Choice Requires="p14">
          <p:contentPart p14:bwMode="auto" r:id="rId80">
            <p14:nvContentPartPr>
              <p14:cNvPr id="1049072" name="墨迹 1049071"/>
              <p14:cNvContentPartPr/>
              <p14:nvPr/>
            </p14:nvContentPartPr>
            <p14:xfrm>
              <a:off x="8647948" y="729258"/>
              <a:ext cx="243653" cy="182246"/>
            </p14:xfrm>
          </p:contentPart>
        </mc:Choice>
        <mc:Fallback xmlns="">
          <p:sp>
            <p:nvSpPr>
              <p:cNvPr id="1049072" name=""/>
              <p:cNvSpPr/>
              <p:nvPr/>
            </p:nvSpPr>
            <p:spPr>
              <a:xfrm>
                <a:off x="8647948" y="729258"/>
                <a:ext cx="243653" cy="182246"/>
              </a:xfrm>
            </p:spPr>
          </p:sp>
        </mc:Fallback>
      </mc:AlternateContent>
      <mc:AlternateContent xmlns:mc="http://schemas.openxmlformats.org/markup-compatibility/2006" xmlns:p14="http://schemas.microsoft.com/office/powerpoint/2010/main">
        <mc:Choice Requires="p14">
          <p:contentPart p14:bwMode="auto" r:id="rId81">
            <p14:nvContentPartPr>
              <p14:cNvPr id="1049073" name="墨迹 1049072"/>
              <p14:cNvContentPartPr/>
              <p14:nvPr/>
            </p14:nvContentPartPr>
            <p14:xfrm>
              <a:off x="9213333" y="1096696"/>
              <a:ext cx="2069697" cy="56319"/>
            </p14:xfrm>
          </p:contentPart>
        </mc:Choice>
        <mc:Fallback xmlns="">
          <p:sp>
            <p:nvSpPr>
              <p:cNvPr id="1049073" name=""/>
              <p:cNvSpPr/>
              <p:nvPr/>
            </p:nvSpPr>
            <p:spPr>
              <a:xfrm>
                <a:off x="9213333" y="1096696"/>
                <a:ext cx="2069697" cy="56319"/>
              </a:xfrm>
            </p:spPr>
          </p:sp>
        </mc:Fallback>
      </mc:AlternateContent>
      <mc:AlternateContent xmlns:mc="http://schemas.openxmlformats.org/markup-compatibility/2006" xmlns:p14="http://schemas.microsoft.com/office/powerpoint/2010/main">
        <mc:Choice Requires="p14">
          <p:contentPart p14:bwMode="auto" r:id="rId82">
            <p14:nvContentPartPr>
              <p14:cNvPr id="1049074" name="墨迹 1049073"/>
              <p14:cNvContentPartPr/>
              <p14:nvPr/>
            </p14:nvContentPartPr>
            <p14:xfrm>
              <a:off x="9368833" y="334721"/>
              <a:ext cx="43775" cy="1373361"/>
            </p14:xfrm>
          </p:contentPart>
        </mc:Choice>
        <mc:Fallback xmlns="">
          <p:sp>
            <p:nvSpPr>
              <p:cNvPr id="1049074" name=""/>
              <p:cNvSpPr/>
              <p:nvPr/>
            </p:nvSpPr>
            <p:spPr>
              <a:xfrm>
                <a:off x="9368833" y="334721"/>
                <a:ext cx="43775" cy="1373361"/>
              </a:xfrm>
            </p:spPr>
          </p:sp>
        </mc:Fallback>
      </mc:AlternateContent>
      <mc:AlternateContent xmlns:mc="http://schemas.openxmlformats.org/markup-compatibility/2006" xmlns:p14="http://schemas.microsoft.com/office/powerpoint/2010/main">
        <mc:Choice Requires="p14">
          <p:contentPart p14:bwMode="auto" r:id="rId83">
            <p14:nvContentPartPr>
              <p14:cNvPr id="1049075" name="墨迹 1049074"/>
              <p14:cNvContentPartPr/>
              <p14:nvPr/>
            </p14:nvContentPartPr>
            <p14:xfrm>
              <a:off x="9464334" y="769964"/>
              <a:ext cx="1380984" cy="674048"/>
            </p14:xfrm>
          </p:contentPart>
        </mc:Choice>
        <mc:Fallback xmlns="">
          <p:sp>
            <p:nvSpPr>
              <p:cNvPr id="1049075" name=""/>
              <p:cNvSpPr/>
              <p:nvPr/>
            </p:nvSpPr>
            <p:spPr>
              <a:xfrm>
                <a:off x="9464334" y="769964"/>
                <a:ext cx="1380984" cy="674048"/>
              </a:xfrm>
            </p:spPr>
          </p:sp>
        </mc:Fallback>
      </mc:AlternateContent>
      <mc:AlternateContent xmlns:mc="http://schemas.openxmlformats.org/markup-compatibility/2006" xmlns:p14="http://schemas.microsoft.com/office/powerpoint/2010/main">
        <mc:Choice Requires="p14">
          <p:contentPart p14:bwMode="auto" r:id="rId84">
            <p14:nvContentPartPr>
              <p14:cNvPr id="1049076" name="墨迹 1049075"/>
              <p14:cNvContentPartPr/>
              <p14:nvPr/>
            </p14:nvContentPartPr>
            <p14:xfrm>
              <a:off x="185081" y="4649626"/>
              <a:ext cx="505464" cy="507191"/>
            </p14:xfrm>
          </p:contentPart>
        </mc:Choice>
        <mc:Fallback xmlns="">
          <p:sp>
            <p:nvSpPr>
              <p:cNvPr id="1049076" name=""/>
              <p:cNvSpPr/>
              <p:nvPr/>
            </p:nvSpPr>
            <p:spPr>
              <a:xfrm>
                <a:off x="185081" y="4649626"/>
                <a:ext cx="505464" cy="507191"/>
              </a:xfrm>
            </p:spPr>
          </p:sp>
        </mc:Fallback>
      </mc:AlternateContent>
      <mc:AlternateContent xmlns:mc="http://schemas.openxmlformats.org/markup-compatibility/2006" xmlns:p14="http://schemas.microsoft.com/office/powerpoint/2010/main">
        <mc:Choice Requires="p14">
          <p:contentPart p14:bwMode="auto" r:id="rId85">
            <p14:nvContentPartPr>
              <p14:cNvPr id="1049077" name="墨迹 1049076"/>
              <p14:cNvContentPartPr/>
              <p14:nvPr/>
            </p14:nvContentPartPr>
            <p14:xfrm>
              <a:off x="583132" y="5261051"/>
              <a:ext cx="28014" cy="336705"/>
            </p14:xfrm>
          </p:contentPart>
        </mc:Choice>
        <mc:Fallback xmlns="">
          <p:sp>
            <p:nvSpPr>
              <p:cNvPr id="1049077" name=""/>
              <p:cNvSpPr/>
              <p:nvPr/>
            </p:nvSpPr>
            <p:spPr>
              <a:xfrm>
                <a:off x="583132" y="5261051"/>
                <a:ext cx="28014" cy="336705"/>
              </a:xfrm>
            </p:spPr>
          </p:sp>
        </mc:Fallback>
      </mc:AlternateContent>
      <mc:AlternateContent xmlns:mc="http://schemas.openxmlformats.org/markup-compatibility/2006" xmlns:p14="http://schemas.microsoft.com/office/powerpoint/2010/main">
        <mc:Choice Requires="p14">
          <p:contentPart p14:bwMode="auto" r:id="rId86">
            <p14:nvContentPartPr>
              <p14:cNvPr id="1049078" name="墨迹 1049077"/>
              <p14:cNvContentPartPr/>
              <p14:nvPr/>
            </p14:nvContentPartPr>
            <p14:xfrm>
              <a:off x="463970" y="5457342"/>
              <a:ext cx="267902" cy="343787"/>
            </p14:xfrm>
          </p:contentPart>
        </mc:Choice>
        <mc:Fallback xmlns="">
          <p:sp>
            <p:nvSpPr>
              <p:cNvPr id="1049078" name=""/>
              <p:cNvSpPr/>
              <p:nvPr/>
            </p:nvSpPr>
            <p:spPr>
              <a:xfrm>
                <a:off x="463970" y="5457342"/>
                <a:ext cx="267902" cy="343787"/>
              </a:xfrm>
            </p:spPr>
          </p:sp>
        </mc:Fallback>
      </mc:AlternateContent>
      <mc:AlternateContent xmlns:mc="http://schemas.openxmlformats.org/markup-compatibility/2006" xmlns:p14="http://schemas.microsoft.com/office/powerpoint/2010/main">
        <mc:Choice Requires="p14">
          <p:contentPart p14:bwMode="auto" r:id="rId87">
            <p14:nvContentPartPr>
              <p14:cNvPr id="1049079" name="墨迹 1049078"/>
              <p14:cNvContentPartPr/>
              <p14:nvPr/>
            </p14:nvContentPartPr>
            <p14:xfrm>
              <a:off x="385825" y="5909557"/>
              <a:ext cx="49697" cy="465723"/>
            </p14:xfrm>
          </p:contentPart>
        </mc:Choice>
        <mc:Fallback xmlns="">
          <p:sp>
            <p:nvSpPr>
              <p:cNvPr id="1049079" name=""/>
              <p:cNvSpPr/>
              <p:nvPr/>
            </p:nvSpPr>
            <p:spPr>
              <a:xfrm>
                <a:off x="385825" y="5909557"/>
                <a:ext cx="49697" cy="465723"/>
              </a:xfrm>
            </p:spPr>
          </p:sp>
        </mc:Fallback>
      </mc:AlternateContent>
      <mc:AlternateContent xmlns:mc="http://schemas.openxmlformats.org/markup-compatibility/2006" xmlns:p14="http://schemas.microsoft.com/office/powerpoint/2010/main">
        <mc:Choice Requires="p14">
          <p:contentPart p14:bwMode="auto" r:id="rId88">
            <p14:nvContentPartPr>
              <p14:cNvPr id="1049080" name="墨迹 1049079"/>
              <p14:cNvContentPartPr/>
              <p14:nvPr/>
            </p14:nvContentPartPr>
            <p14:xfrm>
              <a:off x="365936" y="5861977"/>
              <a:ext cx="432485" cy="468252"/>
            </p14:xfrm>
          </p:contentPart>
        </mc:Choice>
        <mc:Fallback xmlns="">
          <p:sp>
            <p:nvSpPr>
              <p:cNvPr id="1049080" name=""/>
              <p:cNvSpPr/>
              <p:nvPr/>
            </p:nvSpPr>
            <p:spPr>
              <a:xfrm>
                <a:off x="365936" y="5861977"/>
                <a:ext cx="432485" cy="468252"/>
              </a:xfrm>
            </p:spPr>
          </p:sp>
        </mc:Fallback>
      </mc:AlternateContent>
      <mc:AlternateContent xmlns:mc="http://schemas.openxmlformats.org/markup-compatibility/2006" xmlns:p14="http://schemas.microsoft.com/office/powerpoint/2010/main">
        <mc:Choice Requires="p14">
          <p:contentPart p14:bwMode="auto" r:id="rId89">
            <p14:nvContentPartPr>
              <p14:cNvPr id="1049081" name="墨迹 1049080"/>
              <p14:cNvContentPartPr/>
              <p14:nvPr/>
            </p14:nvContentPartPr>
            <p14:xfrm>
              <a:off x="481718" y="6112474"/>
              <a:ext cx="0" cy="0"/>
            </p14:xfrm>
          </p:contentPart>
        </mc:Choice>
        <mc:Fallback xmlns="">
          <p:sp>
            <p:nvSpPr>
              <p:cNvPr id="1049081" name=""/>
              <p:cNvSpPr/>
              <p:nvPr/>
            </p:nvSpPr>
            <p:spPr>
              <a:xfrm>
                <a:off x="481718" y="6112474"/>
                <a:ext cx="0" cy="0"/>
              </a:xfrm>
            </p:spPr>
          </p:sp>
        </mc:Fallback>
      </mc:AlternateContent>
      <mc:AlternateContent xmlns:mc="http://schemas.openxmlformats.org/markup-compatibility/2006" xmlns:p14="http://schemas.microsoft.com/office/powerpoint/2010/main">
        <mc:Choice Requires="p14">
          <p:contentPart p14:bwMode="auto" r:id="rId90">
            <p14:nvContentPartPr>
              <p14:cNvPr id="1049082" name="墨迹 1049081"/>
              <p14:cNvContentPartPr/>
              <p14:nvPr/>
            </p14:nvContentPartPr>
            <p14:xfrm>
              <a:off x="550397" y="5984926"/>
              <a:ext cx="160518" cy="234014"/>
            </p14:xfrm>
          </p:contentPart>
        </mc:Choice>
        <mc:Fallback xmlns="">
          <p:sp>
            <p:nvSpPr>
              <p:cNvPr id="1049082" name=""/>
              <p:cNvSpPr/>
              <p:nvPr/>
            </p:nvSpPr>
            <p:spPr>
              <a:xfrm>
                <a:off x="550397" y="5984926"/>
                <a:ext cx="160518" cy="234014"/>
              </a:xfrm>
            </p:spPr>
          </p:sp>
        </mc:Fallback>
      </mc:AlternateContent>
      <mc:AlternateContent xmlns:mc="http://schemas.openxmlformats.org/markup-compatibility/2006" xmlns:p14="http://schemas.microsoft.com/office/powerpoint/2010/main">
        <mc:Choice Requires="p14">
          <p:contentPart p14:bwMode="auto" r:id="rId91">
            <p14:nvContentPartPr>
              <p14:cNvPr id="1049083" name="墨迹 1049082"/>
              <p14:cNvContentPartPr/>
              <p14:nvPr/>
            </p14:nvContentPartPr>
            <p14:xfrm>
              <a:off x="595809" y="5984926"/>
              <a:ext cx="93119" cy="469697"/>
            </p14:xfrm>
          </p:contentPart>
        </mc:Choice>
        <mc:Fallback xmlns="">
          <p:sp>
            <p:nvSpPr>
              <p:cNvPr id="1049083" name=""/>
              <p:cNvSpPr/>
              <p:nvPr/>
            </p:nvSpPr>
            <p:spPr>
              <a:xfrm>
                <a:off x="595809" y="5984926"/>
                <a:ext cx="93119" cy="469697"/>
              </a:xfrm>
            </p:spPr>
          </p:sp>
        </mc:Fallback>
      </mc:AlternateContent>
      <mc:AlternateContent xmlns:mc="http://schemas.openxmlformats.org/markup-compatibility/2006" xmlns:p14="http://schemas.microsoft.com/office/powerpoint/2010/main">
        <mc:Choice Requires="p14">
          <p:contentPart p14:bwMode="auto" r:id="rId92">
            <p14:nvContentPartPr>
              <p14:cNvPr id="1049084" name="墨迹 1049083"/>
              <p14:cNvContentPartPr/>
              <p14:nvPr/>
            </p14:nvContentPartPr>
            <p14:xfrm>
              <a:off x="970197" y="6185359"/>
              <a:ext cx="0" cy="0"/>
            </p14:xfrm>
          </p:contentPart>
        </mc:Choice>
        <mc:Fallback xmlns="">
          <p:sp>
            <p:nvSpPr>
              <p:cNvPr id="1049084" name=""/>
              <p:cNvSpPr/>
              <p:nvPr/>
            </p:nvSpPr>
            <p:spPr>
              <a:xfrm>
                <a:off x="970197" y="6185359"/>
                <a:ext cx="0" cy="0"/>
              </a:xfrm>
            </p:spPr>
          </p:sp>
        </mc:Fallback>
      </mc:AlternateContent>
      <mc:AlternateContent xmlns:mc="http://schemas.openxmlformats.org/markup-compatibility/2006" xmlns:p14="http://schemas.microsoft.com/office/powerpoint/2010/main">
        <mc:Choice Requires="p14">
          <p:contentPart p14:bwMode="auto" r:id="rId93">
            <p14:nvContentPartPr>
              <p14:cNvPr id="1049085" name="墨迹 1049084"/>
              <p14:cNvContentPartPr/>
              <p14:nvPr/>
            </p14:nvContentPartPr>
            <p14:xfrm>
              <a:off x="1064005" y="5447019"/>
              <a:ext cx="236499" cy="45937"/>
            </p14:xfrm>
          </p:contentPart>
        </mc:Choice>
        <mc:Fallback xmlns="">
          <p:sp>
            <p:nvSpPr>
              <p:cNvPr id="1049085" name=""/>
              <p:cNvSpPr/>
              <p:nvPr/>
            </p:nvSpPr>
            <p:spPr>
              <a:xfrm>
                <a:off x="1064005" y="5447019"/>
                <a:ext cx="236499" cy="45937"/>
              </a:xfrm>
            </p:spPr>
          </p:sp>
        </mc:Fallback>
      </mc:AlternateContent>
      <mc:AlternateContent xmlns:mc="http://schemas.openxmlformats.org/markup-compatibility/2006" xmlns:p14="http://schemas.microsoft.com/office/powerpoint/2010/main">
        <mc:Choice Requires="p14">
          <p:contentPart p14:bwMode="auto" r:id="rId94">
            <p14:nvContentPartPr>
              <p14:cNvPr id="1049086" name="墨迹 1049085"/>
              <p14:cNvContentPartPr/>
              <p14:nvPr/>
            </p14:nvContentPartPr>
            <p14:xfrm>
              <a:off x="1027597" y="5612221"/>
              <a:ext cx="23730" cy="237385"/>
            </p14:xfrm>
          </p:contentPart>
        </mc:Choice>
        <mc:Fallback xmlns="">
          <p:sp>
            <p:nvSpPr>
              <p:cNvPr id="1049086" name=""/>
              <p:cNvSpPr/>
              <p:nvPr/>
            </p:nvSpPr>
            <p:spPr>
              <a:xfrm>
                <a:off x="1027597" y="5612221"/>
                <a:ext cx="23730" cy="237385"/>
              </a:xfrm>
            </p:spPr>
          </p:sp>
        </mc:Fallback>
      </mc:AlternateContent>
      <mc:AlternateContent xmlns:mc="http://schemas.openxmlformats.org/markup-compatibility/2006" xmlns:p14="http://schemas.microsoft.com/office/powerpoint/2010/main">
        <mc:Choice Requires="p14">
          <p:contentPart p14:bwMode="auto" r:id="rId95">
            <p14:nvContentPartPr>
              <p14:cNvPr id="1049087" name="墨迹 1049086"/>
              <p14:cNvContentPartPr/>
              <p14:nvPr/>
            </p14:nvContentPartPr>
            <p14:xfrm>
              <a:off x="989634" y="5514612"/>
              <a:ext cx="429390" cy="254145"/>
            </p14:xfrm>
          </p:contentPart>
        </mc:Choice>
        <mc:Fallback xmlns="">
          <p:sp>
            <p:nvSpPr>
              <p:cNvPr id="1049087" name=""/>
              <p:cNvSpPr/>
              <p:nvPr/>
            </p:nvSpPr>
            <p:spPr>
              <a:xfrm>
                <a:off x="989634" y="5514612"/>
                <a:ext cx="429390" cy="254145"/>
              </a:xfrm>
            </p:spPr>
          </p:sp>
        </mc:Fallback>
      </mc:AlternateContent>
      <mc:AlternateContent xmlns:mc="http://schemas.openxmlformats.org/markup-compatibility/2006" xmlns:p14="http://schemas.microsoft.com/office/powerpoint/2010/main">
        <mc:Choice Requires="p14">
          <p:contentPart p14:bwMode="auto" r:id="rId96">
            <p14:nvContentPartPr>
              <p14:cNvPr id="1049088" name="墨迹 1049087"/>
              <p14:cNvContentPartPr/>
              <p14:nvPr/>
            </p14:nvContentPartPr>
            <p14:xfrm>
              <a:off x="1175561" y="5561700"/>
              <a:ext cx="45114" cy="294866"/>
            </p14:xfrm>
          </p:contentPart>
        </mc:Choice>
        <mc:Fallback xmlns="">
          <p:sp>
            <p:nvSpPr>
              <p:cNvPr id="1049088" name=""/>
              <p:cNvSpPr/>
              <p:nvPr/>
            </p:nvSpPr>
            <p:spPr>
              <a:xfrm>
                <a:off x="1175561" y="5561700"/>
                <a:ext cx="45114" cy="294866"/>
              </a:xfrm>
            </p:spPr>
          </p:sp>
        </mc:Fallback>
      </mc:AlternateContent>
      <mc:AlternateContent xmlns:mc="http://schemas.openxmlformats.org/markup-compatibility/2006" xmlns:p14="http://schemas.microsoft.com/office/powerpoint/2010/main">
        <mc:Choice Requires="p14">
          <p:contentPart p14:bwMode="auto" r:id="rId97">
            <p14:nvContentPartPr>
              <p14:cNvPr id="1049089" name="墨迹 1049088"/>
              <p14:cNvContentPartPr/>
              <p14:nvPr/>
            </p14:nvContentPartPr>
            <p14:xfrm>
              <a:off x="1140911" y="5648154"/>
              <a:ext cx="147287" cy="83359"/>
            </p14:xfrm>
          </p:contentPart>
        </mc:Choice>
        <mc:Fallback xmlns="">
          <p:sp>
            <p:nvSpPr>
              <p:cNvPr id="1049089" name=""/>
              <p:cNvSpPr/>
              <p:nvPr/>
            </p:nvSpPr>
            <p:spPr>
              <a:xfrm>
                <a:off x="1140911" y="5648154"/>
                <a:ext cx="147287" cy="83359"/>
              </a:xfrm>
            </p:spPr>
          </p:sp>
        </mc:Fallback>
      </mc:AlternateContent>
      <mc:AlternateContent xmlns:mc="http://schemas.openxmlformats.org/markup-compatibility/2006" xmlns:p14="http://schemas.microsoft.com/office/powerpoint/2010/main">
        <mc:Choice Requires="p14">
          <p:contentPart p14:bwMode="auto" r:id="rId98">
            <p14:nvContentPartPr>
              <p14:cNvPr id="1049090" name="墨迹 1049089"/>
              <p14:cNvContentPartPr/>
              <p14:nvPr/>
            </p14:nvContentPartPr>
            <p14:xfrm>
              <a:off x="1124007" y="5717408"/>
              <a:ext cx="125924" cy="139905"/>
            </p14:xfrm>
          </p:contentPart>
        </mc:Choice>
        <mc:Fallback xmlns="">
          <p:sp>
            <p:nvSpPr>
              <p:cNvPr id="1049090" name=""/>
              <p:cNvSpPr/>
              <p:nvPr/>
            </p:nvSpPr>
            <p:spPr>
              <a:xfrm>
                <a:off x="1124007" y="5717408"/>
                <a:ext cx="125924" cy="139905"/>
              </a:xfrm>
            </p:spPr>
          </p:sp>
        </mc:Fallback>
      </mc:AlternateContent>
      <mc:AlternateContent xmlns:mc="http://schemas.openxmlformats.org/markup-compatibility/2006" xmlns:p14="http://schemas.microsoft.com/office/powerpoint/2010/main">
        <mc:Choice Requires="p14">
          <p:contentPart p14:bwMode="auto" r:id="rId99">
            <p14:nvContentPartPr>
              <p14:cNvPr id="1049091" name="墨迹 1049090"/>
              <p14:cNvContentPartPr/>
              <p14:nvPr/>
            </p14:nvContentPartPr>
            <p14:xfrm>
              <a:off x="1241480" y="5729003"/>
              <a:ext cx="225669" cy="9628"/>
            </p14:xfrm>
          </p:contentPart>
        </mc:Choice>
        <mc:Fallback xmlns="">
          <p:sp>
            <p:nvSpPr>
              <p:cNvPr id="1049091" name=""/>
              <p:cNvSpPr/>
              <p:nvPr/>
            </p:nvSpPr>
            <p:spPr>
              <a:xfrm>
                <a:off x="1241480" y="5729003"/>
                <a:ext cx="225669" cy="9628"/>
              </a:xfrm>
            </p:spPr>
          </p:sp>
        </mc:Fallback>
      </mc:AlternateContent>
      <mc:AlternateContent xmlns:mc="http://schemas.openxmlformats.org/markup-compatibility/2006" xmlns:p14="http://schemas.microsoft.com/office/powerpoint/2010/main">
        <mc:Choice Requires="p14">
          <p:contentPart p14:bwMode="auto" r:id="rId100">
            <p14:nvContentPartPr>
              <p14:cNvPr id="1049092" name="墨迹 1049091"/>
              <p14:cNvContentPartPr/>
              <p14:nvPr/>
            </p14:nvContentPartPr>
            <p14:xfrm>
              <a:off x="1233874" y="5774555"/>
              <a:ext cx="76599" cy="57265"/>
            </p14:xfrm>
          </p:contentPart>
        </mc:Choice>
        <mc:Fallback xmlns="">
          <p:sp>
            <p:nvSpPr>
              <p:cNvPr id="1049092" name=""/>
              <p:cNvSpPr/>
              <p:nvPr/>
            </p:nvSpPr>
            <p:spPr>
              <a:xfrm>
                <a:off x="1233874" y="5774555"/>
                <a:ext cx="76599" cy="57265"/>
              </a:xfrm>
            </p:spPr>
          </p:sp>
        </mc:Fallback>
      </mc:AlternateContent>
      <mc:AlternateContent xmlns:mc="http://schemas.openxmlformats.org/markup-compatibility/2006" xmlns:p14="http://schemas.microsoft.com/office/powerpoint/2010/main">
        <mc:Choice Requires="p14">
          <p:contentPart p14:bwMode="auto" r:id="rId101">
            <p14:nvContentPartPr>
              <p14:cNvPr id="1049093" name="墨迹 1049092"/>
              <p14:cNvContentPartPr/>
              <p14:nvPr/>
            </p14:nvContentPartPr>
            <p14:xfrm>
              <a:off x="1197534" y="5841337"/>
              <a:ext cx="292938" cy="175119"/>
            </p14:xfrm>
          </p:contentPart>
        </mc:Choice>
        <mc:Fallback xmlns="">
          <p:sp>
            <p:nvSpPr>
              <p:cNvPr id="1049093" name=""/>
              <p:cNvSpPr/>
              <p:nvPr/>
            </p:nvSpPr>
            <p:spPr>
              <a:xfrm>
                <a:off x="1197534" y="5841337"/>
                <a:ext cx="292938" cy="175119"/>
              </a:xfrm>
            </p:spPr>
          </p:sp>
        </mc:Fallback>
      </mc:AlternateContent>
      <mc:AlternateContent xmlns:mc="http://schemas.openxmlformats.org/markup-compatibility/2006" xmlns:p14="http://schemas.microsoft.com/office/powerpoint/2010/main">
        <mc:Choice Requires="p14">
          <p:contentPart p14:bwMode="auto" r:id="rId102">
            <p14:nvContentPartPr>
              <p14:cNvPr id="1049094" name="墨迹 1049093"/>
              <p14:cNvContentPartPr/>
              <p14:nvPr/>
            </p14:nvContentPartPr>
            <p14:xfrm>
              <a:off x="1631080" y="5324825"/>
              <a:ext cx="15758" cy="268017"/>
            </p14:xfrm>
          </p:contentPart>
        </mc:Choice>
        <mc:Fallback xmlns="">
          <p:sp>
            <p:nvSpPr>
              <p:cNvPr id="1049094" name=""/>
              <p:cNvSpPr/>
              <p:nvPr/>
            </p:nvSpPr>
            <p:spPr>
              <a:xfrm>
                <a:off x="1631080" y="5324825"/>
                <a:ext cx="15758" cy="268017"/>
              </a:xfrm>
            </p:spPr>
          </p:sp>
        </mc:Fallback>
      </mc:AlternateContent>
      <mc:AlternateContent xmlns:mc="http://schemas.openxmlformats.org/markup-compatibility/2006" xmlns:p14="http://schemas.microsoft.com/office/powerpoint/2010/main">
        <mc:Choice Requires="p14">
          <p:contentPart p14:bwMode="auto" r:id="rId103">
            <p14:nvContentPartPr>
              <p14:cNvPr id="1049095" name="墨迹 1049094"/>
              <p14:cNvContentPartPr/>
              <p14:nvPr/>
            </p14:nvContentPartPr>
            <p14:xfrm>
              <a:off x="1661504" y="5394589"/>
              <a:ext cx="107625" cy="71863"/>
            </p14:xfrm>
          </p:contentPart>
        </mc:Choice>
        <mc:Fallback xmlns="">
          <p:sp>
            <p:nvSpPr>
              <p:cNvPr id="1049095" name=""/>
              <p:cNvSpPr/>
              <p:nvPr/>
            </p:nvSpPr>
            <p:spPr>
              <a:xfrm>
                <a:off x="1661504" y="5394589"/>
                <a:ext cx="107625" cy="71863"/>
              </a:xfrm>
            </p:spPr>
          </p:sp>
        </mc:Fallback>
      </mc:AlternateContent>
      <mc:AlternateContent xmlns:mc="http://schemas.openxmlformats.org/markup-compatibility/2006" xmlns:p14="http://schemas.microsoft.com/office/powerpoint/2010/main">
        <mc:Choice Requires="p14">
          <p:contentPart p14:bwMode="auto" r:id="rId104">
            <p14:nvContentPartPr>
              <p14:cNvPr id="1049096" name="墨迹 1049095"/>
              <p14:cNvContentPartPr/>
              <p14:nvPr/>
            </p14:nvContentPartPr>
            <p14:xfrm>
              <a:off x="1565161" y="5536852"/>
              <a:ext cx="34886" cy="177293"/>
            </p14:xfrm>
          </p:contentPart>
        </mc:Choice>
        <mc:Fallback xmlns="">
          <p:sp>
            <p:nvSpPr>
              <p:cNvPr id="1049096" name=""/>
              <p:cNvSpPr/>
              <p:nvPr/>
            </p:nvSpPr>
            <p:spPr>
              <a:xfrm>
                <a:off x="1565161" y="5536852"/>
                <a:ext cx="34886" cy="177293"/>
              </a:xfrm>
            </p:spPr>
          </p:sp>
        </mc:Fallback>
      </mc:AlternateContent>
      <mc:AlternateContent xmlns:mc="http://schemas.openxmlformats.org/markup-compatibility/2006" xmlns:p14="http://schemas.microsoft.com/office/powerpoint/2010/main">
        <mc:Choice Requires="p14">
          <p:contentPart p14:bwMode="auto" r:id="rId105">
            <p14:nvContentPartPr>
              <p14:cNvPr id="1049097" name="墨迹 1049096"/>
              <p14:cNvContentPartPr/>
              <p14:nvPr/>
            </p14:nvContentPartPr>
            <p14:xfrm>
              <a:off x="1579528" y="5528147"/>
              <a:ext cx="239761" cy="239372"/>
            </p14:xfrm>
          </p:contentPart>
        </mc:Choice>
        <mc:Fallback xmlns="">
          <p:sp>
            <p:nvSpPr>
              <p:cNvPr id="1049097" name=""/>
              <p:cNvSpPr/>
              <p:nvPr/>
            </p:nvSpPr>
            <p:spPr>
              <a:xfrm>
                <a:off x="1579528" y="5528147"/>
                <a:ext cx="239761" cy="239372"/>
              </a:xfrm>
            </p:spPr>
          </p:sp>
        </mc:Fallback>
      </mc:AlternateContent>
      <mc:AlternateContent xmlns:mc="http://schemas.openxmlformats.org/markup-compatibility/2006" xmlns:p14="http://schemas.microsoft.com/office/powerpoint/2010/main">
        <mc:Choice Requires="p14">
          <p:contentPart p14:bwMode="auto" r:id="rId106">
            <p14:nvContentPartPr>
              <p14:cNvPr id="1049098" name="墨迹 1049097"/>
              <p14:cNvContentPartPr/>
              <p14:nvPr/>
            </p14:nvContentPartPr>
            <p14:xfrm>
              <a:off x="1527975" y="5801123"/>
              <a:ext cx="534894" cy="148126"/>
            </p14:xfrm>
          </p:contentPart>
        </mc:Choice>
        <mc:Fallback xmlns="">
          <p:sp>
            <p:nvSpPr>
              <p:cNvPr id="1049098" name=""/>
              <p:cNvSpPr/>
              <p:nvPr/>
            </p:nvSpPr>
            <p:spPr>
              <a:xfrm>
                <a:off x="1527975" y="5801123"/>
                <a:ext cx="534894" cy="148126"/>
              </a:xfrm>
            </p:spPr>
          </p:sp>
        </mc:Fallback>
      </mc:AlternateContent>
      <mc:AlternateContent xmlns:mc="http://schemas.openxmlformats.org/markup-compatibility/2006" xmlns:p14="http://schemas.microsoft.com/office/powerpoint/2010/main">
        <mc:Choice Requires="p14">
          <p:contentPart p14:bwMode="auto" r:id="rId107">
            <p14:nvContentPartPr>
              <p14:cNvPr id="1049099" name="墨迹 1049098"/>
              <p14:cNvContentPartPr/>
              <p14:nvPr/>
            </p14:nvContentPartPr>
            <p14:xfrm>
              <a:off x="9117148" y="5956766"/>
              <a:ext cx="0" cy="0"/>
            </p14:xfrm>
          </p:contentPart>
        </mc:Choice>
        <mc:Fallback xmlns="">
          <p:sp>
            <p:nvSpPr>
              <p:cNvPr id="1049099" name=""/>
              <p:cNvSpPr/>
              <p:nvPr/>
            </p:nvSpPr>
            <p:spPr>
              <a:xfrm>
                <a:off x="9117148" y="5956766"/>
                <a:ext cx="0" cy="0"/>
              </a:xfrm>
            </p:spPr>
          </p:sp>
        </mc:Fallback>
      </mc:AlternateContent>
      <mc:AlternateContent xmlns:mc="http://schemas.openxmlformats.org/markup-compatibility/2006" xmlns:p14="http://schemas.microsoft.com/office/powerpoint/2010/main">
        <mc:Choice Requires="p14">
          <p:contentPart p14:bwMode="auto" r:id="rId108">
            <p14:nvContentPartPr>
              <p14:cNvPr id="1049100" name="墨迹 1049099"/>
              <p14:cNvContentPartPr/>
              <p14:nvPr/>
            </p14:nvContentPartPr>
            <p14:xfrm>
              <a:off x="6910541" y="5632927"/>
              <a:ext cx="411532" cy="303390"/>
            </p14:xfrm>
          </p:contentPart>
        </mc:Choice>
        <mc:Fallback xmlns="">
          <p:sp>
            <p:nvSpPr>
              <p:cNvPr id="1049100" name=""/>
              <p:cNvSpPr/>
              <p:nvPr/>
            </p:nvSpPr>
            <p:spPr>
              <a:xfrm>
                <a:off x="6910541" y="5632927"/>
                <a:ext cx="411532" cy="303390"/>
              </a:xfrm>
            </p:spPr>
          </p:sp>
        </mc:Fallback>
      </mc:AlternateContent>
      <mc:AlternateContent xmlns:mc="http://schemas.openxmlformats.org/markup-compatibility/2006" xmlns:p14="http://schemas.microsoft.com/office/powerpoint/2010/main">
        <mc:Choice Requires="p14">
          <p:contentPart p14:bwMode="auto" r:id="rId109">
            <p14:nvContentPartPr>
              <p14:cNvPr id="1049101" name="墨迹 1049100"/>
              <p14:cNvContentPartPr/>
              <p14:nvPr/>
            </p14:nvContentPartPr>
            <p14:xfrm>
              <a:off x="6931577" y="5538509"/>
              <a:ext cx="404904" cy="469493"/>
            </p14:xfrm>
          </p:contentPart>
        </mc:Choice>
        <mc:Fallback xmlns="">
          <p:sp>
            <p:nvSpPr>
              <p:cNvPr id="1049101" name=""/>
              <p:cNvSpPr/>
              <p:nvPr/>
            </p:nvSpPr>
            <p:spPr>
              <a:xfrm>
                <a:off x="6931577" y="5538509"/>
                <a:ext cx="404904" cy="469493"/>
              </a:xfrm>
            </p:spPr>
          </p:sp>
        </mc:Fallback>
      </mc:AlternateContent>
      <mc:AlternateContent xmlns:mc="http://schemas.openxmlformats.org/markup-compatibility/2006" xmlns:p14="http://schemas.microsoft.com/office/powerpoint/2010/main">
        <mc:Choice Requires="p14">
          <p:contentPart p14:bwMode="auto" r:id="rId110">
            <p14:nvContentPartPr>
              <p14:cNvPr id="1049102" name="墨迹 1049101"/>
              <p14:cNvContentPartPr/>
              <p14:nvPr/>
            </p14:nvContentPartPr>
            <p14:xfrm>
              <a:off x="7527478" y="5469765"/>
              <a:ext cx="56727" cy="428624"/>
            </p14:xfrm>
          </p:contentPart>
        </mc:Choice>
        <mc:Fallback xmlns="">
          <p:sp>
            <p:nvSpPr>
              <p:cNvPr id="1049102" name=""/>
              <p:cNvSpPr/>
              <p:nvPr/>
            </p:nvSpPr>
            <p:spPr>
              <a:xfrm>
                <a:off x="7527478" y="5469765"/>
                <a:ext cx="56727" cy="428624"/>
              </a:xfrm>
            </p:spPr>
          </p:sp>
        </mc:Fallback>
      </mc:AlternateContent>
      <mc:AlternateContent xmlns:mc="http://schemas.openxmlformats.org/markup-compatibility/2006" xmlns:p14="http://schemas.microsoft.com/office/powerpoint/2010/main">
        <mc:Choice Requires="p14">
          <p:contentPart p14:bwMode="auto" r:id="rId111">
            <p14:nvContentPartPr>
              <p14:cNvPr id="1049103" name="墨迹 1049102"/>
              <p14:cNvContentPartPr/>
              <p14:nvPr/>
            </p14:nvContentPartPr>
            <p14:xfrm>
              <a:off x="7513957" y="5462812"/>
              <a:ext cx="186436" cy="409021"/>
            </p14:xfrm>
          </p:contentPart>
        </mc:Choice>
        <mc:Fallback xmlns="">
          <p:sp>
            <p:nvSpPr>
              <p:cNvPr id="1049103" name=""/>
              <p:cNvSpPr/>
              <p:nvPr/>
            </p:nvSpPr>
            <p:spPr>
              <a:xfrm>
                <a:off x="7513957" y="5462812"/>
                <a:ext cx="186436" cy="409021"/>
              </a:xfrm>
            </p:spPr>
          </p:sp>
        </mc:Fallback>
      </mc:AlternateContent>
      <mc:AlternateContent xmlns:mc="http://schemas.openxmlformats.org/markup-compatibility/2006" xmlns:p14="http://schemas.microsoft.com/office/powerpoint/2010/main">
        <mc:Choice Requires="p14">
          <p:contentPart p14:bwMode="auto" r:id="rId112">
            <p14:nvContentPartPr>
              <p14:cNvPr id="1049104" name="墨迹 1049103"/>
              <p14:cNvContentPartPr/>
              <p14:nvPr/>
            </p14:nvContentPartPr>
            <p14:xfrm>
              <a:off x="7562128" y="5621018"/>
              <a:ext cx="117471" cy="220652"/>
            </p14:xfrm>
          </p:contentPart>
        </mc:Choice>
        <mc:Fallback xmlns="">
          <p:sp>
            <p:nvSpPr>
              <p:cNvPr id="1049104" name=""/>
              <p:cNvSpPr/>
              <p:nvPr/>
            </p:nvSpPr>
            <p:spPr>
              <a:xfrm>
                <a:off x="7562128" y="5621018"/>
                <a:ext cx="117471" cy="220652"/>
              </a:xfrm>
            </p:spPr>
          </p:sp>
        </mc:Fallback>
      </mc:AlternateContent>
      <mc:AlternateContent xmlns:mc="http://schemas.openxmlformats.org/markup-compatibility/2006" xmlns:p14="http://schemas.microsoft.com/office/powerpoint/2010/main">
        <mc:Choice Requires="p14">
          <p:contentPart p14:bwMode="auto" r:id="rId113">
            <p14:nvContentPartPr>
              <p14:cNvPr id="1049105" name="墨迹 1049104"/>
              <p14:cNvContentPartPr/>
              <p14:nvPr/>
            </p14:nvContentPartPr>
            <p14:xfrm>
              <a:off x="7775943" y="5344407"/>
              <a:ext cx="59327" cy="26798"/>
            </p14:xfrm>
          </p:contentPart>
        </mc:Choice>
        <mc:Fallback xmlns="">
          <p:sp>
            <p:nvSpPr>
              <p:cNvPr id="1049105" name=""/>
              <p:cNvSpPr/>
              <p:nvPr/>
            </p:nvSpPr>
            <p:spPr>
              <a:xfrm>
                <a:off x="7775943" y="5344407"/>
                <a:ext cx="59327" cy="26798"/>
              </a:xfrm>
            </p:spPr>
          </p:sp>
        </mc:Fallback>
      </mc:AlternateContent>
      <mc:AlternateContent xmlns:mc="http://schemas.openxmlformats.org/markup-compatibility/2006" xmlns:p14="http://schemas.microsoft.com/office/powerpoint/2010/main">
        <mc:Choice Requires="p14">
          <p:contentPart p14:bwMode="auto" r:id="rId114">
            <p14:nvContentPartPr>
              <p14:cNvPr id="1049106" name="墨迹 1049105"/>
              <p14:cNvContentPartPr/>
              <p14:nvPr/>
            </p14:nvContentPartPr>
            <p14:xfrm>
              <a:off x="7704953" y="5419538"/>
              <a:ext cx="245740" cy="44429"/>
            </p14:xfrm>
          </p:contentPart>
        </mc:Choice>
        <mc:Fallback xmlns="">
          <p:sp>
            <p:nvSpPr>
              <p:cNvPr id="1049106" name=""/>
              <p:cNvSpPr/>
              <p:nvPr/>
            </p:nvSpPr>
            <p:spPr>
              <a:xfrm>
                <a:off x="7704953" y="5419538"/>
                <a:ext cx="245740" cy="44429"/>
              </a:xfrm>
            </p:spPr>
          </p:sp>
        </mc:Fallback>
      </mc:AlternateContent>
      <mc:AlternateContent xmlns:mc="http://schemas.openxmlformats.org/markup-compatibility/2006" xmlns:p14="http://schemas.microsoft.com/office/powerpoint/2010/main">
        <mc:Choice Requires="p14">
          <p:contentPart p14:bwMode="auto" r:id="rId115">
            <p14:nvContentPartPr>
              <p14:cNvPr id="1049107" name="墨迹 1049106"/>
              <p14:cNvContentPartPr/>
              <p14:nvPr/>
            </p14:nvContentPartPr>
            <p14:xfrm>
              <a:off x="7762421" y="5458828"/>
              <a:ext cx="210690" cy="131802"/>
            </p14:xfrm>
          </p:contentPart>
        </mc:Choice>
        <mc:Fallback xmlns="">
          <p:sp>
            <p:nvSpPr>
              <p:cNvPr id="1049107" name=""/>
              <p:cNvSpPr/>
              <p:nvPr/>
            </p:nvSpPr>
            <p:spPr>
              <a:xfrm>
                <a:off x="7762421" y="5458828"/>
                <a:ext cx="210690" cy="131802"/>
              </a:xfrm>
            </p:spPr>
          </p:sp>
        </mc:Fallback>
      </mc:AlternateContent>
      <mc:AlternateContent xmlns:mc="http://schemas.openxmlformats.org/markup-compatibility/2006" xmlns:p14="http://schemas.microsoft.com/office/powerpoint/2010/main">
        <mc:Choice Requires="p14">
          <p:contentPart p14:bwMode="auto" r:id="rId116">
            <p14:nvContentPartPr>
              <p14:cNvPr id="1049108" name="墨迹 1049107"/>
              <p14:cNvContentPartPr/>
              <p14:nvPr/>
            </p14:nvContentPartPr>
            <p14:xfrm>
              <a:off x="7738582" y="5606424"/>
              <a:ext cx="89758" cy="243650"/>
            </p14:xfrm>
          </p:contentPart>
        </mc:Choice>
        <mc:Fallback xmlns="">
          <p:sp>
            <p:nvSpPr>
              <p:cNvPr id="1049108" name=""/>
              <p:cNvSpPr/>
              <p:nvPr/>
            </p:nvSpPr>
            <p:spPr>
              <a:xfrm>
                <a:off x="7738582" y="5606424"/>
                <a:ext cx="89758" cy="243650"/>
              </a:xfrm>
            </p:spPr>
          </p:sp>
        </mc:Fallback>
      </mc:AlternateContent>
      <mc:AlternateContent xmlns:mc="http://schemas.openxmlformats.org/markup-compatibility/2006" xmlns:p14="http://schemas.microsoft.com/office/powerpoint/2010/main">
        <mc:Choice Requires="p14">
          <p:contentPart p14:bwMode="auto" r:id="rId117">
            <p14:nvContentPartPr>
              <p14:cNvPr id="1049109" name="墨迹 1049108"/>
              <p14:cNvContentPartPr/>
              <p14:nvPr/>
            </p14:nvContentPartPr>
            <p14:xfrm>
              <a:off x="7771718" y="5625592"/>
              <a:ext cx="170156" cy="257375"/>
            </p14:xfrm>
          </p:contentPart>
        </mc:Choice>
        <mc:Fallback xmlns="">
          <p:sp>
            <p:nvSpPr>
              <p:cNvPr id="1049109" name=""/>
              <p:cNvSpPr/>
              <p:nvPr/>
            </p:nvSpPr>
            <p:spPr>
              <a:xfrm>
                <a:off x="7771718" y="5625592"/>
                <a:ext cx="170156" cy="257375"/>
              </a:xfrm>
            </p:spPr>
          </p:sp>
        </mc:Fallback>
      </mc:AlternateContent>
      <mc:AlternateContent xmlns:mc="http://schemas.openxmlformats.org/markup-compatibility/2006" xmlns:p14="http://schemas.microsoft.com/office/powerpoint/2010/main">
        <mc:Choice Requires="p14">
          <p:contentPart p14:bwMode="auto" r:id="rId118">
            <p14:nvContentPartPr>
              <p14:cNvPr id="1049110" name="墨迹 1049109"/>
              <p14:cNvContentPartPr/>
              <p14:nvPr/>
            </p14:nvContentPartPr>
            <p14:xfrm>
              <a:off x="7810594" y="5702280"/>
              <a:ext cx="170932" cy="135711"/>
            </p14:xfrm>
          </p:contentPart>
        </mc:Choice>
        <mc:Fallback xmlns="">
          <p:sp>
            <p:nvSpPr>
              <p:cNvPr id="1049110" name=""/>
              <p:cNvSpPr/>
              <p:nvPr/>
            </p:nvSpPr>
            <p:spPr>
              <a:xfrm>
                <a:off x="7810594" y="5702280"/>
                <a:ext cx="170932" cy="135711"/>
              </a:xfrm>
            </p:spPr>
          </p:sp>
        </mc:Fallback>
      </mc:AlternateContent>
      <mc:AlternateContent xmlns:mc="http://schemas.openxmlformats.org/markup-compatibility/2006" xmlns:p14="http://schemas.microsoft.com/office/powerpoint/2010/main">
        <mc:Choice Requires="p14">
          <p:contentPart p14:bwMode="auto" r:id="rId119">
            <p14:nvContentPartPr>
              <p14:cNvPr id="1049111" name="墨迹 1049110"/>
              <p14:cNvContentPartPr/>
              <p14:nvPr/>
            </p14:nvContentPartPr>
            <p14:xfrm>
              <a:off x="7760731" y="6071062"/>
              <a:ext cx="364471" cy="363480"/>
            </p14:xfrm>
          </p:contentPart>
        </mc:Choice>
        <mc:Fallback xmlns="">
          <p:sp>
            <p:nvSpPr>
              <p:cNvPr id="1049111" name=""/>
              <p:cNvSpPr/>
              <p:nvPr/>
            </p:nvSpPr>
            <p:spPr>
              <a:xfrm>
                <a:off x="7760731" y="6071062"/>
                <a:ext cx="364471" cy="363480"/>
              </a:xfrm>
            </p:spPr>
          </p:sp>
        </mc:Fallback>
      </mc:AlternateContent>
      <mc:AlternateContent xmlns:mc="http://schemas.openxmlformats.org/markup-compatibility/2006" xmlns:p14="http://schemas.microsoft.com/office/powerpoint/2010/main">
        <mc:Choice Requires="p14">
          <p:contentPart p14:bwMode="auto" r:id="rId120">
            <p14:nvContentPartPr>
              <p14:cNvPr id="1049112" name="墨迹 1049111"/>
              <p14:cNvContentPartPr/>
              <p14:nvPr/>
            </p14:nvContentPartPr>
            <p14:xfrm>
              <a:off x="7733814" y="6169622"/>
              <a:ext cx="348907" cy="351926"/>
            </p14:xfrm>
          </p:contentPart>
        </mc:Choice>
        <mc:Fallback xmlns="">
          <p:sp>
            <p:nvSpPr>
              <p:cNvPr id="1049112" name=""/>
              <p:cNvSpPr/>
              <p:nvPr/>
            </p:nvSpPr>
            <p:spPr>
              <a:xfrm>
                <a:off x="7733814" y="6169622"/>
                <a:ext cx="348907" cy="351926"/>
              </a:xfrm>
            </p:spPr>
          </p:sp>
        </mc:Fallback>
      </mc:AlternateContent>
      <mc:AlternateContent xmlns:mc="http://schemas.openxmlformats.org/markup-compatibility/2006" xmlns:p14="http://schemas.microsoft.com/office/powerpoint/2010/main">
        <mc:Choice Requires="p14">
          <p:contentPart p14:bwMode="auto" r:id="rId121">
            <p14:nvContentPartPr>
              <p14:cNvPr id="1049113" name="墨迹 1049112"/>
              <p14:cNvContentPartPr/>
              <p14:nvPr/>
            </p14:nvContentPartPr>
            <p14:xfrm>
              <a:off x="8911784" y="6079345"/>
              <a:ext cx="43110" cy="119626"/>
            </p14:xfrm>
          </p:contentPart>
        </mc:Choice>
        <mc:Fallback xmlns="">
          <p:sp>
            <p:nvSpPr>
              <p:cNvPr id="1049113" name=""/>
              <p:cNvSpPr/>
              <p:nvPr/>
            </p:nvSpPr>
            <p:spPr>
              <a:xfrm>
                <a:off x="8911784" y="6079345"/>
                <a:ext cx="43110" cy="119626"/>
              </a:xfrm>
            </p:spPr>
          </p:sp>
        </mc:Fallback>
      </mc:AlternateContent>
      <mc:AlternateContent xmlns:mc="http://schemas.openxmlformats.org/markup-compatibility/2006" xmlns:p14="http://schemas.microsoft.com/office/powerpoint/2010/main">
        <mc:Choice Requires="p14">
          <p:contentPart p14:bwMode="auto" r:id="rId122">
            <p14:nvContentPartPr>
              <p14:cNvPr id="1049114" name="墨迹 1049113"/>
              <p14:cNvContentPartPr/>
              <p14:nvPr/>
            </p14:nvContentPartPr>
            <p14:xfrm>
              <a:off x="8731773" y="6207936"/>
              <a:ext cx="369725" cy="32914"/>
            </p14:xfrm>
          </p:contentPart>
        </mc:Choice>
        <mc:Fallback xmlns="">
          <p:sp>
            <p:nvSpPr>
              <p:cNvPr id="1049114" name=""/>
              <p:cNvSpPr/>
              <p:nvPr/>
            </p:nvSpPr>
            <p:spPr>
              <a:xfrm>
                <a:off x="8731773" y="6207936"/>
                <a:ext cx="369725" cy="32914"/>
              </a:xfrm>
            </p:spPr>
          </p:sp>
        </mc:Fallback>
      </mc:AlternateContent>
      <mc:AlternateContent xmlns:mc="http://schemas.openxmlformats.org/markup-compatibility/2006" xmlns:p14="http://schemas.microsoft.com/office/powerpoint/2010/main">
        <mc:Choice Requires="p14">
          <p:contentPart p14:bwMode="auto" r:id="rId123">
            <p14:nvContentPartPr>
              <p14:cNvPr id="1049115" name="墨迹 1049114"/>
              <p14:cNvContentPartPr/>
              <p14:nvPr/>
            </p14:nvContentPartPr>
            <p14:xfrm>
              <a:off x="8827577" y="6234224"/>
              <a:ext cx="31810" cy="181215"/>
            </p14:xfrm>
          </p:contentPart>
        </mc:Choice>
        <mc:Fallback xmlns="">
          <p:sp>
            <p:nvSpPr>
              <p:cNvPr id="1049115" name=""/>
              <p:cNvSpPr/>
              <p:nvPr/>
            </p:nvSpPr>
            <p:spPr>
              <a:xfrm>
                <a:off x="8827577" y="6234224"/>
                <a:ext cx="31810" cy="181215"/>
              </a:xfrm>
            </p:spPr>
          </p:sp>
        </mc:Fallback>
      </mc:AlternateContent>
      <mc:AlternateContent xmlns:mc="http://schemas.openxmlformats.org/markup-compatibility/2006" xmlns:p14="http://schemas.microsoft.com/office/powerpoint/2010/main">
        <mc:Choice Requires="p14">
          <p:contentPart p14:bwMode="auto" r:id="rId124">
            <p14:nvContentPartPr>
              <p14:cNvPr id="1049116" name="墨迹 1049115"/>
              <p14:cNvContentPartPr/>
              <p14:nvPr/>
            </p14:nvContentPartPr>
            <p14:xfrm>
              <a:off x="8670526" y="6287899"/>
              <a:ext cx="242884" cy="330018"/>
            </p14:xfrm>
          </p:contentPart>
        </mc:Choice>
        <mc:Fallback xmlns="">
          <p:sp>
            <p:nvSpPr>
              <p:cNvPr id="1049116" name=""/>
              <p:cNvSpPr/>
              <p:nvPr/>
            </p:nvSpPr>
            <p:spPr>
              <a:xfrm>
                <a:off x="8670526" y="6287899"/>
                <a:ext cx="242884" cy="330018"/>
              </a:xfrm>
            </p:spPr>
          </p:sp>
        </mc:Fallback>
      </mc:AlternateContent>
      <mc:AlternateContent xmlns:mc="http://schemas.openxmlformats.org/markup-compatibility/2006" xmlns:p14="http://schemas.microsoft.com/office/powerpoint/2010/main">
        <mc:Choice Requires="p14">
          <p:contentPart p14:bwMode="auto" r:id="rId125">
            <p14:nvContentPartPr>
              <p14:cNvPr id="1049117" name="墨迹 1049116"/>
              <p14:cNvContentPartPr/>
              <p14:nvPr/>
            </p14:nvContentPartPr>
            <p14:xfrm>
              <a:off x="8710646" y="6356305"/>
              <a:ext cx="396194" cy="200102"/>
            </p14:xfrm>
          </p:contentPart>
        </mc:Choice>
        <mc:Fallback xmlns="">
          <p:sp>
            <p:nvSpPr>
              <p:cNvPr id="1049117" name=""/>
              <p:cNvSpPr/>
              <p:nvPr/>
            </p:nvSpPr>
            <p:spPr>
              <a:xfrm>
                <a:off x="8710646" y="6356305"/>
                <a:ext cx="396194" cy="200102"/>
              </a:xfrm>
            </p:spPr>
          </p:sp>
        </mc:Fallback>
      </mc:AlternateContent>
      <mc:AlternateContent xmlns:mc="http://schemas.openxmlformats.org/markup-compatibility/2006" xmlns:p14="http://schemas.microsoft.com/office/powerpoint/2010/main">
        <mc:Choice Requires="p14">
          <p:contentPart p14:bwMode="auto" r:id="rId126">
            <p14:nvContentPartPr>
              <p14:cNvPr id="1049118" name="墨迹 1049117"/>
              <p14:cNvContentPartPr/>
              <p14:nvPr/>
            </p14:nvContentPartPr>
            <p14:xfrm>
              <a:off x="8807829" y="6481038"/>
              <a:ext cx="48953" cy="211998"/>
            </p14:xfrm>
          </p:contentPart>
        </mc:Choice>
        <mc:Fallback xmlns="">
          <p:sp>
            <p:nvSpPr>
              <p:cNvPr id="1049118" name=""/>
              <p:cNvSpPr/>
              <p:nvPr/>
            </p:nvSpPr>
            <p:spPr>
              <a:xfrm>
                <a:off x="8807829" y="6481038"/>
                <a:ext cx="48953" cy="211998"/>
              </a:xfrm>
            </p:spPr>
          </p:sp>
        </mc:Fallback>
      </mc:AlternateContent>
      <mc:AlternateContent xmlns:mc="http://schemas.openxmlformats.org/markup-compatibility/2006" xmlns:p14="http://schemas.microsoft.com/office/powerpoint/2010/main">
        <mc:Choice Requires="p14">
          <p:contentPart p14:bwMode="auto" r:id="rId127">
            <p14:nvContentPartPr>
              <p14:cNvPr id="1049119" name="墨迹 1049118"/>
              <p14:cNvContentPartPr/>
              <p14:nvPr/>
            </p14:nvContentPartPr>
            <p14:xfrm>
              <a:off x="8852626" y="6389258"/>
              <a:ext cx="389422" cy="288654"/>
            </p14:xfrm>
          </p:contentPart>
        </mc:Choice>
        <mc:Fallback xmlns="">
          <p:sp>
            <p:nvSpPr>
              <p:cNvPr id="1049119" name=""/>
              <p:cNvSpPr/>
              <p:nvPr/>
            </p:nvSpPr>
            <p:spPr>
              <a:xfrm>
                <a:off x="8852626" y="6389258"/>
                <a:ext cx="389422" cy="288654"/>
              </a:xfrm>
            </p:spPr>
          </p:sp>
        </mc:Fallback>
      </mc:AlternateContent>
      <mc:AlternateContent xmlns:mc="http://schemas.openxmlformats.org/markup-compatibility/2006" xmlns:p14="http://schemas.microsoft.com/office/powerpoint/2010/main">
        <mc:Choice Requires="p14">
          <p:contentPart p14:bwMode="auto" r:id="rId128">
            <p14:nvContentPartPr>
              <p14:cNvPr id="1049120" name="墨迹 1049119"/>
              <p14:cNvContentPartPr/>
              <p14:nvPr/>
            </p14:nvContentPartPr>
            <p14:xfrm>
              <a:off x="9474582" y="8708156"/>
              <a:ext cx="89634" cy="0"/>
            </p14:xfrm>
          </p:contentPart>
        </mc:Choice>
        <mc:Fallback xmlns="">
          <p:sp>
            <p:nvSpPr>
              <p:cNvPr id="1049120" name=""/>
              <p:cNvSpPr/>
              <p:nvPr/>
            </p:nvSpPr>
            <p:spPr>
              <a:xfrm>
                <a:off x="9474582" y="8708156"/>
                <a:ext cx="89634" cy="0"/>
              </a:xfrm>
            </p:spPr>
          </p:sp>
        </mc:Fallback>
      </mc:AlternateContent>
      <mc:AlternateContent xmlns:mc="http://schemas.openxmlformats.org/markup-compatibility/2006" xmlns:p14="http://schemas.microsoft.com/office/powerpoint/2010/main">
        <mc:Choice Requires="p14">
          <p:contentPart p14:bwMode="auto" r:id="rId129">
            <p14:nvContentPartPr>
              <p14:cNvPr id="1049121" name="墨迹 1049120"/>
              <p14:cNvContentPartPr/>
              <p14:nvPr/>
            </p14:nvContentPartPr>
            <p14:xfrm>
              <a:off x="10680619" y="7607435"/>
              <a:ext cx="0" cy="0"/>
            </p14:xfrm>
          </p:contentPart>
        </mc:Choice>
        <mc:Fallback xmlns="">
          <p:sp>
            <p:nvSpPr>
              <p:cNvPr id="1049121" name=""/>
              <p:cNvSpPr/>
              <p:nvPr/>
            </p:nvSpPr>
            <p:spPr>
              <a:xfrm>
                <a:off x="10680619" y="7607435"/>
                <a:ext cx="0" cy="0"/>
              </a:xfrm>
            </p:spPr>
          </p:sp>
        </mc:Fallback>
      </mc:AlternateContent>
      <mc:AlternateContent xmlns:mc="http://schemas.openxmlformats.org/markup-compatibility/2006" xmlns:p14="http://schemas.microsoft.com/office/powerpoint/2010/main">
        <mc:Choice Requires="p14">
          <p:contentPart p14:bwMode="auto" r:id="rId130">
            <p14:nvContentPartPr>
              <p14:cNvPr id="1049122" name="墨迹 1049121"/>
              <p14:cNvContentPartPr/>
              <p14:nvPr/>
            </p14:nvContentPartPr>
            <p14:xfrm>
              <a:off x="10171857" y="4993532"/>
              <a:ext cx="0" cy="0"/>
            </p14:xfrm>
          </p:contentPart>
        </mc:Choice>
        <mc:Fallback xmlns="">
          <p:sp>
            <p:nvSpPr>
              <p:cNvPr id="1049122" name=""/>
              <p:cNvSpPr/>
              <p:nvPr/>
            </p:nvSpPr>
            <p:spPr>
              <a:xfrm>
                <a:off x="10171857" y="4993532"/>
                <a:ext cx="0" cy="0"/>
              </a:xfrm>
            </p:spPr>
          </p:sp>
        </mc:Fallback>
      </mc:AlternateContent>
      <mc:AlternateContent xmlns:mc="http://schemas.openxmlformats.org/markup-compatibility/2006" xmlns:p14="http://schemas.microsoft.com/office/powerpoint/2010/main">
        <mc:Choice Requires="p14">
          <p:contentPart p14:bwMode="auto" r:id="rId131">
            <p14:nvContentPartPr>
              <p14:cNvPr id="1049123" name="墨迹 1049122"/>
              <p14:cNvContentPartPr/>
              <p14:nvPr/>
            </p14:nvContentPartPr>
            <p14:xfrm>
              <a:off x="9600650" y="6188672"/>
              <a:ext cx="169775" cy="395777"/>
            </p14:xfrm>
          </p:contentPart>
        </mc:Choice>
        <mc:Fallback xmlns="">
          <p:sp>
            <p:nvSpPr>
              <p:cNvPr id="1049123" name=""/>
              <p:cNvSpPr/>
              <p:nvPr/>
            </p:nvSpPr>
            <p:spPr>
              <a:xfrm>
                <a:off x="9600650" y="6188672"/>
                <a:ext cx="169775" cy="395777"/>
              </a:xfrm>
            </p:spPr>
          </p:sp>
        </mc:Fallback>
      </mc:AlternateContent>
      <mc:AlternateContent xmlns:mc="http://schemas.openxmlformats.org/markup-compatibility/2006" xmlns:p14="http://schemas.microsoft.com/office/powerpoint/2010/main">
        <mc:Choice Requires="p14">
          <p:contentPart p14:bwMode="auto" r:id="rId132">
            <p14:nvContentPartPr>
              <p14:cNvPr id="1049124" name="墨迹 1049123"/>
              <p14:cNvContentPartPr/>
              <p14:nvPr/>
            </p14:nvContentPartPr>
            <p14:xfrm>
              <a:off x="9837233" y="6177905"/>
              <a:ext cx="168981" cy="267748"/>
            </p14:xfrm>
          </p:contentPart>
        </mc:Choice>
        <mc:Fallback xmlns="">
          <p:sp>
            <p:nvSpPr>
              <p:cNvPr id="1049124" name=""/>
              <p:cNvSpPr/>
              <p:nvPr/>
            </p:nvSpPr>
            <p:spPr>
              <a:xfrm>
                <a:off x="9837233" y="6177905"/>
                <a:ext cx="168981" cy="267748"/>
              </a:xfrm>
            </p:spPr>
          </p:sp>
        </mc:Fallback>
      </mc:AlternateContent>
      <mc:AlternateContent xmlns:mc="http://schemas.openxmlformats.org/markup-compatibility/2006" xmlns:p14="http://schemas.microsoft.com/office/powerpoint/2010/main">
        <mc:Choice Requires="p14">
          <p:contentPart p14:bwMode="auto" r:id="rId133">
            <p14:nvContentPartPr>
              <p14:cNvPr id="1049125" name="墨迹 1049124"/>
              <p14:cNvContentPartPr/>
              <p14:nvPr/>
            </p14:nvContentPartPr>
            <p14:xfrm>
              <a:off x="9950436" y="6347692"/>
              <a:ext cx="41379" cy="135113"/>
            </p14:xfrm>
          </p:contentPart>
        </mc:Choice>
        <mc:Fallback xmlns="">
          <p:sp>
            <p:nvSpPr>
              <p:cNvPr id="1049125" name=""/>
              <p:cNvSpPr/>
              <p:nvPr/>
            </p:nvSpPr>
            <p:spPr>
              <a:xfrm>
                <a:off x="9950436" y="6347692"/>
                <a:ext cx="41379" cy="135113"/>
              </a:xfrm>
            </p:spPr>
          </p:sp>
        </mc:Fallback>
      </mc:AlternateContent>
      <mc:AlternateContent xmlns:mc="http://schemas.openxmlformats.org/markup-compatibility/2006" xmlns:p14="http://schemas.microsoft.com/office/powerpoint/2010/main">
        <mc:Choice Requires="p14">
          <p:contentPart p14:bwMode="auto" r:id="rId134">
            <p14:nvContentPartPr>
              <p14:cNvPr id="1049126" name="墨迹 1049125"/>
              <p14:cNvContentPartPr/>
              <p14:nvPr/>
            </p14:nvContentPartPr>
            <p14:xfrm>
              <a:off x="10003052" y="6172107"/>
              <a:ext cx="128240" cy="347092"/>
            </p14:xfrm>
          </p:contentPart>
        </mc:Choice>
        <mc:Fallback xmlns="">
          <p:sp>
            <p:nvSpPr>
              <p:cNvPr id="1049126" name=""/>
              <p:cNvSpPr/>
              <p:nvPr/>
            </p:nvSpPr>
            <p:spPr>
              <a:xfrm>
                <a:off x="10003052" y="6172107"/>
                <a:ext cx="128240" cy="347092"/>
              </a:xfrm>
            </p:spPr>
          </p:sp>
        </mc:Fallback>
      </mc:AlternateContent>
      <mc:AlternateContent xmlns:mc="http://schemas.openxmlformats.org/markup-compatibility/2006" xmlns:p14="http://schemas.microsoft.com/office/powerpoint/2010/main">
        <mc:Choice Requires="p14">
          <p:contentPart p14:bwMode="auto" r:id="rId135">
            <p14:nvContentPartPr>
              <p14:cNvPr id="1049127" name="墨迹 1049126"/>
              <p14:cNvContentPartPr/>
              <p14:nvPr/>
            </p14:nvContentPartPr>
            <p14:xfrm>
              <a:off x="10085655" y="6392417"/>
              <a:ext cx="120173" cy="203651"/>
            </p14:xfrm>
          </p:contentPart>
        </mc:Choice>
        <mc:Fallback xmlns="">
          <p:sp>
            <p:nvSpPr>
              <p:cNvPr id="1049127" name=""/>
              <p:cNvSpPr/>
              <p:nvPr/>
            </p:nvSpPr>
            <p:spPr>
              <a:xfrm>
                <a:off x="10085655" y="6392417"/>
                <a:ext cx="120173" cy="203651"/>
              </a:xfrm>
            </p:spPr>
          </p:sp>
        </mc:Fallback>
      </mc:AlternateContent>
      <mc:AlternateContent xmlns:mc="http://schemas.openxmlformats.org/markup-compatibility/2006" xmlns:p14="http://schemas.microsoft.com/office/powerpoint/2010/main">
        <mc:Choice Requires="p14">
          <p:contentPart p14:bwMode="auto" r:id="rId136">
            <p14:nvContentPartPr>
              <p14:cNvPr id="1049128" name="墨迹 1049127"/>
              <p14:cNvContentPartPr/>
              <p14:nvPr/>
            </p14:nvContentPartPr>
            <p14:xfrm>
              <a:off x="10275599" y="6195297"/>
              <a:ext cx="62110" cy="345576"/>
            </p14:xfrm>
          </p:contentPart>
        </mc:Choice>
        <mc:Fallback xmlns="">
          <p:sp>
            <p:nvSpPr>
              <p:cNvPr id="1049128" name=""/>
              <p:cNvSpPr/>
              <p:nvPr/>
            </p:nvSpPr>
            <p:spPr>
              <a:xfrm>
                <a:off x="10275599" y="6195297"/>
                <a:ext cx="62110" cy="345576"/>
              </a:xfrm>
            </p:spPr>
          </p:sp>
        </mc:Fallback>
      </mc:AlternateContent>
      <mc:AlternateContent xmlns:mc="http://schemas.openxmlformats.org/markup-compatibility/2006" xmlns:p14="http://schemas.microsoft.com/office/powerpoint/2010/main">
        <mc:Choice Requires="p14">
          <p:contentPart p14:bwMode="auto" r:id="rId137">
            <p14:nvContentPartPr>
              <p14:cNvPr id="1049129" name="墨迹 1049128"/>
              <p14:cNvContentPartPr/>
              <p14:nvPr/>
            </p14:nvContentPartPr>
            <p14:xfrm>
              <a:off x="10290174" y="6162117"/>
              <a:ext cx="159579" cy="377115"/>
            </p14:xfrm>
          </p:contentPart>
        </mc:Choice>
        <mc:Fallback xmlns="">
          <p:sp>
            <p:nvSpPr>
              <p:cNvPr id="1049129" name=""/>
              <p:cNvSpPr/>
              <p:nvPr/>
            </p:nvSpPr>
            <p:spPr>
              <a:xfrm>
                <a:off x="10290174" y="6162117"/>
                <a:ext cx="159579" cy="377115"/>
              </a:xfrm>
            </p:spPr>
          </p:sp>
        </mc:Fallback>
      </mc:AlternateContent>
      <mc:AlternateContent xmlns:mc="http://schemas.openxmlformats.org/markup-compatibility/2006" xmlns:p14="http://schemas.microsoft.com/office/powerpoint/2010/main">
        <mc:Choice Requires="p14">
          <p:contentPart p14:bwMode="auto" r:id="rId138">
            <p14:nvContentPartPr>
              <p14:cNvPr id="1049130" name="墨迹 1049129"/>
              <p14:cNvContentPartPr/>
              <p14:nvPr/>
            </p14:nvContentPartPr>
            <p14:xfrm>
              <a:off x="10348020" y="6312723"/>
              <a:ext cx="121036" cy="162089"/>
            </p14:xfrm>
          </p:contentPart>
        </mc:Choice>
        <mc:Fallback xmlns="">
          <p:sp>
            <p:nvSpPr>
              <p:cNvPr id="1049130" name=""/>
              <p:cNvSpPr/>
              <p:nvPr/>
            </p:nvSpPr>
            <p:spPr>
              <a:xfrm>
                <a:off x="10348020" y="6312723"/>
                <a:ext cx="121036" cy="162089"/>
              </a:xfrm>
            </p:spPr>
          </p:sp>
        </mc:Fallback>
      </mc:AlternateContent>
      <mc:AlternateContent xmlns:mc="http://schemas.openxmlformats.org/markup-compatibility/2006" xmlns:p14="http://schemas.microsoft.com/office/powerpoint/2010/main">
        <mc:Choice Requires="p14">
          <p:contentPart p14:bwMode="auto" r:id="rId139">
            <p14:nvContentPartPr>
              <p14:cNvPr id="1049131" name="墨迹 1049130"/>
              <p14:cNvContentPartPr/>
              <p14:nvPr/>
            </p14:nvContentPartPr>
            <p14:xfrm>
              <a:off x="10546245" y="6066921"/>
              <a:ext cx="15953" cy="28061"/>
            </p14:xfrm>
          </p:contentPart>
        </mc:Choice>
        <mc:Fallback xmlns="">
          <p:sp>
            <p:nvSpPr>
              <p:cNvPr id="1049131" name=""/>
              <p:cNvSpPr/>
              <p:nvPr/>
            </p:nvSpPr>
            <p:spPr>
              <a:xfrm>
                <a:off x="10546245" y="6066921"/>
                <a:ext cx="15953" cy="28061"/>
              </a:xfrm>
            </p:spPr>
          </p:sp>
        </mc:Fallback>
      </mc:AlternateContent>
      <mc:AlternateContent xmlns:mc="http://schemas.openxmlformats.org/markup-compatibility/2006" xmlns:p14="http://schemas.microsoft.com/office/powerpoint/2010/main">
        <mc:Choice Requires="p14">
          <p:contentPart p14:bwMode="auto" r:id="rId140">
            <p14:nvContentPartPr>
              <p14:cNvPr id="1049132" name="墨迹 1049131"/>
              <p14:cNvContentPartPr/>
              <p14:nvPr/>
            </p14:nvContentPartPr>
            <p14:xfrm>
              <a:off x="10507369" y="6122610"/>
              <a:ext cx="141538" cy="22165"/>
            </p14:xfrm>
          </p:contentPart>
        </mc:Choice>
        <mc:Fallback xmlns="">
          <p:sp>
            <p:nvSpPr>
              <p:cNvPr id="1049132" name=""/>
              <p:cNvSpPr/>
              <p:nvPr/>
            </p:nvSpPr>
            <p:spPr>
              <a:xfrm>
                <a:off x="10507369" y="6122610"/>
                <a:ext cx="141538" cy="22165"/>
              </a:xfrm>
            </p:spPr>
          </p:sp>
        </mc:Fallback>
      </mc:AlternateContent>
      <mc:AlternateContent xmlns:mc="http://schemas.openxmlformats.org/markup-compatibility/2006" xmlns:p14="http://schemas.microsoft.com/office/powerpoint/2010/main">
        <mc:Choice Requires="p14">
          <p:contentPart p14:bwMode="auto" r:id="rId141">
            <p14:nvContentPartPr>
              <p14:cNvPr id="1049133" name="墨迹 1049132"/>
              <p14:cNvContentPartPr/>
              <p14:nvPr/>
            </p14:nvContentPartPr>
            <p14:xfrm>
              <a:off x="10452783" y="6200267"/>
              <a:ext cx="170905" cy="364579"/>
            </p14:xfrm>
          </p:contentPart>
        </mc:Choice>
        <mc:Fallback xmlns="">
          <p:sp>
            <p:nvSpPr>
              <p:cNvPr id="1049133" name=""/>
              <p:cNvSpPr/>
              <p:nvPr/>
            </p:nvSpPr>
            <p:spPr>
              <a:xfrm>
                <a:off x="10452783" y="6200267"/>
                <a:ext cx="170905" cy="364579"/>
              </a:xfrm>
            </p:spPr>
          </p:sp>
        </mc:Fallback>
      </mc:AlternateContent>
      <mc:AlternateContent xmlns:mc="http://schemas.openxmlformats.org/markup-compatibility/2006" xmlns:p14="http://schemas.microsoft.com/office/powerpoint/2010/main">
        <mc:Choice Requires="p14">
          <p:contentPart p14:bwMode="auto" r:id="rId142">
            <p14:nvContentPartPr>
              <p14:cNvPr id="1049134" name="墨迹 1049133"/>
              <p14:cNvContentPartPr/>
              <p14:nvPr/>
            </p14:nvContentPartPr>
            <p14:xfrm>
              <a:off x="10539484" y="6302541"/>
              <a:ext cx="143235" cy="291220"/>
            </p14:xfrm>
          </p:contentPart>
        </mc:Choice>
        <mc:Fallback xmlns="">
          <p:sp>
            <p:nvSpPr>
              <p:cNvPr id="1049134" name=""/>
              <p:cNvSpPr/>
              <p:nvPr/>
            </p:nvSpPr>
            <p:spPr>
              <a:xfrm>
                <a:off x="10539484" y="6302541"/>
                <a:ext cx="143235" cy="291220"/>
              </a:xfrm>
            </p:spPr>
          </p:sp>
        </mc:Fallback>
      </mc:AlternateContent>
      <mc:AlternateContent xmlns:mc="http://schemas.openxmlformats.org/markup-compatibility/2006" xmlns:p14="http://schemas.microsoft.com/office/powerpoint/2010/main">
        <mc:Choice Requires="p14">
          <p:contentPart p14:bwMode="auto" r:id="rId143">
            <p14:nvContentPartPr>
              <p14:cNvPr id="1049135" name="墨迹 1049134"/>
              <p14:cNvContentPartPr/>
              <p14:nvPr/>
            </p14:nvContentPartPr>
            <p14:xfrm>
              <a:off x="10509352" y="6409844"/>
              <a:ext cx="227890" cy="153249"/>
            </p14:xfrm>
          </p:contentPart>
        </mc:Choice>
        <mc:Fallback xmlns="">
          <p:sp>
            <p:nvSpPr>
              <p:cNvPr id="1049135" name=""/>
              <p:cNvSpPr/>
              <p:nvPr/>
            </p:nvSpPr>
            <p:spPr>
              <a:xfrm>
                <a:off x="10509352" y="6409844"/>
                <a:ext cx="227890" cy="153249"/>
              </a:xfrm>
            </p:spPr>
          </p:sp>
        </mc:Fallback>
      </mc:AlternateContent>
      <mc:AlternateContent xmlns:mc="http://schemas.openxmlformats.org/markup-compatibility/2006" xmlns:p14="http://schemas.microsoft.com/office/powerpoint/2010/main">
        <mc:Choice Requires="p14">
          <p:contentPart p14:bwMode="auto" r:id="rId144">
            <p14:nvContentPartPr>
              <p14:cNvPr id="1049136" name="墨迹 1049135"/>
              <p14:cNvContentPartPr/>
              <p14:nvPr/>
            </p14:nvContentPartPr>
            <p14:xfrm>
              <a:off x="10850488" y="6144394"/>
              <a:ext cx="309563" cy="60013"/>
            </p14:xfrm>
          </p:contentPart>
        </mc:Choice>
        <mc:Fallback xmlns="">
          <p:sp>
            <p:nvSpPr>
              <p:cNvPr id="1049136" name=""/>
              <p:cNvSpPr/>
              <p:nvPr/>
            </p:nvSpPr>
            <p:spPr>
              <a:xfrm>
                <a:off x="10850488" y="6144394"/>
                <a:ext cx="309563" cy="60013"/>
              </a:xfrm>
            </p:spPr>
          </p:sp>
        </mc:Fallback>
      </mc:AlternateContent>
      <mc:AlternateContent xmlns:mc="http://schemas.openxmlformats.org/markup-compatibility/2006" xmlns:p14="http://schemas.microsoft.com/office/powerpoint/2010/main">
        <mc:Choice Requires="p14">
          <p:contentPart p14:bwMode="auto" r:id="rId145">
            <p14:nvContentPartPr>
              <p14:cNvPr id="1049137" name="墨迹 1049136"/>
              <p14:cNvContentPartPr/>
              <p14:nvPr/>
            </p14:nvContentPartPr>
            <p14:xfrm>
              <a:off x="10755834" y="6349149"/>
              <a:ext cx="385216" cy="58177"/>
            </p14:xfrm>
          </p:contentPart>
        </mc:Choice>
        <mc:Fallback xmlns="">
          <p:sp>
            <p:nvSpPr>
              <p:cNvPr id="1049137" name=""/>
              <p:cNvSpPr/>
              <p:nvPr/>
            </p:nvSpPr>
            <p:spPr>
              <a:xfrm>
                <a:off x="10755834" y="6349149"/>
                <a:ext cx="385216" cy="58177"/>
              </a:xfrm>
            </p:spPr>
          </p:sp>
        </mc:Fallback>
      </mc:AlternateContent>
      <mc:AlternateContent xmlns:mc="http://schemas.openxmlformats.org/markup-compatibility/2006" xmlns:p14="http://schemas.microsoft.com/office/powerpoint/2010/main">
        <mc:Choice Requires="p14">
          <p:contentPart p14:bwMode="auto" r:id="rId146">
            <p14:nvContentPartPr>
              <p14:cNvPr id="1049138" name="墨迹 1049137"/>
              <p14:cNvContentPartPr/>
              <p14:nvPr/>
            </p14:nvContentPartPr>
            <p14:xfrm>
              <a:off x="10891484" y="6214347"/>
              <a:ext cx="107201" cy="324818"/>
            </p14:xfrm>
          </p:contentPart>
        </mc:Choice>
        <mc:Fallback xmlns="">
          <p:sp>
            <p:nvSpPr>
              <p:cNvPr id="1049138" name=""/>
              <p:cNvSpPr/>
              <p:nvPr/>
            </p:nvSpPr>
            <p:spPr>
              <a:xfrm>
                <a:off x="10891484" y="6214347"/>
                <a:ext cx="107201" cy="324818"/>
              </a:xfrm>
            </p:spPr>
          </p:sp>
        </mc:Fallback>
      </mc:AlternateContent>
      <mc:AlternateContent xmlns:mc="http://schemas.openxmlformats.org/markup-compatibility/2006" xmlns:p14="http://schemas.microsoft.com/office/powerpoint/2010/main">
        <mc:Choice Requires="p14">
          <p:contentPart p14:bwMode="auto" r:id="rId147">
            <p14:nvContentPartPr>
              <p14:cNvPr id="1049139" name="墨迹 1049138"/>
              <p14:cNvContentPartPr/>
              <p14:nvPr/>
            </p14:nvContentPartPr>
            <p14:xfrm>
              <a:off x="11055007" y="6264041"/>
              <a:ext cx="25966" cy="319482"/>
            </p14:xfrm>
          </p:contentPart>
        </mc:Choice>
        <mc:Fallback xmlns="">
          <p:sp>
            <p:nvSpPr>
              <p:cNvPr id="1049139" name=""/>
              <p:cNvSpPr/>
              <p:nvPr/>
            </p:nvSpPr>
            <p:spPr>
              <a:xfrm>
                <a:off x="11055007" y="6264041"/>
                <a:ext cx="25966" cy="319482"/>
              </a:xfrm>
            </p:spPr>
          </p:sp>
        </mc:Fallback>
      </mc:AlternateContent>
      <mc:AlternateContent xmlns:mc="http://schemas.openxmlformats.org/markup-compatibility/2006" xmlns:p14="http://schemas.microsoft.com/office/powerpoint/2010/main">
        <mc:Choice Requires="p14">
          <p:contentPart p14:bwMode="auto" r:id="rId148">
            <p14:nvContentPartPr>
              <p14:cNvPr id="1049140" name="墨迹 1049139"/>
              <p14:cNvContentPartPr/>
              <p14:nvPr/>
            </p14:nvContentPartPr>
            <p14:xfrm>
              <a:off x="11215580" y="6196542"/>
              <a:ext cx="204895" cy="62529"/>
            </p14:xfrm>
          </p:contentPart>
        </mc:Choice>
        <mc:Fallback xmlns="">
          <p:sp>
            <p:nvSpPr>
              <p:cNvPr id="1049140" name=""/>
              <p:cNvSpPr/>
              <p:nvPr/>
            </p:nvSpPr>
            <p:spPr>
              <a:xfrm>
                <a:off x="11215580" y="6196542"/>
                <a:ext cx="204895" cy="62529"/>
              </a:xfrm>
            </p:spPr>
          </p:sp>
        </mc:Fallback>
      </mc:AlternateContent>
      <mc:AlternateContent xmlns:mc="http://schemas.openxmlformats.org/markup-compatibility/2006" xmlns:p14="http://schemas.microsoft.com/office/powerpoint/2010/main">
        <mc:Choice Requires="p14">
          <p:contentPart p14:bwMode="auto" r:id="rId149">
            <p14:nvContentPartPr>
              <p14:cNvPr id="1049141" name="墨迹 1049140"/>
              <p14:cNvContentPartPr/>
              <p14:nvPr/>
            </p14:nvContentPartPr>
            <p14:xfrm>
              <a:off x="11263564" y="6121585"/>
              <a:ext cx="123547" cy="499085"/>
            </p14:xfrm>
          </p:contentPart>
        </mc:Choice>
        <mc:Fallback xmlns="">
          <p:sp>
            <p:nvSpPr>
              <p:cNvPr id="1049141" name=""/>
              <p:cNvSpPr/>
              <p:nvPr/>
            </p:nvSpPr>
            <p:spPr>
              <a:xfrm>
                <a:off x="11263564" y="6121585"/>
                <a:ext cx="123547" cy="499085"/>
              </a:xfrm>
            </p:spPr>
          </p:sp>
        </mc:Fallback>
      </mc:AlternateContent>
      <mc:AlternateContent xmlns:mc="http://schemas.openxmlformats.org/markup-compatibility/2006" xmlns:p14="http://schemas.microsoft.com/office/powerpoint/2010/main">
        <mc:Choice Requires="p14">
          <p:contentPart p14:bwMode="auto" r:id="rId150">
            <p14:nvContentPartPr>
              <p14:cNvPr id="1049142" name="墨迹 1049141"/>
              <p14:cNvContentPartPr/>
              <p14:nvPr/>
            </p14:nvContentPartPr>
            <p14:xfrm>
              <a:off x="11216719" y="6244991"/>
              <a:ext cx="228733" cy="345297"/>
            </p14:xfrm>
          </p:contentPart>
        </mc:Choice>
        <mc:Fallback xmlns="">
          <p:sp>
            <p:nvSpPr>
              <p:cNvPr id="1049142" name=""/>
              <p:cNvSpPr/>
              <p:nvPr/>
            </p:nvSpPr>
            <p:spPr>
              <a:xfrm>
                <a:off x="11216719" y="6244991"/>
                <a:ext cx="228733" cy="345297"/>
              </a:xfrm>
            </p:spPr>
          </p:sp>
        </mc:Fallback>
      </mc:AlternateContent>
      <mc:AlternateContent xmlns:mc="http://schemas.openxmlformats.org/markup-compatibility/2006" xmlns:p14="http://schemas.microsoft.com/office/powerpoint/2010/main">
        <mc:Choice Requires="p14">
          <p:contentPart p14:bwMode="auto" r:id="rId151">
            <p14:nvContentPartPr>
              <p14:cNvPr id="1049143" name="墨迹 1049142"/>
              <p14:cNvContentPartPr/>
              <p14:nvPr/>
            </p14:nvContentPartPr>
            <p14:xfrm>
              <a:off x="11449663" y="6032964"/>
              <a:ext cx="195858" cy="502470"/>
            </p14:xfrm>
          </p:contentPart>
        </mc:Choice>
        <mc:Fallback xmlns="">
          <p:sp>
            <p:nvSpPr>
              <p:cNvPr id="1049143" name=""/>
              <p:cNvSpPr/>
              <p:nvPr/>
            </p:nvSpPr>
            <p:spPr>
              <a:xfrm>
                <a:off x="11449663" y="6032964"/>
                <a:ext cx="195858" cy="502470"/>
              </a:xfrm>
            </p:spPr>
          </p:sp>
        </mc:Fallback>
      </mc:AlternateContent>
      <mc:AlternateContent xmlns:mc="http://schemas.openxmlformats.org/markup-compatibility/2006" xmlns:p14="http://schemas.microsoft.com/office/powerpoint/2010/main">
        <mc:Choice Requires="p14">
          <p:contentPart p14:bwMode="auto" r:id="rId152">
            <p14:nvContentPartPr>
              <p14:cNvPr id="1049144" name="墨迹 1049143"/>
              <p14:cNvContentPartPr/>
              <p14:nvPr/>
            </p14:nvContentPartPr>
            <p14:xfrm>
              <a:off x="6474355" y="-2758168"/>
              <a:ext cx="1442474" cy="1179672"/>
            </p14:xfrm>
          </p:contentPart>
        </mc:Choice>
        <mc:Fallback xmlns="">
          <p:sp>
            <p:nvSpPr>
              <p:cNvPr id="1049144" name=""/>
              <p:cNvSpPr/>
              <p:nvPr/>
            </p:nvSpPr>
            <p:spPr>
              <a:xfrm>
                <a:off x="6474355" y="-2758168"/>
                <a:ext cx="1442474" cy="1179672"/>
              </a:xfrm>
            </p:spPr>
          </p:sp>
        </mc:Fallback>
      </mc:AlternateContent>
      <mc:AlternateContent xmlns:mc="http://schemas.openxmlformats.org/markup-compatibility/2006" xmlns:p14="http://schemas.microsoft.com/office/powerpoint/2010/main">
        <mc:Choice Requires="p14">
          <p:contentPart p14:bwMode="auto" r:id="rId153">
            <p14:nvContentPartPr>
              <p14:cNvPr id="1049145" name="墨迹 1049144"/>
              <p14:cNvContentPartPr/>
              <p14:nvPr/>
            </p14:nvContentPartPr>
            <p14:xfrm>
              <a:off x="6260614" y="-1872633"/>
              <a:ext cx="226522" cy="1360072"/>
            </p14:xfrm>
          </p:contentPart>
        </mc:Choice>
        <mc:Fallback xmlns="">
          <p:sp>
            <p:nvSpPr>
              <p:cNvPr id="1049145" name=""/>
              <p:cNvSpPr/>
              <p:nvPr/>
            </p:nvSpPr>
            <p:spPr>
              <a:xfrm>
                <a:off x="6260614" y="-1872633"/>
                <a:ext cx="226522" cy="1360072"/>
              </a:xfrm>
            </p:spPr>
          </p:sp>
        </mc:Fallback>
      </mc:AlternateContent>
      <mc:AlternateContent xmlns:mc="http://schemas.openxmlformats.org/markup-compatibility/2006" xmlns:p14="http://schemas.microsoft.com/office/powerpoint/2010/main">
        <mc:Choice Requires="p14">
          <p:contentPart p14:bwMode="auto" r:id="rId154">
            <p14:nvContentPartPr>
              <p14:cNvPr id="1049146" name="墨迹 1049145"/>
              <p14:cNvContentPartPr/>
              <p14:nvPr/>
            </p14:nvContentPartPr>
            <p14:xfrm>
              <a:off x="6789926" y="-2221205"/>
              <a:ext cx="232171" cy="1437812"/>
            </p14:xfrm>
          </p:contentPart>
        </mc:Choice>
        <mc:Fallback xmlns="">
          <p:sp>
            <p:nvSpPr>
              <p:cNvPr id="1049146" name=""/>
              <p:cNvSpPr/>
              <p:nvPr/>
            </p:nvSpPr>
            <p:spPr>
              <a:xfrm>
                <a:off x="6789926" y="-2221205"/>
                <a:ext cx="232171" cy="1437812"/>
              </a:xfrm>
            </p:spPr>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1048995"/>
                                        </p:tgtEl>
                                        <p:attrNameLst>
                                          <p:attrName>style.visibility</p:attrName>
                                        </p:attrNameLst>
                                      </p:cBhvr>
                                      <p:to>
                                        <p:strVal val="visible"/>
                                      </p:to>
                                    </p:set>
                                    <p:anim calcmode="lin" valueType="num">
                                      <p:cBhvr>
                                        <p:cTn id="7" dur="300" fill="hold"/>
                                        <p:tgtEl>
                                          <p:spTgt spid="1048995"/>
                                        </p:tgtEl>
                                        <p:attrNameLst>
                                          <p:attrName>ppt_w</p:attrName>
                                        </p:attrNameLst>
                                      </p:cBhvr>
                                      <p:tavLst>
                                        <p:tav tm="0">
                                          <p:val>
                                            <p:fltVal val="0"/>
                                          </p:val>
                                        </p:tav>
                                        <p:tav tm="100000">
                                          <p:val>
                                            <p:strVal val="#ppt_w"/>
                                          </p:val>
                                        </p:tav>
                                      </p:tavLst>
                                    </p:anim>
                                    <p:anim calcmode="lin" valueType="num">
                                      <p:cBhvr>
                                        <p:cTn id="8" dur="300" fill="hold"/>
                                        <p:tgtEl>
                                          <p:spTgt spid="1048995"/>
                                        </p:tgtEl>
                                        <p:attrNameLst>
                                          <p:attrName>ppt_h</p:attrName>
                                        </p:attrNameLst>
                                      </p:cBhvr>
                                      <p:tavLst>
                                        <p:tav tm="0">
                                          <p:val>
                                            <p:fltVal val="0"/>
                                          </p:val>
                                        </p:tav>
                                        <p:tav tm="100000">
                                          <p:val>
                                            <p:strVal val="#ppt_h"/>
                                          </p:val>
                                        </p:tav>
                                      </p:tavLst>
                                    </p:anim>
                                    <p:anim calcmode="lin" valueType="num">
                                      <p:cBhvr>
                                        <p:cTn id="9" dur="300" fill="hold"/>
                                        <p:tgtEl>
                                          <p:spTgt spid="1048995"/>
                                        </p:tgtEl>
                                        <p:attrNameLst>
                                          <p:attrName>style.rotation</p:attrName>
                                        </p:attrNameLst>
                                      </p:cBhvr>
                                      <p:tavLst>
                                        <p:tav tm="0">
                                          <p:val>
                                            <p:fltVal val="90"/>
                                          </p:val>
                                        </p:tav>
                                        <p:tav tm="100000">
                                          <p:val>
                                            <p:fltVal val="0"/>
                                          </p:val>
                                        </p:tav>
                                      </p:tavLst>
                                    </p:anim>
                                    <p:animEffect transition="in" filter="fade">
                                      <p:cBhvr>
                                        <p:cTn id="10" dur="300"/>
                                        <p:tgtEl>
                                          <p:spTgt spid="1048995"/>
                                        </p:tgtEl>
                                      </p:cBhvr>
                                    </p:animEffect>
                                  </p:childTnLst>
                                </p:cTn>
                              </p:par>
                            </p:childTnLst>
                          </p:cTn>
                        </p:par>
                        <p:par>
                          <p:cTn id="11" fill="hold">
                            <p:stCondLst>
                              <p:cond delay="3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1048994"/>
                                        </p:tgtEl>
                                        <p:attrNameLst>
                                          <p:attrName>style.visibility</p:attrName>
                                        </p:attrNameLst>
                                      </p:cBhvr>
                                      <p:to>
                                        <p:strVal val="visible"/>
                                      </p:to>
                                    </p:set>
                                    <p:anim calcmode="lin" valueType="num">
                                      <p:cBhvr>
                                        <p:cTn id="14" dur="400" fill="hold"/>
                                        <p:tgtEl>
                                          <p:spTgt spid="1048994"/>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1048994"/>
                                        </p:tgtEl>
                                        <p:attrNameLst>
                                          <p:attrName>ppt_y</p:attrName>
                                        </p:attrNameLst>
                                      </p:cBhvr>
                                      <p:tavLst>
                                        <p:tav tm="0">
                                          <p:val>
                                            <p:strVal val="#ppt_y"/>
                                          </p:val>
                                        </p:tav>
                                        <p:tav tm="100000">
                                          <p:val>
                                            <p:strVal val="#ppt_y"/>
                                          </p:val>
                                        </p:tav>
                                      </p:tavLst>
                                    </p:anim>
                                    <p:anim calcmode="lin" valueType="num">
                                      <p:cBhvr>
                                        <p:cTn id="16" dur="400" fill="hold"/>
                                        <p:tgtEl>
                                          <p:spTgt spid="1048994"/>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1048994"/>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10489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994"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47" name="TextBox 11"/>
          <p:cNvSpPr txBox="1"/>
          <p:nvPr/>
        </p:nvSpPr>
        <p:spPr>
          <a:xfrm>
            <a:off x="1417862" y="1978566"/>
            <a:ext cx="6264696" cy="3596641"/>
          </a:xfrm>
          <a:prstGeom prst="rect">
            <a:avLst/>
          </a:prstGeom>
          <a:noFill/>
          <a:ln w="9525">
            <a:noFill/>
          </a:ln>
        </p:spPr>
        <p:txBody>
          <a:bodyPr wrap="square" anchor="t">
            <a:spAutoFit/>
          </a:bodyPr>
          <a:lstStyle/>
          <a:p>
            <a:pPr marL="342900" indent="-342900">
              <a:spcAft>
                <a:spcPts val="1200"/>
              </a:spcAft>
              <a:buFont typeface="Wingdings" panose="05000000000000000000" pitchFamily="2" charset="2"/>
              <a:buChar char="Ø"/>
            </a:pPr>
            <a:r>
              <a:rPr lang="zh-CN" altLang="en-US" sz="2000" dirty="0">
                <a:solidFill>
                  <a:srgbClr val="004C54"/>
                </a:solidFill>
                <a:latin typeface="微软雅黑" panose="020B0503020204020204" pitchFamily="34" charset="-122"/>
                <a:ea typeface="微软雅黑" panose="020B0503020204020204" pitchFamily="34" charset="-122"/>
              </a:rPr>
              <a:t>一阶微分（梯度）</a:t>
            </a:r>
            <a:endParaRPr lang="en-US" altLang="zh-CN" sz="2000" dirty="0">
              <a:solidFill>
                <a:srgbClr val="004C54"/>
              </a:solidFill>
              <a:latin typeface="微软雅黑" panose="020B0503020204020204" pitchFamily="34" charset="-122"/>
              <a:ea typeface="微软雅黑" panose="020B0503020204020204" pitchFamily="34" charset="-122"/>
            </a:endParaRPr>
          </a:p>
          <a:p>
            <a:pPr marL="342900" indent="-342900">
              <a:spcAft>
                <a:spcPts val="1200"/>
              </a:spcAft>
              <a:buFont typeface="Wingdings" panose="05000000000000000000" pitchFamily="2" charset="2"/>
              <a:buChar char="Ø"/>
            </a:pPr>
            <a:r>
              <a:rPr lang="zh-CN" altLang="en-US" sz="2000" dirty="0">
                <a:solidFill>
                  <a:srgbClr val="004C54"/>
                </a:solidFill>
                <a:latin typeface="微软雅黑" panose="020B0503020204020204" pitchFamily="34" charset="-122"/>
                <a:ea typeface="微软雅黑" panose="020B0503020204020204" pitchFamily="34" charset="-122"/>
              </a:rPr>
              <a:t>二阶微分（</a:t>
            </a:r>
            <a:r>
              <a:rPr lang="en-US" altLang="zh-CN" sz="2000" dirty="0">
                <a:solidFill>
                  <a:srgbClr val="004C54"/>
                </a:solidFill>
                <a:latin typeface="微软雅黑" panose="020B0503020204020204" pitchFamily="34" charset="-122"/>
                <a:ea typeface="微软雅黑" panose="020B0503020204020204" pitchFamily="34" charset="-122"/>
              </a:rPr>
              <a:t>Laplacian</a:t>
            </a:r>
            <a:r>
              <a:rPr lang="zh-CN" altLang="en-US" sz="2000" dirty="0">
                <a:solidFill>
                  <a:srgbClr val="004C54"/>
                </a:solidFill>
                <a:latin typeface="微软雅黑" panose="020B0503020204020204" pitchFamily="34" charset="-122"/>
                <a:ea typeface="微软雅黑" panose="020B0503020204020204" pitchFamily="34" charset="-122"/>
              </a:rPr>
              <a:t>算子）</a:t>
            </a:r>
            <a:endParaRPr lang="en-US" altLang="zh-CN" sz="2000" dirty="0">
              <a:solidFill>
                <a:srgbClr val="004C54"/>
              </a:solidFill>
              <a:latin typeface="微软雅黑" panose="020B0503020204020204" pitchFamily="34" charset="-122"/>
              <a:ea typeface="微软雅黑" panose="020B0503020204020204" pitchFamily="34" charset="-122"/>
            </a:endParaRPr>
          </a:p>
          <a:p>
            <a:pPr marL="342900" indent="-342900">
              <a:spcAft>
                <a:spcPts val="1200"/>
              </a:spcAft>
              <a:buFont typeface="Wingdings" panose="05000000000000000000" pitchFamily="2" charset="2"/>
              <a:buChar char="Ø"/>
            </a:pPr>
            <a:r>
              <a:rPr lang="en-US" altLang="zh-CN" sz="2000" dirty="0">
                <a:solidFill>
                  <a:srgbClr val="004C54"/>
                </a:solidFill>
                <a:latin typeface="微软雅黑" panose="020B0503020204020204" pitchFamily="34" charset="-122"/>
                <a:ea typeface="微软雅黑" panose="020B0503020204020204" pitchFamily="34" charset="-122"/>
              </a:rPr>
              <a:t>Roberts</a:t>
            </a:r>
            <a:r>
              <a:rPr lang="zh-CN" altLang="en-US" sz="2000" dirty="0">
                <a:solidFill>
                  <a:srgbClr val="004C54"/>
                </a:solidFill>
                <a:latin typeface="微软雅黑" panose="020B0503020204020204" pitchFamily="34" charset="-122"/>
                <a:ea typeface="微软雅黑" panose="020B0503020204020204" pitchFamily="34" charset="-122"/>
              </a:rPr>
              <a:t>算子</a:t>
            </a:r>
          </a:p>
          <a:p>
            <a:pPr marL="342900" indent="-342900">
              <a:spcAft>
                <a:spcPts val="1200"/>
              </a:spcAft>
              <a:buFont typeface="Wingdings" panose="05000000000000000000" pitchFamily="2" charset="2"/>
              <a:buChar char="Ø"/>
            </a:pPr>
            <a:r>
              <a:rPr lang="en-US" altLang="zh-CN" sz="2000" dirty="0">
                <a:solidFill>
                  <a:srgbClr val="004C54"/>
                </a:solidFill>
                <a:latin typeface="微软雅黑" panose="020B0503020204020204" pitchFamily="34" charset="-122"/>
                <a:ea typeface="微软雅黑" panose="020B0503020204020204" pitchFamily="34" charset="-122"/>
              </a:rPr>
              <a:t>Sobel</a:t>
            </a:r>
            <a:r>
              <a:rPr lang="zh-CN" altLang="en-US" sz="2000" dirty="0">
                <a:solidFill>
                  <a:srgbClr val="004C54"/>
                </a:solidFill>
                <a:latin typeface="微软雅黑" panose="020B0503020204020204" pitchFamily="34" charset="-122"/>
                <a:ea typeface="微软雅黑" panose="020B0503020204020204" pitchFamily="34" charset="-122"/>
              </a:rPr>
              <a:t>算子</a:t>
            </a:r>
          </a:p>
          <a:p>
            <a:pPr marL="342900" indent="-342900">
              <a:spcAft>
                <a:spcPts val="1200"/>
              </a:spcAft>
              <a:buFont typeface="Wingdings" panose="05000000000000000000" pitchFamily="2" charset="2"/>
              <a:buChar char="Ø"/>
            </a:pPr>
            <a:r>
              <a:rPr lang="en-US" altLang="zh-CN" sz="2000" dirty="0">
                <a:solidFill>
                  <a:srgbClr val="004C54"/>
                </a:solidFill>
                <a:latin typeface="微软雅黑" panose="020B0503020204020204" pitchFamily="34" charset="-122"/>
                <a:ea typeface="微软雅黑" panose="020B0503020204020204" pitchFamily="34" charset="-122"/>
              </a:rPr>
              <a:t>Prewitt</a:t>
            </a:r>
            <a:r>
              <a:rPr lang="zh-CN" altLang="en-US" sz="2000" dirty="0">
                <a:solidFill>
                  <a:srgbClr val="004C54"/>
                </a:solidFill>
                <a:latin typeface="微软雅黑" panose="020B0503020204020204" pitchFamily="34" charset="-122"/>
                <a:ea typeface="微软雅黑" panose="020B0503020204020204" pitchFamily="34" charset="-122"/>
              </a:rPr>
              <a:t>算子</a:t>
            </a:r>
            <a:endParaRPr lang="en-US" altLang="zh-CN" sz="2000" dirty="0">
              <a:solidFill>
                <a:srgbClr val="004C54"/>
              </a:solidFill>
              <a:latin typeface="微软雅黑" panose="020B0503020204020204" pitchFamily="34" charset="-122"/>
              <a:ea typeface="微软雅黑" panose="020B0503020204020204" pitchFamily="34" charset="-122"/>
            </a:endParaRPr>
          </a:p>
          <a:p>
            <a:pPr marL="342900" indent="-342900">
              <a:spcAft>
                <a:spcPts val="1200"/>
              </a:spcAft>
              <a:buFont typeface="Wingdings" panose="05000000000000000000" pitchFamily="2" charset="2"/>
              <a:buChar char="Ø"/>
            </a:pPr>
            <a:r>
              <a:rPr lang="en-US" altLang="zh-CN" sz="2000" dirty="0">
                <a:solidFill>
                  <a:srgbClr val="004C54"/>
                </a:solidFill>
                <a:latin typeface="微软雅黑" panose="020B0503020204020204" pitchFamily="34" charset="-122"/>
                <a:ea typeface="微软雅黑" panose="020B0503020204020204" pitchFamily="34" charset="-122"/>
              </a:rPr>
              <a:t>Kirsch</a:t>
            </a:r>
            <a:r>
              <a:rPr lang="zh-CN" altLang="en-US" sz="2000" dirty="0">
                <a:solidFill>
                  <a:srgbClr val="004C54"/>
                </a:solidFill>
                <a:latin typeface="微软雅黑" panose="020B0503020204020204" pitchFamily="34" charset="-122"/>
                <a:ea typeface="微软雅黑" panose="020B0503020204020204" pitchFamily="34" charset="-122"/>
              </a:rPr>
              <a:t>算子</a:t>
            </a:r>
            <a:endParaRPr lang="en-US" altLang="zh-CN" sz="2000" dirty="0">
              <a:solidFill>
                <a:srgbClr val="004C54"/>
              </a:solidFill>
              <a:latin typeface="微软雅黑" panose="020B0503020204020204" pitchFamily="34" charset="-122"/>
              <a:ea typeface="微软雅黑" panose="020B0503020204020204" pitchFamily="34" charset="-122"/>
            </a:endParaRPr>
          </a:p>
          <a:p>
            <a:pPr marL="342900" indent="-342900">
              <a:spcAft>
                <a:spcPts val="1200"/>
              </a:spcAft>
              <a:buFont typeface="Wingdings" panose="05000000000000000000" pitchFamily="2" charset="2"/>
              <a:buChar char="Ø"/>
            </a:pPr>
            <a:r>
              <a:rPr lang="en-US" altLang="zh-CN" sz="2000" dirty="0">
                <a:solidFill>
                  <a:srgbClr val="004C54"/>
                </a:solidFill>
                <a:latin typeface="微软雅黑" panose="020B0503020204020204" pitchFamily="34" charset="-122"/>
                <a:ea typeface="微软雅黑" panose="020B0503020204020204" pitchFamily="34" charset="-122"/>
              </a:rPr>
              <a:t>Marr-Hildreth</a:t>
            </a:r>
            <a:r>
              <a:rPr lang="zh-CN" altLang="en-US" sz="2000" dirty="0">
                <a:solidFill>
                  <a:srgbClr val="004C54"/>
                </a:solidFill>
                <a:latin typeface="微软雅黑" panose="020B0503020204020204" pitchFamily="34" charset="-122"/>
                <a:ea typeface="微软雅黑" panose="020B0503020204020204" pitchFamily="34" charset="-122"/>
              </a:rPr>
              <a:t>算子（</a:t>
            </a:r>
            <a:r>
              <a:rPr lang="en-US" altLang="zh-CN" sz="2000" dirty="0" err="1">
                <a:solidFill>
                  <a:srgbClr val="004C54"/>
                </a:solidFill>
                <a:latin typeface="微软雅黑" panose="020B0503020204020204" pitchFamily="34" charset="-122"/>
                <a:ea typeface="微软雅黑" panose="020B0503020204020204" pitchFamily="34" charset="-122"/>
              </a:rPr>
              <a:t>LoG</a:t>
            </a:r>
            <a:r>
              <a:rPr lang="zh-CN" altLang="en-US" sz="2000" dirty="0">
                <a:solidFill>
                  <a:srgbClr val="004C54"/>
                </a:solidFill>
                <a:latin typeface="微软雅黑" panose="020B0503020204020204" pitchFamily="34" charset="-122"/>
                <a:ea typeface="微软雅黑" panose="020B0503020204020204" pitchFamily="34" charset="-122"/>
              </a:rPr>
              <a:t>算子）</a:t>
            </a:r>
            <a:endParaRPr lang="en-US" altLang="zh-CN" sz="2000" dirty="0">
              <a:solidFill>
                <a:srgbClr val="004C54"/>
              </a:solidFill>
              <a:latin typeface="微软雅黑" panose="020B0503020204020204" pitchFamily="34" charset="-122"/>
              <a:ea typeface="微软雅黑" panose="020B0503020204020204" pitchFamily="34" charset="-122"/>
            </a:endParaRPr>
          </a:p>
          <a:p>
            <a:pPr marL="342900" indent="-342900">
              <a:spcAft>
                <a:spcPts val="1200"/>
              </a:spcAft>
              <a:buFont typeface="Wingdings" panose="05000000000000000000" pitchFamily="2" charset="2"/>
              <a:buChar char="Ø"/>
            </a:pPr>
            <a:r>
              <a:rPr lang="en-US" altLang="zh-CN" sz="2000" dirty="0">
                <a:solidFill>
                  <a:srgbClr val="004C54"/>
                </a:solidFill>
                <a:latin typeface="微软雅黑" panose="020B0503020204020204" pitchFamily="34" charset="-122"/>
                <a:ea typeface="微软雅黑" panose="020B0503020204020204" pitchFamily="34" charset="-122"/>
              </a:rPr>
              <a:t>Canny</a:t>
            </a:r>
            <a:r>
              <a:rPr lang="zh-CN" altLang="en-US" sz="2000" dirty="0">
                <a:solidFill>
                  <a:srgbClr val="004C54"/>
                </a:solidFill>
                <a:latin typeface="微软雅黑" panose="020B0503020204020204" pitchFamily="34" charset="-122"/>
                <a:ea typeface="微软雅黑" panose="020B0503020204020204" pitchFamily="34" charset="-122"/>
              </a:rPr>
              <a:t>算子</a:t>
            </a:r>
          </a:p>
        </p:txBody>
      </p:sp>
      <p:sp>
        <p:nvSpPr>
          <p:cNvPr id="1049148" name="TextBox 11"/>
          <p:cNvSpPr txBox="1"/>
          <p:nvPr/>
        </p:nvSpPr>
        <p:spPr>
          <a:xfrm>
            <a:off x="1014578" y="1212811"/>
            <a:ext cx="9980347" cy="400110"/>
          </a:xfrm>
          <a:prstGeom prst="rect">
            <a:avLst/>
          </a:prstGeom>
          <a:noFill/>
          <a:ln w="9525">
            <a:noFill/>
          </a:ln>
        </p:spPr>
        <p:txBody>
          <a:bodyPr wrap="square" anchor="t">
            <a:spAutoFit/>
          </a:bodyPr>
          <a:lstStyle/>
          <a:p>
            <a:r>
              <a:rPr lang="zh-CN" altLang="en-US" sz="2000" b="1" dirty="0">
                <a:solidFill>
                  <a:srgbClr val="004C54"/>
                </a:solidFill>
                <a:latin typeface="微软雅黑" panose="020B0503020204020204" pitchFamily="34" charset="-122"/>
                <a:ea typeface="微软雅黑" panose="020B0503020204020204" pitchFamily="34" charset="-122"/>
              </a:rPr>
              <a:t>常用边缘检测算子</a:t>
            </a:r>
          </a:p>
        </p:txBody>
      </p:sp>
      <p:sp>
        <p:nvSpPr>
          <p:cNvPr id="1049149" name="TextBox 27"/>
          <p:cNvSpPr txBox="1"/>
          <p:nvPr/>
        </p:nvSpPr>
        <p:spPr>
          <a:xfrm>
            <a:off x="1012825" y="176213"/>
            <a:ext cx="2621280" cy="574040"/>
          </a:xfrm>
          <a:prstGeom prst="rect">
            <a:avLst/>
          </a:prstGeom>
          <a:noFill/>
          <a:ln w="9525">
            <a:noFill/>
          </a:ln>
        </p:spPr>
        <p:txBody>
          <a:bodyPr wrap="none" anchor="t">
            <a:spAutoFit/>
          </a:bodyPr>
          <a:lstStyle/>
          <a:p>
            <a:r>
              <a:rPr lang="zh-CN" altLang="en-US" sz="3200" dirty="0">
                <a:solidFill>
                  <a:srgbClr val="004C54"/>
                </a:solidFill>
                <a:latin typeface="黑体" panose="02010609060101010101" pitchFamily="49" charset="-122"/>
                <a:ea typeface="黑体" panose="02010609060101010101" pitchFamily="49" charset="-122"/>
              </a:rPr>
              <a:t>三、边缘检测</a:t>
            </a:r>
            <a:endParaRPr lang="en-US" altLang="zh-CN" sz="3200" dirty="0">
              <a:solidFill>
                <a:srgbClr val="004C54"/>
              </a:solidFill>
              <a:latin typeface="黑体" panose="02010609060101010101" pitchFamily="49" charset="-122"/>
              <a:ea typeface="黑体" panose="02010609060101010101" pitchFamily="49" charset="-122"/>
            </a:endParaRPr>
          </a:p>
        </p:txBody>
      </p:sp>
      <p:sp>
        <p:nvSpPr>
          <p:cNvPr id="1049150"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51" name="TextBox 11"/>
          <p:cNvSpPr txBox="1"/>
          <p:nvPr/>
        </p:nvSpPr>
        <p:spPr>
          <a:xfrm>
            <a:off x="1014578" y="1212811"/>
            <a:ext cx="9980347" cy="400110"/>
          </a:xfrm>
          <a:prstGeom prst="rect">
            <a:avLst/>
          </a:prstGeom>
          <a:noFill/>
          <a:ln w="9525">
            <a:noFill/>
          </a:ln>
        </p:spPr>
        <p:txBody>
          <a:bodyPr wrap="square" anchor="t">
            <a:spAutoFit/>
          </a:bodyPr>
          <a:lstStyle/>
          <a:p>
            <a:pPr marL="342900" indent="-342900">
              <a:buFont typeface="Wingdings" panose="05000000000000000000" pitchFamily="2" charset="2"/>
              <a:buChar char="Ø"/>
            </a:pPr>
            <a:r>
              <a:rPr lang="zh-CN" altLang="en-US" sz="2000" b="1" dirty="0">
                <a:solidFill>
                  <a:srgbClr val="004C54"/>
                </a:solidFill>
                <a:latin typeface="微软雅黑" panose="020B0503020204020204" pitchFamily="34" charset="-122"/>
                <a:ea typeface="微软雅黑" panose="020B0503020204020204" pitchFamily="34" charset="-122"/>
              </a:rPr>
              <a:t>一阶微分（梯度）</a:t>
            </a:r>
          </a:p>
        </p:txBody>
      </p:sp>
      <p:sp>
        <p:nvSpPr>
          <p:cNvPr id="1049152" name="TextBox 11"/>
          <p:cNvSpPr txBox="1"/>
          <p:nvPr/>
        </p:nvSpPr>
        <p:spPr>
          <a:xfrm>
            <a:off x="1345853" y="3771954"/>
            <a:ext cx="9980347" cy="784830"/>
          </a:xfrm>
          <a:prstGeom prst="rect">
            <a:avLst/>
          </a:prstGeom>
          <a:noFill/>
          <a:ln w="9525">
            <a:noFill/>
          </a:ln>
        </p:spPr>
        <p:txBody>
          <a:bodyPr wrap="square" anchor="t">
            <a:spAutoFit/>
          </a:bodyPr>
          <a:lstStyle/>
          <a:p>
            <a:pPr marL="342900" indent="-342900">
              <a:spcAft>
                <a:spcPts val="600"/>
              </a:spcAft>
              <a:buFont typeface="Arial" panose="020B0604020202020204" pitchFamily="34" charset="0"/>
              <a:buChar char="•"/>
            </a:pPr>
            <a:r>
              <a:rPr lang="zh-CN" altLang="en-US" sz="2000" dirty="0">
                <a:solidFill>
                  <a:srgbClr val="004C54"/>
                </a:solidFill>
                <a:latin typeface="微软雅黑" panose="020B0503020204020204" pitchFamily="34" charset="-122"/>
                <a:ea typeface="微软雅黑" panose="020B0503020204020204" pitchFamily="34" charset="-122"/>
              </a:rPr>
              <a:t>对于亮边，计算结果由大到小；对于暗边，计算结果由小到大。常数部分为零。</a:t>
            </a:r>
            <a:endParaRPr lang="en-US" altLang="zh-CN" sz="2000" dirty="0">
              <a:solidFill>
                <a:srgbClr val="004C54"/>
              </a:solidFill>
              <a:latin typeface="微软雅黑" panose="020B0503020204020204" pitchFamily="34" charset="-122"/>
              <a:ea typeface="微软雅黑" panose="020B0503020204020204" pitchFamily="34" charset="-122"/>
            </a:endParaRPr>
          </a:p>
          <a:p>
            <a:pPr marL="342900" indent="-342900">
              <a:spcAft>
                <a:spcPts val="600"/>
              </a:spcAft>
              <a:buFont typeface="Arial" panose="020B0604020202020204" pitchFamily="34" charset="0"/>
              <a:buChar char="•"/>
            </a:pPr>
            <a:r>
              <a:rPr lang="zh-CN" altLang="en-US" sz="2000" dirty="0">
                <a:solidFill>
                  <a:srgbClr val="004C54"/>
                </a:solidFill>
                <a:latin typeface="微软雅黑" panose="020B0503020204020204" pitchFamily="34" charset="-122"/>
                <a:ea typeface="微软雅黑" panose="020B0503020204020204" pitchFamily="34" charset="-122"/>
              </a:rPr>
              <a:t>用于检测图像中边的存在</a:t>
            </a:r>
          </a:p>
        </p:txBody>
      </p:sp>
      <p:pic>
        <p:nvPicPr>
          <p:cNvPr id="2097225" name="Picture 5"/>
          <p:cNvPicPr>
            <a:picLocks noChangeAspect="1"/>
          </p:cNvPicPr>
          <p:nvPr/>
        </p:nvPicPr>
        <p:blipFill rotWithShape="1">
          <a:blip r:embed="rId2"/>
          <a:srcRect b="43849"/>
          <a:stretch>
            <a:fillRect/>
          </a:stretch>
        </p:blipFill>
        <p:spPr>
          <a:xfrm>
            <a:off x="2065933" y="5013176"/>
            <a:ext cx="2410161" cy="1513789"/>
          </a:xfrm>
          <a:prstGeom prst="rect">
            <a:avLst/>
          </a:prstGeom>
        </p:spPr>
      </p:pic>
      <p:pic>
        <p:nvPicPr>
          <p:cNvPr id="2097226" name="Picture 15"/>
          <p:cNvPicPr>
            <a:picLocks noChangeAspect="1"/>
          </p:cNvPicPr>
          <p:nvPr/>
        </p:nvPicPr>
        <p:blipFill rotWithShape="1">
          <a:blip r:embed="rId2"/>
          <a:srcRect t="56089" b="1"/>
          <a:stretch>
            <a:fillRect/>
          </a:stretch>
        </p:blipFill>
        <p:spPr>
          <a:xfrm>
            <a:off x="5018261" y="5013176"/>
            <a:ext cx="2410161" cy="1513789"/>
          </a:xfrm>
          <a:prstGeom prst="rect">
            <a:avLst/>
          </a:prstGeom>
        </p:spPr>
      </p:pic>
      <p:pic>
        <p:nvPicPr>
          <p:cNvPr id="2097227" name="Picture 10"/>
          <p:cNvPicPr>
            <a:picLocks noChangeAspect="1"/>
          </p:cNvPicPr>
          <p:nvPr/>
        </p:nvPicPr>
        <p:blipFill>
          <a:blip r:embed="rId3"/>
          <a:stretch>
            <a:fillRect/>
          </a:stretch>
        </p:blipFill>
        <p:spPr>
          <a:xfrm>
            <a:off x="7970589" y="5013176"/>
            <a:ext cx="2438740" cy="1513789"/>
          </a:xfrm>
          <a:prstGeom prst="rect">
            <a:avLst/>
          </a:prstGeom>
        </p:spPr>
      </p:pic>
      <p:sp>
        <p:nvSpPr>
          <p:cNvPr id="1049153" name="TextBox 14"/>
          <p:cNvSpPr txBox="1"/>
          <p:nvPr/>
        </p:nvSpPr>
        <p:spPr>
          <a:xfrm>
            <a:off x="8258621" y="6153680"/>
            <a:ext cx="1210588" cy="400110"/>
          </a:xfrm>
          <a:prstGeom prst="rect">
            <a:avLst/>
          </a:prstGeom>
          <a:noFill/>
        </p:spPr>
        <p:txBody>
          <a:bodyPr wrap="none" rtlCol="0">
            <a:spAutoFit/>
          </a:bodyPr>
          <a:lstStyle/>
          <a:p>
            <a:r>
              <a:rPr lang="zh-CN" altLang="en-US" sz="2000" dirty="0">
                <a:solidFill>
                  <a:srgbClr val="004C54"/>
                </a:solidFill>
                <a:latin typeface="楷体" panose="02010609060101010101" pitchFamily="49" charset="-122"/>
                <a:ea typeface="楷体" panose="02010609060101010101" pitchFamily="49" charset="-122"/>
              </a:rPr>
              <a:t>一阶微分</a:t>
            </a:r>
            <a:endParaRPr lang="en-US" sz="2000" dirty="0">
              <a:solidFill>
                <a:srgbClr val="004C54"/>
              </a:solidFill>
              <a:latin typeface="楷体" panose="02010609060101010101" pitchFamily="49" charset="-122"/>
              <a:ea typeface="楷体" panose="02010609060101010101" pitchFamily="49" charset="-122"/>
            </a:endParaRPr>
          </a:p>
        </p:txBody>
      </p:sp>
      <p:sp>
        <p:nvSpPr>
          <p:cNvPr id="1049154" name="Object 10"/>
          <p:cNvSpPr txBox="1">
            <a:spLocks noRot="1" noChangeAspect="1" noMove="1" noResize="1" noEditPoints="1" noAdjustHandles="1" noChangeArrowheads="1" noChangeShapeType="1" noTextEdit="1"/>
          </p:cNvSpPr>
          <p:nvPr/>
        </p:nvSpPr>
        <p:spPr bwMode="auto">
          <a:xfrm>
            <a:off x="4628034" y="1059042"/>
            <a:ext cx="2940694" cy="1281295"/>
          </a:xfrm>
          <a:prstGeom prst="rect">
            <a:avLst/>
          </a:prstGeom>
          <a:blipFill>
            <a:blip r:embed="rId4"/>
            <a:stretch>
              <a:fillRect/>
            </a:stretch>
          </a:blipFill>
          <a:ln>
            <a:noFill/>
          </a:ln>
          <a:effectLst/>
        </p:spPr>
        <p:txBody>
          <a:bodyPr/>
          <a:lstStyle/>
          <a:p>
            <a:r>
              <a:rPr lang="zh-CN" altLang="en-US">
                <a:noFill/>
              </a:rPr>
              <a:t> </a:t>
            </a:r>
          </a:p>
        </p:txBody>
      </p:sp>
      <p:sp>
        <p:nvSpPr>
          <p:cNvPr id="1049155" name="Object 12"/>
          <p:cNvSpPr txBox="1">
            <a:spLocks noRot="1" noChangeAspect="1" noMove="1" noResize="1" noEditPoints="1" noAdjustHandles="1" noChangeArrowheads="1" noChangeShapeType="1" noTextEdit="1"/>
          </p:cNvSpPr>
          <p:nvPr/>
        </p:nvSpPr>
        <p:spPr bwMode="auto">
          <a:xfrm>
            <a:off x="4698999" y="2216150"/>
            <a:ext cx="3271589" cy="865040"/>
          </a:xfrm>
          <a:prstGeom prst="rect">
            <a:avLst/>
          </a:prstGeom>
          <a:blipFill>
            <a:blip r:embed="rId5"/>
            <a:stretch>
              <a:fillRect/>
            </a:stretch>
          </a:blipFill>
          <a:ln>
            <a:noFill/>
          </a:ln>
          <a:effectLst/>
        </p:spPr>
        <p:txBody>
          <a:bodyPr/>
          <a:lstStyle/>
          <a:p>
            <a:r>
              <a:rPr lang="zh-CN" altLang="en-US">
                <a:noFill/>
              </a:rPr>
              <a:t> </a:t>
            </a:r>
          </a:p>
        </p:txBody>
      </p:sp>
      <p:sp>
        <p:nvSpPr>
          <p:cNvPr id="1049156" name="Object 18"/>
          <p:cNvSpPr txBox="1">
            <a:spLocks noRot="1" noChangeAspect="1" noMove="1" noResize="1" noEditPoints="1" noAdjustHandles="1" noChangeArrowheads="1" noChangeShapeType="1" noTextEdit="1"/>
          </p:cNvSpPr>
          <p:nvPr/>
        </p:nvSpPr>
        <p:spPr bwMode="auto">
          <a:xfrm>
            <a:off x="4628034" y="3049150"/>
            <a:ext cx="2940694" cy="422276"/>
          </a:xfrm>
          <a:prstGeom prst="rect">
            <a:avLst/>
          </a:prstGeom>
          <a:blipFill>
            <a:blip r:embed="rId6"/>
            <a:stretch>
              <a:fillRect b="-11594"/>
            </a:stretch>
          </a:blipFill>
          <a:ln>
            <a:noFill/>
          </a:ln>
          <a:effectLst/>
        </p:spPr>
        <p:txBody>
          <a:bodyPr/>
          <a:lstStyle/>
          <a:p>
            <a:r>
              <a:rPr lang="zh-CN" altLang="en-US">
                <a:noFill/>
              </a:rPr>
              <a:t> </a:t>
            </a:r>
          </a:p>
        </p:txBody>
      </p:sp>
      <p:sp>
        <p:nvSpPr>
          <p:cNvPr id="1049157" name="Rectangle 6"/>
          <p:cNvSpPr/>
          <p:nvPr/>
        </p:nvSpPr>
        <p:spPr>
          <a:xfrm>
            <a:off x="3402034" y="2383870"/>
            <a:ext cx="1210588" cy="400110"/>
          </a:xfrm>
          <a:prstGeom prst="rect">
            <a:avLst/>
          </a:prstGeom>
        </p:spPr>
        <p:txBody>
          <a:bodyPr wrap="none">
            <a:spAutoFit/>
          </a:bodyPr>
          <a:lstStyle/>
          <a:p>
            <a:r>
              <a:rPr lang="zh-CN" altLang="en-US" sz="2000" dirty="0">
                <a:solidFill>
                  <a:srgbClr val="004C54"/>
                </a:solidFill>
                <a:latin typeface="微软雅黑" panose="020B0503020204020204" pitchFamily="34" charset="-122"/>
                <a:ea typeface="微软雅黑" panose="020B0503020204020204" pitchFamily="34" charset="-122"/>
              </a:rPr>
              <a:t>梯度幅值</a:t>
            </a:r>
            <a:endParaRPr lang="en-US" sz="2000" dirty="0">
              <a:solidFill>
                <a:srgbClr val="004C54"/>
              </a:solidFill>
            </a:endParaRPr>
          </a:p>
        </p:txBody>
      </p:sp>
      <p:sp>
        <p:nvSpPr>
          <p:cNvPr id="1049158" name="Rectangle 20"/>
          <p:cNvSpPr/>
          <p:nvPr/>
        </p:nvSpPr>
        <p:spPr>
          <a:xfrm>
            <a:off x="2732620" y="3081190"/>
            <a:ext cx="1467068" cy="400110"/>
          </a:xfrm>
          <a:prstGeom prst="rect">
            <a:avLst/>
          </a:prstGeom>
        </p:spPr>
        <p:txBody>
          <a:bodyPr wrap="none">
            <a:spAutoFit/>
          </a:bodyPr>
          <a:lstStyle/>
          <a:p>
            <a:r>
              <a:rPr lang="zh-CN" altLang="en-US" sz="2000" dirty="0">
                <a:solidFill>
                  <a:srgbClr val="004C54"/>
                </a:solidFill>
                <a:latin typeface="微软雅黑" panose="020B0503020204020204" pitchFamily="34" charset="-122"/>
                <a:ea typeface="微软雅黑" panose="020B0503020204020204" pitchFamily="34" charset="-122"/>
              </a:rPr>
              <a:t>梯度方向角</a:t>
            </a:r>
            <a:endParaRPr lang="en-US" sz="2000" dirty="0">
              <a:solidFill>
                <a:srgbClr val="004C54"/>
              </a:solidFill>
            </a:endParaRPr>
          </a:p>
        </p:txBody>
      </p:sp>
      <p:sp>
        <p:nvSpPr>
          <p:cNvPr id="1049159" name="TextBox 27"/>
          <p:cNvSpPr txBox="1"/>
          <p:nvPr/>
        </p:nvSpPr>
        <p:spPr>
          <a:xfrm>
            <a:off x="1012825" y="176213"/>
            <a:ext cx="2621280" cy="574040"/>
          </a:xfrm>
          <a:prstGeom prst="rect">
            <a:avLst/>
          </a:prstGeom>
          <a:noFill/>
          <a:ln w="9525">
            <a:noFill/>
          </a:ln>
        </p:spPr>
        <p:txBody>
          <a:bodyPr wrap="none" anchor="t">
            <a:spAutoFit/>
          </a:bodyPr>
          <a:lstStyle/>
          <a:p>
            <a:r>
              <a:rPr lang="zh-CN" altLang="en-US" sz="3200" dirty="0">
                <a:solidFill>
                  <a:srgbClr val="004C54"/>
                </a:solidFill>
                <a:latin typeface="黑体" panose="02010609060101010101" pitchFamily="49" charset="-122"/>
                <a:ea typeface="黑体" panose="02010609060101010101" pitchFamily="49" charset="-122"/>
              </a:rPr>
              <a:t>三、边缘检测</a:t>
            </a:r>
            <a:endParaRPr lang="en-US" altLang="zh-CN" sz="3200" dirty="0">
              <a:solidFill>
                <a:srgbClr val="004C54"/>
              </a:solidFill>
              <a:latin typeface="黑体" panose="02010609060101010101" pitchFamily="49" charset="-122"/>
              <a:ea typeface="黑体" panose="02010609060101010101" pitchFamily="49" charset="-122"/>
            </a:endParaRPr>
          </a:p>
        </p:txBody>
      </p:sp>
      <p:sp>
        <p:nvSpPr>
          <p:cNvPr id="1049160"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61" name="TextBox 11"/>
          <p:cNvSpPr txBox="1"/>
          <p:nvPr/>
        </p:nvSpPr>
        <p:spPr>
          <a:xfrm>
            <a:off x="1014578" y="1212811"/>
            <a:ext cx="9980347" cy="400110"/>
          </a:xfrm>
          <a:prstGeom prst="rect">
            <a:avLst/>
          </a:prstGeom>
          <a:noFill/>
          <a:ln w="9525">
            <a:noFill/>
          </a:ln>
        </p:spPr>
        <p:txBody>
          <a:bodyPr wrap="square" anchor="t">
            <a:spAutoFit/>
          </a:bodyPr>
          <a:lstStyle/>
          <a:p>
            <a:pPr marL="342900" indent="-342900">
              <a:buFont typeface="Wingdings" panose="05000000000000000000" pitchFamily="2" charset="2"/>
              <a:buChar char="Ø"/>
            </a:pPr>
            <a:r>
              <a:rPr lang="zh-CN" altLang="en-US" sz="2000" b="1" dirty="0">
                <a:solidFill>
                  <a:srgbClr val="004C54"/>
                </a:solidFill>
                <a:latin typeface="微软雅黑" panose="020B0503020204020204" pitchFamily="34" charset="-122"/>
                <a:ea typeface="微软雅黑" panose="020B0503020204020204" pitchFamily="34" charset="-122"/>
              </a:rPr>
              <a:t>二阶微分（</a:t>
            </a:r>
            <a:r>
              <a:rPr lang="en-US" altLang="zh-CN" sz="2000" b="1" dirty="0">
                <a:solidFill>
                  <a:srgbClr val="004C54"/>
                </a:solidFill>
                <a:latin typeface="微软雅黑" panose="020B0503020204020204" pitchFamily="34" charset="-122"/>
                <a:ea typeface="微软雅黑" panose="020B0503020204020204" pitchFamily="34" charset="-122"/>
              </a:rPr>
              <a:t>Laplacian</a:t>
            </a:r>
            <a:r>
              <a:rPr lang="zh-CN" altLang="en-US" sz="2000" b="1" dirty="0">
                <a:solidFill>
                  <a:srgbClr val="004C54"/>
                </a:solidFill>
                <a:latin typeface="微软雅黑" panose="020B0503020204020204" pitchFamily="34" charset="-122"/>
                <a:ea typeface="微软雅黑" panose="020B0503020204020204" pitchFamily="34" charset="-122"/>
              </a:rPr>
              <a:t>算子）</a:t>
            </a:r>
            <a:endParaRPr lang="en-US" altLang="zh-CN" sz="2000" b="1" dirty="0">
              <a:solidFill>
                <a:srgbClr val="004C54"/>
              </a:solidFill>
              <a:latin typeface="微软雅黑" panose="020B0503020204020204" pitchFamily="34" charset="-122"/>
              <a:ea typeface="微软雅黑" panose="020B0503020204020204" pitchFamily="34" charset="-122"/>
            </a:endParaRPr>
          </a:p>
        </p:txBody>
      </p:sp>
      <p:sp>
        <p:nvSpPr>
          <p:cNvPr id="1049162" name="TextBox 11"/>
          <p:cNvSpPr txBox="1"/>
          <p:nvPr/>
        </p:nvSpPr>
        <p:spPr>
          <a:xfrm>
            <a:off x="1345853" y="1683972"/>
            <a:ext cx="9980347" cy="1554272"/>
          </a:xfrm>
          <a:prstGeom prst="rect">
            <a:avLst/>
          </a:prstGeom>
          <a:noFill/>
          <a:ln w="9525">
            <a:noFill/>
          </a:ln>
        </p:spPr>
        <p:txBody>
          <a:bodyPr wrap="square" anchor="t">
            <a:spAutoFit/>
          </a:bodyPr>
          <a:lstStyle/>
          <a:p>
            <a:pPr marL="342900" indent="-342900">
              <a:spcAft>
                <a:spcPts val="600"/>
              </a:spcAft>
              <a:buFont typeface="Arial" panose="020B0604020202020204" pitchFamily="34" charset="0"/>
              <a:buChar char="•"/>
            </a:pPr>
            <a:r>
              <a:rPr lang="zh-CN" altLang="en-US" sz="2000" dirty="0">
                <a:solidFill>
                  <a:srgbClr val="004C54"/>
                </a:solidFill>
                <a:latin typeface="微软雅黑" panose="020B0503020204020204" pitchFamily="34" charset="-122"/>
                <a:ea typeface="微软雅黑" panose="020B0503020204020204" pitchFamily="34" charset="-122"/>
              </a:rPr>
              <a:t>在亮的一边是负的，在暗的一边是正的。常数部分为零。</a:t>
            </a:r>
            <a:endParaRPr lang="en-US" altLang="zh-CN" sz="2000" dirty="0">
              <a:solidFill>
                <a:srgbClr val="004C54"/>
              </a:solidFill>
              <a:latin typeface="微软雅黑" panose="020B0503020204020204" pitchFamily="34" charset="-122"/>
              <a:ea typeface="微软雅黑" panose="020B0503020204020204" pitchFamily="34" charset="-122"/>
            </a:endParaRPr>
          </a:p>
          <a:p>
            <a:pPr marL="342900" indent="-342900">
              <a:spcAft>
                <a:spcPts val="600"/>
              </a:spcAft>
              <a:buFont typeface="Arial" panose="020B0604020202020204" pitchFamily="34" charset="0"/>
              <a:buChar char="•"/>
            </a:pPr>
            <a:r>
              <a:rPr lang="zh-CN" altLang="en-US" sz="2000" dirty="0">
                <a:solidFill>
                  <a:srgbClr val="004C54"/>
                </a:solidFill>
                <a:latin typeface="微软雅黑" panose="020B0503020204020204" pitchFamily="34" charset="-122"/>
                <a:ea typeface="微软雅黑" panose="020B0503020204020204" pitchFamily="34" charset="-122"/>
              </a:rPr>
              <a:t>各向同性。</a:t>
            </a:r>
            <a:endParaRPr lang="en-US" altLang="zh-CN" sz="2000" dirty="0">
              <a:solidFill>
                <a:srgbClr val="004C54"/>
              </a:solidFill>
              <a:latin typeface="微软雅黑" panose="020B0503020204020204" pitchFamily="34" charset="-122"/>
              <a:ea typeface="微软雅黑" panose="020B0503020204020204" pitchFamily="34" charset="-122"/>
            </a:endParaRPr>
          </a:p>
          <a:p>
            <a:pPr marL="342900" indent="-342900">
              <a:spcAft>
                <a:spcPts val="600"/>
              </a:spcAft>
              <a:buFont typeface="Arial" panose="020B0604020202020204" pitchFamily="34" charset="0"/>
              <a:buChar char="•"/>
            </a:pPr>
            <a:r>
              <a:rPr lang="zh-CN" altLang="en-US" sz="2000" dirty="0">
                <a:solidFill>
                  <a:srgbClr val="004C54"/>
                </a:solidFill>
                <a:latin typeface="微软雅黑" panose="020B0503020204020204" pitchFamily="34" charset="-122"/>
                <a:ea typeface="微软雅黑" panose="020B0503020204020204" pitchFamily="34" charset="-122"/>
              </a:rPr>
              <a:t>用于确定边缘上的像素是在亮的一边，还是暗的一边。</a:t>
            </a:r>
            <a:endParaRPr lang="en-US" altLang="zh-CN" sz="2000" dirty="0">
              <a:solidFill>
                <a:srgbClr val="004C54"/>
              </a:solidFill>
              <a:latin typeface="微软雅黑" panose="020B0503020204020204" pitchFamily="34" charset="-122"/>
              <a:ea typeface="微软雅黑" panose="020B0503020204020204" pitchFamily="34" charset="-122"/>
            </a:endParaRPr>
          </a:p>
          <a:p>
            <a:pPr marL="342900" indent="-342900">
              <a:spcAft>
                <a:spcPts val="600"/>
              </a:spcAft>
              <a:buFont typeface="Arial" panose="020B0604020202020204" pitchFamily="34" charset="0"/>
              <a:buChar char="•"/>
            </a:pPr>
            <a:r>
              <a:rPr lang="zh-CN" altLang="en-US" sz="2000" dirty="0">
                <a:solidFill>
                  <a:srgbClr val="004C54"/>
                </a:solidFill>
                <a:latin typeface="微软雅黑" panose="020B0503020204020204" pitchFamily="34" charset="-122"/>
                <a:ea typeface="微软雅黑" panose="020B0503020204020204" pitchFamily="34" charset="-122"/>
              </a:rPr>
              <a:t>零点跨越，确定边的准确位置。</a:t>
            </a:r>
          </a:p>
        </p:txBody>
      </p:sp>
      <p:sp>
        <p:nvSpPr>
          <p:cNvPr id="1049163" name="TextBox 16"/>
          <p:cNvSpPr txBox="1">
            <a:spLocks noRot="1" noChangeAspect="1" noMove="1" noResize="1" noEditPoints="1" noAdjustHandles="1" noChangeArrowheads="1" noChangeShapeType="1" noTextEdit="1"/>
          </p:cNvSpPr>
          <p:nvPr/>
        </p:nvSpPr>
        <p:spPr>
          <a:xfrm>
            <a:off x="4370189" y="3301141"/>
            <a:ext cx="2783711" cy="762516"/>
          </a:xfrm>
          <a:prstGeom prst="rect">
            <a:avLst/>
          </a:prstGeom>
          <a:blipFill>
            <a:blip r:embed="rId2"/>
            <a:stretch>
              <a:fillRect/>
            </a:stretch>
          </a:blipFill>
        </p:spPr>
        <p:txBody>
          <a:bodyPr/>
          <a:lstStyle/>
          <a:p>
            <a:r>
              <a:rPr lang="en-US">
                <a:noFill/>
              </a:rPr>
              <a:t> </a:t>
            </a:r>
          </a:p>
        </p:txBody>
      </p:sp>
      <p:sp>
        <p:nvSpPr>
          <p:cNvPr id="1049164" name="TextBox 24"/>
          <p:cNvSpPr txBox="1">
            <a:spLocks noRot="1" noChangeAspect="1" noMove="1" noResize="1" noEditPoints="1" noAdjustHandles="1" noChangeArrowheads="1" noChangeShapeType="1" noTextEdit="1"/>
          </p:cNvSpPr>
          <p:nvPr/>
        </p:nvSpPr>
        <p:spPr>
          <a:xfrm>
            <a:off x="3549097" y="3933056"/>
            <a:ext cx="6173293" cy="1687898"/>
          </a:xfrm>
          <a:prstGeom prst="rect">
            <a:avLst/>
          </a:prstGeom>
          <a:blipFill>
            <a:blip r:embed="rId3"/>
            <a:stretch>
              <a:fillRect/>
            </a:stretch>
          </a:blipFill>
        </p:spPr>
        <p:txBody>
          <a:bodyPr/>
          <a:lstStyle/>
          <a:p>
            <a:r>
              <a:rPr lang="zh-CN" altLang="en-US">
                <a:noFill/>
              </a:rPr>
              <a:t> </a:t>
            </a:r>
          </a:p>
        </p:txBody>
      </p:sp>
      <p:sp>
        <p:nvSpPr>
          <p:cNvPr id="1049165" name="TextBox 11"/>
          <p:cNvSpPr txBox="1">
            <a:spLocks noRot="1" noChangeAspect="1" noMove="1" noResize="1" noEditPoints="1" noAdjustHandles="1" noChangeArrowheads="1" noChangeShapeType="1" noTextEdit="1"/>
          </p:cNvSpPr>
          <p:nvPr/>
        </p:nvSpPr>
        <p:spPr>
          <a:xfrm>
            <a:off x="1345854" y="5620761"/>
            <a:ext cx="9217024" cy="784830"/>
          </a:xfrm>
          <a:prstGeom prst="rect">
            <a:avLst/>
          </a:prstGeom>
          <a:blipFill rotWithShape="0">
            <a:blip r:embed="rId4"/>
            <a:stretch>
              <a:fillRect l="-728" t="-3876" r="-661" b="-13178"/>
            </a:stretch>
          </a:blipFill>
          <a:ln w="9525">
            <a:noFill/>
          </a:ln>
        </p:spPr>
        <p:txBody>
          <a:bodyPr/>
          <a:lstStyle/>
          <a:p>
            <a:r>
              <a:rPr lang="zh-CN" altLang="en-US">
                <a:noFill/>
              </a:rPr>
              <a:t> </a:t>
            </a:r>
          </a:p>
        </p:txBody>
      </p:sp>
      <p:sp>
        <p:nvSpPr>
          <p:cNvPr id="1049166" name="TextBox 27"/>
          <p:cNvSpPr txBox="1"/>
          <p:nvPr/>
        </p:nvSpPr>
        <p:spPr>
          <a:xfrm>
            <a:off x="1012825" y="176213"/>
            <a:ext cx="2621280" cy="574040"/>
          </a:xfrm>
          <a:prstGeom prst="rect">
            <a:avLst/>
          </a:prstGeom>
          <a:noFill/>
          <a:ln w="9525">
            <a:noFill/>
          </a:ln>
        </p:spPr>
        <p:txBody>
          <a:bodyPr wrap="none" anchor="t">
            <a:spAutoFit/>
          </a:bodyPr>
          <a:lstStyle/>
          <a:p>
            <a:r>
              <a:rPr lang="zh-CN" altLang="en-US" sz="3200" dirty="0">
                <a:solidFill>
                  <a:srgbClr val="004C54"/>
                </a:solidFill>
                <a:latin typeface="黑体" panose="02010609060101010101" pitchFamily="49" charset="-122"/>
                <a:ea typeface="黑体" panose="02010609060101010101" pitchFamily="49" charset="-122"/>
              </a:rPr>
              <a:t>三、边缘检测</a:t>
            </a:r>
            <a:endParaRPr lang="en-US" altLang="zh-CN" sz="3200" dirty="0">
              <a:solidFill>
                <a:srgbClr val="004C54"/>
              </a:solidFill>
              <a:latin typeface="黑体" panose="02010609060101010101" pitchFamily="49" charset="-122"/>
              <a:ea typeface="黑体" panose="02010609060101010101" pitchFamily="49" charset="-122"/>
            </a:endParaRPr>
          </a:p>
        </p:txBody>
      </p:sp>
      <p:sp>
        <p:nvSpPr>
          <p:cNvPr id="1049167"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a:p>
        </p:txBody>
      </p:sp>
      <mc:AlternateContent xmlns:mc="http://schemas.openxmlformats.org/markup-compatibility/2006" xmlns:p14="http://schemas.microsoft.com/office/powerpoint/2010/main">
        <mc:Choice Requires="p14">
          <p:contentPart p14:bwMode="auto" r:id="rId5">
            <p14:nvContentPartPr>
              <p14:cNvPr id="1049168" name="墨迹 1049167"/>
              <p14:cNvContentPartPr/>
              <p14:nvPr/>
            </p14:nvContentPartPr>
            <p14:xfrm>
              <a:off x="367204" y="4202569"/>
              <a:ext cx="126767" cy="681636"/>
            </p14:xfrm>
          </p:contentPart>
        </mc:Choice>
        <mc:Fallback xmlns="">
          <p:sp>
            <p:nvSpPr>
              <p:cNvPr id="1049168" name=""/>
              <p:cNvSpPr/>
              <p:nvPr/>
            </p:nvSpPr>
            <p:spPr>
              <a:xfrm>
                <a:off x="367204" y="4202569"/>
                <a:ext cx="126767" cy="681636"/>
              </a:xfrm>
            </p:spPr>
          </p:sp>
        </mc:Fallback>
      </mc:AlternateContent>
      <mc:AlternateContent xmlns:mc="http://schemas.openxmlformats.org/markup-compatibility/2006" xmlns:p14="http://schemas.microsoft.com/office/powerpoint/2010/main">
        <mc:Choice Requires="p14">
          <p:contentPart p14:bwMode="auto" r:id="rId6">
            <p14:nvContentPartPr>
              <p14:cNvPr id="1049169" name="墨迹 1049168"/>
              <p14:cNvContentPartPr/>
              <p14:nvPr/>
            </p14:nvContentPartPr>
            <p14:xfrm>
              <a:off x="513764" y="4467604"/>
              <a:ext cx="267779" cy="167249"/>
            </p14:xfrm>
          </p:contentPart>
        </mc:Choice>
        <mc:Fallback xmlns="">
          <p:sp>
            <p:nvSpPr>
              <p:cNvPr id="1049169" name=""/>
              <p:cNvSpPr/>
              <p:nvPr/>
            </p:nvSpPr>
            <p:spPr>
              <a:xfrm>
                <a:off x="513764" y="4467604"/>
                <a:ext cx="267779" cy="167249"/>
              </a:xfrm>
            </p:spPr>
          </p:sp>
        </mc:Fallback>
      </mc:AlternateContent>
      <mc:AlternateContent xmlns:mc="http://schemas.openxmlformats.org/markup-compatibility/2006" xmlns:p14="http://schemas.microsoft.com/office/powerpoint/2010/main">
        <mc:Choice Requires="p14">
          <p:contentPart p14:bwMode="auto" r:id="rId7">
            <p14:nvContentPartPr>
              <p14:cNvPr id="1049170" name="墨迹 1049169"/>
              <p14:cNvContentPartPr/>
              <p14:nvPr/>
            </p14:nvContentPartPr>
            <p14:xfrm>
              <a:off x="909771" y="4491622"/>
              <a:ext cx="96939" cy="74311"/>
            </p14:xfrm>
          </p:contentPart>
        </mc:Choice>
        <mc:Fallback xmlns="">
          <p:sp>
            <p:nvSpPr>
              <p:cNvPr id="1049170" name=""/>
              <p:cNvSpPr/>
              <p:nvPr/>
            </p:nvSpPr>
            <p:spPr>
              <a:xfrm>
                <a:off x="909771" y="4491622"/>
                <a:ext cx="96939" cy="74311"/>
              </a:xfrm>
            </p:spPr>
          </p:sp>
        </mc:Fallback>
      </mc:AlternateContent>
      <mc:AlternateContent xmlns:mc="http://schemas.openxmlformats.org/markup-compatibility/2006" xmlns:p14="http://schemas.microsoft.com/office/powerpoint/2010/main">
        <mc:Choice Requires="p14">
          <p:contentPart p14:bwMode="auto" r:id="rId8">
            <p14:nvContentPartPr>
              <p14:cNvPr id="1049171" name="墨迹 1049170"/>
              <p14:cNvContentPartPr/>
              <p14:nvPr/>
            </p14:nvContentPartPr>
            <p14:xfrm>
              <a:off x="974845" y="4649815"/>
              <a:ext cx="31096" cy="71984"/>
            </p14:xfrm>
          </p:contentPart>
        </mc:Choice>
        <mc:Fallback xmlns="">
          <p:sp>
            <p:nvSpPr>
              <p:cNvPr id="1049171" name=""/>
              <p:cNvSpPr/>
              <p:nvPr/>
            </p:nvSpPr>
            <p:spPr>
              <a:xfrm>
                <a:off x="974845" y="4649815"/>
                <a:ext cx="31096" cy="71984"/>
              </a:xfrm>
            </p:spPr>
          </p:sp>
        </mc:Fallback>
      </mc:AlternateContent>
      <mc:AlternateContent xmlns:mc="http://schemas.openxmlformats.org/markup-compatibility/2006" xmlns:p14="http://schemas.microsoft.com/office/powerpoint/2010/main">
        <mc:Choice Requires="p14">
          <p:contentPart p14:bwMode="auto" r:id="rId9">
            <p14:nvContentPartPr>
              <p14:cNvPr id="1049172" name="墨迹 1049171"/>
              <p14:cNvContentPartPr/>
              <p14:nvPr/>
            </p14:nvContentPartPr>
            <p14:xfrm>
              <a:off x="1261090" y="4006278"/>
              <a:ext cx="39125" cy="342814"/>
            </p14:xfrm>
          </p:contentPart>
        </mc:Choice>
        <mc:Fallback xmlns="">
          <p:sp>
            <p:nvSpPr>
              <p:cNvPr id="1049172" name=""/>
              <p:cNvSpPr/>
              <p:nvPr/>
            </p:nvSpPr>
            <p:spPr>
              <a:xfrm>
                <a:off x="1261090" y="4006278"/>
                <a:ext cx="39125" cy="342814"/>
              </a:xfrm>
            </p:spPr>
          </p:sp>
        </mc:Fallback>
      </mc:AlternateContent>
      <mc:AlternateContent xmlns:mc="http://schemas.openxmlformats.org/markup-compatibility/2006" xmlns:p14="http://schemas.microsoft.com/office/powerpoint/2010/main">
        <mc:Choice Requires="p14">
          <p:contentPart p14:bwMode="auto" r:id="rId10">
            <p14:nvContentPartPr>
              <p14:cNvPr id="1049173" name="墨迹 1049172"/>
              <p14:cNvContentPartPr/>
              <p14:nvPr/>
            </p14:nvContentPartPr>
            <p14:xfrm>
              <a:off x="1294300" y="4139326"/>
              <a:ext cx="181700" cy="462491"/>
            </p14:xfrm>
          </p:contentPart>
        </mc:Choice>
        <mc:Fallback xmlns="">
          <p:sp>
            <p:nvSpPr>
              <p:cNvPr id="1049173" name=""/>
              <p:cNvSpPr/>
              <p:nvPr/>
            </p:nvSpPr>
            <p:spPr>
              <a:xfrm>
                <a:off x="1294300" y="4139326"/>
                <a:ext cx="181700" cy="462491"/>
              </a:xfrm>
            </p:spPr>
          </p:sp>
        </mc:Fallback>
      </mc:AlternateContent>
      <mc:AlternateContent xmlns:mc="http://schemas.openxmlformats.org/markup-compatibility/2006" xmlns:p14="http://schemas.microsoft.com/office/powerpoint/2010/main">
        <mc:Choice Requires="p14">
          <p:contentPart p14:bwMode="auto" r:id="rId11">
            <p14:nvContentPartPr>
              <p14:cNvPr id="1049174" name="墨迹 1049173"/>
              <p14:cNvContentPartPr/>
              <p14:nvPr/>
            </p14:nvContentPartPr>
            <p14:xfrm>
              <a:off x="1460788" y="4054315"/>
              <a:ext cx="0" cy="0"/>
            </p14:xfrm>
          </p:contentPart>
        </mc:Choice>
        <mc:Fallback xmlns="">
          <p:sp>
            <p:nvSpPr>
              <p:cNvPr id="1049174" name=""/>
              <p:cNvSpPr/>
              <p:nvPr/>
            </p:nvSpPr>
            <p:spPr>
              <a:xfrm>
                <a:off x="1460788" y="4054315"/>
                <a:ext cx="0" cy="0"/>
              </a:xfrm>
            </p:spPr>
          </p:sp>
        </mc:Fallback>
      </mc:AlternateContent>
      <mc:AlternateContent xmlns:mc="http://schemas.openxmlformats.org/markup-compatibility/2006" xmlns:p14="http://schemas.microsoft.com/office/powerpoint/2010/main">
        <mc:Choice Requires="p14">
          <p:contentPart p14:bwMode="auto" r:id="rId12">
            <p14:nvContentPartPr>
              <p14:cNvPr id="1049175" name="墨迹 1049174"/>
              <p14:cNvContentPartPr/>
              <p14:nvPr/>
            </p14:nvContentPartPr>
            <p14:xfrm>
              <a:off x="1472223" y="3987228"/>
              <a:ext cx="139841" cy="408513"/>
            </p14:xfrm>
          </p:contentPart>
        </mc:Choice>
        <mc:Fallback xmlns="">
          <p:sp>
            <p:nvSpPr>
              <p:cNvPr id="1049175" name=""/>
              <p:cNvSpPr/>
              <p:nvPr/>
            </p:nvSpPr>
            <p:spPr>
              <a:xfrm>
                <a:off x="1472223" y="3987228"/>
                <a:ext cx="139841" cy="408513"/>
              </a:xfrm>
            </p:spPr>
          </p:sp>
        </mc:Fallback>
      </mc:AlternateContent>
      <mc:AlternateContent xmlns:mc="http://schemas.openxmlformats.org/markup-compatibility/2006" xmlns:p14="http://schemas.microsoft.com/office/powerpoint/2010/main">
        <mc:Choice Requires="p14">
          <p:contentPart p14:bwMode="auto" r:id="rId13">
            <p14:nvContentPartPr>
              <p14:cNvPr id="1049176" name="墨迹 1049175"/>
              <p14:cNvContentPartPr/>
              <p14:nvPr/>
            </p14:nvContentPartPr>
            <p14:xfrm>
              <a:off x="1505580" y="4147931"/>
              <a:ext cx="162377" cy="272748"/>
            </p14:xfrm>
          </p:contentPart>
        </mc:Choice>
        <mc:Fallback xmlns="">
          <p:sp>
            <p:nvSpPr>
              <p:cNvPr id="1049176" name=""/>
              <p:cNvSpPr/>
              <p:nvPr/>
            </p:nvSpPr>
            <p:spPr>
              <a:xfrm>
                <a:off x="1505580" y="4147931"/>
                <a:ext cx="162377" cy="272748"/>
              </a:xfrm>
            </p:spPr>
          </p:sp>
        </mc:Fallback>
      </mc:AlternateContent>
      <mc:AlternateContent xmlns:mc="http://schemas.openxmlformats.org/markup-compatibility/2006" xmlns:p14="http://schemas.microsoft.com/office/powerpoint/2010/main">
        <mc:Choice Requires="p14">
          <p:contentPart p14:bwMode="auto" r:id="rId14">
            <p14:nvContentPartPr>
              <p14:cNvPr id="1049177" name="墨迹 1049176"/>
              <p14:cNvContentPartPr/>
              <p14:nvPr/>
            </p14:nvContentPartPr>
            <p14:xfrm>
              <a:off x="1561764" y="4347510"/>
              <a:ext cx="76499" cy="149658"/>
            </p14:xfrm>
          </p:contentPart>
        </mc:Choice>
        <mc:Fallback xmlns="">
          <p:sp>
            <p:nvSpPr>
              <p:cNvPr id="1049177" name=""/>
              <p:cNvSpPr/>
              <p:nvPr/>
            </p:nvSpPr>
            <p:spPr>
              <a:xfrm>
                <a:off x="1561764" y="4347510"/>
                <a:ext cx="76499" cy="149658"/>
              </a:xfrm>
            </p:spPr>
          </p:sp>
        </mc:Fallback>
      </mc:AlternateContent>
      <mc:AlternateContent xmlns:mc="http://schemas.openxmlformats.org/markup-compatibility/2006" xmlns:p14="http://schemas.microsoft.com/office/powerpoint/2010/main">
        <mc:Choice Requires="p14">
          <p:contentPart p14:bwMode="auto" r:id="rId15">
            <p14:nvContentPartPr>
              <p14:cNvPr id="1049178" name="墨迹 1049177"/>
              <p14:cNvContentPartPr/>
              <p14:nvPr/>
            </p14:nvContentPartPr>
            <p14:xfrm>
              <a:off x="1666998" y="4206170"/>
              <a:ext cx="168164" cy="289875"/>
            </p14:xfrm>
          </p:contentPart>
        </mc:Choice>
        <mc:Fallback xmlns="">
          <p:sp>
            <p:nvSpPr>
              <p:cNvPr id="1049178" name=""/>
              <p:cNvSpPr/>
              <p:nvPr/>
            </p:nvSpPr>
            <p:spPr>
              <a:xfrm>
                <a:off x="1666998" y="4206170"/>
                <a:ext cx="168164" cy="289875"/>
              </a:xfrm>
            </p:spPr>
          </p:sp>
        </mc:Fallback>
      </mc:AlternateContent>
      <mc:AlternateContent xmlns:mc="http://schemas.openxmlformats.org/markup-compatibility/2006" xmlns:p14="http://schemas.microsoft.com/office/powerpoint/2010/main">
        <mc:Choice Requires="p14">
          <p:contentPart p14:bwMode="auto" r:id="rId16">
            <p14:nvContentPartPr>
              <p14:cNvPr id="1049179" name="墨迹 1049178"/>
              <p14:cNvContentPartPr/>
              <p14:nvPr/>
            </p14:nvContentPartPr>
            <p14:xfrm>
              <a:off x="1875971" y="3926767"/>
              <a:ext cx="111327" cy="298944"/>
            </p14:xfrm>
          </p:contentPart>
        </mc:Choice>
        <mc:Fallback xmlns="">
          <p:sp>
            <p:nvSpPr>
              <p:cNvPr id="1049179" name=""/>
              <p:cNvSpPr/>
              <p:nvPr/>
            </p:nvSpPr>
            <p:spPr>
              <a:xfrm>
                <a:off x="1875971" y="3926767"/>
                <a:ext cx="111327" cy="298944"/>
              </a:xfrm>
            </p:spPr>
          </p:sp>
        </mc:Fallback>
      </mc:AlternateContent>
      <mc:AlternateContent xmlns:mc="http://schemas.openxmlformats.org/markup-compatibility/2006" xmlns:p14="http://schemas.microsoft.com/office/powerpoint/2010/main">
        <mc:Choice Requires="p14">
          <p:contentPart p14:bwMode="auto" r:id="rId17">
            <p14:nvContentPartPr>
              <p14:cNvPr id="1049180" name="墨迹 1049179"/>
              <p14:cNvContentPartPr/>
              <p14:nvPr/>
            </p14:nvContentPartPr>
            <p14:xfrm>
              <a:off x="1984763" y="4057628"/>
              <a:ext cx="78374" cy="387607"/>
            </p14:xfrm>
          </p:contentPart>
        </mc:Choice>
        <mc:Fallback xmlns="">
          <p:sp>
            <p:nvSpPr>
              <p:cNvPr id="1049180" name=""/>
              <p:cNvSpPr/>
              <p:nvPr/>
            </p:nvSpPr>
            <p:spPr>
              <a:xfrm>
                <a:off x="1984763" y="4057628"/>
                <a:ext cx="78374" cy="387607"/>
              </a:xfrm>
            </p:spPr>
          </p:sp>
        </mc:Fallback>
      </mc:AlternateContent>
      <mc:AlternateContent xmlns:mc="http://schemas.openxmlformats.org/markup-compatibility/2006" xmlns:p14="http://schemas.microsoft.com/office/powerpoint/2010/main">
        <mc:Choice Requires="p14">
          <p:contentPart p14:bwMode="auto" r:id="rId18">
            <p14:nvContentPartPr>
              <p14:cNvPr id="1049181" name="墨迹 1049180"/>
              <p14:cNvContentPartPr/>
              <p14:nvPr/>
            </p14:nvContentPartPr>
            <p14:xfrm>
              <a:off x="2062806" y="4017873"/>
              <a:ext cx="136617" cy="281092"/>
            </p14:xfrm>
          </p:contentPart>
        </mc:Choice>
        <mc:Fallback xmlns="">
          <p:sp>
            <p:nvSpPr>
              <p:cNvPr id="1049181" name=""/>
              <p:cNvSpPr/>
              <p:nvPr/>
            </p:nvSpPr>
            <p:spPr>
              <a:xfrm>
                <a:off x="2062806" y="4017873"/>
                <a:ext cx="136617" cy="281092"/>
              </a:xfrm>
            </p:spPr>
          </p:sp>
        </mc:Fallback>
      </mc:AlternateContent>
      <mc:AlternateContent xmlns:mc="http://schemas.openxmlformats.org/markup-compatibility/2006" xmlns:p14="http://schemas.microsoft.com/office/powerpoint/2010/main">
        <mc:Choice Requires="p14">
          <p:contentPart p14:bwMode="auto" r:id="rId19">
            <p14:nvContentPartPr>
              <p14:cNvPr id="1049182" name="墨迹 1049181"/>
              <p14:cNvContentPartPr/>
              <p14:nvPr/>
            </p14:nvContentPartPr>
            <p14:xfrm>
              <a:off x="2064204" y="4082476"/>
              <a:ext cx="220576" cy="184471"/>
            </p14:xfrm>
          </p:contentPart>
        </mc:Choice>
        <mc:Fallback xmlns="">
          <p:sp>
            <p:nvSpPr>
              <p:cNvPr id="1049182" name=""/>
              <p:cNvSpPr/>
              <p:nvPr/>
            </p:nvSpPr>
            <p:spPr>
              <a:xfrm>
                <a:off x="2064204" y="4082476"/>
                <a:ext cx="220576" cy="184471"/>
              </a:xfrm>
            </p:spPr>
          </p:sp>
        </mc:Fallback>
      </mc:AlternateContent>
      <mc:AlternateContent xmlns:mc="http://schemas.openxmlformats.org/markup-compatibility/2006" xmlns:p14="http://schemas.microsoft.com/office/powerpoint/2010/main">
        <mc:Choice Requires="p14">
          <p:contentPart p14:bwMode="auto" r:id="rId20">
            <p14:nvContentPartPr>
              <p14:cNvPr id="1049183" name="墨迹 1049182"/>
              <p14:cNvContentPartPr/>
              <p14:nvPr/>
            </p14:nvContentPartPr>
            <p14:xfrm>
              <a:off x="2356165" y="3777685"/>
              <a:ext cx="249971" cy="590304"/>
            </p14:xfrm>
          </p:contentPart>
        </mc:Choice>
        <mc:Fallback xmlns="">
          <p:sp>
            <p:nvSpPr>
              <p:cNvPr id="1049183" name=""/>
              <p:cNvSpPr/>
              <p:nvPr/>
            </p:nvSpPr>
            <p:spPr>
              <a:xfrm>
                <a:off x="2356165" y="3777685"/>
                <a:ext cx="249971" cy="590304"/>
              </a:xfrm>
            </p:spPr>
          </p:sp>
        </mc:Fallback>
      </mc:AlternateContent>
      <mc:AlternateContent xmlns:mc="http://schemas.openxmlformats.org/markup-compatibility/2006" xmlns:p14="http://schemas.microsoft.com/office/powerpoint/2010/main">
        <mc:Choice Requires="p14">
          <p:contentPart p14:bwMode="auto" r:id="rId21">
            <p14:nvContentPartPr>
              <p14:cNvPr id="1049184" name="墨迹 1049183"/>
              <p14:cNvContentPartPr/>
              <p14:nvPr/>
            </p14:nvContentPartPr>
            <p14:xfrm>
              <a:off x="2418481" y="4022014"/>
              <a:ext cx="95326" cy="362161"/>
            </p14:xfrm>
          </p:contentPart>
        </mc:Choice>
        <mc:Fallback xmlns="">
          <p:sp>
            <p:nvSpPr>
              <p:cNvPr id="1049184" name=""/>
              <p:cNvSpPr/>
              <p:nvPr/>
            </p:nvSpPr>
            <p:spPr>
              <a:xfrm>
                <a:off x="2418481" y="4022014"/>
                <a:ext cx="95326" cy="362161"/>
              </a:xfrm>
            </p:spPr>
          </p:sp>
        </mc:Fallback>
      </mc:AlternateContent>
      <mc:AlternateContent xmlns:mc="http://schemas.openxmlformats.org/markup-compatibility/2006" xmlns:p14="http://schemas.microsoft.com/office/powerpoint/2010/main">
        <mc:Choice Requires="p14">
          <p:contentPart p14:bwMode="auto" r:id="rId22">
            <p14:nvContentPartPr>
              <p14:cNvPr id="1049185" name="墨迹 1049184"/>
              <p14:cNvContentPartPr/>
              <p14:nvPr/>
            </p14:nvContentPartPr>
            <p14:xfrm>
              <a:off x="2558599" y="4120456"/>
              <a:ext cx="37284" cy="31640"/>
            </p14:xfrm>
          </p:contentPart>
        </mc:Choice>
        <mc:Fallback xmlns="">
          <p:sp>
            <p:nvSpPr>
              <p:cNvPr id="1049185" name=""/>
              <p:cNvSpPr/>
              <p:nvPr/>
            </p:nvSpPr>
            <p:spPr>
              <a:xfrm>
                <a:off x="2558599" y="4120456"/>
                <a:ext cx="37284" cy="31640"/>
              </a:xfrm>
            </p:spPr>
          </p:sp>
        </mc:Fallback>
      </mc:AlternateContent>
      <mc:AlternateContent xmlns:mc="http://schemas.openxmlformats.org/markup-compatibility/2006" xmlns:p14="http://schemas.microsoft.com/office/powerpoint/2010/main">
        <mc:Choice Requires="p14">
          <p:contentPart p14:bwMode="auto" r:id="rId23">
            <p14:nvContentPartPr>
              <p14:cNvPr id="1049186" name="墨迹 1049185"/>
              <p14:cNvContentPartPr/>
              <p14:nvPr/>
            </p14:nvContentPartPr>
            <p14:xfrm>
              <a:off x="2571275" y="3858852"/>
              <a:ext cx="37080" cy="158268"/>
            </p14:xfrm>
          </p:contentPart>
        </mc:Choice>
        <mc:Fallback xmlns="">
          <p:sp>
            <p:nvSpPr>
              <p:cNvPr id="1049186" name=""/>
              <p:cNvSpPr/>
              <p:nvPr/>
            </p:nvSpPr>
            <p:spPr>
              <a:xfrm>
                <a:off x="2571275" y="3858852"/>
                <a:ext cx="37080" cy="158268"/>
              </a:xfrm>
            </p:spPr>
          </p:sp>
        </mc:Fallback>
      </mc:AlternateContent>
      <mc:AlternateContent xmlns:mc="http://schemas.openxmlformats.org/markup-compatibility/2006" xmlns:p14="http://schemas.microsoft.com/office/powerpoint/2010/main">
        <mc:Choice Requires="p14">
          <p:contentPart p14:bwMode="auto" r:id="rId24">
            <p14:nvContentPartPr>
              <p14:cNvPr id="1049187" name="墨迹 1049186"/>
              <p14:cNvContentPartPr/>
              <p14:nvPr/>
            </p14:nvContentPartPr>
            <p14:xfrm>
              <a:off x="2590713" y="3813253"/>
              <a:ext cx="131029" cy="176714"/>
            </p14:xfrm>
          </p:contentPart>
        </mc:Choice>
        <mc:Fallback xmlns="">
          <p:sp>
            <p:nvSpPr>
              <p:cNvPr id="1049187" name=""/>
              <p:cNvSpPr/>
              <p:nvPr/>
            </p:nvSpPr>
            <p:spPr>
              <a:xfrm>
                <a:off x="2590713" y="3813253"/>
                <a:ext cx="131029" cy="176714"/>
              </a:xfrm>
            </p:spPr>
          </p:sp>
        </mc:Fallback>
      </mc:AlternateContent>
      <mc:AlternateContent xmlns:mc="http://schemas.openxmlformats.org/markup-compatibility/2006" xmlns:p14="http://schemas.microsoft.com/office/powerpoint/2010/main">
        <mc:Choice Requires="p14">
          <p:contentPart p14:bwMode="auto" r:id="rId25">
            <p14:nvContentPartPr>
              <p14:cNvPr id="1049188" name="墨迹 1049187"/>
              <p14:cNvContentPartPr/>
              <p14:nvPr/>
            </p14:nvContentPartPr>
            <p14:xfrm>
              <a:off x="2640145" y="3973148"/>
              <a:ext cx="269658" cy="257036"/>
            </p14:xfrm>
          </p:contentPart>
        </mc:Choice>
        <mc:Fallback xmlns="">
          <p:sp>
            <p:nvSpPr>
              <p:cNvPr id="1049188" name=""/>
              <p:cNvSpPr/>
              <p:nvPr/>
            </p:nvSpPr>
            <p:spPr>
              <a:xfrm>
                <a:off x="2640145" y="3973148"/>
                <a:ext cx="269658" cy="257036"/>
              </a:xfrm>
            </p:spPr>
          </p:sp>
        </mc:Fallback>
      </mc:AlternateContent>
      <mc:AlternateContent xmlns:mc="http://schemas.openxmlformats.org/markup-compatibility/2006" xmlns:p14="http://schemas.microsoft.com/office/powerpoint/2010/main">
        <mc:Choice Requires="p14">
          <p:contentPart p14:bwMode="auto" r:id="rId26">
            <p14:nvContentPartPr>
              <p14:cNvPr id="1049189" name="墨迹 1049188"/>
              <p14:cNvContentPartPr/>
              <p14:nvPr/>
            </p14:nvContentPartPr>
            <p14:xfrm>
              <a:off x="2947689" y="3657591"/>
              <a:ext cx="18263" cy="115948"/>
            </p14:xfrm>
          </p:contentPart>
        </mc:Choice>
        <mc:Fallback xmlns="">
          <p:sp>
            <p:nvSpPr>
              <p:cNvPr id="1049189" name=""/>
              <p:cNvSpPr/>
              <p:nvPr/>
            </p:nvSpPr>
            <p:spPr>
              <a:xfrm>
                <a:off x="2947689" y="3657591"/>
                <a:ext cx="18263" cy="115948"/>
              </a:xfrm>
            </p:spPr>
          </p:sp>
        </mc:Fallback>
      </mc:AlternateContent>
      <mc:AlternateContent xmlns:mc="http://schemas.openxmlformats.org/markup-compatibility/2006" xmlns:p14="http://schemas.microsoft.com/office/powerpoint/2010/main">
        <mc:Choice Requires="p14">
          <p:contentPart p14:bwMode="auto" r:id="rId27">
            <p14:nvContentPartPr>
              <p14:cNvPr id="1049190" name="墨迹 1049189"/>
              <p14:cNvContentPartPr/>
              <p14:nvPr/>
            </p14:nvContentPartPr>
            <p14:xfrm>
              <a:off x="2920310" y="3730935"/>
              <a:ext cx="199792" cy="92303"/>
            </p14:xfrm>
          </p:contentPart>
        </mc:Choice>
        <mc:Fallback xmlns="">
          <p:sp>
            <p:nvSpPr>
              <p:cNvPr id="1049190" name=""/>
              <p:cNvSpPr/>
              <p:nvPr/>
            </p:nvSpPr>
            <p:spPr>
              <a:xfrm>
                <a:off x="2920310" y="3730935"/>
                <a:ext cx="199792" cy="92303"/>
              </a:xfrm>
            </p:spPr>
          </p:sp>
        </mc:Fallback>
      </mc:AlternateContent>
      <mc:AlternateContent xmlns:mc="http://schemas.openxmlformats.org/markup-compatibility/2006" xmlns:p14="http://schemas.microsoft.com/office/powerpoint/2010/main">
        <mc:Choice Requires="p14">
          <p:contentPart p14:bwMode="auto" r:id="rId28">
            <p14:nvContentPartPr>
              <p14:cNvPr id="1049191" name="墨迹 1049190"/>
              <p14:cNvContentPartPr/>
              <p14:nvPr/>
            </p14:nvContentPartPr>
            <p14:xfrm>
              <a:off x="2950734" y="3819097"/>
              <a:ext cx="43067" cy="539907"/>
            </p14:xfrm>
          </p:contentPart>
        </mc:Choice>
        <mc:Fallback xmlns="">
          <p:sp>
            <p:nvSpPr>
              <p:cNvPr id="1049191" name=""/>
              <p:cNvSpPr/>
              <p:nvPr/>
            </p:nvSpPr>
            <p:spPr>
              <a:xfrm>
                <a:off x="2950734" y="3819097"/>
                <a:ext cx="43067" cy="539907"/>
              </a:xfrm>
            </p:spPr>
          </p:sp>
        </mc:Fallback>
      </mc:AlternateContent>
      <mc:AlternateContent xmlns:mc="http://schemas.openxmlformats.org/markup-compatibility/2006" xmlns:p14="http://schemas.microsoft.com/office/powerpoint/2010/main">
        <mc:Choice Requires="p14">
          <p:contentPart p14:bwMode="auto" r:id="rId29">
            <p14:nvContentPartPr>
              <p14:cNvPr id="1049192" name="墨迹 1049191"/>
              <p14:cNvContentPartPr/>
              <p14:nvPr/>
            </p14:nvContentPartPr>
            <p14:xfrm>
              <a:off x="2946508" y="3850328"/>
              <a:ext cx="249201" cy="208128"/>
            </p14:xfrm>
          </p:contentPart>
        </mc:Choice>
        <mc:Fallback xmlns="">
          <p:sp>
            <p:nvSpPr>
              <p:cNvPr id="1049192" name=""/>
              <p:cNvSpPr/>
              <p:nvPr/>
            </p:nvSpPr>
            <p:spPr>
              <a:xfrm>
                <a:off x="2946508" y="3850328"/>
                <a:ext cx="249201" cy="208128"/>
              </a:xfrm>
            </p:spPr>
          </p:sp>
        </mc:Fallback>
      </mc:AlternateContent>
      <mc:AlternateContent xmlns:mc="http://schemas.openxmlformats.org/markup-compatibility/2006" xmlns:p14="http://schemas.microsoft.com/office/powerpoint/2010/main">
        <mc:Choice Requires="p14">
          <p:contentPart p14:bwMode="auto" r:id="rId30">
            <p14:nvContentPartPr>
              <p14:cNvPr id="1049193" name="墨迹 1049192"/>
              <p14:cNvContentPartPr/>
              <p14:nvPr/>
            </p14:nvContentPartPr>
            <p14:xfrm>
              <a:off x="3013273" y="3841459"/>
              <a:ext cx="100983" cy="195933"/>
            </p14:xfrm>
          </p:contentPart>
        </mc:Choice>
        <mc:Fallback xmlns="">
          <p:sp>
            <p:nvSpPr>
              <p:cNvPr id="1049193" name=""/>
              <p:cNvSpPr/>
              <p:nvPr/>
            </p:nvSpPr>
            <p:spPr>
              <a:xfrm>
                <a:off x="3013273" y="3841459"/>
                <a:ext cx="100983" cy="195933"/>
              </a:xfrm>
            </p:spPr>
          </p:sp>
        </mc:Fallback>
      </mc:AlternateContent>
      <mc:AlternateContent xmlns:mc="http://schemas.openxmlformats.org/markup-compatibility/2006" xmlns:p14="http://schemas.microsoft.com/office/powerpoint/2010/main">
        <mc:Choice Requires="p14">
          <p:contentPart p14:bwMode="auto" r:id="rId31">
            <p14:nvContentPartPr>
              <p14:cNvPr id="1049194" name="墨迹 1049193"/>
              <p14:cNvContentPartPr/>
              <p14:nvPr/>
            </p14:nvContentPartPr>
            <p14:xfrm>
              <a:off x="3057250" y="3941465"/>
              <a:ext cx="505769" cy="284444"/>
            </p14:xfrm>
          </p:contentPart>
        </mc:Choice>
        <mc:Fallback xmlns="">
          <p:sp>
            <p:nvSpPr>
              <p:cNvPr id="1049194" name=""/>
              <p:cNvSpPr/>
              <p:nvPr/>
            </p:nvSpPr>
            <p:spPr>
              <a:xfrm>
                <a:off x="3057250" y="3941465"/>
                <a:ext cx="505769" cy="284444"/>
              </a:xfrm>
            </p:spPr>
          </p:sp>
        </mc:Fallback>
      </mc:AlternateContent>
      <mc:AlternateContent xmlns:mc="http://schemas.openxmlformats.org/markup-compatibility/2006" xmlns:p14="http://schemas.microsoft.com/office/powerpoint/2010/main">
        <mc:Choice Requires="p14">
          <p:contentPart p14:bwMode="auto" r:id="rId32">
            <p14:nvContentPartPr>
              <p14:cNvPr id="1049195" name="墨迹 1049194"/>
              <p14:cNvContentPartPr/>
              <p14:nvPr/>
            </p14:nvContentPartPr>
            <p14:xfrm>
              <a:off x="793063" y="5102858"/>
              <a:ext cx="140651" cy="590650"/>
            </p14:xfrm>
          </p:contentPart>
        </mc:Choice>
        <mc:Fallback xmlns="">
          <p:sp>
            <p:nvSpPr>
              <p:cNvPr id="1049195" name=""/>
              <p:cNvSpPr/>
              <p:nvPr/>
            </p:nvSpPr>
            <p:spPr>
              <a:xfrm>
                <a:off x="793063" y="5102858"/>
                <a:ext cx="140651" cy="590650"/>
              </a:xfrm>
            </p:spPr>
          </p:sp>
        </mc:Fallback>
      </mc:AlternateContent>
      <mc:AlternateContent xmlns:mc="http://schemas.openxmlformats.org/markup-compatibility/2006" xmlns:p14="http://schemas.microsoft.com/office/powerpoint/2010/main">
        <mc:Choice Requires="p14">
          <p:contentPart p14:bwMode="auto" r:id="rId33">
            <p14:nvContentPartPr>
              <p14:cNvPr id="1049196" name="墨迹 1049195"/>
              <p14:cNvContentPartPr/>
              <p14:nvPr/>
            </p14:nvContentPartPr>
            <p14:xfrm>
              <a:off x="882158" y="5152722"/>
              <a:ext cx="165180" cy="356564"/>
            </p14:xfrm>
          </p:contentPart>
        </mc:Choice>
        <mc:Fallback xmlns="">
          <p:sp>
            <p:nvSpPr>
              <p:cNvPr id="1049196" name=""/>
              <p:cNvSpPr/>
              <p:nvPr/>
            </p:nvSpPr>
            <p:spPr>
              <a:xfrm>
                <a:off x="882158" y="5152722"/>
                <a:ext cx="165180" cy="356564"/>
              </a:xfrm>
            </p:spPr>
          </p:sp>
        </mc:Fallback>
      </mc:AlternateContent>
      <mc:AlternateContent xmlns:mc="http://schemas.openxmlformats.org/markup-compatibility/2006" xmlns:p14="http://schemas.microsoft.com/office/powerpoint/2010/main">
        <mc:Choice Requires="p14">
          <p:contentPart p14:bwMode="auto" r:id="rId34">
            <p14:nvContentPartPr>
              <p14:cNvPr id="1049197" name="墨迹 1049196"/>
              <p14:cNvContentPartPr/>
              <p14:nvPr/>
            </p14:nvContentPartPr>
            <p14:xfrm>
              <a:off x="1005269" y="5300554"/>
              <a:ext cx="127989" cy="35654"/>
            </p14:xfrm>
          </p:contentPart>
        </mc:Choice>
        <mc:Fallback xmlns="">
          <p:sp>
            <p:nvSpPr>
              <p:cNvPr id="1049197" name=""/>
              <p:cNvSpPr/>
              <p:nvPr/>
            </p:nvSpPr>
            <p:spPr>
              <a:xfrm>
                <a:off x="1005269" y="5300554"/>
                <a:ext cx="127989" cy="35654"/>
              </a:xfrm>
            </p:spPr>
          </p:sp>
        </mc:Fallback>
      </mc:AlternateContent>
      <mc:AlternateContent xmlns:mc="http://schemas.openxmlformats.org/markup-compatibility/2006" xmlns:p14="http://schemas.microsoft.com/office/powerpoint/2010/main">
        <mc:Choice Requires="p14">
          <p:contentPart p14:bwMode="auto" r:id="rId35">
            <p14:nvContentPartPr>
              <p14:cNvPr id="1049198" name="墨迹 1049197"/>
              <p14:cNvContentPartPr/>
              <p14:nvPr/>
            </p14:nvContentPartPr>
            <p14:xfrm>
              <a:off x="1002734" y="5361251"/>
              <a:ext cx="140942" cy="98576"/>
            </p14:xfrm>
          </p:contentPart>
        </mc:Choice>
        <mc:Fallback xmlns="">
          <p:sp>
            <p:nvSpPr>
              <p:cNvPr id="1049198" name=""/>
              <p:cNvSpPr/>
              <p:nvPr/>
            </p:nvSpPr>
            <p:spPr>
              <a:xfrm>
                <a:off x="1002734" y="5361251"/>
                <a:ext cx="140942" cy="98576"/>
              </a:xfrm>
            </p:spPr>
          </p:sp>
        </mc:Fallback>
      </mc:AlternateContent>
      <mc:AlternateContent xmlns:mc="http://schemas.openxmlformats.org/markup-compatibility/2006" xmlns:p14="http://schemas.microsoft.com/office/powerpoint/2010/main">
        <mc:Choice Requires="p14">
          <p:contentPart p14:bwMode="auto" r:id="rId36">
            <p14:nvContentPartPr>
              <p14:cNvPr id="1049199" name="墨迹 1049198"/>
              <p14:cNvContentPartPr/>
              <p14:nvPr/>
            </p14:nvContentPartPr>
            <p14:xfrm>
              <a:off x="1017938" y="5409304"/>
              <a:ext cx="271976" cy="196690"/>
            </p14:xfrm>
          </p:contentPart>
        </mc:Choice>
        <mc:Fallback xmlns="">
          <p:sp>
            <p:nvSpPr>
              <p:cNvPr id="1049199" name=""/>
              <p:cNvSpPr/>
              <p:nvPr/>
            </p:nvSpPr>
            <p:spPr>
              <a:xfrm>
                <a:off x="1017938" y="5409304"/>
                <a:ext cx="271976" cy="196690"/>
              </a:xfrm>
            </p:spPr>
          </p:sp>
        </mc:Fallback>
      </mc:AlternateContent>
      <mc:AlternateContent xmlns:mc="http://schemas.openxmlformats.org/markup-compatibility/2006" xmlns:p14="http://schemas.microsoft.com/office/powerpoint/2010/main">
        <mc:Choice Requires="p14">
          <p:contentPart p14:bwMode="auto" r:id="rId37">
            <p14:nvContentPartPr>
              <p14:cNvPr id="1049200" name="墨迹 1049199"/>
              <p14:cNvContentPartPr/>
              <p14:nvPr/>
            </p14:nvContentPartPr>
            <p14:xfrm>
              <a:off x="1308150" y="4984095"/>
              <a:ext cx="225359" cy="544265"/>
            </p14:xfrm>
          </p:contentPart>
        </mc:Choice>
        <mc:Fallback xmlns="">
          <p:sp>
            <p:nvSpPr>
              <p:cNvPr id="1049200" name=""/>
              <p:cNvSpPr/>
              <p:nvPr/>
            </p:nvSpPr>
            <p:spPr>
              <a:xfrm>
                <a:off x="1308150" y="4984095"/>
                <a:ext cx="225359" cy="544265"/>
              </a:xfrm>
            </p:spPr>
          </p:sp>
        </mc:Fallback>
      </mc:AlternateContent>
      <mc:AlternateContent xmlns:mc="http://schemas.openxmlformats.org/markup-compatibility/2006" xmlns:p14="http://schemas.microsoft.com/office/powerpoint/2010/main">
        <mc:Choice Requires="p14">
          <p:contentPart p14:bwMode="auto" r:id="rId38">
            <p14:nvContentPartPr>
              <p14:cNvPr id="1049201" name="墨迹 1049200"/>
              <p14:cNvContentPartPr/>
              <p14:nvPr/>
            </p14:nvContentPartPr>
            <p14:xfrm>
              <a:off x="1503190" y="4894972"/>
              <a:ext cx="86056" cy="332090"/>
            </p14:xfrm>
          </p:contentPart>
        </mc:Choice>
        <mc:Fallback xmlns="">
          <p:sp>
            <p:nvSpPr>
              <p:cNvPr id="1049201" name=""/>
              <p:cNvSpPr/>
              <p:nvPr/>
            </p:nvSpPr>
            <p:spPr>
              <a:xfrm>
                <a:off x="1503190" y="4894972"/>
                <a:ext cx="86056" cy="332090"/>
              </a:xfrm>
            </p:spPr>
          </p:sp>
        </mc:Fallback>
      </mc:AlternateContent>
      <mc:AlternateContent xmlns:mc="http://schemas.openxmlformats.org/markup-compatibility/2006" xmlns:p14="http://schemas.microsoft.com/office/powerpoint/2010/main">
        <mc:Choice Requires="p14">
          <p:contentPart p14:bwMode="auto" r:id="rId39">
            <p14:nvContentPartPr>
              <p14:cNvPr id="1049202" name="墨迹 1049201"/>
              <p14:cNvContentPartPr/>
              <p14:nvPr/>
            </p14:nvContentPartPr>
            <p14:xfrm>
              <a:off x="1614600" y="5007725"/>
              <a:ext cx="130985" cy="220146"/>
            </p14:xfrm>
          </p:contentPart>
        </mc:Choice>
        <mc:Fallback xmlns="">
          <p:sp>
            <p:nvSpPr>
              <p:cNvPr id="1049202" name=""/>
              <p:cNvSpPr/>
              <p:nvPr/>
            </p:nvSpPr>
            <p:spPr>
              <a:xfrm>
                <a:off x="1614600" y="5007725"/>
                <a:ext cx="130985" cy="220146"/>
              </a:xfrm>
            </p:spPr>
          </p:sp>
        </mc:Fallback>
      </mc:AlternateContent>
      <mc:AlternateContent xmlns:mc="http://schemas.openxmlformats.org/markup-compatibility/2006" xmlns:p14="http://schemas.microsoft.com/office/powerpoint/2010/main">
        <mc:Choice Requires="p14">
          <p:contentPart p14:bwMode="auto" r:id="rId40">
            <p14:nvContentPartPr>
              <p14:cNvPr id="1049203" name="墨迹 1049202"/>
              <p14:cNvContentPartPr/>
              <p14:nvPr/>
            </p14:nvContentPartPr>
            <p14:xfrm>
              <a:off x="1620516" y="5201103"/>
              <a:ext cx="487633" cy="257723"/>
            </p14:xfrm>
          </p:contentPart>
        </mc:Choice>
        <mc:Fallback xmlns="">
          <p:sp>
            <p:nvSpPr>
              <p:cNvPr id="1049203" name=""/>
              <p:cNvSpPr/>
              <p:nvPr/>
            </p:nvSpPr>
            <p:spPr>
              <a:xfrm>
                <a:off x="1620516" y="5201103"/>
                <a:ext cx="487633" cy="257723"/>
              </a:xfrm>
            </p:spPr>
          </p:sp>
        </mc:Fallback>
      </mc:AlternateContent>
      <mc:AlternateContent xmlns:mc="http://schemas.openxmlformats.org/markup-compatibility/2006" xmlns:p14="http://schemas.microsoft.com/office/powerpoint/2010/main">
        <mc:Choice Requires="p14">
          <p:contentPart p14:bwMode="auto" r:id="rId41">
            <p14:nvContentPartPr>
              <p14:cNvPr id="1049204" name="墨迹 1049203"/>
              <p14:cNvContentPartPr/>
              <p14:nvPr/>
            </p14:nvContentPartPr>
            <p14:xfrm>
              <a:off x="1858329" y="4779019"/>
              <a:ext cx="140800" cy="410778"/>
            </p14:xfrm>
          </p:contentPart>
        </mc:Choice>
        <mc:Fallback xmlns="">
          <p:sp>
            <p:nvSpPr>
              <p:cNvPr id="1049204" name=""/>
              <p:cNvSpPr/>
              <p:nvPr/>
            </p:nvSpPr>
            <p:spPr>
              <a:xfrm>
                <a:off x="1858329" y="4779019"/>
                <a:ext cx="140800" cy="410778"/>
              </a:xfrm>
            </p:spPr>
          </p:sp>
        </mc:Fallback>
      </mc:AlternateContent>
      <mc:AlternateContent xmlns:mc="http://schemas.openxmlformats.org/markup-compatibility/2006" xmlns:p14="http://schemas.microsoft.com/office/powerpoint/2010/main">
        <mc:Choice Requires="p14">
          <p:contentPart p14:bwMode="auto" r:id="rId42">
            <p14:nvContentPartPr>
              <p14:cNvPr id="1049205" name="墨迹 1049204"/>
              <p14:cNvContentPartPr/>
              <p14:nvPr/>
            </p14:nvContentPartPr>
            <p14:xfrm>
              <a:off x="1947577" y="4990219"/>
              <a:ext cx="147779" cy="457641"/>
            </p14:xfrm>
          </p:contentPart>
        </mc:Choice>
        <mc:Fallback xmlns="">
          <p:sp>
            <p:nvSpPr>
              <p:cNvPr id="1049205" name=""/>
              <p:cNvSpPr/>
              <p:nvPr/>
            </p:nvSpPr>
            <p:spPr>
              <a:xfrm>
                <a:off x="1947577" y="4990219"/>
                <a:ext cx="147779" cy="457641"/>
              </a:xfrm>
            </p:spPr>
          </p:sp>
        </mc:Fallback>
      </mc:AlternateContent>
      <mc:AlternateContent xmlns:mc="http://schemas.openxmlformats.org/markup-compatibility/2006" xmlns:p14="http://schemas.microsoft.com/office/powerpoint/2010/main">
        <mc:Choice Requires="p14">
          <p:contentPart p14:bwMode="auto" r:id="rId43">
            <p14:nvContentPartPr>
              <p14:cNvPr id="1049206" name="墨迹 1049205"/>
              <p14:cNvContentPartPr/>
              <p14:nvPr/>
            </p14:nvContentPartPr>
            <p14:xfrm>
              <a:off x="2022793" y="4806573"/>
              <a:ext cx="209177" cy="148859"/>
            </p14:xfrm>
          </p:contentPart>
        </mc:Choice>
        <mc:Fallback xmlns="">
          <p:sp>
            <p:nvSpPr>
              <p:cNvPr id="1049206" name=""/>
              <p:cNvSpPr/>
              <p:nvPr/>
            </p:nvSpPr>
            <p:spPr>
              <a:xfrm>
                <a:off x="2022793" y="4806573"/>
                <a:ext cx="209177" cy="148859"/>
              </a:xfrm>
            </p:spPr>
          </p:sp>
        </mc:Fallback>
      </mc:AlternateContent>
      <mc:AlternateContent xmlns:mc="http://schemas.openxmlformats.org/markup-compatibility/2006" xmlns:p14="http://schemas.microsoft.com/office/powerpoint/2010/main">
        <mc:Choice Requires="p14">
          <p:contentPart p14:bwMode="auto" r:id="rId44">
            <p14:nvContentPartPr>
              <p14:cNvPr id="1049207" name="墨迹 1049206"/>
              <p14:cNvContentPartPr/>
              <p14:nvPr/>
            </p14:nvContentPartPr>
            <p14:xfrm>
              <a:off x="2074452" y="4763282"/>
              <a:ext cx="62585" cy="580812"/>
            </p14:xfrm>
          </p:contentPart>
        </mc:Choice>
        <mc:Fallback xmlns="">
          <p:sp>
            <p:nvSpPr>
              <p:cNvPr id="1049207" name=""/>
              <p:cNvSpPr/>
              <p:nvPr/>
            </p:nvSpPr>
            <p:spPr>
              <a:xfrm>
                <a:off x="2074452" y="4763282"/>
                <a:ext cx="62585" cy="580812"/>
              </a:xfrm>
            </p:spPr>
          </p:sp>
        </mc:Fallback>
      </mc:AlternateContent>
      <mc:AlternateContent xmlns:mc="http://schemas.openxmlformats.org/markup-compatibility/2006" xmlns:p14="http://schemas.microsoft.com/office/powerpoint/2010/main">
        <mc:Choice Requires="p14">
          <p:contentPart p14:bwMode="auto" r:id="rId45">
            <p14:nvContentPartPr>
              <p14:cNvPr id="1049208" name="墨迹 1049207"/>
              <p14:cNvContentPartPr/>
              <p14:nvPr/>
            </p14:nvContentPartPr>
            <p14:xfrm>
              <a:off x="2163928" y="4920966"/>
              <a:ext cx="167199" cy="347561"/>
            </p14:xfrm>
          </p:contentPart>
        </mc:Choice>
        <mc:Fallback xmlns="">
          <p:sp>
            <p:nvSpPr>
              <p:cNvPr id="1049208" name=""/>
              <p:cNvSpPr/>
              <p:nvPr/>
            </p:nvSpPr>
            <p:spPr>
              <a:xfrm>
                <a:off x="2163928" y="4920966"/>
                <a:ext cx="167199" cy="347561"/>
              </a:xfrm>
            </p:spPr>
          </p:sp>
        </mc:Fallback>
      </mc:AlternateContent>
      <mc:AlternateContent xmlns:mc="http://schemas.openxmlformats.org/markup-compatibility/2006" xmlns:p14="http://schemas.microsoft.com/office/powerpoint/2010/main">
        <mc:Choice Requires="p14">
          <p:contentPart p14:bwMode="auto" r:id="rId46">
            <p14:nvContentPartPr>
              <p14:cNvPr id="1049209" name="墨迹 1049208"/>
              <p14:cNvContentPartPr/>
              <p14:nvPr/>
            </p14:nvContentPartPr>
            <p14:xfrm>
              <a:off x="2135194" y="5035640"/>
              <a:ext cx="335766" cy="322197"/>
            </p14:xfrm>
          </p:contentPart>
        </mc:Choice>
        <mc:Fallback xmlns="">
          <p:sp>
            <p:nvSpPr>
              <p:cNvPr id="1049209" name=""/>
              <p:cNvSpPr/>
              <p:nvPr/>
            </p:nvSpPr>
            <p:spPr>
              <a:xfrm>
                <a:off x="2135194" y="5035640"/>
                <a:ext cx="335766" cy="322197"/>
              </a:xfrm>
            </p:spPr>
          </p:sp>
        </mc:Fallback>
      </mc:AlternateContent>
      <mc:AlternateContent xmlns:mc="http://schemas.openxmlformats.org/markup-compatibility/2006" xmlns:p14="http://schemas.microsoft.com/office/powerpoint/2010/main">
        <mc:Choice Requires="p14">
          <p:contentPart p14:bwMode="auto" r:id="rId47">
            <p14:nvContentPartPr>
              <p14:cNvPr id="1049210" name="墨迹 1049209"/>
              <p14:cNvContentPartPr/>
              <p14:nvPr/>
            </p14:nvContentPartPr>
            <p14:xfrm>
              <a:off x="2631279" y="5168289"/>
              <a:ext cx="0" cy="0"/>
            </p14:xfrm>
          </p:contentPart>
        </mc:Choice>
        <mc:Fallback xmlns="">
          <p:sp>
            <p:nvSpPr>
              <p:cNvPr id="1049210" name=""/>
              <p:cNvSpPr/>
              <p:nvPr/>
            </p:nvSpPr>
            <p:spPr>
              <a:xfrm>
                <a:off x="2631279" y="5168289"/>
                <a:ext cx="0" cy="0"/>
              </a:xfrm>
            </p:spPr>
          </p:sp>
        </mc:Fallback>
      </mc:AlternateContent>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211" name="TextBox 11"/>
          <p:cNvSpPr txBox="1"/>
          <p:nvPr/>
        </p:nvSpPr>
        <p:spPr>
          <a:xfrm>
            <a:off x="1014578" y="1212811"/>
            <a:ext cx="9980347" cy="400110"/>
          </a:xfrm>
          <a:prstGeom prst="rect">
            <a:avLst/>
          </a:prstGeom>
          <a:noFill/>
          <a:ln w="9525">
            <a:noFill/>
          </a:ln>
        </p:spPr>
        <p:txBody>
          <a:bodyPr wrap="square" anchor="t">
            <a:spAutoFit/>
          </a:bodyPr>
          <a:lstStyle/>
          <a:p>
            <a:pPr marL="342900" indent="-342900">
              <a:buFont typeface="Wingdings" panose="05000000000000000000" pitchFamily="2" charset="2"/>
              <a:buChar char="Ø"/>
            </a:pPr>
            <a:r>
              <a:rPr lang="zh-CN" altLang="en-US" sz="2000" b="1" dirty="0">
                <a:solidFill>
                  <a:srgbClr val="004C54"/>
                </a:solidFill>
                <a:latin typeface="微软雅黑" panose="020B0503020204020204" pitchFamily="34" charset="-122"/>
                <a:ea typeface="微软雅黑" panose="020B0503020204020204" pitchFamily="34" charset="-122"/>
              </a:rPr>
              <a:t>二阶微分（</a:t>
            </a:r>
            <a:r>
              <a:rPr lang="en-US" altLang="zh-CN" sz="2000" b="1" dirty="0">
                <a:solidFill>
                  <a:srgbClr val="004C54"/>
                </a:solidFill>
                <a:latin typeface="微软雅黑" panose="020B0503020204020204" pitchFamily="34" charset="-122"/>
                <a:ea typeface="微软雅黑" panose="020B0503020204020204" pitchFamily="34" charset="-122"/>
              </a:rPr>
              <a:t>Laplacian</a:t>
            </a:r>
            <a:r>
              <a:rPr lang="zh-CN" altLang="en-US" sz="2000" b="1" dirty="0">
                <a:solidFill>
                  <a:srgbClr val="004C54"/>
                </a:solidFill>
                <a:latin typeface="微软雅黑" panose="020B0503020204020204" pitchFamily="34" charset="-122"/>
                <a:ea typeface="微软雅黑" panose="020B0503020204020204" pitchFamily="34" charset="-122"/>
              </a:rPr>
              <a:t>算子）</a:t>
            </a:r>
            <a:endParaRPr lang="en-US" altLang="zh-CN" sz="2000" b="1" dirty="0">
              <a:solidFill>
                <a:srgbClr val="004C54"/>
              </a:solidFill>
              <a:latin typeface="微软雅黑" panose="020B0503020204020204" pitchFamily="34" charset="-122"/>
              <a:ea typeface="微软雅黑" panose="020B0503020204020204" pitchFamily="34" charset="-122"/>
            </a:endParaRPr>
          </a:p>
        </p:txBody>
      </p:sp>
      <p:sp>
        <p:nvSpPr>
          <p:cNvPr id="1049212" name="TextBox 16"/>
          <p:cNvSpPr txBox="1">
            <a:spLocks noRot="1" noChangeAspect="1" noMove="1" noResize="1" noEditPoints="1" noAdjustHandles="1" noChangeArrowheads="1" noChangeShapeType="1" noTextEdit="1"/>
          </p:cNvSpPr>
          <p:nvPr/>
        </p:nvSpPr>
        <p:spPr>
          <a:xfrm>
            <a:off x="1417861" y="1700990"/>
            <a:ext cx="10081120" cy="606769"/>
          </a:xfrm>
          <a:prstGeom prst="rect">
            <a:avLst/>
          </a:prstGeom>
          <a:blipFill>
            <a:blip r:embed="rId2"/>
            <a:stretch>
              <a:fillRect/>
            </a:stretch>
          </a:blipFill>
        </p:spPr>
        <p:txBody>
          <a:bodyPr/>
          <a:lstStyle/>
          <a:p>
            <a:r>
              <a:rPr lang="en-US">
                <a:noFill/>
              </a:rPr>
              <a:t> </a:t>
            </a:r>
          </a:p>
        </p:txBody>
      </p:sp>
      <p:sp>
        <p:nvSpPr>
          <p:cNvPr id="1049213" name="Rectangle 3"/>
          <p:cNvSpPr>
            <a:spLocks noChangeArrowheads="1"/>
          </p:cNvSpPr>
          <p:nvPr/>
        </p:nvSpPr>
        <p:spPr bwMode="auto">
          <a:xfrm>
            <a:off x="1407461" y="2503550"/>
            <a:ext cx="1723549" cy="400110"/>
          </a:xfrm>
          <a:prstGeom prst="rect">
            <a:avLst/>
          </a:prstGeom>
          <a:noFill/>
          <a:ln>
            <a:noFill/>
          </a:ln>
          <a:effec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en-US" sz="2000" dirty="0">
                <a:solidFill>
                  <a:srgbClr val="004C54"/>
                </a:solidFill>
                <a:latin typeface="微软雅黑" panose="020B0503020204020204" pitchFamily="34" charset="-122"/>
                <a:ea typeface="微软雅黑" panose="020B0503020204020204" pitchFamily="34" charset="-122"/>
              </a:rPr>
              <a:t>用算子表示：</a:t>
            </a:r>
          </a:p>
        </p:txBody>
      </p:sp>
      <p:sp>
        <p:nvSpPr>
          <p:cNvPr id="1049214" name="Rectangle 4"/>
          <p:cNvSpPr>
            <a:spLocks noChangeArrowheads="1"/>
          </p:cNvSpPr>
          <p:nvPr/>
        </p:nvSpPr>
        <p:spPr bwMode="auto">
          <a:xfrm>
            <a:off x="1417861" y="4181018"/>
            <a:ext cx="4056381" cy="396240"/>
          </a:xfrm>
          <a:prstGeom prst="rect">
            <a:avLst/>
          </a:prstGeom>
          <a:noFill/>
          <a:ln>
            <a:noFill/>
          </a:ln>
          <a:effec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en-US" sz="2000" dirty="0">
                <a:solidFill>
                  <a:srgbClr val="004C54"/>
                </a:solidFill>
                <a:latin typeface="微软雅黑" panose="020B0503020204020204" pitchFamily="34" charset="-122"/>
                <a:ea typeface="微软雅黑" panose="020B0503020204020204" pitchFamily="34" charset="-122"/>
              </a:rPr>
              <a:t>希望邻域中心点具有更大的权值： </a:t>
            </a:r>
          </a:p>
        </p:txBody>
      </p:sp>
      <p:graphicFrame>
        <p:nvGraphicFramePr>
          <p:cNvPr id="4194317" name="Object 6"/>
          <p:cNvGraphicFramePr>
            <a:graphicFrameLocks noChangeAspect="1"/>
          </p:cNvGraphicFramePr>
          <p:nvPr/>
        </p:nvGraphicFramePr>
        <p:xfrm>
          <a:off x="6458421" y="2827589"/>
          <a:ext cx="3124200" cy="1193800"/>
        </p:xfrm>
        <a:graphic>
          <a:graphicData uri="http://schemas.openxmlformats.org/presentationml/2006/ole">
            <mc:AlternateContent xmlns:mc="http://schemas.openxmlformats.org/markup-compatibility/2006">
              <mc:Choice xmlns:v="urn:schemas-microsoft-com:vml" Requires="v">
                <p:oleObj name="Equation" r:id="rId3" imgW="1129810" imgH="710891" progId="Equation.DSMT4">
                  <p:embed/>
                </p:oleObj>
              </mc:Choice>
              <mc:Fallback>
                <p:oleObj name="Equation" r:id="rId3" imgW="1129810" imgH="710891" progId="Equation.DSMT4">
                  <p:embed/>
                  <p:pic>
                    <p:nvPicPr>
                      <p:cNvPr id="2097228" name="Object 6"/>
                      <p:cNvPicPr>
                        <a:picLocks noChangeAspect="1" noChangeArrowheads="1"/>
                      </p:cNvPicPr>
                      <p:nvPr/>
                    </p:nvPicPr>
                    <p:blipFill>
                      <a:blip r:embed="rId4"/>
                      <a:srcRect/>
                      <a:stretch>
                        <a:fillRect/>
                      </a:stretch>
                    </p:blipFill>
                    <p:spPr bwMode="auto">
                      <a:xfrm>
                        <a:off x="6458421" y="2827589"/>
                        <a:ext cx="3124200" cy="1193800"/>
                      </a:xfrm>
                      <a:prstGeom prst="rect">
                        <a:avLst/>
                      </a:prstGeom>
                      <a:noFill/>
                      <a:ln>
                        <a:noFill/>
                      </a:ln>
                      <a:effectLst/>
                    </p:spPr>
                  </p:pic>
                </p:oleObj>
              </mc:Fallback>
            </mc:AlternateContent>
          </a:graphicData>
        </a:graphic>
      </p:graphicFrame>
      <p:graphicFrame>
        <p:nvGraphicFramePr>
          <p:cNvPr id="4194318" name="Object 7"/>
          <p:cNvGraphicFramePr>
            <a:graphicFrameLocks noChangeAspect="1"/>
          </p:cNvGraphicFramePr>
          <p:nvPr/>
        </p:nvGraphicFramePr>
        <p:xfrm>
          <a:off x="4394361" y="4637289"/>
          <a:ext cx="3048000" cy="1219200"/>
        </p:xfrm>
        <a:graphic>
          <a:graphicData uri="http://schemas.openxmlformats.org/presentationml/2006/ole">
            <mc:AlternateContent xmlns:mc="http://schemas.openxmlformats.org/markup-compatibility/2006">
              <mc:Choice xmlns:v="urn:schemas-microsoft-com:vml" Requires="v">
                <p:oleObj name="公式" r:id="rId5" imgW="1206500" imgH="711200" progId="Equation.3">
                  <p:embed/>
                </p:oleObj>
              </mc:Choice>
              <mc:Fallback>
                <p:oleObj name="公式" r:id="rId5" imgW="1206500" imgH="711200" progId="Equation.3">
                  <p:embed/>
                  <p:pic>
                    <p:nvPicPr>
                      <p:cNvPr id="2097229" name="Object 7"/>
                      <p:cNvPicPr>
                        <a:picLocks noChangeAspect="1" noChangeArrowheads="1"/>
                      </p:cNvPicPr>
                      <p:nvPr/>
                    </p:nvPicPr>
                    <p:blipFill>
                      <a:blip r:embed="rId6"/>
                      <a:srcRect/>
                      <a:stretch>
                        <a:fillRect/>
                      </a:stretch>
                    </p:blipFill>
                    <p:spPr bwMode="auto">
                      <a:xfrm>
                        <a:off x="4394361" y="4637289"/>
                        <a:ext cx="3048000" cy="1219200"/>
                      </a:xfrm>
                      <a:prstGeom prst="rect">
                        <a:avLst/>
                      </a:prstGeom>
                      <a:noFill/>
                      <a:ln>
                        <a:noFill/>
                      </a:ln>
                      <a:effectLst/>
                    </p:spPr>
                  </p:pic>
                </p:oleObj>
              </mc:Fallback>
            </mc:AlternateContent>
          </a:graphicData>
        </a:graphic>
      </p:graphicFrame>
      <p:graphicFrame>
        <p:nvGraphicFramePr>
          <p:cNvPr id="4194319" name="表格 5"/>
          <p:cNvGraphicFramePr>
            <a:graphicFrameLocks noGrp="1"/>
          </p:cNvGraphicFramePr>
          <p:nvPr/>
        </p:nvGraphicFramePr>
        <p:xfrm>
          <a:off x="2270127" y="2872043"/>
          <a:ext cx="1463823" cy="1095897"/>
        </p:xfrm>
        <a:graphic>
          <a:graphicData uri="http://schemas.openxmlformats.org/drawingml/2006/table">
            <a:tbl>
              <a:tblPr firstRow="1" bandRow="1">
                <a:tableStyleId>{16D9F66E-5EB9-4882-86FB-DCBF35E3C3E4}</a:tableStyleId>
              </a:tblPr>
              <a:tblGrid>
                <a:gridCol w="487941">
                  <a:extLst>
                    <a:ext uri="{9D8B030D-6E8A-4147-A177-3AD203B41FA5}">
                      <a16:colId xmlns:a16="http://schemas.microsoft.com/office/drawing/2014/main" val="20000"/>
                    </a:ext>
                  </a:extLst>
                </a:gridCol>
                <a:gridCol w="487941">
                  <a:extLst>
                    <a:ext uri="{9D8B030D-6E8A-4147-A177-3AD203B41FA5}">
                      <a16:colId xmlns:a16="http://schemas.microsoft.com/office/drawing/2014/main" val="20001"/>
                    </a:ext>
                  </a:extLst>
                </a:gridCol>
                <a:gridCol w="487941">
                  <a:extLst>
                    <a:ext uri="{9D8B030D-6E8A-4147-A177-3AD203B41FA5}">
                      <a16:colId xmlns:a16="http://schemas.microsoft.com/office/drawing/2014/main" val="20002"/>
                    </a:ext>
                  </a:extLst>
                </a:gridCol>
              </a:tblGrid>
              <a:tr h="365299">
                <a:tc>
                  <a:txBody>
                    <a:bodyPr/>
                    <a:lstStyle/>
                    <a:p>
                      <a:pPr algn="ctr"/>
                      <a:r>
                        <a:rPr lang="en-US" altLang="zh-CN" sz="1400" b="0" dirty="0"/>
                        <a:t>0</a:t>
                      </a:r>
                      <a:endParaRPr lang="zh-CN" altLang="en-US" sz="1400" b="0" dirty="0"/>
                    </a:p>
                  </a:txBody>
                  <a:tcPr/>
                </a:tc>
                <a:tc>
                  <a:txBody>
                    <a:bodyPr/>
                    <a:lstStyle/>
                    <a:p>
                      <a:pPr algn="ctr"/>
                      <a:r>
                        <a:rPr lang="en-US" altLang="zh-CN" sz="1400" b="0" dirty="0"/>
                        <a:t>1</a:t>
                      </a:r>
                      <a:endParaRPr lang="zh-CN" altLang="en-US" sz="1400" b="0" dirty="0"/>
                    </a:p>
                  </a:txBody>
                  <a:tcPr/>
                </a:tc>
                <a:tc>
                  <a:txBody>
                    <a:bodyPr/>
                    <a:lstStyle/>
                    <a:p>
                      <a:pPr algn="ctr"/>
                      <a:r>
                        <a:rPr lang="en-US" altLang="zh-CN" sz="1400" b="0" dirty="0"/>
                        <a:t>0</a:t>
                      </a:r>
                      <a:endParaRPr lang="zh-CN" altLang="en-US" sz="1400" b="0" dirty="0"/>
                    </a:p>
                  </a:txBody>
                  <a:tcPr/>
                </a:tc>
                <a:extLst>
                  <a:ext uri="{0D108BD9-81ED-4DB2-BD59-A6C34878D82A}">
                    <a16:rowId xmlns:a16="http://schemas.microsoft.com/office/drawing/2014/main" val="10000"/>
                  </a:ext>
                </a:extLst>
              </a:tr>
              <a:tr h="365299">
                <a:tc>
                  <a:txBody>
                    <a:bodyPr/>
                    <a:lstStyle/>
                    <a:p>
                      <a:pPr algn="ctr"/>
                      <a:r>
                        <a:rPr lang="en-US" altLang="zh-CN" sz="1400" dirty="0"/>
                        <a:t>0</a:t>
                      </a:r>
                      <a:endParaRPr lang="zh-CN" altLang="en-US" sz="1400" dirty="0"/>
                    </a:p>
                  </a:txBody>
                  <a:tcPr/>
                </a:tc>
                <a:tc>
                  <a:txBody>
                    <a:bodyPr/>
                    <a:lstStyle/>
                    <a:p>
                      <a:pPr algn="ctr"/>
                      <a:r>
                        <a:rPr lang="en-US" altLang="zh-CN" sz="1400" dirty="0"/>
                        <a:t>-2</a:t>
                      </a:r>
                      <a:endParaRPr lang="zh-CN" altLang="en-US" sz="1400" dirty="0"/>
                    </a:p>
                  </a:txBody>
                  <a:tcPr/>
                </a:tc>
                <a:tc>
                  <a:txBody>
                    <a:bodyPr/>
                    <a:lstStyle/>
                    <a:p>
                      <a:pPr algn="ctr"/>
                      <a:r>
                        <a:rPr lang="en-US" altLang="zh-CN" sz="1400" dirty="0"/>
                        <a:t>0</a:t>
                      </a:r>
                      <a:endParaRPr lang="zh-CN" altLang="en-US" sz="1400" dirty="0"/>
                    </a:p>
                  </a:txBody>
                  <a:tcPr/>
                </a:tc>
                <a:extLst>
                  <a:ext uri="{0D108BD9-81ED-4DB2-BD59-A6C34878D82A}">
                    <a16:rowId xmlns:a16="http://schemas.microsoft.com/office/drawing/2014/main" val="10001"/>
                  </a:ext>
                </a:extLst>
              </a:tr>
              <a:tr h="365299">
                <a:tc>
                  <a:txBody>
                    <a:bodyPr/>
                    <a:lstStyle/>
                    <a:p>
                      <a:pPr algn="ctr"/>
                      <a:r>
                        <a:rPr lang="en-US" altLang="zh-CN" sz="1400" dirty="0"/>
                        <a:t>0</a:t>
                      </a:r>
                      <a:endParaRPr lang="zh-CN" altLang="en-US" sz="1400" dirty="0"/>
                    </a:p>
                  </a:txBody>
                  <a:tcPr/>
                </a:tc>
                <a:tc>
                  <a:txBody>
                    <a:bodyPr/>
                    <a:lstStyle/>
                    <a:p>
                      <a:pPr algn="ctr"/>
                      <a:r>
                        <a:rPr lang="en-US" altLang="zh-CN" sz="1400" dirty="0"/>
                        <a:t>1</a:t>
                      </a:r>
                      <a:endParaRPr lang="zh-CN" altLang="en-US" sz="1400" dirty="0"/>
                    </a:p>
                  </a:txBody>
                  <a:tcPr/>
                </a:tc>
                <a:tc>
                  <a:txBody>
                    <a:bodyPr/>
                    <a:lstStyle/>
                    <a:p>
                      <a:pPr algn="ctr"/>
                      <a:r>
                        <a:rPr lang="en-US" altLang="zh-CN" sz="1400" dirty="0"/>
                        <a:t>0</a:t>
                      </a:r>
                      <a:endParaRPr lang="zh-CN" altLang="en-US" sz="1400" dirty="0"/>
                    </a:p>
                  </a:txBody>
                  <a:tcPr/>
                </a:tc>
                <a:extLst>
                  <a:ext uri="{0D108BD9-81ED-4DB2-BD59-A6C34878D82A}">
                    <a16:rowId xmlns:a16="http://schemas.microsoft.com/office/drawing/2014/main" val="10002"/>
                  </a:ext>
                </a:extLst>
              </a:tr>
            </a:tbl>
          </a:graphicData>
        </a:graphic>
      </p:graphicFrame>
      <p:graphicFrame>
        <p:nvGraphicFramePr>
          <p:cNvPr id="4194320" name="表格 6"/>
          <p:cNvGraphicFramePr>
            <a:graphicFrameLocks noGrp="1"/>
          </p:cNvGraphicFramePr>
          <p:nvPr/>
        </p:nvGraphicFramePr>
        <p:xfrm>
          <a:off x="4274519" y="2872042"/>
          <a:ext cx="1463823" cy="1095897"/>
        </p:xfrm>
        <a:graphic>
          <a:graphicData uri="http://schemas.openxmlformats.org/drawingml/2006/table">
            <a:tbl>
              <a:tblPr firstRow="1" bandRow="1">
                <a:tableStyleId>{16D9F66E-5EB9-4882-86FB-DCBF35E3C3E4}</a:tableStyleId>
              </a:tblPr>
              <a:tblGrid>
                <a:gridCol w="487941">
                  <a:extLst>
                    <a:ext uri="{9D8B030D-6E8A-4147-A177-3AD203B41FA5}">
                      <a16:colId xmlns:a16="http://schemas.microsoft.com/office/drawing/2014/main" val="20000"/>
                    </a:ext>
                  </a:extLst>
                </a:gridCol>
                <a:gridCol w="487941">
                  <a:extLst>
                    <a:ext uri="{9D8B030D-6E8A-4147-A177-3AD203B41FA5}">
                      <a16:colId xmlns:a16="http://schemas.microsoft.com/office/drawing/2014/main" val="20001"/>
                    </a:ext>
                  </a:extLst>
                </a:gridCol>
                <a:gridCol w="487941">
                  <a:extLst>
                    <a:ext uri="{9D8B030D-6E8A-4147-A177-3AD203B41FA5}">
                      <a16:colId xmlns:a16="http://schemas.microsoft.com/office/drawing/2014/main" val="20002"/>
                    </a:ext>
                  </a:extLst>
                </a:gridCol>
              </a:tblGrid>
              <a:tr h="365299">
                <a:tc>
                  <a:txBody>
                    <a:bodyPr/>
                    <a:lstStyle/>
                    <a:p>
                      <a:pPr algn="ctr"/>
                      <a:r>
                        <a:rPr lang="en-US" altLang="zh-CN" sz="1400" b="0" dirty="0"/>
                        <a:t>0</a:t>
                      </a:r>
                      <a:endParaRPr lang="zh-CN" altLang="en-US" sz="1400" b="0" dirty="0"/>
                    </a:p>
                  </a:txBody>
                  <a:tcPr/>
                </a:tc>
                <a:tc>
                  <a:txBody>
                    <a:bodyPr/>
                    <a:lstStyle/>
                    <a:p>
                      <a:pPr algn="ctr"/>
                      <a:r>
                        <a:rPr lang="en-US" altLang="zh-CN" sz="1400" b="0" dirty="0"/>
                        <a:t>0</a:t>
                      </a:r>
                      <a:endParaRPr lang="zh-CN" altLang="en-US" sz="1400" b="0" dirty="0"/>
                    </a:p>
                  </a:txBody>
                  <a:tcPr/>
                </a:tc>
                <a:tc>
                  <a:txBody>
                    <a:bodyPr/>
                    <a:lstStyle/>
                    <a:p>
                      <a:pPr algn="ctr"/>
                      <a:r>
                        <a:rPr lang="en-US" altLang="zh-CN" sz="1400" b="0" dirty="0"/>
                        <a:t>0</a:t>
                      </a:r>
                      <a:endParaRPr lang="zh-CN" altLang="en-US" sz="1400" b="0" dirty="0"/>
                    </a:p>
                  </a:txBody>
                  <a:tcPr/>
                </a:tc>
                <a:extLst>
                  <a:ext uri="{0D108BD9-81ED-4DB2-BD59-A6C34878D82A}">
                    <a16:rowId xmlns:a16="http://schemas.microsoft.com/office/drawing/2014/main" val="10000"/>
                  </a:ext>
                </a:extLst>
              </a:tr>
              <a:tr h="365299">
                <a:tc>
                  <a:txBody>
                    <a:bodyPr/>
                    <a:lstStyle/>
                    <a:p>
                      <a:pPr algn="ctr"/>
                      <a:r>
                        <a:rPr lang="en-US" altLang="zh-CN" sz="1400" dirty="0"/>
                        <a:t>1</a:t>
                      </a:r>
                      <a:endParaRPr lang="zh-CN" altLang="en-US" sz="1400" dirty="0"/>
                    </a:p>
                  </a:txBody>
                  <a:tcPr/>
                </a:tc>
                <a:tc>
                  <a:txBody>
                    <a:bodyPr/>
                    <a:lstStyle/>
                    <a:p>
                      <a:pPr algn="ctr"/>
                      <a:r>
                        <a:rPr lang="en-US" altLang="zh-CN" sz="1400" dirty="0"/>
                        <a:t>-2</a:t>
                      </a:r>
                      <a:endParaRPr lang="zh-CN" altLang="en-US" sz="1400" dirty="0"/>
                    </a:p>
                  </a:txBody>
                  <a:tcPr/>
                </a:tc>
                <a:tc>
                  <a:txBody>
                    <a:bodyPr/>
                    <a:lstStyle/>
                    <a:p>
                      <a:pPr algn="ctr"/>
                      <a:r>
                        <a:rPr lang="en-US" altLang="zh-CN" sz="1400" dirty="0"/>
                        <a:t>1</a:t>
                      </a:r>
                      <a:endParaRPr lang="zh-CN" altLang="en-US" sz="1400" dirty="0"/>
                    </a:p>
                  </a:txBody>
                  <a:tcPr/>
                </a:tc>
                <a:extLst>
                  <a:ext uri="{0D108BD9-81ED-4DB2-BD59-A6C34878D82A}">
                    <a16:rowId xmlns:a16="http://schemas.microsoft.com/office/drawing/2014/main" val="10001"/>
                  </a:ext>
                </a:extLst>
              </a:tr>
              <a:tr h="365299">
                <a:tc>
                  <a:txBody>
                    <a:bodyPr/>
                    <a:lstStyle/>
                    <a:p>
                      <a:pPr algn="ctr"/>
                      <a:r>
                        <a:rPr lang="en-US" altLang="zh-CN" sz="1400" dirty="0"/>
                        <a:t>0</a:t>
                      </a:r>
                      <a:endParaRPr lang="zh-CN" altLang="en-US" sz="1400" dirty="0"/>
                    </a:p>
                  </a:txBody>
                  <a:tcPr/>
                </a:tc>
                <a:tc>
                  <a:txBody>
                    <a:bodyPr/>
                    <a:lstStyle/>
                    <a:p>
                      <a:pPr algn="ctr"/>
                      <a:r>
                        <a:rPr lang="en-US" altLang="zh-CN" sz="1400" dirty="0"/>
                        <a:t>0</a:t>
                      </a:r>
                      <a:endParaRPr lang="zh-CN" altLang="en-US" sz="1400" dirty="0"/>
                    </a:p>
                  </a:txBody>
                  <a:tcPr/>
                </a:tc>
                <a:tc>
                  <a:txBody>
                    <a:bodyPr/>
                    <a:lstStyle/>
                    <a:p>
                      <a:pPr algn="ctr"/>
                      <a:r>
                        <a:rPr lang="en-US" altLang="zh-CN" sz="1400" dirty="0"/>
                        <a:t>0</a:t>
                      </a:r>
                      <a:endParaRPr lang="zh-CN" altLang="en-US" sz="1400" dirty="0"/>
                    </a:p>
                  </a:txBody>
                  <a:tcPr/>
                </a:tc>
                <a:extLst>
                  <a:ext uri="{0D108BD9-81ED-4DB2-BD59-A6C34878D82A}">
                    <a16:rowId xmlns:a16="http://schemas.microsoft.com/office/drawing/2014/main" val="10002"/>
                  </a:ext>
                </a:extLst>
              </a:tr>
            </a:tbl>
          </a:graphicData>
        </a:graphic>
      </p:graphicFrame>
      <p:sp>
        <p:nvSpPr>
          <p:cNvPr id="1049215" name="Rectangle 5"/>
          <p:cNvSpPr/>
          <p:nvPr/>
        </p:nvSpPr>
        <p:spPr>
          <a:xfrm>
            <a:off x="1417861" y="6072279"/>
            <a:ext cx="10081120" cy="400110"/>
          </a:xfrm>
          <a:prstGeom prst="rect">
            <a:avLst/>
          </a:prstGeom>
        </p:spPr>
        <p:txBody>
          <a:bodyPr wrap="square">
            <a:spAutoFit/>
          </a:bodyPr>
          <a:lstStyle/>
          <a:p>
            <a:r>
              <a:rPr lang="en-US" sz="2000" dirty="0">
                <a:solidFill>
                  <a:srgbClr val="004C54"/>
                </a:solidFill>
                <a:latin typeface="微软雅黑" panose="020B0503020204020204" pitchFamily="34" charset="-122"/>
                <a:ea typeface="微软雅黑" panose="020B0503020204020204" pitchFamily="34" charset="-122"/>
              </a:rPr>
              <a:t>作用于中心像素的系数是一个负数，而且其周围像素的系数为正数，系数之和必为0。</a:t>
            </a:r>
          </a:p>
        </p:txBody>
      </p:sp>
      <p:sp>
        <p:nvSpPr>
          <p:cNvPr id="1049216" name="TextBox 27"/>
          <p:cNvSpPr txBox="1"/>
          <p:nvPr/>
        </p:nvSpPr>
        <p:spPr>
          <a:xfrm>
            <a:off x="1012825" y="176213"/>
            <a:ext cx="2621280" cy="574040"/>
          </a:xfrm>
          <a:prstGeom prst="rect">
            <a:avLst/>
          </a:prstGeom>
          <a:noFill/>
          <a:ln w="9525">
            <a:noFill/>
          </a:ln>
        </p:spPr>
        <p:txBody>
          <a:bodyPr wrap="none" anchor="t">
            <a:spAutoFit/>
          </a:bodyPr>
          <a:lstStyle/>
          <a:p>
            <a:r>
              <a:rPr lang="zh-CN" altLang="en-US" sz="3200" dirty="0">
                <a:solidFill>
                  <a:srgbClr val="004C54"/>
                </a:solidFill>
                <a:latin typeface="黑体" panose="02010609060101010101" pitchFamily="49" charset="-122"/>
                <a:ea typeface="黑体" panose="02010609060101010101" pitchFamily="49" charset="-122"/>
              </a:rPr>
              <a:t>三、边缘检测</a:t>
            </a:r>
            <a:endParaRPr lang="en-US" altLang="zh-CN" sz="3200" dirty="0">
              <a:solidFill>
                <a:srgbClr val="004C54"/>
              </a:solidFill>
              <a:latin typeface="黑体" panose="02010609060101010101" pitchFamily="49" charset="-122"/>
              <a:ea typeface="黑体" panose="02010609060101010101" pitchFamily="49" charset="-122"/>
            </a:endParaRPr>
          </a:p>
        </p:txBody>
      </p:sp>
      <p:sp>
        <p:nvSpPr>
          <p:cNvPr id="1049217"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a:p>
        </p:txBody>
      </p:sp>
      <mc:AlternateContent xmlns:mc="http://schemas.openxmlformats.org/markup-compatibility/2006" xmlns:p14="http://schemas.microsoft.com/office/powerpoint/2010/main">
        <mc:Choice Requires="p14">
          <p:contentPart p14:bwMode="auto" r:id="rId7">
            <p14:nvContentPartPr>
              <p14:cNvPr id="1049218" name="墨迹 1049217"/>
              <p14:cNvContentPartPr/>
              <p14:nvPr/>
            </p14:nvContentPartPr>
            <p14:xfrm>
              <a:off x="1810932" y="6352561"/>
              <a:ext cx="3524242" cy="104063"/>
            </p14:xfrm>
          </p:contentPart>
        </mc:Choice>
        <mc:Fallback xmlns="">
          <p:sp>
            <p:nvSpPr>
              <p:cNvPr id="1049218" name=""/>
              <p:cNvSpPr/>
              <p:nvPr/>
            </p:nvSpPr>
            <p:spPr>
              <a:xfrm>
                <a:off x="1810932" y="6352561"/>
                <a:ext cx="3524242" cy="104063"/>
              </a:xfrm>
            </p:spPr>
          </p:sp>
        </mc:Fallback>
      </mc:AlternateContent>
      <mc:AlternateContent xmlns:mc="http://schemas.openxmlformats.org/markup-compatibility/2006" xmlns:p14="http://schemas.microsoft.com/office/powerpoint/2010/main">
        <mc:Choice Requires="p14">
          <p:contentPart p14:bwMode="auto" r:id="rId8">
            <p14:nvContentPartPr>
              <p14:cNvPr id="1049219" name="墨迹 1049218"/>
              <p14:cNvContentPartPr/>
              <p14:nvPr/>
            </p14:nvContentPartPr>
            <p14:xfrm>
              <a:off x="222953" y="4549409"/>
              <a:ext cx="270072" cy="107032"/>
            </p14:xfrm>
          </p:contentPart>
        </mc:Choice>
        <mc:Fallback xmlns="">
          <p:sp>
            <p:nvSpPr>
              <p:cNvPr id="1049219" name=""/>
              <p:cNvSpPr/>
              <p:nvPr/>
            </p:nvSpPr>
            <p:spPr>
              <a:xfrm>
                <a:off x="222953" y="4549409"/>
                <a:ext cx="270072" cy="107032"/>
              </a:xfrm>
            </p:spPr>
          </p:sp>
        </mc:Fallback>
      </mc:AlternateContent>
      <mc:AlternateContent xmlns:mc="http://schemas.openxmlformats.org/markup-compatibility/2006" xmlns:p14="http://schemas.microsoft.com/office/powerpoint/2010/main">
        <mc:Choice Requires="p14">
          <p:contentPart p14:bwMode="auto" r:id="rId9">
            <p14:nvContentPartPr>
              <p14:cNvPr id="1049220" name="墨迹 1049219"/>
              <p14:cNvContentPartPr/>
              <p14:nvPr/>
            </p14:nvContentPartPr>
            <p14:xfrm>
              <a:off x="272607" y="4601777"/>
              <a:ext cx="143032" cy="387341"/>
            </p14:xfrm>
          </p:contentPart>
        </mc:Choice>
        <mc:Fallback xmlns="">
          <p:sp>
            <p:nvSpPr>
              <p:cNvPr id="1049220" name=""/>
              <p:cNvSpPr/>
              <p:nvPr/>
            </p:nvSpPr>
            <p:spPr>
              <a:xfrm>
                <a:off x="272607" y="4601777"/>
                <a:ext cx="143032" cy="387341"/>
              </a:xfrm>
            </p:spPr>
          </p:sp>
        </mc:Fallback>
      </mc:AlternateContent>
      <mc:AlternateContent xmlns:mc="http://schemas.openxmlformats.org/markup-compatibility/2006" xmlns:p14="http://schemas.microsoft.com/office/powerpoint/2010/main">
        <mc:Choice Requires="p14">
          <p:contentPart p14:bwMode="auto" r:id="rId10">
            <p14:nvContentPartPr>
              <p14:cNvPr id="1049221" name="墨迹 1049220"/>
              <p14:cNvContentPartPr/>
              <p14:nvPr/>
            </p14:nvContentPartPr>
            <p14:xfrm>
              <a:off x="419020" y="4679631"/>
              <a:ext cx="26789" cy="318040"/>
            </p14:xfrm>
          </p:contentPart>
        </mc:Choice>
        <mc:Fallback xmlns="">
          <p:sp>
            <p:nvSpPr>
              <p:cNvPr id="1049221" name=""/>
              <p:cNvSpPr/>
              <p:nvPr/>
            </p:nvSpPr>
            <p:spPr>
              <a:xfrm>
                <a:off x="419020" y="4679631"/>
                <a:ext cx="26789" cy="318040"/>
              </a:xfrm>
            </p:spPr>
          </p:sp>
        </mc:Fallback>
      </mc:AlternateContent>
      <mc:AlternateContent xmlns:mc="http://schemas.openxmlformats.org/markup-compatibility/2006" xmlns:p14="http://schemas.microsoft.com/office/powerpoint/2010/main">
        <mc:Choice Requires="p14">
          <p:contentPart p14:bwMode="auto" r:id="rId11">
            <p14:nvContentPartPr>
              <p14:cNvPr id="1049222" name="墨迹 1049221"/>
              <p14:cNvContentPartPr/>
              <p14:nvPr/>
            </p14:nvContentPartPr>
            <p14:xfrm>
              <a:off x="484940" y="4789786"/>
              <a:ext cx="50879" cy="93161"/>
            </p14:xfrm>
          </p:contentPart>
        </mc:Choice>
        <mc:Fallback xmlns="">
          <p:sp>
            <p:nvSpPr>
              <p:cNvPr id="1049222" name=""/>
              <p:cNvSpPr/>
              <p:nvPr/>
            </p:nvSpPr>
            <p:spPr>
              <a:xfrm>
                <a:off x="484940" y="4789786"/>
                <a:ext cx="50879" cy="93161"/>
              </a:xfrm>
            </p:spPr>
          </p:sp>
        </mc:Fallback>
      </mc:AlternateContent>
      <mc:AlternateContent xmlns:mc="http://schemas.openxmlformats.org/markup-compatibility/2006" xmlns:p14="http://schemas.microsoft.com/office/powerpoint/2010/main">
        <mc:Choice Requires="p14">
          <p:contentPart p14:bwMode="auto" r:id="rId12">
            <p14:nvContentPartPr>
              <p14:cNvPr id="1049223" name="墨迹 1049222"/>
              <p14:cNvContentPartPr/>
              <p14:nvPr/>
            </p14:nvContentPartPr>
            <p14:xfrm>
              <a:off x="588643" y="4429505"/>
              <a:ext cx="213128" cy="482497"/>
            </p14:xfrm>
          </p:contentPart>
        </mc:Choice>
        <mc:Fallback xmlns="">
          <p:sp>
            <p:nvSpPr>
              <p:cNvPr id="1049223" name=""/>
              <p:cNvSpPr/>
              <p:nvPr/>
            </p:nvSpPr>
            <p:spPr>
              <a:xfrm>
                <a:off x="588643" y="4429505"/>
                <a:ext cx="213128" cy="482497"/>
              </a:xfrm>
            </p:spPr>
          </p:sp>
        </mc:Fallback>
      </mc:AlternateContent>
      <mc:AlternateContent xmlns:mc="http://schemas.openxmlformats.org/markup-compatibility/2006" xmlns:p14="http://schemas.microsoft.com/office/powerpoint/2010/main">
        <mc:Choice Requires="p14">
          <p:contentPart p14:bwMode="auto" r:id="rId13">
            <p14:nvContentPartPr>
              <p14:cNvPr id="1049224" name="墨迹 1049223"/>
              <p14:cNvContentPartPr/>
              <p14:nvPr/>
            </p14:nvContentPartPr>
            <p14:xfrm>
              <a:off x="741011" y="4458007"/>
              <a:ext cx="81582" cy="145589"/>
            </p14:xfrm>
          </p:contentPart>
        </mc:Choice>
        <mc:Fallback xmlns="">
          <p:sp>
            <p:nvSpPr>
              <p:cNvPr id="1049224" name=""/>
              <p:cNvSpPr/>
              <p:nvPr/>
            </p:nvSpPr>
            <p:spPr>
              <a:xfrm>
                <a:off x="741011" y="4458007"/>
                <a:ext cx="81582" cy="145589"/>
              </a:xfrm>
            </p:spPr>
          </p:sp>
        </mc:Fallback>
      </mc:AlternateContent>
      <mc:AlternateContent xmlns:mc="http://schemas.openxmlformats.org/markup-compatibility/2006" xmlns:p14="http://schemas.microsoft.com/office/powerpoint/2010/main">
        <mc:Choice Requires="p14">
          <p:contentPart p14:bwMode="auto" r:id="rId14">
            <p14:nvContentPartPr>
              <p14:cNvPr id="1049225" name="墨迹 1049224"/>
              <p14:cNvContentPartPr/>
              <p14:nvPr/>
            </p14:nvContentPartPr>
            <p14:xfrm>
              <a:off x="834819" y="4651471"/>
              <a:ext cx="128788" cy="169836"/>
            </p14:xfrm>
          </p:contentPart>
        </mc:Choice>
        <mc:Fallback xmlns="">
          <p:sp>
            <p:nvSpPr>
              <p:cNvPr id="1049225" name=""/>
              <p:cNvSpPr/>
              <p:nvPr/>
            </p:nvSpPr>
            <p:spPr>
              <a:xfrm>
                <a:off x="834819" y="4651471"/>
                <a:ext cx="128788" cy="169836"/>
              </a:xfrm>
            </p:spPr>
          </p:sp>
        </mc:Fallback>
      </mc:AlternateContent>
      <mc:AlternateContent xmlns:mc="http://schemas.openxmlformats.org/markup-compatibility/2006" xmlns:p14="http://schemas.microsoft.com/office/powerpoint/2010/main">
        <mc:Choice Requires="p14">
          <p:contentPart p14:bwMode="auto" r:id="rId15">
            <p14:nvContentPartPr>
              <p14:cNvPr id="1049226" name="墨迹 1049225"/>
              <p14:cNvContentPartPr/>
              <p14:nvPr/>
            </p14:nvContentPartPr>
            <p14:xfrm>
              <a:off x="1006378" y="4427848"/>
              <a:ext cx="56655" cy="367143"/>
            </p14:xfrm>
          </p:contentPart>
        </mc:Choice>
        <mc:Fallback xmlns="">
          <p:sp>
            <p:nvSpPr>
              <p:cNvPr id="1049226" name=""/>
              <p:cNvSpPr/>
              <p:nvPr/>
            </p:nvSpPr>
            <p:spPr>
              <a:xfrm>
                <a:off x="1006378" y="4427848"/>
                <a:ext cx="56655" cy="367143"/>
              </a:xfrm>
            </p:spPr>
          </p:sp>
        </mc:Fallback>
      </mc:AlternateContent>
      <mc:AlternateContent xmlns:mc="http://schemas.openxmlformats.org/markup-compatibility/2006" xmlns:p14="http://schemas.microsoft.com/office/powerpoint/2010/main">
        <mc:Choice Requires="p14">
          <p:contentPart p14:bwMode="auto" r:id="rId16">
            <p14:nvContentPartPr>
              <p14:cNvPr id="1049227" name="墨迹 1049226"/>
              <p14:cNvContentPartPr/>
              <p14:nvPr/>
            </p14:nvContentPartPr>
            <p14:xfrm>
              <a:off x="954826" y="4326929"/>
              <a:ext cx="427877" cy="415813"/>
            </p14:xfrm>
          </p:contentPart>
        </mc:Choice>
        <mc:Fallback xmlns="">
          <p:sp>
            <p:nvSpPr>
              <p:cNvPr id="1049227" name=""/>
              <p:cNvSpPr/>
              <p:nvPr/>
            </p:nvSpPr>
            <p:spPr>
              <a:xfrm>
                <a:off x="954826" y="4326929"/>
                <a:ext cx="427877" cy="415813"/>
              </a:xfrm>
            </p:spPr>
          </p:sp>
        </mc:Fallback>
      </mc:AlternateContent>
      <mc:AlternateContent xmlns:mc="http://schemas.openxmlformats.org/markup-compatibility/2006" xmlns:p14="http://schemas.microsoft.com/office/powerpoint/2010/main">
        <mc:Choice Requires="p14">
          <p:contentPart p14:bwMode="auto" r:id="rId17">
            <p14:nvContentPartPr>
              <p14:cNvPr id="1049228" name="墨迹 1049227"/>
              <p14:cNvContentPartPr/>
              <p14:nvPr/>
            </p14:nvContentPartPr>
            <p14:xfrm>
              <a:off x="1061311" y="4484275"/>
              <a:ext cx="183959" cy="166187"/>
            </p14:xfrm>
          </p:contentPart>
        </mc:Choice>
        <mc:Fallback xmlns="">
          <p:sp>
            <p:nvSpPr>
              <p:cNvPr id="1049228" name=""/>
              <p:cNvSpPr/>
              <p:nvPr/>
            </p:nvSpPr>
            <p:spPr>
              <a:xfrm>
                <a:off x="1061311" y="4484275"/>
                <a:ext cx="183959" cy="166187"/>
              </a:xfrm>
            </p:spPr>
          </p:sp>
        </mc:Fallback>
      </mc:AlternateContent>
      <mc:AlternateContent xmlns:mc="http://schemas.openxmlformats.org/markup-compatibility/2006" xmlns:p14="http://schemas.microsoft.com/office/powerpoint/2010/main">
        <mc:Choice Requires="p14">
          <p:contentPart p14:bwMode="auto" r:id="rId18">
            <p14:nvContentPartPr>
              <p14:cNvPr id="1049229" name="墨迹 1049228"/>
              <p14:cNvContentPartPr/>
              <p14:nvPr/>
            </p14:nvContentPartPr>
            <p14:xfrm>
              <a:off x="1159345" y="4430333"/>
              <a:ext cx="67896" cy="382174"/>
            </p14:xfrm>
          </p:contentPart>
        </mc:Choice>
        <mc:Fallback xmlns="">
          <p:sp>
            <p:nvSpPr>
              <p:cNvPr id="1049229" name=""/>
              <p:cNvSpPr/>
              <p:nvPr/>
            </p:nvSpPr>
            <p:spPr>
              <a:xfrm>
                <a:off x="1159345" y="4430333"/>
                <a:ext cx="67896" cy="382174"/>
              </a:xfrm>
            </p:spPr>
          </p:sp>
        </mc:Fallback>
      </mc:AlternateContent>
      <mc:AlternateContent xmlns:mc="http://schemas.openxmlformats.org/markup-compatibility/2006" xmlns:p14="http://schemas.microsoft.com/office/powerpoint/2010/main">
        <mc:Choice Requires="p14">
          <p:contentPart p14:bwMode="auto" r:id="rId19">
            <p14:nvContentPartPr>
              <p14:cNvPr id="1049230" name="墨迹 1049229"/>
              <p14:cNvContentPartPr/>
              <p14:nvPr/>
            </p14:nvContentPartPr>
            <p14:xfrm>
              <a:off x="311280" y="5220467"/>
              <a:ext cx="193096" cy="316848"/>
            </p14:xfrm>
          </p:contentPart>
        </mc:Choice>
        <mc:Fallback xmlns="">
          <p:sp>
            <p:nvSpPr>
              <p:cNvPr id="1049230" name=""/>
              <p:cNvSpPr/>
              <p:nvPr/>
            </p:nvSpPr>
            <p:spPr>
              <a:xfrm>
                <a:off x="311280" y="5220467"/>
                <a:ext cx="193096" cy="316848"/>
              </a:xfrm>
            </p:spPr>
          </p:sp>
        </mc:Fallback>
      </mc:AlternateContent>
      <mc:AlternateContent xmlns:mc="http://schemas.openxmlformats.org/markup-compatibility/2006" xmlns:p14="http://schemas.microsoft.com/office/powerpoint/2010/main">
        <mc:Choice Requires="p14">
          <p:contentPart p14:bwMode="auto" r:id="rId20">
            <p14:nvContentPartPr>
              <p14:cNvPr id="1049231" name="墨迹 1049230"/>
              <p14:cNvContentPartPr/>
              <p14:nvPr/>
            </p14:nvContentPartPr>
            <p14:xfrm>
              <a:off x="417330" y="5331451"/>
              <a:ext cx="80319" cy="497960"/>
            </p14:xfrm>
          </p:contentPart>
        </mc:Choice>
        <mc:Fallback xmlns="">
          <p:sp>
            <p:nvSpPr>
              <p:cNvPr id="1049231" name=""/>
              <p:cNvSpPr/>
              <p:nvPr/>
            </p:nvSpPr>
            <p:spPr>
              <a:xfrm>
                <a:off x="417330" y="5331451"/>
                <a:ext cx="80319" cy="497960"/>
              </a:xfrm>
            </p:spPr>
          </p:sp>
        </mc:Fallback>
      </mc:AlternateContent>
      <mc:AlternateContent xmlns:mc="http://schemas.openxmlformats.org/markup-compatibility/2006" xmlns:p14="http://schemas.microsoft.com/office/powerpoint/2010/main">
        <mc:Choice Requires="p14">
          <p:contentPart p14:bwMode="auto" r:id="rId21">
            <p14:nvContentPartPr>
              <p14:cNvPr id="1049232" name="墨迹 1049231"/>
              <p14:cNvContentPartPr/>
              <p14:nvPr/>
            </p14:nvContentPartPr>
            <p14:xfrm>
              <a:off x="511983" y="5227093"/>
              <a:ext cx="36515" cy="187308"/>
            </p14:xfrm>
          </p:contentPart>
        </mc:Choice>
        <mc:Fallback xmlns="">
          <p:sp>
            <p:nvSpPr>
              <p:cNvPr id="1049232" name=""/>
              <p:cNvSpPr/>
              <p:nvPr/>
            </p:nvSpPr>
            <p:spPr>
              <a:xfrm>
                <a:off x="511983" y="5227093"/>
                <a:ext cx="36515" cy="187308"/>
              </a:xfrm>
            </p:spPr>
          </p:sp>
        </mc:Fallback>
      </mc:AlternateContent>
      <mc:AlternateContent xmlns:mc="http://schemas.openxmlformats.org/markup-compatibility/2006" xmlns:p14="http://schemas.microsoft.com/office/powerpoint/2010/main">
        <mc:Choice Requires="p14">
          <p:contentPart p14:bwMode="auto" r:id="rId22">
            <p14:nvContentPartPr>
              <p14:cNvPr id="1049233" name="墨迹 1049232"/>
              <p14:cNvContentPartPr/>
              <p14:nvPr/>
            </p14:nvContentPartPr>
            <p14:xfrm>
              <a:off x="522125" y="5149259"/>
              <a:ext cx="119760" cy="295892"/>
            </p14:xfrm>
          </p:contentPart>
        </mc:Choice>
        <mc:Fallback xmlns="">
          <p:sp>
            <p:nvSpPr>
              <p:cNvPr id="1049233" name=""/>
              <p:cNvSpPr/>
              <p:nvPr/>
            </p:nvSpPr>
            <p:spPr>
              <a:xfrm>
                <a:off x="522125" y="5149259"/>
                <a:ext cx="119760" cy="295892"/>
              </a:xfrm>
            </p:spPr>
          </p:sp>
        </mc:Fallback>
      </mc:AlternateContent>
      <mc:AlternateContent xmlns:mc="http://schemas.openxmlformats.org/markup-compatibility/2006" xmlns:p14="http://schemas.microsoft.com/office/powerpoint/2010/main">
        <mc:Choice Requires="p14">
          <p:contentPart p14:bwMode="auto" r:id="rId23">
            <p14:nvContentPartPr>
              <p14:cNvPr id="1049234" name="墨迹 1049233"/>
              <p14:cNvContentPartPr/>
              <p14:nvPr/>
            </p14:nvContentPartPr>
            <p14:xfrm>
              <a:off x="512574" y="5401651"/>
              <a:ext cx="303914" cy="260223"/>
            </p14:xfrm>
          </p:contentPart>
        </mc:Choice>
        <mc:Fallback xmlns="">
          <p:sp>
            <p:nvSpPr>
              <p:cNvPr id="1049234" name=""/>
              <p:cNvSpPr/>
              <p:nvPr/>
            </p:nvSpPr>
            <p:spPr>
              <a:xfrm>
                <a:off x="512574" y="5401651"/>
                <a:ext cx="303914" cy="260223"/>
              </a:xfrm>
            </p:spPr>
          </p:sp>
        </mc:Fallback>
      </mc:AlternateContent>
      <mc:AlternateContent xmlns:mc="http://schemas.openxmlformats.org/markup-compatibility/2006" xmlns:p14="http://schemas.microsoft.com/office/powerpoint/2010/main">
        <mc:Choice Requires="p14">
          <p:contentPart p14:bwMode="auto" r:id="rId24">
            <p14:nvContentPartPr>
              <p14:cNvPr id="1049235" name="墨迹 1049234"/>
              <p14:cNvContentPartPr/>
              <p14:nvPr/>
            </p14:nvContentPartPr>
            <p14:xfrm>
              <a:off x="592270" y="5270990"/>
              <a:ext cx="173249" cy="350068"/>
            </p14:xfrm>
          </p:contentPart>
        </mc:Choice>
        <mc:Fallback xmlns="">
          <p:sp>
            <p:nvSpPr>
              <p:cNvPr id="1049235" name=""/>
              <p:cNvSpPr/>
              <p:nvPr/>
            </p:nvSpPr>
            <p:spPr>
              <a:xfrm>
                <a:off x="592270" y="5270990"/>
                <a:ext cx="173249" cy="350068"/>
              </a:xfrm>
            </p:spPr>
          </p:sp>
        </mc:Fallback>
      </mc:AlternateContent>
      <mc:AlternateContent xmlns:mc="http://schemas.openxmlformats.org/markup-compatibility/2006" xmlns:p14="http://schemas.microsoft.com/office/powerpoint/2010/main">
        <mc:Choice Requires="p14">
          <p:contentPart p14:bwMode="auto" r:id="rId25">
            <p14:nvContentPartPr>
              <p14:cNvPr id="1049236" name="墨迹 1049235"/>
              <p14:cNvContentPartPr/>
              <p14:nvPr/>
            </p14:nvContentPartPr>
            <p14:xfrm>
              <a:off x="889752" y="5150842"/>
              <a:ext cx="155399" cy="104411"/>
            </p14:xfrm>
          </p:contentPart>
        </mc:Choice>
        <mc:Fallback xmlns="">
          <p:sp>
            <p:nvSpPr>
              <p:cNvPr id="1049236" name=""/>
              <p:cNvSpPr/>
              <p:nvPr/>
            </p:nvSpPr>
            <p:spPr>
              <a:xfrm>
                <a:off x="889752" y="5150842"/>
                <a:ext cx="155399" cy="104411"/>
              </a:xfrm>
            </p:spPr>
          </p:sp>
        </mc:Fallback>
      </mc:AlternateContent>
      <mc:AlternateContent xmlns:mc="http://schemas.openxmlformats.org/markup-compatibility/2006" xmlns:p14="http://schemas.microsoft.com/office/powerpoint/2010/main">
        <mc:Choice Requires="p14">
          <p:contentPart p14:bwMode="auto" r:id="rId26">
            <p14:nvContentPartPr>
              <p14:cNvPr id="1049237" name="墨迹 1049236"/>
              <p14:cNvContentPartPr/>
              <p14:nvPr/>
            </p14:nvContentPartPr>
            <p14:xfrm>
              <a:off x="965813" y="5040741"/>
              <a:ext cx="75526" cy="296021"/>
            </p14:xfrm>
          </p:contentPart>
        </mc:Choice>
        <mc:Fallback xmlns="">
          <p:sp>
            <p:nvSpPr>
              <p:cNvPr id="1049237" name=""/>
              <p:cNvSpPr/>
              <p:nvPr/>
            </p:nvSpPr>
            <p:spPr>
              <a:xfrm>
                <a:off x="965813" y="5040741"/>
                <a:ext cx="75526" cy="296021"/>
              </a:xfrm>
            </p:spPr>
          </p:sp>
        </mc:Fallback>
      </mc:AlternateContent>
      <mc:AlternateContent xmlns:mc="http://schemas.openxmlformats.org/markup-compatibility/2006" xmlns:p14="http://schemas.microsoft.com/office/powerpoint/2010/main">
        <mc:Choice Requires="p14">
          <p:contentPart p14:bwMode="auto" r:id="rId27">
            <p14:nvContentPartPr>
              <p14:cNvPr id="1049238" name="墨迹 1049237"/>
              <p14:cNvContentPartPr/>
              <p14:nvPr/>
            </p14:nvContentPartPr>
            <p14:xfrm>
              <a:off x="876230" y="5033953"/>
              <a:ext cx="244914" cy="537611"/>
            </p14:xfrm>
          </p:contentPart>
        </mc:Choice>
        <mc:Fallback xmlns="">
          <p:sp>
            <p:nvSpPr>
              <p:cNvPr id="1049238" name=""/>
              <p:cNvSpPr/>
              <p:nvPr/>
            </p:nvSpPr>
            <p:spPr>
              <a:xfrm>
                <a:off x="876230" y="5033953"/>
                <a:ext cx="244914" cy="537611"/>
              </a:xfrm>
            </p:spPr>
          </p:sp>
        </mc:Fallback>
      </mc:AlternateContent>
      <mc:AlternateContent xmlns:mc="http://schemas.openxmlformats.org/markup-compatibility/2006" xmlns:p14="http://schemas.microsoft.com/office/powerpoint/2010/main">
        <mc:Choice Requires="p14">
          <p:contentPart p14:bwMode="auto" r:id="rId28">
            <p14:nvContentPartPr>
              <p14:cNvPr id="1049239" name="墨迹 1049238"/>
              <p14:cNvContentPartPr/>
              <p14:nvPr/>
            </p14:nvContentPartPr>
            <p14:xfrm>
              <a:off x="1119496" y="5039912"/>
              <a:ext cx="228660" cy="452379"/>
            </p14:xfrm>
          </p:contentPart>
        </mc:Choice>
        <mc:Fallback xmlns="">
          <p:sp>
            <p:nvSpPr>
              <p:cNvPr id="1049239" name=""/>
              <p:cNvSpPr/>
              <p:nvPr/>
            </p:nvSpPr>
            <p:spPr>
              <a:xfrm>
                <a:off x="1119496" y="5039912"/>
                <a:ext cx="228660" cy="452379"/>
              </a:xfrm>
            </p:spPr>
          </p:sp>
        </mc:Fallback>
      </mc:AlternateContent>
      <mc:AlternateContent xmlns:mc="http://schemas.openxmlformats.org/markup-compatibility/2006" xmlns:p14="http://schemas.microsoft.com/office/powerpoint/2010/main">
        <mc:Choice Requires="p14">
          <p:contentPart p14:bwMode="auto" r:id="rId29">
            <p14:nvContentPartPr>
              <p14:cNvPr id="1049240" name="墨迹 1049239"/>
              <p14:cNvContentPartPr/>
              <p14:nvPr/>
            </p14:nvContentPartPr>
            <p14:xfrm>
              <a:off x="1394288" y="4964320"/>
              <a:ext cx="133204" cy="133568"/>
            </p14:xfrm>
          </p:contentPart>
        </mc:Choice>
        <mc:Fallback xmlns="">
          <p:sp>
            <p:nvSpPr>
              <p:cNvPr id="1049240" name=""/>
              <p:cNvSpPr/>
              <p:nvPr/>
            </p:nvSpPr>
            <p:spPr>
              <a:xfrm>
                <a:off x="1394288" y="4964320"/>
                <a:ext cx="133204" cy="133568"/>
              </a:xfrm>
            </p:spPr>
          </p:sp>
        </mc:Fallback>
      </mc:AlternateContent>
      <mc:AlternateContent xmlns:mc="http://schemas.openxmlformats.org/markup-compatibility/2006" xmlns:p14="http://schemas.microsoft.com/office/powerpoint/2010/main">
        <mc:Choice Requires="p14">
          <p:contentPart p14:bwMode="auto" r:id="rId30">
            <p14:nvContentPartPr>
              <p14:cNvPr id="1049241" name="墨迹 1049240"/>
              <p14:cNvContentPartPr/>
              <p14:nvPr/>
            </p14:nvContentPartPr>
            <p14:xfrm>
              <a:off x="1451756" y="4880892"/>
              <a:ext cx="187936" cy="553492"/>
            </p14:xfrm>
          </p:contentPart>
        </mc:Choice>
        <mc:Fallback xmlns="">
          <p:sp>
            <p:nvSpPr>
              <p:cNvPr id="1049241" name=""/>
              <p:cNvSpPr/>
              <p:nvPr/>
            </p:nvSpPr>
            <p:spPr>
              <a:xfrm>
                <a:off x="1451756" y="4880892"/>
                <a:ext cx="187936" cy="553492"/>
              </a:xfrm>
            </p:spPr>
          </p:sp>
        </mc:Fallback>
      </mc:AlternateContent>
      <mc:AlternateContent xmlns:mc="http://schemas.openxmlformats.org/markup-compatibility/2006" xmlns:p14="http://schemas.microsoft.com/office/powerpoint/2010/main">
        <mc:Choice Requires="p14">
          <p:contentPart p14:bwMode="auto" r:id="rId31">
            <p14:nvContentPartPr>
              <p14:cNvPr id="1049242" name="墨迹 1049241"/>
              <p14:cNvContentPartPr/>
              <p14:nvPr/>
            </p14:nvContentPartPr>
            <p14:xfrm>
              <a:off x="1440992" y="5048195"/>
              <a:ext cx="49640" cy="342868"/>
            </p14:xfrm>
          </p:contentPart>
        </mc:Choice>
        <mc:Fallback xmlns="">
          <p:sp>
            <p:nvSpPr>
              <p:cNvPr id="1049242" name=""/>
              <p:cNvSpPr/>
              <p:nvPr/>
            </p:nvSpPr>
            <p:spPr>
              <a:xfrm>
                <a:off x="1440992" y="5048195"/>
                <a:ext cx="49640" cy="342868"/>
              </a:xfrm>
            </p:spPr>
          </p:sp>
        </mc:Fallback>
      </mc:AlternateContent>
      <mc:AlternateContent xmlns:mc="http://schemas.openxmlformats.org/markup-compatibility/2006" xmlns:p14="http://schemas.microsoft.com/office/powerpoint/2010/main">
        <mc:Choice Requires="p14">
          <p:contentPart p14:bwMode="auto" r:id="rId32">
            <p14:nvContentPartPr>
              <p14:cNvPr id="1049243" name="墨迹 1049242"/>
              <p14:cNvContentPartPr/>
              <p14:nvPr/>
            </p14:nvContentPartPr>
            <p14:xfrm>
              <a:off x="1523591" y="5109484"/>
              <a:ext cx="70296" cy="43665"/>
            </p14:xfrm>
          </p:contentPart>
        </mc:Choice>
        <mc:Fallback xmlns="">
          <p:sp>
            <p:nvSpPr>
              <p:cNvPr id="1049243" name=""/>
              <p:cNvSpPr/>
              <p:nvPr/>
            </p:nvSpPr>
            <p:spPr>
              <a:xfrm>
                <a:off x="1523591" y="5109484"/>
                <a:ext cx="70296" cy="43665"/>
              </a:xfrm>
            </p:spPr>
          </p:sp>
        </mc:Fallback>
      </mc:AlternateContent>
      <mc:AlternateContent xmlns:mc="http://schemas.openxmlformats.org/markup-compatibility/2006" xmlns:p14="http://schemas.microsoft.com/office/powerpoint/2010/main">
        <mc:Choice Requires="p14">
          <p:contentPart p14:bwMode="auto" r:id="rId33">
            <p14:nvContentPartPr>
              <p14:cNvPr id="1049244" name="墨迹 1049243"/>
              <p14:cNvContentPartPr/>
              <p14:nvPr/>
            </p14:nvContentPartPr>
            <p14:xfrm>
              <a:off x="1581059" y="4883986"/>
              <a:ext cx="132459" cy="104576"/>
            </p14:xfrm>
          </p:contentPart>
        </mc:Choice>
        <mc:Fallback xmlns="">
          <p:sp>
            <p:nvSpPr>
              <p:cNvPr id="1049244" name=""/>
              <p:cNvSpPr/>
              <p:nvPr/>
            </p:nvSpPr>
            <p:spPr>
              <a:xfrm>
                <a:off x="1581059" y="4883986"/>
                <a:ext cx="132459" cy="104576"/>
              </a:xfrm>
            </p:spPr>
          </p:sp>
        </mc:Fallback>
      </mc:AlternateContent>
      <mc:AlternateContent xmlns:mc="http://schemas.openxmlformats.org/markup-compatibility/2006" xmlns:p14="http://schemas.microsoft.com/office/powerpoint/2010/main">
        <mc:Choice Requires="p14">
          <p:contentPart p14:bwMode="auto" r:id="rId34">
            <p14:nvContentPartPr>
              <p14:cNvPr id="1049245" name="墨迹 1049244"/>
              <p14:cNvContentPartPr/>
              <p14:nvPr/>
            </p14:nvContentPartPr>
            <p14:xfrm>
              <a:off x="1543874" y="4852399"/>
              <a:ext cx="116001" cy="96745"/>
            </p14:xfrm>
          </p:contentPart>
        </mc:Choice>
        <mc:Fallback xmlns="">
          <p:sp>
            <p:nvSpPr>
              <p:cNvPr id="1049245" name=""/>
              <p:cNvSpPr/>
              <p:nvPr/>
            </p:nvSpPr>
            <p:spPr>
              <a:xfrm>
                <a:off x="1543874" y="4852399"/>
                <a:ext cx="116001" cy="96745"/>
              </a:xfrm>
            </p:spPr>
          </p:sp>
        </mc:Fallback>
      </mc:AlternateContent>
      <mc:AlternateContent xmlns:mc="http://schemas.openxmlformats.org/markup-compatibility/2006" xmlns:p14="http://schemas.microsoft.com/office/powerpoint/2010/main">
        <mc:Choice Requires="p14">
          <p:contentPart p14:bwMode="auto" r:id="rId35">
            <p14:nvContentPartPr>
              <p14:cNvPr id="1049246" name="墨迹 1049245"/>
              <p14:cNvContentPartPr/>
              <p14:nvPr/>
            </p14:nvContentPartPr>
            <p14:xfrm>
              <a:off x="1644443" y="4800553"/>
              <a:ext cx="14744" cy="209635"/>
            </p14:xfrm>
          </p:contentPart>
        </mc:Choice>
        <mc:Fallback xmlns="">
          <p:sp>
            <p:nvSpPr>
              <p:cNvPr id="1049246" name=""/>
              <p:cNvSpPr/>
              <p:nvPr/>
            </p:nvSpPr>
            <p:spPr>
              <a:xfrm>
                <a:off x="1644443" y="4800553"/>
                <a:ext cx="14744" cy="209635"/>
              </a:xfrm>
            </p:spPr>
          </p:sp>
        </mc:Fallback>
      </mc:AlternateContent>
      <mc:AlternateContent xmlns:mc="http://schemas.openxmlformats.org/markup-compatibility/2006" xmlns:p14="http://schemas.microsoft.com/office/powerpoint/2010/main">
        <mc:Choice Requires="p14">
          <p:contentPart p14:bwMode="auto" r:id="rId36">
            <p14:nvContentPartPr>
              <p14:cNvPr id="1049247" name="墨迹 1049246"/>
              <p14:cNvContentPartPr/>
              <p14:nvPr/>
            </p14:nvContentPartPr>
            <p14:xfrm>
              <a:off x="1559328" y="5033287"/>
              <a:ext cx="69028" cy="167511"/>
            </p14:xfrm>
          </p:contentPart>
        </mc:Choice>
        <mc:Fallback xmlns="">
          <p:sp>
            <p:nvSpPr>
              <p:cNvPr id="1049247" name=""/>
              <p:cNvSpPr/>
              <p:nvPr/>
            </p:nvSpPr>
            <p:spPr>
              <a:xfrm>
                <a:off x="1559328" y="5033287"/>
                <a:ext cx="69028" cy="167511"/>
              </a:xfrm>
            </p:spPr>
          </p:sp>
        </mc:Fallback>
      </mc:AlternateContent>
      <mc:AlternateContent xmlns:mc="http://schemas.openxmlformats.org/markup-compatibility/2006" xmlns:p14="http://schemas.microsoft.com/office/powerpoint/2010/main">
        <mc:Choice Requires="p14">
          <p:contentPart p14:bwMode="auto" r:id="rId37">
            <p14:nvContentPartPr>
              <p14:cNvPr id="1049248" name="墨迹 1049247"/>
              <p14:cNvContentPartPr/>
              <p14:nvPr/>
            </p14:nvContentPartPr>
            <p14:xfrm>
              <a:off x="1586130" y="4940235"/>
              <a:ext cx="369832" cy="447391"/>
            </p14:xfrm>
          </p:contentPart>
        </mc:Choice>
        <mc:Fallback xmlns="">
          <p:sp>
            <p:nvSpPr>
              <p:cNvPr id="1049248" name=""/>
              <p:cNvSpPr/>
              <p:nvPr/>
            </p:nvSpPr>
            <p:spPr>
              <a:xfrm>
                <a:off x="1586130" y="4940235"/>
                <a:ext cx="369832" cy="447391"/>
              </a:xfrm>
            </p:spPr>
          </p:sp>
        </mc:Fallback>
      </mc:AlternateContent>
      <mc:AlternateContent xmlns:mc="http://schemas.openxmlformats.org/markup-compatibility/2006" xmlns:p14="http://schemas.microsoft.com/office/powerpoint/2010/main">
        <mc:Choice Requires="p14">
          <p:contentPart p14:bwMode="auto" r:id="rId38">
            <p14:nvContentPartPr>
              <p14:cNvPr id="1049249" name="墨迹 1049248"/>
              <p14:cNvContentPartPr/>
              <p14:nvPr/>
            </p14:nvContentPartPr>
            <p14:xfrm>
              <a:off x="1942771" y="4803182"/>
              <a:ext cx="142884" cy="103385"/>
            </p14:xfrm>
          </p:contentPart>
        </mc:Choice>
        <mc:Fallback xmlns="">
          <p:sp>
            <p:nvSpPr>
              <p:cNvPr id="1049249" name=""/>
              <p:cNvSpPr/>
              <p:nvPr/>
            </p:nvSpPr>
            <p:spPr>
              <a:xfrm>
                <a:off x="1942771" y="4803182"/>
                <a:ext cx="142884" cy="103385"/>
              </a:xfrm>
            </p:spPr>
          </p:sp>
        </mc:Fallback>
      </mc:AlternateContent>
      <mc:AlternateContent xmlns:mc="http://schemas.openxmlformats.org/markup-compatibility/2006" xmlns:p14="http://schemas.microsoft.com/office/powerpoint/2010/main">
        <mc:Choice Requires="p14">
          <p:contentPart p14:bwMode="auto" r:id="rId39">
            <p14:nvContentPartPr>
              <p14:cNvPr id="1049250" name="墨迹 1049249"/>
              <p14:cNvContentPartPr/>
              <p14:nvPr/>
            </p14:nvContentPartPr>
            <p14:xfrm>
              <a:off x="2023449" y="4640704"/>
              <a:ext cx="111714" cy="643273"/>
            </p14:xfrm>
          </p:contentPart>
        </mc:Choice>
        <mc:Fallback xmlns="">
          <p:sp>
            <p:nvSpPr>
              <p:cNvPr id="1049250" name=""/>
              <p:cNvSpPr/>
              <p:nvPr/>
            </p:nvSpPr>
            <p:spPr>
              <a:xfrm>
                <a:off x="2023449" y="4640704"/>
                <a:ext cx="111714" cy="643273"/>
              </a:xfrm>
            </p:spPr>
          </p:sp>
        </mc:Fallback>
      </mc:AlternateContent>
      <mc:AlternateContent xmlns:mc="http://schemas.openxmlformats.org/markup-compatibility/2006" xmlns:p14="http://schemas.microsoft.com/office/powerpoint/2010/main">
        <mc:Choice Requires="p14">
          <p:contentPart p14:bwMode="auto" r:id="rId40">
            <p14:nvContentPartPr>
              <p14:cNvPr id="1049251" name="墨迹 1049250"/>
              <p14:cNvContentPartPr/>
              <p14:nvPr/>
            </p14:nvContentPartPr>
            <p14:xfrm>
              <a:off x="1965802" y="4917334"/>
              <a:ext cx="54719" cy="320099"/>
            </p14:xfrm>
          </p:contentPart>
        </mc:Choice>
        <mc:Fallback xmlns="">
          <p:sp>
            <p:nvSpPr>
              <p:cNvPr id="1049251" name=""/>
              <p:cNvSpPr/>
              <p:nvPr/>
            </p:nvSpPr>
            <p:spPr>
              <a:xfrm>
                <a:off x="1965802" y="4917334"/>
                <a:ext cx="54719" cy="320099"/>
              </a:xfrm>
            </p:spPr>
          </p:sp>
        </mc:Fallback>
      </mc:AlternateContent>
      <mc:AlternateContent xmlns:mc="http://schemas.openxmlformats.org/markup-compatibility/2006" xmlns:p14="http://schemas.microsoft.com/office/powerpoint/2010/main">
        <mc:Choice Requires="p14">
          <p:contentPart p14:bwMode="auto" r:id="rId41">
            <p14:nvContentPartPr>
              <p14:cNvPr id="1049252" name="墨迹 1049251"/>
              <p14:cNvContentPartPr/>
              <p14:nvPr/>
            </p14:nvContentPartPr>
            <p14:xfrm>
              <a:off x="2117710" y="4917334"/>
              <a:ext cx="72936" cy="56380"/>
            </p14:xfrm>
          </p:contentPart>
        </mc:Choice>
        <mc:Fallback xmlns="">
          <p:sp>
            <p:nvSpPr>
              <p:cNvPr id="1049252" name=""/>
              <p:cNvSpPr/>
              <p:nvPr/>
            </p:nvSpPr>
            <p:spPr>
              <a:xfrm>
                <a:off x="2117710" y="4917334"/>
                <a:ext cx="72936" cy="56380"/>
              </a:xfrm>
            </p:spPr>
          </p:sp>
        </mc:Fallback>
      </mc:AlternateContent>
      <mc:AlternateContent xmlns:mc="http://schemas.openxmlformats.org/markup-compatibility/2006" xmlns:p14="http://schemas.microsoft.com/office/powerpoint/2010/main">
        <mc:Choice Requires="p14">
          <p:contentPart p14:bwMode="auto" r:id="rId42">
            <p14:nvContentPartPr>
              <p14:cNvPr id="1049253" name="墨迹 1049252"/>
              <p14:cNvContentPartPr/>
              <p14:nvPr/>
            </p14:nvContentPartPr>
            <p14:xfrm>
              <a:off x="2187902" y="4717388"/>
              <a:ext cx="136863" cy="440274"/>
            </p14:xfrm>
          </p:contentPart>
        </mc:Choice>
        <mc:Fallback xmlns="">
          <p:sp>
            <p:nvSpPr>
              <p:cNvPr id="1049253" name=""/>
              <p:cNvSpPr/>
              <p:nvPr/>
            </p:nvSpPr>
            <p:spPr>
              <a:xfrm>
                <a:off x="2187902" y="4717388"/>
                <a:ext cx="136863" cy="440274"/>
              </a:xfrm>
            </p:spPr>
          </p:sp>
        </mc:Fallback>
      </mc:AlternateContent>
      <mc:AlternateContent xmlns:mc="http://schemas.openxmlformats.org/markup-compatibility/2006" xmlns:p14="http://schemas.microsoft.com/office/powerpoint/2010/main">
        <mc:Choice Requires="p14">
          <p:contentPart p14:bwMode="auto" r:id="rId43">
            <p14:nvContentPartPr>
              <p14:cNvPr id="1049254" name="墨迹 1049253"/>
              <p14:cNvContentPartPr/>
              <p14:nvPr/>
            </p14:nvContentPartPr>
            <p14:xfrm>
              <a:off x="2214439" y="4832858"/>
              <a:ext cx="465054" cy="322038"/>
            </p14:xfrm>
          </p:contentPart>
        </mc:Choice>
        <mc:Fallback xmlns="">
          <p:sp>
            <p:nvSpPr>
              <p:cNvPr id="1049254" name=""/>
              <p:cNvSpPr/>
              <p:nvPr/>
            </p:nvSpPr>
            <p:spPr>
              <a:xfrm>
                <a:off x="2214439" y="4832858"/>
                <a:ext cx="465054" cy="322038"/>
              </a:xfrm>
            </p:spPr>
          </p:sp>
        </mc:Fallback>
      </mc:AlternateContent>
      <mc:AlternateContent xmlns:mc="http://schemas.openxmlformats.org/markup-compatibility/2006" xmlns:p14="http://schemas.microsoft.com/office/powerpoint/2010/main">
        <mc:Choice Requires="p14">
          <p:contentPart p14:bwMode="auto" r:id="rId44">
            <p14:nvContentPartPr>
              <p14:cNvPr id="1049255" name="墨迹 1049254"/>
              <p14:cNvContentPartPr/>
              <p14:nvPr/>
            </p14:nvContentPartPr>
            <p14:xfrm>
              <a:off x="2667368" y="4617514"/>
              <a:ext cx="117782" cy="557215"/>
            </p14:xfrm>
          </p:contentPart>
        </mc:Choice>
        <mc:Fallback xmlns="">
          <p:sp>
            <p:nvSpPr>
              <p:cNvPr id="1049255" name=""/>
              <p:cNvSpPr/>
              <p:nvPr/>
            </p:nvSpPr>
            <p:spPr>
              <a:xfrm>
                <a:off x="2667368" y="4617514"/>
                <a:ext cx="117782" cy="557215"/>
              </a:xfrm>
            </p:spPr>
          </p:sp>
        </mc:Fallback>
      </mc:AlternateContent>
      <mc:AlternateContent xmlns:mc="http://schemas.openxmlformats.org/markup-compatibility/2006" xmlns:p14="http://schemas.microsoft.com/office/powerpoint/2010/main">
        <mc:Choice Requires="p14">
          <p:contentPart p14:bwMode="auto" r:id="rId45">
            <p14:nvContentPartPr>
              <p14:cNvPr id="1049256" name="墨迹 1049255"/>
              <p14:cNvContentPartPr/>
              <p14:nvPr/>
            </p14:nvContentPartPr>
            <p14:xfrm>
              <a:off x="2843054" y="4721043"/>
              <a:ext cx="197099" cy="415257"/>
            </p14:xfrm>
          </p:contentPart>
        </mc:Choice>
        <mc:Fallback xmlns="">
          <p:sp>
            <p:nvSpPr>
              <p:cNvPr id="1049256" name=""/>
              <p:cNvSpPr/>
              <p:nvPr/>
            </p:nvSpPr>
            <p:spPr>
              <a:xfrm>
                <a:off x="2843054" y="4721043"/>
                <a:ext cx="197099" cy="415257"/>
              </a:xfrm>
            </p:spPr>
          </p:sp>
        </mc:Fallback>
      </mc:AlternateContent>
      <mc:AlternateContent xmlns:mc="http://schemas.openxmlformats.org/markup-compatibility/2006" xmlns:p14="http://schemas.microsoft.com/office/powerpoint/2010/main">
        <mc:Choice Requires="p14">
          <p:contentPart p14:bwMode="auto" r:id="rId46">
            <p14:nvContentPartPr>
              <p14:cNvPr id="1049257" name="墨迹 1049256"/>
              <p14:cNvContentPartPr/>
              <p14:nvPr/>
            </p14:nvContentPartPr>
            <p14:xfrm>
              <a:off x="3068470" y="4752516"/>
              <a:ext cx="163748" cy="175892"/>
            </p14:xfrm>
          </p:contentPart>
        </mc:Choice>
        <mc:Fallback xmlns="">
          <p:sp>
            <p:nvSpPr>
              <p:cNvPr id="1049257" name=""/>
              <p:cNvSpPr/>
              <p:nvPr/>
            </p:nvSpPr>
            <p:spPr>
              <a:xfrm>
                <a:off x="3068470" y="4752516"/>
                <a:ext cx="163748" cy="175892"/>
              </a:xfrm>
            </p:spPr>
          </p:sp>
        </mc:Fallback>
      </mc:AlternateContent>
      <mc:AlternateContent xmlns:mc="http://schemas.openxmlformats.org/markup-compatibility/2006" xmlns:p14="http://schemas.microsoft.com/office/powerpoint/2010/main">
        <mc:Choice Requires="p14">
          <p:contentPart p14:bwMode="auto" r:id="rId47">
            <p14:nvContentPartPr>
              <p14:cNvPr id="1049258" name="墨迹 1049257"/>
              <p14:cNvContentPartPr/>
              <p14:nvPr/>
            </p14:nvContentPartPr>
            <p14:xfrm>
              <a:off x="3097285" y="4755829"/>
              <a:ext cx="130912" cy="218906"/>
            </p14:xfrm>
          </p:contentPart>
        </mc:Choice>
        <mc:Fallback xmlns="">
          <p:sp>
            <p:nvSpPr>
              <p:cNvPr id="1049258" name=""/>
              <p:cNvSpPr/>
              <p:nvPr/>
            </p:nvSpPr>
            <p:spPr>
              <a:xfrm>
                <a:off x="3097285" y="4755829"/>
                <a:ext cx="130912" cy="218906"/>
              </a:xfrm>
            </p:spPr>
          </p:sp>
        </mc:Fallback>
      </mc:AlternateContent>
      <mc:AlternateContent xmlns:mc="http://schemas.openxmlformats.org/markup-compatibility/2006" xmlns:p14="http://schemas.microsoft.com/office/powerpoint/2010/main">
        <mc:Choice Requires="p14">
          <p:contentPart p14:bwMode="auto" r:id="rId48">
            <p14:nvContentPartPr>
              <p14:cNvPr id="1049259" name="墨迹 1049258"/>
              <p14:cNvContentPartPr/>
              <p14:nvPr/>
            </p14:nvContentPartPr>
            <p14:xfrm>
              <a:off x="3264429" y="4597636"/>
              <a:ext cx="172774" cy="390892"/>
            </p14:xfrm>
          </p:contentPart>
        </mc:Choice>
        <mc:Fallback xmlns="">
          <p:sp>
            <p:nvSpPr>
              <p:cNvPr id="1049259" name=""/>
              <p:cNvSpPr/>
              <p:nvPr/>
            </p:nvSpPr>
            <p:spPr>
              <a:xfrm>
                <a:off x="3264429" y="4597636"/>
                <a:ext cx="172774" cy="390892"/>
              </a:xfrm>
            </p:spPr>
          </p:sp>
        </mc:Fallback>
      </mc:AlternateContent>
      <mc:AlternateContent xmlns:mc="http://schemas.openxmlformats.org/markup-compatibility/2006" xmlns:p14="http://schemas.microsoft.com/office/powerpoint/2010/main">
        <mc:Choice Requires="p14">
          <p:contentPart p14:bwMode="auto" r:id="rId49">
            <p14:nvContentPartPr>
              <p14:cNvPr id="1049260" name="墨迹 1049259"/>
              <p14:cNvContentPartPr/>
              <p14:nvPr/>
            </p14:nvContentPartPr>
            <p14:xfrm>
              <a:off x="3485114" y="4552912"/>
              <a:ext cx="79185" cy="480546"/>
            </p14:xfrm>
          </p:contentPart>
        </mc:Choice>
        <mc:Fallback xmlns="">
          <p:sp>
            <p:nvSpPr>
              <p:cNvPr id="1049260" name=""/>
              <p:cNvSpPr/>
              <p:nvPr/>
            </p:nvSpPr>
            <p:spPr>
              <a:xfrm>
                <a:off x="3485114" y="4552912"/>
                <a:ext cx="79185" cy="480546"/>
              </a:xfrm>
            </p:spPr>
          </p:sp>
        </mc:Fallback>
      </mc:AlternateContent>
      <mc:AlternateContent xmlns:mc="http://schemas.openxmlformats.org/markup-compatibility/2006" xmlns:p14="http://schemas.microsoft.com/office/powerpoint/2010/main">
        <mc:Choice Requires="p14">
          <p:contentPart p14:bwMode="auto" r:id="rId50">
            <p14:nvContentPartPr>
              <p14:cNvPr id="1049261" name="墨迹 1049260"/>
              <p14:cNvContentPartPr/>
              <p14:nvPr/>
            </p14:nvContentPartPr>
            <p14:xfrm>
              <a:off x="6675440" y="5674339"/>
              <a:ext cx="0" cy="0"/>
            </p14:xfrm>
          </p:contentPart>
        </mc:Choice>
        <mc:Fallback xmlns="">
          <p:sp>
            <p:nvSpPr>
              <p:cNvPr id="1049261" name=""/>
              <p:cNvSpPr/>
              <p:nvPr/>
            </p:nvSpPr>
            <p:spPr>
              <a:xfrm>
                <a:off x="6675440" y="5674339"/>
                <a:ext cx="0" cy="0"/>
              </a:xfrm>
            </p:spPr>
          </p:sp>
        </mc:Fallback>
      </mc:AlternateContent>
      <mc:AlternateContent xmlns:mc="http://schemas.openxmlformats.org/markup-compatibility/2006" xmlns:p14="http://schemas.microsoft.com/office/powerpoint/2010/main">
        <mc:Choice Requires="p14">
          <p:contentPart p14:bwMode="auto" r:id="rId51">
            <p14:nvContentPartPr>
              <p14:cNvPr id="1049262" name="墨迹 1049261"/>
              <p14:cNvContentPartPr/>
              <p14:nvPr/>
            </p14:nvContentPartPr>
            <p14:xfrm>
              <a:off x="670021" y="5945999"/>
              <a:ext cx="86186" cy="40199"/>
            </p14:xfrm>
          </p:contentPart>
        </mc:Choice>
        <mc:Fallback xmlns="">
          <p:sp>
            <p:nvSpPr>
              <p:cNvPr id="1049262" name=""/>
              <p:cNvSpPr/>
              <p:nvPr/>
            </p:nvSpPr>
            <p:spPr>
              <a:xfrm>
                <a:off x="670021" y="5945999"/>
                <a:ext cx="86186" cy="40199"/>
              </a:xfrm>
            </p:spPr>
          </p:sp>
        </mc:Fallback>
      </mc:AlternateContent>
      <mc:AlternateContent xmlns:mc="http://schemas.openxmlformats.org/markup-compatibility/2006" xmlns:p14="http://schemas.microsoft.com/office/powerpoint/2010/main">
        <mc:Choice Requires="p14">
          <p:contentPart p14:bwMode="auto" r:id="rId52">
            <p14:nvContentPartPr>
              <p14:cNvPr id="1049263" name="墨迹 1049262"/>
              <p14:cNvContentPartPr/>
              <p14:nvPr/>
            </p14:nvContentPartPr>
            <p14:xfrm>
              <a:off x="607290" y="6078517"/>
              <a:ext cx="473458" cy="184695"/>
            </p14:xfrm>
          </p:contentPart>
        </mc:Choice>
        <mc:Fallback xmlns="">
          <p:sp>
            <p:nvSpPr>
              <p:cNvPr id="1049263" name=""/>
              <p:cNvSpPr/>
              <p:nvPr/>
            </p:nvSpPr>
            <p:spPr>
              <a:xfrm>
                <a:off x="607290" y="6078517"/>
                <a:ext cx="473458" cy="184695"/>
              </a:xfrm>
            </p:spPr>
          </p:sp>
        </mc:Fallback>
      </mc:AlternateContent>
      <mc:AlternateContent xmlns:mc="http://schemas.openxmlformats.org/markup-compatibility/2006" xmlns:p14="http://schemas.microsoft.com/office/powerpoint/2010/main">
        <mc:Choice Requires="p14">
          <p:contentPart p14:bwMode="auto" r:id="rId53">
            <p14:nvContentPartPr>
              <p14:cNvPr id="1049264" name="墨迹 1049263"/>
              <p14:cNvContentPartPr/>
              <p14:nvPr/>
            </p14:nvContentPartPr>
            <p14:xfrm>
              <a:off x="764217" y="5811826"/>
              <a:ext cx="161543" cy="244349"/>
            </p14:xfrm>
          </p:contentPart>
        </mc:Choice>
        <mc:Fallback xmlns="">
          <p:sp>
            <p:nvSpPr>
              <p:cNvPr id="1049264" name=""/>
              <p:cNvSpPr/>
              <p:nvPr/>
            </p:nvSpPr>
            <p:spPr>
              <a:xfrm>
                <a:off x="764217" y="5811826"/>
                <a:ext cx="161543" cy="244349"/>
              </a:xfrm>
            </p:spPr>
          </p:sp>
        </mc:Fallback>
      </mc:AlternateContent>
      <mc:AlternateContent xmlns:mc="http://schemas.openxmlformats.org/markup-compatibility/2006" xmlns:p14="http://schemas.microsoft.com/office/powerpoint/2010/main">
        <mc:Choice Requires="p14">
          <p:contentPart p14:bwMode="auto" r:id="rId54">
            <p14:nvContentPartPr>
              <p14:cNvPr id="1049265" name="墨迹 1049264"/>
              <p14:cNvContentPartPr/>
              <p14:nvPr/>
            </p14:nvContentPartPr>
            <p14:xfrm>
              <a:off x="821297" y="6088167"/>
              <a:ext cx="166128" cy="125426"/>
            </p14:xfrm>
          </p:contentPart>
        </mc:Choice>
        <mc:Fallback xmlns="">
          <p:sp>
            <p:nvSpPr>
              <p:cNvPr id="1049265" name=""/>
              <p:cNvSpPr/>
              <p:nvPr/>
            </p:nvSpPr>
            <p:spPr>
              <a:xfrm>
                <a:off x="821297" y="6088167"/>
                <a:ext cx="166128" cy="125426"/>
              </a:xfrm>
            </p:spPr>
          </p:sp>
        </mc:Fallback>
      </mc:AlternateContent>
      <mc:AlternateContent xmlns:mc="http://schemas.openxmlformats.org/markup-compatibility/2006" xmlns:p14="http://schemas.microsoft.com/office/powerpoint/2010/main">
        <mc:Choice Requires="p14">
          <p:contentPart p14:bwMode="auto" r:id="rId55">
            <p14:nvContentPartPr>
              <p14:cNvPr id="1049266" name="墨迹 1049265"/>
              <p14:cNvContentPartPr/>
              <p14:nvPr/>
            </p14:nvContentPartPr>
            <p14:xfrm>
              <a:off x="1160190" y="5705534"/>
              <a:ext cx="179278" cy="78959"/>
            </p14:xfrm>
          </p:contentPart>
        </mc:Choice>
        <mc:Fallback xmlns="">
          <p:sp>
            <p:nvSpPr>
              <p:cNvPr id="1049266" name=""/>
              <p:cNvSpPr/>
              <p:nvPr/>
            </p:nvSpPr>
            <p:spPr>
              <a:xfrm>
                <a:off x="1160190" y="5705534"/>
                <a:ext cx="179278" cy="78959"/>
              </a:xfrm>
            </p:spPr>
          </p:sp>
        </mc:Fallback>
      </mc:AlternateContent>
      <mc:AlternateContent xmlns:mc="http://schemas.openxmlformats.org/markup-compatibility/2006" xmlns:p14="http://schemas.microsoft.com/office/powerpoint/2010/main">
        <mc:Choice Requires="p14">
          <p:contentPart p14:bwMode="auto" r:id="rId56">
            <p14:nvContentPartPr>
              <p14:cNvPr id="1049267" name="墨迹 1049266"/>
              <p14:cNvContentPartPr/>
              <p14:nvPr/>
            </p14:nvContentPartPr>
            <p14:xfrm>
              <a:off x="1159345" y="5755506"/>
              <a:ext cx="72751" cy="436816"/>
            </p14:xfrm>
          </p:contentPart>
        </mc:Choice>
        <mc:Fallback xmlns="">
          <p:sp>
            <p:nvSpPr>
              <p:cNvPr id="1049267" name=""/>
              <p:cNvSpPr/>
              <p:nvPr/>
            </p:nvSpPr>
            <p:spPr>
              <a:xfrm>
                <a:off x="1159345" y="5755506"/>
                <a:ext cx="72751" cy="436816"/>
              </a:xfrm>
            </p:spPr>
          </p:sp>
        </mc:Fallback>
      </mc:AlternateContent>
      <mc:AlternateContent xmlns:mc="http://schemas.openxmlformats.org/markup-compatibility/2006" xmlns:p14="http://schemas.microsoft.com/office/powerpoint/2010/main">
        <mc:Choice Requires="p14">
          <p:contentPart p14:bwMode="auto" r:id="rId57">
            <p14:nvContentPartPr>
              <p14:cNvPr id="1049268" name="墨迹 1049267"/>
              <p14:cNvContentPartPr/>
              <p14:nvPr/>
            </p14:nvContentPartPr>
            <p14:xfrm>
              <a:off x="1190614" y="5843518"/>
              <a:ext cx="158844" cy="198556"/>
            </p14:xfrm>
          </p:contentPart>
        </mc:Choice>
        <mc:Fallback xmlns="">
          <p:sp>
            <p:nvSpPr>
              <p:cNvPr id="1049268" name=""/>
              <p:cNvSpPr/>
              <p:nvPr/>
            </p:nvSpPr>
            <p:spPr>
              <a:xfrm>
                <a:off x="1190614" y="5843518"/>
                <a:ext cx="158844" cy="198556"/>
              </a:xfrm>
            </p:spPr>
          </p:sp>
        </mc:Fallback>
      </mc:AlternateContent>
      <mc:AlternateContent xmlns:mc="http://schemas.openxmlformats.org/markup-compatibility/2006" xmlns:p14="http://schemas.microsoft.com/office/powerpoint/2010/main">
        <mc:Choice Requires="p14">
          <p:contentPart p14:bwMode="auto" r:id="rId58">
            <p14:nvContentPartPr>
              <p14:cNvPr id="1049269" name="墨迹 1049268"/>
              <p14:cNvContentPartPr/>
              <p14:nvPr/>
            </p14:nvContentPartPr>
            <p14:xfrm>
              <a:off x="1221884" y="5626301"/>
              <a:ext cx="376898" cy="462553"/>
            </p14:xfrm>
          </p:contentPart>
        </mc:Choice>
        <mc:Fallback xmlns="">
          <p:sp>
            <p:nvSpPr>
              <p:cNvPr id="1049269" name=""/>
              <p:cNvSpPr/>
              <p:nvPr/>
            </p:nvSpPr>
            <p:spPr>
              <a:xfrm>
                <a:off x="1221884" y="5626301"/>
                <a:ext cx="376898" cy="462553"/>
              </a:xfrm>
            </p:spPr>
          </p:sp>
        </mc:Fallback>
      </mc:AlternateContent>
      <mc:AlternateContent xmlns:mc="http://schemas.openxmlformats.org/markup-compatibility/2006" xmlns:p14="http://schemas.microsoft.com/office/powerpoint/2010/main">
        <mc:Choice Requires="p14">
          <p:contentPart p14:bwMode="auto" r:id="rId59">
            <p14:nvContentPartPr>
              <p14:cNvPr id="1049270" name="墨迹 1049269"/>
              <p14:cNvContentPartPr/>
              <p14:nvPr/>
            </p14:nvContentPartPr>
            <p14:xfrm>
              <a:off x="1304705" y="5531882"/>
              <a:ext cx="115348" cy="74785"/>
            </p14:xfrm>
          </p:contentPart>
        </mc:Choice>
        <mc:Fallback xmlns="">
          <p:sp>
            <p:nvSpPr>
              <p:cNvPr id="1049270" name=""/>
              <p:cNvSpPr/>
              <p:nvPr/>
            </p:nvSpPr>
            <p:spPr>
              <a:xfrm>
                <a:off x="1304705" y="5531882"/>
                <a:ext cx="115348" cy="74785"/>
              </a:xfrm>
            </p:spPr>
          </p:sp>
        </mc:Fallback>
      </mc:AlternateContent>
      <mc:AlternateContent xmlns:mc="http://schemas.openxmlformats.org/markup-compatibility/2006" xmlns:p14="http://schemas.microsoft.com/office/powerpoint/2010/main">
        <mc:Choice Requires="p14">
          <p:contentPart p14:bwMode="auto" r:id="rId60">
            <p14:nvContentPartPr>
              <p14:cNvPr id="1049271" name="墨迹 1049270"/>
              <p14:cNvContentPartPr/>
              <p14:nvPr/>
            </p14:nvContentPartPr>
            <p14:xfrm>
              <a:off x="1641063" y="5598142"/>
              <a:ext cx="76468" cy="213467"/>
            </p14:xfrm>
          </p:contentPart>
        </mc:Choice>
        <mc:Fallback xmlns="">
          <p:sp>
            <p:nvSpPr>
              <p:cNvPr id="1049271" name=""/>
              <p:cNvSpPr/>
              <p:nvPr/>
            </p:nvSpPr>
            <p:spPr>
              <a:xfrm>
                <a:off x="1641063" y="5598142"/>
                <a:ext cx="76468" cy="213467"/>
              </a:xfrm>
            </p:spPr>
          </p:sp>
        </mc:Fallback>
      </mc:AlternateContent>
      <mc:AlternateContent xmlns:mc="http://schemas.openxmlformats.org/markup-compatibility/2006" xmlns:p14="http://schemas.microsoft.com/office/powerpoint/2010/main">
        <mc:Choice Requires="p14">
          <p:contentPart p14:bwMode="auto" r:id="rId61">
            <p14:nvContentPartPr>
              <p14:cNvPr id="1049272" name="墨迹 1049271"/>
              <p14:cNvContentPartPr/>
              <p14:nvPr/>
            </p14:nvContentPartPr>
            <p14:xfrm>
              <a:off x="1666417" y="5534745"/>
              <a:ext cx="257987" cy="573422"/>
            </p14:xfrm>
          </p:contentPart>
        </mc:Choice>
        <mc:Fallback xmlns="">
          <p:sp>
            <p:nvSpPr>
              <p:cNvPr id="1049272" name=""/>
              <p:cNvSpPr/>
              <p:nvPr/>
            </p:nvSpPr>
            <p:spPr>
              <a:xfrm>
                <a:off x="1666417" y="5534745"/>
                <a:ext cx="257987" cy="573422"/>
              </a:xfrm>
            </p:spPr>
          </p:sp>
        </mc:Fallback>
      </mc:AlternateContent>
      <mc:AlternateContent xmlns:mc="http://schemas.openxmlformats.org/markup-compatibility/2006" xmlns:p14="http://schemas.microsoft.com/office/powerpoint/2010/main">
        <mc:Choice Requires="p14">
          <p:contentPart p14:bwMode="auto" r:id="rId62">
            <p14:nvContentPartPr>
              <p14:cNvPr id="1049273" name="墨迹 1049272"/>
              <p14:cNvContentPartPr/>
              <p14:nvPr/>
            </p14:nvContentPartPr>
            <p14:xfrm>
              <a:off x="2080939" y="5618847"/>
              <a:ext cx="20714" cy="193779"/>
            </p14:xfrm>
          </p:contentPart>
        </mc:Choice>
        <mc:Fallback xmlns="">
          <p:sp>
            <p:nvSpPr>
              <p:cNvPr id="1049273" name=""/>
              <p:cNvSpPr/>
              <p:nvPr/>
            </p:nvSpPr>
            <p:spPr>
              <a:xfrm>
                <a:off x="2080939" y="5618847"/>
                <a:ext cx="20714" cy="193779"/>
              </a:xfrm>
            </p:spPr>
          </p:sp>
        </mc:Fallback>
      </mc:AlternateContent>
      <mc:AlternateContent xmlns:mc="http://schemas.openxmlformats.org/markup-compatibility/2006" xmlns:p14="http://schemas.microsoft.com/office/powerpoint/2010/main">
        <mc:Choice Requires="p14">
          <p:contentPart p14:bwMode="auto" r:id="rId63">
            <p14:nvContentPartPr>
              <p14:cNvPr id="1049274" name="墨迹 1049273"/>
              <p14:cNvContentPartPr/>
              <p14:nvPr/>
            </p14:nvContentPartPr>
            <p14:xfrm>
              <a:off x="2202161" y="5425036"/>
              <a:ext cx="154496" cy="266981"/>
            </p14:xfrm>
          </p:contentPart>
        </mc:Choice>
        <mc:Fallback xmlns="">
          <p:sp>
            <p:nvSpPr>
              <p:cNvPr id="1049274" name=""/>
              <p:cNvSpPr/>
              <p:nvPr/>
            </p:nvSpPr>
            <p:spPr>
              <a:xfrm>
                <a:off x="2202161" y="5425036"/>
                <a:ext cx="154496" cy="266981"/>
              </a:xfrm>
            </p:spPr>
          </p:sp>
        </mc:Fallback>
      </mc:AlternateContent>
      <mc:AlternateContent xmlns:mc="http://schemas.openxmlformats.org/markup-compatibility/2006" xmlns:p14="http://schemas.microsoft.com/office/powerpoint/2010/main">
        <mc:Choice Requires="p14">
          <p:contentPart p14:bwMode="auto" r:id="rId64">
            <p14:nvContentPartPr>
              <p14:cNvPr id="1049275" name="墨迹 1049274"/>
              <p14:cNvContentPartPr/>
              <p14:nvPr/>
            </p14:nvContentPartPr>
            <p14:xfrm>
              <a:off x="2463370" y="5265192"/>
              <a:ext cx="130142" cy="365926"/>
            </p14:xfrm>
          </p:contentPart>
        </mc:Choice>
        <mc:Fallback xmlns="">
          <p:sp>
            <p:nvSpPr>
              <p:cNvPr id="1049275" name=""/>
              <p:cNvSpPr/>
              <p:nvPr/>
            </p:nvSpPr>
            <p:spPr>
              <a:xfrm>
                <a:off x="2463370" y="5265192"/>
                <a:ext cx="130142" cy="365926"/>
              </a:xfrm>
            </p:spPr>
          </p:sp>
        </mc:Fallback>
      </mc:AlternateContent>
      <mc:AlternateContent xmlns:mc="http://schemas.openxmlformats.org/markup-compatibility/2006" xmlns:p14="http://schemas.microsoft.com/office/powerpoint/2010/main">
        <mc:Choice Requires="p14">
          <p:contentPart p14:bwMode="auto" r:id="rId65">
            <p14:nvContentPartPr>
              <p14:cNvPr id="1049276" name="墨迹 1049275"/>
              <p14:cNvContentPartPr/>
              <p14:nvPr/>
            </p14:nvContentPartPr>
            <p14:xfrm>
              <a:off x="2545341" y="5434151"/>
              <a:ext cx="54588" cy="352642"/>
            </p14:xfrm>
          </p:contentPart>
        </mc:Choice>
        <mc:Fallback xmlns="">
          <p:sp>
            <p:nvSpPr>
              <p:cNvPr id="1049276" name=""/>
              <p:cNvSpPr/>
              <p:nvPr/>
            </p:nvSpPr>
            <p:spPr>
              <a:xfrm>
                <a:off x="2545341" y="5434151"/>
                <a:ext cx="54588" cy="352642"/>
              </a:xfrm>
            </p:spPr>
          </p:sp>
        </mc:Fallback>
      </mc:AlternateContent>
      <mc:AlternateContent xmlns:mc="http://schemas.openxmlformats.org/markup-compatibility/2006" xmlns:p14="http://schemas.microsoft.com/office/powerpoint/2010/main">
        <mc:Choice Requires="p14">
          <p:contentPart p14:bwMode="auto" r:id="rId66">
            <p14:nvContentPartPr>
              <p14:cNvPr id="1049277" name="墨迹 1049276"/>
              <p14:cNvContentPartPr/>
              <p14:nvPr/>
            </p14:nvContentPartPr>
            <p14:xfrm>
              <a:off x="2636822" y="5266020"/>
              <a:ext cx="1481" cy="55335"/>
            </p14:xfrm>
          </p:contentPart>
        </mc:Choice>
        <mc:Fallback xmlns="">
          <p:sp>
            <p:nvSpPr>
              <p:cNvPr id="1049277" name=""/>
              <p:cNvSpPr/>
              <p:nvPr/>
            </p:nvSpPr>
            <p:spPr>
              <a:xfrm>
                <a:off x="2636822" y="5266020"/>
                <a:ext cx="1481" cy="55335"/>
              </a:xfrm>
            </p:spPr>
          </p:sp>
        </mc:Fallback>
      </mc:AlternateContent>
      <mc:AlternateContent xmlns:mc="http://schemas.openxmlformats.org/markup-compatibility/2006" xmlns:p14="http://schemas.microsoft.com/office/powerpoint/2010/main">
        <mc:Choice Requires="p14">
          <p:contentPart p14:bwMode="auto" r:id="rId67">
            <p14:nvContentPartPr>
              <p14:cNvPr id="1049278" name="墨迹 1049277"/>
              <p14:cNvContentPartPr/>
              <p14:nvPr/>
            </p14:nvContentPartPr>
            <p14:xfrm>
              <a:off x="2633859" y="5297736"/>
              <a:ext cx="116804" cy="496327"/>
            </p14:xfrm>
          </p:contentPart>
        </mc:Choice>
        <mc:Fallback xmlns="">
          <p:sp>
            <p:nvSpPr>
              <p:cNvPr id="1049278" name=""/>
              <p:cNvSpPr/>
              <p:nvPr/>
            </p:nvSpPr>
            <p:spPr>
              <a:xfrm>
                <a:off x="2633859" y="5297736"/>
                <a:ext cx="116804" cy="496327"/>
              </a:xfrm>
            </p:spPr>
          </p:sp>
        </mc:Fallback>
      </mc:AlternateContent>
      <mc:AlternateContent xmlns:mc="http://schemas.openxmlformats.org/markup-compatibility/2006" xmlns:p14="http://schemas.microsoft.com/office/powerpoint/2010/main">
        <mc:Choice Requires="p14">
          <p:contentPart p14:bwMode="auto" r:id="rId68">
            <p14:nvContentPartPr>
              <p14:cNvPr id="1049279" name="墨迹 1049278"/>
              <p14:cNvContentPartPr/>
              <p14:nvPr/>
            </p14:nvContentPartPr>
            <p14:xfrm>
              <a:off x="2664503" y="5378544"/>
              <a:ext cx="325123" cy="324574"/>
            </p14:xfrm>
          </p:contentPart>
        </mc:Choice>
        <mc:Fallback xmlns="">
          <p:sp>
            <p:nvSpPr>
              <p:cNvPr id="1049279" name=""/>
              <p:cNvSpPr/>
              <p:nvPr/>
            </p:nvSpPr>
            <p:spPr>
              <a:xfrm>
                <a:off x="2664503" y="5378544"/>
                <a:ext cx="325123" cy="324574"/>
              </a:xfrm>
            </p:spPr>
          </p:sp>
        </mc:Fallback>
      </mc:AlternateContent>
      <mc:AlternateContent xmlns:mc="http://schemas.openxmlformats.org/markup-compatibility/2006" xmlns:p14="http://schemas.microsoft.com/office/powerpoint/2010/main">
        <mc:Choice Requires="p14">
          <p:contentPart p14:bwMode="auto" r:id="rId69">
            <p14:nvContentPartPr>
              <p14:cNvPr id="1049280" name="墨迹 1049279"/>
              <p14:cNvContentPartPr/>
              <p14:nvPr/>
            </p14:nvContentPartPr>
            <p14:xfrm>
              <a:off x="2708449" y="5492330"/>
              <a:ext cx="227330" cy="129002"/>
            </p14:xfrm>
          </p:contentPart>
        </mc:Choice>
        <mc:Fallback xmlns="">
          <p:sp>
            <p:nvSpPr>
              <p:cNvPr id="1049280" name=""/>
              <p:cNvSpPr/>
              <p:nvPr/>
            </p:nvSpPr>
            <p:spPr>
              <a:xfrm>
                <a:off x="2708449" y="5492330"/>
                <a:ext cx="227330" cy="129002"/>
              </a:xfrm>
            </p:spPr>
          </p:sp>
        </mc:Fallback>
      </mc:AlternateContent>
      <mc:AlternateContent xmlns:mc="http://schemas.openxmlformats.org/markup-compatibility/2006" xmlns:p14="http://schemas.microsoft.com/office/powerpoint/2010/main">
        <mc:Choice Requires="p14">
          <p:contentPart p14:bwMode="auto" r:id="rId70">
            <p14:nvContentPartPr>
              <p14:cNvPr id="1049281" name="墨迹 1049280"/>
              <p14:cNvContentPartPr/>
              <p14:nvPr/>
            </p14:nvContentPartPr>
            <p14:xfrm>
              <a:off x="2758311" y="5456514"/>
              <a:ext cx="180763" cy="288306"/>
            </p14:xfrm>
          </p:contentPart>
        </mc:Choice>
        <mc:Fallback xmlns="">
          <p:sp>
            <p:nvSpPr>
              <p:cNvPr id="1049281" name=""/>
              <p:cNvSpPr/>
              <p:nvPr/>
            </p:nvSpPr>
            <p:spPr>
              <a:xfrm>
                <a:off x="2758311" y="5456514"/>
                <a:ext cx="180763" cy="288306"/>
              </a:xfrm>
            </p:spPr>
          </p:sp>
        </mc:Fallback>
      </mc:AlternateContent>
      <mc:AlternateContent xmlns:mc="http://schemas.openxmlformats.org/markup-compatibility/2006" xmlns:p14="http://schemas.microsoft.com/office/powerpoint/2010/main">
        <mc:Choice Requires="p14">
          <p:contentPart p14:bwMode="auto" r:id="rId71">
            <p14:nvContentPartPr>
              <p14:cNvPr id="1049282" name="墨迹 1049281"/>
              <p14:cNvContentPartPr/>
              <p14:nvPr/>
            </p14:nvContentPartPr>
            <p14:xfrm>
              <a:off x="3048363" y="5125221"/>
              <a:ext cx="173918" cy="235266"/>
            </p14:xfrm>
          </p:contentPart>
        </mc:Choice>
        <mc:Fallback xmlns="">
          <p:sp>
            <p:nvSpPr>
              <p:cNvPr id="1049282" name=""/>
              <p:cNvSpPr/>
              <p:nvPr/>
            </p:nvSpPr>
            <p:spPr>
              <a:xfrm>
                <a:off x="3048363" y="5125221"/>
                <a:ext cx="173918" cy="235266"/>
              </a:xfrm>
            </p:spPr>
          </p:sp>
        </mc:Fallback>
      </mc:AlternateContent>
      <mc:AlternateContent xmlns:mc="http://schemas.openxmlformats.org/markup-compatibility/2006" xmlns:p14="http://schemas.microsoft.com/office/powerpoint/2010/main">
        <mc:Choice Requires="p14">
          <p:contentPart p14:bwMode="auto" r:id="rId72">
            <p14:nvContentPartPr>
              <p14:cNvPr id="1049283" name="墨迹 1049282"/>
              <p14:cNvContentPartPr/>
              <p14:nvPr/>
            </p14:nvContentPartPr>
            <p14:xfrm>
              <a:off x="2989028" y="5286903"/>
              <a:ext cx="254328" cy="190316"/>
            </p14:xfrm>
          </p:contentPart>
        </mc:Choice>
        <mc:Fallback xmlns="">
          <p:sp>
            <p:nvSpPr>
              <p:cNvPr id="1049283" name=""/>
              <p:cNvSpPr/>
              <p:nvPr/>
            </p:nvSpPr>
            <p:spPr>
              <a:xfrm>
                <a:off x="2989028" y="5286903"/>
                <a:ext cx="254328" cy="190316"/>
              </a:xfrm>
            </p:spPr>
          </p:sp>
        </mc:Fallback>
      </mc:AlternateContent>
      <mc:AlternateContent xmlns:mc="http://schemas.openxmlformats.org/markup-compatibility/2006" xmlns:p14="http://schemas.microsoft.com/office/powerpoint/2010/main">
        <mc:Choice Requires="p14">
          <p:contentPart p14:bwMode="auto" r:id="rId73">
            <p14:nvContentPartPr>
              <p14:cNvPr id="1049284" name="墨迹 1049283"/>
              <p14:cNvContentPartPr/>
              <p14:nvPr/>
            </p14:nvContentPartPr>
            <p14:xfrm>
              <a:off x="3161433" y="5324825"/>
              <a:ext cx="75076" cy="331081"/>
            </p14:xfrm>
          </p:contentPart>
        </mc:Choice>
        <mc:Fallback xmlns="">
          <p:sp>
            <p:nvSpPr>
              <p:cNvPr id="1049284" name=""/>
              <p:cNvSpPr/>
              <p:nvPr/>
            </p:nvSpPr>
            <p:spPr>
              <a:xfrm>
                <a:off x="3161433" y="5324825"/>
                <a:ext cx="75076" cy="331081"/>
              </a:xfrm>
            </p:spPr>
          </p:sp>
        </mc:Fallback>
      </mc:AlternateContent>
      <mc:AlternateContent xmlns:mc="http://schemas.openxmlformats.org/markup-compatibility/2006" xmlns:p14="http://schemas.microsoft.com/office/powerpoint/2010/main">
        <mc:Choice Requires="p14">
          <p:contentPart p14:bwMode="auto" r:id="rId74">
            <p14:nvContentPartPr>
              <p14:cNvPr id="1049285" name="墨迹 1049284"/>
              <p14:cNvContentPartPr/>
              <p14:nvPr/>
            </p14:nvContentPartPr>
            <p14:xfrm>
              <a:off x="3070515" y="5413446"/>
              <a:ext cx="101904" cy="179453"/>
            </p14:xfrm>
          </p:contentPart>
        </mc:Choice>
        <mc:Fallback xmlns="">
          <p:sp>
            <p:nvSpPr>
              <p:cNvPr id="1049285" name=""/>
              <p:cNvSpPr/>
              <p:nvPr/>
            </p:nvSpPr>
            <p:spPr>
              <a:xfrm>
                <a:off x="3070515" y="5413446"/>
                <a:ext cx="101904" cy="179453"/>
              </a:xfrm>
            </p:spPr>
          </p:sp>
        </mc:Fallback>
      </mc:AlternateContent>
      <mc:AlternateContent xmlns:mc="http://schemas.openxmlformats.org/markup-compatibility/2006" xmlns:p14="http://schemas.microsoft.com/office/powerpoint/2010/main">
        <mc:Choice Requires="p14">
          <p:contentPart p14:bwMode="auto" r:id="rId75">
            <p14:nvContentPartPr>
              <p14:cNvPr id="1049286" name="墨迹 1049285"/>
              <p14:cNvContentPartPr/>
              <p14:nvPr/>
            </p14:nvContentPartPr>
            <p14:xfrm>
              <a:off x="3178335" y="5396053"/>
              <a:ext cx="64694" cy="85195"/>
            </p14:xfrm>
          </p:contentPart>
        </mc:Choice>
        <mc:Fallback xmlns="">
          <p:sp>
            <p:nvSpPr>
              <p:cNvPr id="1049286" name=""/>
              <p:cNvSpPr/>
              <p:nvPr/>
            </p:nvSpPr>
            <p:spPr>
              <a:xfrm>
                <a:off x="3178335" y="5396053"/>
                <a:ext cx="64694" cy="85195"/>
              </a:xfrm>
            </p:spPr>
          </p:sp>
        </mc:Fallback>
      </mc:AlternateContent>
      <mc:AlternateContent xmlns:mc="http://schemas.openxmlformats.org/markup-compatibility/2006" xmlns:p14="http://schemas.microsoft.com/office/powerpoint/2010/main">
        <mc:Choice Requires="p14">
          <p:contentPart p14:bwMode="auto" r:id="rId76">
            <p14:nvContentPartPr>
              <p14:cNvPr id="1049287" name="墨迹 1049286"/>
              <p14:cNvContentPartPr/>
              <p14:nvPr/>
            </p14:nvContentPartPr>
            <p14:xfrm>
              <a:off x="3214243" y="5056477"/>
              <a:ext cx="157311" cy="401084"/>
            </p14:xfrm>
          </p:contentPart>
        </mc:Choice>
        <mc:Fallback xmlns="">
          <p:sp>
            <p:nvSpPr>
              <p:cNvPr id="1049287" name=""/>
              <p:cNvSpPr/>
              <p:nvPr/>
            </p:nvSpPr>
            <p:spPr>
              <a:xfrm>
                <a:off x="3214243" y="5056477"/>
                <a:ext cx="157311" cy="401084"/>
              </a:xfrm>
            </p:spPr>
          </p:sp>
        </mc:Fallback>
      </mc:AlternateContent>
      <mc:AlternateContent xmlns:mc="http://schemas.openxmlformats.org/markup-compatibility/2006" xmlns:p14="http://schemas.microsoft.com/office/powerpoint/2010/main">
        <mc:Choice Requires="p14">
          <p:contentPart p14:bwMode="auto" r:id="rId77">
            <p14:nvContentPartPr>
              <p14:cNvPr id="1049288" name="墨迹 1049287"/>
              <p14:cNvContentPartPr/>
              <p14:nvPr/>
            </p14:nvContentPartPr>
            <p14:xfrm>
              <a:off x="3301301" y="5258566"/>
              <a:ext cx="149991" cy="309969"/>
            </p14:xfrm>
          </p:contentPart>
        </mc:Choice>
        <mc:Fallback xmlns="">
          <p:sp>
            <p:nvSpPr>
              <p:cNvPr id="1049288" name=""/>
              <p:cNvSpPr/>
              <p:nvPr/>
            </p:nvSpPr>
            <p:spPr>
              <a:xfrm>
                <a:off x="3301301" y="5258566"/>
                <a:ext cx="149991" cy="309969"/>
              </a:xfrm>
            </p:spPr>
          </p:sp>
        </mc:Fallback>
      </mc:AlternateContent>
      <mc:AlternateContent xmlns:mc="http://schemas.openxmlformats.org/markup-compatibility/2006" xmlns:p14="http://schemas.microsoft.com/office/powerpoint/2010/main">
        <mc:Choice Requires="p14">
          <p:contentPart p14:bwMode="auto" r:id="rId78">
            <p14:nvContentPartPr>
              <p14:cNvPr id="1049289" name="墨迹 1049288"/>
              <p14:cNvContentPartPr/>
              <p14:nvPr/>
            </p14:nvContentPartPr>
            <p14:xfrm>
              <a:off x="3610191" y="5578264"/>
              <a:ext cx="0" cy="0"/>
            </p14:xfrm>
          </p:contentPart>
        </mc:Choice>
        <mc:Fallback xmlns="">
          <p:sp>
            <p:nvSpPr>
              <p:cNvPr id="1049289" name=""/>
              <p:cNvSpPr/>
              <p:nvPr/>
            </p:nvSpPr>
            <p:spPr>
              <a:xfrm>
                <a:off x="3610191" y="5578264"/>
                <a:ext cx="0" cy="0"/>
              </a:xfrm>
            </p:spPr>
          </p:sp>
        </mc:Fallback>
      </mc:AlternateContent>
      <mc:AlternateContent xmlns:mc="http://schemas.openxmlformats.org/markup-compatibility/2006" xmlns:p14="http://schemas.microsoft.com/office/powerpoint/2010/main">
        <mc:Choice Requires="p14">
          <p:contentPart p14:bwMode="auto" r:id="rId79">
            <p14:nvContentPartPr>
              <p14:cNvPr id="1049290" name="墨迹 1049289"/>
              <p14:cNvContentPartPr/>
              <p14:nvPr/>
            </p14:nvContentPartPr>
            <p14:xfrm>
              <a:off x="1973670" y="1502865"/>
              <a:ext cx="2820543" cy="185189"/>
            </p14:xfrm>
          </p:contentPart>
        </mc:Choice>
        <mc:Fallback xmlns="">
          <p:sp>
            <p:nvSpPr>
              <p:cNvPr id="1049290" name=""/>
              <p:cNvSpPr/>
              <p:nvPr/>
            </p:nvSpPr>
            <p:spPr>
              <a:xfrm>
                <a:off x="1973670" y="1502865"/>
                <a:ext cx="2820543" cy="185189"/>
              </a:xfrm>
            </p:spPr>
          </p:sp>
        </mc:Fallback>
      </mc:AlternateContent>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291" name="TextBox 11"/>
          <p:cNvSpPr txBox="1"/>
          <p:nvPr/>
        </p:nvSpPr>
        <p:spPr>
          <a:xfrm>
            <a:off x="1014578" y="1212811"/>
            <a:ext cx="9980347" cy="400110"/>
          </a:xfrm>
          <a:prstGeom prst="rect">
            <a:avLst/>
          </a:prstGeom>
          <a:noFill/>
          <a:ln w="9525">
            <a:noFill/>
          </a:ln>
        </p:spPr>
        <p:txBody>
          <a:bodyPr wrap="square" anchor="t">
            <a:spAutoFit/>
          </a:bodyPr>
          <a:lstStyle/>
          <a:p>
            <a:pPr marL="342900" indent="-342900">
              <a:buFont typeface="Wingdings" panose="05000000000000000000" pitchFamily="2" charset="2"/>
              <a:buChar char="Ø"/>
            </a:pPr>
            <a:r>
              <a:rPr lang="zh-CN" altLang="en-US" sz="2000" b="1" dirty="0">
                <a:solidFill>
                  <a:srgbClr val="004C54"/>
                </a:solidFill>
                <a:latin typeface="微软雅黑" panose="020B0503020204020204" pitchFamily="34" charset="-122"/>
                <a:ea typeface="微软雅黑" panose="020B0503020204020204" pitchFamily="34" charset="-122"/>
              </a:rPr>
              <a:t>二阶微分（</a:t>
            </a:r>
            <a:r>
              <a:rPr lang="en-US" altLang="zh-CN" sz="2000" b="1" dirty="0">
                <a:solidFill>
                  <a:srgbClr val="004C54"/>
                </a:solidFill>
                <a:latin typeface="微软雅黑" panose="020B0503020204020204" pitchFamily="34" charset="-122"/>
                <a:ea typeface="微软雅黑" panose="020B0503020204020204" pitchFamily="34" charset="-122"/>
              </a:rPr>
              <a:t>Laplacian</a:t>
            </a:r>
            <a:r>
              <a:rPr lang="zh-CN" altLang="en-US" sz="2000" b="1" dirty="0">
                <a:solidFill>
                  <a:srgbClr val="004C54"/>
                </a:solidFill>
                <a:latin typeface="微软雅黑" panose="020B0503020204020204" pitchFamily="34" charset="-122"/>
                <a:ea typeface="微软雅黑" panose="020B0503020204020204" pitchFamily="34" charset="-122"/>
              </a:rPr>
              <a:t>算子）</a:t>
            </a:r>
            <a:endParaRPr lang="en-US" altLang="zh-CN" sz="2000" b="1" dirty="0">
              <a:solidFill>
                <a:srgbClr val="004C54"/>
              </a:solidFill>
              <a:latin typeface="微软雅黑" panose="020B0503020204020204" pitchFamily="34" charset="-122"/>
              <a:ea typeface="微软雅黑" panose="020B0503020204020204" pitchFamily="34" charset="-122"/>
            </a:endParaRPr>
          </a:p>
        </p:txBody>
      </p:sp>
      <p:sp>
        <p:nvSpPr>
          <p:cNvPr id="1049292" name="Rectangle 5"/>
          <p:cNvSpPr/>
          <p:nvPr/>
        </p:nvSpPr>
        <p:spPr>
          <a:xfrm>
            <a:off x="1441829" y="1778511"/>
            <a:ext cx="10081120" cy="2682240"/>
          </a:xfrm>
          <a:prstGeom prst="rect">
            <a:avLst/>
          </a:prstGeom>
        </p:spPr>
        <p:txBody>
          <a:bodyPr wrap="square">
            <a:spAutoFit/>
          </a:bodyPr>
          <a:lstStyle/>
          <a:p>
            <a:pPr marL="342900" indent="-342900">
              <a:spcAft>
                <a:spcPts val="600"/>
              </a:spcAft>
              <a:buFont typeface="Arial" panose="020B0604020202020204" pitchFamily="34" charset="0"/>
              <a:buChar char="•"/>
            </a:pPr>
            <a:r>
              <a:rPr lang="zh-CN" altLang="en-US" sz="2000" dirty="0">
                <a:solidFill>
                  <a:srgbClr val="004C54"/>
                </a:solidFill>
                <a:highlight>
                  <a:srgbClr val="FFFF00"/>
                </a:highlight>
                <a:latin typeface="微软雅黑" panose="020B0503020204020204" pitchFamily="34" charset="-122"/>
                <a:ea typeface="微软雅黑" panose="020B0503020204020204" pitchFamily="34" charset="-122"/>
              </a:rPr>
              <a:t>优点：</a:t>
            </a:r>
            <a:endParaRPr lang="en-US" altLang="zh-CN" sz="2000" dirty="0">
              <a:solidFill>
                <a:srgbClr val="004C54"/>
              </a:solidFill>
              <a:highlight>
                <a:srgbClr val="FFFF00"/>
              </a:highlight>
              <a:latin typeface="微软雅黑" panose="020B0503020204020204" pitchFamily="34" charset="-122"/>
              <a:ea typeface="微软雅黑" panose="020B0503020204020204" pitchFamily="34" charset="-122"/>
            </a:endParaRPr>
          </a:p>
          <a:p>
            <a:pPr marL="800100" lvl="1" indent="-342900">
              <a:spcAft>
                <a:spcPts val="600"/>
              </a:spcAft>
              <a:buFont typeface="Wingdings" panose="05000000000000000000" pitchFamily="2" charset="2"/>
              <a:buChar char="§"/>
            </a:pPr>
            <a:r>
              <a:rPr lang="zh-CN" altLang="en-US" sz="2000" dirty="0">
                <a:solidFill>
                  <a:srgbClr val="004C54"/>
                </a:solidFill>
                <a:latin typeface="微软雅黑" panose="020B0503020204020204" pitchFamily="34" charset="-122"/>
                <a:ea typeface="微软雅黑" panose="020B0503020204020204" pitchFamily="34" charset="-122"/>
              </a:rPr>
              <a:t>各向同性、线性和位移不变的；</a:t>
            </a:r>
          </a:p>
          <a:p>
            <a:pPr marL="800100" lvl="1" indent="-342900">
              <a:spcAft>
                <a:spcPts val="600"/>
              </a:spcAft>
              <a:buFont typeface="Wingdings" panose="05000000000000000000" pitchFamily="2" charset="2"/>
              <a:buChar char="§"/>
            </a:pPr>
            <a:r>
              <a:rPr lang="zh-CN" altLang="en-US" sz="2000" dirty="0">
                <a:solidFill>
                  <a:srgbClr val="004C54"/>
                </a:solidFill>
                <a:latin typeface="微软雅黑" panose="020B0503020204020204" pitchFamily="34" charset="-122"/>
                <a:ea typeface="微软雅黑" panose="020B0503020204020204" pitchFamily="34" charset="-122"/>
              </a:rPr>
              <a:t>对细线和孤立点检测效果较好。</a:t>
            </a:r>
            <a:endParaRPr lang="en-US" altLang="zh-CN" sz="2000" dirty="0">
              <a:solidFill>
                <a:srgbClr val="004C54"/>
              </a:solidFill>
              <a:latin typeface="微软雅黑" panose="020B0503020204020204" pitchFamily="34" charset="-122"/>
              <a:ea typeface="微软雅黑" panose="020B0503020204020204" pitchFamily="34" charset="-122"/>
            </a:endParaRPr>
          </a:p>
          <a:p>
            <a:pPr marL="342900" indent="-342900">
              <a:spcAft>
                <a:spcPts val="600"/>
              </a:spcAft>
              <a:buFont typeface="Arial" panose="020B0604020202020204" pitchFamily="34" charset="0"/>
              <a:buChar char="•"/>
            </a:pPr>
            <a:r>
              <a:rPr lang="zh-CN" altLang="en-US" sz="2000" dirty="0">
                <a:solidFill>
                  <a:srgbClr val="004C54"/>
                </a:solidFill>
                <a:highlight>
                  <a:srgbClr val="FFFF00"/>
                </a:highlight>
                <a:latin typeface="微软雅黑" panose="020B0503020204020204" pitchFamily="34" charset="-122"/>
                <a:ea typeface="微软雅黑" panose="020B0503020204020204" pitchFamily="34" charset="-122"/>
              </a:rPr>
              <a:t>缺点：</a:t>
            </a:r>
            <a:endParaRPr lang="en-US" altLang="zh-CN" sz="2000" dirty="0">
              <a:solidFill>
                <a:srgbClr val="004C54"/>
              </a:solidFill>
              <a:highlight>
                <a:srgbClr val="FFFF00"/>
              </a:highlight>
              <a:latin typeface="微软雅黑" panose="020B0503020204020204" pitchFamily="34" charset="-122"/>
              <a:ea typeface="微软雅黑" panose="020B0503020204020204" pitchFamily="34" charset="-122"/>
            </a:endParaRPr>
          </a:p>
          <a:p>
            <a:pPr marL="800100" lvl="1" indent="-342900">
              <a:spcAft>
                <a:spcPts val="600"/>
              </a:spcAft>
              <a:buFont typeface="Wingdings" panose="05000000000000000000" pitchFamily="2" charset="2"/>
              <a:buChar char="§"/>
            </a:pPr>
            <a:r>
              <a:rPr lang="zh-CN" altLang="en-US" sz="2000" dirty="0">
                <a:solidFill>
                  <a:srgbClr val="004C54"/>
                </a:solidFill>
                <a:latin typeface="微软雅黑" panose="020B0503020204020204" pitchFamily="34" charset="-122"/>
                <a:ea typeface="微软雅黑" panose="020B0503020204020204" pitchFamily="34" charset="-122"/>
              </a:rPr>
              <a:t>对噪音的敏感，对噪声有双倍加强作用；</a:t>
            </a:r>
          </a:p>
          <a:p>
            <a:pPr marL="800100" lvl="1" indent="-342900">
              <a:spcAft>
                <a:spcPts val="600"/>
              </a:spcAft>
              <a:buFont typeface="Wingdings" panose="05000000000000000000" pitchFamily="2" charset="2"/>
              <a:buChar char="§"/>
            </a:pPr>
            <a:r>
              <a:rPr lang="zh-CN" altLang="en-US" sz="2000" dirty="0">
                <a:solidFill>
                  <a:srgbClr val="004C54"/>
                </a:solidFill>
                <a:latin typeface="微软雅黑" panose="020B0503020204020204" pitchFamily="34" charset="-122"/>
                <a:ea typeface="微软雅黑" panose="020B0503020204020204" pitchFamily="34" charset="-122"/>
              </a:rPr>
              <a:t>不能检测出边的方向；</a:t>
            </a:r>
          </a:p>
          <a:p>
            <a:pPr marL="800100" lvl="1" indent="-342900">
              <a:spcAft>
                <a:spcPts val="600"/>
              </a:spcAft>
              <a:buFont typeface="Wingdings" panose="05000000000000000000" pitchFamily="2" charset="2"/>
              <a:buChar char="§"/>
            </a:pPr>
            <a:r>
              <a:rPr lang="zh-CN" altLang="en-US" sz="2000" dirty="0">
                <a:solidFill>
                  <a:srgbClr val="004C54"/>
                </a:solidFill>
                <a:latin typeface="微软雅黑" panose="020B0503020204020204" pitchFamily="34" charset="-122"/>
                <a:ea typeface="微软雅黑" panose="020B0503020204020204" pitchFamily="34" charset="-122"/>
              </a:rPr>
              <a:t>常产生双像素的边缘。</a:t>
            </a:r>
            <a:endParaRPr lang="en-US" sz="2000" dirty="0">
              <a:solidFill>
                <a:srgbClr val="004C54"/>
              </a:solidFill>
              <a:latin typeface="微软雅黑" panose="020B0503020204020204" pitchFamily="34" charset="-122"/>
              <a:ea typeface="微软雅黑" panose="020B0503020204020204" pitchFamily="34" charset="-122"/>
            </a:endParaRPr>
          </a:p>
        </p:txBody>
      </p:sp>
      <p:sp>
        <p:nvSpPr>
          <p:cNvPr id="1049293" name="Rectangle 6"/>
          <p:cNvSpPr/>
          <p:nvPr/>
        </p:nvSpPr>
        <p:spPr>
          <a:xfrm>
            <a:off x="1008421" y="5100782"/>
            <a:ext cx="11182186" cy="400110"/>
          </a:xfrm>
          <a:prstGeom prst="rect">
            <a:avLst/>
          </a:prstGeom>
        </p:spPr>
        <p:txBody>
          <a:bodyPr wrap="square">
            <a:spAutoFit/>
          </a:bodyPr>
          <a:lstStyle/>
          <a:p>
            <a:r>
              <a:rPr lang="en-US" sz="2000" dirty="0" err="1">
                <a:solidFill>
                  <a:srgbClr val="004C54"/>
                </a:solidFill>
                <a:latin typeface="微软雅黑" panose="020B0503020204020204" pitchFamily="34" charset="-122"/>
                <a:ea typeface="微软雅黑" panose="020B0503020204020204" pitchFamily="34" charset="-122"/>
              </a:rPr>
              <a:t>由于梯度算子和Laplace算子都对噪声敏感，因此一般在用它们检测边缘前要先对图像进行平滑</a:t>
            </a:r>
            <a:r>
              <a:rPr lang="en-US" sz="2000" dirty="0">
                <a:solidFill>
                  <a:srgbClr val="004C54"/>
                </a:solidFill>
                <a:latin typeface="微软雅黑" panose="020B0503020204020204" pitchFamily="34" charset="-122"/>
                <a:ea typeface="微软雅黑" panose="020B0503020204020204" pitchFamily="34" charset="-122"/>
              </a:rPr>
              <a:t>。</a:t>
            </a:r>
          </a:p>
        </p:txBody>
      </p:sp>
      <p:sp>
        <p:nvSpPr>
          <p:cNvPr id="1049294" name="TextBox 27"/>
          <p:cNvSpPr txBox="1"/>
          <p:nvPr/>
        </p:nvSpPr>
        <p:spPr>
          <a:xfrm>
            <a:off x="1012825" y="176213"/>
            <a:ext cx="2621280" cy="574040"/>
          </a:xfrm>
          <a:prstGeom prst="rect">
            <a:avLst/>
          </a:prstGeom>
          <a:noFill/>
          <a:ln w="9525">
            <a:noFill/>
          </a:ln>
        </p:spPr>
        <p:txBody>
          <a:bodyPr wrap="none" anchor="t">
            <a:spAutoFit/>
          </a:bodyPr>
          <a:lstStyle/>
          <a:p>
            <a:r>
              <a:rPr lang="zh-CN" altLang="en-US" sz="3200" dirty="0">
                <a:solidFill>
                  <a:srgbClr val="004C54"/>
                </a:solidFill>
                <a:latin typeface="黑体" panose="02010609060101010101" pitchFamily="49" charset="-122"/>
                <a:ea typeface="黑体" panose="02010609060101010101" pitchFamily="49" charset="-122"/>
              </a:rPr>
              <a:t>三、边缘检测</a:t>
            </a:r>
            <a:endParaRPr lang="en-US" altLang="zh-CN" sz="3200" dirty="0">
              <a:solidFill>
                <a:srgbClr val="004C54"/>
              </a:solidFill>
              <a:latin typeface="黑体" panose="02010609060101010101" pitchFamily="49" charset="-122"/>
              <a:ea typeface="黑体" panose="02010609060101010101" pitchFamily="49" charset="-122"/>
            </a:endParaRPr>
          </a:p>
        </p:txBody>
      </p:sp>
      <p:sp>
        <p:nvSpPr>
          <p:cNvPr id="1049295"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a:p>
        </p:txBody>
      </p:sp>
      <mc:AlternateContent xmlns:mc="http://schemas.openxmlformats.org/markup-compatibility/2006" xmlns:p14="http://schemas.microsoft.com/office/powerpoint/2010/main">
        <mc:Choice Requires="p14">
          <p:contentPart p14:bwMode="auto" r:id="rId2">
            <p14:nvContentPartPr>
              <p14:cNvPr id="1049296" name="墨迹 1049295"/>
              <p14:cNvContentPartPr/>
              <p14:nvPr/>
            </p14:nvContentPartPr>
            <p14:xfrm>
              <a:off x="4027838" y="5322830"/>
              <a:ext cx="2071129" cy="185633"/>
            </p14:xfrm>
          </p:contentPart>
        </mc:Choice>
        <mc:Fallback xmlns="">
          <p:sp>
            <p:nvSpPr>
              <p:cNvPr id="1049296" name=""/>
              <p:cNvSpPr/>
              <p:nvPr/>
            </p:nvSpPr>
            <p:spPr>
              <a:xfrm>
                <a:off x="4027838" y="5322830"/>
                <a:ext cx="2071129" cy="185633"/>
              </a:xfrm>
            </p:spPr>
          </p:sp>
        </mc:Fallback>
      </mc:AlternateContent>
      <mc:AlternateContent xmlns:mc="http://schemas.openxmlformats.org/markup-compatibility/2006" xmlns:p14="http://schemas.microsoft.com/office/powerpoint/2010/main">
        <mc:Choice Requires="p14">
          <p:contentPart p14:bwMode="auto" r:id="rId3">
            <p14:nvContentPartPr>
              <p14:cNvPr id="1049297" name="墨迹 1049296"/>
              <p14:cNvContentPartPr/>
              <p14:nvPr/>
            </p14:nvContentPartPr>
            <p14:xfrm>
              <a:off x="5937275" y="2770746"/>
              <a:ext cx="286292" cy="273439"/>
            </p14:xfrm>
          </p:contentPart>
        </mc:Choice>
        <mc:Fallback xmlns="">
          <p:sp>
            <p:nvSpPr>
              <p:cNvPr id="1049297" name=""/>
              <p:cNvSpPr/>
              <p:nvPr/>
            </p:nvSpPr>
            <p:spPr>
              <a:xfrm>
                <a:off x="5937275" y="2770746"/>
                <a:ext cx="286292" cy="273439"/>
              </a:xfrm>
            </p:spPr>
          </p:sp>
        </mc:Fallback>
      </mc:AlternateContent>
      <mc:AlternateContent xmlns:mc="http://schemas.openxmlformats.org/markup-compatibility/2006" xmlns:p14="http://schemas.microsoft.com/office/powerpoint/2010/main">
        <mc:Choice Requires="p14">
          <p:contentPart p14:bwMode="auto" r:id="rId4">
            <p14:nvContentPartPr>
              <p14:cNvPr id="1049298" name="墨迹 1049297"/>
              <p14:cNvContentPartPr/>
              <p14:nvPr/>
            </p14:nvContentPartPr>
            <p14:xfrm>
              <a:off x="6067889" y="2901607"/>
              <a:ext cx="122549" cy="299235"/>
            </p14:xfrm>
          </p:contentPart>
        </mc:Choice>
        <mc:Fallback xmlns="">
          <p:sp>
            <p:nvSpPr>
              <p:cNvPr id="1049298" name=""/>
              <p:cNvSpPr/>
              <p:nvPr/>
            </p:nvSpPr>
            <p:spPr>
              <a:xfrm>
                <a:off x="6067889" y="2901607"/>
                <a:ext cx="122549" cy="299235"/>
              </a:xfrm>
            </p:spPr>
          </p:sp>
        </mc:Fallback>
      </mc:AlternateContent>
      <mc:AlternateContent xmlns:mc="http://schemas.openxmlformats.org/markup-compatibility/2006" xmlns:p14="http://schemas.microsoft.com/office/powerpoint/2010/main">
        <mc:Choice Requires="p14">
          <p:contentPart p14:bwMode="auto" r:id="rId5">
            <p14:nvContentPartPr>
              <p14:cNvPr id="1049299" name="墨迹 1049298"/>
              <p14:cNvContentPartPr/>
              <p14:nvPr/>
            </p14:nvContentPartPr>
            <p14:xfrm>
              <a:off x="5971641" y="2972835"/>
              <a:ext cx="152878" cy="184316"/>
            </p14:xfrm>
          </p:contentPart>
        </mc:Choice>
        <mc:Fallback xmlns="">
          <p:sp>
            <p:nvSpPr>
              <p:cNvPr id="1049299" name=""/>
              <p:cNvSpPr/>
              <p:nvPr/>
            </p:nvSpPr>
            <p:spPr>
              <a:xfrm>
                <a:off x="5971641" y="2972835"/>
                <a:ext cx="152878" cy="184316"/>
              </a:xfrm>
            </p:spPr>
          </p:sp>
        </mc:Fallback>
      </mc:AlternateContent>
      <mc:AlternateContent xmlns:mc="http://schemas.openxmlformats.org/markup-compatibility/2006" xmlns:p14="http://schemas.microsoft.com/office/powerpoint/2010/main">
        <mc:Choice Requires="p14">
          <p:contentPart p14:bwMode="auto" r:id="rId6">
            <p14:nvContentPartPr>
              <p14:cNvPr id="1049300" name="墨迹 1049299"/>
              <p14:cNvContentPartPr/>
              <p14:nvPr/>
            </p14:nvContentPartPr>
            <p14:xfrm>
              <a:off x="6152916" y="2958589"/>
              <a:ext cx="56116" cy="82527"/>
            </p14:xfrm>
          </p:contentPart>
        </mc:Choice>
        <mc:Fallback xmlns="">
          <p:sp>
            <p:nvSpPr>
              <p:cNvPr id="1049300" name=""/>
              <p:cNvSpPr/>
              <p:nvPr/>
            </p:nvSpPr>
            <p:spPr>
              <a:xfrm>
                <a:off x="6152916" y="2958589"/>
                <a:ext cx="56116" cy="82527"/>
              </a:xfrm>
            </p:spPr>
          </p:sp>
        </mc:Fallback>
      </mc:AlternateContent>
      <mc:AlternateContent xmlns:mc="http://schemas.openxmlformats.org/markup-compatibility/2006" xmlns:p14="http://schemas.microsoft.com/office/powerpoint/2010/main">
        <mc:Choice Requires="p14">
          <p:contentPart p14:bwMode="auto" r:id="rId7">
            <p14:nvContentPartPr>
              <p14:cNvPr id="1049301" name="墨迹 1049300"/>
              <p14:cNvContentPartPr/>
              <p14:nvPr/>
            </p14:nvContentPartPr>
            <p14:xfrm>
              <a:off x="6221152" y="2889974"/>
              <a:ext cx="200016" cy="164458"/>
            </p14:xfrm>
          </p:contentPart>
        </mc:Choice>
        <mc:Fallback xmlns="">
          <p:sp>
            <p:nvSpPr>
              <p:cNvPr id="1049301" name=""/>
              <p:cNvSpPr/>
              <p:nvPr/>
            </p:nvSpPr>
            <p:spPr>
              <a:xfrm>
                <a:off x="6221152" y="2889974"/>
                <a:ext cx="200016" cy="164458"/>
              </a:xfrm>
            </p:spPr>
          </p:sp>
        </mc:Fallback>
      </mc:AlternateContent>
      <mc:AlternateContent xmlns:mc="http://schemas.openxmlformats.org/markup-compatibility/2006" xmlns:p14="http://schemas.microsoft.com/office/powerpoint/2010/main">
        <mc:Choice Requires="p14">
          <p:contentPart p14:bwMode="auto" r:id="rId8">
            <p14:nvContentPartPr>
              <p14:cNvPr id="1049302" name="墨迹 1049301"/>
              <p14:cNvContentPartPr/>
              <p14:nvPr/>
            </p14:nvContentPartPr>
            <p14:xfrm>
              <a:off x="6527811" y="2788967"/>
              <a:ext cx="0" cy="0"/>
            </p14:xfrm>
          </p:contentPart>
        </mc:Choice>
        <mc:Fallback xmlns="">
          <p:sp>
            <p:nvSpPr>
              <p:cNvPr id="1049302" name=""/>
              <p:cNvSpPr/>
              <p:nvPr/>
            </p:nvSpPr>
            <p:spPr>
              <a:xfrm>
                <a:off x="6527811" y="2788967"/>
                <a:ext cx="0" cy="0"/>
              </a:xfrm>
            </p:spPr>
          </p:sp>
        </mc:Fallback>
      </mc:AlternateContent>
      <mc:AlternateContent xmlns:mc="http://schemas.openxmlformats.org/markup-compatibility/2006" xmlns:p14="http://schemas.microsoft.com/office/powerpoint/2010/main">
        <mc:Choice Requires="p14">
          <p:contentPart p14:bwMode="auto" r:id="rId9">
            <p14:nvContentPartPr>
              <p14:cNvPr id="1049303" name="墨迹 1049302"/>
              <p14:cNvContentPartPr/>
              <p14:nvPr/>
            </p14:nvContentPartPr>
            <p14:xfrm>
              <a:off x="6491371" y="2871459"/>
              <a:ext cx="201008" cy="248649"/>
            </p14:xfrm>
          </p:contentPart>
        </mc:Choice>
        <mc:Fallback xmlns="">
          <p:sp>
            <p:nvSpPr>
              <p:cNvPr id="1049303" name=""/>
              <p:cNvSpPr/>
              <p:nvPr/>
            </p:nvSpPr>
            <p:spPr>
              <a:xfrm>
                <a:off x="6491371" y="2871459"/>
                <a:ext cx="201008" cy="248649"/>
              </a:xfrm>
            </p:spPr>
          </p:sp>
        </mc:Fallback>
      </mc:AlternateContent>
      <mc:AlternateContent xmlns:mc="http://schemas.openxmlformats.org/markup-compatibility/2006" xmlns:p14="http://schemas.microsoft.com/office/powerpoint/2010/main">
        <mc:Choice Requires="p14">
          <p:contentPart p14:bwMode="auto" r:id="rId10">
            <p14:nvContentPartPr>
              <p14:cNvPr id="1049304" name="墨迹 1049303"/>
              <p14:cNvContentPartPr/>
              <p14:nvPr/>
            </p14:nvContentPartPr>
            <p14:xfrm>
              <a:off x="6593392" y="2874806"/>
              <a:ext cx="157696" cy="165619"/>
            </p14:xfrm>
          </p:contentPart>
        </mc:Choice>
        <mc:Fallback xmlns="">
          <p:sp>
            <p:nvSpPr>
              <p:cNvPr id="1049304" name=""/>
              <p:cNvSpPr/>
              <p:nvPr/>
            </p:nvSpPr>
            <p:spPr>
              <a:xfrm>
                <a:off x="6593392" y="2874806"/>
                <a:ext cx="157696" cy="165619"/>
              </a:xfrm>
            </p:spPr>
          </p:sp>
        </mc:Fallback>
      </mc:AlternateContent>
      <mc:AlternateContent xmlns:mc="http://schemas.openxmlformats.org/markup-compatibility/2006" xmlns:p14="http://schemas.microsoft.com/office/powerpoint/2010/main">
        <mc:Choice Requires="p14">
          <p:contentPart p14:bwMode="auto" r:id="rId11">
            <p14:nvContentPartPr>
              <p14:cNvPr id="1049305" name="墨迹 1049304"/>
              <p14:cNvContentPartPr/>
              <p14:nvPr/>
            </p14:nvContentPartPr>
            <p14:xfrm>
              <a:off x="6580731" y="2779359"/>
              <a:ext cx="70350" cy="280954"/>
            </p14:xfrm>
          </p:contentPart>
        </mc:Choice>
        <mc:Fallback xmlns="">
          <p:sp>
            <p:nvSpPr>
              <p:cNvPr id="1049305" name=""/>
              <p:cNvSpPr/>
              <p:nvPr/>
            </p:nvSpPr>
            <p:spPr>
              <a:xfrm>
                <a:off x="6580731" y="2779359"/>
                <a:ext cx="70350" cy="280954"/>
              </a:xfrm>
            </p:spPr>
          </p:sp>
        </mc:Fallback>
      </mc:AlternateContent>
      <mc:AlternateContent xmlns:mc="http://schemas.openxmlformats.org/markup-compatibility/2006" xmlns:p14="http://schemas.microsoft.com/office/powerpoint/2010/main">
        <mc:Choice Requires="p14">
          <p:contentPart p14:bwMode="auto" r:id="rId12">
            <p14:nvContentPartPr>
              <p14:cNvPr id="1049306" name="墨迹 1049305"/>
              <p14:cNvContentPartPr/>
              <p14:nvPr/>
            </p14:nvContentPartPr>
            <p14:xfrm>
              <a:off x="6875882" y="2696536"/>
              <a:ext cx="91728" cy="344552"/>
            </p14:xfrm>
          </p:contentPart>
        </mc:Choice>
        <mc:Fallback xmlns="">
          <p:sp>
            <p:nvSpPr>
              <p:cNvPr id="1049306" name=""/>
              <p:cNvSpPr/>
              <p:nvPr/>
            </p:nvSpPr>
            <p:spPr>
              <a:xfrm>
                <a:off x="6875882" y="2696536"/>
                <a:ext cx="91728" cy="344552"/>
              </a:xfrm>
            </p:spPr>
          </p:sp>
        </mc:Fallback>
      </mc:AlternateContent>
      <mc:AlternateContent xmlns:mc="http://schemas.openxmlformats.org/markup-compatibility/2006" xmlns:p14="http://schemas.microsoft.com/office/powerpoint/2010/main">
        <mc:Choice Requires="p14">
          <p:contentPart p14:bwMode="auto" r:id="rId13">
            <p14:nvContentPartPr>
              <p14:cNvPr id="1049307" name="墨迹 1049306"/>
              <p14:cNvContentPartPr/>
              <p14:nvPr/>
            </p14:nvContentPartPr>
            <p14:xfrm>
              <a:off x="6985956" y="2712770"/>
              <a:ext cx="154264" cy="158268"/>
            </p14:xfrm>
          </p:contentPart>
        </mc:Choice>
        <mc:Fallback xmlns="">
          <p:sp>
            <p:nvSpPr>
              <p:cNvPr id="1049307" name=""/>
              <p:cNvSpPr/>
              <p:nvPr/>
            </p:nvSpPr>
            <p:spPr>
              <a:xfrm>
                <a:off x="6985956" y="2712770"/>
                <a:ext cx="154264" cy="158268"/>
              </a:xfrm>
            </p:spPr>
          </p:sp>
        </mc:Fallback>
      </mc:AlternateContent>
      <mc:AlternateContent xmlns:mc="http://schemas.openxmlformats.org/markup-compatibility/2006" xmlns:p14="http://schemas.microsoft.com/office/powerpoint/2010/main">
        <mc:Choice Requires="p14">
          <p:contentPart p14:bwMode="auto" r:id="rId14">
            <p14:nvContentPartPr>
              <p14:cNvPr id="1049308" name="墨迹 1049307"/>
              <p14:cNvContentPartPr/>
              <p14:nvPr/>
            </p14:nvContentPartPr>
            <p14:xfrm>
              <a:off x="7018085" y="2826735"/>
              <a:ext cx="91904" cy="228473"/>
            </p14:xfrm>
          </p:contentPart>
        </mc:Choice>
        <mc:Fallback xmlns="">
          <p:sp>
            <p:nvSpPr>
              <p:cNvPr id="1049308" name=""/>
              <p:cNvSpPr/>
              <p:nvPr/>
            </p:nvSpPr>
            <p:spPr>
              <a:xfrm>
                <a:off x="7018085" y="2826735"/>
                <a:ext cx="91904" cy="228473"/>
              </a:xfrm>
            </p:spPr>
          </p:sp>
        </mc:Fallback>
      </mc:AlternateContent>
      <mc:AlternateContent xmlns:mc="http://schemas.openxmlformats.org/markup-compatibility/2006" xmlns:p14="http://schemas.microsoft.com/office/powerpoint/2010/main">
        <mc:Choice Requires="p14">
          <p:contentPart p14:bwMode="auto" r:id="rId15">
            <p14:nvContentPartPr>
              <p14:cNvPr id="1049309" name="墨迹 1049308"/>
              <p14:cNvContentPartPr/>
              <p14:nvPr/>
            </p14:nvContentPartPr>
            <p14:xfrm>
              <a:off x="6972712" y="2882723"/>
              <a:ext cx="96989" cy="146068"/>
            </p14:xfrm>
          </p:contentPart>
        </mc:Choice>
        <mc:Fallback xmlns="">
          <p:sp>
            <p:nvSpPr>
              <p:cNvPr id="1049309" name=""/>
              <p:cNvSpPr/>
              <p:nvPr/>
            </p:nvSpPr>
            <p:spPr>
              <a:xfrm>
                <a:off x="6972712" y="2882723"/>
                <a:ext cx="96989" cy="146068"/>
              </a:xfrm>
            </p:spPr>
          </p:sp>
        </mc:Fallback>
      </mc:AlternateContent>
      <mc:AlternateContent xmlns:mc="http://schemas.openxmlformats.org/markup-compatibility/2006" xmlns:p14="http://schemas.microsoft.com/office/powerpoint/2010/main">
        <mc:Choice Requires="p14">
          <p:contentPart p14:bwMode="auto" r:id="rId16">
            <p14:nvContentPartPr>
              <p14:cNvPr id="1049310" name="墨迹 1049309"/>
              <p14:cNvContentPartPr/>
              <p14:nvPr/>
            </p14:nvContentPartPr>
            <p14:xfrm>
              <a:off x="7104010" y="2938380"/>
              <a:ext cx="163573" cy="88220"/>
            </p14:xfrm>
          </p:contentPart>
        </mc:Choice>
        <mc:Fallback xmlns="">
          <p:sp>
            <p:nvSpPr>
              <p:cNvPr id="1049310" name=""/>
              <p:cNvSpPr/>
              <p:nvPr/>
            </p:nvSpPr>
            <p:spPr>
              <a:xfrm>
                <a:off x="7104010" y="2938380"/>
                <a:ext cx="163573" cy="88220"/>
              </a:xfrm>
            </p:spPr>
          </p:sp>
        </mc:Fallback>
      </mc:AlternateContent>
      <mc:AlternateContent xmlns:mc="http://schemas.openxmlformats.org/markup-compatibility/2006" xmlns:p14="http://schemas.microsoft.com/office/powerpoint/2010/main">
        <mc:Choice Requires="p14">
          <p:contentPart p14:bwMode="auto" r:id="rId17">
            <p14:nvContentPartPr>
              <p14:cNvPr id="1049311" name="墨迹 1049310"/>
              <p14:cNvContentPartPr/>
              <p14:nvPr/>
            </p14:nvContentPartPr>
            <p14:xfrm>
              <a:off x="7309378" y="2875887"/>
              <a:ext cx="140096" cy="25388"/>
            </p14:xfrm>
          </p:contentPart>
        </mc:Choice>
        <mc:Fallback xmlns="">
          <p:sp>
            <p:nvSpPr>
              <p:cNvPr id="1049311" name=""/>
              <p:cNvSpPr/>
              <p:nvPr/>
            </p:nvSpPr>
            <p:spPr>
              <a:xfrm>
                <a:off x="7309378" y="2875887"/>
                <a:ext cx="140096" cy="25388"/>
              </a:xfrm>
            </p:spPr>
          </p:sp>
        </mc:Fallback>
      </mc:AlternateContent>
      <mc:AlternateContent xmlns:mc="http://schemas.openxmlformats.org/markup-compatibility/2006" xmlns:p14="http://schemas.microsoft.com/office/powerpoint/2010/main">
        <mc:Choice Requires="p14">
          <p:contentPart p14:bwMode="auto" r:id="rId18">
            <p14:nvContentPartPr>
              <p14:cNvPr id="1049312" name="墨迹 1049311"/>
              <p14:cNvContentPartPr/>
              <p14:nvPr/>
            </p14:nvContentPartPr>
            <p14:xfrm>
              <a:off x="7561561" y="2771077"/>
              <a:ext cx="111894" cy="27165"/>
            </p14:xfrm>
          </p:contentPart>
        </mc:Choice>
        <mc:Fallback xmlns="">
          <p:sp>
            <p:nvSpPr>
              <p:cNvPr id="1049312" name=""/>
              <p:cNvSpPr/>
              <p:nvPr/>
            </p:nvSpPr>
            <p:spPr>
              <a:xfrm>
                <a:off x="7561561" y="2771077"/>
                <a:ext cx="111894" cy="27165"/>
              </a:xfrm>
            </p:spPr>
          </p:sp>
        </mc:Fallback>
      </mc:AlternateContent>
      <mc:AlternateContent xmlns:mc="http://schemas.openxmlformats.org/markup-compatibility/2006" xmlns:p14="http://schemas.microsoft.com/office/powerpoint/2010/main">
        <mc:Choice Requires="p14">
          <p:contentPart p14:bwMode="auto" r:id="rId19">
            <p14:nvContentPartPr>
              <p14:cNvPr id="1049313" name="墨迹 1049312"/>
              <p14:cNvContentPartPr/>
              <p14:nvPr/>
            </p14:nvContentPartPr>
            <p14:xfrm>
              <a:off x="7612620" y="2629946"/>
              <a:ext cx="47989" cy="416222"/>
            </p14:xfrm>
          </p:contentPart>
        </mc:Choice>
        <mc:Fallback xmlns="">
          <p:sp>
            <p:nvSpPr>
              <p:cNvPr id="1049313" name=""/>
              <p:cNvSpPr/>
              <p:nvPr/>
            </p:nvSpPr>
            <p:spPr>
              <a:xfrm>
                <a:off x="7612620" y="2629946"/>
                <a:ext cx="47989" cy="416222"/>
              </a:xfrm>
            </p:spPr>
          </p:sp>
        </mc:Fallback>
      </mc:AlternateContent>
      <mc:AlternateContent xmlns:mc="http://schemas.openxmlformats.org/markup-compatibility/2006" xmlns:p14="http://schemas.microsoft.com/office/powerpoint/2010/main">
        <mc:Choice Requires="p14">
          <p:contentPart p14:bwMode="auto" r:id="rId20">
            <p14:nvContentPartPr>
              <p14:cNvPr id="1049314" name="墨迹 1049313"/>
              <p14:cNvContentPartPr/>
              <p14:nvPr/>
            </p14:nvContentPartPr>
            <p14:xfrm>
              <a:off x="7531776" y="2813483"/>
              <a:ext cx="67645" cy="118931"/>
            </p14:xfrm>
          </p:contentPart>
        </mc:Choice>
        <mc:Fallback xmlns="">
          <p:sp>
            <p:nvSpPr>
              <p:cNvPr id="1049314" name=""/>
              <p:cNvSpPr/>
              <p:nvPr/>
            </p:nvSpPr>
            <p:spPr>
              <a:xfrm>
                <a:off x="7531776" y="2813483"/>
                <a:ext cx="67645" cy="118931"/>
              </a:xfrm>
            </p:spPr>
          </p:sp>
        </mc:Fallback>
      </mc:AlternateContent>
      <mc:AlternateContent xmlns:mc="http://schemas.openxmlformats.org/markup-compatibility/2006" xmlns:p14="http://schemas.microsoft.com/office/powerpoint/2010/main">
        <mc:Choice Requires="p14">
          <p:contentPart p14:bwMode="auto" r:id="rId21">
            <p14:nvContentPartPr>
              <p14:cNvPr id="1049315" name="墨迹 1049314"/>
              <p14:cNvContentPartPr/>
              <p14:nvPr/>
            </p14:nvContentPartPr>
            <p14:xfrm>
              <a:off x="7651820" y="2819777"/>
              <a:ext cx="72314" cy="66920"/>
            </p14:xfrm>
          </p:contentPart>
        </mc:Choice>
        <mc:Fallback xmlns="">
          <p:sp>
            <p:nvSpPr>
              <p:cNvPr id="1049315" name=""/>
              <p:cNvSpPr/>
              <p:nvPr/>
            </p:nvSpPr>
            <p:spPr>
              <a:xfrm>
                <a:off x="7651820" y="2819777"/>
                <a:ext cx="72314" cy="66920"/>
              </a:xfrm>
            </p:spPr>
          </p:sp>
        </mc:Fallback>
      </mc:AlternateContent>
      <mc:AlternateContent xmlns:mc="http://schemas.openxmlformats.org/markup-compatibility/2006" xmlns:p14="http://schemas.microsoft.com/office/powerpoint/2010/main">
        <mc:Choice Requires="p14">
          <p:contentPart p14:bwMode="auto" r:id="rId22">
            <p14:nvContentPartPr>
              <p14:cNvPr id="1049316" name="墨迹 1049315"/>
              <p14:cNvContentPartPr/>
              <p14:nvPr/>
            </p14:nvContentPartPr>
            <p14:xfrm>
              <a:off x="7691997" y="2661751"/>
              <a:ext cx="144494" cy="422217"/>
            </p14:xfrm>
          </p:contentPart>
        </mc:Choice>
        <mc:Fallback xmlns="">
          <p:sp>
            <p:nvSpPr>
              <p:cNvPr id="1049316" name=""/>
              <p:cNvSpPr/>
              <p:nvPr/>
            </p:nvSpPr>
            <p:spPr>
              <a:xfrm>
                <a:off x="7691997" y="2661751"/>
                <a:ext cx="144494" cy="422217"/>
              </a:xfrm>
            </p:spPr>
          </p:sp>
        </mc:Fallback>
      </mc:AlternateContent>
      <mc:AlternateContent xmlns:mc="http://schemas.openxmlformats.org/markup-compatibility/2006" xmlns:p14="http://schemas.microsoft.com/office/powerpoint/2010/main">
        <mc:Choice Requires="p14">
          <p:contentPart p14:bwMode="auto" r:id="rId23">
            <p14:nvContentPartPr>
              <p14:cNvPr id="1049317" name="墨迹 1049316"/>
              <p14:cNvContentPartPr/>
              <p14:nvPr/>
            </p14:nvContentPartPr>
            <p14:xfrm>
              <a:off x="6958822" y="3311747"/>
              <a:ext cx="34142" cy="138480"/>
            </p14:xfrm>
          </p:contentPart>
        </mc:Choice>
        <mc:Fallback xmlns="">
          <p:sp>
            <p:nvSpPr>
              <p:cNvPr id="1049317" name=""/>
              <p:cNvSpPr/>
              <p:nvPr/>
            </p:nvSpPr>
            <p:spPr>
              <a:xfrm>
                <a:off x="6958822" y="3311747"/>
                <a:ext cx="34142" cy="138480"/>
              </a:xfrm>
            </p:spPr>
          </p:sp>
        </mc:Fallback>
      </mc:AlternateContent>
      <mc:AlternateContent xmlns:mc="http://schemas.openxmlformats.org/markup-compatibility/2006" xmlns:p14="http://schemas.microsoft.com/office/powerpoint/2010/main">
        <mc:Choice Requires="p14">
          <p:contentPart p14:bwMode="auto" r:id="rId24">
            <p14:nvContentPartPr>
              <p14:cNvPr id="1049318" name="墨迹 1049317"/>
              <p14:cNvContentPartPr/>
              <p14:nvPr/>
            </p14:nvContentPartPr>
            <p14:xfrm>
              <a:off x="6839184" y="3295013"/>
              <a:ext cx="254349" cy="251118"/>
            </p14:xfrm>
          </p:contentPart>
        </mc:Choice>
        <mc:Fallback xmlns="">
          <p:sp>
            <p:nvSpPr>
              <p:cNvPr id="1049318" name=""/>
              <p:cNvSpPr/>
              <p:nvPr/>
            </p:nvSpPr>
            <p:spPr>
              <a:xfrm>
                <a:off x="6839184" y="3295013"/>
                <a:ext cx="254349" cy="251118"/>
              </a:xfrm>
            </p:spPr>
          </p:sp>
        </mc:Fallback>
      </mc:AlternateContent>
      <mc:AlternateContent xmlns:mc="http://schemas.openxmlformats.org/markup-compatibility/2006" xmlns:p14="http://schemas.microsoft.com/office/powerpoint/2010/main">
        <mc:Choice Requires="p14">
          <p:contentPart p14:bwMode="auto" r:id="rId25">
            <p14:nvContentPartPr>
              <p14:cNvPr id="1049319" name="墨迹 1049318"/>
              <p14:cNvContentPartPr/>
              <p14:nvPr/>
            </p14:nvContentPartPr>
            <p14:xfrm>
              <a:off x="6875661" y="3427770"/>
              <a:ext cx="530801" cy="172777"/>
            </p14:xfrm>
          </p:contentPart>
        </mc:Choice>
        <mc:Fallback xmlns="">
          <p:sp>
            <p:nvSpPr>
              <p:cNvPr id="1049319" name=""/>
              <p:cNvSpPr/>
              <p:nvPr/>
            </p:nvSpPr>
            <p:spPr>
              <a:xfrm>
                <a:off x="6875661" y="3427770"/>
                <a:ext cx="530801" cy="172777"/>
              </a:xfrm>
            </p:spPr>
          </p:sp>
        </mc:Fallback>
      </mc:AlternateContent>
      <mc:AlternateContent xmlns:mc="http://schemas.openxmlformats.org/markup-compatibility/2006" xmlns:p14="http://schemas.microsoft.com/office/powerpoint/2010/main">
        <mc:Choice Requires="p14">
          <p:contentPart p14:bwMode="auto" r:id="rId26">
            <p14:nvContentPartPr>
              <p14:cNvPr id="1049320" name="墨迹 1049319"/>
              <p14:cNvContentPartPr/>
              <p14:nvPr/>
            </p14:nvContentPartPr>
            <p14:xfrm>
              <a:off x="7264079" y="3260729"/>
              <a:ext cx="0" cy="19436"/>
            </p14:xfrm>
          </p:contentPart>
        </mc:Choice>
        <mc:Fallback xmlns="">
          <p:sp>
            <p:nvSpPr>
              <p:cNvPr id="1049320" name=""/>
              <p:cNvSpPr/>
              <p:nvPr/>
            </p:nvSpPr>
            <p:spPr>
              <a:xfrm>
                <a:off x="7264079" y="3260729"/>
                <a:ext cx="0" cy="19436"/>
              </a:xfrm>
            </p:spPr>
          </p:sp>
        </mc:Fallback>
      </mc:AlternateContent>
      <mc:AlternateContent xmlns:mc="http://schemas.openxmlformats.org/markup-compatibility/2006" xmlns:p14="http://schemas.microsoft.com/office/powerpoint/2010/main">
        <mc:Choice Requires="p14">
          <p:contentPart p14:bwMode="auto" r:id="rId27">
            <p14:nvContentPartPr>
              <p14:cNvPr id="1049321" name="墨迹 1049320"/>
              <p14:cNvContentPartPr/>
              <p14:nvPr/>
            </p14:nvContentPartPr>
            <p14:xfrm>
              <a:off x="7241072" y="3298164"/>
              <a:ext cx="12251" cy="317227"/>
            </p14:xfrm>
          </p:contentPart>
        </mc:Choice>
        <mc:Fallback xmlns="">
          <p:sp>
            <p:nvSpPr>
              <p:cNvPr id="1049321" name=""/>
              <p:cNvSpPr/>
              <p:nvPr/>
            </p:nvSpPr>
            <p:spPr>
              <a:xfrm>
                <a:off x="7241072" y="3298164"/>
                <a:ext cx="12251" cy="317227"/>
              </a:xfrm>
            </p:spPr>
          </p:sp>
        </mc:Fallback>
      </mc:AlternateContent>
      <mc:AlternateContent xmlns:mc="http://schemas.openxmlformats.org/markup-compatibility/2006" xmlns:p14="http://schemas.microsoft.com/office/powerpoint/2010/main">
        <mc:Choice Requires="p14">
          <p:contentPart p14:bwMode="auto" r:id="rId28">
            <p14:nvContentPartPr>
              <p14:cNvPr id="1049322" name="墨迹 1049321"/>
              <p14:cNvContentPartPr/>
              <p14:nvPr/>
            </p14:nvContentPartPr>
            <p14:xfrm>
              <a:off x="7365988" y="3221391"/>
              <a:ext cx="150703" cy="439391"/>
            </p14:xfrm>
          </p:contentPart>
        </mc:Choice>
        <mc:Fallback xmlns="">
          <p:sp>
            <p:nvSpPr>
              <p:cNvPr id="1049322" name=""/>
              <p:cNvSpPr/>
              <p:nvPr/>
            </p:nvSpPr>
            <p:spPr>
              <a:xfrm>
                <a:off x="7365988" y="3221391"/>
                <a:ext cx="150703" cy="439391"/>
              </a:xfrm>
            </p:spPr>
          </p:sp>
        </mc:Fallback>
      </mc:AlternateContent>
      <mc:AlternateContent xmlns:mc="http://schemas.openxmlformats.org/markup-compatibility/2006" xmlns:p14="http://schemas.microsoft.com/office/powerpoint/2010/main">
        <mc:Choice Requires="p14">
          <p:contentPart p14:bwMode="auto" r:id="rId29">
            <p14:nvContentPartPr>
              <p14:cNvPr id="1049323" name="墨迹 1049322"/>
              <p14:cNvContentPartPr/>
              <p14:nvPr/>
            </p14:nvContentPartPr>
            <p14:xfrm>
              <a:off x="7270502" y="3352759"/>
              <a:ext cx="122659" cy="27565"/>
            </p14:xfrm>
          </p:contentPart>
        </mc:Choice>
        <mc:Fallback xmlns="">
          <p:sp>
            <p:nvSpPr>
              <p:cNvPr id="1049323" name=""/>
              <p:cNvSpPr/>
              <p:nvPr/>
            </p:nvSpPr>
            <p:spPr>
              <a:xfrm>
                <a:off x="7270502" y="3352759"/>
                <a:ext cx="122659" cy="27565"/>
              </a:xfrm>
            </p:spPr>
          </p:sp>
        </mc:Fallback>
      </mc:AlternateContent>
      <mc:AlternateContent xmlns:mc="http://schemas.openxmlformats.org/markup-compatibility/2006" xmlns:p14="http://schemas.microsoft.com/office/powerpoint/2010/main">
        <mc:Choice Requires="p14">
          <p:contentPart p14:bwMode="auto" r:id="rId30">
            <p14:nvContentPartPr>
              <p14:cNvPr id="1049324" name="墨迹 1049323"/>
              <p14:cNvContentPartPr/>
              <p14:nvPr/>
            </p14:nvContentPartPr>
            <p14:xfrm>
              <a:off x="7315114" y="3303134"/>
              <a:ext cx="100854" cy="145549"/>
            </p14:xfrm>
          </p:contentPart>
        </mc:Choice>
        <mc:Fallback xmlns="">
          <p:sp>
            <p:nvSpPr>
              <p:cNvPr id="1049324" name=""/>
              <p:cNvSpPr/>
              <p:nvPr/>
            </p:nvSpPr>
            <p:spPr>
              <a:xfrm>
                <a:off x="7315114" y="3303134"/>
                <a:ext cx="100854" cy="145549"/>
              </a:xfrm>
            </p:spPr>
          </p:sp>
        </mc:Fallback>
      </mc:AlternateContent>
      <mc:AlternateContent xmlns:mc="http://schemas.openxmlformats.org/markup-compatibility/2006" xmlns:p14="http://schemas.microsoft.com/office/powerpoint/2010/main">
        <mc:Choice Requires="p14">
          <p:contentPart p14:bwMode="auto" r:id="rId31">
            <p14:nvContentPartPr>
              <p14:cNvPr id="1049325" name="墨迹 1049324"/>
              <p14:cNvContentPartPr/>
              <p14:nvPr/>
            </p14:nvContentPartPr>
            <p14:xfrm>
              <a:off x="7394565" y="3300815"/>
              <a:ext cx="75424" cy="185616"/>
            </p14:xfrm>
          </p:contentPart>
        </mc:Choice>
        <mc:Fallback xmlns="">
          <p:sp>
            <p:nvSpPr>
              <p:cNvPr id="1049325" name=""/>
              <p:cNvSpPr/>
              <p:nvPr/>
            </p:nvSpPr>
            <p:spPr>
              <a:xfrm>
                <a:off x="7394565" y="3300815"/>
                <a:ext cx="75424" cy="185616"/>
              </a:xfrm>
            </p:spPr>
          </p:sp>
        </mc:Fallback>
      </mc:AlternateContent>
      <mc:AlternateContent xmlns:mc="http://schemas.openxmlformats.org/markup-compatibility/2006" xmlns:p14="http://schemas.microsoft.com/office/powerpoint/2010/main">
        <mc:Choice Requires="p14">
          <p:contentPart p14:bwMode="auto" r:id="rId32">
            <p14:nvContentPartPr>
              <p14:cNvPr id="1049326" name="墨迹 1049325"/>
              <p14:cNvContentPartPr/>
              <p14:nvPr/>
            </p14:nvContentPartPr>
            <p14:xfrm>
              <a:off x="7408944" y="3292201"/>
              <a:ext cx="59992" cy="68923"/>
            </p14:xfrm>
          </p:contentPart>
        </mc:Choice>
        <mc:Fallback xmlns="">
          <p:sp>
            <p:nvSpPr>
              <p:cNvPr id="1049326" name=""/>
              <p:cNvSpPr/>
              <p:nvPr/>
            </p:nvSpPr>
            <p:spPr>
              <a:xfrm>
                <a:off x="7408944" y="3292201"/>
                <a:ext cx="59992" cy="68923"/>
              </a:xfrm>
            </p:spPr>
          </p:sp>
        </mc:Fallback>
      </mc:AlternateContent>
      <mc:AlternateContent xmlns:mc="http://schemas.openxmlformats.org/markup-compatibility/2006" xmlns:p14="http://schemas.microsoft.com/office/powerpoint/2010/main">
        <mc:Choice Requires="p14">
          <p:contentPart p14:bwMode="auto" r:id="rId33">
            <p14:nvContentPartPr>
              <p14:cNvPr id="1049327" name="墨迹 1049326"/>
              <p14:cNvContentPartPr/>
              <p14:nvPr/>
            </p14:nvContentPartPr>
            <p14:xfrm>
              <a:off x="7538936" y="3230912"/>
              <a:ext cx="146688" cy="171213"/>
            </p14:xfrm>
          </p:contentPart>
        </mc:Choice>
        <mc:Fallback xmlns="">
          <p:sp>
            <p:nvSpPr>
              <p:cNvPr id="1049327" name=""/>
              <p:cNvSpPr/>
              <p:nvPr/>
            </p:nvSpPr>
            <p:spPr>
              <a:xfrm>
                <a:off x="7538936" y="3230912"/>
                <a:ext cx="146688" cy="171213"/>
              </a:xfrm>
            </p:spPr>
          </p:sp>
        </mc:Fallback>
      </mc:AlternateContent>
      <mc:AlternateContent xmlns:mc="http://schemas.openxmlformats.org/markup-compatibility/2006" xmlns:p14="http://schemas.microsoft.com/office/powerpoint/2010/main">
        <mc:Choice Requires="p14">
          <p:contentPart p14:bwMode="auto" r:id="rId34">
            <p14:nvContentPartPr>
              <p14:cNvPr id="1049328" name="墨迹 1049327"/>
              <p14:cNvContentPartPr/>
              <p14:nvPr/>
            </p14:nvContentPartPr>
            <p14:xfrm>
              <a:off x="7645630" y="3327650"/>
              <a:ext cx="5596" cy="221952"/>
            </p14:xfrm>
          </p:contentPart>
        </mc:Choice>
        <mc:Fallback xmlns="">
          <p:sp>
            <p:nvSpPr>
              <p:cNvPr id="1049328" name=""/>
              <p:cNvSpPr/>
              <p:nvPr/>
            </p:nvSpPr>
            <p:spPr>
              <a:xfrm>
                <a:off x="7645630" y="3327650"/>
                <a:ext cx="5596" cy="221952"/>
              </a:xfrm>
            </p:spPr>
          </p:sp>
        </mc:Fallback>
      </mc:AlternateContent>
      <mc:AlternateContent xmlns:mc="http://schemas.openxmlformats.org/markup-compatibility/2006" xmlns:p14="http://schemas.microsoft.com/office/powerpoint/2010/main">
        <mc:Choice Requires="p14">
          <p:contentPart p14:bwMode="auto" r:id="rId35">
            <p14:nvContentPartPr>
              <p14:cNvPr id="1049329" name="墨迹 1049328"/>
              <p14:cNvContentPartPr/>
              <p14:nvPr/>
            </p14:nvContentPartPr>
            <p14:xfrm>
              <a:off x="7665341" y="3239351"/>
              <a:ext cx="160159" cy="320721"/>
            </p14:xfrm>
          </p:contentPart>
        </mc:Choice>
        <mc:Fallback xmlns="">
          <p:sp>
            <p:nvSpPr>
              <p:cNvPr id="1049329" name=""/>
              <p:cNvSpPr/>
              <p:nvPr/>
            </p:nvSpPr>
            <p:spPr>
              <a:xfrm>
                <a:off x="7665341" y="3239351"/>
                <a:ext cx="160159" cy="320721"/>
              </a:xfrm>
            </p:spPr>
          </p:sp>
        </mc:Fallback>
      </mc:AlternateContent>
      <mc:AlternateContent xmlns:mc="http://schemas.openxmlformats.org/markup-compatibility/2006" xmlns:p14="http://schemas.microsoft.com/office/powerpoint/2010/main">
        <mc:Choice Requires="p14">
          <p:contentPart p14:bwMode="auto" r:id="rId36">
            <p14:nvContentPartPr>
              <p14:cNvPr id="1049330" name="墨迹 1049329"/>
              <p14:cNvContentPartPr/>
              <p14:nvPr/>
            </p14:nvContentPartPr>
            <p14:xfrm>
              <a:off x="7696780" y="3371371"/>
              <a:ext cx="136126" cy="166352"/>
            </p14:xfrm>
          </p:contentPart>
        </mc:Choice>
        <mc:Fallback xmlns="">
          <p:sp>
            <p:nvSpPr>
              <p:cNvPr id="1049330" name=""/>
              <p:cNvSpPr/>
              <p:nvPr/>
            </p:nvSpPr>
            <p:spPr>
              <a:xfrm>
                <a:off x="7696780" y="3371371"/>
                <a:ext cx="136126" cy="166352"/>
              </a:xfrm>
            </p:spPr>
          </p:sp>
        </mc:Fallback>
      </mc:AlternateContent>
      <mc:AlternateContent xmlns:mc="http://schemas.openxmlformats.org/markup-compatibility/2006" xmlns:p14="http://schemas.microsoft.com/office/powerpoint/2010/main">
        <mc:Choice Requires="p14">
          <p:contentPart p14:bwMode="auto" r:id="rId37">
            <p14:nvContentPartPr>
              <p14:cNvPr id="1049331" name="墨迹 1049330"/>
              <p14:cNvContentPartPr/>
              <p14:nvPr/>
            </p14:nvContentPartPr>
            <p14:xfrm>
              <a:off x="7680657" y="3435002"/>
              <a:ext cx="189141" cy="149328"/>
            </p14:xfrm>
          </p:contentPart>
        </mc:Choice>
        <mc:Fallback xmlns="">
          <p:sp>
            <p:nvSpPr>
              <p:cNvPr id="1049331" name=""/>
              <p:cNvSpPr/>
              <p:nvPr/>
            </p:nvSpPr>
            <p:spPr>
              <a:xfrm>
                <a:off x="7680657" y="3435002"/>
                <a:ext cx="189141" cy="149328"/>
              </a:xfrm>
            </p:spPr>
          </p:sp>
        </mc:Fallback>
      </mc:AlternateContent>
      <mc:AlternateContent xmlns:mc="http://schemas.openxmlformats.org/markup-compatibility/2006" xmlns:p14="http://schemas.microsoft.com/office/powerpoint/2010/main">
        <mc:Choice Requires="p14">
          <p:contentPart p14:bwMode="auto" r:id="rId38">
            <p14:nvContentPartPr>
              <p14:cNvPr id="1049332" name="墨迹 1049331"/>
              <p14:cNvContentPartPr/>
              <p14:nvPr/>
            </p14:nvContentPartPr>
            <p14:xfrm>
              <a:off x="8011487" y="3186850"/>
              <a:ext cx="7451" cy="27148"/>
            </p14:xfrm>
          </p:contentPart>
        </mc:Choice>
        <mc:Fallback xmlns="">
          <p:sp>
            <p:nvSpPr>
              <p:cNvPr id="1049332" name=""/>
              <p:cNvSpPr/>
              <p:nvPr/>
            </p:nvSpPr>
            <p:spPr>
              <a:xfrm>
                <a:off x="8011487" y="3186850"/>
                <a:ext cx="7451" cy="27148"/>
              </a:xfrm>
            </p:spPr>
          </p:sp>
        </mc:Fallback>
      </mc:AlternateContent>
      <mc:AlternateContent xmlns:mc="http://schemas.openxmlformats.org/markup-compatibility/2006" xmlns:p14="http://schemas.microsoft.com/office/powerpoint/2010/main">
        <mc:Choice Requires="p14">
          <p:contentPart p14:bwMode="auto" r:id="rId39">
            <p14:nvContentPartPr>
              <p14:cNvPr id="1049333" name="墨迹 1049332"/>
              <p14:cNvContentPartPr/>
              <p14:nvPr/>
            </p14:nvContentPartPr>
            <p14:xfrm>
              <a:off x="7942258" y="3234556"/>
              <a:ext cx="7043" cy="90618"/>
            </p14:xfrm>
          </p:contentPart>
        </mc:Choice>
        <mc:Fallback xmlns="">
          <p:sp>
            <p:nvSpPr>
              <p:cNvPr id="1049333" name=""/>
              <p:cNvSpPr/>
              <p:nvPr/>
            </p:nvSpPr>
            <p:spPr>
              <a:xfrm>
                <a:off x="7942258" y="3234556"/>
                <a:ext cx="7043" cy="90618"/>
              </a:xfrm>
            </p:spPr>
          </p:sp>
        </mc:Fallback>
      </mc:AlternateContent>
      <mc:AlternateContent xmlns:mc="http://schemas.openxmlformats.org/markup-compatibility/2006" xmlns:p14="http://schemas.microsoft.com/office/powerpoint/2010/main">
        <mc:Choice Requires="p14">
          <p:contentPart p14:bwMode="auto" r:id="rId40">
            <p14:nvContentPartPr>
              <p14:cNvPr id="1049334" name="墨迹 1049333"/>
              <p14:cNvContentPartPr/>
              <p14:nvPr/>
            </p14:nvContentPartPr>
            <p14:xfrm>
              <a:off x="7941527" y="3244099"/>
              <a:ext cx="220430" cy="74320"/>
            </p14:xfrm>
          </p:contentPart>
        </mc:Choice>
        <mc:Fallback xmlns="">
          <p:sp>
            <p:nvSpPr>
              <p:cNvPr id="1049334" name=""/>
              <p:cNvSpPr/>
              <p:nvPr/>
            </p:nvSpPr>
            <p:spPr>
              <a:xfrm>
                <a:off x="7941527" y="3244099"/>
                <a:ext cx="220430" cy="74320"/>
              </a:xfrm>
            </p:spPr>
          </p:sp>
        </mc:Fallback>
      </mc:AlternateContent>
      <mc:AlternateContent xmlns:mc="http://schemas.openxmlformats.org/markup-compatibility/2006" xmlns:p14="http://schemas.microsoft.com/office/powerpoint/2010/main">
        <mc:Choice Requires="p14">
          <p:contentPart p14:bwMode="auto" r:id="rId41">
            <p14:nvContentPartPr>
              <p14:cNvPr id="1049335" name="墨迹 1049334"/>
              <p14:cNvContentPartPr/>
              <p14:nvPr/>
            </p14:nvContentPartPr>
            <p14:xfrm>
              <a:off x="7985482" y="3275305"/>
              <a:ext cx="50022" cy="74080"/>
            </p14:xfrm>
          </p:contentPart>
        </mc:Choice>
        <mc:Fallback xmlns="">
          <p:sp>
            <p:nvSpPr>
              <p:cNvPr id="1049335" name=""/>
              <p:cNvSpPr/>
              <p:nvPr/>
            </p:nvSpPr>
            <p:spPr>
              <a:xfrm>
                <a:off x="7985482" y="3275305"/>
                <a:ext cx="50022" cy="74080"/>
              </a:xfrm>
            </p:spPr>
          </p:sp>
        </mc:Fallback>
      </mc:AlternateContent>
      <mc:AlternateContent xmlns:mc="http://schemas.openxmlformats.org/markup-compatibility/2006" xmlns:p14="http://schemas.microsoft.com/office/powerpoint/2010/main">
        <mc:Choice Requires="p14">
          <p:contentPart p14:bwMode="auto" r:id="rId42">
            <p14:nvContentPartPr>
              <p14:cNvPr id="1049336" name="墨迹 1049335"/>
              <p14:cNvContentPartPr/>
              <p14:nvPr/>
            </p14:nvContentPartPr>
            <p14:xfrm>
              <a:off x="7948937" y="3284862"/>
              <a:ext cx="156854" cy="188713"/>
            </p14:xfrm>
          </p:contentPart>
        </mc:Choice>
        <mc:Fallback xmlns="">
          <p:sp>
            <p:nvSpPr>
              <p:cNvPr id="1049336" name=""/>
              <p:cNvSpPr/>
              <p:nvPr/>
            </p:nvSpPr>
            <p:spPr>
              <a:xfrm>
                <a:off x="7948937" y="3284862"/>
                <a:ext cx="156854" cy="188713"/>
              </a:xfrm>
            </p:spPr>
          </p:sp>
        </mc:Fallback>
      </mc:AlternateContent>
      <mc:AlternateContent xmlns:mc="http://schemas.openxmlformats.org/markup-compatibility/2006" xmlns:p14="http://schemas.microsoft.com/office/powerpoint/2010/main">
        <mc:Choice Requires="p14">
          <p:contentPart p14:bwMode="auto" r:id="rId43">
            <p14:nvContentPartPr>
              <p14:cNvPr id="1049337" name="墨迹 1049336"/>
              <p14:cNvContentPartPr/>
              <p14:nvPr/>
            </p14:nvContentPartPr>
            <p14:xfrm>
              <a:off x="8026376" y="3431535"/>
              <a:ext cx="84328" cy="52537"/>
            </p14:xfrm>
          </p:contentPart>
        </mc:Choice>
        <mc:Fallback xmlns="">
          <p:sp>
            <p:nvSpPr>
              <p:cNvPr id="1049337" name=""/>
              <p:cNvSpPr/>
              <p:nvPr/>
            </p:nvSpPr>
            <p:spPr>
              <a:xfrm>
                <a:off x="8026376" y="3431535"/>
                <a:ext cx="84328" cy="52537"/>
              </a:xfrm>
            </p:spPr>
          </p:sp>
        </mc:Fallback>
      </mc:AlternateContent>
      <mc:AlternateContent xmlns:mc="http://schemas.openxmlformats.org/markup-compatibility/2006" xmlns:p14="http://schemas.microsoft.com/office/powerpoint/2010/main">
        <mc:Choice Requires="p14">
          <p:contentPart p14:bwMode="auto" r:id="rId44">
            <p14:nvContentPartPr>
              <p14:cNvPr id="1049338" name="墨迹 1049337"/>
              <p14:cNvContentPartPr/>
              <p14:nvPr/>
            </p14:nvContentPartPr>
            <p14:xfrm>
              <a:off x="8117987" y="3347527"/>
              <a:ext cx="46683" cy="45711"/>
            </p14:xfrm>
          </p:contentPart>
        </mc:Choice>
        <mc:Fallback xmlns="">
          <p:sp>
            <p:nvSpPr>
              <p:cNvPr id="1049338" name=""/>
              <p:cNvSpPr/>
              <p:nvPr/>
            </p:nvSpPr>
            <p:spPr>
              <a:xfrm>
                <a:off x="8117987" y="3347527"/>
                <a:ext cx="46683" cy="45711"/>
              </a:xfrm>
            </p:spPr>
          </p:sp>
        </mc:Fallback>
      </mc:AlternateContent>
      <mc:AlternateContent xmlns:mc="http://schemas.openxmlformats.org/markup-compatibility/2006" xmlns:p14="http://schemas.microsoft.com/office/powerpoint/2010/main">
        <mc:Choice Requires="p14">
          <p:contentPart p14:bwMode="auto" r:id="rId45">
            <p14:nvContentPartPr>
              <p14:cNvPr id="1049339" name="墨迹 1049338"/>
              <p14:cNvContentPartPr/>
              <p14:nvPr/>
            </p14:nvContentPartPr>
            <p14:xfrm>
              <a:off x="8382004" y="3102344"/>
              <a:ext cx="35053" cy="62281"/>
            </p14:xfrm>
          </p:contentPart>
        </mc:Choice>
        <mc:Fallback xmlns="">
          <p:sp>
            <p:nvSpPr>
              <p:cNvPr id="1049339" name=""/>
              <p:cNvSpPr/>
              <p:nvPr/>
            </p:nvSpPr>
            <p:spPr>
              <a:xfrm>
                <a:off x="8382004" y="3102344"/>
                <a:ext cx="35053" cy="62281"/>
              </a:xfrm>
            </p:spPr>
          </p:sp>
        </mc:Fallback>
      </mc:AlternateContent>
      <mc:AlternateContent xmlns:mc="http://schemas.openxmlformats.org/markup-compatibility/2006" xmlns:p14="http://schemas.microsoft.com/office/powerpoint/2010/main">
        <mc:Choice Requires="p14">
          <p:contentPart p14:bwMode="auto" r:id="rId46">
            <p14:nvContentPartPr>
              <p14:cNvPr id="1049340" name="墨迹 1049339"/>
              <p14:cNvContentPartPr/>
              <p14:nvPr/>
            </p14:nvContentPartPr>
            <p14:xfrm>
              <a:off x="8280926" y="3205739"/>
              <a:ext cx="278077" cy="50020"/>
            </p14:xfrm>
          </p:contentPart>
        </mc:Choice>
        <mc:Fallback xmlns="">
          <p:sp>
            <p:nvSpPr>
              <p:cNvPr id="1049340" name=""/>
              <p:cNvSpPr/>
              <p:nvPr/>
            </p:nvSpPr>
            <p:spPr>
              <a:xfrm>
                <a:off x="8280926" y="3205739"/>
                <a:ext cx="278077" cy="50020"/>
              </a:xfrm>
            </p:spPr>
          </p:sp>
        </mc:Fallback>
      </mc:AlternateContent>
      <mc:AlternateContent xmlns:mc="http://schemas.openxmlformats.org/markup-compatibility/2006" xmlns:p14="http://schemas.microsoft.com/office/powerpoint/2010/main">
        <mc:Choice Requires="p14">
          <p:contentPart p14:bwMode="auto" r:id="rId47">
            <p14:nvContentPartPr>
              <p14:cNvPr id="1049341" name="墨迹 1049340"/>
              <p14:cNvContentPartPr/>
              <p14:nvPr/>
            </p14:nvContentPartPr>
            <p14:xfrm>
              <a:off x="8394574" y="3214016"/>
              <a:ext cx="15665" cy="136036"/>
            </p14:xfrm>
          </p:contentPart>
        </mc:Choice>
        <mc:Fallback xmlns="">
          <p:sp>
            <p:nvSpPr>
              <p:cNvPr id="1049341" name=""/>
              <p:cNvSpPr/>
              <p:nvPr/>
            </p:nvSpPr>
            <p:spPr>
              <a:xfrm>
                <a:off x="8394574" y="3214016"/>
                <a:ext cx="15665" cy="136036"/>
              </a:xfrm>
            </p:spPr>
          </p:sp>
        </mc:Fallback>
      </mc:AlternateContent>
      <mc:AlternateContent xmlns:mc="http://schemas.openxmlformats.org/markup-compatibility/2006" xmlns:p14="http://schemas.microsoft.com/office/powerpoint/2010/main">
        <mc:Choice Requires="p14">
          <p:contentPart p14:bwMode="auto" r:id="rId48">
            <p14:nvContentPartPr>
              <p14:cNvPr id="1049342" name="墨迹 1049341"/>
              <p14:cNvContentPartPr/>
              <p14:nvPr/>
            </p14:nvContentPartPr>
            <p14:xfrm>
              <a:off x="8445556" y="3223462"/>
              <a:ext cx="30604" cy="139915"/>
            </p14:xfrm>
          </p:contentPart>
        </mc:Choice>
        <mc:Fallback xmlns="">
          <p:sp>
            <p:nvSpPr>
              <p:cNvPr id="1049342" name=""/>
              <p:cNvSpPr/>
              <p:nvPr/>
            </p:nvSpPr>
            <p:spPr>
              <a:xfrm>
                <a:off x="8445556" y="3223462"/>
                <a:ext cx="30604" cy="139915"/>
              </a:xfrm>
            </p:spPr>
          </p:sp>
        </mc:Fallback>
      </mc:AlternateContent>
      <mc:AlternateContent xmlns:mc="http://schemas.openxmlformats.org/markup-compatibility/2006" xmlns:p14="http://schemas.microsoft.com/office/powerpoint/2010/main">
        <mc:Choice Requires="p14">
          <p:contentPart p14:bwMode="auto" r:id="rId49">
            <p14:nvContentPartPr>
              <p14:cNvPr id="1049343" name="墨迹 1049342"/>
              <p14:cNvContentPartPr/>
              <p14:nvPr/>
            </p14:nvContentPartPr>
            <p14:xfrm>
              <a:off x="8284737" y="3278287"/>
              <a:ext cx="84758" cy="83932"/>
            </p14:xfrm>
          </p:contentPart>
        </mc:Choice>
        <mc:Fallback xmlns="">
          <p:sp>
            <p:nvSpPr>
              <p:cNvPr id="1049343" name=""/>
              <p:cNvSpPr/>
              <p:nvPr/>
            </p:nvSpPr>
            <p:spPr>
              <a:xfrm>
                <a:off x="8284737" y="3278287"/>
                <a:ext cx="84758" cy="83932"/>
              </a:xfrm>
            </p:spPr>
          </p:sp>
        </mc:Fallback>
      </mc:AlternateContent>
      <mc:AlternateContent xmlns:mc="http://schemas.openxmlformats.org/markup-compatibility/2006" xmlns:p14="http://schemas.microsoft.com/office/powerpoint/2010/main">
        <mc:Choice Requires="p14">
          <p:contentPart p14:bwMode="auto" r:id="rId50">
            <p14:nvContentPartPr>
              <p14:cNvPr id="1049344" name="墨迹 1049343"/>
              <p14:cNvContentPartPr/>
              <p14:nvPr/>
            </p14:nvContentPartPr>
            <p14:xfrm>
              <a:off x="8522969" y="3278949"/>
              <a:ext cx="11261" cy="26181"/>
            </p14:xfrm>
          </p:contentPart>
        </mc:Choice>
        <mc:Fallback xmlns="">
          <p:sp>
            <p:nvSpPr>
              <p:cNvPr id="1049344" name=""/>
              <p:cNvSpPr/>
              <p:nvPr/>
            </p:nvSpPr>
            <p:spPr>
              <a:xfrm>
                <a:off x="8522969" y="3278949"/>
                <a:ext cx="11261" cy="26181"/>
              </a:xfrm>
            </p:spPr>
          </p:sp>
        </mc:Fallback>
      </mc:AlternateContent>
      <mc:AlternateContent xmlns:mc="http://schemas.openxmlformats.org/markup-compatibility/2006" xmlns:p14="http://schemas.microsoft.com/office/powerpoint/2010/main">
        <mc:Choice Requires="p14">
          <p:contentPart p14:bwMode="auto" r:id="rId51">
            <p14:nvContentPartPr>
              <p14:cNvPr id="1049345" name="墨迹 1049344"/>
              <p14:cNvContentPartPr/>
              <p14:nvPr/>
            </p14:nvContentPartPr>
            <p14:xfrm>
              <a:off x="8365538" y="3338429"/>
              <a:ext cx="345057" cy="134915"/>
            </p14:xfrm>
          </p:contentPart>
        </mc:Choice>
        <mc:Fallback xmlns="">
          <p:sp>
            <p:nvSpPr>
              <p:cNvPr id="1049345" name=""/>
              <p:cNvSpPr/>
              <p:nvPr/>
            </p:nvSpPr>
            <p:spPr>
              <a:xfrm>
                <a:off x="8365538" y="3338429"/>
                <a:ext cx="345057" cy="134915"/>
              </a:xfrm>
            </p:spPr>
          </p:sp>
        </mc:Fallback>
      </mc:AlternateContent>
      <mc:AlternateContent xmlns:mc="http://schemas.openxmlformats.org/markup-compatibility/2006" xmlns:p14="http://schemas.microsoft.com/office/powerpoint/2010/main">
        <mc:Choice Requires="p14">
          <p:contentPart p14:bwMode="auto" r:id="rId52">
            <p14:nvContentPartPr>
              <p14:cNvPr id="1049346" name="墨迹 1049345"/>
              <p14:cNvContentPartPr/>
              <p14:nvPr/>
            </p14:nvContentPartPr>
            <p14:xfrm>
              <a:off x="8472600" y="2741261"/>
              <a:ext cx="0" cy="0"/>
            </p14:xfrm>
          </p:contentPart>
        </mc:Choice>
        <mc:Fallback xmlns="">
          <p:sp>
            <p:nvSpPr>
              <p:cNvPr id="1049346" name=""/>
              <p:cNvSpPr/>
              <p:nvPr/>
            </p:nvSpPr>
            <p:spPr>
              <a:xfrm>
                <a:off x="8472600" y="2741261"/>
                <a:ext cx="0" cy="0"/>
              </a:xfrm>
            </p:spPr>
          </p:sp>
        </mc:Fallback>
      </mc:AlternateContent>
      <mc:AlternateContent xmlns:mc="http://schemas.openxmlformats.org/markup-compatibility/2006" xmlns:p14="http://schemas.microsoft.com/office/powerpoint/2010/main">
        <mc:Choice Requires="p14">
          <p:contentPart p14:bwMode="auto" r:id="rId53">
            <p14:nvContentPartPr>
              <p14:cNvPr id="1049347" name="墨迹 1049346"/>
              <p14:cNvContentPartPr/>
              <p14:nvPr/>
            </p14:nvContentPartPr>
            <p14:xfrm>
              <a:off x="7470626" y="4009160"/>
              <a:ext cx="1300766" cy="111108"/>
            </p14:xfrm>
          </p:contentPart>
        </mc:Choice>
        <mc:Fallback xmlns="">
          <p:sp>
            <p:nvSpPr>
              <p:cNvPr id="1049347" name=""/>
              <p:cNvSpPr/>
              <p:nvPr/>
            </p:nvSpPr>
            <p:spPr>
              <a:xfrm>
                <a:off x="7470626" y="4009160"/>
                <a:ext cx="1300766" cy="111108"/>
              </a:xfrm>
            </p:spPr>
          </p:sp>
        </mc:Fallback>
      </mc:AlternateContent>
      <mc:AlternateContent xmlns:mc="http://schemas.openxmlformats.org/markup-compatibility/2006" xmlns:p14="http://schemas.microsoft.com/office/powerpoint/2010/main">
        <mc:Choice Requires="p14">
          <p:contentPart p14:bwMode="auto" r:id="rId54">
            <p14:nvContentPartPr>
              <p14:cNvPr id="1049348" name="墨迹 1049347"/>
              <p14:cNvContentPartPr/>
              <p14:nvPr/>
            </p14:nvContentPartPr>
            <p14:xfrm>
              <a:off x="8239684" y="3275519"/>
              <a:ext cx="0" cy="0"/>
            </p14:xfrm>
          </p:contentPart>
        </mc:Choice>
        <mc:Fallback xmlns="">
          <p:sp>
            <p:nvSpPr>
              <p:cNvPr id="1049348" name=""/>
              <p:cNvSpPr/>
              <p:nvPr/>
            </p:nvSpPr>
            <p:spPr>
              <a:xfrm>
                <a:off x="8239684" y="3275519"/>
                <a:ext cx="0" cy="0"/>
              </a:xfrm>
            </p:spPr>
          </p:sp>
        </mc:Fallback>
      </mc:AlternateContent>
      <mc:AlternateContent xmlns:mc="http://schemas.openxmlformats.org/markup-compatibility/2006" xmlns:p14="http://schemas.microsoft.com/office/powerpoint/2010/main">
        <mc:Choice Requires="p14">
          <p:contentPart p14:bwMode="auto" r:id="rId55">
            <p14:nvContentPartPr>
              <p14:cNvPr id="1049349" name="墨迹 1049348"/>
              <p14:cNvContentPartPr/>
              <p14:nvPr/>
            </p14:nvContentPartPr>
            <p14:xfrm>
              <a:off x="8288338" y="-284374"/>
              <a:ext cx="0" cy="0"/>
            </p14:xfrm>
          </p:contentPart>
        </mc:Choice>
        <mc:Fallback xmlns="">
          <p:sp>
            <p:nvSpPr>
              <p:cNvPr id="1049349" name=""/>
              <p:cNvSpPr/>
              <p:nvPr/>
            </p:nvSpPr>
            <p:spPr>
              <a:xfrm>
                <a:off x="8288338" y="-284374"/>
                <a:ext cx="0" cy="0"/>
              </a:xfrm>
            </p:spPr>
          </p:sp>
        </mc:Fallback>
      </mc:AlternateContent>
      <mc:AlternateContent xmlns:mc="http://schemas.openxmlformats.org/markup-compatibility/2006" xmlns:p14="http://schemas.microsoft.com/office/powerpoint/2010/main">
        <mc:Choice Requires="p14">
          <p:contentPart p14:bwMode="auto" r:id="rId56">
            <p14:nvContentPartPr>
              <p14:cNvPr id="1049350" name="墨迹 1049349"/>
              <p14:cNvContentPartPr/>
              <p14:nvPr/>
            </p14:nvContentPartPr>
            <p14:xfrm>
              <a:off x="10911029" y="-3731407"/>
              <a:ext cx="0" cy="0"/>
            </p14:xfrm>
          </p:contentPart>
        </mc:Choice>
        <mc:Fallback xmlns="">
          <p:sp>
            <p:nvSpPr>
              <p:cNvPr id="1049350" name=""/>
              <p:cNvSpPr/>
              <p:nvPr/>
            </p:nvSpPr>
            <p:spPr>
              <a:xfrm>
                <a:off x="10911029" y="-3731407"/>
                <a:ext cx="0" cy="0"/>
              </a:xfrm>
            </p:spPr>
          </p:sp>
        </mc:Fallback>
      </mc:AlternateContent>
      <mc:AlternateContent xmlns:mc="http://schemas.openxmlformats.org/markup-compatibility/2006" xmlns:p14="http://schemas.microsoft.com/office/powerpoint/2010/main">
        <mc:Choice Requires="p14">
          <p:contentPart p14:bwMode="auto" r:id="rId57">
            <p14:nvContentPartPr>
              <p14:cNvPr id="1049351" name="墨迹 1049350"/>
              <p14:cNvContentPartPr/>
              <p14:nvPr/>
            </p14:nvContentPartPr>
            <p14:xfrm>
              <a:off x="8879363" y="6520459"/>
              <a:ext cx="0" cy="0"/>
            </p14:xfrm>
          </p:contentPart>
        </mc:Choice>
        <mc:Fallback xmlns="">
          <p:sp>
            <p:nvSpPr>
              <p:cNvPr id="1049351" name=""/>
              <p:cNvSpPr/>
              <p:nvPr/>
            </p:nvSpPr>
            <p:spPr>
              <a:xfrm>
                <a:off x="8879363" y="6520459"/>
                <a:ext cx="0" cy="0"/>
              </a:xfrm>
            </p:spPr>
          </p:sp>
        </mc:Fallback>
      </mc:AlternateContent>
      <mc:AlternateContent xmlns:mc="http://schemas.openxmlformats.org/markup-compatibility/2006" xmlns:p14="http://schemas.microsoft.com/office/powerpoint/2010/main">
        <mc:Choice Requires="p14">
          <p:contentPart p14:bwMode="auto" r:id="rId58">
            <p14:nvContentPartPr>
              <p14:cNvPr id="1049352" name="墨迹 1049351"/>
              <p14:cNvContentPartPr/>
              <p14:nvPr/>
            </p14:nvContentPartPr>
            <p14:xfrm>
              <a:off x="2702811" y="4385740"/>
              <a:ext cx="1428620" cy="100768"/>
            </p14:xfrm>
          </p:contentPart>
        </mc:Choice>
        <mc:Fallback xmlns="">
          <p:sp>
            <p:nvSpPr>
              <p:cNvPr id="1049352" name=""/>
              <p:cNvSpPr/>
              <p:nvPr/>
            </p:nvSpPr>
            <p:spPr>
              <a:xfrm>
                <a:off x="2702811" y="4385740"/>
                <a:ext cx="1428620" cy="100768"/>
              </a:xfrm>
            </p:spPr>
          </p:sp>
        </mc:Fallback>
      </mc:AlternateContent>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353" name="TextBox 11"/>
          <p:cNvSpPr txBox="1"/>
          <p:nvPr/>
        </p:nvSpPr>
        <p:spPr>
          <a:xfrm>
            <a:off x="1014578" y="1212811"/>
            <a:ext cx="9980347" cy="400110"/>
          </a:xfrm>
          <a:prstGeom prst="rect">
            <a:avLst/>
          </a:prstGeom>
          <a:noFill/>
          <a:ln w="9525">
            <a:noFill/>
          </a:ln>
        </p:spPr>
        <p:txBody>
          <a:bodyPr wrap="square" anchor="t">
            <a:spAutoFit/>
          </a:bodyPr>
          <a:lstStyle/>
          <a:p>
            <a:pPr marL="342900" indent="-342900">
              <a:buFont typeface="Wingdings" panose="05000000000000000000" pitchFamily="2" charset="2"/>
              <a:buChar char="Ø"/>
            </a:pPr>
            <a:r>
              <a:rPr lang="en-US" altLang="zh-CN" sz="2000" b="1" dirty="0">
                <a:solidFill>
                  <a:srgbClr val="004C54"/>
                </a:solidFill>
                <a:latin typeface="微软雅黑" panose="020B0503020204020204" pitchFamily="34" charset="-122"/>
                <a:ea typeface="微软雅黑" panose="020B0503020204020204" pitchFamily="34" charset="-122"/>
              </a:rPr>
              <a:t>Robert</a:t>
            </a:r>
            <a:r>
              <a:rPr lang="zh-CN" altLang="en-US" sz="2000" b="1" dirty="0">
                <a:solidFill>
                  <a:srgbClr val="004C54"/>
                </a:solidFill>
                <a:latin typeface="微软雅黑" panose="020B0503020204020204" pitchFamily="34" charset="-122"/>
                <a:ea typeface="微软雅黑" panose="020B0503020204020204" pitchFamily="34" charset="-122"/>
              </a:rPr>
              <a:t>算子</a:t>
            </a:r>
            <a:endParaRPr lang="en-US" altLang="zh-CN" sz="2000" b="1" dirty="0">
              <a:solidFill>
                <a:srgbClr val="004C54"/>
              </a:solidFill>
              <a:latin typeface="微软雅黑" panose="020B0503020204020204" pitchFamily="34" charset="-122"/>
              <a:ea typeface="微软雅黑" panose="020B0503020204020204" pitchFamily="34" charset="-122"/>
            </a:endParaRPr>
          </a:p>
        </p:txBody>
      </p:sp>
      <p:graphicFrame>
        <p:nvGraphicFramePr>
          <p:cNvPr id="4194321" name="Object 6"/>
          <p:cNvGraphicFramePr>
            <a:graphicFrameLocks noChangeAspect="1"/>
          </p:cNvGraphicFramePr>
          <p:nvPr/>
        </p:nvGraphicFramePr>
        <p:xfrm>
          <a:off x="2065933" y="1844824"/>
          <a:ext cx="7010400" cy="508000"/>
        </p:xfrm>
        <a:graphic>
          <a:graphicData uri="http://schemas.openxmlformats.org/presentationml/2006/ole">
            <mc:AlternateContent xmlns:mc="http://schemas.openxmlformats.org/markup-compatibility/2006">
              <mc:Choice xmlns:v="urn:schemas-microsoft-com:vml" Requires="v">
                <p:oleObj r:id="rId2" imgW="3149600" imgH="228600" progId="Equation.2">
                  <p:embed/>
                </p:oleObj>
              </mc:Choice>
              <mc:Fallback>
                <p:oleObj r:id="rId2" imgW="3149600" imgH="228600" progId="Equation.2">
                  <p:embed/>
                  <p:pic>
                    <p:nvPicPr>
                      <p:cNvPr id="2097232" name="Object 6"/>
                      <p:cNvPicPr>
                        <a:picLocks noChangeAspect="1" noChangeArrowheads="1"/>
                      </p:cNvPicPr>
                      <p:nvPr/>
                    </p:nvPicPr>
                    <p:blipFill>
                      <a:blip r:embed="rId3"/>
                      <a:srcRect/>
                      <a:stretch>
                        <a:fillRect/>
                      </a:stretch>
                    </p:blipFill>
                    <p:spPr bwMode="auto">
                      <a:xfrm>
                        <a:off x="2065933" y="1844824"/>
                        <a:ext cx="7010400" cy="508000"/>
                      </a:xfrm>
                      <a:prstGeom prst="rect">
                        <a:avLst/>
                      </a:prstGeom>
                      <a:noFill/>
                      <a:ln>
                        <a:noFill/>
                      </a:ln>
                    </p:spPr>
                  </p:pic>
                </p:oleObj>
              </mc:Fallback>
            </mc:AlternateContent>
          </a:graphicData>
        </a:graphic>
      </p:graphicFrame>
      <p:graphicFrame>
        <p:nvGraphicFramePr>
          <p:cNvPr id="4194322" name="表格 5"/>
          <p:cNvGraphicFramePr>
            <a:graphicFrameLocks noGrp="1"/>
          </p:cNvGraphicFramePr>
          <p:nvPr/>
        </p:nvGraphicFramePr>
        <p:xfrm>
          <a:off x="4426418" y="2478056"/>
          <a:ext cx="975882" cy="730598"/>
        </p:xfrm>
        <a:graphic>
          <a:graphicData uri="http://schemas.openxmlformats.org/drawingml/2006/table">
            <a:tbl>
              <a:tblPr firstRow="1" bandRow="1">
                <a:tableStyleId>{16D9F66E-5EB9-4882-86FB-DCBF35E3C3E4}</a:tableStyleId>
              </a:tblPr>
              <a:tblGrid>
                <a:gridCol w="487941">
                  <a:extLst>
                    <a:ext uri="{9D8B030D-6E8A-4147-A177-3AD203B41FA5}">
                      <a16:colId xmlns:a16="http://schemas.microsoft.com/office/drawing/2014/main" val="20000"/>
                    </a:ext>
                  </a:extLst>
                </a:gridCol>
                <a:gridCol w="487941">
                  <a:extLst>
                    <a:ext uri="{9D8B030D-6E8A-4147-A177-3AD203B41FA5}">
                      <a16:colId xmlns:a16="http://schemas.microsoft.com/office/drawing/2014/main" val="20001"/>
                    </a:ext>
                  </a:extLst>
                </a:gridCol>
              </a:tblGrid>
              <a:tr h="365299">
                <a:tc>
                  <a:txBody>
                    <a:bodyPr/>
                    <a:lstStyle/>
                    <a:p>
                      <a:pPr algn="ctr"/>
                      <a:r>
                        <a:rPr lang="en-US" altLang="zh-CN" sz="1400" b="0" dirty="0"/>
                        <a:t>1</a:t>
                      </a:r>
                      <a:endParaRPr lang="zh-CN" altLang="en-US" sz="1400" b="0" dirty="0"/>
                    </a:p>
                  </a:txBody>
                  <a:tcPr/>
                </a:tc>
                <a:tc>
                  <a:txBody>
                    <a:bodyPr/>
                    <a:lstStyle/>
                    <a:p>
                      <a:pPr algn="ctr"/>
                      <a:r>
                        <a:rPr lang="en-US" altLang="zh-CN" sz="1400" b="0" dirty="0"/>
                        <a:t>0</a:t>
                      </a:r>
                      <a:endParaRPr lang="zh-CN" altLang="en-US" sz="1400" b="0" dirty="0"/>
                    </a:p>
                  </a:txBody>
                  <a:tcPr/>
                </a:tc>
                <a:extLst>
                  <a:ext uri="{0D108BD9-81ED-4DB2-BD59-A6C34878D82A}">
                    <a16:rowId xmlns:a16="http://schemas.microsoft.com/office/drawing/2014/main" val="10000"/>
                  </a:ext>
                </a:extLst>
              </a:tr>
              <a:tr h="365299">
                <a:tc>
                  <a:txBody>
                    <a:bodyPr/>
                    <a:lstStyle/>
                    <a:p>
                      <a:pPr algn="ctr"/>
                      <a:r>
                        <a:rPr lang="en-US" altLang="zh-CN" sz="1400" dirty="0"/>
                        <a:t>0</a:t>
                      </a:r>
                      <a:endParaRPr lang="zh-CN" altLang="en-US" sz="1400" dirty="0"/>
                    </a:p>
                  </a:txBody>
                  <a:tcPr/>
                </a:tc>
                <a:tc>
                  <a:txBody>
                    <a:bodyPr/>
                    <a:lstStyle/>
                    <a:p>
                      <a:pPr algn="ctr"/>
                      <a:r>
                        <a:rPr lang="en-US" altLang="zh-CN" sz="1400" dirty="0"/>
                        <a:t>-1</a:t>
                      </a:r>
                      <a:endParaRPr lang="zh-CN" altLang="en-US" sz="1400" dirty="0"/>
                    </a:p>
                  </a:txBody>
                  <a:tcPr/>
                </a:tc>
                <a:extLst>
                  <a:ext uri="{0D108BD9-81ED-4DB2-BD59-A6C34878D82A}">
                    <a16:rowId xmlns:a16="http://schemas.microsoft.com/office/drawing/2014/main" val="10001"/>
                  </a:ext>
                </a:extLst>
              </a:tr>
            </a:tbl>
          </a:graphicData>
        </a:graphic>
      </p:graphicFrame>
      <p:graphicFrame>
        <p:nvGraphicFramePr>
          <p:cNvPr id="4194323" name="表格 5"/>
          <p:cNvGraphicFramePr>
            <a:graphicFrameLocks noGrp="1"/>
          </p:cNvGraphicFramePr>
          <p:nvPr/>
        </p:nvGraphicFramePr>
        <p:xfrm>
          <a:off x="5807459" y="2479580"/>
          <a:ext cx="975882" cy="730598"/>
        </p:xfrm>
        <a:graphic>
          <a:graphicData uri="http://schemas.openxmlformats.org/drawingml/2006/table">
            <a:tbl>
              <a:tblPr firstRow="1" bandRow="1">
                <a:tableStyleId>{16D9F66E-5EB9-4882-86FB-DCBF35E3C3E4}</a:tableStyleId>
              </a:tblPr>
              <a:tblGrid>
                <a:gridCol w="487941">
                  <a:extLst>
                    <a:ext uri="{9D8B030D-6E8A-4147-A177-3AD203B41FA5}">
                      <a16:colId xmlns:a16="http://schemas.microsoft.com/office/drawing/2014/main" val="20000"/>
                    </a:ext>
                  </a:extLst>
                </a:gridCol>
                <a:gridCol w="487941">
                  <a:extLst>
                    <a:ext uri="{9D8B030D-6E8A-4147-A177-3AD203B41FA5}">
                      <a16:colId xmlns:a16="http://schemas.microsoft.com/office/drawing/2014/main" val="20001"/>
                    </a:ext>
                  </a:extLst>
                </a:gridCol>
              </a:tblGrid>
              <a:tr h="365299">
                <a:tc>
                  <a:txBody>
                    <a:bodyPr/>
                    <a:lstStyle/>
                    <a:p>
                      <a:pPr algn="ctr"/>
                      <a:r>
                        <a:rPr lang="en-US" altLang="zh-CN" sz="1400" b="0" dirty="0"/>
                        <a:t>0</a:t>
                      </a:r>
                      <a:endParaRPr lang="zh-CN" altLang="en-US" sz="1400" b="0" dirty="0"/>
                    </a:p>
                  </a:txBody>
                  <a:tcPr/>
                </a:tc>
                <a:tc>
                  <a:txBody>
                    <a:bodyPr/>
                    <a:lstStyle/>
                    <a:p>
                      <a:pPr algn="ctr"/>
                      <a:r>
                        <a:rPr lang="en-US" altLang="zh-CN" sz="1400" b="0" dirty="0"/>
                        <a:t>1</a:t>
                      </a:r>
                      <a:endParaRPr lang="zh-CN" altLang="en-US" sz="1400" b="0" dirty="0"/>
                    </a:p>
                  </a:txBody>
                  <a:tcPr/>
                </a:tc>
                <a:extLst>
                  <a:ext uri="{0D108BD9-81ED-4DB2-BD59-A6C34878D82A}">
                    <a16:rowId xmlns:a16="http://schemas.microsoft.com/office/drawing/2014/main" val="10000"/>
                  </a:ext>
                </a:extLst>
              </a:tr>
              <a:tr h="365299">
                <a:tc>
                  <a:txBody>
                    <a:bodyPr/>
                    <a:lstStyle/>
                    <a:p>
                      <a:pPr algn="ctr"/>
                      <a:r>
                        <a:rPr lang="en-US" altLang="zh-CN" sz="1400" dirty="0"/>
                        <a:t>-1</a:t>
                      </a:r>
                      <a:endParaRPr lang="zh-CN" altLang="en-US" sz="1400" dirty="0"/>
                    </a:p>
                  </a:txBody>
                  <a:tcPr/>
                </a:tc>
                <a:tc>
                  <a:txBody>
                    <a:bodyPr/>
                    <a:lstStyle/>
                    <a:p>
                      <a:pPr algn="ctr"/>
                      <a:r>
                        <a:rPr lang="en-US" altLang="zh-CN" sz="1400" dirty="0"/>
                        <a:t>0</a:t>
                      </a:r>
                      <a:endParaRPr lang="zh-CN" altLang="en-US" sz="1400" dirty="0"/>
                    </a:p>
                  </a:txBody>
                  <a:tcPr/>
                </a:tc>
                <a:extLst>
                  <a:ext uri="{0D108BD9-81ED-4DB2-BD59-A6C34878D82A}">
                    <a16:rowId xmlns:a16="http://schemas.microsoft.com/office/drawing/2014/main" val="10001"/>
                  </a:ext>
                </a:extLst>
              </a:tr>
            </a:tbl>
          </a:graphicData>
        </a:graphic>
      </p:graphicFrame>
      <p:sp>
        <p:nvSpPr>
          <p:cNvPr id="1049354" name="TextBox 7"/>
          <p:cNvSpPr txBox="1">
            <a:spLocks noRot="1" noChangeAspect="1" noMove="1" noResize="1" noEditPoints="1" noAdjustHandles="1" noChangeArrowheads="1" noChangeShapeType="1" noTextEdit="1"/>
          </p:cNvSpPr>
          <p:nvPr/>
        </p:nvSpPr>
        <p:spPr>
          <a:xfrm>
            <a:off x="4727339" y="3203395"/>
            <a:ext cx="528350" cy="400110"/>
          </a:xfrm>
          <a:prstGeom prst="rect">
            <a:avLst/>
          </a:prstGeom>
          <a:blipFill>
            <a:blip r:embed="rId4"/>
            <a:stretch>
              <a:fillRect/>
            </a:stretch>
          </a:blipFill>
        </p:spPr>
        <p:txBody>
          <a:bodyPr/>
          <a:lstStyle/>
          <a:p>
            <a:r>
              <a:rPr lang="zh-CN" altLang="en-US">
                <a:noFill/>
              </a:rPr>
              <a:t> </a:t>
            </a:r>
          </a:p>
        </p:txBody>
      </p:sp>
      <p:sp>
        <p:nvSpPr>
          <p:cNvPr id="1049355" name="TextBox 13"/>
          <p:cNvSpPr txBox="1">
            <a:spLocks noRot="1" noChangeAspect="1" noMove="1" noResize="1" noEditPoints="1" noAdjustHandles="1" noChangeArrowheads="1" noChangeShapeType="1" noTextEdit="1"/>
          </p:cNvSpPr>
          <p:nvPr/>
        </p:nvSpPr>
        <p:spPr>
          <a:xfrm>
            <a:off x="6025350" y="3218830"/>
            <a:ext cx="535916" cy="424283"/>
          </a:xfrm>
          <a:prstGeom prst="rect">
            <a:avLst/>
          </a:prstGeom>
          <a:blipFill>
            <a:blip r:embed="rId5"/>
            <a:stretch>
              <a:fillRect b="-5714"/>
            </a:stretch>
          </a:blipFill>
        </p:spPr>
        <p:txBody>
          <a:bodyPr/>
          <a:lstStyle/>
          <a:p>
            <a:r>
              <a:rPr lang="zh-CN" altLang="en-US">
                <a:noFill/>
              </a:rPr>
              <a:t> </a:t>
            </a:r>
          </a:p>
        </p:txBody>
      </p:sp>
      <p:sp>
        <p:nvSpPr>
          <p:cNvPr id="1049356" name="TextBox 11"/>
          <p:cNvSpPr txBox="1"/>
          <p:nvPr/>
        </p:nvSpPr>
        <p:spPr>
          <a:xfrm>
            <a:off x="1035176" y="3709451"/>
            <a:ext cx="9980347" cy="400110"/>
          </a:xfrm>
          <a:prstGeom prst="rect">
            <a:avLst/>
          </a:prstGeom>
          <a:noFill/>
          <a:ln w="9525">
            <a:noFill/>
          </a:ln>
        </p:spPr>
        <p:txBody>
          <a:bodyPr wrap="square" anchor="t">
            <a:spAutoFit/>
          </a:bodyPr>
          <a:lstStyle/>
          <a:p>
            <a:pPr marL="342900" indent="-342900">
              <a:spcAft>
                <a:spcPts val="1200"/>
              </a:spcAft>
              <a:buFont typeface="Wingdings" panose="05000000000000000000" pitchFamily="2" charset="2"/>
              <a:buChar char="Ø"/>
            </a:pPr>
            <a:r>
              <a:rPr lang="en-US" altLang="zh-CN" sz="2000" b="1" dirty="0">
                <a:solidFill>
                  <a:srgbClr val="004C54"/>
                </a:solidFill>
                <a:latin typeface="微软雅黑" panose="020B0503020204020204" pitchFamily="34" charset="-122"/>
                <a:ea typeface="微软雅黑" panose="020B0503020204020204" pitchFamily="34" charset="-122"/>
              </a:rPr>
              <a:t>Sobel</a:t>
            </a:r>
            <a:r>
              <a:rPr lang="zh-CN" altLang="en-US" sz="2000" b="1" dirty="0">
                <a:solidFill>
                  <a:srgbClr val="004C54"/>
                </a:solidFill>
                <a:latin typeface="微软雅黑" panose="020B0503020204020204" pitchFamily="34" charset="-122"/>
                <a:ea typeface="微软雅黑" panose="020B0503020204020204" pitchFamily="34" charset="-122"/>
              </a:rPr>
              <a:t>算子</a:t>
            </a:r>
          </a:p>
        </p:txBody>
      </p:sp>
      <p:graphicFrame>
        <p:nvGraphicFramePr>
          <p:cNvPr id="4194324" name="Object 9"/>
          <p:cNvGraphicFramePr>
            <a:graphicFrameLocks noChangeAspect="1"/>
          </p:cNvGraphicFramePr>
          <p:nvPr/>
        </p:nvGraphicFramePr>
        <p:xfrm>
          <a:off x="2152123" y="4205585"/>
          <a:ext cx="3250177" cy="663575"/>
        </p:xfrm>
        <a:graphic>
          <a:graphicData uri="http://schemas.openxmlformats.org/presentationml/2006/ole">
            <mc:AlternateContent xmlns:mc="http://schemas.openxmlformats.org/markup-compatibility/2006">
              <mc:Choice xmlns:v="urn:schemas-microsoft-com:vml" Requires="v">
                <p:oleObj name="公式" r:id="rId6" imgW="875920" imgH="304668" progId="Equation.3">
                  <p:embed/>
                </p:oleObj>
              </mc:Choice>
              <mc:Fallback>
                <p:oleObj name="公式" r:id="rId6" imgW="875920" imgH="304668" progId="Equation.3">
                  <p:embed/>
                  <p:pic>
                    <p:nvPicPr>
                      <p:cNvPr id="2097233" name="Object 9"/>
                      <p:cNvPicPr>
                        <a:picLocks noChangeAspect="1" noChangeArrowheads="1"/>
                      </p:cNvPicPr>
                      <p:nvPr/>
                    </p:nvPicPr>
                    <p:blipFill>
                      <a:blip r:embed="rId7"/>
                      <a:srcRect/>
                      <a:stretch>
                        <a:fillRect/>
                      </a:stretch>
                    </p:blipFill>
                    <p:spPr bwMode="auto">
                      <a:xfrm>
                        <a:off x="2152123" y="4205585"/>
                        <a:ext cx="3250177" cy="663575"/>
                      </a:xfrm>
                      <a:prstGeom prst="rect">
                        <a:avLst/>
                      </a:prstGeom>
                      <a:noFill/>
                      <a:ln>
                        <a:noFill/>
                      </a:ln>
                      <a:effectLst/>
                    </p:spPr>
                  </p:pic>
                </p:oleObj>
              </mc:Fallback>
            </mc:AlternateContent>
          </a:graphicData>
        </a:graphic>
      </p:graphicFrame>
      <p:graphicFrame>
        <p:nvGraphicFramePr>
          <p:cNvPr id="4194325" name="表格 5"/>
          <p:cNvGraphicFramePr>
            <a:graphicFrameLocks noGrp="1"/>
          </p:cNvGraphicFramePr>
          <p:nvPr/>
        </p:nvGraphicFramePr>
        <p:xfrm>
          <a:off x="4144166" y="4957992"/>
          <a:ext cx="1306143" cy="1095897"/>
        </p:xfrm>
        <a:graphic>
          <a:graphicData uri="http://schemas.openxmlformats.org/drawingml/2006/table">
            <a:tbl>
              <a:tblPr firstRow="1" bandRow="1">
                <a:tableStyleId>{16D9F66E-5EB9-4882-86FB-DCBF35E3C3E4}</a:tableStyleId>
              </a:tblPr>
              <a:tblGrid>
                <a:gridCol w="435381">
                  <a:extLst>
                    <a:ext uri="{9D8B030D-6E8A-4147-A177-3AD203B41FA5}">
                      <a16:colId xmlns:a16="http://schemas.microsoft.com/office/drawing/2014/main" val="20000"/>
                    </a:ext>
                  </a:extLst>
                </a:gridCol>
                <a:gridCol w="435381">
                  <a:extLst>
                    <a:ext uri="{9D8B030D-6E8A-4147-A177-3AD203B41FA5}">
                      <a16:colId xmlns:a16="http://schemas.microsoft.com/office/drawing/2014/main" val="20001"/>
                    </a:ext>
                  </a:extLst>
                </a:gridCol>
                <a:gridCol w="435381">
                  <a:extLst>
                    <a:ext uri="{9D8B030D-6E8A-4147-A177-3AD203B41FA5}">
                      <a16:colId xmlns:a16="http://schemas.microsoft.com/office/drawing/2014/main" val="20002"/>
                    </a:ext>
                  </a:extLst>
                </a:gridCol>
              </a:tblGrid>
              <a:tr h="365299">
                <a:tc>
                  <a:txBody>
                    <a:bodyPr/>
                    <a:lstStyle/>
                    <a:p>
                      <a:pPr algn="ctr"/>
                      <a:r>
                        <a:rPr lang="en-US" altLang="zh-CN" sz="1400" b="0" dirty="0"/>
                        <a:t>-1</a:t>
                      </a:r>
                      <a:endParaRPr lang="zh-CN" altLang="en-US" sz="1400" b="0" dirty="0"/>
                    </a:p>
                  </a:txBody>
                  <a:tcPr/>
                </a:tc>
                <a:tc>
                  <a:txBody>
                    <a:bodyPr/>
                    <a:lstStyle/>
                    <a:p>
                      <a:pPr algn="ctr"/>
                      <a:r>
                        <a:rPr lang="en-US" altLang="zh-CN" sz="1400" b="0" dirty="0"/>
                        <a:t>0</a:t>
                      </a:r>
                      <a:endParaRPr lang="zh-CN" altLang="en-US" sz="1400" b="0" dirty="0"/>
                    </a:p>
                  </a:txBody>
                  <a:tcPr/>
                </a:tc>
                <a:tc>
                  <a:txBody>
                    <a:bodyPr/>
                    <a:lstStyle/>
                    <a:p>
                      <a:pPr algn="ctr"/>
                      <a:r>
                        <a:rPr lang="en-US" altLang="zh-CN" sz="1400" b="0" dirty="0"/>
                        <a:t>1</a:t>
                      </a:r>
                      <a:endParaRPr lang="zh-CN" altLang="en-US" sz="1400" b="0" dirty="0"/>
                    </a:p>
                  </a:txBody>
                  <a:tcPr/>
                </a:tc>
                <a:extLst>
                  <a:ext uri="{0D108BD9-81ED-4DB2-BD59-A6C34878D82A}">
                    <a16:rowId xmlns:a16="http://schemas.microsoft.com/office/drawing/2014/main" val="10000"/>
                  </a:ext>
                </a:extLst>
              </a:tr>
              <a:tr h="365299">
                <a:tc>
                  <a:txBody>
                    <a:bodyPr/>
                    <a:lstStyle/>
                    <a:p>
                      <a:pPr algn="ctr"/>
                      <a:r>
                        <a:rPr lang="en-US" altLang="zh-CN" sz="1400" dirty="0"/>
                        <a:t>-2</a:t>
                      </a:r>
                    </a:p>
                  </a:txBody>
                  <a:tcPr/>
                </a:tc>
                <a:tc>
                  <a:txBody>
                    <a:bodyPr/>
                    <a:lstStyle/>
                    <a:p>
                      <a:pPr algn="ctr"/>
                      <a:r>
                        <a:rPr lang="en-US" altLang="zh-CN" sz="1400" dirty="0"/>
                        <a:t>0</a:t>
                      </a:r>
                      <a:endParaRPr lang="zh-CN" altLang="en-US" sz="1400" dirty="0"/>
                    </a:p>
                  </a:txBody>
                  <a:tcPr/>
                </a:tc>
                <a:tc>
                  <a:txBody>
                    <a:bodyPr/>
                    <a:lstStyle/>
                    <a:p>
                      <a:pPr algn="ctr"/>
                      <a:r>
                        <a:rPr lang="en-US" altLang="zh-CN" sz="1400" dirty="0"/>
                        <a:t>2</a:t>
                      </a:r>
                      <a:endParaRPr lang="zh-CN" altLang="en-US" sz="1400" dirty="0"/>
                    </a:p>
                  </a:txBody>
                  <a:tcPr/>
                </a:tc>
                <a:extLst>
                  <a:ext uri="{0D108BD9-81ED-4DB2-BD59-A6C34878D82A}">
                    <a16:rowId xmlns:a16="http://schemas.microsoft.com/office/drawing/2014/main" val="10001"/>
                  </a:ext>
                </a:extLst>
              </a:tr>
              <a:tr h="365299">
                <a:tc>
                  <a:txBody>
                    <a:bodyPr/>
                    <a:lstStyle/>
                    <a:p>
                      <a:pPr algn="ctr"/>
                      <a:r>
                        <a:rPr lang="en-US" altLang="zh-CN" sz="1400" dirty="0"/>
                        <a:t>-1</a:t>
                      </a:r>
                    </a:p>
                  </a:txBody>
                  <a:tcPr/>
                </a:tc>
                <a:tc>
                  <a:txBody>
                    <a:bodyPr/>
                    <a:lstStyle/>
                    <a:p>
                      <a:pPr algn="ctr"/>
                      <a:r>
                        <a:rPr lang="en-US" altLang="zh-CN" sz="1400" dirty="0"/>
                        <a:t>0</a:t>
                      </a:r>
                      <a:endParaRPr lang="zh-CN" altLang="en-US" sz="1400" dirty="0"/>
                    </a:p>
                  </a:txBody>
                  <a:tcPr/>
                </a:tc>
                <a:tc>
                  <a:txBody>
                    <a:bodyPr/>
                    <a:lstStyle/>
                    <a:p>
                      <a:pPr algn="ctr"/>
                      <a:r>
                        <a:rPr lang="en-US" altLang="zh-CN" sz="1400" dirty="0"/>
                        <a:t>1</a:t>
                      </a:r>
                      <a:endParaRPr lang="zh-CN" altLang="en-US" sz="1400" dirty="0"/>
                    </a:p>
                  </a:txBody>
                  <a:tcPr/>
                </a:tc>
                <a:extLst>
                  <a:ext uri="{0D108BD9-81ED-4DB2-BD59-A6C34878D82A}">
                    <a16:rowId xmlns:a16="http://schemas.microsoft.com/office/drawing/2014/main" val="10002"/>
                  </a:ext>
                </a:extLst>
              </a:tr>
            </a:tbl>
          </a:graphicData>
        </a:graphic>
      </p:graphicFrame>
      <p:sp>
        <p:nvSpPr>
          <p:cNvPr id="1049357" name="TextBox 23"/>
          <p:cNvSpPr txBox="1">
            <a:spLocks noRot="1" noChangeAspect="1" noMove="1" noResize="1" noEditPoints="1" noAdjustHandles="1" noChangeArrowheads="1" noChangeShapeType="1" noTextEdit="1"/>
          </p:cNvSpPr>
          <p:nvPr/>
        </p:nvSpPr>
        <p:spPr>
          <a:xfrm>
            <a:off x="4554276" y="6084004"/>
            <a:ext cx="506421" cy="400110"/>
          </a:xfrm>
          <a:prstGeom prst="rect">
            <a:avLst/>
          </a:prstGeom>
          <a:blipFill rotWithShape="0">
            <a:blip r:embed="rId8"/>
            <a:stretch>
              <a:fillRect/>
            </a:stretch>
          </a:blipFill>
        </p:spPr>
        <p:txBody>
          <a:bodyPr/>
          <a:lstStyle/>
          <a:p>
            <a:r>
              <a:rPr lang="zh-CN" altLang="en-US">
                <a:noFill/>
              </a:rPr>
              <a:t> </a:t>
            </a:r>
          </a:p>
        </p:txBody>
      </p:sp>
      <p:sp>
        <p:nvSpPr>
          <p:cNvPr id="1049358" name="TextBox 24"/>
          <p:cNvSpPr txBox="1">
            <a:spLocks noRot="1" noChangeAspect="1" noMove="1" noResize="1" noEditPoints="1" noAdjustHandles="1" noChangeArrowheads="1" noChangeShapeType="1" noTextEdit="1"/>
          </p:cNvSpPr>
          <p:nvPr/>
        </p:nvSpPr>
        <p:spPr>
          <a:xfrm>
            <a:off x="6145260" y="6098240"/>
            <a:ext cx="513987" cy="424283"/>
          </a:xfrm>
          <a:prstGeom prst="rect">
            <a:avLst/>
          </a:prstGeom>
          <a:blipFill rotWithShape="0">
            <a:blip r:embed="rId9"/>
            <a:stretch>
              <a:fillRect b="-5714"/>
            </a:stretch>
          </a:blipFill>
        </p:spPr>
        <p:txBody>
          <a:bodyPr/>
          <a:lstStyle/>
          <a:p>
            <a:r>
              <a:rPr lang="zh-CN" altLang="en-US">
                <a:noFill/>
              </a:rPr>
              <a:t> </a:t>
            </a:r>
          </a:p>
        </p:txBody>
      </p:sp>
      <p:graphicFrame>
        <p:nvGraphicFramePr>
          <p:cNvPr id="4194326" name="表格 5"/>
          <p:cNvGraphicFramePr>
            <a:graphicFrameLocks noGrp="1"/>
          </p:cNvGraphicFramePr>
          <p:nvPr/>
        </p:nvGraphicFramePr>
        <p:xfrm>
          <a:off x="5743282" y="4957992"/>
          <a:ext cx="1306143" cy="1095897"/>
        </p:xfrm>
        <a:graphic>
          <a:graphicData uri="http://schemas.openxmlformats.org/drawingml/2006/table">
            <a:tbl>
              <a:tblPr firstRow="1" bandRow="1">
                <a:tableStyleId>{16D9F66E-5EB9-4882-86FB-DCBF35E3C3E4}</a:tableStyleId>
              </a:tblPr>
              <a:tblGrid>
                <a:gridCol w="435381">
                  <a:extLst>
                    <a:ext uri="{9D8B030D-6E8A-4147-A177-3AD203B41FA5}">
                      <a16:colId xmlns:a16="http://schemas.microsoft.com/office/drawing/2014/main" val="20000"/>
                    </a:ext>
                  </a:extLst>
                </a:gridCol>
                <a:gridCol w="435381">
                  <a:extLst>
                    <a:ext uri="{9D8B030D-6E8A-4147-A177-3AD203B41FA5}">
                      <a16:colId xmlns:a16="http://schemas.microsoft.com/office/drawing/2014/main" val="20001"/>
                    </a:ext>
                  </a:extLst>
                </a:gridCol>
                <a:gridCol w="435381">
                  <a:extLst>
                    <a:ext uri="{9D8B030D-6E8A-4147-A177-3AD203B41FA5}">
                      <a16:colId xmlns:a16="http://schemas.microsoft.com/office/drawing/2014/main" val="20002"/>
                    </a:ext>
                  </a:extLst>
                </a:gridCol>
              </a:tblGrid>
              <a:tr h="365299">
                <a:tc>
                  <a:txBody>
                    <a:bodyPr/>
                    <a:lstStyle/>
                    <a:p>
                      <a:pPr algn="ctr"/>
                      <a:r>
                        <a:rPr lang="en-US" altLang="zh-CN" sz="1400" b="0" dirty="0"/>
                        <a:t>1</a:t>
                      </a:r>
                      <a:endParaRPr lang="zh-CN" altLang="en-US" sz="1400" b="0" dirty="0"/>
                    </a:p>
                  </a:txBody>
                  <a:tcPr/>
                </a:tc>
                <a:tc>
                  <a:txBody>
                    <a:bodyPr/>
                    <a:lstStyle/>
                    <a:p>
                      <a:pPr algn="ctr"/>
                      <a:r>
                        <a:rPr lang="en-US" altLang="zh-CN" sz="1400" b="0" dirty="0"/>
                        <a:t>2</a:t>
                      </a:r>
                      <a:endParaRPr lang="zh-CN" altLang="en-US" sz="1400" b="0" dirty="0"/>
                    </a:p>
                  </a:txBody>
                  <a:tcPr/>
                </a:tc>
                <a:tc>
                  <a:txBody>
                    <a:bodyPr/>
                    <a:lstStyle/>
                    <a:p>
                      <a:pPr algn="ctr"/>
                      <a:r>
                        <a:rPr lang="en-US" altLang="zh-CN" sz="1400" b="0" dirty="0"/>
                        <a:t>1</a:t>
                      </a:r>
                      <a:endParaRPr lang="zh-CN" altLang="en-US" sz="1400" b="0" dirty="0"/>
                    </a:p>
                  </a:txBody>
                  <a:tcPr/>
                </a:tc>
                <a:extLst>
                  <a:ext uri="{0D108BD9-81ED-4DB2-BD59-A6C34878D82A}">
                    <a16:rowId xmlns:a16="http://schemas.microsoft.com/office/drawing/2014/main" val="10000"/>
                  </a:ext>
                </a:extLst>
              </a:tr>
              <a:tr h="365299">
                <a:tc>
                  <a:txBody>
                    <a:bodyPr/>
                    <a:lstStyle/>
                    <a:p>
                      <a:pPr algn="ctr"/>
                      <a:r>
                        <a:rPr lang="en-US" altLang="zh-CN" sz="1400" dirty="0"/>
                        <a:t>0</a:t>
                      </a:r>
                    </a:p>
                  </a:txBody>
                  <a:tcPr/>
                </a:tc>
                <a:tc>
                  <a:txBody>
                    <a:bodyPr/>
                    <a:lstStyle/>
                    <a:p>
                      <a:pPr algn="ctr"/>
                      <a:r>
                        <a:rPr lang="en-US" altLang="zh-CN" sz="1400" dirty="0"/>
                        <a:t>0</a:t>
                      </a:r>
                      <a:endParaRPr lang="zh-CN" altLang="en-US" sz="1400" dirty="0"/>
                    </a:p>
                  </a:txBody>
                  <a:tcPr/>
                </a:tc>
                <a:tc>
                  <a:txBody>
                    <a:bodyPr/>
                    <a:lstStyle/>
                    <a:p>
                      <a:pPr algn="ctr"/>
                      <a:r>
                        <a:rPr lang="en-US" altLang="zh-CN" sz="1400" dirty="0"/>
                        <a:t>0</a:t>
                      </a:r>
                      <a:endParaRPr lang="zh-CN" altLang="en-US" sz="1400" dirty="0"/>
                    </a:p>
                  </a:txBody>
                  <a:tcPr/>
                </a:tc>
                <a:extLst>
                  <a:ext uri="{0D108BD9-81ED-4DB2-BD59-A6C34878D82A}">
                    <a16:rowId xmlns:a16="http://schemas.microsoft.com/office/drawing/2014/main" val="10001"/>
                  </a:ext>
                </a:extLst>
              </a:tr>
              <a:tr h="365299">
                <a:tc>
                  <a:txBody>
                    <a:bodyPr/>
                    <a:lstStyle/>
                    <a:p>
                      <a:pPr algn="ctr"/>
                      <a:r>
                        <a:rPr lang="en-US" altLang="zh-CN" sz="1400" dirty="0"/>
                        <a:t>-1</a:t>
                      </a:r>
                    </a:p>
                  </a:txBody>
                  <a:tcPr/>
                </a:tc>
                <a:tc>
                  <a:txBody>
                    <a:bodyPr/>
                    <a:lstStyle/>
                    <a:p>
                      <a:pPr algn="ctr"/>
                      <a:r>
                        <a:rPr lang="en-US" altLang="zh-CN" sz="1400" dirty="0"/>
                        <a:t>-2</a:t>
                      </a:r>
                      <a:endParaRPr lang="zh-CN" altLang="en-US" sz="1400" dirty="0"/>
                    </a:p>
                  </a:txBody>
                  <a:tcPr/>
                </a:tc>
                <a:tc>
                  <a:txBody>
                    <a:bodyPr/>
                    <a:lstStyle/>
                    <a:p>
                      <a:pPr algn="ctr"/>
                      <a:r>
                        <a:rPr lang="en-US" altLang="zh-CN" sz="1400" dirty="0"/>
                        <a:t>-1</a:t>
                      </a:r>
                      <a:endParaRPr lang="zh-CN" altLang="en-US" sz="1400" dirty="0"/>
                    </a:p>
                  </a:txBody>
                  <a:tcPr/>
                </a:tc>
                <a:extLst>
                  <a:ext uri="{0D108BD9-81ED-4DB2-BD59-A6C34878D82A}">
                    <a16:rowId xmlns:a16="http://schemas.microsoft.com/office/drawing/2014/main" val="10002"/>
                  </a:ext>
                </a:extLst>
              </a:tr>
            </a:tbl>
          </a:graphicData>
        </a:graphic>
      </p:graphicFrame>
      <p:sp>
        <p:nvSpPr>
          <p:cNvPr id="1049359" name="TextBox 27"/>
          <p:cNvSpPr txBox="1"/>
          <p:nvPr/>
        </p:nvSpPr>
        <p:spPr>
          <a:xfrm>
            <a:off x="1012825" y="176213"/>
            <a:ext cx="2621280" cy="574040"/>
          </a:xfrm>
          <a:prstGeom prst="rect">
            <a:avLst/>
          </a:prstGeom>
          <a:noFill/>
          <a:ln w="9525">
            <a:noFill/>
          </a:ln>
        </p:spPr>
        <p:txBody>
          <a:bodyPr wrap="none" anchor="t">
            <a:spAutoFit/>
          </a:bodyPr>
          <a:lstStyle/>
          <a:p>
            <a:r>
              <a:rPr lang="zh-CN" altLang="en-US" sz="3200" dirty="0">
                <a:solidFill>
                  <a:srgbClr val="004C54"/>
                </a:solidFill>
                <a:latin typeface="黑体" panose="02010609060101010101" pitchFamily="49" charset="-122"/>
                <a:ea typeface="黑体" panose="02010609060101010101" pitchFamily="49" charset="-122"/>
              </a:rPr>
              <a:t>三、边缘检测</a:t>
            </a:r>
            <a:endParaRPr lang="en-US" altLang="zh-CN" sz="3200" dirty="0">
              <a:solidFill>
                <a:srgbClr val="004C54"/>
              </a:solidFill>
              <a:latin typeface="黑体" panose="02010609060101010101" pitchFamily="49" charset="-122"/>
              <a:ea typeface="黑体" panose="02010609060101010101" pitchFamily="49" charset="-122"/>
            </a:endParaRPr>
          </a:p>
        </p:txBody>
      </p:sp>
      <p:sp>
        <p:nvSpPr>
          <p:cNvPr id="1049360" name="Freeform 5"/>
          <p:cNvSpPr/>
          <p:nvPr/>
        </p:nvSpPr>
        <p:spPr>
          <a:xfrm>
            <a:off x="427038" y="220663"/>
            <a:ext cx="589713" cy="69621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a:p>
        </p:txBody>
      </p:sp>
      <mc:AlternateContent xmlns:mc="http://schemas.openxmlformats.org/markup-compatibility/2006" xmlns:p14="http://schemas.microsoft.com/office/powerpoint/2010/main">
        <mc:Choice Requires="p14">
          <p:contentPart p14:bwMode="auto" r:id="rId10">
            <p14:nvContentPartPr>
              <p14:cNvPr id="1049361" name="墨迹 1049360"/>
              <p14:cNvContentPartPr/>
              <p14:nvPr/>
            </p14:nvContentPartPr>
            <p14:xfrm>
              <a:off x="3296162" y="1277687"/>
              <a:ext cx="315151" cy="199375"/>
            </p14:xfrm>
          </p:contentPart>
        </mc:Choice>
        <mc:Fallback xmlns="">
          <p:sp>
            <p:nvSpPr>
              <p:cNvPr id="1049361" name=""/>
              <p:cNvSpPr/>
              <p:nvPr/>
            </p:nvSpPr>
            <p:spPr>
              <a:xfrm>
                <a:off x="3296162" y="1277687"/>
                <a:ext cx="315151" cy="199375"/>
              </a:xfrm>
            </p:spPr>
          </p:sp>
        </mc:Fallback>
      </mc:AlternateContent>
      <mc:AlternateContent xmlns:mc="http://schemas.openxmlformats.org/markup-compatibility/2006" xmlns:p14="http://schemas.microsoft.com/office/powerpoint/2010/main">
        <mc:Choice Requires="p14">
          <p:contentPart p14:bwMode="auto" r:id="rId11">
            <p14:nvContentPartPr>
              <p14:cNvPr id="1049362" name="墨迹 1049361"/>
              <p14:cNvContentPartPr/>
              <p14:nvPr/>
            </p14:nvContentPartPr>
            <p14:xfrm>
              <a:off x="3645265" y="1160297"/>
              <a:ext cx="226729" cy="97387"/>
            </p14:xfrm>
          </p:contentPart>
        </mc:Choice>
        <mc:Fallback xmlns="">
          <p:sp>
            <p:nvSpPr>
              <p:cNvPr id="1049362" name=""/>
              <p:cNvSpPr/>
              <p:nvPr/>
            </p:nvSpPr>
            <p:spPr>
              <a:xfrm>
                <a:off x="3645265" y="1160297"/>
                <a:ext cx="226729" cy="97387"/>
              </a:xfrm>
            </p:spPr>
          </p:sp>
        </mc:Fallback>
      </mc:AlternateContent>
      <mc:AlternateContent xmlns:mc="http://schemas.openxmlformats.org/markup-compatibility/2006" xmlns:p14="http://schemas.microsoft.com/office/powerpoint/2010/main">
        <mc:Choice Requires="p14">
          <p:contentPart p14:bwMode="auto" r:id="rId12">
            <p14:nvContentPartPr>
              <p14:cNvPr id="1049363" name="墨迹 1049362"/>
              <p14:cNvContentPartPr/>
              <p14:nvPr/>
            </p14:nvContentPartPr>
            <p14:xfrm>
              <a:off x="3671470" y="1088600"/>
              <a:ext cx="147482" cy="300436"/>
            </p14:xfrm>
          </p:contentPart>
        </mc:Choice>
        <mc:Fallback xmlns="">
          <p:sp>
            <p:nvSpPr>
              <p:cNvPr id="1049363" name=""/>
              <p:cNvSpPr/>
              <p:nvPr/>
            </p:nvSpPr>
            <p:spPr>
              <a:xfrm>
                <a:off x="3671470" y="1088600"/>
                <a:ext cx="147482" cy="300436"/>
              </a:xfrm>
            </p:spPr>
          </p:sp>
        </mc:Fallback>
      </mc:AlternateContent>
      <mc:AlternateContent xmlns:mc="http://schemas.openxmlformats.org/markup-compatibility/2006" xmlns:p14="http://schemas.microsoft.com/office/powerpoint/2010/main">
        <mc:Choice Requires="p14">
          <p:contentPart p14:bwMode="auto" r:id="rId13">
            <p14:nvContentPartPr>
              <p14:cNvPr id="1049364" name="墨迹 1049363"/>
              <p14:cNvContentPartPr/>
              <p14:nvPr/>
            </p14:nvContentPartPr>
            <p14:xfrm>
              <a:off x="3741002" y="1265036"/>
              <a:ext cx="15053" cy="231421"/>
            </p14:xfrm>
          </p:contentPart>
        </mc:Choice>
        <mc:Fallback xmlns="">
          <p:sp>
            <p:nvSpPr>
              <p:cNvPr id="1049364" name=""/>
              <p:cNvSpPr/>
              <p:nvPr/>
            </p:nvSpPr>
            <p:spPr>
              <a:xfrm>
                <a:off x="3741002" y="1265036"/>
                <a:ext cx="15053" cy="231421"/>
              </a:xfrm>
            </p:spPr>
          </p:sp>
        </mc:Fallback>
      </mc:AlternateContent>
      <mc:AlternateContent xmlns:mc="http://schemas.openxmlformats.org/markup-compatibility/2006" xmlns:p14="http://schemas.microsoft.com/office/powerpoint/2010/main">
        <mc:Choice Requires="p14">
          <p:contentPart p14:bwMode="auto" r:id="rId14">
            <p14:nvContentPartPr>
              <p14:cNvPr id="1049365" name="墨迹 1049364"/>
              <p14:cNvContentPartPr/>
              <p14:nvPr/>
            </p14:nvContentPartPr>
            <p14:xfrm>
              <a:off x="3760672" y="1218639"/>
              <a:ext cx="140923" cy="295870"/>
            </p14:xfrm>
          </p:contentPart>
        </mc:Choice>
        <mc:Fallback xmlns="">
          <p:sp>
            <p:nvSpPr>
              <p:cNvPr id="1049365" name=""/>
              <p:cNvSpPr/>
              <p:nvPr/>
            </p:nvSpPr>
            <p:spPr>
              <a:xfrm>
                <a:off x="3760672" y="1218639"/>
                <a:ext cx="140923" cy="295870"/>
              </a:xfrm>
            </p:spPr>
          </p:sp>
        </mc:Fallback>
      </mc:AlternateContent>
      <mc:AlternateContent xmlns:mc="http://schemas.openxmlformats.org/markup-compatibility/2006" xmlns:p14="http://schemas.microsoft.com/office/powerpoint/2010/main">
        <mc:Choice Requires="p14">
          <p:contentPart p14:bwMode="auto" r:id="rId15">
            <p14:nvContentPartPr>
              <p14:cNvPr id="1049366" name="墨迹 1049365"/>
              <p14:cNvContentPartPr/>
              <p14:nvPr/>
            </p14:nvContentPartPr>
            <p14:xfrm>
              <a:off x="4277691" y="1002830"/>
              <a:ext cx="132000" cy="54102"/>
            </p14:xfrm>
          </p:contentPart>
        </mc:Choice>
        <mc:Fallback xmlns="">
          <p:sp>
            <p:nvSpPr>
              <p:cNvPr id="1049366" name=""/>
              <p:cNvSpPr/>
              <p:nvPr/>
            </p:nvSpPr>
            <p:spPr>
              <a:xfrm>
                <a:off x="4277691" y="1002830"/>
                <a:ext cx="132000" cy="54102"/>
              </a:xfrm>
            </p:spPr>
          </p:sp>
        </mc:Fallback>
      </mc:AlternateContent>
      <mc:AlternateContent xmlns:mc="http://schemas.openxmlformats.org/markup-compatibility/2006" xmlns:p14="http://schemas.microsoft.com/office/powerpoint/2010/main">
        <mc:Choice Requires="p14">
          <p:contentPart p14:bwMode="auto" r:id="rId16">
            <p14:nvContentPartPr>
              <p14:cNvPr id="1049367" name="墨迹 1049366"/>
              <p14:cNvContentPartPr/>
              <p14:nvPr/>
            </p14:nvContentPartPr>
            <p14:xfrm>
              <a:off x="4458455" y="973238"/>
              <a:ext cx="5846" cy="170976"/>
            </p14:xfrm>
          </p:contentPart>
        </mc:Choice>
        <mc:Fallback xmlns="">
          <p:sp>
            <p:nvSpPr>
              <p:cNvPr id="1049367" name=""/>
              <p:cNvSpPr/>
              <p:nvPr/>
            </p:nvSpPr>
            <p:spPr>
              <a:xfrm>
                <a:off x="4458455" y="973238"/>
                <a:ext cx="5846" cy="170976"/>
              </a:xfrm>
            </p:spPr>
          </p:sp>
        </mc:Fallback>
      </mc:AlternateContent>
      <mc:AlternateContent xmlns:mc="http://schemas.openxmlformats.org/markup-compatibility/2006" xmlns:p14="http://schemas.microsoft.com/office/powerpoint/2010/main">
        <mc:Choice Requires="p14">
          <p:contentPart p14:bwMode="auto" r:id="rId17">
            <p14:nvContentPartPr>
              <p14:cNvPr id="1049368" name="墨迹 1049367"/>
              <p14:cNvContentPartPr/>
              <p14:nvPr/>
            </p14:nvContentPartPr>
            <p14:xfrm>
              <a:off x="4788940" y="1249202"/>
              <a:ext cx="10386" cy="281634"/>
            </p14:xfrm>
          </p:contentPart>
        </mc:Choice>
        <mc:Fallback xmlns="">
          <p:sp>
            <p:nvSpPr>
              <p:cNvPr id="1049368" name=""/>
              <p:cNvSpPr/>
              <p:nvPr/>
            </p:nvSpPr>
            <p:spPr>
              <a:xfrm>
                <a:off x="4788940" y="1249202"/>
                <a:ext cx="10386" cy="281634"/>
              </a:xfrm>
            </p:spPr>
          </p:sp>
        </mc:Fallback>
      </mc:AlternateContent>
      <mc:AlternateContent xmlns:mc="http://schemas.openxmlformats.org/markup-compatibility/2006" xmlns:p14="http://schemas.microsoft.com/office/powerpoint/2010/main">
        <mc:Choice Requires="p14">
          <p:contentPart p14:bwMode="auto" r:id="rId18">
            <p14:nvContentPartPr>
              <p14:cNvPr id="1049369" name="墨迹 1049368"/>
              <p14:cNvContentPartPr/>
              <p14:nvPr/>
            </p14:nvContentPartPr>
            <p14:xfrm>
              <a:off x="5982816" y="992666"/>
              <a:ext cx="212899" cy="53030"/>
            </p14:xfrm>
          </p:contentPart>
        </mc:Choice>
        <mc:Fallback xmlns="">
          <p:sp>
            <p:nvSpPr>
              <p:cNvPr id="1049369" name=""/>
              <p:cNvSpPr/>
              <p:nvPr/>
            </p:nvSpPr>
            <p:spPr>
              <a:xfrm>
                <a:off x="5982816" y="992666"/>
                <a:ext cx="212899" cy="53030"/>
              </a:xfrm>
            </p:spPr>
          </p:sp>
        </mc:Fallback>
      </mc:AlternateContent>
      <mc:AlternateContent xmlns:mc="http://schemas.openxmlformats.org/markup-compatibility/2006" xmlns:p14="http://schemas.microsoft.com/office/powerpoint/2010/main">
        <mc:Choice Requires="p14">
          <p:contentPart p14:bwMode="auto" r:id="rId19">
            <p14:nvContentPartPr>
              <p14:cNvPr id="1049370" name="墨迹 1049369"/>
              <p14:cNvContentPartPr/>
              <p14:nvPr/>
            </p14:nvContentPartPr>
            <p14:xfrm>
              <a:off x="6194898" y="875972"/>
              <a:ext cx="17576" cy="207120"/>
            </p14:xfrm>
          </p:contentPart>
        </mc:Choice>
        <mc:Fallback xmlns="">
          <p:sp>
            <p:nvSpPr>
              <p:cNvPr id="1049370" name=""/>
              <p:cNvSpPr/>
              <p:nvPr/>
            </p:nvSpPr>
            <p:spPr>
              <a:xfrm>
                <a:off x="6194898" y="875972"/>
                <a:ext cx="17576" cy="207120"/>
              </a:xfrm>
            </p:spPr>
          </p:sp>
        </mc:Fallback>
      </mc:AlternateContent>
      <mc:AlternateContent xmlns:mc="http://schemas.openxmlformats.org/markup-compatibility/2006" xmlns:p14="http://schemas.microsoft.com/office/powerpoint/2010/main">
        <mc:Choice Requires="p14">
          <p:contentPart p14:bwMode="auto" r:id="rId20">
            <p14:nvContentPartPr>
              <p14:cNvPr id="1049371" name="墨迹 1049370"/>
              <p14:cNvContentPartPr/>
              <p14:nvPr/>
            </p14:nvContentPartPr>
            <p14:xfrm>
              <a:off x="9611760" y="2747779"/>
              <a:ext cx="0" cy="0"/>
            </p14:xfrm>
          </p:contentPart>
        </mc:Choice>
        <mc:Fallback xmlns="">
          <p:sp>
            <p:nvSpPr>
              <p:cNvPr id="1049371" name=""/>
              <p:cNvSpPr/>
              <p:nvPr/>
            </p:nvSpPr>
            <p:spPr>
              <a:xfrm>
                <a:off x="9611760" y="2747779"/>
                <a:ext cx="0" cy="0"/>
              </a:xfrm>
            </p:spPr>
          </p:sp>
        </mc:Fallback>
      </mc:AlternateContent>
      <mc:AlternateContent xmlns:mc="http://schemas.openxmlformats.org/markup-compatibility/2006" xmlns:p14="http://schemas.microsoft.com/office/powerpoint/2010/main">
        <mc:Choice Requires="p14">
          <p:contentPart p14:bwMode="auto" r:id="rId21">
            <p14:nvContentPartPr>
              <p14:cNvPr id="1049372" name="墨迹 1049371"/>
              <p14:cNvContentPartPr/>
              <p14:nvPr/>
            </p14:nvContentPartPr>
            <p14:xfrm>
              <a:off x="5796590" y="1241285"/>
              <a:ext cx="27542" cy="383614"/>
            </p14:xfrm>
          </p:contentPart>
        </mc:Choice>
        <mc:Fallback xmlns="">
          <p:sp>
            <p:nvSpPr>
              <p:cNvPr id="1049372" name=""/>
              <p:cNvSpPr/>
              <p:nvPr/>
            </p:nvSpPr>
            <p:spPr>
              <a:xfrm>
                <a:off x="5796590" y="1241285"/>
                <a:ext cx="27542" cy="383614"/>
              </a:xfrm>
            </p:spPr>
          </p:sp>
        </mc:Fallback>
      </mc:AlternateContent>
      <mc:AlternateContent xmlns:mc="http://schemas.openxmlformats.org/markup-compatibility/2006" xmlns:p14="http://schemas.microsoft.com/office/powerpoint/2010/main">
        <mc:Choice Requires="p14">
          <p:contentPart p14:bwMode="auto" r:id="rId22">
            <p14:nvContentPartPr>
              <p14:cNvPr id="1049373" name="墨迹 1049372"/>
              <p14:cNvContentPartPr/>
              <p14:nvPr/>
            </p14:nvContentPartPr>
            <p14:xfrm>
              <a:off x="331762" y="1153796"/>
              <a:ext cx="225219" cy="118485"/>
            </p14:xfrm>
          </p:contentPart>
        </mc:Choice>
        <mc:Fallback xmlns="">
          <p:sp>
            <p:nvSpPr>
              <p:cNvPr id="1049373" name=""/>
              <p:cNvSpPr/>
              <p:nvPr/>
            </p:nvSpPr>
            <p:spPr>
              <a:xfrm>
                <a:off x="331762" y="1153796"/>
                <a:ext cx="225219" cy="118485"/>
              </a:xfrm>
            </p:spPr>
          </p:sp>
        </mc:Fallback>
      </mc:AlternateContent>
      <mc:AlternateContent xmlns:mc="http://schemas.openxmlformats.org/markup-compatibility/2006" xmlns:p14="http://schemas.microsoft.com/office/powerpoint/2010/main">
        <mc:Choice Requires="p14">
          <p:contentPart p14:bwMode="auto" r:id="rId23">
            <p14:nvContentPartPr>
              <p14:cNvPr id="1049374" name="墨迹 1049373"/>
              <p14:cNvContentPartPr/>
              <p14:nvPr/>
            </p14:nvContentPartPr>
            <p14:xfrm>
              <a:off x="646146" y="943472"/>
              <a:ext cx="167333" cy="657616"/>
            </p14:xfrm>
          </p:contentPart>
        </mc:Choice>
        <mc:Fallback xmlns="">
          <p:sp>
            <p:nvSpPr>
              <p:cNvPr id="1049374" name=""/>
              <p:cNvSpPr/>
              <p:nvPr/>
            </p:nvSpPr>
            <p:spPr>
              <a:xfrm>
                <a:off x="646146" y="943472"/>
                <a:ext cx="167333" cy="657616"/>
              </a:xfrm>
            </p:spPr>
          </p:sp>
        </mc:Fallback>
      </mc:AlternateContent>
      <mc:AlternateContent xmlns:mc="http://schemas.openxmlformats.org/markup-compatibility/2006" xmlns:p14="http://schemas.microsoft.com/office/powerpoint/2010/main">
        <mc:Choice Requires="p14">
          <p:contentPart p14:bwMode="auto" r:id="rId24">
            <p14:nvContentPartPr>
              <p14:cNvPr id="1049375" name="墨迹 1049374"/>
              <p14:cNvContentPartPr/>
              <p14:nvPr/>
            </p14:nvContentPartPr>
            <p14:xfrm>
              <a:off x="591213" y="931261"/>
              <a:ext cx="251742" cy="316087"/>
            </p14:xfrm>
          </p:contentPart>
        </mc:Choice>
        <mc:Fallback xmlns="">
          <p:sp>
            <p:nvSpPr>
              <p:cNvPr id="1049375" name=""/>
              <p:cNvSpPr/>
              <p:nvPr/>
            </p:nvSpPr>
            <p:spPr>
              <a:xfrm>
                <a:off x="591213" y="931261"/>
                <a:ext cx="251742" cy="316087"/>
              </a:xfrm>
            </p:spPr>
          </p:sp>
        </mc:Fallback>
      </mc:AlternateContent>
      <mc:AlternateContent xmlns:mc="http://schemas.openxmlformats.org/markup-compatibility/2006" xmlns:p14="http://schemas.microsoft.com/office/powerpoint/2010/main">
        <mc:Choice Requires="p14">
          <p:contentPart p14:bwMode="auto" r:id="rId25">
            <p14:nvContentPartPr>
              <p14:cNvPr id="1049376" name="墨迹 1049375"/>
              <p14:cNvContentPartPr/>
              <p14:nvPr/>
            </p14:nvContentPartPr>
            <p14:xfrm>
              <a:off x="814108" y="820894"/>
              <a:ext cx="120223" cy="268567"/>
            </p14:xfrm>
          </p:contentPart>
        </mc:Choice>
        <mc:Fallback xmlns="">
          <p:sp>
            <p:nvSpPr>
              <p:cNvPr id="1049376" name=""/>
              <p:cNvSpPr/>
              <p:nvPr/>
            </p:nvSpPr>
            <p:spPr>
              <a:xfrm>
                <a:off x="814108" y="820894"/>
                <a:ext cx="120223" cy="268567"/>
              </a:xfrm>
            </p:spPr>
          </p:sp>
        </mc:Fallback>
      </mc:AlternateContent>
      <mc:AlternateContent xmlns:mc="http://schemas.openxmlformats.org/markup-compatibility/2006" xmlns:p14="http://schemas.microsoft.com/office/powerpoint/2010/main">
        <mc:Choice Requires="p14">
          <p:contentPart p14:bwMode="auto" r:id="rId26">
            <p14:nvContentPartPr>
              <p14:cNvPr id="1049377" name="墨迹 1049376"/>
              <p14:cNvContentPartPr/>
              <p14:nvPr/>
            </p14:nvContentPartPr>
            <p14:xfrm>
              <a:off x="919120" y="952560"/>
              <a:ext cx="97054" cy="47287"/>
            </p14:xfrm>
          </p:contentPart>
        </mc:Choice>
        <mc:Fallback xmlns="">
          <p:sp>
            <p:nvSpPr>
              <p:cNvPr id="1049377" name=""/>
              <p:cNvSpPr/>
              <p:nvPr/>
            </p:nvSpPr>
            <p:spPr>
              <a:xfrm>
                <a:off x="919120" y="952560"/>
                <a:ext cx="97054" cy="47287"/>
              </a:xfrm>
            </p:spPr>
          </p:sp>
        </mc:Fallback>
      </mc:AlternateContent>
      <mc:AlternateContent xmlns:mc="http://schemas.openxmlformats.org/markup-compatibility/2006" xmlns:p14="http://schemas.microsoft.com/office/powerpoint/2010/main">
        <mc:Choice Requires="p14">
          <p:contentPart p14:bwMode="auto" r:id="rId27">
            <p14:nvContentPartPr>
              <p14:cNvPr id="1049378" name="墨迹 1049377"/>
              <p14:cNvContentPartPr/>
              <p14:nvPr/>
            </p14:nvContentPartPr>
            <p14:xfrm>
              <a:off x="893766" y="1061910"/>
              <a:ext cx="195755" cy="281811"/>
            </p14:xfrm>
          </p:contentPart>
        </mc:Choice>
        <mc:Fallback xmlns="">
          <p:sp>
            <p:nvSpPr>
              <p:cNvPr id="1049378" name=""/>
              <p:cNvSpPr/>
              <p:nvPr/>
            </p:nvSpPr>
            <p:spPr>
              <a:xfrm>
                <a:off x="893766" y="1061910"/>
                <a:ext cx="195755" cy="281811"/>
              </a:xfrm>
            </p:spPr>
          </p:sp>
        </mc:Fallback>
      </mc:AlternateContent>
      <mc:AlternateContent xmlns:mc="http://schemas.openxmlformats.org/markup-compatibility/2006" xmlns:p14="http://schemas.microsoft.com/office/powerpoint/2010/main">
        <mc:Choice Requires="p14">
          <p:contentPart p14:bwMode="auto" r:id="rId28">
            <p14:nvContentPartPr>
              <p14:cNvPr id="1049379" name="墨迹 1049378"/>
              <p14:cNvContentPartPr/>
              <p14:nvPr/>
            </p14:nvContentPartPr>
            <p14:xfrm>
              <a:off x="533745" y="3560400"/>
              <a:ext cx="301257" cy="303652"/>
            </p14:xfrm>
          </p:contentPart>
        </mc:Choice>
        <mc:Fallback xmlns="">
          <p:sp>
            <p:nvSpPr>
              <p:cNvPr id="1049379" name=""/>
              <p:cNvSpPr/>
              <p:nvPr/>
            </p:nvSpPr>
            <p:spPr>
              <a:xfrm>
                <a:off x="533745" y="3560400"/>
                <a:ext cx="301257" cy="303652"/>
              </a:xfrm>
            </p:spPr>
          </p:sp>
        </mc:Fallback>
      </mc:AlternateContent>
      <mc:AlternateContent xmlns:mc="http://schemas.openxmlformats.org/markup-compatibility/2006" xmlns:p14="http://schemas.microsoft.com/office/powerpoint/2010/main">
        <mc:Choice Requires="p14">
          <p:contentPart p14:bwMode="auto" r:id="rId29">
            <p14:nvContentPartPr>
              <p14:cNvPr id="1049380" name="墨迹 1049379"/>
              <p14:cNvContentPartPr/>
              <p14:nvPr/>
            </p14:nvContentPartPr>
            <p14:xfrm>
              <a:off x="832688" y="3395042"/>
              <a:ext cx="214515" cy="685222"/>
            </p14:xfrm>
          </p:contentPart>
        </mc:Choice>
        <mc:Fallback xmlns="">
          <p:sp>
            <p:nvSpPr>
              <p:cNvPr id="1049380" name=""/>
              <p:cNvSpPr/>
              <p:nvPr/>
            </p:nvSpPr>
            <p:spPr>
              <a:xfrm>
                <a:off x="832688" y="3395042"/>
                <a:ext cx="214515" cy="685222"/>
              </a:xfrm>
            </p:spPr>
          </p:sp>
        </mc:Fallback>
      </mc:AlternateContent>
      <mc:AlternateContent xmlns:mc="http://schemas.openxmlformats.org/markup-compatibility/2006" xmlns:p14="http://schemas.microsoft.com/office/powerpoint/2010/main">
        <mc:Choice Requires="p14">
          <p:contentPart p14:bwMode="auto" r:id="rId30">
            <p14:nvContentPartPr>
              <p14:cNvPr id="1049381" name="墨迹 1049380"/>
              <p14:cNvContentPartPr/>
              <p14:nvPr/>
            </p14:nvContentPartPr>
            <p14:xfrm>
              <a:off x="772069" y="3334457"/>
              <a:ext cx="283711" cy="297948"/>
            </p14:xfrm>
          </p:contentPart>
        </mc:Choice>
        <mc:Fallback xmlns="">
          <p:sp>
            <p:nvSpPr>
              <p:cNvPr id="1049381" name=""/>
              <p:cNvSpPr/>
              <p:nvPr/>
            </p:nvSpPr>
            <p:spPr>
              <a:xfrm>
                <a:off x="772069" y="3334457"/>
                <a:ext cx="283711" cy="297948"/>
              </a:xfrm>
            </p:spPr>
          </p:sp>
        </mc:Fallback>
      </mc:AlternateContent>
      <mc:AlternateContent xmlns:mc="http://schemas.openxmlformats.org/markup-compatibility/2006" xmlns:p14="http://schemas.microsoft.com/office/powerpoint/2010/main">
        <mc:Choice Requires="p14">
          <p:contentPart p14:bwMode="auto" r:id="rId31">
            <p14:nvContentPartPr>
              <p14:cNvPr id="1049382" name="墨迹 1049381"/>
              <p14:cNvContentPartPr/>
              <p14:nvPr/>
            </p14:nvContentPartPr>
            <p14:xfrm>
              <a:off x="994940" y="3252586"/>
              <a:ext cx="122782" cy="270824"/>
            </p14:xfrm>
          </p:contentPart>
        </mc:Choice>
        <mc:Fallback xmlns="">
          <p:sp>
            <p:nvSpPr>
              <p:cNvPr id="1049382" name=""/>
              <p:cNvSpPr/>
              <p:nvPr/>
            </p:nvSpPr>
            <p:spPr>
              <a:xfrm>
                <a:off x="994940" y="3252586"/>
                <a:ext cx="122782" cy="270824"/>
              </a:xfrm>
            </p:spPr>
          </p:sp>
        </mc:Fallback>
      </mc:AlternateContent>
      <mc:AlternateContent xmlns:mc="http://schemas.openxmlformats.org/markup-compatibility/2006" xmlns:p14="http://schemas.microsoft.com/office/powerpoint/2010/main">
        <mc:Choice Requires="p14">
          <p:contentPart p14:bwMode="auto" r:id="rId32">
            <p14:nvContentPartPr>
              <p14:cNvPr id="1049383" name="墨迹 1049382"/>
              <p14:cNvContentPartPr/>
              <p14:nvPr/>
            </p14:nvContentPartPr>
            <p14:xfrm>
              <a:off x="1098285" y="3356994"/>
              <a:ext cx="204267" cy="9888"/>
            </p14:xfrm>
          </p:contentPart>
        </mc:Choice>
        <mc:Fallback xmlns="">
          <p:sp>
            <p:nvSpPr>
              <p:cNvPr id="1049383" name=""/>
              <p:cNvSpPr/>
              <p:nvPr/>
            </p:nvSpPr>
            <p:spPr>
              <a:xfrm>
                <a:off x="1098285" y="3356994"/>
                <a:ext cx="204267" cy="9888"/>
              </a:xfrm>
            </p:spPr>
          </p:sp>
        </mc:Fallback>
      </mc:AlternateContent>
      <mc:AlternateContent xmlns:mc="http://schemas.openxmlformats.org/markup-compatibility/2006" xmlns:p14="http://schemas.microsoft.com/office/powerpoint/2010/main">
        <mc:Choice Requires="p14">
          <p:contentPart p14:bwMode="auto" r:id="rId33">
            <p14:nvContentPartPr>
              <p14:cNvPr id="1049384" name="墨迹 1049383"/>
              <p14:cNvContentPartPr/>
              <p14:nvPr/>
            </p14:nvContentPartPr>
            <p14:xfrm>
              <a:off x="1098285" y="3434890"/>
              <a:ext cx="282920" cy="465953"/>
            </p14:xfrm>
          </p:contentPart>
        </mc:Choice>
        <mc:Fallback xmlns="">
          <p:sp>
            <p:nvSpPr>
              <p:cNvPr id="1049384" name=""/>
              <p:cNvSpPr/>
              <p:nvPr/>
            </p:nvSpPr>
            <p:spPr>
              <a:xfrm>
                <a:off x="1098285" y="3434890"/>
                <a:ext cx="282920" cy="465953"/>
              </a:xfrm>
            </p:spPr>
          </p:sp>
        </mc:Fallback>
      </mc:AlternateContent>
      <mc:AlternateContent xmlns:mc="http://schemas.openxmlformats.org/markup-compatibility/2006" xmlns:p14="http://schemas.microsoft.com/office/powerpoint/2010/main">
        <mc:Choice Requires="p14">
          <p:contentPart p14:bwMode="auto" r:id="rId34">
            <p14:nvContentPartPr>
              <p14:cNvPr id="1049385" name="墨迹 1049384"/>
              <p14:cNvContentPartPr/>
              <p14:nvPr/>
            </p14:nvContentPartPr>
            <p14:xfrm>
              <a:off x="1553804" y="3204548"/>
              <a:ext cx="384248" cy="373146"/>
            </p14:xfrm>
          </p:contentPart>
        </mc:Choice>
        <mc:Fallback xmlns="">
          <p:sp>
            <p:nvSpPr>
              <p:cNvPr id="1049385" name=""/>
              <p:cNvSpPr/>
              <p:nvPr/>
            </p:nvSpPr>
            <p:spPr>
              <a:xfrm>
                <a:off x="1553804" y="3204548"/>
                <a:ext cx="384248" cy="373146"/>
              </a:xfrm>
            </p:spPr>
          </p:sp>
        </mc:Fallback>
      </mc:AlternateContent>
      <mc:AlternateContent xmlns:mc="http://schemas.openxmlformats.org/markup-compatibility/2006" xmlns:p14="http://schemas.microsoft.com/office/powerpoint/2010/main">
        <mc:Choice Requires="p14">
          <p:contentPart p14:bwMode="auto" r:id="rId35">
            <p14:nvContentPartPr>
              <p14:cNvPr id="1049386" name="墨迹 1049385"/>
              <p14:cNvContentPartPr/>
              <p14:nvPr/>
            </p14:nvContentPartPr>
            <p14:xfrm>
              <a:off x="1581133" y="3247261"/>
              <a:ext cx="296352" cy="518134"/>
            </p14:xfrm>
          </p:contentPart>
        </mc:Choice>
        <mc:Fallback xmlns="">
          <p:sp>
            <p:nvSpPr>
              <p:cNvPr id="1049386" name=""/>
              <p:cNvSpPr/>
              <p:nvPr/>
            </p:nvSpPr>
            <p:spPr>
              <a:xfrm>
                <a:off x="1581133" y="3247261"/>
                <a:ext cx="296352" cy="518134"/>
              </a:xfrm>
            </p:spPr>
          </p:sp>
        </mc:Fallback>
      </mc:AlternateContent>
      <mc:AlternateContent xmlns:mc="http://schemas.openxmlformats.org/markup-compatibility/2006" xmlns:p14="http://schemas.microsoft.com/office/powerpoint/2010/main">
        <mc:Choice Requires="p14">
          <p:contentPart p14:bwMode="auto" r:id="rId36">
            <p14:nvContentPartPr>
              <p14:cNvPr id="1049387" name="墨迹 1049386"/>
              <p14:cNvContentPartPr/>
              <p14:nvPr/>
            </p14:nvContentPartPr>
            <p14:xfrm>
              <a:off x="614032" y="4635596"/>
              <a:ext cx="382469" cy="228731"/>
            </p14:xfrm>
          </p:contentPart>
        </mc:Choice>
        <mc:Fallback xmlns="">
          <p:sp>
            <p:nvSpPr>
              <p:cNvPr id="1049387" name=""/>
              <p:cNvSpPr/>
              <p:nvPr/>
            </p:nvSpPr>
            <p:spPr>
              <a:xfrm>
                <a:off x="614032" y="4635596"/>
                <a:ext cx="382469" cy="228731"/>
              </a:xfrm>
            </p:spPr>
          </p:sp>
        </mc:Fallback>
      </mc:AlternateContent>
      <mc:AlternateContent xmlns:mc="http://schemas.openxmlformats.org/markup-compatibility/2006" xmlns:p14="http://schemas.microsoft.com/office/powerpoint/2010/main">
        <mc:Choice Requires="p14">
          <p:contentPart p14:bwMode="auto" r:id="rId37">
            <p14:nvContentPartPr>
              <p14:cNvPr id="1049388" name="墨迹 1049387"/>
              <p14:cNvContentPartPr/>
              <p14:nvPr/>
            </p14:nvContentPartPr>
            <p14:xfrm>
              <a:off x="1017154" y="4415425"/>
              <a:ext cx="206253" cy="689860"/>
            </p14:xfrm>
          </p:contentPart>
        </mc:Choice>
        <mc:Fallback xmlns="">
          <p:sp>
            <p:nvSpPr>
              <p:cNvPr id="1049388" name=""/>
              <p:cNvSpPr/>
              <p:nvPr/>
            </p:nvSpPr>
            <p:spPr>
              <a:xfrm>
                <a:off x="1017154" y="4415425"/>
                <a:ext cx="206253" cy="689860"/>
              </a:xfrm>
            </p:spPr>
          </p:sp>
        </mc:Fallback>
      </mc:AlternateContent>
      <mc:AlternateContent xmlns:mc="http://schemas.openxmlformats.org/markup-compatibility/2006" xmlns:p14="http://schemas.microsoft.com/office/powerpoint/2010/main">
        <mc:Choice Requires="p14">
          <p:contentPart p14:bwMode="auto" r:id="rId38">
            <p14:nvContentPartPr>
              <p14:cNvPr id="1049389" name="墨迹 1049388"/>
              <p14:cNvContentPartPr/>
              <p14:nvPr/>
            </p14:nvContentPartPr>
            <p14:xfrm>
              <a:off x="960531" y="4348531"/>
              <a:ext cx="268876" cy="396892"/>
            </p14:xfrm>
          </p:contentPart>
        </mc:Choice>
        <mc:Fallback xmlns="">
          <p:sp>
            <p:nvSpPr>
              <p:cNvPr id="1049389" name=""/>
              <p:cNvSpPr/>
              <p:nvPr/>
            </p:nvSpPr>
            <p:spPr>
              <a:xfrm>
                <a:off x="960531" y="4348531"/>
                <a:ext cx="268876" cy="396892"/>
              </a:xfrm>
            </p:spPr>
          </p:sp>
        </mc:Fallback>
      </mc:AlternateContent>
      <mc:AlternateContent xmlns:mc="http://schemas.openxmlformats.org/markup-compatibility/2006" xmlns:p14="http://schemas.microsoft.com/office/powerpoint/2010/main">
        <mc:Choice Requires="p14">
          <p:contentPart p14:bwMode="auto" r:id="rId39">
            <p14:nvContentPartPr>
              <p14:cNvPr id="1049390" name="墨迹 1049389"/>
              <p14:cNvContentPartPr/>
              <p14:nvPr/>
            </p14:nvContentPartPr>
            <p14:xfrm>
              <a:off x="1191457" y="4357449"/>
              <a:ext cx="257683" cy="284557"/>
            </p14:xfrm>
          </p:contentPart>
        </mc:Choice>
        <mc:Fallback xmlns="">
          <p:sp>
            <p:nvSpPr>
              <p:cNvPr id="1049390" name=""/>
              <p:cNvSpPr/>
              <p:nvPr/>
            </p:nvSpPr>
            <p:spPr>
              <a:xfrm>
                <a:off x="1191457" y="4357449"/>
                <a:ext cx="257683" cy="284557"/>
              </a:xfrm>
            </p:spPr>
          </p:sp>
        </mc:Fallback>
      </mc:AlternateContent>
      <mc:AlternateContent xmlns:mc="http://schemas.openxmlformats.org/markup-compatibility/2006" xmlns:p14="http://schemas.microsoft.com/office/powerpoint/2010/main">
        <mc:Choice Requires="p14">
          <p:contentPart p14:bwMode="auto" r:id="rId40">
            <p14:nvContentPartPr>
              <p14:cNvPr id="1049391" name="墨迹 1049390"/>
              <p14:cNvContentPartPr/>
              <p14:nvPr/>
            </p14:nvContentPartPr>
            <p14:xfrm>
              <a:off x="1295198" y="4576382"/>
              <a:ext cx="338637" cy="358675"/>
            </p14:xfrm>
          </p:contentPart>
        </mc:Choice>
        <mc:Fallback xmlns="">
          <p:sp>
            <p:nvSpPr>
              <p:cNvPr id="1049391" name=""/>
              <p:cNvSpPr/>
              <p:nvPr/>
            </p:nvSpPr>
            <p:spPr>
              <a:xfrm>
                <a:off x="1295198" y="4576382"/>
                <a:ext cx="338637" cy="358675"/>
              </a:xfrm>
            </p:spPr>
          </p:sp>
        </mc:Fallback>
      </mc:AlternateContent>
      <mc:AlternateContent xmlns:mc="http://schemas.openxmlformats.org/markup-compatibility/2006" xmlns:p14="http://schemas.microsoft.com/office/powerpoint/2010/main">
        <mc:Choice Requires="p14">
          <p:contentPart p14:bwMode="auto" r:id="rId41">
            <p14:nvContentPartPr>
              <p14:cNvPr id="1049392" name="墨迹 1049391"/>
              <p14:cNvContentPartPr/>
              <p14:nvPr/>
            </p14:nvContentPartPr>
            <p14:xfrm>
              <a:off x="7083421" y="-2436391"/>
              <a:ext cx="69999" cy="48711"/>
            </p14:xfrm>
          </p:contentPart>
        </mc:Choice>
        <mc:Fallback xmlns="">
          <p:sp>
            <p:nvSpPr>
              <p:cNvPr id="1049392" name=""/>
              <p:cNvSpPr/>
              <p:nvPr/>
            </p:nvSpPr>
            <p:spPr>
              <a:xfrm>
                <a:off x="7083421" y="-2436391"/>
                <a:ext cx="69999" cy="48711"/>
              </a:xfrm>
            </p:spPr>
          </p:sp>
        </mc:Fallback>
      </mc:AlternateContent>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393" name="Text Box 7"/>
          <p:cNvSpPr txBox="1">
            <a:spLocks noChangeArrowheads="1"/>
          </p:cNvSpPr>
          <p:nvPr/>
        </p:nvSpPr>
        <p:spPr bwMode="auto">
          <a:xfrm>
            <a:off x="1981862" y="6018972"/>
            <a:ext cx="2133600" cy="304800"/>
          </a:xfrm>
          <a:prstGeom prst="rect">
            <a:avLst/>
          </a:prstGeom>
          <a:noFill/>
          <a:ln>
            <a:noFill/>
          </a:ln>
          <a:effec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50000"/>
              </a:spcBef>
              <a:buFontTx/>
              <a:buNone/>
            </a:pPr>
            <a:endParaRPr kumimoji="1" lang="zh-CN" altLang="en-US" sz="1400">
              <a:solidFill>
                <a:srgbClr val="004C54"/>
              </a:solidFill>
              <a:latin typeface="Times New Roman" panose="02020603050405020304" pitchFamily="18" charset="0"/>
            </a:endParaRPr>
          </a:p>
        </p:txBody>
      </p:sp>
      <p:graphicFrame>
        <p:nvGraphicFramePr>
          <p:cNvPr id="4194327" name="表格 2"/>
          <p:cNvGraphicFramePr>
            <a:graphicFrameLocks noGrp="1"/>
          </p:cNvGraphicFramePr>
          <p:nvPr/>
        </p:nvGraphicFramePr>
        <p:xfrm>
          <a:off x="1356699" y="2145453"/>
          <a:ext cx="945704" cy="742406"/>
        </p:xfrm>
        <a:graphic>
          <a:graphicData uri="http://schemas.openxmlformats.org/drawingml/2006/table">
            <a:tbl>
              <a:tblPr firstRow="1" bandRow="1">
                <a:tableStyleId>{16D9F66E-5EB9-4882-86FB-DCBF35E3C3E4}</a:tableStyleId>
              </a:tblPr>
              <a:tblGrid>
                <a:gridCol w="472852">
                  <a:extLst>
                    <a:ext uri="{9D8B030D-6E8A-4147-A177-3AD203B41FA5}">
                      <a16:colId xmlns:a16="http://schemas.microsoft.com/office/drawing/2014/main" val="20000"/>
                    </a:ext>
                  </a:extLst>
                </a:gridCol>
                <a:gridCol w="472852">
                  <a:extLst>
                    <a:ext uri="{9D8B030D-6E8A-4147-A177-3AD203B41FA5}">
                      <a16:colId xmlns:a16="http://schemas.microsoft.com/office/drawing/2014/main" val="20001"/>
                    </a:ext>
                  </a:extLst>
                </a:gridCol>
              </a:tblGrid>
              <a:tr h="371203">
                <a:tc>
                  <a:txBody>
                    <a:bodyPr/>
                    <a:lstStyle/>
                    <a:p>
                      <a:pPr algn="ctr"/>
                      <a:r>
                        <a:rPr lang="en-US" altLang="zh-CN" b="0" dirty="0"/>
                        <a:t>1</a:t>
                      </a:r>
                      <a:endParaRPr lang="zh-CN" altLang="en-US" b="0" dirty="0"/>
                    </a:p>
                  </a:txBody>
                  <a:tcPr/>
                </a:tc>
                <a:tc>
                  <a:txBody>
                    <a:bodyPr/>
                    <a:lstStyle/>
                    <a:p>
                      <a:pPr algn="ctr"/>
                      <a:r>
                        <a:rPr lang="en-US" altLang="zh-CN" b="0" dirty="0"/>
                        <a:t>0</a:t>
                      </a:r>
                      <a:endParaRPr lang="zh-CN" altLang="en-US" b="0" dirty="0"/>
                    </a:p>
                  </a:txBody>
                  <a:tcPr/>
                </a:tc>
                <a:extLst>
                  <a:ext uri="{0D108BD9-81ED-4DB2-BD59-A6C34878D82A}">
                    <a16:rowId xmlns:a16="http://schemas.microsoft.com/office/drawing/2014/main" val="10000"/>
                  </a:ext>
                </a:extLst>
              </a:tr>
              <a:tr h="371203">
                <a:tc>
                  <a:txBody>
                    <a:bodyPr/>
                    <a:lstStyle/>
                    <a:p>
                      <a:pPr algn="ctr"/>
                      <a:r>
                        <a:rPr lang="en-US" altLang="zh-CN" dirty="0"/>
                        <a:t>0</a:t>
                      </a:r>
                      <a:endParaRPr lang="zh-CN" altLang="en-US" dirty="0"/>
                    </a:p>
                  </a:txBody>
                  <a:tcPr/>
                </a:tc>
                <a:tc>
                  <a:txBody>
                    <a:bodyPr/>
                    <a:lstStyle/>
                    <a:p>
                      <a:pPr algn="ctr"/>
                      <a:r>
                        <a:rPr lang="en-US" altLang="zh-CN" dirty="0"/>
                        <a:t>-1</a:t>
                      </a:r>
                      <a:endParaRPr lang="zh-CN" altLang="en-US" dirty="0"/>
                    </a:p>
                  </a:txBody>
                  <a:tcPr/>
                </a:tc>
                <a:extLst>
                  <a:ext uri="{0D108BD9-81ED-4DB2-BD59-A6C34878D82A}">
                    <a16:rowId xmlns:a16="http://schemas.microsoft.com/office/drawing/2014/main" val="10001"/>
                  </a:ext>
                </a:extLst>
              </a:tr>
            </a:tbl>
          </a:graphicData>
        </a:graphic>
      </p:graphicFrame>
      <p:graphicFrame>
        <p:nvGraphicFramePr>
          <p:cNvPr id="4194328" name="表格 3"/>
          <p:cNvGraphicFramePr>
            <a:graphicFrameLocks noGrp="1"/>
          </p:cNvGraphicFramePr>
          <p:nvPr/>
        </p:nvGraphicFramePr>
        <p:xfrm>
          <a:off x="2383218" y="2139741"/>
          <a:ext cx="1463823" cy="1095897"/>
        </p:xfrm>
        <a:graphic>
          <a:graphicData uri="http://schemas.openxmlformats.org/drawingml/2006/table">
            <a:tbl>
              <a:tblPr firstRow="1" bandRow="1">
                <a:tableStyleId>{16D9F66E-5EB9-4882-86FB-DCBF35E3C3E4}</a:tableStyleId>
              </a:tblPr>
              <a:tblGrid>
                <a:gridCol w="487941">
                  <a:extLst>
                    <a:ext uri="{9D8B030D-6E8A-4147-A177-3AD203B41FA5}">
                      <a16:colId xmlns:a16="http://schemas.microsoft.com/office/drawing/2014/main" val="20000"/>
                    </a:ext>
                  </a:extLst>
                </a:gridCol>
                <a:gridCol w="487941">
                  <a:extLst>
                    <a:ext uri="{9D8B030D-6E8A-4147-A177-3AD203B41FA5}">
                      <a16:colId xmlns:a16="http://schemas.microsoft.com/office/drawing/2014/main" val="20001"/>
                    </a:ext>
                  </a:extLst>
                </a:gridCol>
                <a:gridCol w="487941">
                  <a:extLst>
                    <a:ext uri="{9D8B030D-6E8A-4147-A177-3AD203B41FA5}">
                      <a16:colId xmlns:a16="http://schemas.microsoft.com/office/drawing/2014/main" val="20002"/>
                    </a:ext>
                  </a:extLst>
                </a:gridCol>
              </a:tblGrid>
              <a:tr h="365299">
                <a:tc>
                  <a:txBody>
                    <a:bodyPr/>
                    <a:lstStyle/>
                    <a:p>
                      <a:pPr algn="ctr"/>
                      <a:r>
                        <a:rPr lang="en-US" altLang="zh-CN" sz="1400" b="0" dirty="0"/>
                        <a:t>0</a:t>
                      </a:r>
                      <a:endParaRPr lang="zh-CN" altLang="en-US" sz="1400" b="0" dirty="0"/>
                    </a:p>
                  </a:txBody>
                  <a:tcPr/>
                </a:tc>
                <a:tc>
                  <a:txBody>
                    <a:bodyPr/>
                    <a:lstStyle/>
                    <a:p>
                      <a:pPr algn="ctr"/>
                      <a:r>
                        <a:rPr lang="en-US" altLang="zh-CN" sz="1400" b="0" dirty="0"/>
                        <a:t>0</a:t>
                      </a:r>
                      <a:endParaRPr lang="zh-CN" altLang="en-US" sz="1400" b="0" dirty="0"/>
                    </a:p>
                  </a:txBody>
                  <a:tcPr/>
                </a:tc>
                <a:tc>
                  <a:txBody>
                    <a:bodyPr/>
                    <a:lstStyle/>
                    <a:p>
                      <a:pPr algn="ctr"/>
                      <a:r>
                        <a:rPr lang="en-US" altLang="zh-CN" sz="1400" b="0" dirty="0"/>
                        <a:t>0</a:t>
                      </a:r>
                      <a:endParaRPr lang="zh-CN" altLang="en-US" sz="1400" b="0" dirty="0"/>
                    </a:p>
                  </a:txBody>
                  <a:tcPr/>
                </a:tc>
                <a:extLst>
                  <a:ext uri="{0D108BD9-81ED-4DB2-BD59-A6C34878D82A}">
                    <a16:rowId xmlns:a16="http://schemas.microsoft.com/office/drawing/2014/main" val="10000"/>
                  </a:ext>
                </a:extLst>
              </a:tr>
              <a:tr h="365299">
                <a:tc>
                  <a:txBody>
                    <a:bodyPr/>
                    <a:lstStyle/>
                    <a:p>
                      <a:pPr algn="ctr"/>
                      <a:r>
                        <a:rPr lang="en-US" altLang="zh-CN" sz="1400" dirty="0"/>
                        <a:t>0</a:t>
                      </a:r>
                      <a:endParaRPr lang="zh-CN" altLang="en-US" sz="1400" dirty="0"/>
                    </a:p>
                  </a:txBody>
                  <a:tcPr/>
                </a:tc>
                <a:tc>
                  <a:txBody>
                    <a:bodyPr/>
                    <a:lstStyle/>
                    <a:p>
                      <a:pPr algn="ctr"/>
                      <a:r>
                        <a:rPr lang="en-US" altLang="zh-CN" sz="1400" dirty="0"/>
                        <a:t>0</a:t>
                      </a:r>
                      <a:endParaRPr lang="zh-CN" altLang="en-US" sz="1400" dirty="0"/>
                    </a:p>
                  </a:txBody>
                  <a:tcPr/>
                </a:tc>
                <a:tc>
                  <a:txBody>
                    <a:bodyPr/>
                    <a:lstStyle/>
                    <a:p>
                      <a:pPr algn="ctr"/>
                      <a:r>
                        <a:rPr lang="en-US" altLang="zh-CN" sz="1400" dirty="0"/>
                        <a:t>0</a:t>
                      </a:r>
                      <a:endParaRPr lang="zh-CN" altLang="en-US" sz="1400" dirty="0"/>
                    </a:p>
                  </a:txBody>
                  <a:tcPr/>
                </a:tc>
                <a:extLst>
                  <a:ext uri="{0D108BD9-81ED-4DB2-BD59-A6C34878D82A}">
                    <a16:rowId xmlns:a16="http://schemas.microsoft.com/office/drawing/2014/main" val="10001"/>
                  </a:ext>
                </a:extLst>
              </a:tr>
              <a:tr h="365299">
                <a:tc>
                  <a:txBody>
                    <a:bodyPr/>
                    <a:lstStyle/>
                    <a:p>
                      <a:pPr algn="ctr"/>
                      <a:r>
                        <a:rPr lang="en-US" altLang="zh-CN" sz="1400" dirty="0"/>
                        <a:t>0</a:t>
                      </a:r>
                      <a:endParaRPr lang="zh-CN" altLang="en-US" sz="1400" dirty="0"/>
                    </a:p>
                  </a:txBody>
                  <a:tcPr/>
                </a:tc>
                <a:tc>
                  <a:txBody>
                    <a:bodyPr/>
                    <a:lstStyle/>
                    <a:p>
                      <a:pPr algn="ctr"/>
                      <a:r>
                        <a:rPr lang="en-US" altLang="zh-CN" sz="1400" dirty="0"/>
                        <a:t>0</a:t>
                      </a:r>
                      <a:endParaRPr lang="zh-CN" altLang="en-US" sz="1400" dirty="0"/>
                    </a:p>
                  </a:txBody>
                  <a:tcPr/>
                </a:tc>
                <a:tc>
                  <a:txBody>
                    <a:bodyPr/>
                    <a:lstStyle/>
                    <a:p>
                      <a:pPr algn="ctr"/>
                      <a:r>
                        <a:rPr lang="en-US" altLang="zh-CN" sz="1400" dirty="0"/>
                        <a:t>0</a:t>
                      </a:r>
                      <a:endParaRPr lang="zh-CN" altLang="en-US" sz="1400" dirty="0"/>
                    </a:p>
                  </a:txBody>
                  <a:tcPr/>
                </a:tc>
                <a:extLst>
                  <a:ext uri="{0D108BD9-81ED-4DB2-BD59-A6C34878D82A}">
                    <a16:rowId xmlns:a16="http://schemas.microsoft.com/office/drawing/2014/main" val="10002"/>
                  </a:ext>
                </a:extLst>
              </a:tr>
            </a:tbl>
          </a:graphicData>
        </a:graphic>
      </p:graphicFrame>
      <p:graphicFrame>
        <p:nvGraphicFramePr>
          <p:cNvPr id="4194329" name="表格 11"/>
          <p:cNvGraphicFramePr>
            <a:graphicFrameLocks noGrp="1"/>
          </p:cNvGraphicFramePr>
          <p:nvPr/>
        </p:nvGraphicFramePr>
        <p:xfrm>
          <a:off x="4037422" y="2148683"/>
          <a:ext cx="1463823" cy="1095897"/>
        </p:xfrm>
        <a:graphic>
          <a:graphicData uri="http://schemas.openxmlformats.org/drawingml/2006/table">
            <a:tbl>
              <a:tblPr firstRow="1" bandRow="1">
                <a:tableStyleId>{16D9F66E-5EB9-4882-86FB-DCBF35E3C3E4}</a:tableStyleId>
              </a:tblPr>
              <a:tblGrid>
                <a:gridCol w="487941">
                  <a:extLst>
                    <a:ext uri="{9D8B030D-6E8A-4147-A177-3AD203B41FA5}">
                      <a16:colId xmlns:a16="http://schemas.microsoft.com/office/drawing/2014/main" val="20000"/>
                    </a:ext>
                  </a:extLst>
                </a:gridCol>
                <a:gridCol w="487941">
                  <a:extLst>
                    <a:ext uri="{9D8B030D-6E8A-4147-A177-3AD203B41FA5}">
                      <a16:colId xmlns:a16="http://schemas.microsoft.com/office/drawing/2014/main" val="20001"/>
                    </a:ext>
                  </a:extLst>
                </a:gridCol>
                <a:gridCol w="487941">
                  <a:extLst>
                    <a:ext uri="{9D8B030D-6E8A-4147-A177-3AD203B41FA5}">
                      <a16:colId xmlns:a16="http://schemas.microsoft.com/office/drawing/2014/main" val="20002"/>
                    </a:ext>
                  </a:extLst>
                </a:gridCol>
              </a:tblGrid>
              <a:tr h="365299">
                <a:tc>
                  <a:txBody>
                    <a:bodyPr/>
                    <a:lstStyle/>
                    <a:p>
                      <a:pPr algn="ctr"/>
                      <a:r>
                        <a:rPr lang="en-US" altLang="zh-CN" sz="1400" b="0" dirty="0"/>
                        <a:t>1</a:t>
                      </a:r>
                      <a:endParaRPr lang="zh-CN" altLang="en-US" sz="1400" b="0" dirty="0"/>
                    </a:p>
                  </a:txBody>
                  <a:tcPr/>
                </a:tc>
                <a:tc>
                  <a:txBody>
                    <a:bodyPr/>
                    <a:lstStyle/>
                    <a:p>
                      <a:pPr algn="ctr"/>
                      <a:r>
                        <a:rPr lang="en-US" altLang="zh-CN" sz="1400" b="0" dirty="0"/>
                        <a:t>0</a:t>
                      </a:r>
                      <a:endParaRPr lang="zh-CN" altLang="en-US" sz="1400" b="0" dirty="0"/>
                    </a:p>
                  </a:txBody>
                  <a:tcPr/>
                </a:tc>
                <a:tc>
                  <a:txBody>
                    <a:bodyPr/>
                    <a:lstStyle/>
                    <a:p>
                      <a:pPr algn="ctr"/>
                      <a:r>
                        <a:rPr lang="en-US" altLang="zh-CN" sz="1400" b="0" dirty="0"/>
                        <a:t>0</a:t>
                      </a:r>
                      <a:endParaRPr lang="zh-CN" altLang="en-US" sz="1400" b="0" dirty="0"/>
                    </a:p>
                  </a:txBody>
                  <a:tcPr/>
                </a:tc>
                <a:extLst>
                  <a:ext uri="{0D108BD9-81ED-4DB2-BD59-A6C34878D82A}">
                    <a16:rowId xmlns:a16="http://schemas.microsoft.com/office/drawing/2014/main" val="10000"/>
                  </a:ext>
                </a:extLst>
              </a:tr>
              <a:tr h="365299">
                <a:tc>
                  <a:txBody>
                    <a:bodyPr/>
                    <a:lstStyle/>
                    <a:p>
                      <a:pPr algn="ctr"/>
                      <a:r>
                        <a:rPr lang="en-US" altLang="zh-CN" sz="1400" dirty="0"/>
                        <a:t>0</a:t>
                      </a:r>
                      <a:endParaRPr lang="zh-CN" altLang="en-US" sz="1400" dirty="0"/>
                    </a:p>
                  </a:txBody>
                  <a:tcPr/>
                </a:tc>
                <a:tc>
                  <a:txBody>
                    <a:bodyPr/>
                    <a:lstStyle/>
                    <a:p>
                      <a:pPr algn="ctr"/>
                      <a:r>
                        <a:rPr lang="en-US" altLang="zh-CN" sz="1400" dirty="0"/>
                        <a:t>-1</a:t>
                      </a:r>
                      <a:endParaRPr lang="zh-CN" altLang="en-US" sz="1400" dirty="0"/>
                    </a:p>
                  </a:txBody>
                  <a:tcPr/>
                </a:tc>
                <a:tc>
                  <a:txBody>
                    <a:bodyPr/>
                    <a:lstStyle/>
                    <a:p>
                      <a:pPr algn="ctr"/>
                      <a:r>
                        <a:rPr lang="en-US" altLang="zh-CN" sz="1400" dirty="0"/>
                        <a:t>0</a:t>
                      </a:r>
                      <a:endParaRPr lang="zh-CN" altLang="en-US" sz="1400" dirty="0"/>
                    </a:p>
                  </a:txBody>
                  <a:tcPr/>
                </a:tc>
                <a:extLst>
                  <a:ext uri="{0D108BD9-81ED-4DB2-BD59-A6C34878D82A}">
                    <a16:rowId xmlns:a16="http://schemas.microsoft.com/office/drawing/2014/main" val="10001"/>
                  </a:ext>
                </a:extLst>
              </a:tr>
              <a:tr h="365299">
                <a:tc>
                  <a:txBody>
                    <a:bodyPr/>
                    <a:lstStyle/>
                    <a:p>
                      <a:pPr algn="ctr"/>
                      <a:r>
                        <a:rPr lang="en-US" altLang="zh-CN" sz="1400" dirty="0"/>
                        <a:t>0</a:t>
                      </a:r>
                      <a:endParaRPr lang="zh-CN" altLang="en-US" sz="1400" dirty="0"/>
                    </a:p>
                  </a:txBody>
                  <a:tcPr/>
                </a:tc>
                <a:tc>
                  <a:txBody>
                    <a:bodyPr/>
                    <a:lstStyle/>
                    <a:p>
                      <a:pPr algn="ctr"/>
                      <a:r>
                        <a:rPr lang="en-US" altLang="zh-CN" sz="1400" dirty="0"/>
                        <a:t>0</a:t>
                      </a:r>
                      <a:endParaRPr lang="zh-CN" altLang="en-US" sz="1400" dirty="0"/>
                    </a:p>
                  </a:txBody>
                  <a:tcPr/>
                </a:tc>
                <a:tc>
                  <a:txBody>
                    <a:bodyPr/>
                    <a:lstStyle/>
                    <a:p>
                      <a:pPr algn="ctr"/>
                      <a:r>
                        <a:rPr lang="en-US" altLang="zh-CN" sz="1400" dirty="0"/>
                        <a:t>0</a:t>
                      </a:r>
                      <a:endParaRPr lang="zh-CN" altLang="en-US" sz="1400" dirty="0"/>
                    </a:p>
                  </a:txBody>
                  <a:tcPr/>
                </a:tc>
                <a:extLst>
                  <a:ext uri="{0D108BD9-81ED-4DB2-BD59-A6C34878D82A}">
                    <a16:rowId xmlns:a16="http://schemas.microsoft.com/office/drawing/2014/main" val="10002"/>
                  </a:ext>
                </a:extLst>
              </a:tr>
            </a:tbl>
          </a:graphicData>
        </a:graphic>
      </p:graphicFrame>
      <p:graphicFrame>
        <p:nvGraphicFramePr>
          <p:cNvPr id="4194330" name="表格 12"/>
          <p:cNvGraphicFramePr>
            <a:graphicFrameLocks noGrp="1"/>
          </p:cNvGraphicFramePr>
          <p:nvPr/>
        </p:nvGraphicFramePr>
        <p:xfrm>
          <a:off x="5666333" y="2142429"/>
          <a:ext cx="1463823" cy="1095897"/>
        </p:xfrm>
        <a:graphic>
          <a:graphicData uri="http://schemas.openxmlformats.org/drawingml/2006/table">
            <a:tbl>
              <a:tblPr firstRow="1" bandRow="1">
                <a:tableStyleId>{16D9F66E-5EB9-4882-86FB-DCBF35E3C3E4}</a:tableStyleId>
              </a:tblPr>
              <a:tblGrid>
                <a:gridCol w="487941">
                  <a:extLst>
                    <a:ext uri="{9D8B030D-6E8A-4147-A177-3AD203B41FA5}">
                      <a16:colId xmlns:a16="http://schemas.microsoft.com/office/drawing/2014/main" val="20000"/>
                    </a:ext>
                  </a:extLst>
                </a:gridCol>
                <a:gridCol w="487941">
                  <a:extLst>
                    <a:ext uri="{9D8B030D-6E8A-4147-A177-3AD203B41FA5}">
                      <a16:colId xmlns:a16="http://schemas.microsoft.com/office/drawing/2014/main" val="20001"/>
                    </a:ext>
                  </a:extLst>
                </a:gridCol>
                <a:gridCol w="487941">
                  <a:extLst>
                    <a:ext uri="{9D8B030D-6E8A-4147-A177-3AD203B41FA5}">
                      <a16:colId xmlns:a16="http://schemas.microsoft.com/office/drawing/2014/main" val="20002"/>
                    </a:ext>
                  </a:extLst>
                </a:gridCol>
              </a:tblGrid>
              <a:tr h="365299">
                <a:tc>
                  <a:txBody>
                    <a:bodyPr/>
                    <a:lstStyle/>
                    <a:p>
                      <a:pPr algn="ctr"/>
                      <a:r>
                        <a:rPr lang="en-US" altLang="zh-CN" sz="1400" b="0" dirty="0"/>
                        <a:t>1</a:t>
                      </a:r>
                      <a:endParaRPr lang="zh-CN" altLang="en-US" sz="1400" b="0" dirty="0"/>
                    </a:p>
                  </a:txBody>
                  <a:tcPr/>
                </a:tc>
                <a:tc>
                  <a:txBody>
                    <a:bodyPr/>
                    <a:lstStyle/>
                    <a:p>
                      <a:pPr algn="ctr"/>
                      <a:r>
                        <a:rPr lang="en-US" altLang="zh-CN" sz="1400" b="0" dirty="0"/>
                        <a:t>1</a:t>
                      </a:r>
                      <a:endParaRPr lang="zh-CN" altLang="en-US" sz="1400" b="0" dirty="0"/>
                    </a:p>
                  </a:txBody>
                  <a:tcPr/>
                </a:tc>
                <a:tc>
                  <a:txBody>
                    <a:bodyPr/>
                    <a:lstStyle/>
                    <a:p>
                      <a:pPr algn="ctr"/>
                      <a:r>
                        <a:rPr lang="en-US" altLang="zh-CN" sz="1400" b="0" dirty="0"/>
                        <a:t>0</a:t>
                      </a:r>
                      <a:endParaRPr lang="zh-CN" altLang="en-US" sz="1400" b="0" dirty="0"/>
                    </a:p>
                  </a:txBody>
                  <a:tcPr/>
                </a:tc>
                <a:extLst>
                  <a:ext uri="{0D108BD9-81ED-4DB2-BD59-A6C34878D82A}">
                    <a16:rowId xmlns:a16="http://schemas.microsoft.com/office/drawing/2014/main" val="10000"/>
                  </a:ext>
                </a:extLst>
              </a:tr>
              <a:tr h="365299">
                <a:tc>
                  <a:txBody>
                    <a:bodyPr/>
                    <a:lstStyle/>
                    <a:p>
                      <a:pPr algn="ctr"/>
                      <a:r>
                        <a:rPr lang="en-US" altLang="zh-CN" sz="1400" dirty="0"/>
                        <a:t>0</a:t>
                      </a:r>
                      <a:endParaRPr lang="zh-CN" altLang="en-US" sz="1400" dirty="0"/>
                    </a:p>
                  </a:txBody>
                  <a:tcPr/>
                </a:tc>
                <a:tc>
                  <a:txBody>
                    <a:bodyPr/>
                    <a:lstStyle/>
                    <a:p>
                      <a:pPr algn="ctr"/>
                      <a:r>
                        <a:rPr lang="en-US" altLang="zh-CN" sz="1400" dirty="0"/>
                        <a:t>-1</a:t>
                      </a:r>
                      <a:endParaRPr lang="zh-CN" altLang="en-US" sz="1400" dirty="0"/>
                    </a:p>
                  </a:txBody>
                  <a:tcPr/>
                </a:tc>
                <a:tc>
                  <a:txBody>
                    <a:bodyPr/>
                    <a:lstStyle/>
                    <a:p>
                      <a:pPr algn="ctr"/>
                      <a:r>
                        <a:rPr lang="en-US" altLang="zh-CN" sz="1400" dirty="0"/>
                        <a:t>-1</a:t>
                      </a:r>
                      <a:endParaRPr lang="zh-CN" altLang="en-US" sz="1400" dirty="0"/>
                    </a:p>
                  </a:txBody>
                  <a:tcPr/>
                </a:tc>
                <a:extLst>
                  <a:ext uri="{0D108BD9-81ED-4DB2-BD59-A6C34878D82A}">
                    <a16:rowId xmlns:a16="http://schemas.microsoft.com/office/drawing/2014/main" val="10001"/>
                  </a:ext>
                </a:extLst>
              </a:tr>
              <a:tr h="365299">
                <a:tc>
                  <a:txBody>
                    <a:bodyPr/>
                    <a:lstStyle/>
                    <a:p>
                      <a:pPr algn="ctr"/>
                      <a:r>
                        <a:rPr lang="en-US" altLang="zh-CN" sz="1400" dirty="0"/>
                        <a:t>0</a:t>
                      </a:r>
                      <a:endParaRPr lang="zh-CN" altLang="en-US" sz="1400" dirty="0"/>
                    </a:p>
                  </a:txBody>
                  <a:tcPr/>
                </a:tc>
                <a:tc>
                  <a:txBody>
                    <a:bodyPr/>
                    <a:lstStyle/>
                    <a:p>
                      <a:pPr algn="ctr"/>
                      <a:r>
                        <a:rPr lang="en-US" altLang="zh-CN" sz="1400" dirty="0"/>
                        <a:t>0</a:t>
                      </a:r>
                      <a:endParaRPr lang="zh-CN" altLang="en-US" sz="1400" dirty="0"/>
                    </a:p>
                  </a:txBody>
                  <a:tcPr/>
                </a:tc>
                <a:tc>
                  <a:txBody>
                    <a:bodyPr/>
                    <a:lstStyle/>
                    <a:p>
                      <a:pPr algn="ctr"/>
                      <a:r>
                        <a:rPr lang="en-US" altLang="zh-CN" sz="1400" dirty="0"/>
                        <a:t>0</a:t>
                      </a:r>
                      <a:endParaRPr lang="zh-CN" altLang="en-US" sz="1400" dirty="0"/>
                    </a:p>
                  </a:txBody>
                  <a:tcPr/>
                </a:tc>
                <a:extLst>
                  <a:ext uri="{0D108BD9-81ED-4DB2-BD59-A6C34878D82A}">
                    <a16:rowId xmlns:a16="http://schemas.microsoft.com/office/drawing/2014/main" val="10002"/>
                  </a:ext>
                </a:extLst>
              </a:tr>
            </a:tbl>
          </a:graphicData>
        </a:graphic>
      </p:graphicFrame>
      <p:graphicFrame>
        <p:nvGraphicFramePr>
          <p:cNvPr id="4194331" name="表格 13"/>
          <p:cNvGraphicFramePr>
            <a:graphicFrameLocks noGrp="1"/>
          </p:cNvGraphicFramePr>
          <p:nvPr/>
        </p:nvGraphicFramePr>
        <p:xfrm>
          <a:off x="7263487" y="2142430"/>
          <a:ext cx="1463823" cy="1095897"/>
        </p:xfrm>
        <a:graphic>
          <a:graphicData uri="http://schemas.openxmlformats.org/drawingml/2006/table">
            <a:tbl>
              <a:tblPr firstRow="1" bandRow="1">
                <a:tableStyleId>{16D9F66E-5EB9-4882-86FB-DCBF35E3C3E4}</a:tableStyleId>
              </a:tblPr>
              <a:tblGrid>
                <a:gridCol w="487941">
                  <a:extLst>
                    <a:ext uri="{9D8B030D-6E8A-4147-A177-3AD203B41FA5}">
                      <a16:colId xmlns:a16="http://schemas.microsoft.com/office/drawing/2014/main" val="20000"/>
                    </a:ext>
                  </a:extLst>
                </a:gridCol>
                <a:gridCol w="487941">
                  <a:extLst>
                    <a:ext uri="{9D8B030D-6E8A-4147-A177-3AD203B41FA5}">
                      <a16:colId xmlns:a16="http://schemas.microsoft.com/office/drawing/2014/main" val="20001"/>
                    </a:ext>
                  </a:extLst>
                </a:gridCol>
                <a:gridCol w="487941">
                  <a:extLst>
                    <a:ext uri="{9D8B030D-6E8A-4147-A177-3AD203B41FA5}">
                      <a16:colId xmlns:a16="http://schemas.microsoft.com/office/drawing/2014/main" val="20002"/>
                    </a:ext>
                  </a:extLst>
                </a:gridCol>
              </a:tblGrid>
              <a:tr h="365299">
                <a:tc>
                  <a:txBody>
                    <a:bodyPr/>
                    <a:lstStyle/>
                    <a:p>
                      <a:pPr algn="ctr"/>
                      <a:r>
                        <a:rPr lang="en-US" altLang="zh-CN" sz="1400" b="0" dirty="0"/>
                        <a:t>1</a:t>
                      </a:r>
                      <a:endParaRPr lang="zh-CN" altLang="en-US" sz="1400" b="0" dirty="0"/>
                    </a:p>
                  </a:txBody>
                  <a:tcPr/>
                </a:tc>
                <a:tc>
                  <a:txBody>
                    <a:bodyPr/>
                    <a:lstStyle/>
                    <a:p>
                      <a:pPr algn="ctr"/>
                      <a:r>
                        <a:rPr lang="en-US" altLang="zh-CN" sz="1400" b="0" dirty="0"/>
                        <a:t>1</a:t>
                      </a:r>
                      <a:endParaRPr lang="zh-CN" altLang="en-US" sz="1400" b="0" dirty="0"/>
                    </a:p>
                  </a:txBody>
                  <a:tcPr/>
                </a:tc>
                <a:tc>
                  <a:txBody>
                    <a:bodyPr/>
                    <a:lstStyle/>
                    <a:p>
                      <a:pPr algn="ctr"/>
                      <a:r>
                        <a:rPr lang="en-US" altLang="zh-CN" sz="1400" b="0" dirty="0"/>
                        <a:t>0</a:t>
                      </a:r>
                      <a:endParaRPr lang="zh-CN" altLang="en-US" sz="1400" b="0" dirty="0"/>
                    </a:p>
                  </a:txBody>
                  <a:tcPr/>
                </a:tc>
                <a:extLst>
                  <a:ext uri="{0D108BD9-81ED-4DB2-BD59-A6C34878D82A}">
                    <a16:rowId xmlns:a16="http://schemas.microsoft.com/office/drawing/2014/main" val="10000"/>
                  </a:ext>
                </a:extLst>
              </a:tr>
              <a:tr h="365299">
                <a:tc>
                  <a:txBody>
                    <a:bodyPr/>
                    <a:lstStyle/>
                    <a:p>
                      <a:pPr algn="ctr"/>
                      <a:r>
                        <a:rPr lang="en-US" altLang="zh-CN" sz="1400" dirty="0"/>
                        <a:t>1</a:t>
                      </a:r>
                      <a:endParaRPr lang="zh-CN" altLang="en-US" sz="1400" dirty="0"/>
                    </a:p>
                  </a:txBody>
                  <a:tcPr/>
                </a:tc>
                <a:tc>
                  <a:txBody>
                    <a:bodyPr/>
                    <a:lstStyle/>
                    <a:p>
                      <a:pPr algn="ctr"/>
                      <a:r>
                        <a:rPr lang="en-US" altLang="zh-CN" sz="1400" dirty="0"/>
                        <a:t>-1</a:t>
                      </a:r>
                      <a:endParaRPr lang="zh-CN" altLang="en-US" sz="1400" dirty="0"/>
                    </a:p>
                  </a:txBody>
                  <a:tcPr/>
                </a:tc>
                <a:tc>
                  <a:txBody>
                    <a:bodyPr/>
                    <a:lstStyle/>
                    <a:p>
                      <a:pPr algn="ctr"/>
                      <a:r>
                        <a:rPr lang="en-US" altLang="zh-CN" sz="1400" dirty="0"/>
                        <a:t>-1</a:t>
                      </a:r>
                      <a:endParaRPr lang="zh-CN" altLang="en-US" sz="1400" dirty="0"/>
                    </a:p>
                  </a:txBody>
                  <a:tcPr/>
                </a:tc>
                <a:extLst>
                  <a:ext uri="{0D108BD9-81ED-4DB2-BD59-A6C34878D82A}">
                    <a16:rowId xmlns:a16="http://schemas.microsoft.com/office/drawing/2014/main" val="10001"/>
                  </a:ext>
                </a:extLst>
              </a:tr>
              <a:tr h="365299">
                <a:tc>
                  <a:txBody>
                    <a:bodyPr/>
                    <a:lstStyle/>
                    <a:p>
                      <a:pPr algn="ctr"/>
                      <a:r>
                        <a:rPr lang="en-US" altLang="zh-CN" sz="1400" dirty="0"/>
                        <a:t>0</a:t>
                      </a:r>
                      <a:endParaRPr lang="zh-CN" altLang="en-US" sz="1400" dirty="0"/>
                    </a:p>
                  </a:txBody>
                  <a:tcPr/>
                </a:tc>
                <a:tc>
                  <a:txBody>
                    <a:bodyPr/>
                    <a:lstStyle/>
                    <a:p>
                      <a:pPr algn="ctr"/>
                      <a:r>
                        <a:rPr lang="en-US" altLang="zh-CN" sz="1400" dirty="0"/>
                        <a:t>-1</a:t>
                      </a:r>
                      <a:endParaRPr lang="zh-CN" altLang="en-US" sz="1400" dirty="0"/>
                    </a:p>
                  </a:txBody>
                  <a:tcPr/>
                </a:tc>
                <a:tc>
                  <a:txBody>
                    <a:bodyPr/>
                    <a:lstStyle/>
                    <a:p>
                      <a:pPr algn="ctr"/>
                      <a:endParaRPr lang="zh-CN" altLang="en-US" sz="1400" dirty="0"/>
                    </a:p>
                  </a:txBody>
                  <a:tcPr/>
                </a:tc>
                <a:extLst>
                  <a:ext uri="{0D108BD9-81ED-4DB2-BD59-A6C34878D82A}">
                    <a16:rowId xmlns:a16="http://schemas.microsoft.com/office/drawing/2014/main" val="10002"/>
                  </a:ext>
                </a:extLst>
              </a:tr>
            </a:tbl>
          </a:graphicData>
        </a:graphic>
      </p:graphicFrame>
      <p:graphicFrame>
        <p:nvGraphicFramePr>
          <p:cNvPr id="4194332" name="表格 14"/>
          <p:cNvGraphicFramePr>
            <a:graphicFrameLocks noGrp="1"/>
          </p:cNvGraphicFramePr>
          <p:nvPr/>
        </p:nvGraphicFramePr>
        <p:xfrm>
          <a:off x="8892398" y="2142429"/>
          <a:ext cx="1463823" cy="1095897"/>
        </p:xfrm>
        <a:graphic>
          <a:graphicData uri="http://schemas.openxmlformats.org/drawingml/2006/table">
            <a:tbl>
              <a:tblPr firstRow="1" bandRow="1">
                <a:tableStyleId>{16D9F66E-5EB9-4882-86FB-DCBF35E3C3E4}</a:tableStyleId>
              </a:tblPr>
              <a:tblGrid>
                <a:gridCol w="487941">
                  <a:extLst>
                    <a:ext uri="{9D8B030D-6E8A-4147-A177-3AD203B41FA5}">
                      <a16:colId xmlns:a16="http://schemas.microsoft.com/office/drawing/2014/main" val="20000"/>
                    </a:ext>
                  </a:extLst>
                </a:gridCol>
                <a:gridCol w="487941">
                  <a:extLst>
                    <a:ext uri="{9D8B030D-6E8A-4147-A177-3AD203B41FA5}">
                      <a16:colId xmlns:a16="http://schemas.microsoft.com/office/drawing/2014/main" val="20001"/>
                    </a:ext>
                  </a:extLst>
                </a:gridCol>
                <a:gridCol w="487941">
                  <a:extLst>
                    <a:ext uri="{9D8B030D-6E8A-4147-A177-3AD203B41FA5}">
                      <a16:colId xmlns:a16="http://schemas.microsoft.com/office/drawing/2014/main" val="20002"/>
                    </a:ext>
                  </a:extLst>
                </a:gridCol>
              </a:tblGrid>
              <a:tr h="365299">
                <a:tc>
                  <a:txBody>
                    <a:bodyPr/>
                    <a:lstStyle/>
                    <a:p>
                      <a:pPr algn="ctr"/>
                      <a:r>
                        <a:rPr lang="en-US" altLang="zh-CN" sz="1400" b="0" dirty="0"/>
                        <a:t>1</a:t>
                      </a:r>
                      <a:endParaRPr lang="zh-CN" altLang="en-US" sz="1400" b="0" dirty="0"/>
                    </a:p>
                  </a:txBody>
                  <a:tcPr/>
                </a:tc>
                <a:tc>
                  <a:txBody>
                    <a:bodyPr/>
                    <a:lstStyle/>
                    <a:p>
                      <a:pPr algn="ctr"/>
                      <a:r>
                        <a:rPr lang="en-US" altLang="zh-CN" sz="1400" b="0" dirty="0"/>
                        <a:t>1</a:t>
                      </a:r>
                      <a:endParaRPr lang="zh-CN" altLang="en-US" sz="1400" b="0" dirty="0"/>
                    </a:p>
                  </a:txBody>
                  <a:tcPr/>
                </a:tc>
                <a:tc>
                  <a:txBody>
                    <a:bodyPr/>
                    <a:lstStyle/>
                    <a:p>
                      <a:pPr algn="ctr"/>
                      <a:r>
                        <a:rPr lang="en-US" altLang="zh-CN" sz="1400" b="0" dirty="0"/>
                        <a:t>0</a:t>
                      </a:r>
                      <a:endParaRPr lang="zh-CN" altLang="en-US" sz="1400" b="0" dirty="0"/>
                    </a:p>
                  </a:txBody>
                  <a:tcPr/>
                </a:tc>
                <a:extLst>
                  <a:ext uri="{0D108BD9-81ED-4DB2-BD59-A6C34878D82A}">
                    <a16:rowId xmlns:a16="http://schemas.microsoft.com/office/drawing/2014/main" val="10000"/>
                  </a:ext>
                </a:extLst>
              </a:tr>
              <a:tr h="365299">
                <a:tc>
                  <a:txBody>
                    <a:bodyPr/>
                    <a:lstStyle/>
                    <a:p>
                      <a:pPr algn="ctr"/>
                      <a:r>
                        <a:rPr lang="en-US" altLang="zh-CN" sz="1400" dirty="0"/>
                        <a:t>1</a:t>
                      </a:r>
                      <a:endParaRPr lang="zh-CN" altLang="en-US" sz="1400" dirty="0"/>
                    </a:p>
                  </a:txBody>
                  <a:tcPr/>
                </a:tc>
                <a:tc>
                  <a:txBody>
                    <a:bodyPr/>
                    <a:lstStyle/>
                    <a:p>
                      <a:pPr algn="ctr"/>
                      <a:r>
                        <a:rPr lang="en-US" altLang="zh-CN" sz="1400" dirty="0"/>
                        <a:t>1,-1</a:t>
                      </a:r>
                      <a:endParaRPr lang="zh-CN" altLang="en-US" sz="1400" dirty="0"/>
                    </a:p>
                  </a:txBody>
                  <a:tcPr/>
                </a:tc>
                <a:tc>
                  <a:txBody>
                    <a:bodyPr/>
                    <a:lstStyle/>
                    <a:p>
                      <a:pPr algn="ctr"/>
                      <a:r>
                        <a:rPr lang="en-US" altLang="zh-CN" sz="1400" dirty="0"/>
                        <a:t>-1</a:t>
                      </a:r>
                      <a:endParaRPr lang="zh-CN" altLang="en-US" sz="1400" dirty="0"/>
                    </a:p>
                  </a:txBody>
                  <a:tcPr/>
                </a:tc>
                <a:extLst>
                  <a:ext uri="{0D108BD9-81ED-4DB2-BD59-A6C34878D82A}">
                    <a16:rowId xmlns:a16="http://schemas.microsoft.com/office/drawing/2014/main" val="10001"/>
                  </a:ext>
                </a:extLst>
              </a:tr>
              <a:tr h="365299">
                <a:tc>
                  <a:txBody>
                    <a:bodyPr/>
                    <a:lstStyle/>
                    <a:p>
                      <a:pPr algn="ctr"/>
                      <a:r>
                        <a:rPr lang="en-US" altLang="zh-CN" sz="1400" dirty="0"/>
                        <a:t>0</a:t>
                      </a:r>
                      <a:endParaRPr lang="zh-CN" altLang="en-US" sz="1400" dirty="0"/>
                    </a:p>
                  </a:txBody>
                  <a:tcPr/>
                </a:tc>
                <a:tc>
                  <a:txBody>
                    <a:bodyPr/>
                    <a:lstStyle/>
                    <a:p>
                      <a:pPr algn="ctr"/>
                      <a:r>
                        <a:rPr lang="en-US" altLang="zh-CN" sz="1400" dirty="0"/>
                        <a:t>-1</a:t>
                      </a:r>
                      <a:endParaRPr lang="zh-CN" altLang="en-US" sz="1400" dirty="0"/>
                    </a:p>
                  </a:txBody>
                  <a:tcPr/>
                </a:tc>
                <a:tc>
                  <a:txBody>
                    <a:bodyPr/>
                    <a:lstStyle/>
                    <a:p>
                      <a:pPr algn="ctr"/>
                      <a:r>
                        <a:rPr lang="en-US" altLang="zh-CN" sz="1400" dirty="0"/>
                        <a:t>-1</a:t>
                      </a:r>
                      <a:endParaRPr lang="zh-CN" altLang="en-US" sz="1400" dirty="0"/>
                    </a:p>
                  </a:txBody>
                  <a:tcPr/>
                </a:tc>
                <a:extLst>
                  <a:ext uri="{0D108BD9-81ED-4DB2-BD59-A6C34878D82A}">
                    <a16:rowId xmlns:a16="http://schemas.microsoft.com/office/drawing/2014/main" val="10002"/>
                  </a:ext>
                </a:extLst>
              </a:tr>
            </a:tbl>
          </a:graphicData>
        </a:graphic>
      </p:graphicFrame>
      <p:graphicFrame>
        <p:nvGraphicFramePr>
          <p:cNvPr id="4194333" name="表格 15"/>
          <p:cNvGraphicFramePr>
            <a:graphicFrameLocks noGrp="1"/>
          </p:cNvGraphicFramePr>
          <p:nvPr/>
        </p:nvGraphicFramePr>
        <p:xfrm>
          <a:off x="1375103" y="3419566"/>
          <a:ext cx="945704" cy="742406"/>
        </p:xfrm>
        <a:graphic>
          <a:graphicData uri="http://schemas.openxmlformats.org/drawingml/2006/table">
            <a:tbl>
              <a:tblPr firstRow="1" bandRow="1">
                <a:tableStyleId>{16D9F66E-5EB9-4882-86FB-DCBF35E3C3E4}</a:tableStyleId>
              </a:tblPr>
              <a:tblGrid>
                <a:gridCol w="472852">
                  <a:extLst>
                    <a:ext uri="{9D8B030D-6E8A-4147-A177-3AD203B41FA5}">
                      <a16:colId xmlns:a16="http://schemas.microsoft.com/office/drawing/2014/main" val="20000"/>
                    </a:ext>
                  </a:extLst>
                </a:gridCol>
                <a:gridCol w="472852">
                  <a:extLst>
                    <a:ext uri="{9D8B030D-6E8A-4147-A177-3AD203B41FA5}">
                      <a16:colId xmlns:a16="http://schemas.microsoft.com/office/drawing/2014/main" val="20001"/>
                    </a:ext>
                  </a:extLst>
                </a:gridCol>
              </a:tblGrid>
              <a:tr h="371203">
                <a:tc>
                  <a:txBody>
                    <a:bodyPr/>
                    <a:lstStyle/>
                    <a:p>
                      <a:pPr algn="ctr"/>
                      <a:r>
                        <a:rPr lang="en-US" altLang="zh-CN" b="0" dirty="0"/>
                        <a:t>0</a:t>
                      </a:r>
                      <a:endParaRPr lang="zh-CN" altLang="en-US" b="0" dirty="0"/>
                    </a:p>
                  </a:txBody>
                  <a:tcPr/>
                </a:tc>
                <a:tc>
                  <a:txBody>
                    <a:bodyPr/>
                    <a:lstStyle/>
                    <a:p>
                      <a:pPr algn="ctr"/>
                      <a:r>
                        <a:rPr lang="en-US" altLang="zh-CN" b="0" dirty="0"/>
                        <a:t>1</a:t>
                      </a:r>
                      <a:endParaRPr lang="zh-CN" altLang="en-US" b="0" dirty="0"/>
                    </a:p>
                  </a:txBody>
                  <a:tcPr/>
                </a:tc>
                <a:extLst>
                  <a:ext uri="{0D108BD9-81ED-4DB2-BD59-A6C34878D82A}">
                    <a16:rowId xmlns:a16="http://schemas.microsoft.com/office/drawing/2014/main" val="10000"/>
                  </a:ext>
                </a:extLst>
              </a:tr>
              <a:tr h="371203">
                <a:tc>
                  <a:txBody>
                    <a:bodyPr/>
                    <a:lstStyle/>
                    <a:p>
                      <a:pPr algn="ctr"/>
                      <a:r>
                        <a:rPr lang="en-US" altLang="zh-CN" dirty="0"/>
                        <a:t>-1</a:t>
                      </a:r>
                      <a:endParaRPr lang="zh-CN" altLang="en-US" dirty="0"/>
                    </a:p>
                  </a:txBody>
                  <a:tcPr/>
                </a:tc>
                <a:tc>
                  <a:txBody>
                    <a:bodyPr/>
                    <a:lstStyle/>
                    <a:p>
                      <a:pPr algn="ctr"/>
                      <a:r>
                        <a:rPr lang="en-US" altLang="zh-CN" dirty="0"/>
                        <a:t>0</a:t>
                      </a:r>
                      <a:endParaRPr lang="zh-CN" altLang="en-US" dirty="0"/>
                    </a:p>
                  </a:txBody>
                  <a:tcPr/>
                </a:tc>
                <a:extLst>
                  <a:ext uri="{0D108BD9-81ED-4DB2-BD59-A6C34878D82A}">
                    <a16:rowId xmlns:a16="http://schemas.microsoft.com/office/drawing/2014/main" val="10001"/>
                  </a:ext>
                </a:extLst>
              </a:tr>
            </a:tbl>
          </a:graphicData>
        </a:graphic>
      </p:graphicFrame>
      <p:graphicFrame>
        <p:nvGraphicFramePr>
          <p:cNvPr id="4194334" name="表格 16"/>
          <p:cNvGraphicFramePr>
            <a:graphicFrameLocks noGrp="1"/>
          </p:cNvGraphicFramePr>
          <p:nvPr/>
        </p:nvGraphicFramePr>
        <p:xfrm>
          <a:off x="2401622" y="3413854"/>
          <a:ext cx="1463823" cy="1095897"/>
        </p:xfrm>
        <a:graphic>
          <a:graphicData uri="http://schemas.openxmlformats.org/drawingml/2006/table">
            <a:tbl>
              <a:tblPr firstRow="1" bandRow="1">
                <a:tableStyleId>{16D9F66E-5EB9-4882-86FB-DCBF35E3C3E4}</a:tableStyleId>
              </a:tblPr>
              <a:tblGrid>
                <a:gridCol w="487941">
                  <a:extLst>
                    <a:ext uri="{9D8B030D-6E8A-4147-A177-3AD203B41FA5}">
                      <a16:colId xmlns:a16="http://schemas.microsoft.com/office/drawing/2014/main" val="20000"/>
                    </a:ext>
                  </a:extLst>
                </a:gridCol>
                <a:gridCol w="487941">
                  <a:extLst>
                    <a:ext uri="{9D8B030D-6E8A-4147-A177-3AD203B41FA5}">
                      <a16:colId xmlns:a16="http://schemas.microsoft.com/office/drawing/2014/main" val="20001"/>
                    </a:ext>
                  </a:extLst>
                </a:gridCol>
                <a:gridCol w="487941">
                  <a:extLst>
                    <a:ext uri="{9D8B030D-6E8A-4147-A177-3AD203B41FA5}">
                      <a16:colId xmlns:a16="http://schemas.microsoft.com/office/drawing/2014/main" val="20002"/>
                    </a:ext>
                  </a:extLst>
                </a:gridCol>
              </a:tblGrid>
              <a:tr h="365299">
                <a:tc>
                  <a:txBody>
                    <a:bodyPr/>
                    <a:lstStyle/>
                    <a:p>
                      <a:pPr algn="ctr"/>
                      <a:r>
                        <a:rPr lang="en-US" altLang="zh-CN" sz="1400" b="0" dirty="0"/>
                        <a:t>0</a:t>
                      </a:r>
                      <a:endParaRPr lang="zh-CN" altLang="en-US" sz="1400" b="0" dirty="0"/>
                    </a:p>
                  </a:txBody>
                  <a:tcPr/>
                </a:tc>
                <a:tc>
                  <a:txBody>
                    <a:bodyPr/>
                    <a:lstStyle/>
                    <a:p>
                      <a:pPr algn="ctr"/>
                      <a:r>
                        <a:rPr lang="en-US" altLang="zh-CN" sz="1400" b="0" dirty="0"/>
                        <a:t>0</a:t>
                      </a:r>
                      <a:endParaRPr lang="zh-CN" altLang="en-US" sz="1400" b="0" dirty="0"/>
                    </a:p>
                  </a:txBody>
                  <a:tcPr/>
                </a:tc>
                <a:tc>
                  <a:txBody>
                    <a:bodyPr/>
                    <a:lstStyle/>
                    <a:p>
                      <a:pPr algn="ctr"/>
                      <a:r>
                        <a:rPr lang="en-US" altLang="zh-CN" sz="1400" b="0" dirty="0"/>
                        <a:t>0</a:t>
                      </a:r>
                      <a:endParaRPr lang="zh-CN" altLang="en-US" sz="1400" b="0" dirty="0"/>
                    </a:p>
                  </a:txBody>
                  <a:tcPr/>
                </a:tc>
                <a:extLst>
                  <a:ext uri="{0D108BD9-81ED-4DB2-BD59-A6C34878D82A}">
                    <a16:rowId xmlns:a16="http://schemas.microsoft.com/office/drawing/2014/main" val="10000"/>
                  </a:ext>
                </a:extLst>
              </a:tr>
              <a:tr h="365299">
                <a:tc>
                  <a:txBody>
                    <a:bodyPr/>
                    <a:lstStyle/>
                    <a:p>
                      <a:pPr algn="ctr"/>
                      <a:r>
                        <a:rPr lang="en-US" altLang="zh-CN" sz="1400" dirty="0"/>
                        <a:t>0</a:t>
                      </a:r>
                      <a:endParaRPr lang="zh-CN" altLang="en-US" sz="1400" dirty="0"/>
                    </a:p>
                  </a:txBody>
                  <a:tcPr/>
                </a:tc>
                <a:tc>
                  <a:txBody>
                    <a:bodyPr/>
                    <a:lstStyle/>
                    <a:p>
                      <a:pPr algn="ctr"/>
                      <a:r>
                        <a:rPr lang="en-US" altLang="zh-CN" sz="1400" dirty="0"/>
                        <a:t>0</a:t>
                      </a:r>
                      <a:endParaRPr lang="zh-CN" altLang="en-US" sz="1400" dirty="0"/>
                    </a:p>
                  </a:txBody>
                  <a:tcPr/>
                </a:tc>
                <a:tc>
                  <a:txBody>
                    <a:bodyPr/>
                    <a:lstStyle/>
                    <a:p>
                      <a:pPr algn="ctr"/>
                      <a:r>
                        <a:rPr lang="en-US" altLang="zh-CN" sz="1400" dirty="0"/>
                        <a:t>0</a:t>
                      </a:r>
                      <a:endParaRPr lang="zh-CN" altLang="en-US" sz="1400" dirty="0"/>
                    </a:p>
                  </a:txBody>
                  <a:tcPr/>
                </a:tc>
                <a:extLst>
                  <a:ext uri="{0D108BD9-81ED-4DB2-BD59-A6C34878D82A}">
                    <a16:rowId xmlns:a16="http://schemas.microsoft.com/office/drawing/2014/main" val="10001"/>
                  </a:ext>
                </a:extLst>
              </a:tr>
              <a:tr h="365299">
                <a:tc>
                  <a:txBody>
                    <a:bodyPr/>
                    <a:lstStyle/>
                    <a:p>
                      <a:pPr algn="ctr"/>
                      <a:r>
                        <a:rPr lang="en-US" altLang="zh-CN" sz="1400" dirty="0"/>
                        <a:t>0</a:t>
                      </a:r>
                      <a:endParaRPr lang="zh-CN" altLang="en-US" sz="1400" dirty="0"/>
                    </a:p>
                  </a:txBody>
                  <a:tcPr/>
                </a:tc>
                <a:tc>
                  <a:txBody>
                    <a:bodyPr/>
                    <a:lstStyle/>
                    <a:p>
                      <a:pPr algn="ctr"/>
                      <a:r>
                        <a:rPr lang="en-US" altLang="zh-CN" sz="1400" dirty="0"/>
                        <a:t>0</a:t>
                      </a:r>
                      <a:endParaRPr lang="zh-CN" altLang="en-US" sz="1400" dirty="0"/>
                    </a:p>
                  </a:txBody>
                  <a:tcPr/>
                </a:tc>
                <a:tc>
                  <a:txBody>
                    <a:bodyPr/>
                    <a:lstStyle/>
                    <a:p>
                      <a:pPr algn="ctr"/>
                      <a:r>
                        <a:rPr lang="en-US" altLang="zh-CN" sz="1400" dirty="0"/>
                        <a:t>0</a:t>
                      </a:r>
                      <a:endParaRPr lang="zh-CN" altLang="en-US" sz="1400" dirty="0"/>
                    </a:p>
                  </a:txBody>
                  <a:tcPr/>
                </a:tc>
                <a:extLst>
                  <a:ext uri="{0D108BD9-81ED-4DB2-BD59-A6C34878D82A}">
                    <a16:rowId xmlns:a16="http://schemas.microsoft.com/office/drawing/2014/main" val="10002"/>
                  </a:ext>
                </a:extLst>
              </a:tr>
            </a:tbl>
          </a:graphicData>
        </a:graphic>
      </p:graphicFrame>
      <p:graphicFrame>
        <p:nvGraphicFramePr>
          <p:cNvPr id="4194335" name="表格 17"/>
          <p:cNvGraphicFramePr>
            <a:graphicFrameLocks noGrp="1"/>
          </p:cNvGraphicFramePr>
          <p:nvPr/>
        </p:nvGraphicFramePr>
        <p:xfrm>
          <a:off x="4055826" y="3422796"/>
          <a:ext cx="1463823" cy="1095897"/>
        </p:xfrm>
        <a:graphic>
          <a:graphicData uri="http://schemas.openxmlformats.org/drawingml/2006/table">
            <a:tbl>
              <a:tblPr firstRow="1" bandRow="1">
                <a:tableStyleId>{16D9F66E-5EB9-4882-86FB-DCBF35E3C3E4}</a:tableStyleId>
              </a:tblPr>
              <a:tblGrid>
                <a:gridCol w="487941">
                  <a:extLst>
                    <a:ext uri="{9D8B030D-6E8A-4147-A177-3AD203B41FA5}">
                      <a16:colId xmlns:a16="http://schemas.microsoft.com/office/drawing/2014/main" val="20000"/>
                    </a:ext>
                  </a:extLst>
                </a:gridCol>
                <a:gridCol w="487941">
                  <a:extLst>
                    <a:ext uri="{9D8B030D-6E8A-4147-A177-3AD203B41FA5}">
                      <a16:colId xmlns:a16="http://schemas.microsoft.com/office/drawing/2014/main" val="20001"/>
                    </a:ext>
                  </a:extLst>
                </a:gridCol>
                <a:gridCol w="487941">
                  <a:extLst>
                    <a:ext uri="{9D8B030D-6E8A-4147-A177-3AD203B41FA5}">
                      <a16:colId xmlns:a16="http://schemas.microsoft.com/office/drawing/2014/main" val="20002"/>
                    </a:ext>
                  </a:extLst>
                </a:gridCol>
              </a:tblGrid>
              <a:tr h="365299">
                <a:tc>
                  <a:txBody>
                    <a:bodyPr/>
                    <a:lstStyle/>
                    <a:p>
                      <a:pPr algn="ctr"/>
                      <a:r>
                        <a:rPr lang="en-US" altLang="zh-CN" sz="1400" b="0" dirty="0"/>
                        <a:t>0</a:t>
                      </a:r>
                      <a:endParaRPr lang="zh-CN" altLang="en-US" sz="1400" b="0" dirty="0"/>
                    </a:p>
                  </a:txBody>
                  <a:tcPr/>
                </a:tc>
                <a:tc>
                  <a:txBody>
                    <a:bodyPr/>
                    <a:lstStyle/>
                    <a:p>
                      <a:pPr algn="ctr"/>
                      <a:r>
                        <a:rPr lang="en-US" altLang="zh-CN" sz="1400" b="0" dirty="0"/>
                        <a:t>1</a:t>
                      </a:r>
                      <a:endParaRPr lang="zh-CN" altLang="en-US" sz="1400" b="0" dirty="0"/>
                    </a:p>
                  </a:txBody>
                  <a:tcPr/>
                </a:tc>
                <a:tc>
                  <a:txBody>
                    <a:bodyPr/>
                    <a:lstStyle/>
                    <a:p>
                      <a:pPr algn="ctr"/>
                      <a:r>
                        <a:rPr lang="en-US" altLang="zh-CN" sz="1400" b="0" dirty="0"/>
                        <a:t>0</a:t>
                      </a:r>
                      <a:endParaRPr lang="zh-CN" altLang="en-US" sz="1400" b="0" dirty="0"/>
                    </a:p>
                  </a:txBody>
                  <a:tcPr/>
                </a:tc>
                <a:extLst>
                  <a:ext uri="{0D108BD9-81ED-4DB2-BD59-A6C34878D82A}">
                    <a16:rowId xmlns:a16="http://schemas.microsoft.com/office/drawing/2014/main" val="10000"/>
                  </a:ext>
                </a:extLst>
              </a:tr>
              <a:tr h="365299">
                <a:tc>
                  <a:txBody>
                    <a:bodyPr/>
                    <a:lstStyle/>
                    <a:p>
                      <a:pPr algn="ctr"/>
                      <a:r>
                        <a:rPr lang="en-US" altLang="zh-CN" sz="1400" dirty="0"/>
                        <a:t>-1</a:t>
                      </a:r>
                      <a:endParaRPr lang="zh-CN" altLang="en-US" sz="1400" dirty="0"/>
                    </a:p>
                  </a:txBody>
                  <a:tcPr/>
                </a:tc>
                <a:tc>
                  <a:txBody>
                    <a:bodyPr/>
                    <a:lstStyle/>
                    <a:p>
                      <a:pPr algn="ctr"/>
                      <a:r>
                        <a:rPr lang="en-US" altLang="zh-CN" sz="1400" dirty="0"/>
                        <a:t>0</a:t>
                      </a:r>
                      <a:endParaRPr lang="zh-CN" altLang="en-US" sz="1400" dirty="0"/>
                    </a:p>
                  </a:txBody>
                  <a:tcPr/>
                </a:tc>
                <a:tc>
                  <a:txBody>
                    <a:bodyPr/>
                    <a:lstStyle/>
                    <a:p>
                      <a:pPr algn="ctr"/>
                      <a:r>
                        <a:rPr lang="en-US" altLang="zh-CN" sz="1400" dirty="0"/>
                        <a:t>0</a:t>
                      </a:r>
                      <a:endParaRPr lang="zh-CN" altLang="en-US" sz="1400" dirty="0"/>
                    </a:p>
                  </a:txBody>
                  <a:tcPr/>
                </a:tc>
                <a:extLst>
                  <a:ext uri="{0D108BD9-81ED-4DB2-BD59-A6C34878D82A}">
                    <a16:rowId xmlns:a16="http://schemas.microsoft.com/office/drawing/2014/main" val="10001"/>
                  </a:ext>
                </a:extLst>
              </a:tr>
              <a:tr h="365299">
                <a:tc>
                  <a:txBody>
                    <a:bodyPr/>
                    <a:lstStyle/>
                    <a:p>
                      <a:pPr algn="ctr"/>
                      <a:r>
                        <a:rPr lang="en-US" altLang="zh-CN" sz="1400" dirty="0"/>
                        <a:t>0</a:t>
                      </a:r>
                      <a:endParaRPr lang="zh-CN" altLang="en-US" sz="1400" dirty="0"/>
                    </a:p>
                  </a:txBody>
                  <a:tcPr/>
                </a:tc>
                <a:tc>
                  <a:txBody>
                    <a:bodyPr/>
                    <a:lstStyle/>
                    <a:p>
                      <a:pPr algn="ctr"/>
                      <a:r>
                        <a:rPr lang="en-US" altLang="zh-CN" sz="1400" dirty="0"/>
                        <a:t>0</a:t>
                      </a:r>
                      <a:endParaRPr lang="zh-CN" altLang="en-US" sz="1400" dirty="0"/>
                    </a:p>
                  </a:txBody>
                  <a:tcPr/>
                </a:tc>
                <a:tc>
                  <a:txBody>
                    <a:bodyPr/>
                    <a:lstStyle/>
                    <a:p>
                      <a:pPr algn="ctr"/>
                      <a:r>
                        <a:rPr lang="en-US" altLang="zh-CN" sz="1400" dirty="0"/>
                        <a:t>0</a:t>
                      </a:r>
                      <a:endParaRPr lang="zh-CN" altLang="en-US" sz="1400" dirty="0"/>
                    </a:p>
                  </a:txBody>
                  <a:tcPr/>
                </a:tc>
                <a:extLst>
                  <a:ext uri="{0D108BD9-81ED-4DB2-BD59-A6C34878D82A}">
                    <a16:rowId xmlns:a16="http://schemas.microsoft.com/office/drawing/2014/main" val="10002"/>
                  </a:ext>
                </a:extLst>
              </a:tr>
            </a:tbl>
          </a:graphicData>
        </a:graphic>
      </p:graphicFrame>
      <p:graphicFrame>
        <p:nvGraphicFramePr>
          <p:cNvPr id="4194336" name="表格 18"/>
          <p:cNvGraphicFramePr>
            <a:graphicFrameLocks noGrp="1"/>
          </p:cNvGraphicFramePr>
          <p:nvPr/>
        </p:nvGraphicFramePr>
        <p:xfrm>
          <a:off x="5684737" y="3416542"/>
          <a:ext cx="1463823" cy="1095897"/>
        </p:xfrm>
        <a:graphic>
          <a:graphicData uri="http://schemas.openxmlformats.org/drawingml/2006/table">
            <a:tbl>
              <a:tblPr firstRow="1" bandRow="1">
                <a:tableStyleId>{16D9F66E-5EB9-4882-86FB-DCBF35E3C3E4}</a:tableStyleId>
              </a:tblPr>
              <a:tblGrid>
                <a:gridCol w="487941">
                  <a:extLst>
                    <a:ext uri="{9D8B030D-6E8A-4147-A177-3AD203B41FA5}">
                      <a16:colId xmlns:a16="http://schemas.microsoft.com/office/drawing/2014/main" val="20000"/>
                    </a:ext>
                  </a:extLst>
                </a:gridCol>
                <a:gridCol w="487941">
                  <a:extLst>
                    <a:ext uri="{9D8B030D-6E8A-4147-A177-3AD203B41FA5}">
                      <a16:colId xmlns:a16="http://schemas.microsoft.com/office/drawing/2014/main" val="20001"/>
                    </a:ext>
                  </a:extLst>
                </a:gridCol>
                <a:gridCol w="487941">
                  <a:extLst>
                    <a:ext uri="{9D8B030D-6E8A-4147-A177-3AD203B41FA5}">
                      <a16:colId xmlns:a16="http://schemas.microsoft.com/office/drawing/2014/main" val="20002"/>
                    </a:ext>
                  </a:extLst>
                </a:gridCol>
              </a:tblGrid>
              <a:tr h="365299">
                <a:tc>
                  <a:txBody>
                    <a:bodyPr/>
                    <a:lstStyle/>
                    <a:p>
                      <a:pPr algn="ctr"/>
                      <a:r>
                        <a:rPr lang="en-US" altLang="zh-CN" sz="1400" b="0" dirty="0"/>
                        <a:t>0</a:t>
                      </a:r>
                      <a:endParaRPr lang="zh-CN" altLang="en-US" sz="1400" b="0" dirty="0"/>
                    </a:p>
                  </a:txBody>
                  <a:tcPr/>
                </a:tc>
                <a:tc>
                  <a:txBody>
                    <a:bodyPr/>
                    <a:lstStyle/>
                    <a:p>
                      <a:pPr algn="ctr"/>
                      <a:r>
                        <a:rPr lang="en-US" altLang="zh-CN" sz="1400" b="0" dirty="0"/>
                        <a:t>1</a:t>
                      </a:r>
                      <a:endParaRPr lang="zh-CN" altLang="en-US" sz="1400" b="0" dirty="0"/>
                    </a:p>
                  </a:txBody>
                  <a:tcPr/>
                </a:tc>
                <a:tc>
                  <a:txBody>
                    <a:bodyPr/>
                    <a:lstStyle/>
                    <a:p>
                      <a:pPr algn="ctr"/>
                      <a:r>
                        <a:rPr lang="en-US" altLang="zh-CN" sz="1400" b="0" dirty="0"/>
                        <a:t>1</a:t>
                      </a:r>
                      <a:endParaRPr lang="zh-CN" altLang="en-US" sz="1400" b="0" dirty="0"/>
                    </a:p>
                  </a:txBody>
                  <a:tcPr/>
                </a:tc>
                <a:extLst>
                  <a:ext uri="{0D108BD9-81ED-4DB2-BD59-A6C34878D82A}">
                    <a16:rowId xmlns:a16="http://schemas.microsoft.com/office/drawing/2014/main" val="10000"/>
                  </a:ext>
                </a:extLst>
              </a:tr>
              <a:tr h="365299">
                <a:tc>
                  <a:txBody>
                    <a:bodyPr/>
                    <a:lstStyle/>
                    <a:p>
                      <a:pPr algn="ctr"/>
                      <a:r>
                        <a:rPr lang="en-US" altLang="zh-CN" sz="1400" dirty="0"/>
                        <a:t>-1</a:t>
                      </a:r>
                      <a:endParaRPr lang="zh-CN" altLang="en-US" sz="1400" dirty="0"/>
                    </a:p>
                  </a:txBody>
                  <a:tcPr/>
                </a:tc>
                <a:tc>
                  <a:txBody>
                    <a:bodyPr/>
                    <a:lstStyle/>
                    <a:p>
                      <a:pPr algn="ctr"/>
                      <a:r>
                        <a:rPr lang="en-US" altLang="zh-CN" sz="1400" dirty="0"/>
                        <a:t>-1</a:t>
                      </a:r>
                      <a:endParaRPr lang="zh-CN" altLang="en-US" sz="1400" dirty="0"/>
                    </a:p>
                  </a:txBody>
                  <a:tcPr/>
                </a:tc>
                <a:tc>
                  <a:txBody>
                    <a:bodyPr/>
                    <a:lstStyle/>
                    <a:p>
                      <a:pPr algn="ctr"/>
                      <a:r>
                        <a:rPr lang="en-US" altLang="zh-CN" sz="1400" dirty="0"/>
                        <a:t>0</a:t>
                      </a:r>
                      <a:endParaRPr lang="zh-CN" altLang="en-US" sz="1400" dirty="0"/>
                    </a:p>
                  </a:txBody>
                  <a:tcPr/>
                </a:tc>
                <a:extLst>
                  <a:ext uri="{0D108BD9-81ED-4DB2-BD59-A6C34878D82A}">
                    <a16:rowId xmlns:a16="http://schemas.microsoft.com/office/drawing/2014/main" val="10001"/>
                  </a:ext>
                </a:extLst>
              </a:tr>
              <a:tr h="365299">
                <a:tc>
                  <a:txBody>
                    <a:bodyPr/>
                    <a:lstStyle/>
                    <a:p>
                      <a:pPr algn="ctr"/>
                      <a:r>
                        <a:rPr lang="en-US" altLang="zh-CN" sz="1400" dirty="0"/>
                        <a:t>0</a:t>
                      </a:r>
                      <a:endParaRPr lang="zh-CN" altLang="en-US" sz="1400" dirty="0"/>
                    </a:p>
                  </a:txBody>
                  <a:tcPr/>
                </a:tc>
                <a:tc>
                  <a:txBody>
                    <a:bodyPr/>
                    <a:lstStyle/>
                    <a:p>
                      <a:pPr algn="ctr"/>
                      <a:r>
                        <a:rPr lang="en-US" altLang="zh-CN" sz="1400" dirty="0"/>
                        <a:t>0</a:t>
                      </a:r>
                      <a:endParaRPr lang="zh-CN" altLang="en-US" sz="1400" dirty="0"/>
                    </a:p>
                  </a:txBody>
                  <a:tcPr/>
                </a:tc>
                <a:tc>
                  <a:txBody>
                    <a:bodyPr/>
                    <a:lstStyle/>
                    <a:p>
                      <a:pPr algn="ctr"/>
                      <a:r>
                        <a:rPr lang="en-US" altLang="zh-CN" sz="1400" dirty="0"/>
                        <a:t>0</a:t>
                      </a:r>
                      <a:endParaRPr lang="zh-CN" altLang="en-US" sz="1400" dirty="0"/>
                    </a:p>
                  </a:txBody>
                  <a:tcPr/>
                </a:tc>
                <a:extLst>
                  <a:ext uri="{0D108BD9-81ED-4DB2-BD59-A6C34878D82A}">
                    <a16:rowId xmlns:a16="http://schemas.microsoft.com/office/drawing/2014/main" val="10002"/>
                  </a:ext>
                </a:extLst>
              </a:tr>
            </a:tbl>
          </a:graphicData>
        </a:graphic>
      </p:graphicFrame>
      <p:graphicFrame>
        <p:nvGraphicFramePr>
          <p:cNvPr id="4194337" name="表格 19"/>
          <p:cNvGraphicFramePr>
            <a:graphicFrameLocks noGrp="1"/>
          </p:cNvGraphicFramePr>
          <p:nvPr/>
        </p:nvGraphicFramePr>
        <p:xfrm>
          <a:off x="7281891" y="3416543"/>
          <a:ext cx="1463823" cy="1095897"/>
        </p:xfrm>
        <a:graphic>
          <a:graphicData uri="http://schemas.openxmlformats.org/drawingml/2006/table">
            <a:tbl>
              <a:tblPr firstRow="1" bandRow="1">
                <a:tableStyleId>{16D9F66E-5EB9-4882-86FB-DCBF35E3C3E4}</a:tableStyleId>
              </a:tblPr>
              <a:tblGrid>
                <a:gridCol w="487941">
                  <a:extLst>
                    <a:ext uri="{9D8B030D-6E8A-4147-A177-3AD203B41FA5}">
                      <a16:colId xmlns:a16="http://schemas.microsoft.com/office/drawing/2014/main" val="20000"/>
                    </a:ext>
                  </a:extLst>
                </a:gridCol>
                <a:gridCol w="487941">
                  <a:extLst>
                    <a:ext uri="{9D8B030D-6E8A-4147-A177-3AD203B41FA5}">
                      <a16:colId xmlns:a16="http://schemas.microsoft.com/office/drawing/2014/main" val="20001"/>
                    </a:ext>
                  </a:extLst>
                </a:gridCol>
                <a:gridCol w="487941">
                  <a:extLst>
                    <a:ext uri="{9D8B030D-6E8A-4147-A177-3AD203B41FA5}">
                      <a16:colId xmlns:a16="http://schemas.microsoft.com/office/drawing/2014/main" val="20002"/>
                    </a:ext>
                  </a:extLst>
                </a:gridCol>
              </a:tblGrid>
              <a:tr h="365299">
                <a:tc>
                  <a:txBody>
                    <a:bodyPr/>
                    <a:lstStyle/>
                    <a:p>
                      <a:pPr algn="ctr"/>
                      <a:r>
                        <a:rPr lang="en-US" altLang="zh-CN" sz="1400" b="0" dirty="0"/>
                        <a:t>0</a:t>
                      </a:r>
                      <a:endParaRPr lang="zh-CN" altLang="en-US" sz="1400" b="0" dirty="0"/>
                    </a:p>
                  </a:txBody>
                  <a:tcPr/>
                </a:tc>
                <a:tc>
                  <a:txBody>
                    <a:bodyPr/>
                    <a:lstStyle/>
                    <a:p>
                      <a:pPr algn="ctr"/>
                      <a:r>
                        <a:rPr lang="en-US" altLang="zh-CN" sz="1400" b="0" dirty="0"/>
                        <a:t>1</a:t>
                      </a:r>
                      <a:endParaRPr lang="zh-CN" altLang="en-US" sz="1400" b="0" dirty="0"/>
                    </a:p>
                  </a:txBody>
                  <a:tcPr/>
                </a:tc>
                <a:tc>
                  <a:txBody>
                    <a:bodyPr/>
                    <a:lstStyle/>
                    <a:p>
                      <a:pPr algn="ctr"/>
                      <a:r>
                        <a:rPr lang="en-US" altLang="zh-CN" sz="1400" b="0" dirty="0"/>
                        <a:t>1</a:t>
                      </a:r>
                      <a:endParaRPr lang="zh-CN" altLang="en-US" sz="1400" b="0" dirty="0"/>
                    </a:p>
                  </a:txBody>
                  <a:tcPr/>
                </a:tc>
                <a:extLst>
                  <a:ext uri="{0D108BD9-81ED-4DB2-BD59-A6C34878D82A}">
                    <a16:rowId xmlns:a16="http://schemas.microsoft.com/office/drawing/2014/main" val="10000"/>
                  </a:ext>
                </a:extLst>
              </a:tr>
              <a:tr h="365299">
                <a:tc>
                  <a:txBody>
                    <a:bodyPr/>
                    <a:lstStyle/>
                    <a:p>
                      <a:pPr algn="ctr"/>
                      <a:r>
                        <a:rPr lang="en-US" altLang="zh-CN" sz="1400" dirty="0"/>
                        <a:t>-1</a:t>
                      </a:r>
                      <a:endParaRPr lang="zh-CN" altLang="en-US" sz="1400" dirty="0"/>
                    </a:p>
                  </a:txBody>
                  <a:tcPr/>
                </a:tc>
                <a:tc>
                  <a:txBody>
                    <a:bodyPr/>
                    <a:lstStyle/>
                    <a:p>
                      <a:pPr algn="ctr"/>
                      <a:r>
                        <a:rPr lang="en-US" altLang="zh-CN" sz="1400" dirty="0"/>
                        <a:t>1,-1</a:t>
                      </a:r>
                      <a:endParaRPr lang="zh-CN" altLang="en-US" sz="1400" dirty="0"/>
                    </a:p>
                  </a:txBody>
                  <a:tcPr/>
                </a:tc>
                <a:tc>
                  <a:txBody>
                    <a:bodyPr/>
                    <a:lstStyle/>
                    <a:p>
                      <a:pPr algn="ctr"/>
                      <a:r>
                        <a:rPr lang="en-US" altLang="zh-CN" sz="1400" dirty="0"/>
                        <a:t>0</a:t>
                      </a:r>
                      <a:endParaRPr lang="zh-CN" altLang="en-US" sz="1400" dirty="0"/>
                    </a:p>
                  </a:txBody>
                  <a:tcPr/>
                </a:tc>
                <a:extLst>
                  <a:ext uri="{0D108BD9-81ED-4DB2-BD59-A6C34878D82A}">
                    <a16:rowId xmlns:a16="http://schemas.microsoft.com/office/drawing/2014/main" val="10001"/>
                  </a:ext>
                </a:extLst>
              </a:tr>
              <a:tr h="365299">
                <a:tc>
                  <a:txBody>
                    <a:bodyPr/>
                    <a:lstStyle/>
                    <a:p>
                      <a:pPr algn="ctr"/>
                      <a:r>
                        <a:rPr lang="en-US" altLang="zh-CN" sz="1400" dirty="0"/>
                        <a:t>-1</a:t>
                      </a:r>
                      <a:endParaRPr lang="zh-CN" altLang="en-US" sz="1400" dirty="0"/>
                    </a:p>
                  </a:txBody>
                  <a:tcPr/>
                </a:tc>
                <a:tc>
                  <a:txBody>
                    <a:bodyPr/>
                    <a:lstStyle/>
                    <a:p>
                      <a:pPr algn="ctr"/>
                      <a:r>
                        <a:rPr lang="en-US" altLang="zh-CN" sz="1400" dirty="0"/>
                        <a:t>0</a:t>
                      </a:r>
                      <a:endParaRPr lang="zh-CN" altLang="en-US" sz="1400" dirty="0"/>
                    </a:p>
                  </a:txBody>
                  <a:tcPr/>
                </a:tc>
                <a:tc>
                  <a:txBody>
                    <a:bodyPr/>
                    <a:lstStyle/>
                    <a:p>
                      <a:pPr algn="ctr"/>
                      <a:r>
                        <a:rPr lang="en-US" altLang="zh-CN" sz="1400" dirty="0"/>
                        <a:t>0</a:t>
                      </a:r>
                      <a:endParaRPr lang="zh-CN" altLang="en-US" sz="1400" dirty="0"/>
                    </a:p>
                  </a:txBody>
                  <a:tcPr/>
                </a:tc>
                <a:extLst>
                  <a:ext uri="{0D108BD9-81ED-4DB2-BD59-A6C34878D82A}">
                    <a16:rowId xmlns:a16="http://schemas.microsoft.com/office/drawing/2014/main" val="10002"/>
                  </a:ext>
                </a:extLst>
              </a:tr>
            </a:tbl>
          </a:graphicData>
        </a:graphic>
      </p:graphicFrame>
      <p:graphicFrame>
        <p:nvGraphicFramePr>
          <p:cNvPr id="4194338" name="表格 20"/>
          <p:cNvGraphicFramePr>
            <a:graphicFrameLocks noGrp="1"/>
          </p:cNvGraphicFramePr>
          <p:nvPr/>
        </p:nvGraphicFramePr>
        <p:xfrm>
          <a:off x="8910802" y="3416542"/>
          <a:ext cx="1463823" cy="1095897"/>
        </p:xfrm>
        <a:graphic>
          <a:graphicData uri="http://schemas.openxmlformats.org/drawingml/2006/table">
            <a:tbl>
              <a:tblPr firstRow="1" bandRow="1">
                <a:tableStyleId>{16D9F66E-5EB9-4882-86FB-DCBF35E3C3E4}</a:tableStyleId>
              </a:tblPr>
              <a:tblGrid>
                <a:gridCol w="487941">
                  <a:extLst>
                    <a:ext uri="{9D8B030D-6E8A-4147-A177-3AD203B41FA5}">
                      <a16:colId xmlns:a16="http://schemas.microsoft.com/office/drawing/2014/main" val="20000"/>
                    </a:ext>
                  </a:extLst>
                </a:gridCol>
                <a:gridCol w="487941">
                  <a:extLst>
                    <a:ext uri="{9D8B030D-6E8A-4147-A177-3AD203B41FA5}">
                      <a16:colId xmlns:a16="http://schemas.microsoft.com/office/drawing/2014/main" val="20001"/>
                    </a:ext>
                  </a:extLst>
                </a:gridCol>
                <a:gridCol w="487941">
                  <a:extLst>
                    <a:ext uri="{9D8B030D-6E8A-4147-A177-3AD203B41FA5}">
                      <a16:colId xmlns:a16="http://schemas.microsoft.com/office/drawing/2014/main" val="20002"/>
                    </a:ext>
                  </a:extLst>
                </a:gridCol>
              </a:tblGrid>
              <a:tr h="365299">
                <a:tc>
                  <a:txBody>
                    <a:bodyPr/>
                    <a:lstStyle/>
                    <a:p>
                      <a:pPr algn="ctr"/>
                      <a:r>
                        <a:rPr lang="en-US" altLang="zh-CN" sz="1400" b="0" dirty="0"/>
                        <a:t>0</a:t>
                      </a:r>
                      <a:endParaRPr lang="zh-CN" altLang="en-US" sz="1400" b="0" dirty="0"/>
                    </a:p>
                  </a:txBody>
                  <a:tcPr/>
                </a:tc>
                <a:tc>
                  <a:txBody>
                    <a:bodyPr/>
                    <a:lstStyle/>
                    <a:p>
                      <a:pPr algn="ctr"/>
                      <a:r>
                        <a:rPr lang="en-US" altLang="zh-CN" sz="1400" b="0" dirty="0"/>
                        <a:t>1</a:t>
                      </a:r>
                      <a:endParaRPr lang="zh-CN" altLang="en-US" sz="1400" b="0" dirty="0"/>
                    </a:p>
                  </a:txBody>
                  <a:tcPr/>
                </a:tc>
                <a:tc>
                  <a:txBody>
                    <a:bodyPr/>
                    <a:lstStyle/>
                    <a:p>
                      <a:pPr algn="ctr"/>
                      <a:r>
                        <a:rPr lang="en-US" altLang="zh-CN" sz="1400" b="0" dirty="0"/>
                        <a:t>1</a:t>
                      </a:r>
                      <a:endParaRPr lang="zh-CN" altLang="en-US" sz="1400" b="0" dirty="0"/>
                    </a:p>
                  </a:txBody>
                  <a:tcPr/>
                </a:tc>
                <a:extLst>
                  <a:ext uri="{0D108BD9-81ED-4DB2-BD59-A6C34878D82A}">
                    <a16:rowId xmlns:a16="http://schemas.microsoft.com/office/drawing/2014/main" val="10000"/>
                  </a:ext>
                </a:extLst>
              </a:tr>
              <a:tr h="365299">
                <a:tc>
                  <a:txBody>
                    <a:bodyPr/>
                    <a:lstStyle/>
                    <a:p>
                      <a:pPr algn="ctr"/>
                      <a:r>
                        <a:rPr lang="en-US" altLang="zh-CN" sz="1400" dirty="0"/>
                        <a:t>-1</a:t>
                      </a:r>
                      <a:endParaRPr lang="zh-CN" altLang="en-US" sz="1400" dirty="0"/>
                    </a:p>
                  </a:txBody>
                  <a:tcPr/>
                </a:tc>
                <a:tc>
                  <a:txBody>
                    <a:bodyPr/>
                    <a:lstStyle/>
                    <a:p>
                      <a:pPr algn="ctr"/>
                      <a:r>
                        <a:rPr lang="en-US" altLang="zh-CN" sz="1400" dirty="0"/>
                        <a:t>1,-1</a:t>
                      </a:r>
                      <a:endParaRPr lang="zh-CN" altLang="en-US" sz="1400" dirty="0"/>
                    </a:p>
                  </a:txBody>
                  <a:tcPr/>
                </a:tc>
                <a:tc>
                  <a:txBody>
                    <a:bodyPr/>
                    <a:lstStyle/>
                    <a:p>
                      <a:pPr algn="ctr"/>
                      <a:r>
                        <a:rPr lang="en-US" altLang="zh-CN" sz="1400" dirty="0"/>
                        <a:t>1</a:t>
                      </a:r>
                      <a:endParaRPr lang="zh-CN" altLang="en-US" sz="1400" dirty="0"/>
                    </a:p>
                  </a:txBody>
                  <a:tcPr/>
                </a:tc>
                <a:extLst>
                  <a:ext uri="{0D108BD9-81ED-4DB2-BD59-A6C34878D82A}">
                    <a16:rowId xmlns:a16="http://schemas.microsoft.com/office/drawing/2014/main" val="10001"/>
                  </a:ext>
                </a:extLst>
              </a:tr>
              <a:tr h="365299">
                <a:tc>
                  <a:txBody>
                    <a:bodyPr/>
                    <a:lstStyle/>
                    <a:p>
                      <a:pPr algn="ctr"/>
                      <a:r>
                        <a:rPr lang="en-US" altLang="zh-CN" sz="1400" dirty="0"/>
                        <a:t>-1</a:t>
                      </a:r>
                      <a:endParaRPr lang="zh-CN" altLang="en-US" sz="1400" dirty="0"/>
                    </a:p>
                  </a:txBody>
                  <a:tcPr/>
                </a:tc>
                <a:tc>
                  <a:txBody>
                    <a:bodyPr/>
                    <a:lstStyle/>
                    <a:p>
                      <a:pPr algn="ctr"/>
                      <a:r>
                        <a:rPr lang="en-US" altLang="zh-CN" sz="1400" dirty="0"/>
                        <a:t>-1</a:t>
                      </a:r>
                      <a:endParaRPr lang="zh-CN" altLang="en-US" sz="1400" dirty="0"/>
                    </a:p>
                  </a:txBody>
                  <a:tcPr/>
                </a:tc>
                <a:tc>
                  <a:txBody>
                    <a:bodyPr/>
                    <a:lstStyle/>
                    <a:p>
                      <a:pPr algn="ctr"/>
                      <a:r>
                        <a:rPr lang="en-US" altLang="zh-CN" sz="1400" dirty="0"/>
                        <a:t>0</a:t>
                      </a:r>
                      <a:endParaRPr lang="zh-CN" altLang="en-US" sz="1400" dirty="0"/>
                    </a:p>
                  </a:txBody>
                  <a:tcPr/>
                </a:tc>
                <a:extLst>
                  <a:ext uri="{0D108BD9-81ED-4DB2-BD59-A6C34878D82A}">
                    <a16:rowId xmlns:a16="http://schemas.microsoft.com/office/drawing/2014/main" val="10002"/>
                  </a:ext>
                </a:extLst>
              </a:tr>
            </a:tbl>
          </a:graphicData>
        </a:graphic>
      </p:graphicFrame>
      <p:graphicFrame>
        <p:nvGraphicFramePr>
          <p:cNvPr id="4194339" name="表格 21"/>
          <p:cNvGraphicFramePr>
            <a:graphicFrameLocks noGrp="1"/>
          </p:cNvGraphicFramePr>
          <p:nvPr/>
        </p:nvGraphicFramePr>
        <p:xfrm>
          <a:off x="8892398" y="4662709"/>
          <a:ext cx="1463823" cy="1095897"/>
        </p:xfrm>
        <a:graphic>
          <a:graphicData uri="http://schemas.openxmlformats.org/drawingml/2006/table">
            <a:tbl>
              <a:tblPr firstRow="1" bandRow="1">
                <a:tableStyleId>{16D9F66E-5EB9-4882-86FB-DCBF35E3C3E4}</a:tableStyleId>
              </a:tblPr>
              <a:tblGrid>
                <a:gridCol w="487941">
                  <a:extLst>
                    <a:ext uri="{9D8B030D-6E8A-4147-A177-3AD203B41FA5}">
                      <a16:colId xmlns:a16="http://schemas.microsoft.com/office/drawing/2014/main" val="20000"/>
                    </a:ext>
                  </a:extLst>
                </a:gridCol>
                <a:gridCol w="487941">
                  <a:extLst>
                    <a:ext uri="{9D8B030D-6E8A-4147-A177-3AD203B41FA5}">
                      <a16:colId xmlns:a16="http://schemas.microsoft.com/office/drawing/2014/main" val="20001"/>
                    </a:ext>
                  </a:extLst>
                </a:gridCol>
                <a:gridCol w="487941">
                  <a:extLst>
                    <a:ext uri="{9D8B030D-6E8A-4147-A177-3AD203B41FA5}">
                      <a16:colId xmlns:a16="http://schemas.microsoft.com/office/drawing/2014/main" val="20002"/>
                    </a:ext>
                  </a:extLst>
                </a:gridCol>
              </a:tblGrid>
              <a:tr h="365299">
                <a:tc>
                  <a:txBody>
                    <a:bodyPr/>
                    <a:lstStyle/>
                    <a:p>
                      <a:pPr algn="ctr"/>
                      <a:r>
                        <a:rPr lang="en-US" altLang="zh-CN" sz="1400" b="0" dirty="0"/>
                        <a:t>1</a:t>
                      </a:r>
                      <a:endParaRPr lang="zh-CN" altLang="en-US" sz="1400" b="0" dirty="0"/>
                    </a:p>
                  </a:txBody>
                  <a:tcPr/>
                </a:tc>
                <a:tc>
                  <a:txBody>
                    <a:bodyPr/>
                    <a:lstStyle/>
                    <a:p>
                      <a:pPr algn="ctr"/>
                      <a:r>
                        <a:rPr lang="en-US" altLang="zh-CN" sz="1400" b="0" dirty="0"/>
                        <a:t>2</a:t>
                      </a:r>
                      <a:endParaRPr lang="zh-CN" altLang="en-US" sz="1400" b="0" dirty="0"/>
                    </a:p>
                  </a:txBody>
                  <a:tcPr/>
                </a:tc>
                <a:tc>
                  <a:txBody>
                    <a:bodyPr/>
                    <a:lstStyle/>
                    <a:p>
                      <a:pPr algn="ctr"/>
                      <a:r>
                        <a:rPr lang="en-US" altLang="zh-CN" sz="1400" b="0" dirty="0"/>
                        <a:t>1</a:t>
                      </a:r>
                      <a:endParaRPr lang="zh-CN" altLang="en-US" sz="1400" b="0" dirty="0"/>
                    </a:p>
                  </a:txBody>
                  <a:tcPr/>
                </a:tc>
                <a:extLst>
                  <a:ext uri="{0D108BD9-81ED-4DB2-BD59-A6C34878D82A}">
                    <a16:rowId xmlns:a16="http://schemas.microsoft.com/office/drawing/2014/main" val="10000"/>
                  </a:ext>
                </a:extLst>
              </a:tr>
              <a:tr h="365299">
                <a:tc>
                  <a:txBody>
                    <a:bodyPr/>
                    <a:lstStyle/>
                    <a:p>
                      <a:pPr algn="ctr"/>
                      <a:r>
                        <a:rPr lang="en-US" altLang="zh-CN" sz="1400" dirty="0"/>
                        <a:t>0</a:t>
                      </a:r>
                      <a:endParaRPr lang="zh-CN" altLang="en-US" sz="1400" dirty="0"/>
                    </a:p>
                  </a:txBody>
                  <a:tcPr/>
                </a:tc>
                <a:tc>
                  <a:txBody>
                    <a:bodyPr/>
                    <a:lstStyle/>
                    <a:p>
                      <a:pPr algn="ctr"/>
                      <a:r>
                        <a:rPr lang="en-US" altLang="zh-CN" sz="1400" dirty="0"/>
                        <a:t>0</a:t>
                      </a:r>
                      <a:endParaRPr lang="zh-CN" altLang="en-US" sz="1400" dirty="0"/>
                    </a:p>
                  </a:txBody>
                  <a:tcPr/>
                </a:tc>
                <a:tc>
                  <a:txBody>
                    <a:bodyPr/>
                    <a:lstStyle/>
                    <a:p>
                      <a:pPr algn="ctr"/>
                      <a:r>
                        <a:rPr lang="en-US" altLang="zh-CN" sz="1400" dirty="0"/>
                        <a:t>0</a:t>
                      </a:r>
                      <a:endParaRPr lang="zh-CN" altLang="en-US" sz="1400" dirty="0"/>
                    </a:p>
                  </a:txBody>
                  <a:tcPr/>
                </a:tc>
                <a:extLst>
                  <a:ext uri="{0D108BD9-81ED-4DB2-BD59-A6C34878D82A}">
                    <a16:rowId xmlns:a16="http://schemas.microsoft.com/office/drawing/2014/main" val="10001"/>
                  </a:ext>
                </a:extLst>
              </a:tr>
              <a:tr h="365299">
                <a:tc>
                  <a:txBody>
                    <a:bodyPr/>
                    <a:lstStyle/>
                    <a:p>
                      <a:pPr algn="ctr"/>
                      <a:r>
                        <a:rPr lang="en-US" altLang="zh-CN" sz="1400" dirty="0"/>
                        <a:t>-1</a:t>
                      </a:r>
                      <a:endParaRPr lang="zh-CN" altLang="en-US" sz="1400" dirty="0"/>
                    </a:p>
                  </a:txBody>
                  <a:tcPr/>
                </a:tc>
                <a:tc>
                  <a:txBody>
                    <a:bodyPr/>
                    <a:lstStyle/>
                    <a:p>
                      <a:pPr algn="ctr"/>
                      <a:r>
                        <a:rPr lang="en-US" altLang="zh-CN" sz="1400" dirty="0"/>
                        <a:t>-2</a:t>
                      </a:r>
                      <a:endParaRPr lang="zh-CN" altLang="en-US" sz="1400" dirty="0"/>
                    </a:p>
                  </a:txBody>
                  <a:tcPr/>
                </a:tc>
                <a:tc>
                  <a:txBody>
                    <a:bodyPr/>
                    <a:lstStyle/>
                    <a:p>
                      <a:pPr algn="ctr"/>
                      <a:r>
                        <a:rPr lang="en-US" altLang="zh-CN" sz="1400" dirty="0"/>
                        <a:t>-1</a:t>
                      </a:r>
                      <a:endParaRPr lang="zh-CN" altLang="en-US" sz="1400" dirty="0"/>
                    </a:p>
                  </a:txBody>
                  <a:tcPr/>
                </a:tc>
                <a:extLst>
                  <a:ext uri="{0D108BD9-81ED-4DB2-BD59-A6C34878D82A}">
                    <a16:rowId xmlns:a16="http://schemas.microsoft.com/office/drawing/2014/main" val="10002"/>
                  </a:ext>
                </a:extLst>
              </a:tr>
            </a:tbl>
          </a:graphicData>
        </a:graphic>
      </p:graphicFrame>
      <p:sp>
        <p:nvSpPr>
          <p:cNvPr id="1049394" name="Rectangle 3"/>
          <p:cNvSpPr>
            <a:spLocks noRot="1" noChangeAspect="1" noMove="1" noResize="1" noEditPoints="1" noAdjustHandles="1" noChangeArrowheads="1" noChangeShapeType="1" noTextEdit="1"/>
          </p:cNvSpPr>
          <p:nvPr/>
        </p:nvSpPr>
        <p:spPr bwMode="auto">
          <a:xfrm>
            <a:off x="1356699" y="5414356"/>
            <a:ext cx="2946832" cy="400110"/>
          </a:xfrm>
          <a:prstGeom prst="rect">
            <a:avLst/>
          </a:prstGeom>
          <a:blipFill>
            <a:blip r:embed="rId2"/>
            <a:stretch>
              <a:fillRect l="-2277" t="-7576" r="-2070" b="-25758"/>
            </a:stretch>
          </a:blipFill>
          <a:ln>
            <a:noFill/>
          </a:ln>
          <a:effectLst/>
        </p:spPr>
        <p:txBody>
          <a:bodyPr/>
          <a:lstStyle/>
          <a:p>
            <a:r>
              <a:rPr lang="zh-CN" altLang="en-US">
                <a:noFill/>
              </a:rPr>
              <a:t> </a:t>
            </a:r>
          </a:p>
        </p:txBody>
      </p:sp>
      <p:sp>
        <p:nvSpPr>
          <p:cNvPr id="1049395" name="TextBox 11"/>
          <p:cNvSpPr txBox="1"/>
          <p:nvPr/>
        </p:nvSpPr>
        <p:spPr>
          <a:xfrm>
            <a:off x="1014578" y="1212811"/>
            <a:ext cx="9980347" cy="400110"/>
          </a:xfrm>
          <a:prstGeom prst="rect">
            <a:avLst/>
          </a:prstGeom>
          <a:noFill/>
          <a:ln w="9525">
            <a:noFill/>
          </a:ln>
        </p:spPr>
        <p:txBody>
          <a:bodyPr wrap="square" anchor="t">
            <a:spAutoFit/>
          </a:bodyPr>
          <a:lstStyle/>
          <a:p>
            <a:r>
              <a:rPr lang="en-US" altLang="zh-CN" sz="2000" b="1" dirty="0">
                <a:solidFill>
                  <a:srgbClr val="004C54"/>
                </a:solidFill>
                <a:latin typeface="微软雅黑" panose="020B0503020204020204" pitchFamily="34" charset="-122"/>
                <a:ea typeface="微软雅黑" panose="020B0503020204020204" pitchFamily="34" charset="-122"/>
              </a:rPr>
              <a:t>Robert</a:t>
            </a:r>
            <a:r>
              <a:rPr lang="zh-CN" altLang="en-US" sz="2000" b="1" dirty="0">
                <a:solidFill>
                  <a:srgbClr val="004C54"/>
                </a:solidFill>
                <a:latin typeface="微软雅黑" panose="020B0503020204020204" pitchFamily="34" charset="-122"/>
                <a:ea typeface="微软雅黑" panose="020B0503020204020204" pitchFamily="34" charset="-122"/>
              </a:rPr>
              <a:t>算子与</a:t>
            </a:r>
            <a:r>
              <a:rPr lang="en-US" altLang="zh-CN" sz="2000" b="1" dirty="0">
                <a:solidFill>
                  <a:srgbClr val="004C54"/>
                </a:solidFill>
                <a:latin typeface="微软雅黑" panose="020B0503020204020204" pitchFamily="34" charset="-122"/>
                <a:ea typeface="微软雅黑" panose="020B0503020204020204" pitchFamily="34" charset="-122"/>
              </a:rPr>
              <a:t>Sobel</a:t>
            </a:r>
            <a:r>
              <a:rPr lang="zh-CN" altLang="en-US" sz="2000" b="1" dirty="0">
                <a:solidFill>
                  <a:srgbClr val="004C54"/>
                </a:solidFill>
                <a:latin typeface="微软雅黑" panose="020B0503020204020204" pitchFamily="34" charset="-122"/>
                <a:ea typeface="微软雅黑" panose="020B0503020204020204" pitchFamily="34" charset="-122"/>
              </a:rPr>
              <a:t>算子的关系</a:t>
            </a:r>
            <a:endParaRPr lang="en-US" altLang="zh-CN" sz="2000" b="1" dirty="0">
              <a:solidFill>
                <a:srgbClr val="004C54"/>
              </a:solidFill>
              <a:latin typeface="微软雅黑" panose="020B0503020204020204" pitchFamily="34" charset="-122"/>
              <a:ea typeface="微软雅黑" panose="020B0503020204020204" pitchFamily="34" charset="-122"/>
            </a:endParaRPr>
          </a:p>
        </p:txBody>
      </p:sp>
      <p:sp>
        <p:nvSpPr>
          <p:cNvPr id="1049396" name="TextBox 27"/>
          <p:cNvSpPr txBox="1"/>
          <p:nvPr/>
        </p:nvSpPr>
        <p:spPr>
          <a:xfrm>
            <a:off x="1012825" y="176213"/>
            <a:ext cx="2621280" cy="574040"/>
          </a:xfrm>
          <a:prstGeom prst="rect">
            <a:avLst/>
          </a:prstGeom>
          <a:noFill/>
          <a:ln w="9525">
            <a:noFill/>
          </a:ln>
        </p:spPr>
        <p:txBody>
          <a:bodyPr wrap="none" anchor="t">
            <a:spAutoFit/>
          </a:bodyPr>
          <a:lstStyle/>
          <a:p>
            <a:r>
              <a:rPr lang="zh-CN" altLang="en-US" sz="3200" dirty="0">
                <a:solidFill>
                  <a:srgbClr val="004C54"/>
                </a:solidFill>
                <a:latin typeface="黑体" panose="02010609060101010101" pitchFamily="49" charset="-122"/>
                <a:ea typeface="黑体" panose="02010609060101010101" pitchFamily="49" charset="-122"/>
              </a:rPr>
              <a:t>三、边缘检测</a:t>
            </a:r>
            <a:endParaRPr lang="en-US" altLang="zh-CN" sz="3200" dirty="0">
              <a:solidFill>
                <a:srgbClr val="004C54"/>
              </a:solidFill>
              <a:latin typeface="黑体" panose="02010609060101010101" pitchFamily="49" charset="-122"/>
              <a:ea typeface="黑体" panose="02010609060101010101" pitchFamily="49" charset="-122"/>
            </a:endParaRPr>
          </a:p>
        </p:txBody>
      </p:sp>
      <p:sp>
        <p:nvSpPr>
          <p:cNvPr id="1049397"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a:p>
        </p:txBody>
      </p:sp>
      <mc:AlternateContent xmlns:mc="http://schemas.openxmlformats.org/markup-compatibility/2006" xmlns:p14="http://schemas.microsoft.com/office/powerpoint/2010/main">
        <mc:Choice Requires="p14">
          <p:contentPart p14:bwMode="auto" r:id="rId3">
            <p14:nvContentPartPr>
              <p14:cNvPr id="1049398" name="墨迹 1049397"/>
              <p14:cNvContentPartPr/>
              <p14:nvPr/>
            </p14:nvContentPartPr>
            <p14:xfrm>
              <a:off x="9752788" y="2398778"/>
              <a:ext cx="0" cy="0"/>
            </p14:xfrm>
          </p:contentPart>
        </mc:Choice>
        <mc:Fallback xmlns="">
          <p:sp>
            <p:nvSpPr>
              <p:cNvPr id="1049398" name=""/>
              <p:cNvSpPr/>
              <p:nvPr/>
            </p:nvSpPr>
            <p:spPr>
              <a:xfrm>
                <a:off x="9752788" y="2398778"/>
                <a:ext cx="0" cy="0"/>
              </a:xfrm>
            </p:spPr>
          </p:sp>
        </mc:Fallback>
      </mc:AlternateContent>
      <mc:AlternateContent xmlns:mc="http://schemas.openxmlformats.org/markup-compatibility/2006" xmlns:p14="http://schemas.microsoft.com/office/powerpoint/2010/main">
        <mc:Choice Requires="p14">
          <p:contentPart p14:bwMode="auto" r:id="rId4">
            <p14:nvContentPartPr>
              <p14:cNvPr id="1049399" name="墨迹 1049398"/>
              <p14:cNvContentPartPr/>
              <p14:nvPr/>
            </p14:nvContentPartPr>
            <p14:xfrm>
              <a:off x="4580669" y="687429"/>
              <a:ext cx="221981" cy="221493"/>
            </p14:xfrm>
          </p:contentPart>
        </mc:Choice>
        <mc:Fallback xmlns="">
          <p:sp>
            <p:nvSpPr>
              <p:cNvPr id="1049399" name=""/>
              <p:cNvSpPr/>
              <p:nvPr/>
            </p:nvSpPr>
            <p:spPr>
              <a:xfrm>
                <a:off x="4580669" y="687429"/>
                <a:ext cx="221981" cy="221493"/>
              </a:xfrm>
            </p:spPr>
          </p:sp>
        </mc:Fallback>
      </mc:AlternateContent>
      <mc:AlternateContent xmlns:mc="http://schemas.openxmlformats.org/markup-compatibility/2006" xmlns:p14="http://schemas.microsoft.com/office/powerpoint/2010/main">
        <mc:Choice Requires="p14">
          <p:contentPart p14:bwMode="auto" r:id="rId5">
            <p14:nvContentPartPr>
              <p14:cNvPr id="1049400" name="墨迹 1049399"/>
              <p14:cNvContentPartPr/>
              <p14:nvPr/>
            </p14:nvContentPartPr>
            <p14:xfrm>
              <a:off x="4874666" y="556400"/>
              <a:ext cx="48552" cy="378203"/>
            </p14:xfrm>
          </p:contentPart>
        </mc:Choice>
        <mc:Fallback xmlns="">
          <p:sp>
            <p:nvSpPr>
              <p:cNvPr id="1049400" name=""/>
              <p:cNvSpPr/>
              <p:nvPr/>
            </p:nvSpPr>
            <p:spPr>
              <a:xfrm>
                <a:off x="4874666" y="556400"/>
                <a:ext cx="48552" cy="378203"/>
              </a:xfrm>
            </p:spPr>
          </p:sp>
        </mc:Fallback>
      </mc:AlternateContent>
      <mc:AlternateContent xmlns:mc="http://schemas.openxmlformats.org/markup-compatibility/2006" xmlns:p14="http://schemas.microsoft.com/office/powerpoint/2010/main">
        <mc:Choice Requires="p14">
          <p:contentPart p14:bwMode="auto" r:id="rId6">
            <p14:nvContentPartPr>
              <p14:cNvPr id="1049401" name="墨迹 1049400"/>
              <p14:cNvContentPartPr/>
              <p14:nvPr/>
            </p14:nvContentPartPr>
            <p14:xfrm>
              <a:off x="4886139" y="741618"/>
              <a:ext cx="211040" cy="128097"/>
            </p14:xfrm>
          </p:contentPart>
        </mc:Choice>
        <mc:Fallback xmlns="">
          <p:sp>
            <p:nvSpPr>
              <p:cNvPr id="1049401" name=""/>
              <p:cNvSpPr/>
              <p:nvPr/>
            </p:nvSpPr>
            <p:spPr>
              <a:xfrm>
                <a:off x="4886139" y="741618"/>
                <a:ext cx="211040" cy="128097"/>
              </a:xfrm>
            </p:spPr>
          </p:sp>
        </mc:Fallback>
      </mc:AlternateContent>
      <mc:AlternateContent xmlns:mc="http://schemas.openxmlformats.org/markup-compatibility/2006" xmlns:p14="http://schemas.microsoft.com/office/powerpoint/2010/main">
        <mc:Choice Requires="p14">
          <p:contentPart p14:bwMode="auto" r:id="rId7">
            <p14:nvContentPartPr>
              <p14:cNvPr id="1049402" name="墨迹 1049401"/>
              <p14:cNvContentPartPr/>
              <p14:nvPr/>
            </p14:nvContentPartPr>
            <p14:xfrm>
              <a:off x="5166991" y="577765"/>
              <a:ext cx="325011" cy="422687"/>
            </p14:xfrm>
          </p:contentPart>
        </mc:Choice>
        <mc:Fallback xmlns="">
          <p:sp>
            <p:nvSpPr>
              <p:cNvPr id="1049402" name=""/>
              <p:cNvSpPr/>
              <p:nvPr/>
            </p:nvSpPr>
            <p:spPr>
              <a:xfrm>
                <a:off x="5166991" y="577765"/>
                <a:ext cx="325011" cy="422687"/>
              </a:xfrm>
            </p:spPr>
          </p:sp>
        </mc:Fallback>
      </mc:AlternateContent>
      <mc:AlternateContent xmlns:mc="http://schemas.openxmlformats.org/markup-compatibility/2006" xmlns:p14="http://schemas.microsoft.com/office/powerpoint/2010/main">
        <mc:Choice Requires="p14">
          <p:contentPart p14:bwMode="auto" r:id="rId8">
            <p14:nvContentPartPr>
              <p14:cNvPr id="1049403" name="墨迹 1049402"/>
              <p14:cNvContentPartPr/>
              <p14:nvPr/>
            </p14:nvContentPartPr>
            <p14:xfrm>
              <a:off x="5686990" y="516518"/>
              <a:ext cx="10151" cy="148670"/>
            </p14:xfrm>
          </p:contentPart>
        </mc:Choice>
        <mc:Fallback xmlns="">
          <p:sp>
            <p:nvSpPr>
              <p:cNvPr id="1049403" name=""/>
              <p:cNvSpPr/>
              <p:nvPr/>
            </p:nvSpPr>
            <p:spPr>
              <a:xfrm>
                <a:off x="5686990" y="516518"/>
                <a:ext cx="10151" cy="148670"/>
              </a:xfrm>
            </p:spPr>
          </p:sp>
        </mc:Fallback>
      </mc:AlternateContent>
      <mc:AlternateContent xmlns:mc="http://schemas.openxmlformats.org/markup-compatibility/2006" xmlns:p14="http://schemas.microsoft.com/office/powerpoint/2010/main">
        <mc:Choice Requires="p14">
          <p:contentPart p14:bwMode="auto" r:id="rId9">
            <p14:nvContentPartPr>
              <p14:cNvPr id="1049404" name="墨迹 1049403"/>
              <p14:cNvContentPartPr/>
              <p14:nvPr/>
            </p14:nvContentPartPr>
            <p14:xfrm>
              <a:off x="5545617" y="472553"/>
              <a:ext cx="286886" cy="381783"/>
            </p14:xfrm>
          </p:contentPart>
        </mc:Choice>
        <mc:Fallback xmlns="">
          <p:sp>
            <p:nvSpPr>
              <p:cNvPr id="1049404" name=""/>
              <p:cNvSpPr/>
              <p:nvPr/>
            </p:nvSpPr>
            <p:spPr>
              <a:xfrm>
                <a:off x="5545617" y="472553"/>
                <a:ext cx="286886" cy="381783"/>
              </a:xfrm>
            </p:spPr>
          </p:sp>
        </mc:Fallback>
      </mc:AlternateContent>
      <mc:AlternateContent xmlns:mc="http://schemas.openxmlformats.org/markup-compatibility/2006" xmlns:p14="http://schemas.microsoft.com/office/powerpoint/2010/main">
        <mc:Choice Requires="p14">
          <p:contentPart p14:bwMode="auto" r:id="rId10">
            <p14:nvContentPartPr>
              <p14:cNvPr id="1049405" name="墨迹 1049404"/>
              <p14:cNvContentPartPr/>
              <p14:nvPr/>
            </p14:nvContentPartPr>
            <p14:xfrm>
              <a:off x="5588864" y="807795"/>
              <a:ext cx="332791" cy="112760"/>
            </p14:xfrm>
          </p:contentPart>
        </mc:Choice>
        <mc:Fallback xmlns="">
          <p:sp>
            <p:nvSpPr>
              <p:cNvPr id="1049405" name=""/>
              <p:cNvSpPr/>
              <p:nvPr/>
            </p:nvSpPr>
            <p:spPr>
              <a:xfrm>
                <a:off x="5588864" y="807795"/>
                <a:ext cx="332791" cy="112760"/>
              </a:xfrm>
            </p:spPr>
          </p:sp>
        </mc:Fallback>
      </mc:AlternateContent>
      <mc:AlternateContent xmlns:mc="http://schemas.openxmlformats.org/markup-compatibility/2006" xmlns:p14="http://schemas.microsoft.com/office/powerpoint/2010/main">
        <mc:Choice Requires="p14">
          <p:contentPart p14:bwMode="auto" r:id="rId11">
            <p14:nvContentPartPr>
              <p14:cNvPr id="1049406" name="墨迹 1049405"/>
              <p14:cNvContentPartPr/>
              <p14:nvPr/>
            </p14:nvContentPartPr>
            <p14:xfrm>
              <a:off x="6118179" y="479486"/>
              <a:ext cx="70930" cy="417858"/>
            </p14:xfrm>
          </p:contentPart>
        </mc:Choice>
        <mc:Fallback xmlns="">
          <p:sp>
            <p:nvSpPr>
              <p:cNvPr id="1049406" name=""/>
              <p:cNvSpPr/>
              <p:nvPr/>
            </p:nvSpPr>
            <p:spPr>
              <a:xfrm>
                <a:off x="6118179" y="479486"/>
                <a:ext cx="70930" cy="417858"/>
              </a:xfrm>
            </p:spPr>
          </p:sp>
        </mc:Fallback>
      </mc:AlternateContent>
      <mc:AlternateContent xmlns:mc="http://schemas.openxmlformats.org/markup-compatibility/2006" xmlns:p14="http://schemas.microsoft.com/office/powerpoint/2010/main">
        <mc:Choice Requires="p14">
          <p:contentPart p14:bwMode="auto" r:id="rId12">
            <p14:nvContentPartPr>
              <p14:cNvPr id="1049407" name="墨迹 1049406"/>
              <p14:cNvContentPartPr/>
              <p14:nvPr/>
            </p14:nvContentPartPr>
            <p14:xfrm>
              <a:off x="6112806" y="584897"/>
              <a:ext cx="168695" cy="188380"/>
            </p14:xfrm>
          </p:contentPart>
        </mc:Choice>
        <mc:Fallback xmlns="">
          <p:sp>
            <p:nvSpPr>
              <p:cNvPr id="1049407" name=""/>
              <p:cNvSpPr/>
              <p:nvPr/>
            </p:nvSpPr>
            <p:spPr>
              <a:xfrm>
                <a:off x="6112806" y="584897"/>
                <a:ext cx="168695" cy="188380"/>
              </a:xfrm>
            </p:spPr>
          </p:sp>
        </mc:Fallback>
      </mc:AlternateContent>
      <mc:AlternateContent xmlns:mc="http://schemas.openxmlformats.org/markup-compatibility/2006" xmlns:p14="http://schemas.microsoft.com/office/powerpoint/2010/main">
        <mc:Choice Requires="p14">
          <p:contentPart p14:bwMode="auto" r:id="rId13">
            <p14:nvContentPartPr>
              <p14:cNvPr id="1049408" name="墨迹 1049407"/>
              <p14:cNvContentPartPr/>
              <p14:nvPr/>
            </p14:nvContentPartPr>
            <p14:xfrm>
              <a:off x="6284197" y="717350"/>
              <a:ext cx="66777" cy="119113"/>
            </p14:xfrm>
          </p:contentPart>
        </mc:Choice>
        <mc:Fallback xmlns="">
          <p:sp>
            <p:nvSpPr>
              <p:cNvPr id="1049408" name=""/>
              <p:cNvSpPr/>
              <p:nvPr/>
            </p:nvSpPr>
            <p:spPr>
              <a:xfrm>
                <a:off x="6284197" y="717350"/>
                <a:ext cx="66777" cy="119113"/>
              </a:xfrm>
            </p:spPr>
          </p:sp>
        </mc:Fallback>
      </mc:AlternateContent>
      <mc:AlternateContent xmlns:mc="http://schemas.openxmlformats.org/markup-compatibility/2006" xmlns:p14="http://schemas.microsoft.com/office/powerpoint/2010/main">
        <mc:Choice Requires="p14">
          <p:contentPart p14:bwMode="auto" r:id="rId14">
            <p14:nvContentPartPr>
              <p14:cNvPr id="1049409" name="墨迹 1049408"/>
              <p14:cNvContentPartPr/>
              <p14:nvPr/>
            </p14:nvContentPartPr>
            <p14:xfrm>
              <a:off x="6423145" y="504412"/>
              <a:ext cx="52278" cy="386412"/>
            </p14:xfrm>
          </p:contentPart>
        </mc:Choice>
        <mc:Fallback xmlns="">
          <p:sp>
            <p:nvSpPr>
              <p:cNvPr id="1049409" name=""/>
              <p:cNvSpPr/>
              <p:nvPr/>
            </p:nvSpPr>
            <p:spPr>
              <a:xfrm>
                <a:off x="6423145" y="504412"/>
                <a:ext cx="52278" cy="386412"/>
              </a:xfrm>
            </p:spPr>
          </p:sp>
        </mc:Fallback>
      </mc:AlternateContent>
      <mc:AlternateContent xmlns:mc="http://schemas.openxmlformats.org/markup-compatibility/2006" xmlns:p14="http://schemas.microsoft.com/office/powerpoint/2010/main">
        <mc:Choice Requires="p14">
          <p:contentPart p14:bwMode="auto" r:id="rId15">
            <p14:nvContentPartPr>
              <p14:cNvPr id="1049410" name="墨迹 1049409"/>
              <p14:cNvContentPartPr/>
              <p14:nvPr/>
            </p14:nvContentPartPr>
            <p14:xfrm>
              <a:off x="6434946" y="728745"/>
              <a:ext cx="62731" cy="109762"/>
            </p14:xfrm>
          </p:contentPart>
        </mc:Choice>
        <mc:Fallback xmlns="">
          <p:sp>
            <p:nvSpPr>
              <p:cNvPr id="1049410" name=""/>
              <p:cNvSpPr/>
              <p:nvPr/>
            </p:nvSpPr>
            <p:spPr>
              <a:xfrm>
                <a:off x="6434946" y="728745"/>
                <a:ext cx="62731" cy="109762"/>
              </a:xfrm>
            </p:spPr>
          </p:sp>
        </mc:Fallback>
      </mc:AlternateContent>
      <mc:AlternateContent xmlns:mc="http://schemas.openxmlformats.org/markup-compatibility/2006" xmlns:p14="http://schemas.microsoft.com/office/powerpoint/2010/main">
        <mc:Choice Requires="p14">
          <p:contentPart p14:bwMode="auto" r:id="rId16">
            <p14:nvContentPartPr>
              <p14:cNvPr id="1049411" name="墨迹 1049410"/>
              <p14:cNvContentPartPr/>
              <p14:nvPr/>
            </p14:nvContentPartPr>
            <p14:xfrm>
              <a:off x="6508957" y="678228"/>
              <a:ext cx="106058" cy="182337"/>
            </p14:xfrm>
          </p:contentPart>
        </mc:Choice>
        <mc:Fallback xmlns="">
          <p:sp>
            <p:nvSpPr>
              <p:cNvPr id="1049411" name=""/>
              <p:cNvSpPr/>
              <p:nvPr/>
            </p:nvSpPr>
            <p:spPr>
              <a:xfrm>
                <a:off x="6508957" y="678228"/>
                <a:ext cx="106058" cy="182337"/>
              </a:xfrm>
            </p:spPr>
          </p:sp>
        </mc:Fallback>
      </mc:AlternateContent>
      <mc:AlternateContent xmlns:mc="http://schemas.openxmlformats.org/markup-compatibility/2006" xmlns:p14="http://schemas.microsoft.com/office/powerpoint/2010/main">
        <mc:Choice Requires="p14">
          <p:contentPart p14:bwMode="auto" r:id="rId17">
            <p14:nvContentPartPr>
              <p14:cNvPr id="1049412" name="墨迹 1049411"/>
              <p14:cNvContentPartPr/>
              <p14:nvPr/>
            </p14:nvContentPartPr>
            <p14:xfrm>
              <a:off x="6650556" y="683774"/>
              <a:ext cx="106188" cy="167795"/>
            </p14:xfrm>
          </p:contentPart>
        </mc:Choice>
        <mc:Fallback xmlns="">
          <p:sp>
            <p:nvSpPr>
              <p:cNvPr id="1049412" name=""/>
              <p:cNvSpPr/>
              <p:nvPr/>
            </p:nvSpPr>
            <p:spPr>
              <a:xfrm>
                <a:off x="6650556" y="683774"/>
                <a:ext cx="106188" cy="167795"/>
              </a:xfrm>
            </p:spPr>
          </p:sp>
        </mc:Fallback>
      </mc:AlternateContent>
      <mc:AlternateContent xmlns:mc="http://schemas.openxmlformats.org/markup-compatibility/2006" xmlns:p14="http://schemas.microsoft.com/office/powerpoint/2010/main">
        <mc:Choice Requires="p14">
          <p:contentPart p14:bwMode="auto" r:id="rId18">
            <p14:nvContentPartPr>
              <p14:cNvPr id="1049413" name="墨迹 1049412"/>
              <p14:cNvContentPartPr/>
              <p14:nvPr/>
            </p14:nvContentPartPr>
            <p14:xfrm>
              <a:off x="6768279" y="650905"/>
              <a:ext cx="277861" cy="225244"/>
            </p14:xfrm>
          </p:contentPart>
        </mc:Choice>
        <mc:Fallback xmlns="">
          <p:sp>
            <p:nvSpPr>
              <p:cNvPr id="1049413" name=""/>
              <p:cNvSpPr/>
              <p:nvPr/>
            </p:nvSpPr>
            <p:spPr>
              <a:xfrm>
                <a:off x="6768279" y="650905"/>
                <a:ext cx="277861" cy="225244"/>
              </a:xfrm>
            </p:spPr>
          </p:sp>
        </mc:Fallback>
      </mc:AlternateContent>
      <mc:AlternateContent xmlns:mc="http://schemas.openxmlformats.org/markup-compatibility/2006" xmlns:p14="http://schemas.microsoft.com/office/powerpoint/2010/main">
        <mc:Choice Requires="p14">
          <p:contentPart p14:bwMode="auto" r:id="rId19">
            <p14:nvContentPartPr>
              <p14:cNvPr id="1049414" name="墨迹 1049413"/>
              <p14:cNvContentPartPr/>
              <p14:nvPr/>
            </p14:nvContentPartPr>
            <p14:xfrm>
              <a:off x="7274781" y="385480"/>
              <a:ext cx="233267" cy="246410"/>
            </p14:xfrm>
          </p:contentPart>
        </mc:Choice>
        <mc:Fallback xmlns="">
          <p:sp>
            <p:nvSpPr>
              <p:cNvPr id="1049414" name=""/>
              <p:cNvSpPr/>
              <p:nvPr/>
            </p:nvSpPr>
            <p:spPr>
              <a:xfrm>
                <a:off x="7274781" y="385480"/>
                <a:ext cx="233267" cy="246410"/>
              </a:xfrm>
            </p:spPr>
          </p:sp>
        </mc:Fallback>
      </mc:AlternateContent>
      <mc:AlternateContent xmlns:mc="http://schemas.openxmlformats.org/markup-compatibility/2006" xmlns:p14="http://schemas.microsoft.com/office/powerpoint/2010/main">
        <mc:Choice Requires="p14">
          <p:contentPart p14:bwMode="auto" r:id="rId20">
            <p14:nvContentPartPr>
              <p14:cNvPr id="1049415" name="墨迹 1049414"/>
              <p14:cNvContentPartPr/>
              <p14:nvPr/>
            </p14:nvContentPartPr>
            <p14:xfrm>
              <a:off x="7288725" y="485611"/>
              <a:ext cx="207418" cy="194260"/>
            </p14:xfrm>
          </p:contentPart>
        </mc:Choice>
        <mc:Fallback xmlns="">
          <p:sp>
            <p:nvSpPr>
              <p:cNvPr id="1049415" name=""/>
              <p:cNvSpPr/>
              <p:nvPr/>
            </p:nvSpPr>
            <p:spPr>
              <a:xfrm>
                <a:off x="7288725" y="485611"/>
                <a:ext cx="207418" cy="194260"/>
              </a:xfrm>
            </p:spPr>
          </p:sp>
        </mc:Fallback>
      </mc:AlternateContent>
      <mc:AlternateContent xmlns:mc="http://schemas.openxmlformats.org/markup-compatibility/2006" xmlns:p14="http://schemas.microsoft.com/office/powerpoint/2010/main">
        <mc:Choice Requires="p14">
          <p:contentPart p14:bwMode="auto" r:id="rId21">
            <p14:nvContentPartPr>
              <p14:cNvPr id="1049416" name="墨迹 1049415"/>
              <p14:cNvContentPartPr/>
              <p14:nvPr/>
            </p14:nvContentPartPr>
            <p14:xfrm>
              <a:off x="7325163" y="541444"/>
              <a:ext cx="192543" cy="249028"/>
            </p14:xfrm>
          </p:contentPart>
        </mc:Choice>
        <mc:Fallback xmlns="">
          <p:sp>
            <p:nvSpPr>
              <p:cNvPr id="1049416" name=""/>
              <p:cNvSpPr/>
              <p:nvPr/>
            </p:nvSpPr>
            <p:spPr>
              <a:xfrm>
                <a:off x="7325163" y="541444"/>
                <a:ext cx="192543" cy="249028"/>
              </a:xfrm>
            </p:spPr>
          </p:sp>
        </mc:Fallback>
      </mc:AlternateContent>
      <mc:AlternateContent xmlns:mc="http://schemas.openxmlformats.org/markup-compatibility/2006" xmlns:p14="http://schemas.microsoft.com/office/powerpoint/2010/main">
        <mc:Choice Requires="p14">
          <p:contentPart p14:bwMode="auto" r:id="rId22">
            <p14:nvContentPartPr>
              <p14:cNvPr id="1049417" name="墨迹 1049416"/>
              <p14:cNvContentPartPr/>
              <p14:nvPr/>
            </p14:nvContentPartPr>
            <p14:xfrm>
              <a:off x="7592961" y="554976"/>
              <a:ext cx="30630" cy="85550"/>
            </p14:xfrm>
          </p:contentPart>
        </mc:Choice>
        <mc:Fallback xmlns="">
          <p:sp>
            <p:nvSpPr>
              <p:cNvPr id="1049417" name=""/>
              <p:cNvSpPr/>
              <p:nvPr/>
            </p:nvSpPr>
            <p:spPr>
              <a:xfrm>
                <a:off x="7592961" y="554976"/>
                <a:ext cx="30630" cy="85550"/>
              </a:xfrm>
            </p:spPr>
          </p:sp>
        </mc:Fallback>
      </mc:AlternateContent>
      <mc:AlternateContent xmlns:mc="http://schemas.openxmlformats.org/markup-compatibility/2006" xmlns:p14="http://schemas.microsoft.com/office/powerpoint/2010/main">
        <mc:Choice Requires="p14">
          <p:contentPart p14:bwMode="auto" r:id="rId23">
            <p14:nvContentPartPr>
              <p14:cNvPr id="1049418" name="墨迹 1049417"/>
              <p14:cNvContentPartPr/>
              <p14:nvPr/>
            </p14:nvContentPartPr>
            <p14:xfrm>
              <a:off x="7536389" y="716952"/>
              <a:ext cx="74938" cy="83721"/>
            </p14:xfrm>
          </p:contentPart>
        </mc:Choice>
        <mc:Fallback xmlns="">
          <p:sp>
            <p:nvSpPr>
              <p:cNvPr id="1049418" name=""/>
              <p:cNvSpPr/>
              <p:nvPr/>
            </p:nvSpPr>
            <p:spPr>
              <a:xfrm>
                <a:off x="7536389" y="716952"/>
                <a:ext cx="74938" cy="83721"/>
              </a:xfrm>
            </p:spPr>
          </p:sp>
        </mc:Fallback>
      </mc:AlternateContent>
      <mc:AlternateContent xmlns:mc="http://schemas.openxmlformats.org/markup-compatibility/2006" xmlns:p14="http://schemas.microsoft.com/office/powerpoint/2010/main">
        <mc:Choice Requires="p14">
          <p:contentPart p14:bwMode="auto" r:id="rId24">
            <p14:nvContentPartPr>
              <p14:cNvPr id="1049419" name="墨迹 1049418"/>
              <p14:cNvContentPartPr/>
              <p14:nvPr/>
            </p14:nvContentPartPr>
            <p14:xfrm>
              <a:off x="7697628" y="406132"/>
              <a:ext cx="160765" cy="362345"/>
            </p14:xfrm>
          </p:contentPart>
        </mc:Choice>
        <mc:Fallback xmlns="">
          <p:sp>
            <p:nvSpPr>
              <p:cNvPr id="1049419" name=""/>
              <p:cNvSpPr/>
              <p:nvPr/>
            </p:nvSpPr>
            <p:spPr>
              <a:xfrm>
                <a:off x="7697628" y="406132"/>
                <a:ext cx="160765" cy="362345"/>
              </a:xfrm>
            </p:spPr>
          </p:sp>
        </mc:Fallback>
      </mc:AlternateContent>
      <mc:AlternateContent xmlns:mc="http://schemas.openxmlformats.org/markup-compatibility/2006" xmlns:p14="http://schemas.microsoft.com/office/powerpoint/2010/main">
        <mc:Choice Requires="p14">
          <p:contentPart p14:bwMode="auto" r:id="rId25">
            <p14:nvContentPartPr>
              <p14:cNvPr id="1049420" name="墨迹 1049419"/>
              <p14:cNvContentPartPr/>
              <p14:nvPr/>
            </p14:nvContentPartPr>
            <p14:xfrm>
              <a:off x="10931477" y="2203644"/>
              <a:ext cx="0" cy="0"/>
            </p14:xfrm>
          </p:contentPart>
        </mc:Choice>
        <mc:Fallback xmlns="">
          <p:sp>
            <p:nvSpPr>
              <p:cNvPr id="1049420" name=""/>
              <p:cNvSpPr/>
              <p:nvPr/>
            </p:nvSpPr>
            <p:spPr>
              <a:xfrm>
                <a:off x="10931477" y="2203644"/>
                <a:ext cx="0" cy="0"/>
              </a:xfrm>
            </p:spPr>
          </p:sp>
        </mc:Fallback>
      </mc:AlternateContent>
      <mc:AlternateContent xmlns:mc="http://schemas.openxmlformats.org/markup-compatibility/2006" xmlns:p14="http://schemas.microsoft.com/office/powerpoint/2010/main">
        <mc:Choice Requires="p14">
          <p:contentPart p14:bwMode="auto" r:id="rId26">
            <p14:nvContentPartPr>
              <p14:cNvPr id="1049421" name="墨迹 1049420"/>
              <p14:cNvContentPartPr/>
              <p14:nvPr/>
            </p14:nvContentPartPr>
            <p14:xfrm>
              <a:off x="8066871" y="436043"/>
              <a:ext cx="11202" cy="39849"/>
            </p14:xfrm>
          </p:contentPart>
        </mc:Choice>
        <mc:Fallback xmlns="">
          <p:sp>
            <p:nvSpPr>
              <p:cNvPr id="1049421" name=""/>
              <p:cNvSpPr/>
              <p:nvPr/>
            </p:nvSpPr>
            <p:spPr>
              <a:xfrm>
                <a:off x="8066871" y="436043"/>
                <a:ext cx="11202" cy="39849"/>
              </a:xfrm>
            </p:spPr>
          </p:sp>
        </mc:Fallback>
      </mc:AlternateContent>
      <mc:AlternateContent xmlns:mc="http://schemas.openxmlformats.org/markup-compatibility/2006" xmlns:p14="http://schemas.microsoft.com/office/powerpoint/2010/main">
        <mc:Choice Requires="p14">
          <p:contentPart p14:bwMode="auto" r:id="rId27">
            <p14:nvContentPartPr>
              <p14:cNvPr id="1049422" name="墨迹 1049421"/>
              <p14:cNvContentPartPr/>
              <p14:nvPr/>
            </p14:nvContentPartPr>
            <p14:xfrm>
              <a:off x="7962778" y="568507"/>
              <a:ext cx="228062" cy="240943"/>
            </p14:xfrm>
          </p:contentPart>
        </mc:Choice>
        <mc:Fallback xmlns="">
          <p:sp>
            <p:nvSpPr>
              <p:cNvPr id="1049422" name=""/>
              <p:cNvSpPr/>
              <p:nvPr/>
            </p:nvSpPr>
            <p:spPr>
              <a:xfrm>
                <a:off x="7962778" y="568507"/>
                <a:ext cx="228062" cy="240943"/>
              </a:xfrm>
            </p:spPr>
          </p:sp>
        </mc:Fallback>
      </mc:AlternateContent>
      <mc:AlternateContent xmlns:mc="http://schemas.openxmlformats.org/markup-compatibility/2006" xmlns:p14="http://schemas.microsoft.com/office/powerpoint/2010/main">
        <mc:Choice Requires="p14">
          <p:contentPart p14:bwMode="auto" r:id="rId28">
            <p14:nvContentPartPr>
              <p14:cNvPr id="1049423" name="墨迹 1049422"/>
              <p14:cNvContentPartPr/>
              <p14:nvPr/>
            </p14:nvContentPartPr>
            <p14:xfrm>
              <a:off x="8118503" y="454560"/>
              <a:ext cx="111553" cy="133910"/>
            </p14:xfrm>
          </p:contentPart>
        </mc:Choice>
        <mc:Fallback xmlns="">
          <p:sp>
            <p:nvSpPr>
              <p:cNvPr id="1049423" name=""/>
              <p:cNvSpPr/>
              <p:nvPr/>
            </p:nvSpPr>
            <p:spPr>
              <a:xfrm>
                <a:off x="8118503" y="454560"/>
                <a:ext cx="111553" cy="133910"/>
              </a:xfrm>
            </p:spPr>
          </p:sp>
        </mc:Fallback>
      </mc:AlternateContent>
      <mc:AlternateContent xmlns:mc="http://schemas.openxmlformats.org/markup-compatibility/2006" xmlns:p14="http://schemas.microsoft.com/office/powerpoint/2010/main">
        <mc:Choice Requires="p14">
          <p:contentPart p14:bwMode="auto" r:id="rId29">
            <p14:nvContentPartPr>
              <p14:cNvPr id="1049424" name="墨迹 1049423"/>
              <p14:cNvContentPartPr/>
              <p14:nvPr/>
            </p14:nvContentPartPr>
            <p14:xfrm>
              <a:off x="8106023" y="590584"/>
              <a:ext cx="205991" cy="140129"/>
            </p14:xfrm>
          </p:contentPart>
        </mc:Choice>
        <mc:Fallback xmlns="">
          <p:sp>
            <p:nvSpPr>
              <p:cNvPr id="1049424" name=""/>
              <p:cNvSpPr/>
              <p:nvPr/>
            </p:nvSpPr>
            <p:spPr>
              <a:xfrm>
                <a:off x="8106023" y="590584"/>
                <a:ext cx="205991" cy="140129"/>
              </a:xfrm>
            </p:spPr>
          </p:sp>
        </mc:Fallback>
      </mc:AlternateContent>
      <mc:AlternateContent xmlns:mc="http://schemas.openxmlformats.org/markup-compatibility/2006" xmlns:p14="http://schemas.microsoft.com/office/powerpoint/2010/main">
        <mc:Choice Requires="p14">
          <p:contentPart p14:bwMode="auto" r:id="rId30">
            <p14:nvContentPartPr>
              <p14:cNvPr id="1049425" name="墨迹 1049424"/>
              <p14:cNvContentPartPr/>
              <p14:nvPr/>
            </p14:nvContentPartPr>
            <p14:xfrm>
              <a:off x="8383793" y="317824"/>
              <a:ext cx="58776" cy="163016"/>
            </p14:xfrm>
          </p:contentPart>
        </mc:Choice>
        <mc:Fallback xmlns="">
          <p:sp>
            <p:nvSpPr>
              <p:cNvPr id="1049425" name=""/>
              <p:cNvSpPr/>
              <p:nvPr/>
            </p:nvSpPr>
            <p:spPr>
              <a:xfrm>
                <a:off x="8383793" y="317824"/>
                <a:ext cx="58776" cy="163016"/>
              </a:xfrm>
            </p:spPr>
          </p:sp>
        </mc:Fallback>
      </mc:AlternateContent>
      <mc:AlternateContent xmlns:mc="http://schemas.openxmlformats.org/markup-compatibility/2006" xmlns:p14="http://schemas.microsoft.com/office/powerpoint/2010/main">
        <mc:Choice Requires="p14">
          <p:contentPart p14:bwMode="auto" r:id="rId31">
            <p14:nvContentPartPr>
              <p14:cNvPr id="1049426" name="墨迹 1049425"/>
              <p14:cNvContentPartPr/>
              <p14:nvPr/>
            </p14:nvContentPartPr>
            <p14:xfrm>
              <a:off x="8437482" y="353646"/>
              <a:ext cx="60994" cy="84949"/>
            </p14:xfrm>
          </p:contentPart>
        </mc:Choice>
        <mc:Fallback xmlns="">
          <p:sp>
            <p:nvSpPr>
              <p:cNvPr id="1049426" name=""/>
              <p:cNvSpPr/>
              <p:nvPr/>
            </p:nvSpPr>
            <p:spPr>
              <a:xfrm>
                <a:off x="8437482" y="353646"/>
                <a:ext cx="60994" cy="84949"/>
              </a:xfrm>
            </p:spPr>
          </p:sp>
        </mc:Fallback>
      </mc:AlternateContent>
      <mc:AlternateContent xmlns:mc="http://schemas.openxmlformats.org/markup-compatibility/2006" xmlns:p14="http://schemas.microsoft.com/office/powerpoint/2010/main">
        <mc:Choice Requires="p14">
          <p:contentPart p14:bwMode="auto" r:id="rId32">
            <p14:nvContentPartPr>
              <p14:cNvPr id="1049427" name="墨迹 1049426"/>
              <p14:cNvContentPartPr/>
              <p14:nvPr/>
            </p14:nvContentPartPr>
            <p14:xfrm>
              <a:off x="8522959" y="264411"/>
              <a:ext cx="47507" cy="193398"/>
            </p14:xfrm>
          </p:contentPart>
        </mc:Choice>
        <mc:Fallback xmlns="">
          <p:sp>
            <p:nvSpPr>
              <p:cNvPr id="1049427" name=""/>
              <p:cNvSpPr/>
              <p:nvPr/>
            </p:nvSpPr>
            <p:spPr>
              <a:xfrm>
                <a:off x="8522959" y="264411"/>
                <a:ext cx="47507" cy="193398"/>
              </a:xfrm>
            </p:spPr>
          </p:sp>
        </mc:Fallback>
      </mc:AlternateContent>
      <mc:AlternateContent xmlns:mc="http://schemas.openxmlformats.org/markup-compatibility/2006" xmlns:p14="http://schemas.microsoft.com/office/powerpoint/2010/main">
        <mc:Choice Requires="p14">
          <p:contentPart p14:bwMode="auto" r:id="rId33">
            <p14:nvContentPartPr>
              <p14:cNvPr id="1049428" name="墨迹 1049427"/>
              <p14:cNvContentPartPr/>
              <p14:nvPr/>
            </p14:nvContentPartPr>
            <p14:xfrm>
              <a:off x="8515964" y="357338"/>
              <a:ext cx="87536" cy="96114"/>
            </p14:xfrm>
          </p:contentPart>
        </mc:Choice>
        <mc:Fallback xmlns="">
          <p:sp>
            <p:nvSpPr>
              <p:cNvPr id="1049428" name=""/>
              <p:cNvSpPr/>
              <p:nvPr/>
            </p:nvSpPr>
            <p:spPr>
              <a:xfrm>
                <a:off x="8515964" y="357338"/>
                <a:ext cx="87536" cy="96114"/>
              </a:xfrm>
            </p:spPr>
          </p:sp>
        </mc:Fallback>
      </mc:AlternateContent>
      <mc:AlternateContent xmlns:mc="http://schemas.openxmlformats.org/markup-compatibility/2006" xmlns:p14="http://schemas.microsoft.com/office/powerpoint/2010/main">
        <mc:Choice Requires="p14">
          <p:contentPart p14:bwMode="auto" r:id="rId34">
            <p14:nvContentPartPr>
              <p14:cNvPr id="1049429" name="墨迹 1049428"/>
              <p14:cNvContentPartPr/>
              <p14:nvPr/>
            </p14:nvContentPartPr>
            <p14:xfrm>
              <a:off x="8388067" y="512245"/>
              <a:ext cx="10792" cy="186779"/>
            </p14:xfrm>
          </p:contentPart>
        </mc:Choice>
        <mc:Fallback xmlns="">
          <p:sp>
            <p:nvSpPr>
              <p:cNvPr id="1049429" name=""/>
              <p:cNvSpPr/>
              <p:nvPr/>
            </p:nvSpPr>
            <p:spPr>
              <a:xfrm>
                <a:off x="8388067" y="512245"/>
                <a:ext cx="10792" cy="186779"/>
              </a:xfrm>
            </p:spPr>
          </p:sp>
        </mc:Fallback>
      </mc:AlternateContent>
      <mc:AlternateContent xmlns:mc="http://schemas.openxmlformats.org/markup-compatibility/2006" xmlns:p14="http://schemas.microsoft.com/office/powerpoint/2010/main">
        <mc:Choice Requires="p14">
          <p:contentPart p14:bwMode="auto" r:id="rId35">
            <p14:nvContentPartPr>
              <p14:cNvPr id="1049430" name="墨迹 1049429"/>
              <p14:cNvContentPartPr/>
              <p14:nvPr/>
            </p14:nvContentPartPr>
            <p14:xfrm>
              <a:off x="8426582" y="467310"/>
              <a:ext cx="180389" cy="212989"/>
            </p14:xfrm>
          </p:contentPart>
        </mc:Choice>
        <mc:Fallback xmlns="">
          <p:sp>
            <p:nvSpPr>
              <p:cNvPr id="1049430" name=""/>
              <p:cNvSpPr/>
              <p:nvPr/>
            </p:nvSpPr>
            <p:spPr>
              <a:xfrm>
                <a:off x="8426582" y="467310"/>
                <a:ext cx="180389" cy="212989"/>
              </a:xfrm>
            </p:spPr>
          </p:sp>
        </mc:Fallback>
      </mc:AlternateContent>
      <mc:AlternateContent xmlns:mc="http://schemas.openxmlformats.org/markup-compatibility/2006" xmlns:p14="http://schemas.microsoft.com/office/powerpoint/2010/main">
        <mc:Choice Requires="p14">
          <p:contentPart p14:bwMode="auto" r:id="rId36">
            <p14:nvContentPartPr>
              <p14:cNvPr id="1049431" name="墨迹 1049430"/>
              <p14:cNvContentPartPr/>
              <p14:nvPr/>
            </p14:nvContentPartPr>
            <p14:xfrm>
              <a:off x="8334364" y="551733"/>
              <a:ext cx="222702" cy="222256"/>
            </p14:xfrm>
          </p:contentPart>
        </mc:Choice>
        <mc:Fallback xmlns="">
          <p:sp>
            <p:nvSpPr>
              <p:cNvPr id="1049431" name=""/>
              <p:cNvSpPr/>
              <p:nvPr/>
            </p:nvSpPr>
            <p:spPr>
              <a:xfrm>
                <a:off x="8334364" y="551733"/>
                <a:ext cx="222702" cy="222256"/>
              </a:xfrm>
            </p:spPr>
          </p:sp>
        </mc:Fallback>
      </mc:AlternateContent>
      <mc:AlternateContent xmlns:mc="http://schemas.openxmlformats.org/markup-compatibility/2006" xmlns:p14="http://schemas.microsoft.com/office/powerpoint/2010/main">
        <mc:Choice Requires="p14">
          <p:contentPart p14:bwMode="auto" r:id="rId37">
            <p14:nvContentPartPr>
              <p14:cNvPr id="1049432" name="墨迹 1049431"/>
              <p14:cNvContentPartPr/>
              <p14:nvPr/>
            </p14:nvContentPartPr>
            <p14:xfrm>
              <a:off x="8438752" y="665362"/>
              <a:ext cx="161964" cy="348240"/>
            </p14:xfrm>
          </p:contentPart>
        </mc:Choice>
        <mc:Fallback xmlns="">
          <p:sp>
            <p:nvSpPr>
              <p:cNvPr id="1049432" name=""/>
              <p:cNvSpPr/>
              <p:nvPr/>
            </p:nvSpPr>
            <p:spPr>
              <a:xfrm>
                <a:off x="8438752" y="665362"/>
                <a:ext cx="161964" cy="348240"/>
              </a:xfrm>
            </p:spPr>
          </p:sp>
        </mc:Fallback>
      </mc:AlternateContent>
      <mc:AlternateContent xmlns:mc="http://schemas.openxmlformats.org/markup-compatibility/2006" xmlns:p14="http://schemas.microsoft.com/office/powerpoint/2010/main">
        <mc:Choice Requires="p14">
          <p:contentPart p14:bwMode="auto" r:id="rId38">
            <p14:nvContentPartPr>
              <p14:cNvPr id="1049433" name="墨迹 1049432"/>
              <p14:cNvContentPartPr/>
              <p14:nvPr/>
            </p14:nvContentPartPr>
            <p14:xfrm>
              <a:off x="8732968" y="422512"/>
              <a:ext cx="160874" cy="329556"/>
            </p14:xfrm>
          </p:contentPart>
        </mc:Choice>
        <mc:Fallback xmlns="">
          <p:sp>
            <p:nvSpPr>
              <p:cNvPr id="1049433" name=""/>
              <p:cNvSpPr/>
              <p:nvPr/>
            </p:nvSpPr>
            <p:spPr>
              <a:xfrm>
                <a:off x="8732968" y="422512"/>
                <a:ext cx="160874" cy="329556"/>
              </a:xfrm>
            </p:spPr>
          </p:sp>
        </mc:Fallback>
      </mc:AlternateContent>
      <mc:AlternateContent xmlns:mc="http://schemas.openxmlformats.org/markup-compatibility/2006" xmlns:p14="http://schemas.microsoft.com/office/powerpoint/2010/main">
        <mc:Choice Requires="p14">
          <p:contentPart p14:bwMode="auto" r:id="rId39">
            <p14:nvContentPartPr>
              <p14:cNvPr id="1049434" name="墨迹 1049433"/>
              <p14:cNvContentPartPr/>
              <p14:nvPr/>
            </p14:nvContentPartPr>
            <p14:xfrm>
              <a:off x="8767398" y="527198"/>
              <a:ext cx="118045" cy="215496"/>
            </p14:xfrm>
          </p:contentPart>
        </mc:Choice>
        <mc:Fallback xmlns="">
          <p:sp>
            <p:nvSpPr>
              <p:cNvPr id="1049434" name=""/>
              <p:cNvSpPr/>
              <p:nvPr/>
            </p:nvSpPr>
            <p:spPr>
              <a:xfrm>
                <a:off x="8767398" y="527198"/>
                <a:ext cx="118045" cy="215496"/>
              </a:xfrm>
            </p:spPr>
          </p:sp>
        </mc:Fallback>
      </mc:AlternateContent>
      <mc:AlternateContent xmlns:mc="http://schemas.openxmlformats.org/markup-compatibility/2006" xmlns:p14="http://schemas.microsoft.com/office/powerpoint/2010/main">
        <mc:Choice Requires="p14">
          <p:contentPart p14:bwMode="auto" r:id="rId40">
            <p14:nvContentPartPr>
              <p14:cNvPr id="1049435" name="墨迹 1049434"/>
              <p14:cNvContentPartPr/>
              <p14:nvPr/>
            </p14:nvContentPartPr>
            <p14:xfrm>
              <a:off x="8754455" y="578134"/>
              <a:ext cx="116113" cy="176953"/>
            </p14:xfrm>
          </p:contentPart>
        </mc:Choice>
        <mc:Fallback xmlns="">
          <p:sp>
            <p:nvSpPr>
              <p:cNvPr id="1049435" name=""/>
              <p:cNvSpPr/>
              <p:nvPr/>
            </p:nvSpPr>
            <p:spPr>
              <a:xfrm>
                <a:off x="8754455" y="578134"/>
                <a:ext cx="116113" cy="176953"/>
              </a:xfrm>
            </p:spPr>
          </p:sp>
        </mc:Fallback>
      </mc:AlternateContent>
      <mc:AlternateContent xmlns:mc="http://schemas.openxmlformats.org/markup-compatibility/2006" xmlns:p14="http://schemas.microsoft.com/office/powerpoint/2010/main">
        <mc:Choice Requires="p14">
          <p:contentPart p14:bwMode="auto" r:id="rId41">
            <p14:nvContentPartPr>
              <p14:cNvPr id="1049436" name="墨迹 1049435"/>
              <p14:cNvContentPartPr/>
              <p14:nvPr/>
            </p14:nvContentPartPr>
            <p14:xfrm>
              <a:off x="8904359" y="455272"/>
              <a:ext cx="226156" cy="274005"/>
            </p14:xfrm>
          </p:contentPart>
        </mc:Choice>
        <mc:Fallback xmlns="">
          <p:sp>
            <p:nvSpPr>
              <p:cNvPr id="1049436" name=""/>
              <p:cNvSpPr/>
              <p:nvPr/>
            </p:nvSpPr>
            <p:spPr>
              <a:xfrm>
                <a:off x="8904359" y="455272"/>
                <a:ext cx="226156" cy="274005"/>
              </a:xfrm>
            </p:spPr>
          </p:sp>
        </mc:Fallback>
      </mc:AlternateContent>
      <mc:AlternateContent xmlns:mc="http://schemas.openxmlformats.org/markup-compatibility/2006" xmlns:p14="http://schemas.microsoft.com/office/powerpoint/2010/main">
        <mc:Choice Requires="p14">
          <p:contentPart p14:bwMode="auto" r:id="rId42">
            <p14:nvContentPartPr>
              <p14:cNvPr id="1049437" name="墨迹 1049436"/>
              <p14:cNvContentPartPr/>
              <p14:nvPr/>
            </p14:nvContentPartPr>
            <p14:xfrm>
              <a:off x="10261469" y="2159490"/>
              <a:ext cx="0" cy="0"/>
            </p14:xfrm>
          </p:contentPart>
        </mc:Choice>
        <mc:Fallback xmlns="">
          <p:sp>
            <p:nvSpPr>
              <p:cNvPr id="1049437" name=""/>
              <p:cNvSpPr/>
              <p:nvPr/>
            </p:nvSpPr>
            <p:spPr>
              <a:xfrm>
                <a:off x="10261469" y="2159490"/>
                <a:ext cx="0" cy="0"/>
              </a:xfrm>
            </p:spPr>
          </p:sp>
        </mc:Fallback>
      </mc:AlternateContent>
      <mc:AlternateContent xmlns:mc="http://schemas.openxmlformats.org/markup-compatibility/2006" xmlns:p14="http://schemas.microsoft.com/office/powerpoint/2010/main">
        <mc:Choice Requires="p14">
          <p:contentPart p14:bwMode="auto" r:id="rId43">
            <p14:nvContentPartPr>
              <p14:cNvPr id="1049438" name="墨迹 1049437"/>
              <p14:cNvContentPartPr/>
              <p14:nvPr/>
            </p14:nvContentPartPr>
            <p14:xfrm>
              <a:off x="10230222" y="476010"/>
              <a:ext cx="0" cy="0"/>
            </p14:xfrm>
          </p:contentPart>
        </mc:Choice>
        <mc:Fallback xmlns="">
          <p:sp>
            <p:nvSpPr>
              <p:cNvPr id="1049438" name=""/>
              <p:cNvSpPr/>
              <p:nvPr/>
            </p:nvSpPr>
            <p:spPr>
              <a:xfrm>
                <a:off x="10230222" y="476010"/>
                <a:ext cx="0" cy="0"/>
              </a:xfrm>
            </p:spPr>
          </p:sp>
        </mc:Fallback>
      </mc:AlternateContent>
      <mc:AlternateContent xmlns:mc="http://schemas.openxmlformats.org/markup-compatibility/2006" xmlns:p14="http://schemas.microsoft.com/office/powerpoint/2010/main">
        <mc:Choice Requires="p14">
          <p:contentPart p14:bwMode="auto" r:id="rId44">
            <p14:nvContentPartPr>
              <p14:cNvPr id="1049439" name="墨迹 1049438"/>
              <p14:cNvContentPartPr/>
              <p14:nvPr/>
            </p14:nvContentPartPr>
            <p14:xfrm>
              <a:off x="9247014" y="319763"/>
              <a:ext cx="83493" cy="402839"/>
            </p14:xfrm>
          </p:contentPart>
        </mc:Choice>
        <mc:Fallback xmlns="">
          <p:sp>
            <p:nvSpPr>
              <p:cNvPr id="1049439" name=""/>
              <p:cNvSpPr/>
              <p:nvPr/>
            </p:nvSpPr>
            <p:spPr>
              <a:xfrm>
                <a:off x="9247014" y="319763"/>
                <a:ext cx="83493" cy="402839"/>
              </a:xfrm>
            </p:spPr>
          </p:sp>
        </mc:Fallback>
      </mc:AlternateContent>
      <mc:AlternateContent xmlns:mc="http://schemas.openxmlformats.org/markup-compatibility/2006" xmlns:p14="http://schemas.microsoft.com/office/powerpoint/2010/main">
        <mc:Choice Requires="p14">
          <p:contentPart p14:bwMode="auto" r:id="rId45">
            <p14:nvContentPartPr>
              <p14:cNvPr id="1049440" name="墨迹 1049439"/>
              <p14:cNvContentPartPr/>
              <p14:nvPr/>
            </p14:nvContentPartPr>
            <p14:xfrm>
              <a:off x="9364918" y="410005"/>
              <a:ext cx="115299" cy="32962"/>
            </p14:xfrm>
          </p:contentPart>
        </mc:Choice>
        <mc:Fallback xmlns="">
          <p:sp>
            <p:nvSpPr>
              <p:cNvPr id="1049440" name=""/>
              <p:cNvSpPr/>
              <p:nvPr/>
            </p:nvSpPr>
            <p:spPr>
              <a:xfrm>
                <a:off x="9364918" y="410005"/>
                <a:ext cx="115299" cy="32962"/>
              </a:xfrm>
            </p:spPr>
          </p:sp>
        </mc:Fallback>
      </mc:AlternateContent>
      <mc:AlternateContent xmlns:mc="http://schemas.openxmlformats.org/markup-compatibility/2006" xmlns:p14="http://schemas.microsoft.com/office/powerpoint/2010/main">
        <mc:Choice Requires="p14">
          <p:contentPart p14:bwMode="auto" r:id="rId46">
            <p14:nvContentPartPr>
              <p14:cNvPr id="1049441" name="墨迹 1049440"/>
              <p14:cNvContentPartPr/>
              <p14:nvPr/>
            </p14:nvContentPartPr>
            <p14:xfrm>
              <a:off x="9421664" y="314777"/>
              <a:ext cx="75771" cy="186305"/>
            </p14:xfrm>
          </p:contentPart>
        </mc:Choice>
        <mc:Fallback xmlns="">
          <p:sp>
            <p:nvSpPr>
              <p:cNvPr id="1049441" name=""/>
              <p:cNvSpPr/>
              <p:nvPr/>
            </p:nvSpPr>
            <p:spPr>
              <a:xfrm>
                <a:off x="9421664" y="314777"/>
                <a:ext cx="75771" cy="186305"/>
              </a:xfrm>
            </p:spPr>
          </p:sp>
        </mc:Fallback>
      </mc:AlternateContent>
      <mc:AlternateContent xmlns:mc="http://schemas.openxmlformats.org/markup-compatibility/2006" xmlns:p14="http://schemas.microsoft.com/office/powerpoint/2010/main">
        <mc:Choice Requires="p14">
          <p:contentPart p14:bwMode="auto" r:id="rId47">
            <p14:nvContentPartPr>
              <p14:cNvPr id="1049442" name="墨迹 1049441"/>
              <p14:cNvContentPartPr/>
              <p14:nvPr/>
            </p14:nvContentPartPr>
            <p14:xfrm>
              <a:off x="9365565" y="568309"/>
              <a:ext cx="176557" cy="126946"/>
            </p14:xfrm>
          </p:contentPart>
        </mc:Choice>
        <mc:Fallback xmlns="">
          <p:sp>
            <p:nvSpPr>
              <p:cNvPr id="1049442" name=""/>
              <p:cNvSpPr/>
              <p:nvPr/>
            </p:nvSpPr>
            <p:spPr>
              <a:xfrm>
                <a:off x="9365565" y="568309"/>
                <a:ext cx="176557" cy="126946"/>
              </a:xfrm>
            </p:spPr>
          </p:sp>
        </mc:Fallback>
      </mc:AlternateContent>
      <mc:AlternateContent xmlns:mc="http://schemas.openxmlformats.org/markup-compatibility/2006" xmlns:p14="http://schemas.microsoft.com/office/powerpoint/2010/main">
        <mc:Choice Requires="p14">
          <p:contentPart p14:bwMode="auto" r:id="rId48">
            <p14:nvContentPartPr>
              <p14:cNvPr id="1049443" name="墨迹 1049442"/>
              <p14:cNvContentPartPr/>
              <p14:nvPr/>
            </p14:nvContentPartPr>
            <p14:xfrm>
              <a:off x="9694582" y="314777"/>
              <a:ext cx="28043" cy="178440"/>
            </p14:xfrm>
          </p:contentPart>
        </mc:Choice>
        <mc:Fallback xmlns="">
          <p:sp>
            <p:nvSpPr>
              <p:cNvPr id="1049443" name=""/>
              <p:cNvSpPr/>
              <p:nvPr/>
            </p:nvSpPr>
            <p:spPr>
              <a:xfrm>
                <a:off x="9694582" y="314777"/>
                <a:ext cx="28043" cy="178440"/>
              </a:xfrm>
            </p:spPr>
          </p:sp>
        </mc:Fallback>
      </mc:AlternateContent>
      <mc:AlternateContent xmlns:mc="http://schemas.openxmlformats.org/markup-compatibility/2006" xmlns:p14="http://schemas.microsoft.com/office/powerpoint/2010/main">
        <mc:Choice Requires="p14">
          <p:contentPart p14:bwMode="auto" r:id="rId49">
            <p14:nvContentPartPr>
              <p14:cNvPr id="1049444" name="墨迹 1049443"/>
              <p14:cNvContentPartPr/>
              <p14:nvPr/>
            </p14:nvContentPartPr>
            <p14:xfrm>
              <a:off x="9654866" y="331704"/>
              <a:ext cx="197232" cy="161874"/>
            </p14:xfrm>
          </p:contentPart>
        </mc:Choice>
        <mc:Fallback xmlns="">
          <p:sp>
            <p:nvSpPr>
              <p:cNvPr id="1049444" name=""/>
              <p:cNvSpPr/>
              <p:nvPr/>
            </p:nvSpPr>
            <p:spPr>
              <a:xfrm>
                <a:off x="9654866" y="331704"/>
                <a:ext cx="197232" cy="161874"/>
              </a:xfrm>
            </p:spPr>
          </p:sp>
        </mc:Fallback>
      </mc:AlternateContent>
      <mc:AlternateContent xmlns:mc="http://schemas.openxmlformats.org/markup-compatibility/2006" xmlns:p14="http://schemas.microsoft.com/office/powerpoint/2010/main">
        <mc:Choice Requires="p14">
          <p:contentPart p14:bwMode="auto" r:id="rId50">
            <p14:nvContentPartPr>
              <p14:cNvPr id="1049445" name="墨迹 1049444"/>
              <p14:cNvContentPartPr/>
              <p14:nvPr/>
            </p14:nvContentPartPr>
            <p14:xfrm>
              <a:off x="9702367" y="407359"/>
              <a:ext cx="124269" cy="123948"/>
            </p14:xfrm>
          </p:contentPart>
        </mc:Choice>
        <mc:Fallback xmlns="">
          <p:sp>
            <p:nvSpPr>
              <p:cNvPr id="1049445" name=""/>
              <p:cNvSpPr/>
              <p:nvPr/>
            </p:nvSpPr>
            <p:spPr>
              <a:xfrm>
                <a:off x="9702367" y="407359"/>
                <a:ext cx="124269" cy="123948"/>
              </a:xfrm>
            </p:spPr>
          </p:sp>
        </mc:Fallback>
      </mc:AlternateContent>
      <mc:AlternateContent xmlns:mc="http://schemas.openxmlformats.org/markup-compatibility/2006" xmlns:p14="http://schemas.microsoft.com/office/powerpoint/2010/main">
        <mc:Choice Requires="p14">
          <p:contentPart p14:bwMode="auto" r:id="rId51">
            <p14:nvContentPartPr>
              <p14:cNvPr id="1049446" name="墨迹 1049445"/>
              <p14:cNvContentPartPr/>
              <p14:nvPr/>
            </p14:nvContentPartPr>
            <p14:xfrm>
              <a:off x="9595384" y="404511"/>
              <a:ext cx="233161" cy="325907"/>
            </p14:xfrm>
          </p:contentPart>
        </mc:Choice>
        <mc:Fallback xmlns="">
          <p:sp>
            <p:nvSpPr>
              <p:cNvPr id="1049446" name=""/>
              <p:cNvSpPr/>
              <p:nvPr/>
            </p:nvSpPr>
            <p:spPr>
              <a:xfrm>
                <a:off x="9595384" y="404511"/>
                <a:ext cx="233161" cy="325907"/>
              </a:xfrm>
            </p:spPr>
          </p:sp>
        </mc:Fallback>
      </mc:AlternateContent>
      <mc:AlternateContent xmlns:mc="http://schemas.openxmlformats.org/markup-compatibility/2006" xmlns:p14="http://schemas.microsoft.com/office/powerpoint/2010/main">
        <mc:Choice Requires="p14">
          <p:contentPart p14:bwMode="auto" r:id="rId52">
            <p14:nvContentPartPr>
              <p14:cNvPr id="1049447" name="墨迹 1049446"/>
              <p14:cNvContentPartPr/>
              <p14:nvPr/>
            </p14:nvContentPartPr>
            <p14:xfrm>
              <a:off x="9789305" y="586826"/>
              <a:ext cx="169659" cy="115703"/>
            </p14:xfrm>
          </p:contentPart>
        </mc:Choice>
        <mc:Fallback xmlns="">
          <p:sp>
            <p:nvSpPr>
              <p:cNvPr id="1049447" name=""/>
              <p:cNvSpPr/>
              <p:nvPr/>
            </p:nvSpPr>
            <p:spPr>
              <a:xfrm>
                <a:off x="9789305" y="586826"/>
                <a:ext cx="169659" cy="115703"/>
              </a:xfrm>
            </p:spPr>
          </p:sp>
        </mc:Fallback>
      </mc:AlternateContent>
      <mc:AlternateContent xmlns:mc="http://schemas.openxmlformats.org/markup-compatibility/2006" xmlns:p14="http://schemas.microsoft.com/office/powerpoint/2010/main">
        <mc:Choice Requires="p14">
          <p:contentPart p14:bwMode="auto" r:id="rId53">
            <p14:nvContentPartPr>
              <p14:cNvPr id="1049448" name="墨迹 1049447"/>
              <p14:cNvContentPartPr/>
              <p14:nvPr/>
            </p14:nvContentPartPr>
            <p14:xfrm>
              <a:off x="6900399" y="1105807"/>
              <a:ext cx="1323457" cy="96074"/>
            </p14:xfrm>
          </p:contentPart>
        </mc:Choice>
        <mc:Fallback xmlns="">
          <p:sp>
            <p:nvSpPr>
              <p:cNvPr id="1049448" name=""/>
              <p:cNvSpPr/>
              <p:nvPr/>
            </p:nvSpPr>
            <p:spPr>
              <a:xfrm>
                <a:off x="6900399" y="1105807"/>
                <a:ext cx="1323457" cy="96074"/>
              </a:xfrm>
            </p:spPr>
          </p:sp>
        </mc:Fallback>
      </mc:AlternateContent>
      <mc:AlternateContent xmlns:mc="http://schemas.openxmlformats.org/markup-compatibility/2006" xmlns:p14="http://schemas.microsoft.com/office/powerpoint/2010/main">
        <mc:Choice Requires="p14">
          <p:contentPart p14:bwMode="auto" r:id="rId54">
            <p14:nvContentPartPr>
              <p14:cNvPr id="1049449" name="墨迹 1049448"/>
              <p14:cNvContentPartPr/>
              <p14:nvPr/>
            </p14:nvContentPartPr>
            <p14:xfrm>
              <a:off x="11430240" y="2851721"/>
              <a:ext cx="0" cy="0"/>
            </p14:xfrm>
          </p:contentPart>
        </mc:Choice>
        <mc:Fallback xmlns="">
          <p:sp>
            <p:nvSpPr>
              <p:cNvPr id="1049449" name=""/>
              <p:cNvSpPr/>
              <p:nvPr/>
            </p:nvSpPr>
            <p:spPr>
              <a:xfrm>
                <a:off x="11430240" y="2851721"/>
                <a:ext cx="0" cy="0"/>
              </a:xfrm>
            </p:spPr>
          </p:sp>
        </mc:Fallback>
      </mc:AlternateContent>
      <mc:AlternateContent xmlns:mc="http://schemas.openxmlformats.org/markup-compatibility/2006" xmlns:p14="http://schemas.microsoft.com/office/powerpoint/2010/main">
        <mc:Choice Requires="p14">
          <p:contentPart p14:bwMode="auto" r:id="rId55">
            <p14:nvContentPartPr>
              <p14:cNvPr id="1049450" name="墨迹 1049449"/>
              <p14:cNvContentPartPr/>
              <p14:nvPr/>
            </p14:nvContentPartPr>
            <p14:xfrm>
              <a:off x="7019300" y="1461946"/>
              <a:ext cx="282468" cy="321696"/>
            </p14:xfrm>
          </p:contentPart>
        </mc:Choice>
        <mc:Fallback xmlns="">
          <p:sp>
            <p:nvSpPr>
              <p:cNvPr id="1049450" name=""/>
              <p:cNvSpPr/>
              <p:nvPr/>
            </p:nvSpPr>
            <p:spPr>
              <a:xfrm>
                <a:off x="7019300" y="1461946"/>
                <a:ext cx="282468" cy="321696"/>
              </a:xfrm>
            </p:spPr>
          </p:sp>
        </mc:Fallback>
      </mc:AlternateContent>
      <mc:AlternateContent xmlns:mc="http://schemas.openxmlformats.org/markup-compatibility/2006" xmlns:p14="http://schemas.microsoft.com/office/powerpoint/2010/main">
        <mc:Choice Requires="p14">
          <p:contentPart p14:bwMode="auto" r:id="rId56">
            <p14:nvContentPartPr>
              <p14:cNvPr id="1049451" name="墨迹 1049450"/>
              <p14:cNvContentPartPr/>
              <p14:nvPr/>
            </p14:nvContentPartPr>
            <p14:xfrm>
              <a:off x="7143413" y="1609372"/>
              <a:ext cx="100949" cy="316498"/>
            </p14:xfrm>
          </p:contentPart>
        </mc:Choice>
        <mc:Fallback xmlns="">
          <p:sp>
            <p:nvSpPr>
              <p:cNvPr id="1049451" name=""/>
              <p:cNvSpPr/>
              <p:nvPr/>
            </p:nvSpPr>
            <p:spPr>
              <a:xfrm>
                <a:off x="7143413" y="1609372"/>
                <a:ext cx="100949" cy="316498"/>
              </a:xfrm>
            </p:spPr>
          </p:sp>
        </mc:Fallback>
      </mc:AlternateContent>
      <mc:AlternateContent xmlns:mc="http://schemas.openxmlformats.org/markup-compatibility/2006" xmlns:p14="http://schemas.microsoft.com/office/powerpoint/2010/main">
        <mc:Choice Requires="p14">
          <p:contentPart p14:bwMode="auto" r:id="rId57">
            <p14:nvContentPartPr>
              <p14:cNvPr id="1049452" name="墨迹 1049451"/>
              <p14:cNvContentPartPr/>
              <p14:nvPr/>
            </p14:nvContentPartPr>
            <p14:xfrm>
              <a:off x="7397330" y="1562991"/>
              <a:ext cx="15844" cy="82429"/>
            </p14:xfrm>
          </p:contentPart>
        </mc:Choice>
        <mc:Fallback xmlns="">
          <p:sp>
            <p:nvSpPr>
              <p:cNvPr id="1049452" name=""/>
              <p:cNvSpPr/>
              <p:nvPr/>
            </p:nvSpPr>
            <p:spPr>
              <a:xfrm>
                <a:off x="7397330" y="1562991"/>
                <a:ext cx="15844" cy="82429"/>
              </a:xfrm>
            </p:spPr>
          </p:sp>
        </mc:Fallback>
      </mc:AlternateContent>
      <mc:AlternateContent xmlns:mc="http://schemas.openxmlformats.org/markup-compatibility/2006" xmlns:p14="http://schemas.microsoft.com/office/powerpoint/2010/main">
        <mc:Choice Requires="p14">
          <p:contentPart p14:bwMode="auto" r:id="rId58">
            <p14:nvContentPartPr>
              <p14:cNvPr id="1049453" name="墨迹 1049452"/>
              <p14:cNvContentPartPr/>
              <p14:nvPr/>
            </p14:nvContentPartPr>
            <p14:xfrm>
              <a:off x="7387188" y="1742345"/>
              <a:ext cx="52203" cy="79054"/>
            </p14:xfrm>
          </p:contentPart>
        </mc:Choice>
        <mc:Fallback xmlns="">
          <p:sp>
            <p:nvSpPr>
              <p:cNvPr id="1049453" name=""/>
              <p:cNvSpPr/>
              <p:nvPr/>
            </p:nvSpPr>
            <p:spPr>
              <a:xfrm>
                <a:off x="7387188" y="1742345"/>
                <a:ext cx="52203" cy="79054"/>
              </a:xfrm>
            </p:spPr>
          </p:sp>
        </mc:Fallback>
      </mc:AlternateContent>
      <mc:AlternateContent xmlns:mc="http://schemas.openxmlformats.org/markup-compatibility/2006" xmlns:p14="http://schemas.microsoft.com/office/powerpoint/2010/main">
        <mc:Choice Requires="p14">
          <p:contentPart p14:bwMode="auto" r:id="rId59">
            <p14:nvContentPartPr>
              <p14:cNvPr id="1049454" name="墨迹 1049453"/>
              <p14:cNvContentPartPr/>
              <p14:nvPr/>
            </p14:nvContentPartPr>
            <p14:xfrm>
              <a:off x="7472472" y="1333570"/>
              <a:ext cx="302433" cy="570393"/>
            </p14:xfrm>
          </p:contentPart>
        </mc:Choice>
        <mc:Fallback xmlns="">
          <p:sp>
            <p:nvSpPr>
              <p:cNvPr id="1049454" name=""/>
              <p:cNvSpPr/>
              <p:nvPr/>
            </p:nvSpPr>
            <p:spPr>
              <a:xfrm>
                <a:off x="7472472" y="1333570"/>
                <a:ext cx="302433" cy="570393"/>
              </a:xfrm>
            </p:spPr>
          </p:sp>
        </mc:Fallback>
      </mc:AlternateContent>
      <mc:AlternateContent xmlns:mc="http://schemas.openxmlformats.org/markup-compatibility/2006" xmlns:p14="http://schemas.microsoft.com/office/powerpoint/2010/main">
        <mc:Choice Requires="p14">
          <p:contentPart p14:bwMode="auto" r:id="rId60">
            <p14:nvContentPartPr>
              <p14:cNvPr id="1049455" name="墨迹 1049454"/>
              <p14:cNvContentPartPr/>
              <p14:nvPr/>
            </p14:nvContentPartPr>
            <p14:xfrm>
              <a:off x="7841863" y="1812289"/>
              <a:ext cx="0" cy="0"/>
            </p14:xfrm>
          </p:contentPart>
        </mc:Choice>
        <mc:Fallback xmlns="">
          <p:sp>
            <p:nvSpPr>
              <p:cNvPr id="1049455" name=""/>
              <p:cNvSpPr/>
              <p:nvPr/>
            </p:nvSpPr>
            <p:spPr>
              <a:xfrm>
                <a:off x="7841863" y="1812289"/>
                <a:ext cx="0" cy="0"/>
              </a:xfrm>
            </p:spPr>
          </p:sp>
        </mc:Fallback>
      </mc:AlternateContent>
      <mc:AlternateContent xmlns:mc="http://schemas.openxmlformats.org/markup-compatibility/2006" xmlns:p14="http://schemas.microsoft.com/office/powerpoint/2010/main">
        <mc:Choice Requires="p14">
          <p:contentPart p14:bwMode="auto" r:id="rId61">
            <p14:nvContentPartPr>
              <p14:cNvPr id="1049456" name="墨迹 1049455"/>
              <p14:cNvContentPartPr/>
              <p14:nvPr/>
            </p14:nvContentPartPr>
            <p14:xfrm>
              <a:off x="11777267" y="3057123"/>
              <a:ext cx="0" cy="0"/>
            </p14:xfrm>
          </p:contentPart>
        </mc:Choice>
        <mc:Fallback xmlns="">
          <p:sp>
            <p:nvSpPr>
              <p:cNvPr id="1049456" name=""/>
              <p:cNvSpPr/>
              <p:nvPr/>
            </p:nvSpPr>
            <p:spPr>
              <a:xfrm>
                <a:off x="11777267" y="3057123"/>
                <a:ext cx="0" cy="0"/>
              </a:xfrm>
            </p:spPr>
          </p:sp>
        </mc:Fallback>
      </mc:AlternateContent>
      <mc:AlternateContent xmlns:mc="http://schemas.openxmlformats.org/markup-compatibility/2006" xmlns:p14="http://schemas.microsoft.com/office/powerpoint/2010/main">
        <mc:Choice Requires="p14">
          <p:contentPart p14:bwMode="auto" r:id="rId62">
            <p14:nvContentPartPr>
              <p14:cNvPr id="1049457" name="墨迹 1049456"/>
              <p14:cNvContentPartPr/>
              <p14:nvPr/>
            </p14:nvContentPartPr>
            <p14:xfrm>
              <a:off x="7955637" y="1552224"/>
              <a:ext cx="0" cy="0"/>
            </p14:xfrm>
          </p:contentPart>
        </mc:Choice>
        <mc:Fallback xmlns="">
          <p:sp>
            <p:nvSpPr>
              <p:cNvPr id="1049457" name=""/>
              <p:cNvSpPr/>
              <p:nvPr/>
            </p:nvSpPr>
            <p:spPr>
              <a:xfrm>
                <a:off x="7955637" y="1552224"/>
                <a:ext cx="0" cy="0"/>
              </a:xfrm>
            </p:spPr>
          </p:sp>
        </mc:Fallback>
      </mc:AlternateContent>
      <mc:AlternateContent xmlns:mc="http://schemas.openxmlformats.org/markup-compatibility/2006" xmlns:p14="http://schemas.microsoft.com/office/powerpoint/2010/main">
        <mc:Choice Requires="p14">
          <p:contentPart p14:bwMode="auto" r:id="rId63">
            <p14:nvContentPartPr>
              <p14:cNvPr id="1049458" name="墨迹 1049457"/>
              <p14:cNvContentPartPr/>
              <p14:nvPr/>
            </p14:nvContentPartPr>
            <p14:xfrm>
              <a:off x="7892254" y="1514125"/>
              <a:ext cx="191996" cy="250952"/>
            </p14:xfrm>
          </p:contentPart>
        </mc:Choice>
        <mc:Fallback xmlns="">
          <p:sp>
            <p:nvSpPr>
              <p:cNvPr id="1049458" name=""/>
              <p:cNvSpPr/>
              <p:nvPr/>
            </p:nvSpPr>
            <p:spPr>
              <a:xfrm>
                <a:off x="7892254" y="1514125"/>
                <a:ext cx="191996" cy="250952"/>
              </a:xfrm>
            </p:spPr>
          </p:sp>
        </mc:Fallback>
      </mc:AlternateContent>
      <mc:AlternateContent xmlns:mc="http://schemas.openxmlformats.org/markup-compatibility/2006" xmlns:p14="http://schemas.microsoft.com/office/powerpoint/2010/main">
        <mc:Choice Requires="p14">
          <p:contentPart p14:bwMode="auto" r:id="rId64">
            <p14:nvContentPartPr>
              <p14:cNvPr id="1049459" name="墨迹 1049458"/>
              <p14:cNvContentPartPr/>
              <p14:nvPr/>
            </p14:nvContentPartPr>
            <p14:xfrm>
              <a:off x="7888245" y="1505014"/>
              <a:ext cx="151903" cy="250413"/>
            </p14:xfrm>
          </p:contentPart>
        </mc:Choice>
        <mc:Fallback xmlns="">
          <p:sp>
            <p:nvSpPr>
              <p:cNvPr id="1049459" name=""/>
              <p:cNvSpPr/>
              <p:nvPr/>
            </p:nvSpPr>
            <p:spPr>
              <a:xfrm>
                <a:off x="7888245" y="1505014"/>
                <a:ext cx="151903" cy="250413"/>
              </a:xfrm>
            </p:spPr>
          </p:sp>
        </mc:Fallback>
      </mc:AlternateContent>
      <mc:AlternateContent xmlns:mc="http://schemas.openxmlformats.org/markup-compatibility/2006" xmlns:p14="http://schemas.microsoft.com/office/powerpoint/2010/main">
        <mc:Choice Requires="p14">
          <p:contentPart p14:bwMode="auto" r:id="rId65">
            <p14:nvContentPartPr>
              <p14:cNvPr id="1049460" name="墨迹 1049459"/>
              <p14:cNvContentPartPr/>
              <p14:nvPr/>
            </p14:nvContentPartPr>
            <p14:xfrm>
              <a:off x="8134802" y="1467744"/>
              <a:ext cx="156945" cy="197070"/>
            </p14:xfrm>
          </p:contentPart>
        </mc:Choice>
        <mc:Fallback xmlns="">
          <p:sp>
            <p:nvSpPr>
              <p:cNvPr id="1049460" name=""/>
              <p:cNvSpPr/>
              <p:nvPr/>
            </p:nvSpPr>
            <p:spPr>
              <a:xfrm>
                <a:off x="8134802" y="1467744"/>
                <a:ext cx="156945" cy="197070"/>
              </a:xfrm>
            </p:spPr>
          </p:sp>
        </mc:Fallback>
      </mc:AlternateContent>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461" name="TextBox 11"/>
          <p:cNvSpPr txBox="1"/>
          <p:nvPr/>
        </p:nvSpPr>
        <p:spPr>
          <a:xfrm>
            <a:off x="1014578" y="1212811"/>
            <a:ext cx="9980347" cy="400110"/>
          </a:xfrm>
          <a:prstGeom prst="rect">
            <a:avLst/>
          </a:prstGeom>
          <a:noFill/>
          <a:ln w="9525">
            <a:noFill/>
          </a:ln>
        </p:spPr>
        <p:txBody>
          <a:bodyPr wrap="square" anchor="t">
            <a:spAutoFit/>
          </a:bodyPr>
          <a:lstStyle/>
          <a:p>
            <a:pPr>
              <a:spcAft>
                <a:spcPts val="1200"/>
              </a:spcAft>
            </a:pPr>
            <a:r>
              <a:rPr lang="zh-CN" altLang="en-US" sz="2000" b="1" dirty="0">
                <a:solidFill>
                  <a:srgbClr val="004C54"/>
                </a:solidFill>
                <a:latin typeface="微软雅黑" panose="020B0503020204020204" pitchFamily="34" charset="-122"/>
                <a:ea typeface="微软雅黑" panose="020B0503020204020204" pitchFamily="34" charset="-122"/>
              </a:rPr>
              <a:t>边缘检测效果对比</a:t>
            </a:r>
            <a:endParaRPr lang="en-US" altLang="zh-CN" sz="2000" b="1" dirty="0">
              <a:solidFill>
                <a:srgbClr val="004C54"/>
              </a:solidFill>
              <a:latin typeface="微软雅黑" panose="020B0503020204020204" pitchFamily="34" charset="-122"/>
              <a:ea typeface="微软雅黑" panose="020B0503020204020204" pitchFamily="34" charset="-122"/>
            </a:endParaRPr>
          </a:p>
        </p:txBody>
      </p:sp>
      <p:pic>
        <p:nvPicPr>
          <p:cNvPr id="2097236" name="Picture 5"/>
          <p:cNvPicPr>
            <a:picLocks noChangeAspect="1"/>
          </p:cNvPicPr>
          <p:nvPr/>
        </p:nvPicPr>
        <p:blipFill>
          <a:blip r:embed="rId2"/>
          <a:stretch>
            <a:fillRect/>
          </a:stretch>
        </p:blipFill>
        <p:spPr>
          <a:xfrm>
            <a:off x="371943" y="2196696"/>
            <a:ext cx="2774110" cy="2774110"/>
          </a:xfrm>
          <a:prstGeom prst="rect">
            <a:avLst/>
          </a:prstGeom>
        </p:spPr>
      </p:pic>
      <p:pic>
        <p:nvPicPr>
          <p:cNvPr id="2097237" name="Picture 6"/>
          <p:cNvPicPr>
            <a:picLocks noChangeAspect="1"/>
          </p:cNvPicPr>
          <p:nvPr/>
        </p:nvPicPr>
        <p:blipFill>
          <a:blip r:embed="rId3"/>
          <a:stretch>
            <a:fillRect/>
          </a:stretch>
        </p:blipFill>
        <p:spPr>
          <a:xfrm>
            <a:off x="3230641" y="2196696"/>
            <a:ext cx="2774110" cy="2774110"/>
          </a:xfrm>
          <a:prstGeom prst="rect">
            <a:avLst/>
          </a:prstGeom>
        </p:spPr>
      </p:pic>
      <p:pic>
        <p:nvPicPr>
          <p:cNvPr id="2097238" name="Picture 9"/>
          <p:cNvPicPr>
            <a:picLocks noChangeAspect="1"/>
          </p:cNvPicPr>
          <p:nvPr/>
        </p:nvPicPr>
        <p:blipFill>
          <a:blip r:embed="rId4"/>
          <a:stretch>
            <a:fillRect/>
          </a:stretch>
        </p:blipFill>
        <p:spPr>
          <a:xfrm>
            <a:off x="6087199" y="2192418"/>
            <a:ext cx="2778390" cy="2778390"/>
          </a:xfrm>
          <a:prstGeom prst="rect">
            <a:avLst/>
          </a:prstGeom>
        </p:spPr>
      </p:pic>
      <p:pic>
        <p:nvPicPr>
          <p:cNvPr id="2097239" name="Picture 12"/>
          <p:cNvPicPr>
            <a:picLocks noChangeAspect="1"/>
          </p:cNvPicPr>
          <p:nvPr/>
        </p:nvPicPr>
        <p:blipFill>
          <a:blip r:embed="rId5"/>
          <a:stretch>
            <a:fillRect/>
          </a:stretch>
        </p:blipFill>
        <p:spPr>
          <a:xfrm>
            <a:off x="8948037" y="2192418"/>
            <a:ext cx="2774110" cy="2774110"/>
          </a:xfrm>
          <a:prstGeom prst="rect">
            <a:avLst/>
          </a:prstGeom>
        </p:spPr>
      </p:pic>
      <p:sp>
        <p:nvSpPr>
          <p:cNvPr id="1049462" name="TextBox 11"/>
          <p:cNvSpPr txBox="1"/>
          <p:nvPr/>
        </p:nvSpPr>
        <p:spPr>
          <a:xfrm>
            <a:off x="6962477" y="5043031"/>
            <a:ext cx="1512167" cy="400110"/>
          </a:xfrm>
          <a:prstGeom prst="rect">
            <a:avLst/>
          </a:prstGeom>
          <a:noFill/>
          <a:ln w="9525">
            <a:noFill/>
          </a:ln>
        </p:spPr>
        <p:txBody>
          <a:bodyPr wrap="square" anchor="t">
            <a:spAutoFit/>
          </a:bodyPr>
          <a:lstStyle/>
          <a:p>
            <a:pPr>
              <a:spcAft>
                <a:spcPts val="1200"/>
              </a:spcAft>
            </a:pPr>
            <a:r>
              <a:rPr lang="en-US" altLang="zh-CN" sz="2000" dirty="0">
                <a:solidFill>
                  <a:srgbClr val="004C54"/>
                </a:solidFill>
                <a:latin typeface="微软雅黑" panose="020B0503020204020204" pitchFamily="34" charset="-122"/>
                <a:ea typeface="微软雅黑" panose="020B0503020204020204" pitchFamily="34" charset="-122"/>
              </a:rPr>
              <a:t>Sobel</a:t>
            </a:r>
            <a:r>
              <a:rPr lang="zh-CN" altLang="en-US" sz="2000" dirty="0">
                <a:solidFill>
                  <a:srgbClr val="004C54"/>
                </a:solidFill>
                <a:latin typeface="微软雅黑" panose="020B0503020204020204" pitchFamily="34" charset="-122"/>
                <a:ea typeface="微软雅黑" panose="020B0503020204020204" pitchFamily="34" charset="-122"/>
              </a:rPr>
              <a:t>算子</a:t>
            </a:r>
          </a:p>
        </p:txBody>
      </p:sp>
      <p:sp>
        <p:nvSpPr>
          <p:cNvPr id="1049463" name="TextBox 11"/>
          <p:cNvSpPr txBox="1"/>
          <p:nvPr/>
        </p:nvSpPr>
        <p:spPr>
          <a:xfrm>
            <a:off x="3861612" y="5045114"/>
            <a:ext cx="1588697" cy="400110"/>
          </a:xfrm>
          <a:prstGeom prst="rect">
            <a:avLst/>
          </a:prstGeom>
          <a:noFill/>
          <a:ln w="9525">
            <a:noFill/>
          </a:ln>
        </p:spPr>
        <p:txBody>
          <a:bodyPr wrap="square" anchor="t">
            <a:spAutoFit/>
          </a:bodyPr>
          <a:lstStyle/>
          <a:p>
            <a:pPr>
              <a:spcAft>
                <a:spcPts val="1200"/>
              </a:spcAft>
            </a:pPr>
            <a:r>
              <a:rPr lang="en-US" altLang="zh-CN" sz="2000" dirty="0">
                <a:solidFill>
                  <a:srgbClr val="004C54"/>
                </a:solidFill>
                <a:latin typeface="微软雅黑" panose="020B0503020204020204" pitchFamily="34" charset="-122"/>
                <a:ea typeface="微软雅黑" panose="020B0503020204020204" pitchFamily="34" charset="-122"/>
              </a:rPr>
              <a:t>Robert</a:t>
            </a:r>
            <a:r>
              <a:rPr lang="zh-CN" altLang="en-US" sz="2000" dirty="0">
                <a:solidFill>
                  <a:srgbClr val="004C54"/>
                </a:solidFill>
                <a:latin typeface="微软雅黑" panose="020B0503020204020204" pitchFamily="34" charset="-122"/>
                <a:ea typeface="微软雅黑" panose="020B0503020204020204" pitchFamily="34" charset="-122"/>
              </a:rPr>
              <a:t>算子</a:t>
            </a:r>
          </a:p>
        </p:txBody>
      </p:sp>
      <p:sp>
        <p:nvSpPr>
          <p:cNvPr id="1049464" name="TextBox 11"/>
          <p:cNvSpPr txBox="1"/>
          <p:nvPr/>
        </p:nvSpPr>
        <p:spPr>
          <a:xfrm>
            <a:off x="9422871" y="5038751"/>
            <a:ext cx="1824442" cy="400110"/>
          </a:xfrm>
          <a:prstGeom prst="rect">
            <a:avLst/>
          </a:prstGeom>
          <a:noFill/>
          <a:ln w="9525">
            <a:noFill/>
          </a:ln>
        </p:spPr>
        <p:txBody>
          <a:bodyPr wrap="square" anchor="t">
            <a:spAutoFit/>
          </a:bodyPr>
          <a:lstStyle/>
          <a:p>
            <a:pPr>
              <a:spcAft>
                <a:spcPts val="1200"/>
              </a:spcAft>
            </a:pPr>
            <a:r>
              <a:rPr lang="en-US" altLang="zh-CN" sz="2000" dirty="0">
                <a:solidFill>
                  <a:srgbClr val="004C54"/>
                </a:solidFill>
                <a:latin typeface="微软雅黑" panose="020B0503020204020204" pitchFamily="34" charset="-122"/>
                <a:ea typeface="微软雅黑" panose="020B0503020204020204" pitchFamily="34" charset="-122"/>
              </a:rPr>
              <a:t>Laplacian</a:t>
            </a:r>
            <a:r>
              <a:rPr lang="zh-CN" altLang="en-US" sz="2000" dirty="0">
                <a:solidFill>
                  <a:srgbClr val="004C54"/>
                </a:solidFill>
                <a:latin typeface="微软雅黑" panose="020B0503020204020204" pitchFamily="34" charset="-122"/>
                <a:ea typeface="微软雅黑" panose="020B0503020204020204" pitchFamily="34" charset="-122"/>
              </a:rPr>
              <a:t>算子</a:t>
            </a:r>
          </a:p>
        </p:txBody>
      </p:sp>
      <p:sp>
        <p:nvSpPr>
          <p:cNvPr id="1049465" name="TextBox 27"/>
          <p:cNvSpPr txBox="1"/>
          <p:nvPr/>
        </p:nvSpPr>
        <p:spPr>
          <a:xfrm>
            <a:off x="1012825" y="176213"/>
            <a:ext cx="2621280" cy="574040"/>
          </a:xfrm>
          <a:prstGeom prst="rect">
            <a:avLst/>
          </a:prstGeom>
          <a:noFill/>
          <a:ln w="9525">
            <a:noFill/>
          </a:ln>
        </p:spPr>
        <p:txBody>
          <a:bodyPr wrap="none" anchor="t">
            <a:spAutoFit/>
          </a:bodyPr>
          <a:lstStyle/>
          <a:p>
            <a:r>
              <a:rPr lang="zh-CN" altLang="en-US" sz="3200" dirty="0">
                <a:solidFill>
                  <a:srgbClr val="004C54"/>
                </a:solidFill>
                <a:latin typeface="黑体" panose="02010609060101010101" pitchFamily="49" charset="-122"/>
                <a:ea typeface="黑体" panose="02010609060101010101" pitchFamily="49" charset="-122"/>
              </a:rPr>
              <a:t>三、边缘检测</a:t>
            </a:r>
            <a:endParaRPr lang="en-US" altLang="zh-CN" sz="3200" dirty="0">
              <a:solidFill>
                <a:srgbClr val="004C54"/>
              </a:solidFill>
              <a:latin typeface="黑体" panose="02010609060101010101" pitchFamily="49" charset="-122"/>
              <a:ea typeface="黑体" panose="02010609060101010101" pitchFamily="49" charset="-122"/>
            </a:endParaRPr>
          </a:p>
        </p:txBody>
      </p:sp>
      <p:sp>
        <p:nvSpPr>
          <p:cNvPr id="1049466"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467" name="TextBox 11"/>
          <p:cNvSpPr txBox="1"/>
          <p:nvPr/>
        </p:nvSpPr>
        <p:spPr>
          <a:xfrm>
            <a:off x="1014578" y="1212811"/>
            <a:ext cx="9980347" cy="400110"/>
          </a:xfrm>
          <a:prstGeom prst="rect">
            <a:avLst/>
          </a:prstGeom>
          <a:noFill/>
          <a:ln w="9525">
            <a:noFill/>
          </a:ln>
        </p:spPr>
        <p:txBody>
          <a:bodyPr wrap="square" anchor="t">
            <a:spAutoFit/>
          </a:bodyPr>
          <a:lstStyle/>
          <a:p>
            <a:pPr marL="342900" indent="-342900">
              <a:spcAft>
                <a:spcPts val="1200"/>
              </a:spcAft>
              <a:buFont typeface="Wingdings" panose="05000000000000000000" pitchFamily="2" charset="2"/>
              <a:buChar char="Ø"/>
            </a:pPr>
            <a:r>
              <a:rPr lang="en-US" altLang="zh-CN" sz="2000" b="1" dirty="0">
                <a:solidFill>
                  <a:srgbClr val="004C54"/>
                </a:solidFill>
                <a:latin typeface="微软雅黑" panose="020B0503020204020204" pitchFamily="34" charset="-122"/>
                <a:ea typeface="微软雅黑" panose="020B0503020204020204" pitchFamily="34" charset="-122"/>
              </a:rPr>
              <a:t>Prewitt</a:t>
            </a:r>
            <a:r>
              <a:rPr lang="zh-CN" altLang="en-US" sz="2000" b="1" dirty="0">
                <a:solidFill>
                  <a:srgbClr val="004C54"/>
                </a:solidFill>
                <a:latin typeface="微软雅黑" panose="020B0503020204020204" pitchFamily="34" charset="-122"/>
                <a:ea typeface="微软雅黑" panose="020B0503020204020204" pitchFamily="34" charset="-122"/>
              </a:rPr>
              <a:t>算子</a:t>
            </a:r>
            <a:endParaRPr lang="en-US" altLang="zh-CN" sz="2000" b="1" dirty="0">
              <a:solidFill>
                <a:srgbClr val="004C54"/>
              </a:solidFill>
              <a:latin typeface="微软雅黑" panose="020B0503020204020204" pitchFamily="34" charset="-122"/>
              <a:ea typeface="微软雅黑" panose="020B0503020204020204" pitchFamily="34" charset="-122"/>
            </a:endParaRPr>
          </a:p>
        </p:txBody>
      </p:sp>
      <p:graphicFrame>
        <p:nvGraphicFramePr>
          <p:cNvPr id="4194340" name="表格 5"/>
          <p:cNvGraphicFramePr>
            <a:graphicFrameLocks noGrp="1"/>
          </p:cNvGraphicFramePr>
          <p:nvPr/>
        </p:nvGraphicFramePr>
        <p:xfrm>
          <a:off x="4283241" y="1890078"/>
          <a:ext cx="1306143" cy="1095897"/>
        </p:xfrm>
        <a:graphic>
          <a:graphicData uri="http://schemas.openxmlformats.org/drawingml/2006/table">
            <a:tbl>
              <a:tblPr firstRow="1" bandRow="1">
                <a:tableStyleId>{16D9F66E-5EB9-4882-86FB-DCBF35E3C3E4}</a:tableStyleId>
              </a:tblPr>
              <a:tblGrid>
                <a:gridCol w="435381">
                  <a:extLst>
                    <a:ext uri="{9D8B030D-6E8A-4147-A177-3AD203B41FA5}">
                      <a16:colId xmlns:a16="http://schemas.microsoft.com/office/drawing/2014/main" val="20000"/>
                    </a:ext>
                  </a:extLst>
                </a:gridCol>
                <a:gridCol w="435381">
                  <a:extLst>
                    <a:ext uri="{9D8B030D-6E8A-4147-A177-3AD203B41FA5}">
                      <a16:colId xmlns:a16="http://schemas.microsoft.com/office/drawing/2014/main" val="20001"/>
                    </a:ext>
                  </a:extLst>
                </a:gridCol>
                <a:gridCol w="435381">
                  <a:extLst>
                    <a:ext uri="{9D8B030D-6E8A-4147-A177-3AD203B41FA5}">
                      <a16:colId xmlns:a16="http://schemas.microsoft.com/office/drawing/2014/main" val="20002"/>
                    </a:ext>
                  </a:extLst>
                </a:gridCol>
              </a:tblGrid>
              <a:tr h="365299">
                <a:tc>
                  <a:txBody>
                    <a:bodyPr/>
                    <a:lstStyle/>
                    <a:p>
                      <a:pPr algn="ctr"/>
                      <a:r>
                        <a:rPr lang="en-US" altLang="zh-CN" sz="1400" b="0" dirty="0"/>
                        <a:t>-1</a:t>
                      </a:r>
                      <a:endParaRPr lang="zh-CN" altLang="en-US" sz="1400" b="0" dirty="0"/>
                    </a:p>
                  </a:txBody>
                  <a:tcPr/>
                </a:tc>
                <a:tc>
                  <a:txBody>
                    <a:bodyPr/>
                    <a:lstStyle/>
                    <a:p>
                      <a:pPr algn="ctr"/>
                      <a:r>
                        <a:rPr lang="en-US" altLang="zh-CN" sz="1400" b="0" dirty="0"/>
                        <a:t>0</a:t>
                      </a:r>
                      <a:endParaRPr lang="zh-CN" altLang="en-US" sz="1400" b="0" dirty="0"/>
                    </a:p>
                  </a:txBody>
                  <a:tcPr/>
                </a:tc>
                <a:tc>
                  <a:txBody>
                    <a:bodyPr/>
                    <a:lstStyle/>
                    <a:p>
                      <a:pPr algn="ctr"/>
                      <a:r>
                        <a:rPr lang="en-US" altLang="zh-CN" sz="1400" b="0" dirty="0"/>
                        <a:t>1</a:t>
                      </a:r>
                      <a:endParaRPr lang="zh-CN" altLang="en-US" sz="1400" b="0" dirty="0"/>
                    </a:p>
                  </a:txBody>
                  <a:tcPr/>
                </a:tc>
                <a:extLst>
                  <a:ext uri="{0D108BD9-81ED-4DB2-BD59-A6C34878D82A}">
                    <a16:rowId xmlns:a16="http://schemas.microsoft.com/office/drawing/2014/main" val="10000"/>
                  </a:ext>
                </a:extLst>
              </a:tr>
              <a:tr h="365299">
                <a:tc>
                  <a:txBody>
                    <a:bodyPr/>
                    <a:lstStyle/>
                    <a:p>
                      <a:pPr algn="ctr"/>
                      <a:r>
                        <a:rPr lang="en-US" altLang="zh-CN" sz="1400" dirty="0"/>
                        <a:t>-1</a:t>
                      </a:r>
                    </a:p>
                  </a:txBody>
                  <a:tcPr/>
                </a:tc>
                <a:tc>
                  <a:txBody>
                    <a:bodyPr/>
                    <a:lstStyle/>
                    <a:p>
                      <a:pPr algn="ctr"/>
                      <a:r>
                        <a:rPr lang="en-US" altLang="zh-CN" sz="1400" dirty="0"/>
                        <a:t>0</a:t>
                      </a:r>
                      <a:endParaRPr lang="zh-CN" altLang="en-US" sz="1400" dirty="0"/>
                    </a:p>
                  </a:txBody>
                  <a:tcPr/>
                </a:tc>
                <a:tc>
                  <a:txBody>
                    <a:bodyPr/>
                    <a:lstStyle/>
                    <a:p>
                      <a:pPr algn="ctr"/>
                      <a:r>
                        <a:rPr lang="en-US" altLang="zh-CN" sz="1400" dirty="0"/>
                        <a:t>1</a:t>
                      </a:r>
                      <a:endParaRPr lang="zh-CN" altLang="en-US" sz="1400" dirty="0"/>
                    </a:p>
                  </a:txBody>
                  <a:tcPr/>
                </a:tc>
                <a:extLst>
                  <a:ext uri="{0D108BD9-81ED-4DB2-BD59-A6C34878D82A}">
                    <a16:rowId xmlns:a16="http://schemas.microsoft.com/office/drawing/2014/main" val="10001"/>
                  </a:ext>
                </a:extLst>
              </a:tr>
              <a:tr h="365299">
                <a:tc>
                  <a:txBody>
                    <a:bodyPr/>
                    <a:lstStyle/>
                    <a:p>
                      <a:pPr algn="ctr"/>
                      <a:r>
                        <a:rPr lang="en-US" altLang="zh-CN" sz="1400" dirty="0"/>
                        <a:t>-1</a:t>
                      </a:r>
                    </a:p>
                  </a:txBody>
                  <a:tcPr/>
                </a:tc>
                <a:tc>
                  <a:txBody>
                    <a:bodyPr/>
                    <a:lstStyle/>
                    <a:p>
                      <a:pPr algn="ctr"/>
                      <a:r>
                        <a:rPr lang="en-US" altLang="zh-CN" sz="1400" dirty="0"/>
                        <a:t>0</a:t>
                      </a:r>
                      <a:endParaRPr lang="zh-CN" altLang="en-US" sz="1400" dirty="0"/>
                    </a:p>
                  </a:txBody>
                  <a:tcPr/>
                </a:tc>
                <a:tc>
                  <a:txBody>
                    <a:bodyPr/>
                    <a:lstStyle/>
                    <a:p>
                      <a:pPr algn="ctr"/>
                      <a:r>
                        <a:rPr lang="en-US" altLang="zh-CN" sz="1400" dirty="0"/>
                        <a:t>1</a:t>
                      </a:r>
                      <a:endParaRPr lang="zh-CN" altLang="en-US" sz="1400" dirty="0"/>
                    </a:p>
                  </a:txBody>
                  <a:tcPr/>
                </a:tc>
                <a:extLst>
                  <a:ext uri="{0D108BD9-81ED-4DB2-BD59-A6C34878D82A}">
                    <a16:rowId xmlns:a16="http://schemas.microsoft.com/office/drawing/2014/main" val="10002"/>
                  </a:ext>
                </a:extLst>
              </a:tr>
            </a:tbl>
          </a:graphicData>
        </a:graphic>
      </p:graphicFrame>
      <p:sp>
        <p:nvSpPr>
          <p:cNvPr id="1049468" name="TextBox 19"/>
          <p:cNvSpPr txBox="1">
            <a:spLocks noRot="1" noChangeAspect="1" noMove="1" noResize="1" noEditPoints="1" noAdjustHandles="1" noChangeArrowheads="1" noChangeShapeType="1" noTextEdit="1"/>
          </p:cNvSpPr>
          <p:nvPr/>
        </p:nvSpPr>
        <p:spPr>
          <a:xfrm>
            <a:off x="4693351" y="3016090"/>
            <a:ext cx="528350" cy="400110"/>
          </a:xfrm>
          <a:prstGeom prst="rect">
            <a:avLst/>
          </a:prstGeom>
          <a:blipFill>
            <a:blip r:embed="rId2"/>
            <a:stretch>
              <a:fillRect/>
            </a:stretch>
          </a:blipFill>
        </p:spPr>
        <p:txBody>
          <a:bodyPr/>
          <a:lstStyle/>
          <a:p>
            <a:r>
              <a:rPr lang="zh-CN" altLang="en-US">
                <a:noFill/>
              </a:rPr>
              <a:t> </a:t>
            </a:r>
          </a:p>
        </p:txBody>
      </p:sp>
      <p:sp>
        <p:nvSpPr>
          <p:cNvPr id="1049469" name="TextBox 20"/>
          <p:cNvSpPr txBox="1">
            <a:spLocks noRot="1" noChangeAspect="1" noMove="1" noResize="1" noEditPoints="1" noAdjustHandles="1" noChangeArrowheads="1" noChangeShapeType="1" noTextEdit="1"/>
          </p:cNvSpPr>
          <p:nvPr/>
        </p:nvSpPr>
        <p:spPr>
          <a:xfrm>
            <a:off x="6284335" y="3030326"/>
            <a:ext cx="535916" cy="424283"/>
          </a:xfrm>
          <a:prstGeom prst="rect">
            <a:avLst/>
          </a:prstGeom>
          <a:blipFill>
            <a:blip r:embed="rId3"/>
            <a:stretch>
              <a:fillRect b="-5714"/>
            </a:stretch>
          </a:blipFill>
        </p:spPr>
        <p:txBody>
          <a:bodyPr/>
          <a:lstStyle/>
          <a:p>
            <a:r>
              <a:rPr lang="zh-CN" altLang="en-US">
                <a:noFill/>
              </a:rPr>
              <a:t> </a:t>
            </a:r>
          </a:p>
        </p:txBody>
      </p:sp>
      <p:graphicFrame>
        <p:nvGraphicFramePr>
          <p:cNvPr id="4194341" name="表格 5"/>
          <p:cNvGraphicFramePr>
            <a:graphicFrameLocks noGrp="1"/>
          </p:cNvGraphicFramePr>
          <p:nvPr/>
        </p:nvGraphicFramePr>
        <p:xfrm>
          <a:off x="5882357" y="1890078"/>
          <a:ext cx="1306143" cy="1095897"/>
        </p:xfrm>
        <a:graphic>
          <a:graphicData uri="http://schemas.openxmlformats.org/drawingml/2006/table">
            <a:tbl>
              <a:tblPr firstRow="1" bandRow="1">
                <a:tableStyleId>{16D9F66E-5EB9-4882-86FB-DCBF35E3C3E4}</a:tableStyleId>
              </a:tblPr>
              <a:tblGrid>
                <a:gridCol w="435381">
                  <a:extLst>
                    <a:ext uri="{9D8B030D-6E8A-4147-A177-3AD203B41FA5}">
                      <a16:colId xmlns:a16="http://schemas.microsoft.com/office/drawing/2014/main" val="20000"/>
                    </a:ext>
                  </a:extLst>
                </a:gridCol>
                <a:gridCol w="435381">
                  <a:extLst>
                    <a:ext uri="{9D8B030D-6E8A-4147-A177-3AD203B41FA5}">
                      <a16:colId xmlns:a16="http://schemas.microsoft.com/office/drawing/2014/main" val="20001"/>
                    </a:ext>
                  </a:extLst>
                </a:gridCol>
                <a:gridCol w="435381">
                  <a:extLst>
                    <a:ext uri="{9D8B030D-6E8A-4147-A177-3AD203B41FA5}">
                      <a16:colId xmlns:a16="http://schemas.microsoft.com/office/drawing/2014/main" val="20002"/>
                    </a:ext>
                  </a:extLst>
                </a:gridCol>
              </a:tblGrid>
              <a:tr h="365299">
                <a:tc>
                  <a:txBody>
                    <a:bodyPr/>
                    <a:lstStyle/>
                    <a:p>
                      <a:pPr algn="ctr"/>
                      <a:r>
                        <a:rPr lang="en-US" altLang="zh-CN" sz="1400" b="0" dirty="0"/>
                        <a:t>1</a:t>
                      </a:r>
                      <a:endParaRPr lang="zh-CN" altLang="en-US" sz="1400" b="0" dirty="0"/>
                    </a:p>
                  </a:txBody>
                  <a:tcPr/>
                </a:tc>
                <a:tc>
                  <a:txBody>
                    <a:bodyPr/>
                    <a:lstStyle/>
                    <a:p>
                      <a:pPr algn="ctr"/>
                      <a:r>
                        <a:rPr lang="en-US" altLang="zh-CN" sz="1400" b="0" dirty="0"/>
                        <a:t>1</a:t>
                      </a:r>
                      <a:endParaRPr lang="zh-CN" altLang="en-US" sz="1400" b="0" dirty="0"/>
                    </a:p>
                  </a:txBody>
                  <a:tcPr/>
                </a:tc>
                <a:tc>
                  <a:txBody>
                    <a:bodyPr/>
                    <a:lstStyle/>
                    <a:p>
                      <a:pPr algn="ctr"/>
                      <a:r>
                        <a:rPr lang="en-US" altLang="zh-CN" sz="1400" b="0" dirty="0"/>
                        <a:t>1</a:t>
                      </a:r>
                      <a:endParaRPr lang="zh-CN" altLang="en-US" sz="1400" b="0" dirty="0"/>
                    </a:p>
                  </a:txBody>
                  <a:tcPr/>
                </a:tc>
                <a:extLst>
                  <a:ext uri="{0D108BD9-81ED-4DB2-BD59-A6C34878D82A}">
                    <a16:rowId xmlns:a16="http://schemas.microsoft.com/office/drawing/2014/main" val="10000"/>
                  </a:ext>
                </a:extLst>
              </a:tr>
              <a:tr h="365299">
                <a:tc>
                  <a:txBody>
                    <a:bodyPr/>
                    <a:lstStyle/>
                    <a:p>
                      <a:pPr algn="ctr"/>
                      <a:r>
                        <a:rPr lang="en-US" altLang="zh-CN" sz="1400" dirty="0"/>
                        <a:t>0</a:t>
                      </a:r>
                    </a:p>
                  </a:txBody>
                  <a:tcPr/>
                </a:tc>
                <a:tc>
                  <a:txBody>
                    <a:bodyPr/>
                    <a:lstStyle/>
                    <a:p>
                      <a:pPr algn="ctr"/>
                      <a:r>
                        <a:rPr lang="en-US" altLang="zh-CN" sz="1400" dirty="0"/>
                        <a:t>0</a:t>
                      </a:r>
                      <a:endParaRPr lang="zh-CN" altLang="en-US" sz="1400" dirty="0"/>
                    </a:p>
                  </a:txBody>
                  <a:tcPr/>
                </a:tc>
                <a:tc>
                  <a:txBody>
                    <a:bodyPr/>
                    <a:lstStyle/>
                    <a:p>
                      <a:pPr algn="ctr"/>
                      <a:r>
                        <a:rPr lang="en-US" altLang="zh-CN" sz="1400" dirty="0"/>
                        <a:t>0</a:t>
                      </a:r>
                      <a:endParaRPr lang="zh-CN" altLang="en-US" sz="1400" dirty="0"/>
                    </a:p>
                  </a:txBody>
                  <a:tcPr/>
                </a:tc>
                <a:extLst>
                  <a:ext uri="{0D108BD9-81ED-4DB2-BD59-A6C34878D82A}">
                    <a16:rowId xmlns:a16="http://schemas.microsoft.com/office/drawing/2014/main" val="10001"/>
                  </a:ext>
                </a:extLst>
              </a:tr>
              <a:tr h="365299">
                <a:tc>
                  <a:txBody>
                    <a:bodyPr/>
                    <a:lstStyle/>
                    <a:p>
                      <a:pPr algn="ctr"/>
                      <a:r>
                        <a:rPr lang="en-US" altLang="zh-CN" sz="1400" dirty="0"/>
                        <a:t>-1</a:t>
                      </a:r>
                    </a:p>
                  </a:txBody>
                  <a:tcPr/>
                </a:tc>
                <a:tc>
                  <a:txBody>
                    <a:bodyPr/>
                    <a:lstStyle/>
                    <a:p>
                      <a:pPr algn="ctr"/>
                      <a:r>
                        <a:rPr lang="en-US" altLang="zh-CN" sz="1400" dirty="0"/>
                        <a:t>-1</a:t>
                      </a:r>
                      <a:endParaRPr lang="zh-CN" altLang="en-US" sz="1400" dirty="0"/>
                    </a:p>
                  </a:txBody>
                  <a:tcPr/>
                </a:tc>
                <a:tc>
                  <a:txBody>
                    <a:bodyPr/>
                    <a:lstStyle/>
                    <a:p>
                      <a:pPr algn="ctr"/>
                      <a:r>
                        <a:rPr lang="en-US" altLang="zh-CN" sz="1400" dirty="0"/>
                        <a:t>-1</a:t>
                      </a:r>
                      <a:endParaRPr lang="zh-CN" altLang="en-US" sz="1400" dirty="0"/>
                    </a:p>
                  </a:txBody>
                  <a:tcPr/>
                </a:tc>
                <a:extLst>
                  <a:ext uri="{0D108BD9-81ED-4DB2-BD59-A6C34878D82A}">
                    <a16:rowId xmlns:a16="http://schemas.microsoft.com/office/drawing/2014/main" val="10002"/>
                  </a:ext>
                </a:extLst>
              </a:tr>
            </a:tbl>
          </a:graphicData>
        </a:graphic>
      </p:graphicFrame>
      <p:sp>
        <p:nvSpPr>
          <p:cNvPr id="1049470" name="Rectangle 4"/>
          <p:cNvSpPr>
            <a:spLocks noChangeArrowheads="1"/>
          </p:cNvSpPr>
          <p:nvPr/>
        </p:nvSpPr>
        <p:spPr bwMode="auto">
          <a:xfrm>
            <a:off x="2239372" y="3789040"/>
            <a:ext cx="7180580" cy="396240"/>
          </a:xfrm>
          <a:prstGeom prst="rect">
            <a:avLst/>
          </a:prstGeom>
          <a:noFill/>
          <a:ln>
            <a:noFill/>
          </a:ln>
          <a:effec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en-US" sz="2000" dirty="0">
                <a:solidFill>
                  <a:srgbClr val="004C54"/>
                </a:solidFill>
                <a:latin typeface="微软雅黑" panose="020B0503020204020204" pitchFamily="34" charset="-122"/>
                <a:ea typeface="微软雅黑" panose="020B0503020204020204" pitchFamily="34" charset="-122"/>
              </a:rPr>
              <a:t>与</a:t>
            </a:r>
            <a:r>
              <a:rPr lang="en-US" altLang="zh-CN" sz="2000" dirty="0">
                <a:solidFill>
                  <a:srgbClr val="004C54"/>
                </a:solidFill>
                <a:latin typeface="微软雅黑" panose="020B0503020204020204" pitchFamily="34" charset="-122"/>
                <a:ea typeface="微软雅黑" panose="020B0503020204020204" pitchFamily="34" charset="-122"/>
              </a:rPr>
              <a:t>Sobel</a:t>
            </a:r>
            <a:r>
              <a:rPr lang="zh-CN" altLang="en-US" sz="2000" dirty="0">
                <a:solidFill>
                  <a:srgbClr val="004C54"/>
                </a:solidFill>
                <a:latin typeface="微软雅黑" panose="020B0503020204020204" pitchFamily="34" charset="-122"/>
                <a:ea typeface="微软雅黑" panose="020B0503020204020204" pitchFamily="34" charset="-122"/>
              </a:rPr>
              <a:t>相似，但该算子没有把重点放在接近模板中心的像素点</a:t>
            </a:r>
            <a:endParaRPr kumimoji="1" lang="zh-CN" altLang="en-US" sz="2000" dirty="0">
              <a:solidFill>
                <a:srgbClr val="004C54"/>
              </a:solidFill>
              <a:latin typeface="Times New Roman" panose="02020603050405020304" pitchFamily="18" charset="0"/>
            </a:endParaRPr>
          </a:p>
        </p:txBody>
      </p:sp>
      <p:sp>
        <p:nvSpPr>
          <p:cNvPr id="1049471" name="TextBox 27"/>
          <p:cNvSpPr txBox="1"/>
          <p:nvPr/>
        </p:nvSpPr>
        <p:spPr>
          <a:xfrm>
            <a:off x="1012825" y="176213"/>
            <a:ext cx="2621280" cy="574040"/>
          </a:xfrm>
          <a:prstGeom prst="rect">
            <a:avLst/>
          </a:prstGeom>
          <a:noFill/>
          <a:ln w="9525">
            <a:noFill/>
          </a:ln>
        </p:spPr>
        <p:txBody>
          <a:bodyPr wrap="none" anchor="t">
            <a:spAutoFit/>
          </a:bodyPr>
          <a:lstStyle/>
          <a:p>
            <a:r>
              <a:rPr lang="zh-CN" altLang="en-US" sz="3200" dirty="0">
                <a:solidFill>
                  <a:srgbClr val="004C54"/>
                </a:solidFill>
                <a:latin typeface="黑体" panose="02010609060101010101" pitchFamily="49" charset="-122"/>
                <a:ea typeface="黑体" panose="02010609060101010101" pitchFamily="49" charset="-122"/>
              </a:rPr>
              <a:t>三、边缘检测</a:t>
            </a:r>
            <a:endParaRPr lang="en-US" altLang="zh-CN" sz="3200" dirty="0">
              <a:solidFill>
                <a:srgbClr val="004C54"/>
              </a:solidFill>
              <a:latin typeface="黑体" panose="02010609060101010101" pitchFamily="49" charset="-122"/>
              <a:ea typeface="黑体" panose="02010609060101010101" pitchFamily="49" charset="-122"/>
            </a:endParaRPr>
          </a:p>
        </p:txBody>
      </p:sp>
      <p:sp>
        <p:nvSpPr>
          <p:cNvPr id="1049472"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a:p>
        </p:txBody>
      </p:sp>
      <p:sp>
        <p:nvSpPr>
          <p:cNvPr id="1049473" name="Object 18"/>
          <p:cNvSpPr txBox="1">
            <a:spLocks noRot="1" noChangeAspect="1" noMove="1" noResize="1" noEditPoints="1" noAdjustHandles="1" noChangeArrowheads="1" noChangeShapeType="1" noTextEdit="1"/>
          </p:cNvSpPr>
          <p:nvPr/>
        </p:nvSpPr>
        <p:spPr bwMode="auto">
          <a:xfrm>
            <a:off x="4693351" y="4430289"/>
            <a:ext cx="3816424" cy="561926"/>
          </a:xfrm>
          <a:prstGeom prst="rect">
            <a:avLst/>
          </a:prstGeom>
          <a:blipFill>
            <a:blip r:embed="rId4"/>
            <a:stretch>
              <a:fillRect b="-18478"/>
            </a:stretch>
          </a:blipFill>
          <a:ln>
            <a:noFill/>
          </a:ln>
          <a:effectLst/>
        </p:spPr>
        <p:txBody>
          <a:bodyPr/>
          <a:lstStyle/>
          <a:p>
            <a:r>
              <a:rPr lang="en-US">
                <a:noFill/>
              </a:rPr>
              <a:t> </a:t>
            </a:r>
          </a:p>
        </p:txBody>
      </p:sp>
      <p:sp>
        <p:nvSpPr>
          <p:cNvPr id="1049474" name="Rectangle 12"/>
          <p:cNvSpPr/>
          <p:nvPr/>
        </p:nvSpPr>
        <p:spPr>
          <a:xfrm>
            <a:off x="3258517" y="4565501"/>
            <a:ext cx="1210588" cy="400110"/>
          </a:xfrm>
          <a:prstGeom prst="rect">
            <a:avLst/>
          </a:prstGeom>
        </p:spPr>
        <p:txBody>
          <a:bodyPr wrap="none">
            <a:spAutoFit/>
          </a:bodyPr>
          <a:lstStyle/>
          <a:p>
            <a:r>
              <a:rPr lang="zh-CN" altLang="en-US" sz="2000" dirty="0">
                <a:solidFill>
                  <a:srgbClr val="004C54"/>
                </a:solidFill>
                <a:latin typeface="微软雅黑" panose="020B0503020204020204" pitchFamily="34" charset="-122"/>
                <a:ea typeface="微软雅黑" panose="020B0503020204020204" pitchFamily="34" charset="-122"/>
              </a:rPr>
              <a:t>梯度幅值</a:t>
            </a:r>
            <a:endParaRPr lang="en-US" sz="2000" dirty="0">
              <a:solidFill>
                <a:srgbClr val="004C54"/>
              </a:solidFill>
            </a:endParaRPr>
          </a:p>
        </p:txBody>
      </p:sp>
      <p:sp>
        <p:nvSpPr>
          <p:cNvPr id="1049475" name="Rectangle 13"/>
          <p:cNvSpPr/>
          <p:nvPr/>
        </p:nvSpPr>
        <p:spPr>
          <a:xfrm>
            <a:off x="3002037" y="5262821"/>
            <a:ext cx="1467068" cy="400110"/>
          </a:xfrm>
          <a:prstGeom prst="rect">
            <a:avLst/>
          </a:prstGeom>
        </p:spPr>
        <p:txBody>
          <a:bodyPr wrap="none">
            <a:spAutoFit/>
          </a:bodyPr>
          <a:lstStyle/>
          <a:p>
            <a:r>
              <a:rPr lang="zh-CN" altLang="en-US" sz="2000" dirty="0">
                <a:solidFill>
                  <a:srgbClr val="004C54"/>
                </a:solidFill>
                <a:latin typeface="微软雅黑" panose="020B0503020204020204" pitchFamily="34" charset="-122"/>
                <a:ea typeface="微软雅黑" panose="020B0503020204020204" pitchFamily="34" charset="-122"/>
              </a:rPr>
              <a:t>梯度方向角</a:t>
            </a:r>
            <a:endParaRPr lang="en-US" sz="2000" dirty="0">
              <a:solidFill>
                <a:srgbClr val="004C54"/>
              </a:solidFill>
            </a:endParaRPr>
          </a:p>
        </p:txBody>
      </p:sp>
      <p:sp>
        <p:nvSpPr>
          <p:cNvPr id="1049476" name="Object 18"/>
          <p:cNvSpPr txBox="1">
            <a:spLocks noRot="1" noChangeAspect="1" noMove="1" noResize="1" noEditPoints="1" noAdjustHandles="1" noChangeArrowheads="1" noChangeShapeType="1" noTextEdit="1"/>
          </p:cNvSpPr>
          <p:nvPr/>
        </p:nvSpPr>
        <p:spPr bwMode="auto">
          <a:xfrm>
            <a:off x="4412009" y="5251738"/>
            <a:ext cx="2940694" cy="422276"/>
          </a:xfrm>
          <a:prstGeom prst="rect">
            <a:avLst/>
          </a:prstGeom>
          <a:blipFill>
            <a:blip r:embed="rId5"/>
            <a:stretch>
              <a:fillRect r="-207" b="-5797"/>
            </a:stretch>
          </a:blipFill>
          <a:ln>
            <a:noFill/>
          </a:ln>
          <a:effectLst/>
        </p:spPr>
        <p:txBody>
          <a:bodyPr/>
          <a:lstStyle/>
          <a:p>
            <a:r>
              <a:rPr lang="en-US">
                <a:noFill/>
              </a:rPr>
              <a:t> </a:t>
            </a:r>
          </a:p>
        </p:txBody>
      </p:sp>
      <mc:AlternateContent xmlns:mc="http://schemas.openxmlformats.org/markup-compatibility/2006" xmlns:p14="http://schemas.microsoft.com/office/powerpoint/2010/main">
        <mc:Choice Requires="p14">
          <p:contentPart p14:bwMode="auto" r:id="rId6">
            <p14:nvContentPartPr>
              <p14:cNvPr id="1049477" name="墨迹 1049476"/>
              <p14:cNvContentPartPr/>
              <p14:nvPr/>
            </p14:nvContentPartPr>
            <p14:xfrm>
              <a:off x="10082591" y="7787161"/>
              <a:ext cx="0" cy="0"/>
            </p14:xfrm>
          </p:contentPart>
        </mc:Choice>
        <mc:Fallback xmlns="">
          <p:sp>
            <p:nvSpPr>
              <p:cNvPr id="1049477" name=""/>
              <p:cNvSpPr/>
              <p:nvPr/>
            </p:nvSpPr>
            <p:spPr>
              <a:xfrm>
                <a:off x="10082591" y="7787161"/>
                <a:ext cx="0" cy="0"/>
              </a:xfrm>
            </p:spPr>
          </p:sp>
        </mc:Fallback>
      </mc:AlternateContent>
      <mc:AlternateContent xmlns:mc="http://schemas.openxmlformats.org/markup-compatibility/2006" xmlns:p14="http://schemas.microsoft.com/office/powerpoint/2010/main">
        <mc:Choice Requires="p14">
          <p:contentPart p14:bwMode="auto" r:id="rId7">
            <p14:nvContentPartPr>
              <p14:cNvPr id="1049478" name="墨迹 1049477"/>
              <p14:cNvContentPartPr/>
              <p14:nvPr/>
            </p14:nvContentPartPr>
            <p14:xfrm>
              <a:off x="7621604" y="3765922"/>
              <a:ext cx="957517" cy="486484"/>
            </p14:xfrm>
          </p:contentPart>
        </mc:Choice>
        <mc:Fallback xmlns="">
          <p:sp>
            <p:nvSpPr>
              <p:cNvPr id="1049478" name=""/>
              <p:cNvSpPr/>
              <p:nvPr/>
            </p:nvSpPr>
            <p:spPr>
              <a:xfrm>
                <a:off x="7621604" y="3765922"/>
                <a:ext cx="957517" cy="486484"/>
              </a:xfrm>
            </p:spPr>
          </p:sp>
        </mc:Fallback>
      </mc:AlternateContent>
      <mc:AlternateContent xmlns:mc="http://schemas.openxmlformats.org/markup-compatibility/2006" xmlns:p14="http://schemas.microsoft.com/office/powerpoint/2010/main">
        <mc:Choice Requires="p14">
          <p:contentPart p14:bwMode="auto" r:id="rId8">
            <p14:nvContentPartPr>
              <p14:cNvPr id="1049479" name="墨迹 1049478"/>
              <p14:cNvContentPartPr/>
              <p14:nvPr/>
            </p14:nvContentPartPr>
            <p14:xfrm>
              <a:off x="5682900" y="4156146"/>
              <a:ext cx="4080518" cy="99535"/>
            </p14:xfrm>
          </p:contentPart>
        </mc:Choice>
        <mc:Fallback xmlns="">
          <p:sp>
            <p:nvSpPr>
              <p:cNvPr id="1049479" name=""/>
              <p:cNvSpPr/>
              <p:nvPr/>
            </p:nvSpPr>
            <p:spPr>
              <a:xfrm>
                <a:off x="5682900" y="4156146"/>
                <a:ext cx="4080518" cy="99535"/>
              </a:xfrm>
            </p:spPr>
          </p:sp>
        </mc:Fallback>
      </mc:AlternateContent>
      <mc:AlternateContent xmlns:mc="http://schemas.openxmlformats.org/markup-compatibility/2006" xmlns:p14="http://schemas.microsoft.com/office/powerpoint/2010/main">
        <mc:Choice Requires="p14">
          <p:contentPart p14:bwMode="auto" r:id="rId9">
            <p14:nvContentPartPr>
              <p14:cNvPr id="1049480" name="墨迹 1049479"/>
              <p14:cNvContentPartPr/>
              <p14:nvPr/>
            </p14:nvContentPartPr>
            <p14:xfrm>
              <a:off x="11839542" y="5308260"/>
              <a:ext cx="42309" cy="13326"/>
            </p14:xfrm>
          </p:contentPart>
        </mc:Choice>
        <mc:Fallback xmlns="">
          <p:sp>
            <p:nvSpPr>
              <p:cNvPr id="1049480" name=""/>
              <p:cNvSpPr/>
              <p:nvPr/>
            </p:nvSpPr>
            <p:spPr>
              <a:xfrm>
                <a:off x="11839542" y="5308260"/>
                <a:ext cx="42309" cy="13326"/>
              </a:xfrm>
            </p:spPr>
          </p:sp>
        </mc:Fallback>
      </mc:AlternateContent>
      <mc:AlternateContent xmlns:mc="http://schemas.openxmlformats.org/markup-compatibility/2006" xmlns:p14="http://schemas.microsoft.com/office/powerpoint/2010/main">
        <mc:Choice Requires="p14">
          <p:contentPart p14:bwMode="auto" r:id="rId10">
            <p14:nvContentPartPr>
              <p14:cNvPr id="1049481" name="墨迹 1049480"/>
              <p14:cNvContentPartPr/>
              <p14:nvPr/>
            </p14:nvContentPartPr>
            <p14:xfrm>
              <a:off x="8395733" y="2888992"/>
              <a:ext cx="250156" cy="475405"/>
            </p14:xfrm>
          </p:contentPart>
        </mc:Choice>
        <mc:Fallback xmlns="">
          <p:sp>
            <p:nvSpPr>
              <p:cNvPr id="1049481" name=""/>
              <p:cNvSpPr/>
              <p:nvPr/>
            </p:nvSpPr>
            <p:spPr>
              <a:xfrm>
                <a:off x="8395733" y="2888992"/>
                <a:ext cx="250156" cy="475405"/>
              </a:xfrm>
            </p:spPr>
          </p:sp>
        </mc:Fallback>
      </mc:AlternateContent>
      <mc:AlternateContent xmlns:mc="http://schemas.openxmlformats.org/markup-compatibility/2006" xmlns:p14="http://schemas.microsoft.com/office/powerpoint/2010/main">
        <mc:Choice Requires="p14">
          <p:contentPart p14:bwMode="auto" r:id="rId11">
            <p14:nvContentPartPr>
              <p14:cNvPr id="1049482" name="墨迹 1049481"/>
              <p14:cNvContentPartPr/>
              <p14:nvPr/>
            </p14:nvContentPartPr>
            <p14:xfrm>
              <a:off x="8308543" y="3207033"/>
              <a:ext cx="347061" cy="327998"/>
            </p14:xfrm>
          </p:contentPart>
        </mc:Choice>
        <mc:Fallback xmlns="">
          <p:sp>
            <p:nvSpPr>
              <p:cNvPr id="1049482" name=""/>
              <p:cNvSpPr/>
              <p:nvPr/>
            </p:nvSpPr>
            <p:spPr>
              <a:xfrm>
                <a:off x="8308543" y="3207033"/>
                <a:ext cx="347061" cy="327998"/>
              </a:xfrm>
            </p:spPr>
          </p:sp>
        </mc:Fallback>
      </mc:AlternateContent>
      <mc:AlternateContent xmlns:mc="http://schemas.openxmlformats.org/markup-compatibility/2006" xmlns:p14="http://schemas.microsoft.com/office/powerpoint/2010/main">
        <mc:Choice Requires="p14">
          <p:contentPart p14:bwMode="auto" r:id="rId12">
            <p14:nvContentPartPr>
              <p14:cNvPr id="1049483" name="墨迹 1049482"/>
              <p14:cNvContentPartPr/>
              <p14:nvPr/>
            </p14:nvContentPartPr>
            <p14:xfrm>
              <a:off x="8853900" y="2526982"/>
              <a:ext cx="233986" cy="274979"/>
            </p14:xfrm>
          </p:contentPart>
        </mc:Choice>
        <mc:Fallback xmlns="">
          <p:sp>
            <p:nvSpPr>
              <p:cNvPr id="1049483" name=""/>
              <p:cNvSpPr/>
              <p:nvPr/>
            </p:nvSpPr>
            <p:spPr>
              <a:xfrm>
                <a:off x="8853900" y="2526982"/>
                <a:ext cx="233986" cy="274979"/>
              </a:xfrm>
            </p:spPr>
          </p:sp>
        </mc:Fallback>
      </mc:AlternateContent>
      <mc:AlternateContent xmlns:mc="http://schemas.openxmlformats.org/markup-compatibility/2006" xmlns:p14="http://schemas.microsoft.com/office/powerpoint/2010/main">
        <mc:Choice Requires="p14">
          <p:contentPart p14:bwMode="auto" r:id="rId13">
            <p14:nvContentPartPr>
              <p14:cNvPr id="1049484" name="墨迹 1049483"/>
              <p14:cNvContentPartPr/>
              <p14:nvPr/>
            </p14:nvContentPartPr>
            <p14:xfrm>
              <a:off x="9063840" y="2538649"/>
              <a:ext cx="178880" cy="167525"/>
            </p14:xfrm>
          </p:contentPart>
        </mc:Choice>
        <mc:Fallback xmlns="">
          <p:sp>
            <p:nvSpPr>
              <p:cNvPr id="1049484" name=""/>
              <p:cNvSpPr/>
              <p:nvPr/>
            </p:nvSpPr>
            <p:spPr>
              <a:xfrm>
                <a:off x="9063840" y="2538649"/>
                <a:ext cx="178880" cy="167525"/>
              </a:xfrm>
            </p:spPr>
          </p:sp>
        </mc:Fallback>
      </mc:AlternateContent>
      <mc:AlternateContent xmlns:mc="http://schemas.openxmlformats.org/markup-compatibility/2006" xmlns:p14="http://schemas.microsoft.com/office/powerpoint/2010/main">
        <mc:Choice Requires="p14">
          <p:contentPart p14:bwMode="auto" r:id="rId14">
            <p14:nvContentPartPr>
              <p14:cNvPr id="1049485" name="墨迹 1049484"/>
              <p14:cNvContentPartPr/>
              <p14:nvPr/>
            </p14:nvContentPartPr>
            <p14:xfrm>
              <a:off x="9329464" y="2333247"/>
              <a:ext cx="45723" cy="418590"/>
            </p14:xfrm>
          </p:contentPart>
        </mc:Choice>
        <mc:Fallback xmlns="">
          <p:sp>
            <p:nvSpPr>
              <p:cNvPr id="1049485" name=""/>
              <p:cNvSpPr/>
              <p:nvPr/>
            </p:nvSpPr>
            <p:spPr>
              <a:xfrm>
                <a:off x="9329464" y="2333247"/>
                <a:ext cx="45723" cy="418590"/>
              </a:xfrm>
            </p:spPr>
          </p:sp>
        </mc:Fallback>
      </mc:AlternateContent>
      <mc:AlternateContent xmlns:mc="http://schemas.openxmlformats.org/markup-compatibility/2006" xmlns:p14="http://schemas.microsoft.com/office/powerpoint/2010/main">
        <mc:Choice Requires="p14">
          <p:contentPart p14:bwMode="auto" r:id="rId15">
            <p14:nvContentPartPr>
              <p14:cNvPr id="1049486" name="墨迹 1049485"/>
              <p14:cNvContentPartPr/>
              <p14:nvPr/>
            </p14:nvContentPartPr>
            <p14:xfrm>
              <a:off x="9288937" y="2537475"/>
              <a:ext cx="178559" cy="171084"/>
            </p14:xfrm>
          </p:contentPart>
        </mc:Choice>
        <mc:Fallback xmlns="">
          <p:sp>
            <p:nvSpPr>
              <p:cNvPr id="1049486" name=""/>
              <p:cNvSpPr/>
              <p:nvPr/>
            </p:nvSpPr>
            <p:spPr>
              <a:xfrm>
                <a:off x="9288937" y="2537475"/>
                <a:ext cx="178559" cy="171084"/>
              </a:xfrm>
            </p:spPr>
          </p:sp>
        </mc:Fallback>
      </mc:AlternateContent>
      <mc:AlternateContent xmlns:mc="http://schemas.openxmlformats.org/markup-compatibility/2006" xmlns:p14="http://schemas.microsoft.com/office/powerpoint/2010/main">
        <mc:Choice Requires="p14">
          <p:contentPart p14:bwMode="auto" r:id="rId16">
            <p14:nvContentPartPr>
              <p14:cNvPr id="1049487" name="墨迹 1049486"/>
              <p14:cNvContentPartPr/>
              <p14:nvPr/>
            </p14:nvContentPartPr>
            <p14:xfrm>
              <a:off x="9475795" y="2503787"/>
              <a:ext cx="245367" cy="184105"/>
            </p14:xfrm>
          </p:contentPart>
        </mc:Choice>
        <mc:Fallback xmlns="">
          <p:sp>
            <p:nvSpPr>
              <p:cNvPr id="1049487" name=""/>
              <p:cNvSpPr/>
              <p:nvPr/>
            </p:nvSpPr>
            <p:spPr>
              <a:xfrm>
                <a:off x="9475795" y="2503787"/>
                <a:ext cx="245367" cy="184105"/>
              </a:xfrm>
            </p:spPr>
          </p:sp>
        </mc:Fallback>
      </mc:AlternateContent>
      <mc:AlternateContent xmlns:mc="http://schemas.openxmlformats.org/markup-compatibility/2006" xmlns:p14="http://schemas.microsoft.com/office/powerpoint/2010/main">
        <mc:Choice Requires="p14">
          <p:contentPart p14:bwMode="auto" r:id="rId17">
            <p14:nvContentPartPr>
              <p14:cNvPr id="1049488" name="墨迹 1049487"/>
              <p14:cNvContentPartPr/>
              <p14:nvPr/>
            </p14:nvContentPartPr>
            <p14:xfrm>
              <a:off x="9806022" y="2334904"/>
              <a:ext cx="362463" cy="432123"/>
            </p14:xfrm>
          </p:contentPart>
        </mc:Choice>
        <mc:Fallback xmlns="">
          <p:sp>
            <p:nvSpPr>
              <p:cNvPr id="1049488" name=""/>
              <p:cNvSpPr/>
              <p:nvPr/>
            </p:nvSpPr>
            <p:spPr>
              <a:xfrm>
                <a:off x="9806022" y="2334904"/>
                <a:ext cx="362463" cy="432123"/>
              </a:xfrm>
            </p:spPr>
          </p:sp>
        </mc:Fallback>
      </mc:AlternateContent>
      <mc:AlternateContent xmlns:mc="http://schemas.openxmlformats.org/markup-compatibility/2006" xmlns:p14="http://schemas.microsoft.com/office/powerpoint/2010/main">
        <mc:Choice Requires="p14">
          <p:contentPart p14:bwMode="auto" r:id="rId18">
            <p14:nvContentPartPr>
              <p14:cNvPr id="1049489" name="墨迹 1049488"/>
              <p14:cNvContentPartPr/>
              <p14:nvPr/>
            </p14:nvContentPartPr>
            <p14:xfrm>
              <a:off x="9139055" y="2991692"/>
              <a:ext cx="245328" cy="189284"/>
            </p14:xfrm>
          </p:contentPart>
        </mc:Choice>
        <mc:Fallback xmlns="">
          <p:sp>
            <p:nvSpPr>
              <p:cNvPr id="1049489" name=""/>
              <p:cNvSpPr/>
              <p:nvPr/>
            </p:nvSpPr>
            <p:spPr>
              <a:xfrm>
                <a:off x="9139055" y="2991692"/>
                <a:ext cx="245328" cy="189284"/>
              </a:xfrm>
            </p:spPr>
          </p:sp>
        </mc:Fallback>
      </mc:AlternateContent>
      <mc:AlternateContent xmlns:mc="http://schemas.openxmlformats.org/markup-compatibility/2006" xmlns:p14="http://schemas.microsoft.com/office/powerpoint/2010/main">
        <mc:Choice Requires="p14">
          <p:contentPart p14:bwMode="auto" r:id="rId19">
            <p14:nvContentPartPr>
              <p14:cNvPr id="1049490" name="墨迹 1049489"/>
              <p14:cNvContentPartPr/>
              <p14:nvPr/>
            </p14:nvContentPartPr>
            <p14:xfrm>
              <a:off x="9268609" y="2844267"/>
              <a:ext cx="65206" cy="571382"/>
            </p14:xfrm>
          </p:contentPart>
        </mc:Choice>
        <mc:Fallback xmlns="">
          <p:sp>
            <p:nvSpPr>
              <p:cNvPr id="1049490" name=""/>
              <p:cNvSpPr/>
              <p:nvPr/>
            </p:nvSpPr>
            <p:spPr>
              <a:xfrm>
                <a:off x="9268609" y="2844267"/>
                <a:ext cx="65206" cy="571382"/>
              </a:xfrm>
            </p:spPr>
          </p:sp>
        </mc:Fallback>
      </mc:AlternateContent>
      <mc:AlternateContent xmlns:mc="http://schemas.openxmlformats.org/markup-compatibility/2006" xmlns:p14="http://schemas.microsoft.com/office/powerpoint/2010/main">
        <mc:Choice Requires="p14">
          <p:contentPart p14:bwMode="auto" r:id="rId20">
            <p14:nvContentPartPr>
              <p14:cNvPr id="1049491" name="墨迹 1049490"/>
              <p14:cNvContentPartPr/>
              <p14:nvPr/>
            </p14:nvContentPartPr>
            <p14:xfrm>
              <a:off x="9475991" y="3023994"/>
              <a:ext cx="64034" cy="160201"/>
            </p14:xfrm>
          </p:contentPart>
        </mc:Choice>
        <mc:Fallback xmlns="">
          <p:sp>
            <p:nvSpPr>
              <p:cNvPr id="1049491" name=""/>
              <p:cNvSpPr/>
              <p:nvPr/>
            </p:nvSpPr>
            <p:spPr>
              <a:xfrm>
                <a:off x="9475991" y="3023994"/>
                <a:ext cx="64034" cy="160201"/>
              </a:xfrm>
            </p:spPr>
          </p:sp>
        </mc:Fallback>
      </mc:AlternateContent>
      <mc:AlternateContent xmlns:mc="http://schemas.openxmlformats.org/markup-compatibility/2006" xmlns:p14="http://schemas.microsoft.com/office/powerpoint/2010/main">
        <mc:Choice Requires="p14">
          <p:contentPart p14:bwMode="auto" r:id="rId21">
            <p14:nvContentPartPr>
              <p14:cNvPr id="1049492" name="墨迹 1049491"/>
              <p14:cNvContentPartPr/>
              <p14:nvPr/>
            </p14:nvContentPartPr>
            <p14:xfrm>
              <a:off x="9627072" y="3011561"/>
              <a:ext cx="178102" cy="177689"/>
            </p14:xfrm>
          </p:contentPart>
        </mc:Choice>
        <mc:Fallback xmlns="">
          <p:sp>
            <p:nvSpPr>
              <p:cNvPr id="1049492" name=""/>
              <p:cNvSpPr/>
              <p:nvPr/>
            </p:nvSpPr>
            <p:spPr>
              <a:xfrm>
                <a:off x="9627072" y="3011561"/>
                <a:ext cx="178102" cy="177689"/>
              </a:xfrm>
            </p:spPr>
          </p:sp>
        </mc:Fallback>
      </mc:AlternateContent>
      <mc:AlternateContent xmlns:mc="http://schemas.openxmlformats.org/markup-compatibility/2006" xmlns:p14="http://schemas.microsoft.com/office/powerpoint/2010/main">
        <mc:Choice Requires="p14">
          <p:contentPart p14:bwMode="auto" r:id="rId22">
            <p14:nvContentPartPr>
              <p14:cNvPr id="1049493" name="墨迹 1049492"/>
              <p14:cNvContentPartPr/>
              <p14:nvPr/>
            </p14:nvContentPartPr>
            <p14:xfrm>
              <a:off x="10795027" y="1243293"/>
              <a:ext cx="0" cy="0"/>
            </p14:xfrm>
          </p:contentPart>
        </mc:Choice>
        <mc:Fallback xmlns="">
          <p:sp>
            <p:nvSpPr>
              <p:cNvPr id="1049493" name=""/>
              <p:cNvSpPr/>
              <p:nvPr/>
            </p:nvSpPr>
            <p:spPr>
              <a:xfrm>
                <a:off x="10795027" y="1243293"/>
                <a:ext cx="0" cy="0"/>
              </a:xfrm>
            </p:spPr>
          </p:sp>
        </mc:Fallback>
      </mc:AlternateContent>
      <mc:AlternateContent xmlns:mc="http://schemas.openxmlformats.org/markup-compatibility/2006" xmlns:p14="http://schemas.microsoft.com/office/powerpoint/2010/main">
        <mc:Choice Requires="p14">
          <p:contentPart p14:bwMode="auto" r:id="rId23">
            <p14:nvContentPartPr>
              <p14:cNvPr id="1049494" name="墨迹 1049493"/>
              <p14:cNvContentPartPr/>
              <p14:nvPr/>
            </p14:nvContentPartPr>
            <p14:xfrm>
              <a:off x="10575296" y="5199761"/>
              <a:ext cx="0" cy="0"/>
            </p14:xfrm>
          </p:contentPart>
        </mc:Choice>
        <mc:Fallback xmlns="">
          <p:sp>
            <p:nvSpPr>
              <p:cNvPr id="1049494" name=""/>
              <p:cNvSpPr/>
              <p:nvPr/>
            </p:nvSpPr>
            <p:spPr>
              <a:xfrm>
                <a:off x="10575296" y="5199761"/>
                <a:ext cx="0" cy="0"/>
              </a:xfrm>
            </p:spPr>
          </p:sp>
        </mc:Fallback>
      </mc:AlternateContent>
      <mc:AlternateContent xmlns:mc="http://schemas.openxmlformats.org/markup-compatibility/2006" xmlns:p14="http://schemas.microsoft.com/office/powerpoint/2010/main">
        <mc:Choice Requires="p14">
          <p:contentPart p14:bwMode="auto" r:id="rId24">
            <p14:nvContentPartPr>
              <p14:cNvPr id="1049495" name="墨迹 1049494"/>
              <p14:cNvContentPartPr/>
              <p14:nvPr/>
            </p14:nvContentPartPr>
            <p14:xfrm>
              <a:off x="10046710" y="2946611"/>
              <a:ext cx="0" cy="0"/>
            </p14:xfrm>
          </p:contentPart>
        </mc:Choice>
        <mc:Fallback xmlns="">
          <p:sp>
            <p:nvSpPr>
              <p:cNvPr id="1049495" name=""/>
              <p:cNvSpPr/>
              <p:nvPr/>
            </p:nvSpPr>
            <p:spPr>
              <a:xfrm>
                <a:off x="10046710" y="2946611"/>
                <a:ext cx="0" cy="0"/>
              </a:xfrm>
            </p:spPr>
          </p:sp>
        </mc:Fallback>
      </mc:AlternateContent>
      <mc:AlternateContent xmlns:mc="http://schemas.openxmlformats.org/markup-compatibility/2006" xmlns:p14="http://schemas.microsoft.com/office/powerpoint/2010/main">
        <mc:Choice Requires="p14">
          <p:contentPart p14:bwMode="auto" r:id="rId25">
            <p14:nvContentPartPr>
              <p14:cNvPr id="1049496" name="墨迹 1049495"/>
              <p14:cNvContentPartPr/>
              <p14:nvPr/>
            </p14:nvContentPartPr>
            <p14:xfrm>
              <a:off x="10017450" y="2975095"/>
              <a:ext cx="292393" cy="205375"/>
            </p14:xfrm>
          </p:contentPart>
        </mc:Choice>
        <mc:Fallback xmlns="">
          <p:sp>
            <p:nvSpPr>
              <p:cNvPr id="1049496" name=""/>
              <p:cNvSpPr/>
              <p:nvPr/>
            </p:nvSpPr>
            <p:spPr>
              <a:xfrm>
                <a:off x="10017450" y="2975095"/>
                <a:ext cx="292393" cy="205375"/>
              </a:xfrm>
            </p:spPr>
          </p:sp>
        </mc:Fallback>
      </mc:AlternateContent>
      <mc:AlternateContent xmlns:mc="http://schemas.openxmlformats.org/markup-compatibility/2006" xmlns:p14="http://schemas.microsoft.com/office/powerpoint/2010/main">
        <mc:Choice Requires="p14">
          <p:contentPart p14:bwMode="auto" r:id="rId26">
            <p14:nvContentPartPr>
              <p14:cNvPr id="1049497" name="墨迹 1049496"/>
              <p14:cNvContentPartPr/>
              <p14:nvPr/>
            </p14:nvContentPartPr>
            <p14:xfrm>
              <a:off x="9982144" y="2835639"/>
              <a:ext cx="206544" cy="400776"/>
            </p14:xfrm>
          </p:contentPart>
        </mc:Choice>
        <mc:Fallback xmlns="">
          <p:sp>
            <p:nvSpPr>
              <p:cNvPr id="1049497" name=""/>
              <p:cNvSpPr/>
              <p:nvPr/>
            </p:nvSpPr>
            <p:spPr>
              <a:xfrm>
                <a:off x="9982144" y="2835639"/>
                <a:ext cx="206544" cy="400776"/>
              </a:xfrm>
            </p:spPr>
          </p:sp>
        </mc:Fallback>
      </mc:AlternateContent>
      <mc:AlternateContent xmlns:mc="http://schemas.openxmlformats.org/markup-compatibility/2006" xmlns:p14="http://schemas.microsoft.com/office/powerpoint/2010/main">
        <mc:Choice Requires="p14">
          <p:contentPart p14:bwMode="auto" r:id="rId27">
            <p14:nvContentPartPr>
              <p14:cNvPr id="1049498" name="墨迹 1049497"/>
              <p14:cNvContentPartPr/>
              <p14:nvPr/>
            </p14:nvContentPartPr>
            <p14:xfrm>
              <a:off x="10007048" y="2926571"/>
              <a:ext cx="81152" cy="41024"/>
            </p14:xfrm>
          </p:contentPart>
        </mc:Choice>
        <mc:Fallback xmlns="">
          <p:sp>
            <p:nvSpPr>
              <p:cNvPr id="1049498" name=""/>
              <p:cNvSpPr/>
              <p:nvPr/>
            </p:nvSpPr>
            <p:spPr>
              <a:xfrm>
                <a:off x="10007048" y="2926571"/>
                <a:ext cx="81152" cy="41024"/>
              </a:xfrm>
            </p:spPr>
          </p:sp>
        </mc:Fallback>
      </mc:AlternateContent>
      <mc:AlternateContent xmlns:mc="http://schemas.openxmlformats.org/markup-compatibility/2006" xmlns:p14="http://schemas.microsoft.com/office/powerpoint/2010/main">
        <mc:Choice Requires="p14">
          <p:contentPart p14:bwMode="auto" r:id="rId28">
            <p14:nvContentPartPr>
              <p14:cNvPr id="1049499" name="墨迹 1049498"/>
              <p14:cNvContentPartPr/>
              <p14:nvPr/>
            </p14:nvContentPartPr>
            <p14:xfrm>
              <a:off x="10173480" y="3054202"/>
              <a:ext cx="91245" cy="40351"/>
            </p14:xfrm>
          </p:contentPart>
        </mc:Choice>
        <mc:Fallback xmlns="">
          <p:sp>
            <p:nvSpPr>
              <p:cNvPr id="1049499" name=""/>
              <p:cNvSpPr/>
              <p:nvPr/>
            </p:nvSpPr>
            <p:spPr>
              <a:xfrm>
                <a:off x="10173480" y="3054202"/>
                <a:ext cx="91245" cy="40351"/>
              </a:xfrm>
            </p:spPr>
          </p:sp>
        </mc:Fallback>
      </mc:AlternateContent>
      <mc:AlternateContent xmlns:mc="http://schemas.openxmlformats.org/markup-compatibility/2006" xmlns:p14="http://schemas.microsoft.com/office/powerpoint/2010/main">
        <mc:Choice Requires="p14">
          <p:contentPart p14:bwMode="auto" r:id="rId29">
            <p14:nvContentPartPr>
              <p14:cNvPr id="1049500" name="墨迹 1049499"/>
              <p14:cNvContentPartPr/>
              <p14:nvPr/>
            </p14:nvContentPartPr>
            <p14:xfrm>
              <a:off x="10470978" y="2900941"/>
              <a:ext cx="331616" cy="239311"/>
            </p14:xfrm>
          </p:contentPart>
        </mc:Choice>
        <mc:Fallback xmlns="">
          <p:sp>
            <p:nvSpPr>
              <p:cNvPr id="1049500" name=""/>
              <p:cNvSpPr/>
              <p:nvPr/>
            </p:nvSpPr>
            <p:spPr>
              <a:xfrm>
                <a:off x="10470978" y="2900941"/>
                <a:ext cx="331616" cy="239311"/>
              </a:xfrm>
            </p:spPr>
          </p:sp>
        </mc:Fallback>
      </mc:AlternateContent>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501" name="TextBox 11"/>
          <p:cNvSpPr txBox="1"/>
          <p:nvPr/>
        </p:nvSpPr>
        <p:spPr>
          <a:xfrm>
            <a:off x="1014578" y="1212811"/>
            <a:ext cx="9980347" cy="400110"/>
          </a:xfrm>
          <a:prstGeom prst="rect">
            <a:avLst/>
          </a:prstGeom>
          <a:noFill/>
          <a:ln w="9525">
            <a:noFill/>
          </a:ln>
        </p:spPr>
        <p:txBody>
          <a:bodyPr wrap="square" anchor="t">
            <a:spAutoFit/>
          </a:bodyPr>
          <a:lstStyle/>
          <a:p>
            <a:pPr marL="342900" indent="-342900">
              <a:spcAft>
                <a:spcPts val="1200"/>
              </a:spcAft>
              <a:buFont typeface="Wingdings" panose="05000000000000000000" pitchFamily="2" charset="2"/>
              <a:buChar char="Ø"/>
            </a:pPr>
            <a:r>
              <a:rPr lang="en-US" altLang="zh-CN" sz="2000" b="1" dirty="0">
                <a:solidFill>
                  <a:srgbClr val="004C54"/>
                </a:solidFill>
                <a:latin typeface="微软雅黑" panose="020B0503020204020204" pitchFamily="34" charset="-122"/>
                <a:ea typeface="微软雅黑" panose="020B0503020204020204" pitchFamily="34" charset="-122"/>
              </a:rPr>
              <a:t>Kirsch</a:t>
            </a:r>
            <a:r>
              <a:rPr lang="zh-CN" altLang="en-US" sz="2000" b="1" dirty="0">
                <a:solidFill>
                  <a:srgbClr val="004C54"/>
                </a:solidFill>
                <a:latin typeface="微软雅黑" panose="020B0503020204020204" pitchFamily="34" charset="-122"/>
                <a:ea typeface="微软雅黑" panose="020B0503020204020204" pitchFamily="34" charset="-122"/>
              </a:rPr>
              <a:t>算子</a:t>
            </a:r>
            <a:endParaRPr lang="en-US" altLang="zh-CN" sz="2000" b="1" dirty="0">
              <a:solidFill>
                <a:srgbClr val="004C54"/>
              </a:solidFill>
              <a:latin typeface="微软雅黑" panose="020B0503020204020204" pitchFamily="34" charset="-122"/>
              <a:ea typeface="微软雅黑" panose="020B0503020204020204" pitchFamily="34" charset="-122"/>
            </a:endParaRPr>
          </a:p>
        </p:txBody>
      </p:sp>
      <p:graphicFrame>
        <p:nvGraphicFramePr>
          <p:cNvPr id="4194342" name="表格 3"/>
          <p:cNvGraphicFramePr>
            <a:graphicFrameLocks noGrp="1"/>
          </p:cNvGraphicFramePr>
          <p:nvPr/>
        </p:nvGraphicFramePr>
        <p:xfrm>
          <a:off x="1561877" y="1976698"/>
          <a:ext cx="1872207" cy="1656183"/>
        </p:xfrm>
        <a:graphic>
          <a:graphicData uri="http://schemas.openxmlformats.org/drawingml/2006/table">
            <a:tbl>
              <a:tblPr firstRow="1" bandRow="1">
                <a:tableStyleId>{16D9F66E-5EB9-4882-86FB-DCBF35E3C3E4}</a:tableStyleId>
              </a:tblPr>
              <a:tblGrid>
                <a:gridCol w="624069">
                  <a:extLst>
                    <a:ext uri="{9D8B030D-6E8A-4147-A177-3AD203B41FA5}">
                      <a16:colId xmlns:a16="http://schemas.microsoft.com/office/drawing/2014/main" val="20000"/>
                    </a:ext>
                  </a:extLst>
                </a:gridCol>
                <a:gridCol w="624069">
                  <a:extLst>
                    <a:ext uri="{9D8B030D-6E8A-4147-A177-3AD203B41FA5}">
                      <a16:colId xmlns:a16="http://schemas.microsoft.com/office/drawing/2014/main" val="20001"/>
                    </a:ext>
                  </a:extLst>
                </a:gridCol>
                <a:gridCol w="624069">
                  <a:extLst>
                    <a:ext uri="{9D8B030D-6E8A-4147-A177-3AD203B41FA5}">
                      <a16:colId xmlns:a16="http://schemas.microsoft.com/office/drawing/2014/main" val="20002"/>
                    </a:ext>
                  </a:extLst>
                </a:gridCol>
              </a:tblGrid>
              <a:tr h="552061">
                <a:tc>
                  <a:txBody>
                    <a:bodyPr/>
                    <a:lstStyle/>
                    <a:p>
                      <a:pPr algn="ctr"/>
                      <a:r>
                        <a:rPr lang="en-US" altLang="zh-CN" sz="1400" b="0" dirty="0"/>
                        <a:t>5</a:t>
                      </a:r>
                      <a:endParaRPr lang="zh-CN" altLang="en-US" sz="1400" b="0" dirty="0"/>
                    </a:p>
                  </a:txBody>
                  <a:tcPr anchor="ctr"/>
                </a:tc>
                <a:tc>
                  <a:txBody>
                    <a:bodyPr/>
                    <a:lstStyle/>
                    <a:p>
                      <a:pPr algn="ctr"/>
                      <a:r>
                        <a:rPr lang="en-US" altLang="zh-CN" sz="1400" b="0" dirty="0"/>
                        <a:t>5</a:t>
                      </a:r>
                      <a:endParaRPr lang="zh-CN" altLang="en-US" sz="1400" b="0" dirty="0"/>
                    </a:p>
                  </a:txBody>
                  <a:tcPr anchor="ctr"/>
                </a:tc>
                <a:tc>
                  <a:txBody>
                    <a:bodyPr/>
                    <a:lstStyle/>
                    <a:p>
                      <a:pPr algn="ctr"/>
                      <a:r>
                        <a:rPr lang="en-US" altLang="zh-CN" sz="1400" b="0" dirty="0"/>
                        <a:t>5</a:t>
                      </a:r>
                      <a:endParaRPr lang="zh-CN" altLang="en-US" sz="1400" b="0" dirty="0"/>
                    </a:p>
                  </a:txBody>
                  <a:tcPr anchor="ctr"/>
                </a:tc>
                <a:extLst>
                  <a:ext uri="{0D108BD9-81ED-4DB2-BD59-A6C34878D82A}">
                    <a16:rowId xmlns:a16="http://schemas.microsoft.com/office/drawing/2014/main" val="10000"/>
                  </a:ext>
                </a:extLst>
              </a:tr>
              <a:tr h="552061">
                <a:tc>
                  <a:txBody>
                    <a:bodyPr/>
                    <a:lstStyle/>
                    <a:p>
                      <a:pPr algn="ctr"/>
                      <a:r>
                        <a:rPr lang="en-US" altLang="zh-CN" sz="1400" dirty="0"/>
                        <a:t>-3</a:t>
                      </a:r>
                      <a:endParaRPr lang="zh-CN" altLang="en-US" sz="1400" dirty="0"/>
                    </a:p>
                  </a:txBody>
                  <a:tcPr anchor="ctr"/>
                </a:tc>
                <a:tc>
                  <a:txBody>
                    <a:bodyPr/>
                    <a:lstStyle/>
                    <a:p>
                      <a:pPr algn="ctr"/>
                      <a:r>
                        <a:rPr lang="en-US" altLang="zh-CN" sz="1400" dirty="0"/>
                        <a:t>0</a:t>
                      </a:r>
                      <a:endParaRPr lang="zh-CN" altLang="en-US" sz="1400" dirty="0"/>
                    </a:p>
                  </a:txBody>
                  <a:tcPr anchor="ctr"/>
                </a:tc>
                <a:tc>
                  <a:txBody>
                    <a:bodyPr/>
                    <a:lstStyle/>
                    <a:p>
                      <a:pPr algn="ctr"/>
                      <a:r>
                        <a:rPr lang="en-US" altLang="zh-CN" sz="1400" dirty="0"/>
                        <a:t>-3</a:t>
                      </a:r>
                      <a:endParaRPr lang="zh-CN" altLang="en-US" sz="1400" dirty="0"/>
                    </a:p>
                  </a:txBody>
                  <a:tcPr anchor="ctr"/>
                </a:tc>
                <a:extLst>
                  <a:ext uri="{0D108BD9-81ED-4DB2-BD59-A6C34878D82A}">
                    <a16:rowId xmlns:a16="http://schemas.microsoft.com/office/drawing/2014/main" val="10001"/>
                  </a:ext>
                </a:extLst>
              </a:tr>
              <a:tr h="552061">
                <a:tc>
                  <a:txBody>
                    <a:bodyPr/>
                    <a:lstStyle/>
                    <a:p>
                      <a:pPr algn="ctr"/>
                      <a:r>
                        <a:rPr lang="en-US" altLang="zh-CN" sz="1400" dirty="0"/>
                        <a:t>-3</a:t>
                      </a:r>
                      <a:endParaRPr lang="zh-CN" altLang="en-US" sz="1400" dirty="0"/>
                    </a:p>
                  </a:txBody>
                  <a:tcPr anchor="ctr"/>
                </a:tc>
                <a:tc>
                  <a:txBody>
                    <a:bodyPr/>
                    <a:lstStyle/>
                    <a:p>
                      <a:pPr algn="ctr"/>
                      <a:r>
                        <a:rPr lang="en-US" altLang="zh-CN" sz="1400" dirty="0"/>
                        <a:t>-3</a:t>
                      </a:r>
                      <a:endParaRPr lang="zh-CN" altLang="en-US" sz="1400" dirty="0"/>
                    </a:p>
                  </a:txBody>
                  <a:tcPr anchor="ctr"/>
                </a:tc>
                <a:tc>
                  <a:txBody>
                    <a:bodyPr/>
                    <a:lstStyle/>
                    <a:p>
                      <a:pPr algn="ctr"/>
                      <a:r>
                        <a:rPr lang="en-US" altLang="zh-CN" sz="1400" dirty="0"/>
                        <a:t>-3</a:t>
                      </a:r>
                      <a:endParaRPr lang="zh-CN" altLang="en-US" sz="1400" dirty="0"/>
                    </a:p>
                  </a:txBody>
                  <a:tcPr anchor="ctr"/>
                </a:tc>
                <a:extLst>
                  <a:ext uri="{0D108BD9-81ED-4DB2-BD59-A6C34878D82A}">
                    <a16:rowId xmlns:a16="http://schemas.microsoft.com/office/drawing/2014/main" val="10002"/>
                  </a:ext>
                </a:extLst>
              </a:tr>
            </a:tbl>
          </a:graphicData>
        </a:graphic>
      </p:graphicFrame>
      <p:sp>
        <p:nvSpPr>
          <p:cNvPr id="1049502" name="TextBox 6"/>
          <p:cNvSpPr txBox="1">
            <a:spLocks noRot="1" noChangeAspect="1" noMove="1" noResize="1" noEditPoints="1" noAdjustHandles="1" noChangeArrowheads="1" noChangeShapeType="1" noTextEdit="1"/>
          </p:cNvSpPr>
          <p:nvPr/>
        </p:nvSpPr>
        <p:spPr>
          <a:xfrm>
            <a:off x="2280961" y="3645024"/>
            <a:ext cx="515910" cy="400110"/>
          </a:xfrm>
          <a:prstGeom prst="rect">
            <a:avLst/>
          </a:prstGeom>
          <a:blipFill>
            <a:blip r:embed="rId2"/>
            <a:stretch>
              <a:fillRect b="-3030"/>
            </a:stretch>
          </a:blipFill>
        </p:spPr>
        <p:txBody>
          <a:bodyPr/>
          <a:lstStyle/>
          <a:p>
            <a:r>
              <a:rPr lang="zh-CN" altLang="en-US">
                <a:noFill/>
              </a:rPr>
              <a:t> </a:t>
            </a:r>
          </a:p>
        </p:txBody>
      </p:sp>
      <p:graphicFrame>
        <p:nvGraphicFramePr>
          <p:cNvPr id="4194343" name="表格 3"/>
          <p:cNvGraphicFramePr>
            <a:graphicFrameLocks noGrp="1"/>
          </p:cNvGraphicFramePr>
          <p:nvPr/>
        </p:nvGraphicFramePr>
        <p:xfrm>
          <a:off x="4075661" y="1988841"/>
          <a:ext cx="1872207" cy="1656183"/>
        </p:xfrm>
        <a:graphic>
          <a:graphicData uri="http://schemas.openxmlformats.org/drawingml/2006/table">
            <a:tbl>
              <a:tblPr firstRow="1" bandRow="1">
                <a:tableStyleId>{16D9F66E-5EB9-4882-86FB-DCBF35E3C3E4}</a:tableStyleId>
              </a:tblPr>
              <a:tblGrid>
                <a:gridCol w="624069">
                  <a:extLst>
                    <a:ext uri="{9D8B030D-6E8A-4147-A177-3AD203B41FA5}">
                      <a16:colId xmlns:a16="http://schemas.microsoft.com/office/drawing/2014/main" val="20000"/>
                    </a:ext>
                  </a:extLst>
                </a:gridCol>
                <a:gridCol w="624069">
                  <a:extLst>
                    <a:ext uri="{9D8B030D-6E8A-4147-A177-3AD203B41FA5}">
                      <a16:colId xmlns:a16="http://schemas.microsoft.com/office/drawing/2014/main" val="20001"/>
                    </a:ext>
                  </a:extLst>
                </a:gridCol>
                <a:gridCol w="624069">
                  <a:extLst>
                    <a:ext uri="{9D8B030D-6E8A-4147-A177-3AD203B41FA5}">
                      <a16:colId xmlns:a16="http://schemas.microsoft.com/office/drawing/2014/main" val="20002"/>
                    </a:ext>
                  </a:extLst>
                </a:gridCol>
              </a:tblGrid>
              <a:tr h="552061">
                <a:tc>
                  <a:txBody>
                    <a:bodyPr/>
                    <a:lstStyle/>
                    <a:p>
                      <a:pPr algn="ctr"/>
                      <a:r>
                        <a:rPr lang="en-US" altLang="zh-CN" sz="1400" b="0" dirty="0"/>
                        <a:t>-3</a:t>
                      </a:r>
                      <a:endParaRPr lang="zh-CN" altLang="en-US" sz="1400" b="0" dirty="0"/>
                    </a:p>
                  </a:txBody>
                  <a:tcPr anchor="ctr"/>
                </a:tc>
                <a:tc>
                  <a:txBody>
                    <a:bodyPr/>
                    <a:lstStyle/>
                    <a:p>
                      <a:pPr algn="ctr"/>
                      <a:r>
                        <a:rPr lang="en-US" altLang="zh-CN" sz="1400" b="0" dirty="0"/>
                        <a:t>5</a:t>
                      </a:r>
                      <a:endParaRPr lang="zh-CN" altLang="en-US" sz="1400" b="0" dirty="0"/>
                    </a:p>
                  </a:txBody>
                  <a:tcPr anchor="ctr"/>
                </a:tc>
                <a:tc>
                  <a:txBody>
                    <a:bodyPr/>
                    <a:lstStyle/>
                    <a:p>
                      <a:pPr algn="ctr"/>
                      <a:r>
                        <a:rPr lang="en-US" altLang="zh-CN" sz="1400" b="0" dirty="0"/>
                        <a:t>5</a:t>
                      </a:r>
                      <a:endParaRPr lang="zh-CN" altLang="en-US" sz="1400" b="0" dirty="0"/>
                    </a:p>
                  </a:txBody>
                  <a:tcPr anchor="ctr"/>
                </a:tc>
                <a:extLst>
                  <a:ext uri="{0D108BD9-81ED-4DB2-BD59-A6C34878D82A}">
                    <a16:rowId xmlns:a16="http://schemas.microsoft.com/office/drawing/2014/main" val="10000"/>
                  </a:ext>
                </a:extLst>
              </a:tr>
              <a:tr h="552061">
                <a:tc>
                  <a:txBody>
                    <a:bodyPr/>
                    <a:lstStyle/>
                    <a:p>
                      <a:pPr algn="ctr"/>
                      <a:r>
                        <a:rPr lang="en-US" altLang="zh-CN" sz="1400" dirty="0"/>
                        <a:t>-3</a:t>
                      </a:r>
                      <a:endParaRPr lang="zh-CN" altLang="en-US" sz="1400" dirty="0"/>
                    </a:p>
                  </a:txBody>
                  <a:tcPr anchor="ctr"/>
                </a:tc>
                <a:tc>
                  <a:txBody>
                    <a:bodyPr/>
                    <a:lstStyle/>
                    <a:p>
                      <a:pPr algn="ctr"/>
                      <a:r>
                        <a:rPr lang="en-US" altLang="zh-CN" sz="1400" dirty="0"/>
                        <a:t>0</a:t>
                      </a:r>
                      <a:endParaRPr lang="zh-CN" altLang="en-US" sz="1400" dirty="0"/>
                    </a:p>
                  </a:txBody>
                  <a:tcPr anchor="ctr"/>
                </a:tc>
                <a:tc>
                  <a:txBody>
                    <a:bodyPr/>
                    <a:lstStyle/>
                    <a:p>
                      <a:pPr algn="ctr"/>
                      <a:r>
                        <a:rPr lang="en-US" altLang="zh-CN" sz="1400" dirty="0"/>
                        <a:t>5</a:t>
                      </a:r>
                      <a:endParaRPr lang="zh-CN" altLang="en-US" sz="1400" dirty="0"/>
                    </a:p>
                  </a:txBody>
                  <a:tcPr anchor="ctr"/>
                </a:tc>
                <a:extLst>
                  <a:ext uri="{0D108BD9-81ED-4DB2-BD59-A6C34878D82A}">
                    <a16:rowId xmlns:a16="http://schemas.microsoft.com/office/drawing/2014/main" val="10001"/>
                  </a:ext>
                </a:extLst>
              </a:tr>
              <a:tr h="552061">
                <a:tc>
                  <a:txBody>
                    <a:bodyPr/>
                    <a:lstStyle/>
                    <a:p>
                      <a:pPr algn="ctr"/>
                      <a:r>
                        <a:rPr lang="en-US" altLang="zh-CN" sz="1400" dirty="0"/>
                        <a:t>-3</a:t>
                      </a:r>
                      <a:endParaRPr lang="zh-CN" altLang="en-US" sz="1400" dirty="0"/>
                    </a:p>
                  </a:txBody>
                  <a:tcPr anchor="ctr"/>
                </a:tc>
                <a:tc>
                  <a:txBody>
                    <a:bodyPr/>
                    <a:lstStyle/>
                    <a:p>
                      <a:pPr algn="ctr"/>
                      <a:r>
                        <a:rPr lang="en-US" altLang="zh-CN" sz="1400" dirty="0"/>
                        <a:t>-3</a:t>
                      </a:r>
                      <a:endParaRPr lang="zh-CN" altLang="en-US" sz="1400" dirty="0"/>
                    </a:p>
                  </a:txBody>
                  <a:tcPr anchor="ctr"/>
                </a:tc>
                <a:tc>
                  <a:txBody>
                    <a:bodyPr/>
                    <a:lstStyle/>
                    <a:p>
                      <a:pPr algn="ctr"/>
                      <a:r>
                        <a:rPr lang="en-US" altLang="zh-CN" sz="1400" dirty="0"/>
                        <a:t>-3</a:t>
                      </a:r>
                      <a:endParaRPr lang="zh-CN" altLang="en-US" sz="1400" dirty="0"/>
                    </a:p>
                  </a:txBody>
                  <a:tcPr anchor="ctr"/>
                </a:tc>
                <a:extLst>
                  <a:ext uri="{0D108BD9-81ED-4DB2-BD59-A6C34878D82A}">
                    <a16:rowId xmlns:a16="http://schemas.microsoft.com/office/drawing/2014/main" val="10002"/>
                  </a:ext>
                </a:extLst>
              </a:tr>
            </a:tbl>
          </a:graphicData>
        </a:graphic>
      </p:graphicFrame>
      <p:sp>
        <p:nvSpPr>
          <p:cNvPr id="1049503" name="TextBox 21"/>
          <p:cNvSpPr txBox="1">
            <a:spLocks noRot="1" noChangeAspect="1" noMove="1" noResize="1" noEditPoints="1" noAdjustHandles="1" noChangeArrowheads="1" noChangeShapeType="1" noTextEdit="1"/>
          </p:cNvSpPr>
          <p:nvPr/>
        </p:nvSpPr>
        <p:spPr>
          <a:xfrm>
            <a:off x="4794745" y="3657167"/>
            <a:ext cx="509948" cy="400110"/>
          </a:xfrm>
          <a:prstGeom prst="rect">
            <a:avLst/>
          </a:prstGeom>
          <a:blipFill>
            <a:blip r:embed="rId3"/>
            <a:stretch>
              <a:fillRect b="-1515"/>
            </a:stretch>
          </a:blipFill>
        </p:spPr>
        <p:txBody>
          <a:bodyPr/>
          <a:lstStyle/>
          <a:p>
            <a:r>
              <a:rPr lang="zh-CN" altLang="en-US">
                <a:noFill/>
              </a:rPr>
              <a:t> </a:t>
            </a:r>
          </a:p>
        </p:txBody>
      </p:sp>
      <p:graphicFrame>
        <p:nvGraphicFramePr>
          <p:cNvPr id="4194344" name="表格 3"/>
          <p:cNvGraphicFramePr>
            <a:graphicFrameLocks noGrp="1"/>
          </p:cNvGraphicFramePr>
          <p:nvPr/>
        </p:nvGraphicFramePr>
        <p:xfrm>
          <a:off x="6589446" y="2013126"/>
          <a:ext cx="1872207" cy="1656183"/>
        </p:xfrm>
        <a:graphic>
          <a:graphicData uri="http://schemas.openxmlformats.org/drawingml/2006/table">
            <a:tbl>
              <a:tblPr firstRow="1" bandRow="1">
                <a:tableStyleId>{16D9F66E-5EB9-4882-86FB-DCBF35E3C3E4}</a:tableStyleId>
              </a:tblPr>
              <a:tblGrid>
                <a:gridCol w="624069">
                  <a:extLst>
                    <a:ext uri="{9D8B030D-6E8A-4147-A177-3AD203B41FA5}">
                      <a16:colId xmlns:a16="http://schemas.microsoft.com/office/drawing/2014/main" val="20000"/>
                    </a:ext>
                  </a:extLst>
                </a:gridCol>
                <a:gridCol w="624069">
                  <a:extLst>
                    <a:ext uri="{9D8B030D-6E8A-4147-A177-3AD203B41FA5}">
                      <a16:colId xmlns:a16="http://schemas.microsoft.com/office/drawing/2014/main" val="20001"/>
                    </a:ext>
                  </a:extLst>
                </a:gridCol>
                <a:gridCol w="624069">
                  <a:extLst>
                    <a:ext uri="{9D8B030D-6E8A-4147-A177-3AD203B41FA5}">
                      <a16:colId xmlns:a16="http://schemas.microsoft.com/office/drawing/2014/main" val="20002"/>
                    </a:ext>
                  </a:extLst>
                </a:gridCol>
              </a:tblGrid>
              <a:tr h="552061">
                <a:tc>
                  <a:txBody>
                    <a:bodyPr/>
                    <a:lstStyle/>
                    <a:p>
                      <a:pPr algn="ctr"/>
                      <a:r>
                        <a:rPr lang="en-US" altLang="zh-CN" sz="1400" b="0" dirty="0"/>
                        <a:t>-3</a:t>
                      </a:r>
                      <a:endParaRPr lang="zh-CN" altLang="en-US" sz="1400" b="0" dirty="0"/>
                    </a:p>
                  </a:txBody>
                  <a:tcPr anchor="ctr"/>
                </a:tc>
                <a:tc>
                  <a:txBody>
                    <a:bodyPr/>
                    <a:lstStyle/>
                    <a:p>
                      <a:pPr algn="ctr"/>
                      <a:r>
                        <a:rPr lang="en-US" altLang="zh-CN" sz="1400" b="0" dirty="0"/>
                        <a:t>-3</a:t>
                      </a:r>
                      <a:endParaRPr lang="zh-CN" altLang="en-US" sz="1400" b="0" dirty="0"/>
                    </a:p>
                  </a:txBody>
                  <a:tcPr anchor="ctr"/>
                </a:tc>
                <a:tc>
                  <a:txBody>
                    <a:bodyPr/>
                    <a:lstStyle/>
                    <a:p>
                      <a:pPr algn="ctr"/>
                      <a:r>
                        <a:rPr lang="en-US" altLang="zh-CN" sz="1400" b="0" dirty="0"/>
                        <a:t>5</a:t>
                      </a:r>
                      <a:endParaRPr lang="zh-CN" altLang="en-US" sz="1400" b="0" dirty="0"/>
                    </a:p>
                  </a:txBody>
                  <a:tcPr anchor="ctr"/>
                </a:tc>
                <a:extLst>
                  <a:ext uri="{0D108BD9-81ED-4DB2-BD59-A6C34878D82A}">
                    <a16:rowId xmlns:a16="http://schemas.microsoft.com/office/drawing/2014/main" val="10000"/>
                  </a:ext>
                </a:extLst>
              </a:tr>
              <a:tr h="552061">
                <a:tc>
                  <a:txBody>
                    <a:bodyPr/>
                    <a:lstStyle/>
                    <a:p>
                      <a:pPr algn="ctr"/>
                      <a:r>
                        <a:rPr lang="en-US" altLang="zh-CN" sz="1400" dirty="0"/>
                        <a:t>-3</a:t>
                      </a:r>
                      <a:endParaRPr lang="zh-CN" altLang="en-US" sz="1400" dirty="0"/>
                    </a:p>
                  </a:txBody>
                  <a:tcPr anchor="ctr"/>
                </a:tc>
                <a:tc>
                  <a:txBody>
                    <a:bodyPr/>
                    <a:lstStyle/>
                    <a:p>
                      <a:pPr algn="ctr"/>
                      <a:r>
                        <a:rPr lang="en-US" altLang="zh-CN" sz="1400" dirty="0"/>
                        <a:t>0</a:t>
                      </a:r>
                      <a:endParaRPr lang="zh-CN" altLang="en-US" sz="1400" dirty="0"/>
                    </a:p>
                  </a:txBody>
                  <a:tcPr anchor="ctr"/>
                </a:tc>
                <a:tc>
                  <a:txBody>
                    <a:bodyPr/>
                    <a:lstStyle/>
                    <a:p>
                      <a:pPr algn="ctr"/>
                      <a:r>
                        <a:rPr lang="en-US" altLang="zh-CN" sz="1400" dirty="0"/>
                        <a:t>5</a:t>
                      </a:r>
                      <a:endParaRPr lang="zh-CN" altLang="en-US" sz="1400" dirty="0"/>
                    </a:p>
                  </a:txBody>
                  <a:tcPr anchor="ctr"/>
                </a:tc>
                <a:extLst>
                  <a:ext uri="{0D108BD9-81ED-4DB2-BD59-A6C34878D82A}">
                    <a16:rowId xmlns:a16="http://schemas.microsoft.com/office/drawing/2014/main" val="10001"/>
                  </a:ext>
                </a:extLst>
              </a:tr>
              <a:tr h="552061">
                <a:tc>
                  <a:txBody>
                    <a:bodyPr/>
                    <a:lstStyle/>
                    <a:p>
                      <a:pPr algn="ctr"/>
                      <a:r>
                        <a:rPr lang="en-US" altLang="zh-CN" sz="1400" dirty="0"/>
                        <a:t>-3</a:t>
                      </a:r>
                      <a:endParaRPr lang="zh-CN" altLang="en-US" sz="1400" dirty="0"/>
                    </a:p>
                  </a:txBody>
                  <a:tcPr anchor="ctr"/>
                </a:tc>
                <a:tc>
                  <a:txBody>
                    <a:bodyPr/>
                    <a:lstStyle/>
                    <a:p>
                      <a:pPr algn="ctr"/>
                      <a:r>
                        <a:rPr lang="en-US" altLang="zh-CN" sz="1400" dirty="0"/>
                        <a:t>-3</a:t>
                      </a:r>
                      <a:endParaRPr lang="zh-CN" altLang="en-US" sz="1400" dirty="0"/>
                    </a:p>
                  </a:txBody>
                  <a:tcPr anchor="ctr"/>
                </a:tc>
                <a:tc>
                  <a:txBody>
                    <a:bodyPr/>
                    <a:lstStyle/>
                    <a:p>
                      <a:pPr algn="ctr"/>
                      <a:r>
                        <a:rPr lang="en-US" altLang="zh-CN" sz="1400" dirty="0"/>
                        <a:t>5</a:t>
                      </a:r>
                      <a:endParaRPr lang="zh-CN" altLang="en-US" sz="1400" dirty="0"/>
                    </a:p>
                  </a:txBody>
                  <a:tcPr anchor="ctr"/>
                </a:tc>
                <a:extLst>
                  <a:ext uri="{0D108BD9-81ED-4DB2-BD59-A6C34878D82A}">
                    <a16:rowId xmlns:a16="http://schemas.microsoft.com/office/drawing/2014/main" val="10002"/>
                  </a:ext>
                </a:extLst>
              </a:tr>
            </a:tbl>
          </a:graphicData>
        </a:graphic>
      </p:graphicFrame>
      <p:sp>
        <p:nvSpPr>
          <p:cNvPr id="1049504" name="TextBox 24"/>
          <p:cNvSpPr txBox="1">
            <a:spLocks noRot="1" noChangeAspect="1" noMove="1" noResize="1" noEditPoints="1" noAdjustHandles="1" noChangeArrowheads="1" noChangeShapeType="1" noTextEdit="1"/>
          </p:cNvSpPr>
          <p:nvPr/>
        </p:nvSpPr>
        <p:spPr>
          <a:xfrm>
            <a:off x="7308530" y="3681452"/>
            <a:ext cx="515910" cy="400110"/>
          </a:xfrm>
          <a:prstGeom prst="rect">
            <a:avLst/>
          </a:prstGeom>
          <a:blipFill>
            <a:blip r:embed="rId4"/>
            <a:stretch>
              <a:fillRect b="-3030"/>
            </a:stretch>
          </a:blipFill>
        </p:spPr>
        <p:txBody>
          <a:bodyPr/>
          <a:lstStyle/>
          <a:p>
            <a:r>
              <a:rPr lang="zh-CN" altLang="en-US">
                <a:noFill/>
              </a:rPr>
              <a:t> </a:t>
            </a:r>
          </a:p>
        </p:txBody>
      </p:sp>
      <p:graphicFrame>
        <p:nvGraphicFramePr>
          <p:cNvPr id="4194345" name="表格 3"/>
          <p:cNvGraphicFramePr>
            <a:graphicFrameLocks noGrp="1"/>
          </p:cNvGraphicFramePr>
          <p:nvPr/>
        </p:nvGraphicFramePr>
        <p:xfrm>
          <a:off x="9122718" y="2013127"/>
          <a:ext cx="1872207" cy="1656183"/>
        </p:xfrm>
        <a:graphic>
          <a:graphicData uri="http://schemas.openxmlformats.org/drawingml/2006/table">
            <a:tbl>
              <a:tblPr firstRow="1" bandRow="1">
                <a:tableStyleId>{16D9F66E-5EB9-4882-86FB-DCBF35E3C3E4}</a:tableStyleId>
              </a:tblPr>
              <a:tblGrid>
                <a:gridCol w="624069">
                  <a:extLst>
                    <a:ext uri="{9D8B030D-6E8A-4147-A177-3AD203B41FA5}">
                      <a16:colId xmlns:a16="http://schemas.microsoft.com/office/drawing/2014/main" val="20000"/>
                    </a:ext>
                  </a:extLst>
                </a:gridCol>
                <a:gridCol w="624069">
                  <a:extLst>
                    <a:ext uri="{9D8B030D-6E8A-4147-A177-3AD203B41FA5}">
                      <a16:colId xmlns:a16="http://schemas.microsoft.com/office/drawing/2014/main" val="20001"/>
                    </a:ext>
                  </a:extLst>
                </a:gridCol>
                <a:gridCol w="624069">
                  <a:extLst>
                    <a:ext uri="{9D8B030D-6E8A-4147-A177-3AD203B41FA5}">
                      <a16:colId xmlns:a16="http://schemas.microsoft.com/office/drawing/2014/main" val="20002"/>
                    </a:ext>
                  </a:extLst>
                </a:gridCol>
              </a:tblGrid>
              <a:tr h="552061">
                <a:tc>
                  <a:txBody>
                    <a:bodyPr/>
                    <a:lstStyle/>
                    <a:p>
                      <a:pPr algn="ctr"/>
                      <a:r>
                        <a:rPr lang="en-US" altLang="zh-CN" sz="1400" b="0" dirty="0"/>
                        <a:t>-3</a:t>
                      </a:r>
                      <a:endParaRPr lang="zh-CN" altLang="en-US" sz="1400" b="0" dirty="0"/>
                    </a:p>
                  </a:txBody>
                  <a:tcPr anchor="ctr"/>
                </a:tc>
                <a:tc>
                  <a:txBody>
                    <a:bodyPr/>
                    <a:lstStyle/>
                    <a:p>
                      <a:pPr algn="ctr"/>
                      <a:r>
                        <a:rPr lang="en-US" altLang="zh-CN" sz="1400" b="0" dirty="0"/>
                        <a:t>-3</a:t>
                      </a:r>
                      <a:endParaRPr lang="zh-CN" altLang="en-US" sz="1400" b="0" dirty="0"/>
                    </a:p>
                  </a:txBody>
                  <a:tcPr anchor="ctr"/>
                </a:tc>
                <a:tc>
                  <a:txBody>
                    <a:bodyPr/>
                    <a:lstStyle/>
                    <a:p>
                      <a:pPr algn="ctr"/>
                      <a:r>
                        <a:rPr lang="en-US" altLang="zh-CN" sz="1400" b="0" dirty="0"/>
                        <a:t>-3</a:t>
                      </a:r>
                      <a:endParaRPr lang="zh-CN" altLang="en-US" sz="1400" b="0" dirty="0"/>
                    </a:p>
                  </a:txBody>
                  <a:tcPr anchor="ctr"/>
                </a:tc>
                <a:extLst>
                  <a:ext uri="{0D108BD9-81ED-4DB2-BD59-A6C34878D82A}">
                    <a16:rowId xmlns:a16="http://schemas.microsoft.com/office/drawing/2014/main" val="10000"/>
                  </a:ext>
                </a:extLst>
              </a:tr>
              <a:tr h="552061">
                <a:tc>
                  <a:txBody>
                    <a:bodyPr/>
                    <a:lstStyle/>
                    <a:p>
                      <a:pPr algn="ctr"/>
                      <a:r>
                        <a:rPr lang="en-US" altLang="zh-CN" sz="1400" dirty="0"/>
                        <a:t>-3</a:t>
                      </a:r>
                      <a:endParaRPr lang="zh-CN" altLang="en-US" sz="1400" dirty="0"/>
                    </a:p>
                  </a:txBody>
                  <a:tcPr anchor="ctr"/>
                </a:tc>
                <a:tc>
                  <a:txBody>
                    <a:bodyPr/>
                    <a:lstStyle/>
                    <a:p>
                      <a:pPr algn="ctr"/>
                      <a:r>
                        <a:rPr lang="en-US" altLang="zh-CN" sz="1400" dirty="0"/>
                        <a:t>0</a:t>
                      </a:r>
                      <a:endParaRPr lang="zh-CN" altLang="en-US" sz="1400" dirty="0"/>
                    </a:p>
                  </a:txBody>
                  <a:tcPr anchor="ctr"/>
                </a:tc>
                <a:tc>
                  <a:txBody>
                    <a:bodyPr/>
                    <a:lstStyle/>
                    <a:p>
                      <a:pPr algn="ctr"/>
                      <a:r>
                        <a:rPr lang="en-US" altLang="zh-CN" sz="1400" dirty="0"/>
                        <a:t>5</a:t>
                      </a:r>
                      <a:endParaRPr lang="zh-CN" altLang="en-US" sz="1400" dirty="0"/>
                    </a:p>
                  </a:txBody>
                  <a:tcPr anchor="ctr"/>
                </a:tc>
                <a:extLst>
                  <a:ext uri="{0D108BD9-81ED-4DB2-BD59-A6C34878D82A}">
                    <a16:rowId xmlns:a16="http://schemas.microsoft.com/office/drawing/2014/main" val="10001"/>
                  </a:ext>
                </a:extLst>
              </a:tr>
              <a:tr h="552061">
                <a:tc>
                  <a:txBody>
                    <a:bodyPr/>
                    <a:lstStyle/>
                    <a:p>
                      <a:pPr algn="ctr"/>
                      <a:r>
                        <a:rPr lang="en-US" altLang="zh-CN" sz="1400" dirty="0"/>
                        <a:t>-3</a:t>
                      </a:r>
                      <a:endParaRPr lang="zh-CN" altLang="en-US" sz="1400" dirty="0"/>
                    </a:p>
                  </a:txBody>
                  <a:tcPr anchor="ctr"/>
                </a:tc>
                <a:tc>
                  <a:txBody>
                    <a:bodyPr/>
                    <a:lstStyle/>
                    <a:p>
                      <a:pPr algn="ctr"/>
                      <a:r>
                        <a:rPr lang="en-US" altLang="zh-CN" sz="1400" dirty="0"/>
                        <a:t>5</a:t>
                      </a:r>
                      <a:endParaRPr lang="zh-CN" altLang="en-US" sz="1400" dirty="0"/>
                    </a:p>
                  </a:txBody>
                  <a:tcPr anchor="ctr"/>
                </a:tc>
                <a:tc>
                  <a:txBody>
                    <a:bodyPr/>
                    <a:lstStyle/>
                    <a:p>
                      <a:pPr algn="ctr"/>
                      <a:r>
                        <a:rPr lang="en-US" altLang="zh-CN" sz="1400" dirty="0"/>
                        <a:t>5</a:t>
                      </a:r>
                      <a:endParaRPr lang="zh-CN" altLang="en-US" sz="1400" dirty="0"/>
                    </a:p>
                  </a:txBody>
                  <a:tcPr anchor="ctr"/>
                </a:tc>
                <a:extLst>
                  <a:ext uri="{0D108BD9-81ED-4DB2-BD59-A6C34878D82A}">
                    <a16:rowId xmlns:a16="http://schemas.microsoft.com/office/drawing/2014/main" val="10002"/>
                  </a:ext>
                </a:extLst>
              </a:tr>
            </a:tbl>
          </a:graphicData>
        </a:graphic>
      </p:graphicFrame>
      <p:sp>
        <p:nvSpPr>
          <p:cNvPr id="1049505" name="TextBox 27"/>
          <p:cNvSpPr txBox="1">
            <a:spLocks noRot="1" noChangeAspect="1" noMove="1" noResize="1" noEditPoints="1" noAdjustHandles="1" noChangeArrowheads="1" noChangeShapeType="1" noTextEdit="1"/>
          </p:cNvSpPr>
          <p:nvPr/>
        </p:nvSpPr>
        <p:spPr>
          <a:xfrm>
            <a:off x="9841802" y="3681453"/>
            <a:ext cx="515910" cy="400110"/>
          </a:xfrm>
          <a:prstGeom prst="rect">
            <a:avLst/>
          </a:prstGeom>
          <a:blipFill>
            <a:blip r:embed="rId5"/>
            <a:stretch>
              <a:fillRect b="-3030"/>
            </a:stretch>
          </a:blipFill>
        </p:spPr>
        <p:txBody>
          <a:bodyPr/>
          <a:lstStyle/>
          <a:p>
            <a:r>
              <a:rPr lang="zh-CN" altLang="en-US">
                <a:noFill/>
              </a:rPr>
              <a:t> </a:t>
            </a:r>
          </a:p>
        </p:txBody>
      </p:sp>
      <p:graphicFrame>
        <p:nvGraphicFramePr>
          <p:cNvPr id="4194346" name="表格 3"/>
          <p:cNvGraphicFramePr>
            <a:graphicFrameLocks noGrp="1"/>
          </p:cNvGraphicFramePr>
          <p:nvPr/>
        </p:nvGraphicFramePr>
        <p:xfrm>
          <a:off x="1561877" y="4256668"/>
          <a:ext cx="1872207" cy="1656183"/>
        </p:xfrm>
        <a:graphic>
          <a:graphicData uri="http://schemas.openxmlformats.org/drawingml/2006/table">
            <a:tbl>
              <a:tblPr firstRow="1" bandRow="1">
                <a:tableStyleId>{16D9F66E-5EB9-4882-86FB-DCBF35E3C3E4}</a:tableStyleId>
              </a:tblPr>
              <a:tblGrid>
                <a:gridCol w="624069">
                  <a:extLst>
                    <a:ext uri="{9D8B030D-6E8A-4147-A177-3AD203B41FA5}">
                      <a16:colId xmlns:a16="http://schemas.microsoft.com/office/drawing/2014/main" val="20000"/>
                    </a:ext>
                  </a:extLst>
                </a:gridCol>
                <a:gridCol w="624069">
                  <a:extLst>
                    <a:ext uri="{9D8B030D-6E8A-4147-A177-3AD203B41FA5}">
                      <a16:colId xmlns:a16="http://schemas.microsoft.com/office/drawing/2014/main" val="20001"/>
                    </a:ext>
                  </a:extLst>
                </a:gridCol>
                <a:gridCol w="624069">
                  <a:extLst>
                    <a:ext uri="{9D8B030D-6E8A-4147-A177-3AD203B41FA5}">
                      <a16:colId xmlns:a16="http://schemas.microsoft.com/office/drawing/2014/main" val="20002"/>
                    </a:ext>
                  </a:extLst>
                </a:gridCol>
              </a:tblGrid>
              <a:tr h="552061">
                <a:tc>
                  <a:txBody>
                    <a:bodyPr/>
                    <a:lstStyle/>
                    <a:p>
                      <a:pPr algn="ctr"/>
                      <a:r>
                        <a:rPr lang="en-US" altLang="zh-CN" sz="1400" b="0" dirty="0"/>
                        <a:t>-3</a:t>
                      </a:r>
                      <a:endParaRPr lang="zh-CN" altLang="en-US" sz="1400" b="0" dirty="0"/>
                    </a:p>
                  </a:txBody>
                  <a:tcPr anchor="ctr"/>
                </a:tc>
                <a:tc>
                  <a:txBody>
                    <a:bodyPr/>
                    <a:lstStyle/>
                    <a:p>
                      <a:pPr algn="ctr"/>
                      <a:r>
                        <a:rPr lang="en-US" altLang="zh-CN" sz="1400" b="0" dirty="0"/>
                        <a:t>-3</a:t>
                      </a:r>
                      <a:endParaRPr lang="zh-CN" altLang="en-US" sz="1400" b="0" dirty="0"/>
                    </a:p>
                  </a:txBody>
                  <a:tcPr anchor="ctr"/>
                </a:tc>
                <a:tc>
                  <a:txBody>
                    <a:bodyPr/>
                    <a:lstStyle/>
                    <a:p>
                      <a:pPr algn="ctr"/>
                      <a:r>
                        <a:rPr lang="en-US" altLang="zh-CN" sz="1400" b="0" dirty="0"/>
                        <a:t>-3</a:t>
                      </a:r>
                      <a:endParaRPr lang="zh-CN" altLang="en-US" sz="1400" b="0" dirty="0"/>
                    </a:p>
                  </a:txBody>
                  <a:tcPr anchor="ctr"/>
                </a:tc>
                <a:extLst>
                  <a:ext uri="{0D108BD9-81ED-4DB2-BD59-A6C34878D82A}">
                    <a16:rowId xmlns:a16="http://schemas.microsoft.com/office/drawing/2014/main" val="10000"/>
                  </a:ext>
                </a:extLst>
              </a:tr>
              <a:tr h="552061">
                <a:tc>
                  <a:txBody>
                    <a:bodyPr/>
                    <a:lstStyle/>
                    <a:p>
                      <a:pPr algn="ctr"/>
                      <a:r>
                        <a:rPr lang="en-US" altLang="zh-CN" sz="1400" dirty="0"/>
                        <a:t>-3</a:t>
                      </a:r>
                      <a:endParaRPr lang="zh-CN" altLang="en-US" sz="1400" dirty="0"/>
                    </a:p>
                  </a:txBody>
                  <a:tcPr anchor="ctr"/>
                </a:tc>
                <a:tc>
                  <a:txBody>
                    <a:bodyPr/>
                    <a:lstStyle/>
                    <a:p>
                      <a:pPr algn="ctr"/>
                      <a:r>
                        <a:rPr lang="en-US" altLang="zh-CN" sz="1400" dirty="0"/>
                        <a:t>0</a:t>
                      </a:r>
                      <a:endParaRPr lang="zh-CN" altLang="en-US" sz="1400" dirty="0"/>
                    </a:p>
                  </a:txBody>
                  <a:tcPr anchor="ctr"/>
                </a:tc>
                <a:tc>
                  <a:txBody>
                    <a:bodyPr/>
                    <a:lstStyle/>
                    <a:p>
                      <a:pPr algn="ctr"/>
                      <a:r>
                        <a:rPr lang="en-US" altLang="zh-CN" sz="1400" dirty="0"/>
                        <a:t>-3</a:t>
                      </a:r>
                      <a:endParaRPr lang="zh-CN" altLang="en-US" sz="1400" dirty="0"/>
                    </a:p>
                  </a:txBody>
                  <a:tcPr anchor="ctr"/>
                </a:tc>
                <a:extLst>
                  <a:ext uri="{0D108BD9-81ED-4DB2-BD59-A6C34878D82A}">
                    <a16:rowId xmlns:a16="http://schemas.microsoft.com/office/drawing/2014/main" val="10001"/>
                  </a:ext>
                </a:extLst>
              </a:tr>
              <a:tr h="552061">
                <a:tc>
                  <a:txBody>
                    <a:bodyPr/>
                    <a:lstStyle/>
                    <a:p>
                      <a:pPr algn="ctr"/>
                      <a:r>
                        <a:rPr lang="en-US" altLang="zh-CN" sz="1400" dirty="0"/>
                        <a:t>5</a:t>
                      </a:r>
                      <a:endParaRPr lang="zh-CN" altLang="en-US" sz="1400" dirty="0"/>
                    </a:p>
                  </a:txBody>
                  <a:tcPr anchor="ctr"/>
                </a:tc>
                <a:tc>
                  <a:txBody>
                    <a:bodyPr/>
                    <a:lstStyle/>
                    <a:p>
                      <a:pPr algn="ctr"/>
                      <a:r>
                        <a:rPr lang="en-US" altLang="zh-CN" sz="1400" dirty="0"/>
                        <a:t>5</a:t>
                      </a:r>
                      <a:endParaRPr lang="zh-CN" altLang="en-US" sz="1400" dirty="0"/>
                    </a:p>
                  </a:txBody>
                  <a:tcPr anchor="ctr"/>
                </a:tc>
                <a:tc>
                  <a:txBody>
                    <a:bodyPr/>
                    <a:lstStyle/>
                    <a:p>
                      <a:pPr algn="ctr"/>
                      <a:r>
                        <a:rPr lang="en-US" altLang="zh-CN" sz="1400" dirty="0"/>
                        <a:t>5</a:t>
                      </a:r>
                      <a:endParaRPr lang="zh-CN" altLang="en-US" sz="1400" dirty="0"/>
                    </a:p>
                  </a:txBody>
                  <a:tcPr anchor="ctr"/>
                </a:tc>
                <a:extLst>
                  <a:ext uri="{0D108BD9-81ED-4DB2-BD59-A6C34878D82A}">
                    <a16:rowId xmlns:a16="http://schemas.microsoft.com/office/drawing/2014/main" val="10002"/>
                  </a:ext>
                </a:extLst>
              </a:tr>
            </a:tbl>
          </a:graphicData>
        </a:graphic>
      </p:graphicFrame>
      <p:sp>
        <p:nvSpPr>
          <p:cNvPr id="1049506" name="TextBox 33"/>
          <p:cNvSpPr txBox="1">
            <a:spLocks noRot="1" noChangeAspect="1" noMove="1" noResize="1" noEditPoints="1" noAdjustHandles="1" noChangeArrowheads="1" noChangeShapeType="1" noTextEdit="1"/>
          </p:cNvSpPr>
          <p:nvPr/>
        </p:nvSpPr>
        <p:spPr>
          <a:xfrm>
            <a:off x="2280961" y="5924994"/>
            <a:ext cx="515910" cy="400110"/>
          </a:xfrm>
          <a:prstGeom prst="rect">
            <a:avLst/>
          </a:prstGeom>
          <a:blipFill>
            <a:blip r:embed="rId6"/>
            <a:stretch>
              <a:fillRect b="-1515"/>
            </a:stretch>
          </a:blipFill>
        </p:spPr>
        <p:txBody>
          <a:bodyPr/>
          <a:lstStyle/>
          <a:p>
            <a:r>
              <a:rPr lang="zh-CN" altLang="en-US">
                <a:noFill/>
              </a:rPr>
              <a:t> </a:t>
            </a:r>
          </a:p>
        </p:txBody>
      </p:sp>
      <p:graphicFrame>
        <p:nvGraphicFramePr>
          <p:cNvPr id="4194347" name="表格 3"/>
          <p:cNvGraphicFramePr>
            <a:graphicFrameLocks noGrp="1"/>
          </p:cNvGraphicFramePr>
          <p:nvPr/>
        </p:nvGraphicFramePr>
        <p:xfrm>
          <a:off x="4075661" y="4268811"/>
          <a:ext cx="1872207" cy="1656183"/>
        </p:xfrm>
        <a:graphic>
          <a:graphicData uri="http://schemas.openxmlformats.org/drawingml/2006/table">
            <a:tbl>
              <a:tblPr firstRow="1" bandRow="1">
                <a:tableStyleId>{16D9F66E-5EB9-4882-86FB-DCBF35E3C3E4}</a:tableStyleId>
              </a:tblPr>
              <a:tblGrid>
                <a:gridCol w="624069">
                  <a:extLst>
                    <a:ext uri="{9D8B030D-6E8A-4147-A177-3AD203B41FA5}">
                      <a16:colId xmlns:a16="http://schemas.microsoft.com/office/drawing/2014/main" val="20000"/>
                    </a:ext>
                  </a:extLst>
                </a:gridCol>
                <a:gridCol w="624069">
                  <a:extLst>
                    <a:ext uri="{9D8B030D-6E8A-4147-A177-3AD203B41FA5}">
                      <a16:colId xmlns:a16="http://schemas.microsoft.com/office/drawing/2014/main" val="20001"/>
                    </a:ext>
                  </a:extLst>
                </a:gridCol>
                <a:gridCol w="624069">
                  <a:extLst>
                    <a:ext uri="{9D8B030D-6E8A-4147-A177-3AD203B41FA5}">
                      <a16:colId xmlns:a16="http://schemas.microsoft.com/office/drawing/2014/main" val="20002"/>
                    </a:ext>
                  </a:extLst>
                </a:gridCol>
              </a:tblGrid>
              <a:tr h="552061">
                <a:tc>
                  <a:txBody>
                    <a:bodyPr/>
                    <a:lstStyle/>
                    <a:p>
                      <a:pPr algn="ctr"/>
                      <a:r>
                        <a:rPr lang="en-US" altLang="zh-CN" sz="1400" b="0" dirty="0"/>
                        <a:t>-3</a:t>
                      </a:r>
                      <a:endParaRPr lang="zh-CN" altLang="en-US" sz="1400" b="0" dirty="0"/>
                    </a:p>
                  </a:txBody>
                  <a:tcPr anchor="ctr"/>
                </a:tc>
                <a:tc>
                  <a:txBody>
                    <a:bodyPr/>
                    <a:lstStyle/>
                    <a:p>
                      <a:pPr algn="ctr"/>
                      <a:r>
                        <a:rPr lang="en-US" altLang="zh-CN" sz="1400" b="0" dirty="0"/>
                        <a:t>-3</a:t>
                      </a:r>
                      <a:endParaRPr lang="zh-CN" altLang="en-US" sz="1400" b="0" dirty="0"/>
                    </a:p>
                  </a:txBody>
                  <a:tcPr anchor="ctr"/>
                </a:tc>
                <a:tc>
                  <a:txBody>
                    <a:bodyPr/>
                    <a:lstStyle/>
                    <a:p>
                      <a:pPr algn="ctr"/>
                      <a:r>
                        <a:rPr lang="en-US" altLang="zh-CN" sz="1400" b="0" dirty="0"/>
                        <a:t>-3</a:t>
                      </a:r>
                      <a:endParaRPr lang="zh-CN" altLang="en-US" sz="1400" b="0" dirty="0"/>
                    </a:p>
                  </a:txBody>
                  <a:tcPr anchor="ctr"/>
                </a:tc>
                <a:extLst>
                  <a:ext uri="{0D108BD9-81ED-4DB2-BD59-A6C34878D82A}">
                    <a16:rowId xmlns:a16="http://schemas.microsoft.com/office/drawing/2014/main" val="10000"/>
                  </a:ext>
                </a:extLst>
              </a:tr>
              <a:tr h="552061">
                <a:tc>
                  <a:txBody>
                    <a:bodyPr/>
                    <a:lstStyle/>
                    <a:p>
                      <a:pPr algn="ctr"/>
                      <a:r>
                        <a:rPr lang="en-US" altLang="zh-CN" sz="1400" dirty="0"/>
                        <a:t>5</a:t>
                      </a:r>
                      <a:endParaRPr lang="zh-CN" altLang="en-US" sz="1400" dirty="0"/>
                    </a:p>
                  </a:txBody>
                  <a:tcPr anchor="ctr"/>
                </a:tc>
                <a:tc>
                  <a:txBody>
                    <a:bodyPr/>
                    <a:lstStyle/>
                    <a:p>
                      <a:pPr algn="ctr"/>
                      <a:r>
                        <a:rPr lang="en-US" altLang="zh-CN" sz="1400" dirty="0"/>
                        <a:t>0</a:t>
                      </a:r>
                      <a:endParaRPr lang="zh-CN" altLang="en-US" sz="1400" dirty="0"/>
                    </a:p>
                  </a:txBody>
                  <a:tcPr anchor="ctr"/>
                </a:tc>
                <a:tc>
                  <a:txBody>
                    <a:bodyPr/>
                    <a:lstStyle/>
                    <a:p>
                      <a:pPr algn="ctr"/>
                      <a:r>
                        <a:rPr lang="en-US" altLang="zh-CN" sz="1400" dirty="0"/>
                        <a:t>-3</a:t>
                      </a:r>
                      <a:endParaRPr lang="zh-CN" altLang="en-US" sz="1400" dirty="0"/>
                    </a:p>
                  </a:txBody>
                  <a:tcPr anchor="ctr"/>
                </a:tc>
                <a:extLst>
                  <a:ext uri="{0D108BD9-81ED-4DB2-BD59-A6C34878D82A}">
                    <a16:rowId xmlns:a16="http://schemas.microsoft.com/office/drawing/2014/main" val="10001"/>
                  </a:ext>
                </a:extLst>
              </a:tr>
              <a:tr h="552061">
                <a:tc>
                  <a:txBody>
                    <a:bodyPr/>
                    <a:lstStyle/>
                    <a:p>
                      <a:pPr algn="ctr"/>
                      <a:r>
                        <a:rPr lang="en-US" altLang="zh-CN" sz="1400" dirty="0"/>
                        <a:t>5</a:t>
                      </a:r>
                      <a:endParaRPr lang="zh-CN" altLang="en-US" sz="1400" dirty="0"/>
                    </a:p>
                  </a:txBody>
                  <a:tcPr anchor="ctr"/>
                </a:tc>
                <a:tc>
                  <a:txBody>
                    <a:bodyPr/>
                    <a:lstStyle/>
                    <a:p>
                      <a:pPr algn="ctr"/>
                      <a:r>
                        <a:rPr lang="en-US" altLang="zh-CN" sz="1400" dirty="0"/>
                        <a:t>5</a:t>
                      </a:r>
                      <a:endParaRPr lang="zh-CN" altLang="en-US" sz="1400" dirty="0"/>
                    </a:p>
                  </a:txBody>
                  <a:tcPr anchor="ctr"/>
                </a:tc>
                <a:tc>
                  <a:txBody>
                    <a:bodyPr/>
                    <a:lstStyle/>
                    <a:p>
                      <a:pPr algn="ctr"/>
                      <a:r>
                        <a:rPr lang="en-US" altLang="zh-CN" sz="1400" dirty="0"/>
                        <a:t>-3</a:t>
                      </a:r>
                      <a:endParaRPr lang="zh-CN" altLang="en-US" sz="1400" dirty="0"/>
                    </a:p>
                  </a:txBody>
                  <a:tcPr anchor="ctr"/>
                </a:tc>
                <a:extLst>
                  <a:ext uri="{0D108BD9-81ED-4DB2-BD59-A6C34878D82A}">
                    <a16:rowId xmlns:a16="http://schemas.microsoft.com/office/drawing/2014/main" val="10002"/>
                  </a:ext>
                </a:extLst>
              </a:tr>
            </a:tbl>
          </a:graphicData>
        </a:graphic>
      </p:graphicFrame>
      <p:sp>
        <p:nvSpPr>
          <p:cNvPr id="1049507" name="TextBox 35"/>
          <p:cNvSpPr txBox="1">
            <a:spLocks noRot="1" noChangeAspect="1" noMove="1" noResize="1" noEditPoints="1" noAdjustHandles="1" noChangeArrowheads="1" noChangeShapeType="1" noTextEdit="1"/>
          </p:cNvSpPr>
          <p:nvPr/>
        </p:nvSpPr>
        <p:spPr>
          <a:xfrm>
            <a:off x="4794745" y="5937137"/>
            <a:ext cx="515910" cy="400110"/>
          </a:xfrm>
          <a:prstGeom prst="rect">
            <a:avLst/>
          </a:prstGeom>
          <a:blipFill>
            <a:blip r:embed="rId7"/>
            <a:stretch>
              <a:fillRect b="-3030"/>
            </a:stretch>
          </a:blipFill>
        </p:spPr>
        <p:txBody>
          <a:bodyPr/>
          <a:lstStyle/>
          <a:p>
            <a:r>
              <a:rPr lang="zh-CN" altLang="en-US">
                <a:noFill/>
              </a:rPr>
              <a:t> </a:t>
            </a:r>
          </a:p>
        </p:txBody>
      </p:sp>
      <p:graphicFrame>
        <p:nvGraphicFramePr>
          <p:cNvPr id="4194348" name="表格 3"/>
          <p:cNvGraphicFramePr>
            <a:graphicFrameLocks noGrp="1"/>
          </p:cNvGraphicFramePr>
          <p:nvPr/>
        </p:nvGraphicFramePr>
        <p:xfrm>
          <a:off x="6589446" y="4293096"/>
          <a:ext cx="1872207" cy="1656183"/>
        </p:xfrm>
        <a:graphic>
          <a:graphicData uri="http://schemas.openxmlformats.org/drawingml/2006/table">
            <a:tbl>
              <a:tblPr firstRow="1" bandRow="1">
                <a:tableStyleId>{16D9F66E-5EB9-4882-86FB-DCBF35E3C3E4}</a:tableStyleId>
              </a:tblPr>
              <a:tblGrid>
                <a:gridCol w="624069">
                  <a:extLst>
                    <a:ext uri="{9D8B030D-6E8A-4147-A177-3AD203B41FA5}">
                      <a16:colId xmlns:a16="http://schemas.microsoft.com/office/drawing/2014/main" val="20000"/>
                    </a:ext>
                  </a:extLst>
                </a:gridCol>
                <a:gridCol w="624069">
                  <a:extLst>
                    <a:ext uri="{9D8B030D-6E8A-4147-A177-3AD203B41FA5}">
                      <a16:colId xmlns:a16="http://schemas.microsoft.com/office/drawing/2014/main" val="20001"/>
                    </a:ext>
                  </a:extLst>
                </a:gridCol>
                <a:gridCol w="624069">
                  <a:extLst>
                    <a:ext uri="{9D8B030D-6E8A-4147-A177-3AD203B41FA5}">
                      <a16:colId xmlns:a16="http://schemas.microsoft.com/office/drawing/2014/main" val="20002"/>
                    </a:ext>
                  </a:extLst>
                </a:gridCol>
              </a:tblGrid>
              <a:tr h="552061">
                <a:tc>
                  <a:txBody>
                    <a:bodyPr/>
                    <a:lstStyle/>
                    <a:p>
                      <a:pPr algn="ctr"/>
                      <a:r>
                        <a:rPr lang="en-US" altLang="zh-CN" sz="1400" b="0" dirty="0"/>
                        <a:t>5</a:t>
                      </a:r>
                      <a:endParaRPr lang="zh-CN" altLang="en-US" sz="1400" b="0" dirty="0"/>
                    </a:p>
                  </a:txBody>
                  <a:tcPr anchor="ctr"/>
                </a:tc>
                <a:tc>
                  <a:txBody>
                    <a:bodyPr/>
                    <a:lstStyle/>
                    <a:p>
                      <a:pPr algn="ctr"/>
                      <a:r>
                        <a:rPr lang="en-US" altLang="zh-CN" sz="1400" b="0" dirty="0"/>
                        <a:t>-3</a:t>
                      </a:r>
                      <a:endParaRPr lang="zh-CN" altLang="en-US" sz="1400" b="0" dirty="0"/>
                    </a:p>
                  </a:txBody>
                  <a:tcPr anchor="ctr"/>
                </a:tc>
                <a:tc>
                  <a:txBody>
                    <a:bodyPr/>
                    <a:lstStyle/>
                    <a:p>
                      <a:pPr algn="ctr"/>
                      <a:r>
                        <a:rPr lang="en-US" altLang="zh-CN" sz="1400" b="0" dirty="0"/>
                        <a:t>-3</a:t>
                      </a:r>
                      <a:endParaRPr lang="zh-CN" altLang="en-US" sz="1400" b="0" dirty="0"/>
                    </a:p>
                  </a:txBody>
                  <a:tcPr anchor="ctr"/>
                </a:tc>
                <a:extLst>
                  <a:ext uri="{0D108BD9-81ED-4DB2-BD59-A6C34878D82A}">
                    <a16:rowId xmlns:a16="http://schemas.microsoft.com/office/drawing/2014/main" val="10000"/>
                  </a:ext>
                </a:extLst>
              </a:tr>
              <a:tr h="552061">
                <a:tc>
                  <a:txBody>
                    <a:bodyPr/>
                    <a:lstStyle/>
                    <a:p>
                      <a:pPr algn="ctr"/>
                      <a:r>
                        <a:rPr lang="en-US" altLang="zh-CN" sz="1400" dirty="0"/>
                        <a:t>5</a:t>
                      </a:r>
                      <a:endParaRPr lang="zh-CN" altLang="en-US" sz="1400" dirty="0"/>
                    </a:p>
                  </a:txBody>
                  <a:tcPr anchor="ctr"/>
                </a:tc>
                <a:tc>
                  <a:txBody>
                    <a:bodyPr/>
                    <a:lstStyle/>
                    <a:p>
                      <a:pPr algn="ctr"/>
                      <a:r>
                        <a:rPr lang="en-US" altLang="zh-CN" sz="1400" dirty="0"/>
                        <a:t>0</a:t>
                      </a:r>
                      <a:endParaRPr lang="zh-CN" altLang="en-US" sz="1400" dirty="0"/>
                    </a:p>
                  </a:txBody>
                  <a:tcPr anchor="ctr"/>
                </a:tc>
                <a:tc>
                  <a:txBody>
                    <a:bodyPr/>
                    <a:lstStyle/>
                    <a:p>
                      <a:pPr algn="ctr"/>
                      <a:r>
                        <a:rPr lang="en-US" altLang="zh-CN" sz="1400" dirty="0"/>
                        <a:t>-3</a:t>
                      </a:r>
                      <a:endParaRPr lang="zh-CN" altLang="en-US" sz="1400" dirty="0"/>
                    </a:p>
                  </a:txBody>
                  <a:tcPr anchor="ctr"/>
                </a:tc>
                <a:extLst>
                  <a:ext uri="{0D108BD9-81ED-4DB2-BD59-A6C34878D82A}">
                    <a16:rowId xmlns:a16="http://schemas.microsoft.com/office/drawing/2014/main" val="10001"/>
                  </a:ext>
                </a:extLst>
              </a:tr>
              <a:tr h="552061">
                <a:tc>
                  <a:txBody>
                    <a:bodyPr/>
                    <a:lstStyle/>
                    <a:p>
                      <a:pPr algn="ctr"/>
                      <a:r>
                        <a:rPr lang="en-US" altLang="zh-CN" sz="1400" dirty="0"/>
                        <a:t>5</a:t>
                      </a:r>
                      <a:endParaRPr lang="zh-CN" altLang="en-US" sz="1400" dirty="0"/>
                    </a:p>
                  </a:txBody>
                  <a:tcPr anchor="ctr"/>
                </a:tc>
                <a:tc>
                  <a:txBody>
                    <a:bodyPr/>
                    <a:lstStyle/>
                    <a:p>
                      <a:pPr algn="ctr"/>
                      <a:r>
                        <a:rPr lang="en-US" altLang="zh-CN" sz="1400" dirty="0"/>
                        <a:t>-3</a:t>
                      </a:r>
                      <a:endParaRPr lang="zh-CN" altLang="en-US" sz="1400" dirty="0"/>
                    </a:p>
                  </a:txBody>
                  <a:tcPr anchor="ctr"/>
                </a:tc>
                <a:tc>
                  <a:txBody>
                    <a:bodyPr/>
                    <a:lstStyle/>
                    <a:p>
                      <a:pPr algn="ctr"/>
                      <a:r>
                        <a:rPr lang="en-US" altLang="zh-CN" sz="1400" dirty="0"/>
                        <a:t>-3</a:t>
                      </a:r>
                      <a:endParaRPr lang="zh-CN" altLang="en-US" sz="1400" dirty="0"/>
                    </a:p>
                  </a:txBody>
                  <a:tcPr anchor="ctr"/>
                </a:tc>
                <a:extLst>
                  <a:ext uri="{0D108BD9-81ED-4DB2-BD59-A6C34878D82A}">
                    <a16:rowId xmlns:a16="http://schemas.microsoft.com/office/drawing/2014/main" val="10002"/>
                  </a:ext>
                </a:extLst>
              </a:tr>
            </a:tbl>
          </a:graphicData>
        </a:graphic>
      </p:graphicFrame>
      <p:sp>
        <p:nvSpPr>
          <p:cNvPr id="1049508" name="TextBox 37"/>
          <p:cNvSpPr txBox="1">
            <a:spLocks noRot="1" noChangeAspect="1" noMove="1" noResize="1" noEditPoints="1" noAdjustHandles="1" noChangeArrowheads="1" noChangeShapeType="1" noTextEdit="1"/>
          </p:cNvSpPr>
          <p:nvPr/>
        </p:nvSpPr>
        <p:spPr>
          <a:xfrm>
            <a:off x="7308530" y="5961422"/>
            <a:ext cx="515910" cy="400110"/>
          </a:xfrm>
          <a:prstGeom prst="rect">
            <a:avLst/>
          </a:prstGeom>
          <a:blipFill>
            <a:blip r:embed="rId8"/>
            <a:stretch>
              <a:fillRect b="-3030"/>
            </a:stretch>
          </a:blipFill>
        </p:spPr>
        <p:txBody>
          <a:bodyPr/>
          <a:lstStyle/>
          <a:p>
            <a:r>
              <a:rPr lang="zh-CN" altLang="en-US">
                <a:noFill/>
              </a:rPr>
              <a:t> </a:t>
            </a:r>
          </a:p>
        </p:txBody>
      </p:sp>
      <p:graphicFrame>
        <p:nvGraphicFramePr>
          <p:cNvPr id="4194349" name="表格 3"/>
          <p:cNvGraphicFramePr>
            <a:graphicFrameLocks noGrp="1"/>
          </p:cNvGraphicFramePr>
          <p:nvPr/>
        </p:nvGraphicFramePr>
        <p:xfrm>
          <a:off x="9122718" y="4293097"/>
          <a:ext cx="1872207" cy="1656183"/>
        </p:xfrm>
        <a:graphic>
          <a:graphicData uri="http://schemas.openxmlformats.org/drawingml/2006/table">
            <a:tbl>
              <a:tblPr firstRow="1" bandRow="1">
                <a:tableStyleId>{16D9F66E-5EB9-4882-86FB-DCBF35E3C3E4}</a:tableStyleId>
              </a:tblPr>
              <a:tblGrid>
                <a:gridCol w="624069">
                  <a:extLst>
                    <a:ext uri="{9D8B030D-6E8A-4147-A177-3AD203B41FA5}">
                      <a16:colId xmlns:a16="http://schemas.microsoft.com/office/drawing/2014/main" val="20000"/>
                    </a:ext>
                  </a:extLst>
                </a:gridCol>
                <a:gridCol w="624069">
                  <a:extLst>
                    <a:ext uri="{9D8B030D-6E8A-4147-A177-3AD203B41FA5}">
                      <a16:colId xmlns:a16="http://schemas.microsoft.com/office/drawing/2014/main" val="20001"/>
                    </a:ext>
                  </a:extLst>
                </a:gridCol>
                <a:gridCol w="624069">
                  <a:extLst>
                    <a:ext uri="{9D8B030D-6E8A-4147-A177-3AD203B41FA5}">
                      <a16:colId xmlns:a16="http://schemas.microsoft.com/office/drawing/2014/main" val="20002"/>
                    </a:ext>
                  </a:extLst>
                </a:gridCol>
              </a:tblGrid>
              <a:tr h="552061">
                <a:tc>
                  <a:txBody>
                    <a:bodyPr/>
                    <a:lstStyle/>
                    <a:p>
                      <a:pPr algn="ctr"/>
                      <a:r>
                        <a:rPr lang="en-US" altLang="zh-CN" sz="1400" b="0" dirty="0"/>
                        <a:t>5</a:t>
                      </a:r>
                      <a:endParaRPr lang="zh-CN" altLang="en-US" sz="1400" b="0" dirty="0"/>
                    </a:p>
                  </a:txBody>
                  <a:tcPr anchor="ctr"/>
                </a:tc>
                <a:tc>
                  <a:txBody>
                    <a:bodyPr/>
                    <a:lstStyle/>
                    <a:p>
                      <a:pPr algn="ctr"/>
                      <a:r>
                        <a:rPr lang="en-US" altLang="zh-CN" sz="1400" b="0" dirty="0"/>
                        <a:t>5</a:t>
                      </a:r>
                      <a:endParaRPr lang="zh-CN" altLang="en-US" sz="1400" b="0" dirty="0"/>
                    </a:p>
                  </a:txBody>
                  <a:tcPr anchor="ctr"/>
                </a:tc>
                <a:tc>
                  <a:txBody>
                    <a:bodyPr/>
                    <a:lstStyle/>
                    <a:p>
                      <a:pPr algn="ctr"/>
                      <a:r>
                        <a:rPr lang="en-US" altLang="zh-CN" sz="1400" b="0" dirty="0"/>
                        <a:t>-3</a:t>
                      </a:r>
                      <a:endParaRPr lang="zh-CN" altLang="en-US" sz="1400" b="0" dirty="0"/>
                    </a:p>
                  </a:txBody>
                  <a:tcPr anchor="ctr"/>
                </a:tc>
                <a:extLst>
                  <a:ext uri="{0D108BD9-81ED-4DB2-BD59-A6C34878D82A}">
                    <a16:rowId xmlns:a16="http://schemas.microsoft.com/office/drawing/2014/main" val="10000"/>
                  </a:ext>
                </a:extLst>
              </a:tr>
              <a:tr h="552061">
                <a:tc>
                  <a:txBody>
                    <a:bodyPr/>
                    <a:lstStyle/>
                    <a:p>
                      <a:pPr algn="ctr"/>
                      <a:r>
                        <a:rPr lang="en-US" altLang="zh-CN" sz="1400" dirty="0"/>
                        <a:t>5</a:t>
                      </a:r>
                      <a:endParaRPr lang="zh-CN" altLang="en-US" sz="1400" dirty="0"/>
                    </a:p>
                  </a:txBody>
                  <a:tcPr anchor="ctr"/>
                </a:tc>
                <a:tc>
                  <a:txBody>
                    <a:bodyPr/>
                    <a:lstStyle/>
                    <a:p>
                      <a:pPr algn="ctr"/>
                      <a:r>
                        <a:rPr lang="en-US" altLang="zh-CN" sz="1400" dirty="0"/>
                        <a:t>0</a:t>
                      </a:r>
                      <a:endParaRPr lang="zh-CN" altLang="en-US" sz="1400" dirty="0"/>
                    </a:p>
                  </a:txBody>
                  <a:tcPr anchor="ctr"/>
                </a:tc>
                <a:tc>
                  <a:txBody>
                    <a:bodyPr/>
                    <a:lstStyle/>
                    <a:p>
                      <a:pPr algn="ctr"/>
                      <a:r>
                        <a:rPr lang="en-US" altLang="zh-CN" sz="1400" dirty="0"/>
                        <a:t>-3</a:t>
                      </a:r>
                      <a:endParaRPr lang="zh-CN" altLang="en-US" sz="1400" dirty="0"/>
                    </a:p>
                  </a:txBody>
                  <a:tcPr anchor="ctr"/>
                </a:tc>
                <a:extLst>
                  <a:ext uri="{0D108BD9-81ED-4DB2-BD59-A6C34878D82A}">
                    <a16:rowId xmlns:a16="http://schemas.microsoft.com/office/drawing/2014/main" val="10001"/>
                  </a:ext>
                </a:extLst>
              </a:tr>
              <a:tr h="552061">
                <a:tc>
                  <a:txBody>
                    <a:bodyPr/>
                    <a:lstStyle/>
                    <a:p>
                      <a:pPr algn="ctr"/>
                      <a:r>
                        <a:rPr lang="en-US" altLang="zh-CN" sz="1400" dirty="0"/>
                        <a:t>-3</a:t>
                      </a:r>
                      <a:endParaRPr lang="zh-CN" altLang="en-US" sz="1400" dirty="0"/>
                    </a:p>
                  </a:txBody>
                  <a:tcPr anchor="ctr"/>
                </a:tc>
                <a:tc>
                  <a:txBody>
                    <a:bodyPr/>
                    <a:lstStyle/>
                    <a:p>
                      <a:pPr algn="ctr"/>
                      <a:r>
                        <a:rPr lang="en-US" altLang="zh-CN" sz="1400" dirty="0"/>
                        <a:t>-3</a:t>
                      </a:r>
                      <a:endParaRPr lang="zh-CN" altLang="en-US" sz="1400" dirty="0"/>
                    </a:p>
                  </a:txBody>
                  <a:tcPr anchor="ctr"/>
                </a:tc>
                <a:tc>
                  <a:txBody>
                    <a:bodyPr/>
                    <a:lstStyle/>
                    <a:p>
                      <a:pPr algn="ctr"/>
                      <a:r>
                        <a:rPr lang="en-US" altLang="zh-CN" sz="1400" dirty="0"/>
                        <a:t>-3</a:t>
                      </a:r>
                      <a:endParaRPr lang="zh-CN" altLang="en-US" sz="1400" dirty="0"/>
                    </a:p>
                  </a:txBody>
                  <a:tcPr anchor="ctr"/>
                </a:tc>
                <a:extLst>
                  <a:ext uri="{0D108BD9-81ED-4DB2-BD59-A6C34878D82A}">
                    <a16:rowId xmlns:a16="http://schemas.microsoft.com/office/drawing/2014/main" val="10002"/>
                  </a:ext>
                </a:extLst>
              </a:tr>
            </a:tbl>
          </a:graphicData>
        </a:graphic>
      </p:graphicFrame>
      <p:sp>
        <p:nvSpPr>
          <p:cNvPr id="1049509" name="TextBox 39"/>
          <p:cNvSpPr txBox="1">
            <a:spLocks noRot="1" noChangeAspect="1" noMove="1" noResize="1" noEditPoints="1" noAdjustHandles="1" noChangeArrowheads="1" noChangeShapeType="1" noTextEdit="1"/>
          </p:cNvSpPr>
          <p:nvPr/>
        </p:nvSpPr>
        <p:spPr>
          <a:xfrm>
            <a:off x="9841802" y="5961423"/>
            <a:ext cx="515910" cy="400110"/>
          </a:xfrm>
          <a:prstGeom prst="rect">
            <a:avLst/>
          </a:prstGeom>
          <a:blipFill>
            <a:blip r:embed="rId9"/>
            <a:stretch>
              <a:fillRect b="-1515"/>
            </a:stretch>
          </a:blipFill>
        </p:spPr>
        <p:txBody>
          <a:bodyPr/>
          <a:lstStyle/>
          <a:p>
            <a:r>
              <a:rPr lang="zh-CN" altLang="en-US">
                <a:noFill/>
              </a:rPr>
              <a:t> </a:t>
            </a:r>
          </a:p>
        </p:txBody>
      </p:sp>
      <p:sp>
        <p:nvSpPr>
          <p:cNvPr id="1049510" name="TextBox 27"/>
          <p:cNvSpPr txBox="1"/>
          <p:nvPr/>
        </p:nvSpPr>
        <p:spPr>
          <a:xfrm>
            <a:off x="1012825" y="176213"/>
            <a:ext cx="2621280" cy="574040"/>
          </a:xfrm>
          <a:prstGeom prst="rect">
            <a:avLst/>
          </a:prstGeom>
          <a:noFill/>
          <a:ln w="9525">
            <a:noFill/>
          </a:ln>
        </p:spPr>
        <p:txBody>
          <a:bodyPr wrap="none" anchor="t">
            <a:spAutoFit/>
          </a:bodyPr>
          <a:lstStyle/>
          <a:p>
            <a:r>
              <a:rPr lang="zh-CN" altLang="en-US" sz="3200" dirty="0">
                <a:solidFill>
                  <a:srgbClr val="004C54"/>
                </a:solidFill>
                <a:latin typeface="黑体" panose="02010609060101010101" pitchFamily="49" charset="-122"/>
                <a:ea typeface="黑体" panose="02010609060101010101" pitchFamily="49" charset="-122"/>
              </a:rPr>
              <a:t>三、边缘检测</a:t>
            </a:r>
            <a:endParaRPr lang="en-US" altLang="zh-CN" sz="3200" dirty="0">
              <a:solidFill>
                <a:srgbClr val="004C54"/>
              </a:solidFill>
              <a:latin typeface="黑体" panose="02010609060101010101" pitchFamily="49" charset="-122"/>
              <a:ea typeface="黑体" panose="02010609060101010101" pitchFamily="49" charset="-122"/>
            </a:endParaRPr>
          </a:p>
        </p:txBody>
      </p:sp>
      <p:sp>
        <p:nvSpPr>
          <p:cNvPr id="1049511"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a:p>
        </p:txBody>
      </p:sp>
      <mc:AlternateContent xmlns:mc="http://schemas.openxmlformats.org/markup-compatibility/2006" xmlns:p14="http://schemas.microsoft.com/office/powerpoint/2010/main">
        <mc:Choice Requires="p14">
          <p:contentPart p14:bwMode="auto" r:id="rId10">
            <p14:nvContentPartPr>
              <p14:cNvPr id="1049512" name="墨迹 1049511"/>
              <p14:cNvContentPartPr/>
              <p14:nvPr/>
            </p14:nvContentPartPr>
            <p14:xfrm>
              <a:off x="3410400" y="919477"/>
              <a:ext cx="488099" cy="139012"/>
            </p14:xfrm>
          </p:contentPart>
        </mc:Choice>
        <mc:Fallback xmlns="">
          <p:sp>
            <p:nvSpPr>
              <p:cNvPr id="1049512" name=""/>
              <p:cNvSpPr/>
              <p:nvPr/>
            </p:nvSpPr>
            <p:spPr>
              <a:xfrm>
                <a:off x="3410400" y="919477"/>
                <a:ext cx="488099" cy="139012"/>
              </a:xfrm>
            </p:spPr>
          </p:sp>
        </mc:Fallback>
      </mc:AlternateContent>
      <mc:AlternateContent xmlns:mc="http://schemas.openxmlformats.org/markup-compatibility/2006" xmlns:p14="http://schemas.microsoft.com/office/powerpoint/2010/main">
        <mc:Choice Requires="p14">
          <p:contentPart p14:bwMode="auto" r:id="rId11">
            <p14:nvContentPartPr>
              <p14:cNvPr id="1049513" name="墨迹 1049512"/>
              <p14:cNvContentPartPr/>
              <p14:nvPr/>
            </p14:nvContentPartPr>
            <p14:xfrm>
              <a:off x="3511617" y="865144"/>
              <a:ext cx="54706" cy="192986"/>
            </p14:xfrm>
          </p:contentPart>
        </mc:Choice>
        <mc:Fallback xmlns="">
          <p:sp>
            <p:nvSpPr>
              <p:cNvPr id="1049513" name=""/>
              <p:cNvSpPr/>
              <p:nvPr/>
            </p:nvSpPr>
            <p:spPr>
              <a:xfrm>
                <a:off x="3511617" y="865144"/>
                <a:ext cx="54706" cy="192986"/>
              </a:xfrm>
            </p:spPr>
          </p:sp>
        </mc:Fallback>
      </mc:AlternateContent>
      <mc:AlternateContent xmlns:mc="http://schemas.openxmlformats.org/markup-compatibility/2006" xmlns:p14="http://schemas.microsoft.com/office/powerpoint/2010/main">
        <mc:Choice Requires="p14">
          <p:contentPart p14:bwMode="auto" r:id="rId12">
            <p14:nvContentPartPr>
              <p14:cNvPr id="1049514" name="墨迹 1049513"/>
              <p14:cNvContentPartPr/>
              <p14:nvPr/>
            </p14:nvContentPartPr>
            <p14:xfrm>
              <a:off x="3467105" y="822272"/>
              <a:ext cx="347927" cy="784924"/>
            </p14:xfrm>
          </p:contentPart>
        </mc:Choice>
        <mc:Fallback xmlns="">
          <p:sp>
            <p:nvSpPr>
              <p:cNvPr id="1049514" name=""/>
              <p:cNvSpPr/>
              <p:nvPr/>
            </p:nvSpPr>
            <p:spPr>
              <a:xfrm>
                <a:off x="3467105" y="822272"/>
                <a:ext cx="347927" cy="784924"/>
              </a:xfrm>
            </p:spPr>
          </p:sp>
        </mc:Fallback>
      </mc:AlternateContent>
      <mc:AlternateContent xmlns:mc="http://schemas.openxmlformats.org/markup-compatibility/2006" xmlns:p14="http://schemas.microsoft.com/office/powerpoint/2010/main">
        <mc:Choice Requires="p14">
          <p:contentPart p14:bwMode="auto" r:id="rId13">
            <p14:nvContentPartPr>
              <p14:cNvPr id="1049515" name="墨迹 1049514"/>
              <p14:cNvContentPartPr/>
              <p14:nvPr/>
            </p14:nvContentPartPr>
            <p14:xfrm>
              <a:off x="4102624" y="819750"/>
              <a:ext cx="32977" cy="62956"/>
            </p14:xfrm>
          </p:contentPart>
        </mc:Choice>
        <mc:Fallback xmlns="">
          <p:sp>
            <p:nvSpPr>
              <p:cNvPr id="1049515" name=""/>
              <p:cNvSpPr/>
              <p:nvPr/>
            </p:nvSpPr>
            <p:spPr>
              <a:xfrm>
                <a:off x="4102624" y="819750"/>
                <a:ext cx="32977" cy="62956"/>
              </a:xfrm>
            </p:spPr>
          </p:sp>
        </mc:Fallback>
      </mc:AlternateContent>
      <mc:AlternateContent xmlns:mc="http://schemas.openxmlformats.org/markup-compatibility/2006" xmlns:p14="http://schemas.microsoft.com/office/powerpoint/2010/main">
        <mc:Choice Requires="p14">
          <p:contentPart p14:bwMode="auto" r:id="rId14">
            <p14:nvContentPartPr>
              <p14:cNvPr id="1049516" name="墨迹 1049515"/>
              <p14:cNvContentPartPr/>
              <p14:nvPr/>
            </p14:nvContentPartPr>
            <p14:xfrm>
              <a:off x="4031429" y="927003"/>
              <a:ext cx="225791" cy="54988"/>
            </p14:xfrm>
          </p:contentPart>
        </mc:Choice>
        <mc:Fallback xmlns="">
          <p:sp>
            <p:nvSpPr>
              <p:cNvPr id="1049516" name=""/>
              <p:cNvSpPr/>
              <p:nvPr/>
            </p:nvSpPr>
            <p:spPr>
              <a:xfrm>
                <a:off x="4031429" y="927003"/>
                <a:ext cx="225791" cy="54988"/>
              </a:xfrm>
            </p:spPr>
          </p:sp>
        </mc:Fallback>
      </mc:AlternateContent>
      <mc:AlternateContent xmlns:mc="http://schemas.openxmlformats.org/markup-compatibility/2006" xmlns:p14="http://schemas.microsoft.com/office/powerpoint/2010/main">
        <mc:Choice Requires="p14">
          <p:contentPart p14:bwMode="auto" r:id="rId15">
            <p14:nvContentPartPr>
              <p14:cNvPr id="1049517" name="墨迹 1049516"/>
              <p14:cNvContentPartPr/>
              <p14:nvPr/>
            </p14:nvContentPartPr>
            <p14:xfrm>
              <a:off x="4053701" y="948367"/>
              <a:ext cx="326096" cy="456840"/>
            </p14:xfrm>
          </p:contentPart>
        </mc:Choice>
        <mc:Fallback xmlns="">
          <p:sp>
            <p:nvSpPr>
              <p:cNvPr id="1049517" name=""/>
              <p:cNvSpPr/>
              <p:nvPr/>
            </p:nvSpPr>
            <p:spPr>
              <a:xfrm>
                <a:off x="4053701" y="948367"/>
                <a:ext cx="326096" cy="456840"/>
              </a:xfrm>
            </p:spPr>
          </p:sp>
        </mc:Fallback>
      </mc:AlternateContent>
      <mc:AlternateContent xmlns:mc="http://schemas.openxmlformats.org/markup-compatibility/2006" xmlns:p14="http://schemas.microsoft.com/office/powerpoint/2010/main">
        <mc:Choice Requires="p14">
          <p:contentPart p14:bwMode="auto" r:id="rId16">
            <p14:nvContentPartPr>
              <p14:cNvPr id="1049518" name="墨迹 1049517"/>
              <p14:cNvContentPartPr/>
              <p14:nvPr/>
            </p14:nvContentPartPr>
            <p14:xfrm>
              <a:off x="4540803" y="737367"/>
              <a:ext cx="313230" cy="591618"/>
            </p14:xfrm>
          </p:contentPart>
        </mc:Choice>
        <mc:Fallback xmlns="">
          <p:sp>
            <p:nvSpPr>
              <p:cNvPr id="1049518" name=""/>
              <p:cNvSpPr/>
              <p:nvPr/>
            </p:nvSpPr>
            <p:spPr>
              <a:xfrm>
                <a:off x="4540803" y="737367"/>
                <a:ext cx="313230" cy="591618"/>
              </a:xfrm>
            </p:spPr>
          </p:sp>
        </mc:Fallback>
      </mc:AlternateContent>
      <mc:AlternateContent xmlns:mc="http://schemas.openxmlformats.org/markup-compatibility/2006" xmlns:p14="http://schemas.microsoft.com/office/powerpoint/2010/main">
        <mc:Choice Requires="p14">
          <p:contentPart p14:bwMode="auto" r:id="rId17">
            <p14:nvContentPartPr>
              <p14:cNvPr id="1049519" name="墨迹 1049518"/>
              <p14:cNvContentPartPr/>
              <p14:nvPr/>
            </p14:nvContentPartPr>
            <p14:xfrm>
              <a:off x="4580404" y="905232"/>
              <a:ext cx="348803" cy="412253"/>
            </p14:xfrm>
          </p:contentPart>
        </mc:Choice>
        <mc:Fallback xmlns="">
          <p:sp>
            <p:nvSpPr>
              <p:cNvPr id="1049519" name=""/>
              <p:cNvSpPr/>
              <p:nvPr/>
            </p:nvSpPr>
            <p:spPr>
              <a:xfrm>
                <a:off x="4580404" y="905232"/>
                <a:ext cx="348803" cy="412253"/>
              </a:xfrm>
            </p:spPr>
          </p:sp>
        </mc:Fallback>
      </mc:AlternateContent>
      <mc:AlternateContent xmlns:mc="http://schemas.openxmlformats.org/markup-compatibility/2006" xmlns:p14="http://schemas.microsoft.com/office/powerpoint/2010/main">
        <mc:Choice Requires="p14">
          <p:contentPart p14:bwMode="auto" r:id="rId18">
            <p14:nvContentPartPr>
              <p14:cNvPr id="1049520" name="墨迹 1049519"/>
              <p14:cNvContentPartPr/>
              <p14:nvPr/>
            </p14:nvContentPartPr>
            <p14:xfrm>
              <a:off x="4667931" y="1012255"/>
              <a:ext cx="20553" cy="197598"/>
            </p14:xfrm>
          </p:contentPart>
        </mc:Choice>
        <mc:Fallback xmlns="">
          <p:sp>
            <p:nvSpPr>
              <p:cNvPr id="1049520" name=""/>
              <p:cNvSpPr/>
              <p:nvPr/>
            </p:nvSpPr>
            <p:spPr>
              <a:xfrm>
                <a:off x="4667931" y="1012255"/>
                <a:ext cx="20553" cy="197598"/>
              </a:xfrm>
            </p:spPr>
          </p:sp>
        </mc:Fallback>
      </mc:AlternateContent>
      <mc:AlternateContent xmlns:mc="http://schemas.openxmlformats.org/markup-compatibility/2006" xmlns:p14="http://schemas.microsoft.com/office/powerpoint/2010/main">
        <mc:Choice Requires="p14">
          <p:contentPart p14:bwMode="auto" r:id="rId19">
            <p14:nvContentPartPr>
              <p14:cNvPr id="1049521" name="墨迹 1049520"/>
              <p14:cNvContentPartPr/>
              <p14:nvPr/>
            </p14:nvContentPartPr>
            <p14:xfrm>
              <a:off x="4712501" y="1049119"/>
              <a:ext cx="287463" cy="135858"/>
            </p14:xfrm>
          </p:contentPart>
        </mc:Choice>
        <mc:Fallback xmlns="">
          <p:sp>
            <p:nvSpPr>
              <p:cNvPr id="1049521" name=""/>
              <p:cNvSpPr/>
              <p:nvPr/>
            </p:nvSpPr>
            <p:spPr>
              <a:xfrm>
                <a:off x="4712501" y="1049119"/>
                <a:ext cx="287463" cy="135858"/>
              </a:xfrm>
            </p:spPr>
          </p:sp>
        </mc:Fallback>
      </mc:AlternateContent>
      <mc:AlternateContent xmlns:mc="http://schemas.openxmlformats.org/markup-compatibility/2006" xmlns:p14="http://schemas.microsoft.com/office/powerpoint/2010/main">
        <mc:Choice Requires="p14">
          <p:contentPart p14:bwMode="auto" r:id="rId20">
            <p14:nvContentPartPr>
              <p14:cNvPr id="1049522" name="墨迹 1049521"/>
              <p14:cNvContentPartPr/>
              <p14:nvPr/>
            </p14:nvContentPartPr>
            <p14:xfrm>
              <a:off x="5161974" y="1131625"/>
              <a:ext cx="32005" cy="4679"/>
            </p14:xfrm>
          </p:contentPart>
        </mc:Choice>
        <mc:Fallback xmlns="">
          <p:sp>
            <p:nvSpPr>
              <p:cNvPr id="1049522" name=""/>
              <p:cNvSpPr/>
              <p:nvPr/>
            </p:nvSpPr>
            <p:spPr>
              <a:xfrm>
                <a:off x="5161974" y="1131625"/>
                <a:ext cx="32005" cy="4679"/>
              </a:xfrm>
            </p:spPr>
          </p:sp>
        </mc:Fallback>
      </mc:AlternateContent>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523" name="TextBox 11"/>
          <p:cNvSpPr txBox="1"/>
          <p:nvPr/>
        </p:nvSpPr>
        <p:spPr>
          <a:xfrm>
            <a:off x="1014578" y="1212811"/>
            <a:ext cx="9980347" cy="400110"/>
          </a:xfrm>
          <a:prstGeom prst="rect">
            <a:avLst/>
          </a:prstGeom>
          <a:noFill/>
          <a:ln w="9525">
            <a:noFill/>
          </a:ln>
        </p:spPr>
        <p:txBody>
          <a:bodyPr wrap="square" anchor="t">
            <a:spAutoFit/>
          </a:bodyPr>
          <a:lstStyle/>
          <a:p>
            <a:pPr marL="342900" indent="-342900">
              <a:spcAft>
                <a:spcPts val="1200"/>
              </a:spcAft>
              <a:buFont typeface="Wingdings" panose="05000000000000000000" pitchFamily="2" charset="2"/>
              <a:buChar char="Ø"/>
            </a:pPr>
            <a:r>
              <a:rPr lang="en-US" altLang="zh-CN" sz="2000" b="1" dirty="0">
                <a:solidFill>
                  <a:srgbClr val="004C54"/>
                </a:solidFill>
                <a:latin typeface="微软雅黑" panose="020B0503020204020204" pitchFamily="34" charset="-122"/>
                <a:ea typeface="微软雅黑" panose="020B0503020204020204" pitchFamily="34" charset="-122"/>
              </a:rPr>
              <a:t>Kirsch</a:t>
            </a:r>
            <a:r>
              <a:rPr lang="zh-CN" altLang="en-US" sz="2000" b="1" dirty="0">
                <a:solidFill>
                  <a:srgbClr val="004C54"/>
                </a:solidFill>
                <a:latin typeface="微软雅黑" panose="020B0503020204020204" pitchFamily="34" charset="-122"/>
                <a:ea typeface="微软雅黑" panose="020B0503020204020204" pitchFamily="34" charset="-122"/>
              </a:rPr>
              <a:t>算子</a:t>
            </a:r>
            <a:endParaRPr lang="en-US" altLang="zh-CN" sz="2000" b="1" dirty="0">
              <a:solidFill>
                <a:srgbClr val="004C54"/>
              </a:solidFill>
              <a:latin typeface="微软雅黑" panose="020B0503020204020204" pitchFamily="34" charset="-122"/>
              <a:ea typeface="微软雅黑" panose="020B0503020204020204" pitchFamily="34" charset="-122"/>
            </a:endParaRPr>
          </a:p>
        </p:txBody>
      </p:sp>
      <p:sp>
        <p:nvSpPr>
          <p:cNvPr id="1049524" name="Rectangle 4"/>
          <p:cNvSpPr>
            <a:spLocks noRot="1" noChangeAspect="1" noMove="1" noResize="1" noEditPoints="1" noAdjustHandles="1" noChangeArrowheads="1" noChangeShapeType="1" noTextEdit="1"/>
          </p:cNvSpPr>
          <p:nvPr/>
        </p:nvSpPr>
        <p:spPr bwMode="auto">
          <a:xfrm>
            <a:off x="1345854" y="1772816"/>
            <a:ext cx="7991276" cy="707886"/>
          </a:xfrm>
          <a:prstGeom prst="rect">
            <a:avLst/>
          </a:prstGeom>
          <a:blipFill>
            <a:blip r:embed="rId2"/>
            <a:stretch>
              <a:fillRect l="-839" t="-5172" r="-763" b="-14655"/>
            </a:stretch>
          </a:blipFill>
          <a:ln>
            <a:noFill/>
          </a:ln>
          <a:effectLst/>
        </p:spPr>
        <p:txBody>
          <a:bodyPr/>
          <a:lstStyle/>
          <a:p>
            <a:r>
              <a:rPr lang="zh-CN" altLang="en-US">
                <a:noFill/>
              </a:rPr>
              <a:t> </a:t>
            </a:r>
          </a:p>
        </p:txBody>
      </p:sp>
      <p:sp>
        <p:nvSpPr>
          <p:cNvPr id="1049525" name="Object 18"/>
          <p:cNvSpPr txBox="1">
            <a:spLocks noRot="1" noChangeAspect="1" noMove="1" noResize="1" noEditPoints="1" noAdjustHandles="1" noChangeArrowheads="1" noChangeShapeType="1" noTextEdit="1"/>
          </p:cNvSpPr>
          <p:nvPr/>
        </p:nvSpPr>
        <p:spPr bwMode="auto">
          <a:xfrm>
            <a:off x="3433280" y="2758578"/>
            <a:ext cx="3816424" cy="561926"/>
          </a:xfrm>
          <a:prstGeom prst="rect">
            <a:avLst/>
          </a:prstGeom>
          <a:blipFill>
            <a:blip r:embed="rId3"/>
            <a:stretch>
              <a:fillRect/>
            </a:stretch>
          </a:blipFill>
          <a:ln>
            <a:noFill/>
          </a:ln>
          <a:effectLst/>
        </p:spPr>
        <p:txBody>
          <a:bodyPr/>
          <a:lstStyle/>
          <a:p>
            <a:r>
              <a:rPr lang="zh-CN" altLang="en-US">
                <a:noFill/>
              </a:rPr>
              <a:t> </a:t>
            </a:r>
          </a:p>
        </p:txBody>
      </p:sp>
      <p:sp>
        <p:nvSpPr>
          <p:cNvPr id="1049526" name="Object 18"/>
          <p:cNvSpPr txBox="1">
            <a:spLocks noRot="1" noChangeAspect="1" noMove="1" noResize="1" noEditPoints="1" noAdjustHandles="1" noChangeArrowheads="1" noChangeShapeType="1" noTextEdit="1"/>
          </p:cNvSpPr>
          <p:nvPr/>
        </p:nvSpPr>
        <p:spPr bwMode="auto">
          <a:xfrm>
            <a:off x="2842714" y="3284984"/>
            <a:ext cx="4997556" cy="971624"/>
          </a:xfrm>
          <a:prstGeom prst="rect">
            <a:avLst/>
          </a:prstGeom>
          <a:blipFill>
            <a:blip r:embed="rId4"/>
            <a:stretch>
              <a:fillRect/>
            </a:stretch>
          </a:blipFill>
          <a:ln>
            <a:noFill/>
          </a:ln>
          <a:effectLst/>
        </p:spPr>
        <p:txBody>
          <a:bodyPr/>
          <a:lstStyle/>
          <a:p>
            <a:r>
              <a:rPr lang="zh-CN" altLang="en-US">
                <a:noFill/>
              </a:rPr>
              <a:t> </a:t>
            </a:r>
          </a:p>
        </p:txBody>
      </p:sp>
      <p:sp>
        <p:nvSpPr>
          <p:cNvPr id="1049527" name="Rectangle 5"/>
          <p:cNvSpPr>
            <a:spLocks noRot="1" noChangeAspect="1" noMove="1" noResize="1" noEditPoints="1" noAdjustHandles="1" noChangeArrowheads="1" noChangeShapeType="1" noTextEdit="1"/>
          </p:cNvSpPr>
          <p:nvPr/>
        </p:nvSpPr>
        <p:spPr>
          <a:xfrm>
            <a:off x="1345854" y="4701818"/>
            <a:ext cx="5259453" cy="400110"/>
          </a:xfrm>
          <a:prstGeom prst="rect">
            <a:avLst/>
          </a:prstGeom>
          <a:blipFill>
            <a:blip r:embed="rId5"/>
            <a:stretch>
              <a:fillRect l="-1275" t="-7576" r="-579" b="-25758"/>
            </a:stretch>
          </a:blipFill>
        </p:spPr>
        <p:txBody>
          <a:bodyPr/>
          <a:lstStyle/>
          <a:p>
            <a:r>
              <a:rPr lang="zh-CN" altLang="en-US">
                <a:noFill/>
              </a:rPr>
              <a:t> </a:t>
            </a:r>
          </a:p>
        </p:txBody>
      </p:sp>
      <p:sp>
        <p:nvSpPr>
          <p:cNvPr id="1049528" name="Rectangle 10"/>
          <p:cNvSpPr/>
          <p:nvPr/>
        </p:nvSpPr>
        <p:spPr>
          <a:xfrm>
            <a:off x="1345853" y="5254012"/>
            <a:ext cx="5288281" cy="1158240"/>
          </a:xfrm>
          <a:prstGeom prst="rect">
            <a:avLst/>
          </a:prstGeom>
        </p:spPr>
        <p:txBody>
          <a:bodyPr wrap="none">
            <a:spAutoFit/>
          </a:bodyPr>
          <a:lstStyle/>
          <a:p>
            <a:pPr>
              <a:spcAft>
                <a:spcPts val="600"/>
              </a:spcAft>
            </a:pPr>
            <a:r>
              <a:rPr lang="zh-CN" altLang="en-US" sz="2000" dirty="0">
                <a:solidFill>
                  <a:srgbClr val="004C54"/>
                </a:solidFill>
                <a:latin typeface="+mn-ea"/>
                <a:ea typeface="+mn-ea"/>
              </a:rPr>
              <a:t>特点：</a:t>
            </a:r>
            <a:endParaRPr lang="en-US" altLang="zh-CN" sz="2000" dirty="0">
              <a:solidFill>
                <a:srgbClr val="004C54"/>
              </a:solidFill>
              <a:latin typeface="+mn-ea"/>
              <a:ea typeface="+mn-ea"/>
            </a:endParaRPr>
          </a:p>
          <a:p>
            <a:pPr marL="285750" indent="-285750">
              <a:spcAft>
                <a:spcPts val="600"/>
              </a:spcAft>
              <a:buFont typeface="Arial" panose="020B0604020202020204" pitchFamily="34" charset="0"/>
              <a:buChar char="•"/>
            </a:pPr>
            <a:r>
              <a:rPr lang="zh-CN" altLang="en-US" sz="2000" dirty="0">
                <a:solidFill>
                  <a:srgbClr val="004C54"/>
                </a:solidFill>
                <a:latin typeface="+mn-ea"/>
                <a:ea typeface="+mn-ea"/>
              </a:rPr>
              <a:t>在计算边缘强度的同时可以得到边缘的方向</a:t>
            </a:r>
            <a:endParaRPr lang="en-US" altLang="zh-CN" sz="2000" dirty="0">
              <a:solidFill>
                <a:srgbClr val="004C54"/>
              </a:solidFill>
              <a:latin typeface="+mn-ea"/>
              <a:ea typeface="+mn-ea"/>
            </a:endParaRPr>
          </a:p>
          <a:p>
            <a:pPr marL="285750" indent="-285750">
              <a:spcAft>
                <a:spcPts val="600"/>
              </a:spcAft>
              <a:buFont typeface="Arial" panose="020B0604020202020204" pitchFamily="34" charset="0"/>
              <a:buChar char="•"/>
            </a:pPr>
            <a:r>
              <a:rPr lang="zh-CN" altLang="en-US" sz="2000" dirty="0">
                <a:solidFill>
                  <a:srgbClr val="004C54"/>
                </a:solidFill>
                <a:latin typeface="+mn-ea"/>
                <a:ea typeface="+mn-ea"/>
              </a:rPr>
              <a:t>各方向间的夹角为</a:t>
            </a:r>
            <a:r>
              <a:rPr lang="en-US" altLang="zh-CN" sz="2000" dirty="0">
                <a:solidFill>
                  <a:srgbClr val="004C54"/>
                </a:solidFill>
                <a:latin typeface="+mn-ea"/>
                <a:ea typeface="+mn-ea"/>
              </a:rPr>
              <a:t>45º</a:t>
            </a:r>
            <a:endParaRPr lang="en-US" sz="2000" dirty="0">
              <a:solidFill>
                <a:srgbClr val="004C54"/>
              </a:solidFill>
              <a:latin typeface="+mn-ea"/>
              <a:ea typeface="+mn-ea"/>
            </a:endParaRPr>
          </a:p>
        </p:txBody>
      </p:sp>
      <p:sp>
        <p:nvSpPr>
          <p:cNvPr id="1049529" name="TextBox 27"/>
          <p:cNvSpPr txBox="1"/>
          <p:nvPr/>
        </p:nvSpPr>
        <p:spPr>
          <a:xfrm>
            <a:off x="1012825" y="176213"/>
            <a:ext cx="2621280" cy="574040"/>
          </a:xfrm>
          <a:prstGeom prst="rect">
            <a:avLst/>
          </a:prstGeom>
          <a:noFill/>
          <a:ln w="9525">
            <a:noFill/>
          </a:ln>
        </p:spPr>
        <p:txBody>
          <a:bodyPr wrap="none" anchor="t">
            <a:spAutoFit/>
          </a:bodyPr>
          <a:lstStyle/>
          <a:p>
            <a:r>
              <a:rPr lang="zh-CN" altLang="en-US" sz="3200" dirty="0">
                <a:solidFill>
                  <a:srgbClr val="004C54"/>
                </a:solidFill>
                <a:latin typeface="黑体" panose="02010609060101010101" pitchFamily="49" charset="-122"/>
                <a:ea typeface="黑体" panose="02010609060101010101" pitchFamily="49" charset="-122"/>
              </a:rPr>
              <a:t>三、边缘检测</a:t>
            </a:r>
            <a:endParaRPr lang="en-US" altLang="zh-CN" sz="3200" dirty="0">
              <a:solidFill>
                <a:srgbClr val="004C54"/>
              </a:solidFill>
              <a:latin typeface="黑体" panose="02010609060101010101" pitchFamily="49" charset="-122"/>
              <a:ea typeface="黑体" panose="02010609060101010101" pitchFamily="49" charset="-122"/>
            </a:endParaRPr>
          </a:p>
        </p:txBody>
      </p:sp>
      <p:sp>
        <p:nvSpPr>
          <p:cNvPr id="1049530"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a:p>
        </p:txBody>
      </p:sp>
      <mc:AlternateContent xmlns:mc="http://schemas.openxmlformats.org/markup-compatibility/2006" xmlns:p14="http://schemas.microsoft.com/office/powerpoint/2010/main">
        <mc:Choice Requires="p14">
          <p:contentPart p14:bwMode="auto" r:id="rId6">
            <p14:nvContentPartPr>
              <p14:cNvPr id="1049531" name="墨迹 1049530"/>
              <p14:cNvContentPartPr/>
              <p14:nvPr/>
            </p14:nvContentPartPr>
            <p14:xfrm>
              <a:off x="3527379" y="2053800"/>
              <a:ext cx="0" cy="0"/>
            </p14:xfrm>
          </p:contentPart>
        </mc:Choice>
        <mc:Fallback xmlns="">
          <p:sp>
            <p:nvSpPr>
              <p:cNvPr id="1049531" name=""/>
              <p:cNvSpPr/>
              <p:nvPr/>
            </p:nvSpPr>
            <p:spPr>
              <a:xfrm>
                <a:off x="3527379" y="2053800"/>
                <a:ext cx="0" cy="0"/>
              </a:xfrm>
            </p:spPr>
          </p:sp>
        </mc:Fallback>
      </mc:AlternateContent>
      <mc:AlternateContent xmlns:mc="http://schemas.openxmlformats.org/markup-compatibility/2006" xmlns:p14="http://schemas.microsoft.com/office/powerpoint/2010/main">
        <mc:Choice Requires="p14">
          <p:contentPart p14:bwMode="auto" r:id="rId7">
            <p14:nvContentPartPr>
              <p14:cNvPr id="1049532" name="墨迹 1049531"/>
              <p14:cNvContentPartPr/>
              <p14:nvPr/>
            </p14:nvContentPartPr>
            <p14:xfrm>
              <a:off x="2482645" y="1647661"/>
              <a:ext cx="762379" cy="656658"/>
            </p14:xfrm>
          </p:contentPart>
        </mc:Choice>
        <mc:Fallback xmlns="">
          <p:sp>
            <p:nvSpPr>
              <p:cNvPr id="1049532" name=""/>
              <p:cNvSpPr/>
              <p:nvPr/>
            </p:nvSpPr>
            <p:spPr>
              <a:xfrm>
                <a:off x="2482645" y="1647661"/>
                <a:ext cx="762379" cy="656658"/>
              </a:xfrm>
            </p:spPr>
          </p:sp>
        </mc:Fallback>
      </mc:AlternateContent>
      <mc:AlternateContent xmlns:mc="http://schemas.openxmlformats.org/markup-compatibility/2006" xmlns:p14="http://schemas.microsoft.com/office/powerpoint/2010/main">
        <mc:Choice Requires="p14">
          <p:contentPart p14:bwMode="auto" r:id="rId8">
            <p14:nvContentPartPr>
              <p14:cNvPr id="1049533" name="墨迹 1049532"/>
              <p14:cNvContentPartPr/>
              <p14:nvPr/>
            </p14:nvContentPartPr>
            <p14:xfrm>
              <a:off x="8080441" y="6720161"/>
              <a:ext cx="0" cy="0"/>
            </p14:xfrm>
          </p:contentPart>
        </mc:Choice>
        <mc:Fallback xmlns="">
          <p:sp>
            <p:nvSpPr>
              <p:cNvPr id="1049533" name=""/>
              <p:cNvSpPr/>
              <p:nvPr/>
            </p:nvSpPr>
            <p:spPr>
              <a:xfrm>
                <a:off x="8080441" y="6720161"/>
                <a:ext cx="0" cy="0"/>
              </a:xfrm>
            </p:spPr>
          </p:sp>
        </mc:Fallback>
      </mc:AlternateContent>
      <mc:AlternateContent xmlns:mc="http://schemas.openxmlformats.org/markup-compatibility/2006" xmlns:p14="http://schemas.microsoft.com/office/powerpoint/2010/main">
        <mc:Choice Requires="p14">
          <p:contentPart p14:bwMode="auto" r:id="rId9">
            <p14:nvContentPartPr>
              <p14:cNvPr id="1049534" name="墨迹 1049533"/>
              <p14:cNvContentPartPr/>
              <p14:nvPr/>
            </p14:nvContentPartPr>
            <p14:xfrm>
              <a:off x="1198524" y="3047028"/>
              <a:ext cx="241874" cy="515287"/>
            </p14:xfrm>
          </p:contentPart>
        </mc:Choice>
        <mc:Fallback xmlns="">
          <p:sp>
            <p:nvSpPr>
              <p:cNvPr id="1049534" name=""/>
              <p:cNvSpPr/>
              <p:nvPr/>
            </p:nvSpPr>
            <p:spPr>
              <a:xfrm>
                <a:off x="1198524" y="3047028"/>
                <a:ext cx="241874" cy="515287"/>
              </a:xfrm>
            </p:spPr>
          </p:sp>
        </mc:Fallback>
      </mc:AlternateContent>
      <mc:AlternateContent xmlns:mc="http://schemas.openxmlformats.org/markup-compatibility/2006" xmlns:p14="http://schemas.microsoft.com/office/powerpoint/2010/main">
        <mc:Choice Requires="p14">
          <p:contentPart p14:bwMode="auto" r:id="rId10">
            <p14:nvContentPartPr>
              <p14:cNvPr id="1049535" name="墨迹 1049534"/>
              <p14:cNvContentPartPr/>
              <p14:nvPr/>
            </p14:nvContentPartPr>
            <p14:xfrm>
              <a:off x="1617975" y="3088621"/>
              <a:ext cx="67056" cy="56099"/>
            </p14:xfrm>
          </p:contentPart>
        </mc:Choice>
        <mc:Fallback xmlns="">
          <p:sp>
            <p:nvSpPr>
              <p:cNvPr id="1049535" name=""/>
              <p:cNvSpPr/>
              <p:nvPr/>
            </p:nvSpPr>
            <p:spPr>
              <a:xfrm>
                <a:off x="1617975" y="3088621"/>
                <a:ext cx="67056" cy="56099"/>
              </a:xfrm>
            </p:spPr>
          </p:sp>
        </mc:Fallback>
      </mc:AlternateContent>
      <mc:AlternateContent xmlns:mc="http://schemas.openxmlformats.org/markup-compatibility/2006" xmlns:p14="http://schemas.microsoft.com/office/powerpoint/2010/main">
        <mc:Choice Requires="p14">
          <p:contentPart p14:bwMode="auto" r:id="rId11">
            <p14:nvContentPartPr>
              <p14:cNvPr id="1049536" name="墨迹 1049535"/>
              <p14:cNvContentPartPr/>
              <p14:nvPr/>
            </p14:nvContentPartPr>
            <p14:xfrm>
              <a:off x="1578907" y="3165960"/>
              <a:ext cx="407052" cy="398252"/>
            </p14:xfrm>
          </p:contentPart>
        </mc:Choice>
        <mc:Fallback xmlns="">
          <p:sp>
            <p:nvSpPr>
              <p:cNvPr id="1049536" name=""/>
              <p:cNvSpPr/>
              <p:nvPr/>
            </p:nvSpPr>
            <p:spPr>
              <a:xfrm>
                <a:off x="1578907" y="3165960"/>
                <a:ext cx="407052" cy="398252"/>
              </a:xfrm>
            </p:spPr>
          </p:sp>
        </mc:Fallback>
      </mc:AlternateContent>
      <mc:AlternateContent xmlns:mc="http://schemas.openxmlformats.org/markup-compatibility/2006" xmlns:p14="http://schemas.microsoft.com/office/powerpoint/2010/main">
        <mc:Choice Requires="p14">
          <p:contentPart p14:bwMode="auto" r:id="rId12">
            <p14:nvContentPartPr>
              <p14:cNvPr id="1049537" name="墨迹 1049536"/>
              <p14:cNvContentPartPr/>
              <p14:nvPr/>
            </p14:nvContentPartPr>
            <p14:xfrm>
              <a:off x="1715475" y="2980180"/>
              <a:ext cx="79201" cy="252444"/>
            </p14:xfrm>
          </p:contentPart>
        </mc:Choice>
        <mc:Fallback xmlns="">
          <p:sp>
            <p:nvSpPr>
              <p:cNvPr id="1049537" name=""/>
              <p:cNvSpPr/>
              <p:nvPr/>
            </p:nvSpPr>
            <p:spPr>
              <a:xfrm>
                <a:off x="1715475" y="2980180"/>
                <a:ext cx="79201" cy="252444"/>
              </a:xfrm>
            </p:spPr>
          </p:sp>
        </mc:Fallback>
      </mc:AlternateContent>
      <mc:AlternateContent xmlns:mc="http://schemas.openxmlformats.org/markup-compatibility/2006" xmlns:p14="http://schemas.microsoft.com/office/powerpoint/2010/main">
        <mc:Choice Requires="p14">
          <p:contentPart p14:bwMode="auto" r:id="rId13">
            <p14:nvContentPartPr>
              <p14:cNvPr id="1049538" name="墨迹 1049537"/>
              <p14:cNvContentPartPr/>
              <p14:nvPr/>
            </p14:nvContentPartPr>
            <p14:xfrm>
              <a:off x="1786099" y="3130940"/>
              <a:ext cx="143490" cy="40903"/>
            </p14:xfrm>
          </p:contentPart>
        </mc:Choice>
        <mc:Fallback xmlns="">
          <p:sp>
            <p:nvSpPr>
              <p:cNvPr id="1049538" name=""/>
              <p:cNvSpPr/>
              <p:nvPr/>
            </p:nvSpPr>
            <p:spPr>
              <a:xfrm>
                <a:off x="1786099" y="3130940"/>
                <a:ext cx="143490" cy="40903"/>
              </a:xfrm>
            </p:spPr>
          </p:sp>
        </mc:Fallback>
      </mc:AlternateContent>
      <mc:AlternateContent xmlns:mc="http://schemas.openxmlformats.org/markup-compatibility/2006" xmlns:p14="http://schemas.microsoft.com/office/powerpoint/2010/main">
        <mc:Choice Requires="p14">
          <p:contentPart p14:bwMode="auto" r:id="rId14">
            <p14:nvContentPartPr>
              <p14:cNvPr id="1049539" name="墨迹 1049538"/>
              <p14:cNvContentPartPr/>
              <p14:nvPr/>
            </p14:nvContentPartPr>
            <p14:xfrm>
              <a:off x="1757887" y="3028096"/>
              <a:ext cx="451348" cy="444402"/>
            </p14:xfrm>
          </p:contentPart>
        </mc:Choice>
        <mc:Fallback xmlns="">
          <p:sp>
            <p:nvSpPr>
              <p:cNvPr id="1049539" name=""/>
              <p:cNvSpPr/>
              <p:nvPr/>
            </p:nvSpPr>
            <p:spPr>
              <a:xfrm>
                <a:off x="1757887" y="3028096"/>
                <a:ext cx="451348" cy="444402"/>
              </a:xfrm>
            </p:spPr>
          </p:sp>
        </mc:Fallback>
      </mc:AlternateContent>
      <mc:AlternateContent xmlns:mc="http://schemas.openxmlformats.org/markup-compatibility/2006" xmlns:p14="http://schemas.microsoft.com/office/powerpoint/2010/main">
        <mc:Choice Requires="p14">
          <p:contentPart p14:bwMode="auto" r:id="rId15">
            <p14:nvContentPartPr>
              <p14:cNvPr id="1049540" name="墨迹 1049539"/>
              <p14:cNvContentPartPr/>
              <p14:nvPr/>
            </p14:nvContentPartPr>
            <p14:xfrm>
              <a:off x="2411415" y="2952439"/>
              <a:ext cx="13015" cy="468326"/>
            </p14:xfrm>
          </p:contentPart>
        </mc:Choice>
        <mc:Fallback xmlns="">
          <p:sp>
            <p:nvSpPr>
              <p:cNvPr id="1049540" name=""/>
              <p:cNvSpPr/>
              <p:nvPr/>
            </p:nvSpPr>
            <p:spPr>
              <a:xfrm>
                <a:off x="2411415" y="2952439"/>
                <a:ext cx="13015" cy="468326"/>
              </a:xfrm>
            </p:spPr>
          </p:sp>
        </mc:Fallback>
      </mc:AlternateContent>
      <mc:AlternateContent xmlns:mc="http://schemas.openxmlformats.org/markup-compatibility/2006" xmlns:p14="http://schemas.microsoft.com/office/powerpoint/2010/main">
        <mc:Choice Requires="p14">
          <p:contentPart p14:bwMode="auto" r:id="rId16">
            <p14:nvContentPartPr>
              <p14:cNvPr id="1049541" name="墨迹 1049540"/>
              <p14:cNvContentPartPr/>
              <p14:nvPr/>
            </p14:nvContentPartPr>
            <p14:xfrm>
              <a:off x="6938393" y="4125123"/>
              <a:ext cx="178768" cy="260058"/>
            </p14:xfrm>
          </p:contentPart>
        </mc:Choice>
        <mc:Fallback xmlns="">
          <p:sp>
            <p:nvSpPr>
              <p:cNvPr id="1049541" name=""/>
              <p:cNvSpPr/>
              <p:nvPr/>
            </p:nvSpPr>
            <p:spPr>
              <a:xfrm>
                <a:off x="6938393" y="4125123"/>
                <a:ext cx="178768" cy="260058"/>
              </a:xfrm>
            </p:spPr>
          </p:sp>
        </mc:Fallback>
      </mc:AlternateContent>
      <mc:AlternateContent xmlns:mc="http://schemas.openxmlformats.org/markup-compatibility/2006" xmlns:p14="http://schemas.microsoft.com/office/powerpoint/2010/main">
        <mc:Choice Requires="p14">
          <p:contentPart p14:bwMode="auto" r:id="rId17">
            <p14:nvContentPartPr>
              <p14:cNvPr id="1049542" name="墨迹 1049541"/>
              <p14:cNvContentPartPr/>
              <p14:nvPr/>
            </p14:nvContentPartPr>
            <p14:xfrm>
              <a:off x="6991513" y="4270553"/>
              <a:ext cx="50299" cy="536551"/>
            </p14:xfrm>
          </p:contentPart>
        </mc:Choice>
        <mc:Fallback xmlns="">
          <p:sp>
            <p:nvSpPr>
              <p:cNvPr id="1049542" name=""/>
              <p:cNvSpPr/>
              <p:nvPr/>
            </p:nvSpPr>
            <p:spPr>
              <a:xfrm>
                <a:off x="6991513" y="4270553"/>
                <a:ext cx="50299" cy="536551"/>
              </a:xfrm>
            </p:spPr>
          </p:sp>
        </mc:Fallback>
      </mc:AlternateContent>
      <mc:AlternateContent xmlns:mc="http://schemas.openxmlformats.org/markup-compatibility/2006" xmlns:p14="http://schemas.microsoft.com/office/powerpoint/2010/main">
        <mc:Choice Requires="p14">
          <p:contentPart p14:bwMode="auto" r:id="rId18">
            <p14:nvContentPartPr>
              <p14:cNvPr id="1049543" name="墨迹 1049542"/>
              <p14:cNvContentPartPr/>
              <p14:nvPr/>
            </p14:nvContentPartPr>
            <p14:xfrm>
              <a:off x="7121810" y="4006594"/>
              <a:ext cx="146173" cy="441940"/>
            </p14:xfrm>
          </p:contentPart>
        </mc:Choice>
        <mc:Fallback xmlns="">
          <p:sp>
            <p:nvSpPr>
              <p:cNvPr id="1049543" name=""/>
              <p:cNvSpPr/>
              <p:nvPr/>
            </p:nvSpPr>
            <p:spPr>
              <a:xfrm>
                <a:off x="7121810" y="4006594"/>
                <a:ext cx="146173" cy="441940"/>
              </a:xfrm>
            </p:spPr>
          </p:sp>
        </mc:Fallback>
      </mc:AlternateContent>
      <mc:AlternateContent xmlns:mc="http://schemas.openxmlformats.org/markup-compatibility/2006" xmlns:p14="http://schemas.microsoft.com/office/powerpoint/2010/main">
        <mc:Choice Requires="p14">
          <p:contentPart p14:bwMode="auto" r:id="rId19">
            <p14:nvContentPartPr>
              <p14:cNvPr id="1049544" name="墨迹 1049543"/>
              <p14:cNvContentPartPr/>
              <p14:nvPr/>
            </p14:nvContentPartPr>
            <p14:xfrm>
              <a:off x="7129297" y="4275519"/>
              <a:ext cx="192356" cy="179603"/>
            </p14:xfrm>
          </p:contentPart>
        </mc:Choice>
        <mc:Fallback xmlns="">
          <p:sp>
            <p:nvSpPr>
              <p:cNvPr id="1049544" name=""/>
              <p:cNvSpPr/>
              <p:nvPr/>
            </p:nvSpPr>
            <p:spPr>
              <a:xfrm>
                <a:off x="7129297" y="4275519"/>
                <a:ext cx="192356" cy="179603"/>
              </a:xfrm>
            </p:spPr>
          </p:sp>
        </mc:Fallback>
      </mc:AlternateContent>
      <mc:AlternateContent xmlns:mc="http://schemas.openxmlformats.org/markup-compatibility/2006" xmlns:p14="http://schemas.microsoft.com/office/powerpoint/2010/main">
        <mc:Choice Requires="p14">
          <p:contentPart p14:bwMode="auto" r:id="rId20">
            <p14:nvContentPartPr>
              <p14:cNvPr id="1049545" name="墨迹 1049544"/>
              <p14:cNvContentPartPr/>
              <p14:nvPr/>
            </p14:nvContentPartPr>
            <p14:xfrm>
              <a:off x="7125051" y="4311744"/>
              <a:ext cx="151853" cy="385856"/>
            </p14:xfrm>
          </p:contentPart>
        </mc:Choice>
        <mc:Fallback xmlns="">
          <p:sp>
            <p:nvSpPr>
              <p:cNvPr id="1049545" name=""/>
              <p:cNvSpPr/>
              <p:nvPr/>
            </p:nvSpPr>
            <p:spPr>
              <a:xfrm>
                <a:off x="7125051" y="4311744"/>
                <a:ext cx="151853" cy="385856"/>
              </a:xfrm>
            </p:spPr>
          </p:sp>
        </mc:Fallback>
      </mc:AlternateContent>
      <mc:AlternateContent xmlns:mc="http://schemas.openxmlformats.org/markup-compatibility/2006" xmlns:p14="http://schemas.microsoft.com/office/powerpoint/2010/main">
        <mc:Choice Requires="p14">
          <p:contentPart p14:bwMode="auto" r:id="rId21">
            <p14:nvContentPartPr>
              <p14:cNvPr id="1049546" name="墨迹 1049545"/>
              <p14:cNvContentPartPr/>
              <p14:nvPr/>
            </p14:nvContentPartPr>
            <p14:xfrm>
              <a:off x="7104620" y="4490060"/>
              <a:ext cx="300178" cy="164550"/>
            </p14:xfrm>
          </p:contentPart>
        </mc:Choice>
        <mc:Fallback xmlns="">
          <p:sp>
            <p:nvSpPr>
              <p:cNvPr id="1049546" name=""/>
              <p:cNvSpPr/>
              <p:nvPr/>
            </p:nvSpPr>
            <p:spPr>
              <a:xfrm>
                <a:off x="7104620" y="4490060"/>
                <a:ext cx="300178" cy="164550"/>
              </a:xfrm>
            </p:spPr>
          </p:sp>
        </mc:Fallback>
      </mc:AlternateContent>
      <mc:AlternateContent xmlns:mc="http://schemas.openxmlformats.org/markup-compatibility/2006" xmlns:p14="http://schemas.microsoft.com/office/powerpoint/2010/main">
        <mc:Choice Requires="p14">
          <p:contentPart p14:bwMode="auto" r:id="rId22">
            <p14:nvContentPartPr>
              <p14:cNvPr id="1049547" name="墨迹 1049546"/>
              <p14:cNvContentPartPr/>
              <p14:nvPr/>
            </p14:nvContentPartPr>
            <p14:xfrm>
              <a:off x="7461987" y="4098769"/>
              <a:ext cx="164017" cy="63342"/>
            </p14:xfrm>
          </p:contentPart>
        </mc:Choice>
        <mc:Fallback xmlns="">
          <p:sp>
            <p:nvSpPr>
              <p:cNvPr id="1049547" name=""/>
              <p:cNvSpPr/>
              <p:nvPr/>
            </p:nvSpPr>
            <p:spPr>
              <a:xfrm>
                <a:off x="7461987" y="4098769"/>
                <a:ext cx="164017" cy="63342"/>
              </a:xfrm>
            </p:spPr>
          </p:sp>
        </mc:Fallback>
      </mc:AlternateContent>
      <mc:AlternateContent xmlns:mc="http://schemas.openxmlformats.org/markup-compatibility/2006" xmlns:p14="http://schemas.microsoft.com/office/powerpoint/2010/main">
        <mc:Choice Requires="p14">
          <p:contentPart p14:bwMode="auto" r:id="rId23">
            <p14:nvContentPartPr>
              <p14:cNvPr id="1049548" name="墨迹 1049547"/>
              <p14:cNvContentPartPr/>
              <p14:nvPr/>
            </p14:nvContentPartPr>
            <p14:xfrm>
              <a:off x="7552391" y="3996506"/>
              <a:ext cx="9098" cy="264363"/>
            </p14:xfrm>
          </p:contentPart>
        </mc:Choice>
        <mc:Fallback xmlns="">
          <p:sp>
            <p:nvSpPr>
              <p:cNvPr id="1049548" name=""/>
              <p:cNvSpPr/>
              <p:nvPr/>
            </p:nvSpPr>
            <p:spPr>
              <a:xfrm>
                <a:off x="7552391" y="3996506"/>
                <a:ext cx="9098" cy="264363"/>
              </a:xfrm>
            </p:spPr>
          </p:sp>
        </mc:Fallback>
      </mc:AlternateContent>
      <mc:AlternateContent xmlns:mc="http://schemas.openxmlformats.org/markup-compatibility/2006" xmlns:p14="http://schemas.microsoft.com/office/powerpoint/2010/main">
        <mc:Choice Requires="p14">
          <p:contentPart p14:bwMode="auto" r:id="rId24">
            <p14:nvContentPartPr>
              <p14:cNvPr id="1049549" name="墨迹 1049548"/>
              <p14:cNvContentPartPr/>
              <p14:nvPr/>
            </p14:nvContentPartPr>
            <p14:xfrm>
              <a:off x="7444378" y="4209418"/>
              <a:ext cx="237225" cy="172075"/>
            </p14:xfrm>
          </p:contentPart>
        </mc:Choice>
        <mc:Fallback xmlns="">
          <p:sp>
            <p:nvSpPr>
              <p:cNvPr id="1049549" name=""/>
              <p:cNvSpPr/>
              <p:nvPr/>
            </p:nvSpPr>
            <p:spPr>
              <a:xfrm>
                <a:off x="7444378" y="4209418"/>
                <a:ext cx="237225" cy="172075"/>
              </a:xfrm>
            </p:spPr>
          </p:sp>
        </mc:Fallback>
      </mc:AlternateContent>
      <mc:AlternateContent xmlns:mc="http://schemas.openxmlformats.org/markup-compatibility/2006" xmlns:p14="http://schemas.microsoft.com/office/powerpoint/2010/main">
        <mc:Choice Requires="p14">
          <p:contentPart p14:bwMode="auto" r:id="rId25">
            <p14:nvContentPartPr>
              <p14:cNvPr id="1049550" name="墨迹 1049549"/>
              <p14:cNvContentPartPr/>
              <p14:nvPr/>
            </p14:nvContentPartPr>
            <p14:xfrm>
              <a:off x="7498013" y="4326876"/>
              <a:ext cx="116599" cy="313569"/>
            </p14:xfrm>
          </p:contentPart>
        </mc:Choice>
        <mc:Fallback xmlns="">
          <p:sp>
            <p:nvSpPr>
              <p:cNvPr id="1049550" name=""/>
              <p:cNvSpPr/>
              <p:nvPr/>
            </p:nvSpPr>
            <p:spPr>
              <a:xfrm>
                <a:off x="7498013" y="4326876"/>
                <a:ext cx="116599" cy="313569"/>
              </a:xfrm>
            </p:spPr>
          </p:sp>
        </mc:Fallback>
      </mc:AlternateContent>
      <mc:AlternateContent xmlns:mc="http://schemas.openxmlformats.org/markup-compatibility/2006" xmlns:p14="http://schemas.microsoft.com/office/powerpoint/2010/main">
        <mc:Choice Requires="p14">
          <p:contentPart p14:bwMode="auto" r:id="rId26">
            <p14:nvContentPartPr>
              <p14:cNvPr id="1049551" name="墨迹 1049550"/>
              <p14:cNvContentPartPr/>
              <p14:nvPr/>
            </p14:nvContentPartPr>
            <p14:xfrm>
              <a:off x="7432745" y="4506771"/>
              <a:ext cx="90144" cy="148319"/>
            </p14:xfrm>
          </p:contentPart>
        </mc:Choice>
        <mc:Fallback xmlns="">
          <p:sp>
            <p:nvSpPr>
              <p:cNvPr id="1049551" name=""/>
              <p:cNvSpPr/>
              <p:nvPr/>
            </p:nvSpPr>
            <p:spPr>
              <a:xfrm>
                <a:off x="7432745" y="4506771"/>
                <a:ext cx="90144" cy="148319"/>
              </a:xfrm>
            </p:spPr>
          </p:sp>
        </mc:Fallback>
      </mc:AlternateContent>
      <mc:AlternateContent xmlns:mc="http://schemas.openxmlformats.org/markup-compatibility/2006" xmlns:p14="http://schemas.microsoft.com/office/powerpoint/2010/main">
        <mc:Choice Requires="p14">
          <p:contentPart p14:bwMode="auto" r:id="rId27">
            <p14:nvContentPartPr>
              <p14:cNvPr id="1049552" name="墨迹 1049551"/>
              <p14:cNvContentPartPr/>
              <p14:nvPr/>
            </p14:nvContentPartPr>
            <p14:xfrm>
              <a:off x="7729612" y="4482393"/>
              <a:ext cx="111378" cy="194521"/>
            </p14:xfrm>
          </p:contentPart>
        </mc:Choice>
        <mc:Fallback xmlns="">
          <p:sp>
            <p:nvSpPr>
              <p:cNvPr id="1049552" name=""/>
              <p:cNvSpPr/>
              <p:nvPr/>
            </p:nvSpPr>
            <p:spPr>
              <a:xfrm>
                <a:off x="7729612" y="4482393"/>
                <a:ext cx="111378" cy="194521"/>
              </a:xfrm>
            </p:spPr>
          </p:sp>
        </mc:Fallback>
      </mc:AlternateContent>
      <mc:AlternateContent xmlns:mc="http://schemas.openxmlformats.org/markup-compatibility/2006" xmlns:p14="http://schemas.microsoft.com/office/powerpoint/2010/main">
        <mc:Choice Requires="p14">
          <p:contentPart p14:bwMode="auto" r:id="rId28">
            <p14:nvContentPartPr>
              <p14:cNvPr id="1049553" name="墨迹 1049552"/>
              <p14:cNvContentPartPr/>
              <p14:nvPr/>
            </p14:nvContentPartPr>
            <p14:xfrm>
              <a:off x="8058139" y="3900674"/>
              <a:ext cx="2506684" cy="1345576"/>
            </p14:xfrm>
          </p:contentPart>
        </mc:Choice>
        <mc:Fallback xmlns="">
          <p:sp>
            <p:nvSpPr>
              <p:cNvPr id="1049553" name=""/>
              <p:cNvSpPr/>
              <p:nvPr/>
            </p:nvSpPr>
            <p:spPr>
              <a:xfrm>
                <a:off x="8058139" y="3900674"/>
                <a:ext cx="2506684" cy="1345576"/>
              </a:xfrm>
            </p:spPr>
          </p:sp>
        </mc:Fallback>
      </mc:AlternateContent>
      <mc:AlternateContent xmlns:mc="http://schemas.openxmlformats.org/markup-compatibility/2006" xmlns:p14="http://schemas.microsoft.com/office/powerpoint/2010/main">
        <mc:Choice Requires="p14">
          <p:contentPart p14:bwMode="auto" r:id="rId29">
            <p14:nvContentPartPr>
              <p14:cNvPr id="1049554" name="墨迹 1049553"/>
              <p14:cNvContentPartPr/>
              <p14:nvPr/>
            </p14:nvContentPartPr>
            <p14:xfrm>
              <a:off x="11661648" y="6974032"/>
              <a:ext cx="0" cy="0"/>
            </p14:xfrm>
          </p:contentPart>
        </mc:Choice>
        <mc:Fallback xmlns="">
          <p:sp>
            <p:nvSpPr>
              <p:cNvPr id="1049554" name=""/>
              <p:cNvSpPr/>
              <p:nvPr/>
            </p:nvSpPr>
            <p:spPr>
              <a:xfrm>
                <a:off x="11661648" y="6974032"/>
                <a:ext cx="0" cy="0"/>
              </a:xfrm>
            </p:spPr>
          </p:sp>
        </mc:Fallback>
      </mc:AlternateContent>
      <mc:AlternateContent xmlns:mc="http://schemas.openxmlformats.org/markup-compatibility/2006" xmlns:p14="http://schemas.microsoft.com/office/powerpoint/2010/main">
        <mc:Choice Requires="p14">
          <p:contentPart p14:bwMode="auto" r:id="rId30">
            <p14:nvContentPartPr>
              <p14:cNvPr id="1049555" name="墨迹 1049554"/>
              <p14:cNvContentPartPr/>
              <p14:nvPr/>
            </p14:nvContentPartPr>
            <p14:xfrm>
              <a:off x="11532981" y="6711754"/>
              <a:ext cx="0" cy="0"/>
            </p14:xfrm>
          </p:contentPart>
        </mc:Choice>
        <mc:Fallback xmlns="">
          <p:sp>
            <p:nvSpPr>
              <p:cNvPr id="1049555" name=""/>
              <p:cNvSpPr/>
              <p:nvPr/>
            </p:nvSpPr>
            <p:spPr>
              <a:xfrm>
                <a:off x="11532981" y="6711754"/>
                <a:ext cx="0" cy="0"/>
              </a:xfrm>
            </p:spPr>
          </p:sp>
        </mc:Fallback>
      </mc:AlternateContent>
      <mc:AlternateContent xmlns:mc="http://schemas.openxmlformats.org/markup-compatibility/2006" xmlns:p14="http://schemas.microsoft.com/office/powerpoint/2010/main">
        <mc:Choice Requires="p14">
          <p:contentPart p14:bwMode="auto" r:id="rId31">
            <p14:nvContentPartPr>
              <p14:cNvPr id="1049556" name="墨迹 1049555"/>
              <p14:cNvContentPartPr/>
              <p14:nvPr/>
            </p14:nvContentPartPr>
            <p14:xfrm>
              <a:off x="7053687" y="5505652"/>
              <a:ext cx="274142" cy="465387"/>
            </p14:xfrm>
          </p:contentPart>
        </mc:Choice>
        <mc:Fallback xmlns="">
          <p:sp>
            <p:nvSpPr>
              <p:cNvPr id="1049556" name=""/>
              <p:cNvSpPr/>
              <p:nvPr/>
            </p:nvSpPr>
            <p:spPr>
              <a:xfrm>
                <a:off x="7053687" y="5505652"/>
                <a:ext cx="274142" cy="465387"/>
              </a:xfrm>
            </p:spPr>
          </p:sp>
        </mc:Fallback>
      </mc:AlternateContent>
      <mc:AlternateContent xmlns:mc="http://schemas.openxmlformats.org/markup-compatibility/2006" xmlns:p14="http://schemas.microsoft.com/office/powerpoint/2010/main">
        <mc:Choice Requires="p14">
          <p:contentPart p14:bwMode="auto" r:id="rId32">
            <p14:nvContentPartPr>
              <p14:cNvPr id="1049557" name="墨迹 1049556"/>
              <p14:cNvContentPartPr/>
              <p14:nvPr/>
            </p14:nvContentPartPr>
            <p14:xfrm>
              <a:off x="7071700" y="5639980"/>
              <a:ext cx="194491" cy="217502"/>
            </p14:xfrm>
          </p:contentPart>
        </mc:Choice>
        <mc:Fallback xmlns="">
          <p:sp>
            <p:nvSpPr>
              <p:cNvPr id="1049557" name=""/>
              <p:cNvSpPr/>
              <p:nvPr/>
            </p:nvSpPr>
            <p:spPr>
              <a:xfrm>
                <a:off x="7071700" y="5639980"/>
                <a:ext cx="194491" cy="217502"/>
              </a:xfrm>
            </p:spPr>
          </p:sp>
        </mc:Fallback>
      </mc:AlternateContent>
      <mc:AlternateContent xmlns:mc="http://schemas.openxmlformats.org/markup-compatibility/2006" xmlns:p14="http://schemas.microsoft.com/office/powerpoint/2010/main">
        <mc:Choice Requires="p14">
          <p:contentPart p14:bwMode="auto" r:id="rId33">
            <p14:nvContentPartPr>
              <p14:cNvPr id="1049558" name="墨迹 1049557"/>
              <p14:cNvContentPartPr/>
              <p14:nvPr/>
            </p14:nvContentPartPr>
            <p14:xfrm>
              <a:off x="7100373" y="5603799"/>
              <a:ext cx="104281" cy="482344"/>
            </p14:xfrm>
          </p:contentPart>
        </mc:Choice>
        <mc:Fallback xmlns="">
          <p:sp>
            <p:nvSpPr>
              <p:cNvPr id="1049558" name=""/>
              <p:cNvSpPr/>
              <p:nvPr/>
            </p:nvSpPr>
            <p:spPr>
              <a:xfrm>
                <a:off x="7100373" y="5603799"/>
                <a:ext cx="104281" cy="482344"/>
              </a:xfrm>
            </p:spPr>
          </p:sp>
        </mc:Fallback>
      </mc:AlternateContent>
      <mc:AlternateContent xmlns:mc="http://schemas.openxmlformats.org/markup-compatibility/2006" xmlns:p14="http://schemas.microsoft.com/office/powerpoint/2010/main">
        <mc:Choice Requires="p14">
          <p:contentPart p14:bwMode="auto" r:id="rId34">
            <p14:nvContentPartPr>
              <p14:cNvPr id="1049559" name="墨迹 1049558"/>
              <p14:cNvContentPartPr/>
              <p14:nvPr/>
            </p14:nvContentPartPr>
            <p14:xfrm>
              <a:off x="7400227" y="5455006"/>
              <a:ext cx="14328" cy="685491"/>
            </p14:xfrm>
          </p:contentPart>
        </mc:Choice>
        <mc:Fallback xmlns="">
          <p:sp>
            <p:nvSpPr>
              <p:cNvPr id="1049559" name=""/>
              <p:cNvSpPr/>
              <p:nvPr/>
            </p:nvSpPr>
            <p:spPr>
              <a:xfrm>
                <a:off x="7400227" y="5455006"/>
                <a:ext cx="14328" cy="685491"/>
              </a:xfrm>
            </p:spPr>
          </p:sp>
        </mc:Fallback>
      </mc:AlternateContent>
      <mc:AlternateContent xmlns:mc="http://schemas.openxmlformats.org/markup-compatibility/2006" xmlns:p14="http://schemas.microsoft.com/office/powerpoint/2010/main">
        <mc:Choice Requires="p14">
          <p:contentPart p14:bwMode="auto" r:id="rId35">
            <p14:nvContentPartPr>
              <p14:cNvPr id="1049560" name="墨迹 1049559"/>
              <p14:cNvContentPartPr/>
              <p14:nvPr/>
            </p14:nvContentPartPr>
            <p14:xfrm>
              <a:off x="7395081" y="5386623"/>
              <a:ext cx="292717" cy="403999"/>
            </p14:xfrm>
          </p:contentPart>
        </mc:Choice>
        <mc:Fallback xmlns="">
          <p:sp>
            <p:nvSpPr>
              <p:cNvPr id="1049560" name=""/>
              <p:cNvSpPr/>
              <p:nvPr/>
            </p:nvSpPr>
            <p:spPr>
              <a:xfrm>
                <a:off x="7395081" y="5386623"/>
                <a:ext cx="292717" cy="403999"/>
              </a:xfrm>
            </p:spPr>
          </p:sp>
        </mc:Fallback>
      </mc:AlternateContent>
      <mc:AlternateContent xmlns:mc="http://schemas.openxmlformats.org/markup-compatibility/2006" xmlns:p14="http://schemas.microsoft.com/office/powerpoint/2010/main">
        <mc:Choice Requires="p14">
          <p:contentPart p14:bwMode="auto" r:id="rId36">
            <p14:nvContentPartPr>
              <p14:cNvPr id="1049561" name="墨迹 1049560"/>
              <p14:cNvContentPartPr/>
              <p14:nvPr/>
            </p14:nvContentPartPr>
            <p14:xfrm>
              <a:off x="7920057" y="5516373"/>
              <a:ext cx="327271" cy="238242"/>
            </p14:xfrm>
          </p:contentPart>
        </mc:Choice>
        <mc:Fallback xmlns="">
          <p:sp>
            <p:nvSpPr>
              <p:cNvPr id="1049561" name=""/>
              <p:cNvSpPr/>
              <p:nvPr/>
            </p:nvSpPr>
            <p:spPr>
              <a:xfrm>
                <a:off x="7920057" y="5516373"/>
                <a:ext cx="327271" cy="238242"/>
              </a:xfrm>
            </p:spPr>
          </p:sp>
        </mc:Fallback>
      </mc:AlternateContent>
      <mc:AlternateContent xmlns:mc="http://schemas.openxmlformats.org/markup-compatibility/2006" xmlns:p14="http://schemas.microsoft.com/office/powerpoint/2010/main">
        <mc:Choice Requires="p14">
          <p:contentPart p14:bwMode="auto" r:id="rId37">
            <p14:nvContentPartPr>
              <p14:cNvPr id="1049562" name="墨迹 1049561"/>
              <p14:cNvContentPartPr/>
              <p14:nvPr/>
            </p14:nvContentPartPr>
            <p14:xfrm>
              <a:off x="8264740" y="5496675"/>
              <a:ext cx="219712" cy="210872"/>
            </p14:xfrm>
          </p:contentPart>
        </mc:Choice>
        <mc:Fallback xmlns="">
          <p:sp>
            <p:nvSpPr>
              <p:cNvPr id="1049562" name=""/>
              <p:cNvSpPr/>
              <p:nvPr/>
            </p:nvSpPr>
            <p:spPr>
              <a:xfrm>
                <a:off x="8264740" y="5496675"/>
                <a:ext cx="219712" cy="210872"/>
              </a:xfrm>
            </p:spPr>
          </p:sp>
        </mc:Fallback>
      </mc:AlternateContent>
      <mc:AlternateContent xmlns:mc="http://schemas.openxmlformats.org/markup-compatibility/2006" xmlns:p14="http://schemas.microsoft.com/office/powerpoint/2010/main">
        <mc:Choice Requires="p14">
          <p:contentPart p14:bwMode="auto" r:id="rId38">
            <p14:nvContentPartPr>
              <p14:cNvPr id="1049563" name="墨迹 1049562"/>
              <p14:cNvContentPartPr/>
              <p14:nvPr/>
            </p14:nvContentPartPr>
            <p14:xfrm>
              <a:off x="8517049" y="5492835"/>
              <a:ext cx="181848" cy="185106"/>
            </p14:xfrm>
          </p:contentPart>
        </mc:Choice>
        <mc:Fallback xmlns="">
          <p:sp>
            <p:nvSpPr>
              <p:cNvPr id="1049563" name=""/>
              <p:cNvSpPr/>
              <p:nvPr/>
            </p:nvSpPr>
            <p:spPr>
              <a:xfrm>
                <a:off x="8517049" y="5492835"/>
                <a:ext cx="181848" cy="185106"/>
              </a:xfrm>
            </p:spPr>
          </p:sp>
        </mc:Fallback>
      </mc:AlternateContent>
      <mc:AlternateContent xmlns:mc="http://schemas.openxmlformats.org/markup-compatibility/2006" xmlns:p14="http://schemas.microsoft.com/office/powerpoint/2010/main">
        <mc:Choice Requires="p14">
          <p:contentPart p14:bwMode="auto" r:id="rId39">
            <p14:nvContentPartPr>
              <p14:cNvPr id="1049564" name="墨迹 1049563"/>
              <p14:cNvContentPartPr/>
              <p14:nvPr/>
            </p14:nvContentPartPr>
            <p14:xfrm>
              <a:off x="8410082" y="5460891"/>
              <a:ext cx="297391" cy="384893"/>
            </p14:xfrm>
          </p:contentPart>
        </mc:Choice>
        <mc:Fallback xmlns="">
          <p:sp>
            <p:nvSpPr>
              <p:cNvPr id="1049564" name=""/>
              <p:cNvSpPr/>
              <p:nvPr/>
            </p:nvSpPr>
            <p:spPr>
              <a:xfrm>
                <a:off x="8410082" y="5460891"/>
                <a:ext cx="297391" cy="384893"/>
              </a:xfrm>
            </p:spPr>
          </p:sp>
        </mc:Fallback>
      </mc:AlternateContent>
      <mc:AlternateContent xmlns:mc="http://schemas.openxmlformats.org/markup-compatibility/2006" xmlns:p14="http://schemas.microsoft.com/office/powerpoint/2010/main">
        <mc:Choice Requires="p14">
          <p:contentPart p14:bwMode="auto" r:id="rId40">
            <p14:nvContentPartPr>
              <p14:cNvPr id="1049565" name="墨迹 1049564"/>
              <p14:cNvContentPartPr/>
              <p14:nvPr/>
            </p14:nvContentPartPr>
            <p14:xfrm>
              <a:off x="11937850" y="7739010"/>
              <a:ext cx="0" cy="0"/>
            </p14:xfrm>
          </p:contentPart>
        </mc:Choice>
        <mc:Fallback xmlns="">
          <p:sp>
            <p:nvSpPr>
              <p:cNvPr id="1049565" name=""/>
              <p:cNvSpPr/>
              <p:nvPr/>
            </p:nvSpPr>
            <p:spPr>
              <a:xfrm>
                <a:off x="11937850" y="7739010"/>
                <a:ext cx="0" cy="0"/>
              </a:xfrm>
            </p:spPr>
          </p:sp>
        </mc:Fallback>
      </mc:AlternateContent>
      <mc:AlternateContent xmlns:mc="http://schemas.openxmlformats.org/markup-compatibility/2006" xmlns:p14="http://schemas.microsoft.com/office/powerpoint/2010/main">
        <mc:Choice Requires="p14">
          <p:contentPart p14:bwMode="auto" r:id="rId41">
            <p14:nvContentPartPr>
              <p14:cNvPr id="1049566" name="墨迹 1049565"/>
              <p14:cNvContentPartPr/>
              <p14:nvPr/>
            </p14:nvContentPartPr>
            <p14:xfrm>
              <a:off x="8895327" y="5370943"/>
              <a:ext cx="33807" cy="175726"/>
            </p14:xfrm>
          </p:contentPart>
        </mc:Choice>
        <mc:Fallback xmlns="">
          <p:sp>
            <p:nvSpPr>
              <p:cNvPr id="1049566" name=""/>
              <p:cNvSpPr/>
              <p:nvPr/>
            </p:nvSpPr>
            <p:spPr>
              <a:xfrm>
                <a:off x="8895327" y="5370943"/>
                <a:ext cx="33807" cy="175726"/>
              </a:xfrm>
            </p:spPr>
          </p:sp>
        </mc:Fallback>
      </mc:AlternateContent>
      <mc:AlternateContent xmlns:mc="http://schemas.openxmlformats.org/markup-compatibility/2006" xmlns:p14="http://schemas.microsoft.com/office/powerpoint/2010/main">
        <mc:Choice Requires="p14">
          <p:contentPart p14:bwMode="auto" r:id="rId42">
            <p14:nvContentPartPr>
              <p14:cNvPr id="1049567" name="墨迹 1049566"/>
              <p14:cNvContentPartPr/>
              <p14:nvPr/>
            </p14:nvContentPartPr>
            <p14:xfrm>
              <a:off x="8805494" y="5370141"/>
              <a:ext cx="299979" cy="424590"/>
            </p14:xfrm>
          </p:contentPart>
        </mc:Choice>
        <mc:Fallback xmlns="">
          <p:sp>
            <p:nvSpPr>
              <p:cNvPr id="1049567" name=""/>
              <p:cNvSpPr/>
              <p:nvPr/>
            </p:nvSpPr>
            <p:spPr>
              <a:xfrm>
                <a:off x="8805494" y="5370141"/>
                <a:ext cx="299979" cy="424590"/>
              </a:xfrm>
            </p:spPr>
          </p:sp>
        </mc:Fallback>
      </mc:AlternateContent>
      <mc:AlternateContent xmlns:mc="http://schemas.openxmlformats.org/markup-compatibility/2006" xmlns:p14="http://schemas.microsoft.com/office/powerpoint/2010/main">
        <mc:Choice Requires="p14">
          <p:contentPart p14:bwMode="auto" r:id="rId43">
            <p14:nvContentPartPr>
              <p14:cNvPr id="1049568" name="墨迹 1049567"/>
              <p14:cNvContentPartPr/>
              <p14:nvPr/>
            </p14:nvContentPartPr>
            <p14:xfrm>
              <a:off x="8895327" y="5719807"/>
              <a:ext cx="407689" cy="148756"/>
            </p14:xfrm>
          </p:contentPart>
        </mc:Choice>
        <mc:Fallback xmlns="">
          <p:sp>
            <p:nvSpPr>
              <p:cNvPr id="1049568" name=""/>
              <p:cNvSpPr/>
              <p:nvPr/>
            </p:nvSpPr>
            <p:spPr>
              <a:xfrm>
                <a:off x="8895327" y="5719807"/>
                <a:ext cx="407689" cy="148756"/>
              </a:xfrm>
            </p:spPr>
          </p:sp>
        </mc:Fallback>
      </mc:AlternateContent>
      <mc:AlternateContent xmlns:mc="http://schemas.openxmlformats.org/markup-compatibility/2006" xmlns:p14="http://schemas.microsoft.com/office/powerpoint/2010/main">
        <mc:Choice Requires="p14">
          <p:contentPart p14:bwMode="auto" r:id="rId44">
            <p14:nvContentPartPr>
              <p14:cNvPr id="1049569" name="墨迹 1049568"/>
              <p14:cNvContentPartPr/>
              <p14:nvPr/>
            </p14:nvContentPartPr>
            <p14:xfrm>
              <a:off x="9232433" y="5370008"/>
              <a:ext cx="297260" cy="83317"/>
            </p14:xfrm>
          </p:contentPart>
        </mc:Choice>
        <mc:Fallback xmlns="">
          <p:sp>
            <p:nvSpPr>
              <p:cNvPr id="1049569" name=""/>
              <p:cNvSpPr/>
              <p:nvPr/>
            </p:nvSpPr>
            <p:spPr>
              <a:xfrm>
                <a:off x="9232433" y="5370008"/>
                <a:ext cx="297260" cy="83317"/>
              </a:xfrm>
            </p:spPr>
          </p:sp>
        </mc:Fallback>
      </mc:AlternateContent>
      <mc:AlternateContent xmlns:mc="http://schemas.openxmlformats.org/markup-compatibility/2006" xmlns:p14="http://schemas.microsoft.com/office/powerpoint/2010/main">
        <mc:Choice Requires="p14">
          <p:contentPart p14:bwMode="auto" r:id="rId45">
            <p14:nvContentPartPr>
              <p14:cNvPr id="1049570" name="墨迹 1049569"/>
              <p14:cNvContentPartPr/>
              <p14:nvPr/>
            </p14:nvContentPartPr>
            <p14:xfrm>
              <a:off x="9241562" y="5412134"/>
              <a:ext cx="225900" cy="300699"/>
            </p14:xfrm>
          </p:contentPart>
        </mc:Choice>
        <mc:Fallback xmlns="">
          <p:sp>
            <p:nvSpPr>
              <p:cNvPr id="1049570" name=""/>
              <p:cNvSpPr/>
              <p:nvPr/>
            </p:nvSpPr>
            <p:spPr>
              <a:xfrm>
                <a:off x="9241562" y="5412134"/>
                <a:ext cx="225900" cy="300699"/>
              </a:xfrm>
            </p:spPr>
          </p:sp>
        </mc:Fallback>
      </mc:AlternateContent>
      <mc:AlternateContent xmlns:mc="http://schemas.openxmlformats.org/markup-compatibility/2006" xmlns:p14="http://schemas.microsoft.com/office/powerpoint/2010/main">
        <mc:Choice Requires="p14">
          <p:contentPart p14:bwMode="auto" r:id="rId46">
            <p14:nvContentPartPr>
              <p14:cNvPr id="1049571" name="墨迹 1049570"/>
              <p14:cNvContentPartPr/>
              <p14:nvPr/>
            </p14:nvContentPartPr>
            <p14:xfrm>
              <a:off x="9411707" y="5531504"/>
              <a:ext cx="34595" cy="238926"/>
            </p14:xfrm>
          </p:contentPart>
        </mc:Choice>
        <mc:Fallback xmlns="">
          <p:sp>
            <p:nvSpPr>
              <p:cNvPr id="1049571" name=""/>
              <p:cNvSpPr/>
              <p:nvPr/>
            </p:nvSpPr>
            <p:spPr>
              <a:xfrm>
                <a:off x="9411707" y="5531504"/>
                <a:ext cx="34595" cy="238926"/>
              </a:xfrm>
            </p:spPr>
          </p:sp>
        </mc:Fallback>
      </mc:AlternateContent>
      <mc:AlternateContent xmlns:mc="http://schemas.openxmlformats.org/markup-compatibility/2006" xmlns:p14="http://schemas.microsoft.com/office/powerpoint/2010/main">
        <mc:Choice Requires="p14">
          <p:contentPart p14:bwMode="auto" r:id="rId47">
            <p14:nvContentPartPr>
              <p14:cNvPr id="1049572" name="墨迹 1049571"/>
              <p14:cNvContentPartPr/>
              <p14:nvPr/>
            </p14:nvContentPartPr>
            <p14:xfrm>
              <a:off x="9513781" y="5533186"/>
              <a:ext cx="58311" cy="180807"/>
            </p14:xfrm>
          </p:contentPart>
        </mc:Choice>
        <mc:Fallback xmlns="">
          <p:sp>
            <p:nvSpPr>
              <p:cNvPr id="1049572" name=""/>
              <p:cNvSpPr/>
              <p:nvPr/>
            </p:nvSpPr>
            <p:spPr>
              <a:xfrm>
                <a:off x="9513781" y="5533186"/>
                <a:ext cx="58311" cy="180807"/>
              </a:xfrm>
            </p:spPr>
          </p:sp>
        </mc:Fallback>
      </mc:AlternateContent>
      <mc:AlternateContent xmlns:mc="http://schemas.openxmlformats.org/markup-compatibility/2006" xmlns:p14="http://schemas.microsoft.com/office/powerpoint/2010/main">
        <mc:Choice Requires="p14">
          <p:contentPart p14:bwMode="auto" r:id="rId48">
            <p14:nvContentPartPr>
              <p14:cNvPr id="1049573" name="墨迹 1049572"/>
              <p14:cNvContentPartPr/>
              <p14:nvPr/>
            </p14:nvContentPartPr>
            <p14:xfrm>
              <a:off x="9771113" y="5304534"/>
              <a:ext cx="45407" cy="127843"/>
            </p14:xfrm>
          </p:contentPart>
        </mc:Choice>
        <mc:Fallback xmlns="">
          <p:sp>
            <p:nvSpPr>
              <p:cNvPr id="1049573" name=""/>
              <p:cNvSpPr/>
              <p:nvPr/>
            </p:nvSpPr>
            <p:spPr>
              <a:xfrm>
                <a:off x="9771113" y="5304534"/>
                <a:ext cx="45407" cy="127843"/>
              </a:xfrm>
            </p:spPr>
          </p:sp>
        </mc:Fallback>
      </mc:AlternateContent>
      <mc:AlternateContent xmlns:mc="http://schemas.openxmlformats.org/markup-compatibility/2006" xmlns:p14="http://schemas.microsoft.com/office/powerpoint/2010/main">
        <mc:Choice Requires="p14">
          <p:contentPart p14:bwMode="auto" r:id="rId49">
            <p14:nvContentPartPr>
              <p14:cNvPr id="1049574" name="墨迹 1049573"/>
              <p14:cNvContentPartPr/>
              <p14:nvPr/>
            </p14:nvContentPartPr>
            <p14:xfrm>
              <a:off x="9597349" y="5279663"/>
              <a:ext cx="403651" cy="461717"/>
            </p14:xfrm>
          </p:contentPart>
        </mc:Choice>
        <mc:Fallback xmlns="">
          <p:sp>
            <p:nvSpPr>
              <p:cNvPr id="1049574" name=""/>
              <p:cNvSpPr/>
              <p:nvPr/>
            </p:nvSpPr>
            <p:spPr>
              <a:xfrm>
                <a:off x="9597349" y="5279663"/>
                <a:ext cx="403651" cy="461717"/>
              </a:xfrm>
            </p:spPr>
          </p:sp>
        </mc:Fallback>
      </mc:AlternateContent>
      <mc:AlternateContent xmlns:mc="http://schemas.openxmlformats.org/markup-compatibility/2006" xmlns:p14="http://schemas.microsoft.com/office/powerpoint/2010/main">
        <mc:Choice Requires="p14">
          <p:contentPart p14:bwMode="auto" r:id="rId50">
            <p14:nvContentPartPr>
              <p14:cNvPr id="1049575" name="墨迹 1049574"/>
              <p14:cNvContentPartPr/>
              <p14:nvPr/>
            </p14:nvContentPartPr>
            <p14:xfrm>
              <a:off x="9666465" y="5653494"/>
              <a:ext cx="606512" cy="234263"/>
            </p14:xfrm>
          </p:contentPart>
        </mc:Choice>
        <mc:Fallback xmlns="">
          <p:sp>
            <p:nvSpPr>
              <p:cNvPr id="1049575" name=""/>
              <p:cNvSpPr/>
              <p:nvPr/>
            </p:nvSpPr>
            <p:spPr>
              <a:xfrm>
                <a:off x="9666465" y="5653494"/>
                <a:ext cx="606512" cy="234263"/>
              </a:xfrm>
            </p:spPr>
          </p:sp>
        </mc:Fallback>
      </mc:AlternateContent>
      <mc:AlternateContent xmlns:mc="http://schemas.openxmlformats.org/markup-compatibility/2006" xmlns:p14="http://schemas.microsoft.com/office/powerpoint/2010/main">
        <mc:Choice Requires="p14">
          <p:contentPart p14:bwMode="auto" r:id="rId51">
            <p14:nvContentPartPr>
              <p14:cNvPr id="1049576" name="墨迹 1049575"/>
              <p14:cNvContentPartPr/>
              <p14:nvPr/>
            </p14:nvContentPartPr>
            <p14:xfrm>
              <a:off x="11265595" y="4831256"/>
              <a:ext cx="98404" cy="161683"/>
            </p14:xfrm>
          </p:contentPart>
        </mc:Choice>
        <mc:Fallback xmlns="">
          <p:sp>
            <p:nvSpPr>
              <p:cNvPr id="1049576" name=""/>
              <p:cNvSpPr/>
              <p:nvPr/>
            </p:nvSpPr>
            <p:spPr>
              <a:xfrm>
                <a:off x="11265595" y="4831256"/>
                <a:ext cx="98404" cy="161683"/>
              </a:xfrm>
            </p:spPr>
          </p:sp>
        </mc:Fallback>
      </mc:AlternateContent>
      <mc:AlternateContent xmlns:mc="http://schemas.openxmlformats.org/markup-compatibility/2006" xmlns:p14="http://schemas.microsoft.com/office/powerpoint/2010/main">
        <mc:Choice Requires="p14">
          <p:contentPart p14:bwMode="auto" r:id="rId52">
            <p14:nvContentPartPr>
              <p14:cNvPr id="1049577" name="墨迹 1049576"/>
              <p14:cNvContentPartPr/>
              <p14:nvPr/>
            </p14:nvContentPartPr>
            <p14:xfrm>
              <a:off x="11094271" y="5141450"/>
              <a:ext cx="110182" cy="241737"/>
            </p14:xfrm>
          </p:contentPart>
        </mc:Choice>
        <mc:Fallback xmlns="">
          <p:sp>
            <p:nvSpPr>
              <p:cNvPr id="1049577" name=""/>
              <p:cNvSpPr/>
              <p:nvPr/>
            </p:nvSpPr>
            <p:spPr>
              <a:xfrm>
                <a:off x="11094271" y="5141450"/>
                <a:ext cx="110182" cy="241737"/>
              </a:xfrm>
            </p:spPr>
          </p:sp>
        </mc:Fallback>
      </mc:AlternateContent>
      <mc:AlternateContent xmlns:mc="http://schemas.openxmlformats.org/markup-compatibility/2006" xmlns:p14="http://schemas.microsoft.com/office/powerpoint/2010/main">
        <mc:Choice Requires="p14">
          <p:contentPart p14:bwMode="auto" r:id="rId53">
            <p14:nvContentPartPr>
              <p14:cNvPr id="1049578" name="墨迹 1049577"/>
              <p14:cNvContentPartPr/>
              <p14:nvPr/>
            </p14:nvContentPartPr>
            <p14:xfrm>
              <a:off x="10922073" y="5478544"/>
              <a:ext cx="146852" cy="260536"/>
            </p14:xfrm>
          </p:contentPart>
        </mc:Choice>
        <mc:Fallback xmlns="">
          <p:sp>
            <p:nvSpPr>
              <p:cNvPr id="1049578" name=""/>
              <p:cNvSpPr/>
              <p:nvPr/>
            </p:nvSpPr>
            <p:spPr>
              <a:xfrm>
                <a:off x="10922073" y="5478544"/>
                <a:ext cx="146852" cy="260536"/>
              </a:xfrm>
            </p:spPr>
          </p:sp>
        </mc:Fallback>
      </mc:AlternateContent>
      <mc:AlternateContent xmlns:mc="http://schemas.openxmlformats.org/markup-compatibility/2006" xmlns:p14="http://schemas.microsoft.com/office/powerpoint/2010/main">
        <mc:Choice Requires="p14">
          <p:contentPart p14:bwMode="auto" r:id="rId54">
            <p14:nvContentPartPr>
              <p14:cNvPr id="1049579" name="墨迹 1049578"/>
              <p14:cNvContentPartPr/>
              <p14:nvPr/>
            </p14:nvContentPartPr>
            <p14:xfrm>
              <a:off x="10736204" y="5978722"/>
              <a:ext cx="70242" cy="137452"/>
            </p14:xfrm>
          </p:contentPart>
        </mc:Choice>
        <mc:Fallback xmlns="">
          <p:sp>
            <p:nvSpPr>
              <p:cNvPr id="1049579" name=""/>
              <p:cNvSpPr/>
              <p:nvPr/>
            </p:nvSpPr>
            <p:spPr>
              <a:xfrm>
                <a:off x="10736204" y="5978722"/>
                <a:ext cx="70242" cy="137452"/>
              </a:xfrm>
            </p:spPr>
          </p:sp>
        </mc:Fallback>
      </mc:AlternateContent>
      <mc:AlternateContent xmlns:mc="http://schemas.openxmlformats.org/markup-compatibility/2006" xmlns:p14="http://schemas.microsoft.com/office/powerpoint/2010/main">
        <mc:Choice Requires="p14">
          <p:contentPart p14:bwMode="auto" r:id="rId55">
            <p14:nvContentPartPr>
              <p14:cNvPr id="1049580" name="墨迹 1049579"/>
              <p14:cNvContentPartPr/>
              <p14:nvPr/>
            </p14:nvContentPartPr>
            <p14:xfrm>
              <a:off x="11158134" y="5375146"/>
              <a:ext cx="191423" cy="238068"/>
            </p14:xfrm>
          </p:contentPart>
        </mc:Choice>
        <mc:Fallback xmlns="">
          <p:sp>
            <p:nvSpPr>
              <p:cNvPr id="1049580" name=""/>
              <p:cNvSpPr/>
              <p:nvPr/>
            </p:nvSpPr>
            <p:spPr>
              <a:xfrm>
                <a:off x="11158134" y="5375146"/>
                <a:ext cx="191423" cy="238068"/>
              </a:xfrm>
            </p:spPr>
          </p:sp>
        </mc:Fallback>
      </mc:AlternateContent>
      <mc:AlternateContent xmlns:mc="http://schemas.openxmlformats.org/markup-compatibility/2006" xmlns:p14="http://schemas.microsoft.com/office/powerpoint/2010/main">
        <mc:Choice Requires="p14">
          <p:contentPart p14:bwMode="auto" r:id="rId56">
            <p14:nvContentPartPr>
              <p14:cNvPr id="1049581" name="墨迹 1049580"/>
              <p14:cNvContentPartPr/>
              <p14:nvPr/>
            </p14:nvContentPartPr>
            <p14:xfrm>
              <a:off x="10822744" y="7205206"/>
              <a:ext cx="0" cy="0"/>
            </p14:xfrm>
          </p:contentPart>
        </mc:Choice>
        <mc:Fallback xmlns="">
          <p:sp>
            <p:nvSpPr>
              <p:cNvPr id="1049581" name=""/>
              <p:cNvSpPr/>
              <p:nvPr/>
            </p:nvSpPr>
            <p:spPr>
              <a:xfrm>
                <a:off x="10822744" y="7205206"/>
                <a:ext cx="0" cy="0"/>
              </a:xfrm>
            </p:spPr>
          </p:sp>
        </mc:Fallback>
      </mc:AlternateContent>
      <mc:AlternateContent xmlns:mc="http://schemas.openxmlformats.org/markup-compatibility/2006" xmlns:p14="http://schemas.microsoft.com/office/powerpoint/2010/main">
        <mc:Choice Requires="p14">
          <p:contentPart p14:bwMode="auto" r:id="rId57">
            <p14:nvContentPartPr>
              <p14:cNvPr id="1049582" name="墨迹 1049581"/>
              <p14:cNvContentPartPr/>
              <p14:nvPr/>
            </p14:nvContentPartPr>
            <p14:xfrm>
              <a:off x="8457697" y="6415361"/>
              <a:ext cx="0" cy="0"/>
            </p14:xfrm>
          </p:contentPart>
        </mc:Choice>
        <mc:Fallback xmlns="">
          <p:sp>
            <p:nvSpPr>
              <p:cNvPr id="1049582" name=""/>
              <p:cNvSpPr/>
              <p:nvPr/>
            </p:nvSpPr>
            <p:spPr>
              <a:xfrm>
                <a:off x="8457697" y="6415361"/>
                <a:ext cx="0" cy="0"/>
              </a:xfrm>
            </p:spPr>
          </p:sp>
        </mc:Fallback>
      </mc:AlternateContent>
      <mc:AlternateContent xmlns:mc="http://schemas.openxmlformats.org/markup-compatibility/2006" xmlns:p14="http://schemas.microsoft.com/office/powerpoint/2010/main">
        <mc:Choice Requires="p14">
          <p:contentPart p14:bwMode="auto" r:id="rId58">
            <p14:nvContentPartPr>
              <p14:cNvPr id="1049583" name="墨迹 1049582"/>
              <p14:cNvContentPartPr/>
              <p14:nvPr/>
            </p14:nvContentPartPr>
            <p14:xfrm>
              <a:off x="4110238" y="-1907304"/>
              <a:ext cx="0" cy="0"/>
            </p14:xfrm>
          </p:contentPart>
        </mc:Choice>
        <mc:Fallback xmlns="">
          <p:sp>
            <p:nvSpPr>
              <p:cNvPr id="1049583" name=""/>
              <p:cNvSpPr/>
              <p:nvPr/>
            </p:nvSpPr>
            <p:spPr>
              <a:xfrm>
                <a:off x="4110238" y="-1907304"/>
                <a:ext cx="0" cy="0"/>
              </a:xfrm>
            </p:spPr>
          </p:sp>
        </mc:Fallback>
      </mc:AlternateContent>
      <mc:AlternateContent xmlns:mc="http://schemas.openxmlformats.org/markup-compatibility/2006" xmlns:p14="http://schemas.microsoft.com/office/powerpoint/2010/main">
        <mc:Choice Requires="p14">
          <p:contentPart p14:bwMode="auto" r:id="rId59">
            <p14:nvContentPartPr>
              <p14:cNvPr id="1049584" name="墨迹 1049583"/>
              <p14:cNvContentPartPr/>
              <p14:nvPr/>
            </p14:nvContentPartPr>
            <p14:xfrm>
              <a:off x="4202356" y="903753"/>
              <a:ext cx="238173" cy="101837"/>
            </p14:xfrm>
          </p:contentPart>
        </mc:Choice>
        <mc:Fallback xmlns="">
          <p:sp>
            <p:nvSpPr>
              <p:cNvPr id="1049584" name=""/>
              <p:cNvSpPr/>
              <p:nvPr/>
            </p:nvSpPr>
            <p:spPr>
              <a:xfrm>
                <a:off x="4202356" y="903753"/>
                <a:ext cx="238173" cy="101837"/>
              </a:xfrm>
            </p:spPr>
          </p:sp>
        </mc:Fallback>
      </mc:AlternateContent>
      <mc:AlternateContent xmlns:mc="http://schemas.openxmlformats.org/markup-compatibility/2006" xmlns:p14="http://schemas.microsoft.com/office/powerpoint/2010/main">
        <mc:Choice Requires="p14">
          <p:contentPart p14:bwMode="auto" r:id="rId60">
            <p14:nvContentPartPr>
              <p14:cNvPr id="1049585" name="墨迹 1049584"/>
              <p14:cNvContentPartPr/>
              <p14:nvPr/>
            </p14:nvContentPartPr>
            <p14:xfrm>
              <a:off x="4299571" y="738899"/>
              <a:ext cx="95151" cy="832672"/>
            </p14:xfrm>
          </p:contentPart>
        </mc:Choice>
        <mc:Fallback xmlns="">
          <p:sp>
            <p:nvSpPr>
              <p:cNvPr id="1049585" name=""/>
              <p:cNvSpPr/>
              <p:nvPr/>
            </p:nvSpPr>
            <p:spPr>
              <a:xfrm>
                <a:off x="4299571" y="738899"/>
                <a:ext cx="95151" cy="832672"/>
              </a:xfrm>
            </p:spPr>
          </p:sp>
        </mc:Fallback>
      </mc:AlternateContent>
      <mc:AlternateContent xmlns:mc="http://schemas.openxmlformats.org/markup-compatibility/2006" xmlns:p14="http://schemas.microsoft.com/office/powerpoint/2010/main">
        <mc:Choice Requires="p14">
          <p:contentPart p14:bwMode="auto" r:id="rId61">
            <p14:nvContentPartPr>
              <p14:cNvPr id="1049586" name="墨迹 1049585"/>
              <p14:cNvContentPartPr/>
              <p14:nvPr/>
            </p14:nvContentPartPr>
            <p14:xfrm>
              <a:off x="4141536" y="1018013"/>
              <a:ext cx="181671" cy="368175"/>
            </p14:xfrm>
          </p:contentPart>
        </mc:Choice>
        <mc:Fallback xmlns="">
          <p:sp>
            <p:nvSpPr>
              <p:cNvPr id="1049586" name=""/>
              <p:cNvSpPr/>
              <p:nvPr/>
            </p:nvSpPr>
            <p:spPr>
              <a:xfrm>
                <a:off x="4141536" y="1018013"/>
                <a:ext cx="181671" cy="368175"/>
              </a:xfrm>
            </p:spPr>
          </p:sp>
        </mc:Fallback>
      </mc:AlternateContent>
      <mc:AlternateContent xmlns:mc="http://schemas.openxmlformats.org/markup-compatibility/2006" xmlns:p14="http://schemas.microsoft.com/office/powerpoint/2010/main">
        <mc:Choice Requires="p14">
          <p:contentPart p14:bwMode="auto" r:id="rId62">
            <p14:nvContentPartPr>
              <p14:cNvPr id="1049587" name="墨迹 1049586"/>
              <p14:cNvContentPartPr/>
              <p14:nvPr/>
            </p14:nvContentPartPr>
            <p14:xfrm>
              <a:off x="4341801" y="1116573"/>
              <a:ext cx="102336" cy="44401"/>
            </p14:xfrm>
          </p:contentPart>
        </mc:Choice>
        <mc:Fallback xmlns="">
          <p:sp>
            <p:nvSpPr>
              <p:cNvPr id="1049587" name=""/>
              <p:cNvSpPr/>
              <p:nvPr/>
            </p:nvSpPr>
            <p:spPr>
              <a:xfrm>
                <a:off x="4341801" y="1116573"/>
                <a:ext cx="102336" cy="44401"/>
              </a:xfrm>
            </p:spPr>
          </p:sp>
        </mc:Fallback>
      </mc:AlternateContent>
      <mc:AlternateContent xmlns:mc="http://schemas.openxmlformats.org/markup-compatibility/2006" xmlns:p14="http://schemas.microsoft.com/office/powerpoint/2010/main">
        <mc:Choice Requires="p14">
          <p:contentPart p14:bwMode="auto" r:id="rId63">
            <p14:nvContentPartPr>
              <p14:cNvPr id="1049588" name="墨迹 1049587"/>
              <p14:cNvContentPartPr/>
              <p14:nvPr/>
            </p14:nvContentPartPr>
            <p14:xfrm>
              <a:off x="4433919" y="810127"/>
              <a:ext cx="9297" cy="26643"/>
            </p14:xfrm>
          </p:contentPart>
        </mc:Choice>
        <mc:Fallback xmlns="">
          <p:sp>
            <p:nvSpPr>
              <p:cNvPr id="1049588" name=""/>
              <p:cNvSpPr/>
              <p:nvPr/>
            </p:nvSpPr>
            <p:spPr>
              <a:xfrm>
                <a:off x="4433919" y="810127"/>
                <a:ext cx="9297" cy="26643"/>
              </a:xfrm>
            </p:spPr>
          </p:sp>
        </mc:Fallback>
      </mc:AlternateContent>
      <mc:AlternateContent xmlns:mc="http://schemas.openxmlformats.org/markup-compatibility/2006" xmlns:p14="http://schemas.microsoft.com/office/powerpoint/2010/main">
        <mc:Choice Requires="p14">
          <p:contentPart p14:bwMode="auto" r:id="rId64">
            <p14:nvContentPartPr>
              <p14:cNvPr id="1049589" name="墨迹 1049588"/>
              <p14:cNvContentPartPr/>
              <p14:nvPr/>
            </p14:nvContentPartPr>
            <p14:xfrm>
              <a:off x="4524390" y="642824"/>
              <a:ext cx="153783" cy="456784"/>
            </p14:xfrm>
          </p:contentPart>
        </mc:Choice>
        <mc:Fallback xmlns="">
          <p:sp>
            <p:nvSpPr>
              <p:cNvPr id="1049589" name=""/>
              <p:cNvSpPr/>
              <p:nvPr/>
            </p:nvSpPr>
            <p:spPr>
              <a:xfrm>
                <a:off x="4524390" y="642824"/>
                <a:ext cx="153783" cy="456784"/>
              </a:xfrm>
            </p:spPr>
          </p:sp>
        </mc:Fallback>
      </mc:AlternateContent>
      <mc:AlternateContent xmlns:mc="http://schemas.openxmlformats.org/markup-compatibility/2006" xmlns:p14="http://schemas.microsoft.com/office/powerpoint/2010/main">
        <mc:Choice Requires="p14">
          <p:contentPart p14:bwMode="auto" r:id="rId65">
            <p14:nvContentPartPr>
              <p14:cNvPr id="1049590" name="墨迹 1049589"/>
              <p14:cNvContentPartPr/>
              <p14:nvPr/>
            </p14:nvContentPartPr>
            <p14:xfrm>
              <a:off x="4383448" y="948639"/>
              <a:ext cx="357150" cy="582384"/>
            </p14:xfrm>
          </p:contentPart>
        </mc:Choice>
        <mc:Fallback xmlns="">
          <p:sp>
            <p:nvSpPr>
              <p:cNvPr id="1049590" name=""/>
              <p:cNvSpPr/>
              <p:nvPr/>
            </p:nvSpPr>
            <p:spPr>
              <a:xfrm>
                <a:off x="4383448" y="948639"/>
                <a:ext cx="357150" cy="582384"/>
              </a:xfrm>
            </p:spPr>
          </p:sp>
        </mc:Fallback>
      </mc:AlternateContent>
      <mc:AlternateContent xmlns:mc="http://schemas.openxmlformats.org/markup-compatibility/2006" xmlns:p14="http://schemas.microsoft.com/office/powerpoint/2010/main">
        <mc:Choice Requires="p14">
          <p:contentPart p14:bwMode="auto" r:id="rId66">
            <p14:nvContentPartPr>
              <p14:cNvPr id="1049591" name="墨迹 1049590"/>
              <p14:cNvContentPartPr/>
              <p14:nvPr/>
            </p14:nvContentPartPr>
            <p14:xfrm>
              <a:off x="4923242" y="781967"/>
              <a:ext cx="63727" cy="36923"/>
            </p14:xfrm>
          </p:contentPart>
        </mc:Choice>
        <mc:Fallback xmlns="">
          <p:sp>
            <p:nvSpPr>
              <p:cNvPr id="1049591" name=""/>
              <p:cNvSpPr/>
              <p:nvPr/>
            </p:nvSpPr>
            <p:spPr>
              <a:xfrm>
                <a:off x="4923242" y="781967"/>
                <a:ext cx="63727" cy="36923"/>
              </a:xfrm>
            </p:spPr>
          </p:sp>
        </mc:Fallback>
      </mc:AlternateContent>
      <mc:AlternateContent xmlns:mc="http://schemas.openxmlformats.org/markup-compatibility/2006" xmlns:p14="http://schemas.microsoft.com/office/powerpoint/2010/main">
        <mc:Choice Requires="p14">
          <p:contentPart p14:bwMode="auto" r:id="rId67">
            <p14:nvContentPartPr>
              <p14:cNvPr id="1049592" name="墨迹 1049591"/>
              <p14:cNvContentPartPr/>
              <p14:nvPr/>
            </p14:nvContentPartPr>
            <p14:xfrm>
              <a:off x="4897889" y="734970"/>
              <a:ext cx="285457" cy="149697"/>
            </p14:xfrm>
          </p:contentPart>
        </mc:Choice>
        <mc:Fallback xmlns="">
          <p:sp>
            <p:nvSpPr>
              <p:cNvPr id="1049592" name=""/>
              <p:cNvSpPr/>
              <p:nvPr/>
            </p:nvSpPr>
            <p:spPr>
              <a:xfrm>
                <a:off x="4897889" y="734970"/>
                <a:ext cx="285457" cy="149697"/>
              </a:xfrm>
            </p:spPr>
          </p:sp>
        </mc:Fallback>
      </mc:AlternateContent>
      <mc:AlternateContent xmlns:mc="http://schemas.openxmlformats.org/markup-compatibility/2006" xmlns:p14="http://schemas.microsoft.com/office/powerpoint/2010/main">
        <mc:Choice Requires="p14">
          <p:contentPart p14:bwMode="auto" r:id="rId68">
            <p14:nvContentPartPr>
              <p14:cNvPr id="1049593" name="墨迹 1049592"/>
              <p14:cNvContentPartPr/>
              <p14:nvPr/>
            </p14:nvContentPartPr>
            <p14:xfrm>
              <a:off x="4925120" y="814268"/>
              <a:ext cx="20605" cy="712804"/>
            </p14:xfrm>
          </p:contentPart>
        </mc:Choice>
        <mc:Fallback xmlns="">
          <p:sp>
            <p:nvSpPr>
              <p:cNvPr id="1049593" name=""/>
              <p:cNvSpPr/>
              <p:nvPr/>
            </p:nvSpPr>
            <p:spPr>
              <a:xfrm>
                <a:off x="4925120" y="814268"/>
                <a:ext cx="20605" cy="712804"/>
              </a:xfrm>
            </p:spPr>
          </p:sp>
        </mc:Fallback>
      </mc:AlternateContent>
      <mc:AlternateContent xmlns:mc="http://schemas.openxmlformats.org/markup-compatibility/2006" xmlns:p14="http://schemas.microsoft.com/office/powerpoint/2010/main">
        <mc:Choice Requires="p14">
          <p:contentPart p14:bwMode="auto" r:id="rId69">
            <p14:nvContentPartPr>
              <p14:cNvPr id="1049594" name="墨迹 1049593"/>
              <p14:cNvContentPartPr/>
              <p14:nvPr/>
            </p14:nvContentPartPr>
            <p14:xfrm>
              <a:off x="4934229" y="869269"/>
              <a:ext cx="343586" cy="211690"/>
            </p14:xfrm>
          </p:contentPart>
        </mc:Choice>
        <mc:Fallback xmlns="">
          <p:sp>
            <p:nvSpPr>
              <p:cNvPr id="1049594" name=""/>
              <p:cNvSpPr/>
              <p:nvPr/>
            </p:nvSpPr>
            <p:spPr>
              <a:xfrm>
                <a:off x="4934229" y="869269"/>
                <a:ext cx="343586" cy="211690"/>
              </a:xfrm>
            </p:spPr>
          </p:sp>
        </mc:Fallback>
      </mc:AlternateContent>
      <mc:AlternateContent xmlns:mc="http://schemas.openxmlformats.org/markup-compatibility/2006" xmlns:p14="http://schemas.microsoft.com/office/powerpoint/2010/main">
        <mc:Choice Requires="p14">
          <p:contentPart p14:bwMode="auto" r:id="rId70">
            <p14:nvContentPartPr>
              <p14:cNvPr id="1049595" name="墨迹 1049594"/>
              <p14:cNvContentPartPr/>
              <p14:nvPr/>
            </p14:nvContentPartPr>
            <p14:xfrm>
              <a:off x="5033108" y="862306"/>
              <a:ext cx="94160" cy="260895"/>
            </p14:xfrm>
          </p:contentPart>
        </mc:Choice>
        <mc:Fallback xmlns="">
          <p:sp>
            <p:nvSpPr>
              <p:cNvPr id="1049595" name=""/>
              <p:cNvSpPr/>
              <p:nvPr/>
            </p:nvSpPr>
            <p:spPr>
              <a:xfrm>
                <a:off x="5033108" y="862306"/>
                <a:ext cx="94160" cy="260895"/>
              </a:xfrm>
            </p:spPr>
          </p:sp>
        </mc:Fallback>
      </mc:AlternateContent>
      <mc:AlternateContent xmlns:mc="http://schemas.openxmlformats.org/markup-compatibility/2006" xmlns:p14="http://schemas.microsoft.com/office/powerpoint/2010/main">
        <mc:Choice Requires="p14">
          <p:contentPart p14:bwMode="auto" r:id="rId71">
            <p14:nvContentPartPr>
              <p14:cNvPr id="1049596" name="墨迹 1049595"/>
              <p14:cNvContentPartPr/>
              <p14:nvPr/>
            </p14:nvContentPartPr>
            <p14:xfrm>
              <a:off x="4995777" y="1098262"/>
              <a:ext cx="407529" cy="264574"/>
            </p14:xfrm>
          </p:contentPart>
        </mc:Choice>
        <mc:Fallback xmlns="">
          <p:sp>
            <p:nvSpPr>
              <p:cNvPr id="1049596" name=""/>
              <p:cNvSpPr/>
              <p:nvPr/>
            </p:nvSpPr>
            <p:spPr>
              <a:xfrm>
                <a:off x="4995777" y="1098262"/>
                <a:ext cx="407529" cy="264574"/>
              </a:xfrm>
            </p:spPr>
          </p:sp>
        </mc:Fallback>
      </mc:AlternateContent>
      <mc:AlternateContent xmlns:mc="http://schemas.openxmlformats.org/markup-compatibility/2006" xmlns:p14="http://schemas.microsoft.com/office/powerpoint/2010/main">
        <mc:Choice Requires="p14">
          <p:contentPart p14:bwMode="auto" r:id="rId72">
            <p14:nvContentPartPr>
              <p14:cNvPr id="1049597" name="墨迹 1049596"/>
              <p14:cNvContentPartPr/>
              <p14:nvPr/>
            </p14:nvContentPartPr>
            <p14:xfrm>
              <a:off x="5508910" y="641167"/>
              <a:ext cx="56075" cy="58881"/>
            </p14:xfrm>
          </p:contentPart>
        </mc:Choice>
        <mc:Fallback xmlns="">
          <p:sp>
            <p:nvSpPr>
              <p:cNvPr id="1049597" name=""/>
              <p:cNvSpPr/>
              <p:nvPr/>
            </p:nvSpPr>
            <p:spPr>
              <a:xfrm>
                <a:off x="5508910" y="641167"/>
                <a:ext cx="56075" cy="58881"/>
              </a:xfrm>
            </p:spPr>
          </p:sp>
        </mc:Fallback>
      </mc:AlternateContent>
      <mc:AlternateContent xmlns:mc="http://schemas.openxmlformats.org/markup-compatibility/2006" xmlns:p14="http://schemas.microsoft.com/office/powerpoint/2010/main">
        <mc:Choice Requires="p14">
          <p:contentPart p14:bwMode="auto" r:id="rId73">
            <p14:nvContentPartPr>
              <p14:cNvPr id="1049598" name="墨迹 1049597"/>
              <p14:cNvContentPartPr/>
              <p14:nvPr/>
            </p14:nvContentPartPr>
            <p14:xfrm>
              <a:off x="5407496" y="637103"/>
              <a:ext cx="322244" cy="189588"/>
            </p14:xfrm>
          </p:contentPart>
        </mc:Choice>
        <mc:Fallback xmlns="">
          <p:sp>
            <p:nvSpPr>
              <p:cNvPr id="1049598" name=""/>
              <p:cNvSpPr/>
              <p:nvPr/>
            </p:nvSpPr>
            <p:spPr>
              <a:xfrm>
                <a:off x="5407496" y="637103"/>
                <a:ext cx="322244" cy="189588"/>
              </a:xfrm>
            </p:spPr>
          </p:sp>
        </mc:Fallback>
      </mc:AlternateContent>
      <mc:AlternateContent xmlns:mc="http://schemas.openxmlformats.org/markup-compatibility/2006" xmlns:p14="http://schemas.microsoft.com/office/powerpoint/2010/main">
        <mc:Choice Requires="p14">
          <p:contentPart p14:bwMode="auto" r:id="rId74">
            <p14:nvContentPartPr>
              <p14:cNvPr id="1049599" name="墨迹 1049598"/>
              <p14:cNvContentPartPr/>
              <p14:nvPr/>
            </p14:nvContentPartPr>
            <p14:xfrm>
              <a:off x="5463872" y="693346"/>
              <a:ext cx="147298" cy="593505"/>
            </p14:xfrm>
          </p:contentPart>
        </mc:Choice>
        <mc:Fallback xmlns="">
          <p:sp>
            <p:nvSpPr>
              <p:cNvPr id="1049599" name=""/>
              <p:cNvSpPr/>
              <p:nvPr/>
            </p:nvSpPr>
            <p:spPr>
              <a:xfrm>
                <a:off x="5463872" y="693346"/>
                <a:ext cx="147298" cy="593505"/>
              </a:xfrm>
            </p:spPr>
          </p:sp>
        </mc:Fallback>
      </mc:AlternateContent>
      <mc:AlternateContent xmlns:mc="http://schemas.openxmlformats.org/markup-compatibility/2006" xmlns:p14="http://schemas.microsoft.com/office/powerpoint/2010/main">
        <mc:Choice Requires="p14">
          <p:contentPart p14:bwMode="auto" r:id="rId75">
            <p14:nvContentPartPr>
              <p14:cNvPr id="1049600" name="墨迹 1049599"/>
              <p14:cNvContentPartPr/>
              <p14:nvPr/>
            </p14:nvContentPartPr>
            <p14:xfrm>
              <a:off x="5514826" y="880885"/>
              <a:ext cx="226282" cy="287745"/>
            </p14:xfrm>
          </p:contentPart>
        </mc:Choice>
        <mc:Fallback xmlns="">
          <p:sp>
            <p:nvSpPr>
              <p:cNvPr id="1049600" name=""/>
              <p:cNvSpPr/>
              <p:nvPr/>
            </p:nvSpPr>
            <p:spPr>
              <a:xfrm>
                <a:off x="5514826" y="880885"/>
                <a:ext cx="226282" cy="287745"/>
              </a:xfrm>
            </p:spPr>
          </p:sp>
        </mc:Fallback>
      </mc:AlternateContent>
      <mc:AlternateContent xmlns:mc="http://schemas.openxmlformats.org/markup-compatibility/2006" xmlns:p14="http://schemas.microsoft.com/office/powerpoint/2010/main">
        <mc:Choice Requires="p14">
          <p:contentPart p14:bwMode="auto" r:id="rId76">
            <p14:nvContentPartPr>
              <p14:cNvPr id="1049601" name="墨迹 1049600"/>
              <p14:cNvContentPartPr/>
              <p14:nvPr/>
            </p14:nvContentPartPr>
            <p14:xfrm>
              <a:off x="5937211" y="518589"/>
              <a:ext cx="236808" cy="620930"/>
            </p14:xfrm>
          </p:contentPart>
        </mc:Choice>
        <mc:Fallback xmlns="">
          <p:sp>
            <p:nvSpPr>
              <p:cNvPr id="1049601" name=""/>
              <p:cNvSpPr/>
              <p:nvPr/>
            </p:nvSpPr>
            <p:spPr>
              <a:xfrm>
                <a:off x="5937211" y="518589"/>
                <a:ext cx="236808" cy="620930"/>
              </a:xfrm>
            </p:spPr>
          </p:sp>
        </mc:Fallback>
      </mc:AlternateContent>
      <mc:AlternateContent xmlns:mc="http://schemas.openxmlformats.org/markup-compatibility/2006" xmlns:p14="http://schemas.microsoft.com/office/powerpoint/2010/main">
        <mc:Choice Requires="p14">
          <p:contentPart p14:bwMode="auto" r:id="rId77">
            <p14:nvContentPartPr>
              <p14:cNvPr id="1049602" name="墨迹 1049601"/>
              <p14:cNvContentPartPr/>
              <p14:nvPr/>
            </p14:nvContentPartPr>
            <p14:xfrm>
              <a:off x="5932316" y="648310"/>
              <a:ext cx="422749" cy="533531"/>
            </p14:xfrm>
          </p:contentPart>
        </mc:Choice>
        <mc:Fallback xmlns="">
          <p:sp>
            <p:nvSpPr>
              <p:cNvPr id="1049602" name=""/>
              <p:cNvSpPr/>
              <p:nvPr/>
            </p:nvSpPr>
            <p:spPr>
              <a:xfrm>
                <a:off x="5932316" y="648310"/>
                <a:ext cx="422749" cy="533531"/>
              </a:xfrm>
            </p:spPr>
          </p:sp>
        </mc:Fallback>
      </mc:AlternateContent>
      <mc:AlternateContent xmlns:mc="http://schemas.openxmlformats.org/markup-compatibility/2006" xmlns:p14="http://schemas.microsoft.com/office/powerpoint/2010/main">
        <mc:Choice Requires="p14">
          <p:contentPart p14:bwMode="auto" r:id="rId78">
            <p14:nvContentPartPr>
              <p14:cNvPr id="1049603" name="墨迹 1049602"/>
              <p14:cNvContentPartPr/>
              <p14:nvPr/>
            </p14:nvContentPartPr>
            <p14:xfrm>
              <a:off x="6040146" y="791078"/>
              <a:ext cx="333618" cy="239233"/>
            </p14:xfrm>
          </p:contentPart>
        </mc:Choice>
        <mc:Fallback xmlns="">
          <p:sp>
            <p:nvSpPr>
              <p:cNvPr id="1049603" name=""/>
              <p:cNvSpPr/>
              <p:nvPr/>
            </p:nvSpPr>
            <p:spPr>
              <a:xfrm>
                <a:off x="6040146" y="791078"/>
                <a:ext cx="333618" cy="239233"/>
              </a:xfrm>
            </p:spPr>
          </p:sp>
        </mc:Fallback>
      </mc:AlternateContent>
      <mc:AlternateContent xmlns:mc="http://schemas.openxmlformats.org/markup-compatibility/2006" xmlns:p14="http://schemas.microsoft.com/office/powerpoint/2010/main">
        <mc:Choice Requires="p14">
          <p:contentPart p14:bwMode="auto" r:id="rId79">
            <p14:nvContentPartPr>
              <p14:cNvPr id="1049604" name="墨迹 1049603"/>
              <p14:cNvContentPartPr/>
              <p14:nvPr/>
            </p14:nvContentPartPr>
            <p14:xfrm>
              <a:off x="6517138" y="558030"/>
              <a:ext cx="271264" cy="122892"/>
            </p14:xfrm>
          </p:contentPart>
        </mc:Choice>
        <mc:Fallback xmlns="">
          <p:sp>
            <p:nvSpPr>
              <p:cNvPr id="1049604" name=""/>
              <p:cNvSpPr/>
              <p:nvPr/>
            </p:nvSpPr>
            <p:spPr>
              <a:xfrm>
                <a:off x="6517138" y="558030"/>
                <a:ext cx="271264" cy="122892"/>
              </a:xfrm>
            </p:spPr>
          </p:sp>
        </mc:Fallback>
      </mc:AlternateContent>
      <mc:AlternateContent xmlns:mc="http://schemas.openxmlformats.org/markup-compatibility/2006" xmlns:p14="http://schemas.microsoft.com/office/powerpoint/2010/main">
        <mc:Choice Requires="p14">
          <p:contentPart p14:bwMode="auto" r:id="rId80">
            <p14:nvContentPartPr>
              <p14:cNvPr id="1049605" name="墨迹 1049604"/>
              <p14:cNvContentPartPr/>
              <p14:nvPr/>
            </p14:nvContentPartPr>
            <p14:xfrm>
              <a:off x="6585080" y="460613"/>
              <a:ext cx="202123" cy="554237"/>
            </p14:xfrm>
          </p:contentPart>
        </mc:Choice>
        <mc:Fallback xmlns="">
          <p:sp>
            <p:nvSpPr>
              <p:cNvPr id="1049605" name=""/>
              <p:cNvSpPr/>
              <p:nvPr/>
            </p:nvSpPr>
            <p:spPr>
              <a:xfrm>
                <a:off x="6585080" y="460613"/>
                <a:ext cx="202123" cy="554237"/>
              </a:xfrm>
            </p:spPr>
          </p:sp>
        </mc:Fallback>
      </mc:AlternateContent>
      <mc:AlternateContent xmlns:mc="http://schemas.openxmlformats.org/markup-compatibility/2006" xmlns:p14="http://schemas.microsoft.com/office/powerpoint/2010/main">
        <mc:Choice Requires="p14">
          <p:contentPart p14:bwMode="auto" r:id="rId81">
            <p14:nvContentPartPr>
              <p14:cNvPr id="1049606" name="墨迹 1049605"/>
              <p14:cNvContentPartPr/>
              <p14:nvPr/>
            </p14:nvContentPartPr>
            <p14:xfrm>
              <a:off x="6592850" y="686276"/>
              <a:ext cx="172753" cy="386424"/>
            </p14:xfrm>
          </p:contentPart>
        </mc:Choice>
        <mc:Fallback xmlns="">
          <p:sp>
            <p:nvSpPr>
              <p:cNvPr id="1049606" name=""/>
              <p:cNvSpPr/>
              <p:nvPr/>
            </p:nvSpPr>
            <p:spPr>
              <a:xfrm>
                <a:off x="6592850" y="686276"/>
                <a:ext cx="172753" cy="386424"/>
              </a:xfrm>
            </p:spPr>
          </p:sp>
        </mc:Fallback>
      </mc:AlternateContent>
      <mc:AlternateContent xmlns:mc="http://schemas.openxmlformats.org/markup-compatibility/2006" xmlns:p14="http://schemas.microsoft.com/office/powerpoint/2010/main">
        <mc:Choice Requires="p14">
          <p:contentPart p14:bwMode="auto" r:id="rId82">
            <p14:nvContentPartPr>
              <p14:cNvPr id="1049607" name="墨迹 1049606"/>
              <p14:cNvContentPartPr/>
              <p14:nvPr/>
            </p14:nvContentPartPr>
            <p14:xfrm>
              <a:off x="6791143" y="428312"/>
              <a:ext cx="405008" cy="580569"/>
            </p14:xfrm>
          </p:contentPart>
        </mc:Choice>
        <mc:Fallback xmlns="">
          <p:sp>
            <p:nvSpPr>
              <p:cNvPr id="1049607" name=""/>
              <p:cNvSpPr/>
              <p:nvPr/>
            </p:nvSpPr>
            <p:spPr>
              <a:xfrm>
                <a:off x="6791143" y="428312"/>
                <a:ext cx="405008" cy="580569"/>
              </a:xfrm>
            </p:spPr>
          </p:sp>
        </mc:Fallback>
      </mc:AlternateContent>
      <mc:AlternateContent xmlns:mc="http://schemas.openxmlformats.org/markup-compatibility/2006" xmlns:p14="http://schemas.microsoft.com/office/powerpoint/2010/main">
        <mc:Choice Requires="p14">
          <p:contentPart p14:bwMode="auto" r:id="rId83">
            <p14:nvContentPartPr>
              <p14:cNvPr id="1049608" name="墨迹 1049607"/>
              <p14:cNvContentPartPr/>
              <p14:nvPr/>
            </p14:nvContentPartPr>
            <p14:xfrm>
              <a:off x="7296652" y="357084"/>
              <a:ext cx="168637" cy="565258"/>
            </p14:xfrm>
          </p:contentPart>
        </mc:Choice>
        <mc:Fallback xmlns="">
          <p:sp>
            <p:nvSpPr>
              <p:cNvPr id="1049608" name=""/>
              <p:cNvSpPr/>
              <p:nvPr/>
            </p:nvSpPr>
            <p:spPr>
              <a:xfrm>
                <a:off x="7296652" y="357084"/>
                <a:ext cx="168637" cy="565258"/>
              </a:xfrm>
            </p:spPr>
          </p:sp>
        </mc:Fallback>
      </mc:AlternateContent>
      <mc:AlternateContent xmlns:mc="http://schemas.openxmlformats.org/markup-compatibility/2006" xmlns:p14="http://schemas.microsoft.com/office/powerpoint/2010/main">
        <mc:Choice Requires="p14">
          <p:contentPart p14:bwMode="auto" r:id="rId84">
            <p14:nvContentPartPr>
              <p14:cNvPr id="1049609" name="墨迹 1049608"/>
              <p14:cNvContentPartPr/>
              <p14:nvPr/>
            </p14:nvContentPartPr>
            <p14:xfrm>
              <a:off x="7373212" y="369898"/>
              <a:ext cx="311402" cy="456105"/>
            </p14:xfrm>
          </p:contentPart>
        </mc:Choice>
        <mc:Fallback xmlns="">
          <p:sp>
            <p:nvSpPr>
              <p:cNvPr id="1049609" name=""/>
              <p:cNvSpPr/>
              <p:nvPr/>
            </p:nvSpPr>
            <p:spPr>
              <a:xfrm>
                <a:off x="7373212" y="369898"/>
                <a:ext cx="311402" cy="456105"/>
              </a:xfrm>
            </p:spPr>
          </p:sp>
        </mc:Fallback>
      </mc:AlternateContent>
      <mc:AlternateContent xmlns:mc="http://schemas.openxmlformats.org/markup-compatibility/2006" xmlns:p14="http://schemas.microsoft.com/office/powerpoint/2010/main">
        <mc:Choice Requires="p14">
          <p:contentPart p14:bwMode="auto" r:id="rId85">
            <p14:nvContentPartPr>
              <p14:cNvPr id="1049610" name="墨迹 1049609"/>
              <p14:cNvContentPartPr/>
              <p14:nvPr/>
            </p14:nvContentPartPr>
            <p14:xfrm>
              <a:off x="7551564" y="597112"/>
              <a:ext cx="309655" cy="90920"/>
            </p14:xfrm>
          </p:contentPart>
        </mc:Choice>
        <mc:Fallback xmlns="">
          <p:sp>
            <p:nvSpPr>
              <p:cNvPr id="1049610" name=""/>
              <p:cNvSpPr/>
              <p:nvPr/>
            </p:nvSpPr>
            <p:spPr>
              <a:xfrm>
                <a:off x="7551564" y="597112"/>
                <a:ext cx="309655" cy="90920"/>
              </a:xfrm>
            </p:spPr>
          </p:sp>
        </mc:Fallback>
      </mc:AlternateContent>
      <mc:AlternateContent xmlns:mc="http://schemas.openxmlformats.org/markup-compatibility/2006" xmlns:p14="http://schemas.microsoft.com/office/powerpoint/2010/main">
        <mc:Choice Requires="p14">
          <p:contentPart p14:bwMode="auto" r:id="rId86">
            <p14:nvContentPartPr>
              <p14:cNvPr id="1049611" name="墨迹 1049610"/>
              <p14:cNvContentPartPr/>
              <p14:nvPr/>
            </p14:nvContentPartPr>
            <p14:xfrm>
              <a:off x="7561706" y="768228"/>
              <a:ext cx="313109" cy="151721"/>
            </p14:xfrm>
          </p:contentPart>
        </mc:Choice>
        <mc:Fallback xmlns="">
          <p:sp>
            <p:nvSpPr>
              <p:cNvPr id="1049611" name=""/>
              <p:cNvSpPr/>
              <p:nvPr/>
            </p:nvSpPr>
            <p:spPr>
              <a:xfrm>
                <a:off x="7561706" y="768228"/>
                <a:ext cx="313109" cy="151721"/>
              </a:xfrm>
            </p:spPr>
          </p:sp>
        </mc:Fallback>
      </mc:AlternateContent>
      <mc:AlternateContent xmlns:mc="http://schemas.openxmlformats.org/markup-compatibility/2006" xmlns:p14="http://schemas.microsoft.com/office/powerpoint/2010/main">
        <mc:Choice Requires="p14">
          <p:contentPart p14:bwMode="auto" r:id="rId87">
            <p14:nvContentPartPr>
              <p14:cNvPr id="1049612" name="墨迹 1049611"/>
              <p14:cNvContentPartPr/>
              <p14:nvPr/>
            </p14:nvContentPartPr>
            <p14:xfrm>
              <a:off x="8244436" y="355427"/>
              <a:ext cx="25768" cy="481434"/>
            </p14:xfrm>
          </p:contentPart>
        </mc:Choice>
        <mc:Fallback xmlns="">
          <p:sp>
            <p:nvSpPr>
              <p:cNvPr id="1049612" name=""/>
              <p:cNvSpPr/>
              <p:nvPr/>
            </p:nvSpPr>
            <p:spPr>
              <a:xfrm>
                <a:off x="8244436" y="355427"/>
                <a:ext cx="25768" cy="481434"/>
              </a:xfrm>
            </p:spPr>
          </p:sp>
        </mc:Fallback>
      </mc:AlternateContent>
      <mc:AlternateContent xmlns:mc="http://schemas.openxmlformats.org/markup-compatibility/2006" xmlns:p14="http://schemas.microsoft.com/office/powerpoint/2010/main">
        <mc:Choice Requires="p14">
          <p:contentPart p14:bwMode="auto" r:id="rId88">
            <p14:nvContentPartPr>
              <p14:cNvPr id="1049613" name="墨迹 1049612"/>
              <p14:cNvContentPartPr/>
              <p14:nvPr/>
            </p14:nvContentPartPr>
            <p14:xfrm>
              <a:off x="8000323" y="705385"/>
              <a:ext cx="584853" cy="186737"/>
            </p14:xfrm>
          </p:contentPart>
        </mc:Choice>
        <mc:Fallback xmlns="">
          <p:sp>
            <p:nvSpPr>
              <p:cNvPr id="1049613" name=""/>
              <p:cNvSpPr/>
              <p:nvPr/>
            </p:nvSpPr>
            <p:spPr>
              <a:xfrm>
                <a:off x="8000323" y="705385"/>
                <a:ext cx="584853" cy="186737"/>
              </a:xfrm>
            </p:spPr>
          </p:sp>
        </mc:Fallback>
      </mc:AlternateContent>
      <mc:AlternateContent xmlns:mc="http://schemas.openxmlformats.org/markup-compatibility/2006" xmlns:p14="http://schemas.microsoft.com/office/powerpoint/2010/main">
        <mc:Choice Requires="p14">
          <p:contentPart p14:bwMode="auto" r:id="rId89">
            <p14:nvContentPartPr>
              <p14:cNvPr id="1049614" name="墨迹 1049613"/>
              <p14:cNvContentPartPr/>
              <p14:nvPr/>
            </p14:nvContentPartPr>
            <p14:xfrm>
              <a:off x="8848823" y="234505"/>
              <a:ext cx="59014" cy="59005"/>
            </p14:xfrm>
          </p:contentPart>
        </mc:Choice>
        <mc:Fallback xmlns="">
          <p:sp>
            <p:nvSpPr>
              <p:cNvPr id="1049614" name=""/>
              <p:cNvSpPr/>
              <p:nvPr/>
            </p:nvSpPr>
            <p:spPr>
              <a:xfrm>
                <a:off x="8848823" y="234505"/>
                <a:ext cx="59014" cy="59005"/>
              </a:xfrm>
            </p:spPr>
          </p:sp>
        </mc:Fallback>
      </mc:AlternateContent>
      <mc:AlternateContent xmlns:mc="http://schemas.openxmlformats.org/markup-compatibility/2006" xmlns:p14="http://schemas.microsoft.com/office/powerpoint/2010/main">
        <mc:Choice Requires="p14">
          <p:contentPart p14:bwMode="auto" r:id="rId90">
            <p14:nvContentPartPr>
              <p14:cNvPr id="1049615" name="墨迹 1049614"/>
              <p14:cNvContentPartPr/>
              <p14:nvPr/>
            </p14:nvContentPartPr>
            <p14:xfrm>
              <a:off x="8705791" y="440112"/>
              <a:ext cx="505527" cy="366650"/>
            </p14:xfrm>
          </p:contentPart>
        </mc:Choice>
        <mc:Fallback xmlns="">
          <p:sp>
            <p:nvSpPr>
              <p:cNvPr id="1049615" name=""/>
              <p:cNvSpPr/>
              <p:nvPr/>
            </p:nvSpPr>
            <p:spPr>
              <a:xfrm>
                <a:off x="8705791" y="440112"/>
                <a:ext cx="505527" cy="366650"/>
              </a:xfrm>
            </p:spPr>
          </p:sp>
        </mc:Fallback>
      </mc:AlternateContent>
      <mc:AlternateContent xmlns:mc="http://schemas.openxmlformats.org/markup-compatibility/2006" xmlns:p14="http://schemas.microsoft.com/office/powerpoint/2010/main">
        <mc:Choice Requires="p14">
          <p:contentPart p14:bwMode="auto" r:id="rId91">
            <p14:nvContentPartPr>
              <p14:cNvPr id="1049616" name="墨迹 1049615"/>
              <p14:cNvContentPartPr/>
              <p14:nvPr/>
            </p14:nvContentPartPr>
            <p14:xfrm>
              <a:off x="8938405" y="292771"/>
              <a:ext cx="311275" cy="321199"/>
            </p14:xfrm>
          </p:contentPart>
        </mc:Choice>
        <mc:Fallback xmlns="">
          <p:sp>
            <p:nvSpPr>
              <p:cNvPr id="1049616" name=""/>
              <p:cNvSpPr/>
              <p:nvPr/>
            </p:nvSpPr>
            <p:spPr>
              <a:xfrm>
                <a:off x="8938405" y="292771"/>
                <a:ext cx="311275" cy="321199"/>
              </a:xfrm>
            </p:spPr>
          </p:sp>
        </mc:Fallback>
      </mc:AlternateContent>
      <mc:AlternateContent xmlns:mc="http://schemas.openxmlformats.org/markup-compatibility/2006" xmlns:p14="http://schemas.microsoft.com/office/powerpoint/2010/main">
        <mc:Choice Requires="p14">
          <p:contentPart p14:bwMode="auto" r:id="rId92">
            <p14:nvContentPartPr>
              <p14:cNvPr id="1049617" name="墨迹 1049616"/>
              <p14:cNvContentPartPr/>
              <p14:nvPr/>
            </p14:nvContentPartPr>
            <p14:xfrm>
              <a:off x="8919206" y="142571"/>
              <a:ext cx="218648" cy="546153"/>
            </p14:xfrm>
          </p:contentPart>
        </mc:Choice>
        <mc:Fallback xmlns="">
          <p:sp>
            <p:nvSpPr>
              <p:cNvPr id="1049617" name=""/>
              <p:cNvSpPr/>
              <p:nvPr/>
            </p:nvSpPr>
            <p:spPr>
              <a:xfrm>
                <a:off x="8919206" y="142571"/>
                <a:ext cx="218648" cy="546153"/>
              </a:xfrm>
            </p:spPr>
          </p:sp>
        </mc:Fallback>
      </mc:AlternateContent>
      <mc:AlternateContent xmlns:mc="http://schemas.openxmlformats.org/markup-compatibility/2006" xmlns:p14="http://schemas.microsoft.com/office/powerpoint/2010/main">
        <mc:Choice Requires="p14">
          <p:contentPart p14:bwMode="auto" r:id="rId93">
            <p14:nvContentPartPr>
              <p14:cNvPr id="1049618" name="墨迹 1049617"/>
              <p14:cNvContentPartPr/>
              <p14:nvPr/>
            </p14:nvContentPartPr>
            <p14:xfrm>
              <a:off x="9490473" y="22477"/>
              <a:ext cx="157735" cy="648671"/>
            </p14:xfrm>
          </p:contentPart>
        </mc:Choice>
        <mc:Fallback xmlns="">
          <p:sp>
            <p:nvSpPr>
              <p:cNvPr id="1049618" name=""/>
              <p:cNvSpPr/>
              <p:nvPr/>
            </p:nvSpPr>
            <p:spPr>
              <a:xfrm>
                <a:off x="9490473" y="22477"/>
                <a:ext cx="157735" cy="648671"/>
              </a:xfrm>
            </p:spPr>
          </p:sp>
        </mc:Fallback>
      </mc:AlternateContent>
      <mc:AlternateContent xmlns:mc="http://schemas.openxmlformats.org/markup-compatibility/2006" xmlns:p14="http://schemas.microsoft.com/office/powerpoint/2010/main">
        <mc:Choice Requires="p14">
          <p:contentPart p14:bwMode="auto" r:id="rId94">
            <p14:nvContentPartPr>
              <p14:cNvPr id="1049619" name="墨迹 1049618"/>
              <p14:cNvContentPartPr/>
              <p14:nvPr/>
            </p14:nvContentPartPr>
            <p14:xfrm>
              <a:off x="9743426" y="4256"/>
              <a:ext cx="108109" cy="216171"/>
            </p14:xfrm>
          </p:contentPart>
        </mc:Choice>
        <mc:Fallback xmlns="">
          <p:sp>
            <p:nvSpPr>
              <p:cNvPr id="1049619" name=""/>
              <p:cNvSpPr/>
              <p:nvPr/>
            </p:nvSpPr>
            <p:spPr>
              <a:xfrm>
                <a:off x="9743426" y="4256"/>
                <a:ext cx="108109" cy="216171"/>
              </a:xfrm>
            </p:spPr>
          </p:sp>
        </mc:Fallback>
      </mc:AlternateContent>
      <mc:AlternateContent xmlns:mc="http://schemas.openxmlformats.org/markup-compatibility/2006" xmlns:p14="http://schemas.microsoft.com/office/powerpoint/2010/main">
        <mc:Choice Requires="p14">
          <p:contentPart p14:bwMode="auto" r:id="rId95">
            <p14:nvContentPartPr>
              <p14:cNvPr id="1049620" name="墨迹 1049619"/>
              <p14:cNvContentPartPr/>
              <p14:nvPr/>
            </p14:nvContentPartPr>
            <p14:xfrm>
              <a:off x="9644799" y="50637"/>
              <a:ext cx="286867" cy="627307"/>
            </p14:xfrm>
          </p:contentPart>
        </mc:Choice>
        <mc:Fallback xmlns="">
          <p:sp>
            <p:nvSpPr>
              <p:cNvPr id="1049620" name=""/>
              <p:cNvSpPr/>
              <p:nvPr/>
            </p:nvSpPr>
            <p:spPr>
              <a:xfrm>
                <a:off x="9644799" y="50637"/>
                <a:ext cx="286867" cy="627307"/>
              </a:xfrm>
            </p:spPr>
          </p:sp>
        </mc:Fallback>
      </mc:AlternateContent>
      <mc:AlternateContent xmlns:mc="http://schemas.openxmlformats.org/markup-compatibility/2006" xmlns:p14="http://schemas.microsoft.com/office/powerpoint/2010/main">
        <mc:Choice Requires="p14">
          <p:contentPart p14:bwMode="auto" r:id="rId96">
            <p14:nvContentPartPr>
              <p14:cNvPr id="1049621" name="墨迹 1049620"/>
              <p14:cNvContentPartPr/>
              <p14:nvPr/>
            </p14:nvContentPartPr>
            <p14:xfrm>
              <a:off x="9772223" y="231957"/>
              <a:ext cx="875687" cy="380504"/>
            </p14:xfrm>
          </p:contentPart>
        </mc:Choice>
        <mc:Fallback xmlns="">
          <p:sp>
            <p:nvSpPr>
              <p:cNvPr id="1049621" name=""/>
              <p:cNvSpPr/>
              <p:nvPr/>
            </p:nvSpPr>
            <p:spPr>
              <a:xfrm>
                <a:off x="9772223" y="231957"/>
                <a:ext cx="875687" cy="380504"/>
              </a:xfrm>
            </p:spPr>
          </p:sp>
        </mc:Fallback>
      </mc:AlternateContent>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622" name="TextBox 11"/>
          <p:cNvSpPr txBox="1"/>
          <p:nvPr/>
        </p:nvSpPr>
        <p:spPr>
          <a:xfrm>
            <a:off x="1014578" y="1212811"/>
            <a:ext cx="9980347" cy="400110"/>
          </a:xfrm>
          <a:prstGeom prst="rect">
            <a:avLst/>
          </a:prstGeom>
          <a:noFill/>
          <a:ln w="9525">
            <a:noFill/>
          </a:ln>
        </p:spPr>
        <p:txBody>
          <a:bodyPr wrap="square" anchor="t">
            <a:spAutoFit/>
          </a:bodyPr>
          <a:lstStyle/>
          <a:p>
            <a:pPr marL="342900" indent="-342900">
              <a:spcAft>
                <a:spcPts val="1200"/>
              </a:spcAft>
              <a:buFont typeface="Wingdings" panose="05000000000000000000" pitchFamily="2" charset="2"/>
              <a:buChar char="Ø"/>
            </a:pPr>
            <a:r>
              <a:rPr lang="en-US" altLang="zh-CN" sz="2000" b="1" dirty="0">
                <a:solidFill>
                  <a:srgbClr val="004C54"/>
                </a:solidFill>
                <a:latin typeface="微软雅黑" panose="020B0503020204020204" pitchFamily="34" charset="-122"/>
                <a:ea typeface="微软雅黑" panose="020B0503020204020204" pitchFamily="34" charset="-122"/>
              </a:rPr>
              <a:t>Marr-Hildreth</a:t>
            </a:r>
            <a:r>
              <a:rPr lang="zh-CN" altLang="en-US" sz="2000" b="1" dirty="0">
                <a:solidFill>
                  <a:srgbClr val="004C54"/>
                </a:solidFill>
                <a:latin typeface="微软雅黑" panose="020B0503020204020204" pitchFamily="34" charset="-122"/>
                <a:ea typeface="微软雅黑" panose="020B0503020204020204" pitchFamily="34" charset="-122"/>
              </a:rPr>
              <a:t>算子（</a:t>
            </a:r>
            <a:r>
              <a:rPr lang="en-US" altLang="zh-CN" sz="2000" b="1" dirty="0" err="1">
                <a:solidFill>
                  <a:srgbClr val="004C54"/>
                </a:solidFill>
                <a:latin typeface="微软雅黑" panose="020B0503020204020204" pitchFamily="34" charset="-122"/>
                <a:ea typeface="微软雅黑" panose="020B0503020204020204" pitchFamily="34" charset="-122"/>
              </a:rPr>
              <a:t>LoG</a:t>
            </a:r>
            <a:r>
              <a:rPr lang="zh-CN" altLang="en-US" sz="2000" b="1" dirty="0">
                <a:solidFill>
                  <a:srgbClr val="004C54"/>
                </a:solidFill>
                <a:latin typeface="微软雅黑" panose="020B0503020204020204" pitchFamily="34" charset="-122"/>
                <a:ea typeface="微软雅黑" panose="020B0503020204020204" pitchFamily="34" charset="-122"/>
              </a:rPr>
              <a:t>算子）</a:t>
            </a:r>
          </a:p>
        </p:txBody>
      </p:sp>
      <p:sp>
        <p:nvSpPr>
          <p:cNvPr id="1049623" name="Rectangle 8"/>
          <p:cNvSpPr>
            <a:spLocks noRot="1" noChangeAspect="1" noMove="1" noResize="1" noEditPoints="1" noAdjustHandles="1" noChangeArrowheads="1" noChangeShapeType="1" noTextEdit="1"/>
          </p:cNvSpPr>
          <p:nvPr/>
        </p:nvSpPr>
        <p:spPr>
          <a:xfrm>
            <a:off x="1489869" y="1772816"/>
            <a:ext cx="9361040" cy="4867679"/>
          </a:xfrm>
          <a:prstGeom prst="rect">
            <a:avLst/>
          </a:prstGeom>
          <a:blipFill>
            <a:blip r:embed="rId2"/>
            <a:stretch>
              <a:fillRect l="-586" t="-752"/>
            </a:stretch>
          </a:blipFill>
        </p:spPr>
        <p:txBody>
          <a:bodyPr/>
          <a:lstStyle/>
          <a:p>
            <a:r>
              <a:rPr lang="zh-CN" altLang="en-US">
                <a:noFill/>
              </a:rPr>
              <a:t> </a:t>
            </a:r>
          </a:p>
        </p:txBody>
      </p:sp>
      <p:sp>
        <p:nvSpPr>
          <p:cNvPr id="1049624" name="Rectangle 9"/>
          <p:cNvSpPr/>
          <p:nvPr/>
        </p:nvSpPr>
        <p:spPr>
          <a:xfrm>
            <a:off x="7394525" y="4006600"/>
            <a:ext cx="2592288" cy="400110"/>
          </a:xfrm>
          <a:prstGeom prst="rect">
            <a:avLst/>
          </a:prstGeom>
        </p:spPr>
        <p:txBody>
          <a:bodyPr wrap="square">
            <a:spAutoFit/>
          </a:bodyPr>
          <a:lstStyle/>
          <a:p>
            <a:r>
              <a:rPr lang="zh-CN" altLang="en-US" sz="2000" dirty="0">
                <a:solidFill>
                  <a:srgbClr val="004C54"/>
                </a:solidFill>
                <a:latin typeface="微软雅黑" panose="020B0503020204020204" pitchFamily="34" charset="-122"/>
                <a:ea typeface="微软雅黑" panose="020B0503020204020204" pitchFamily="34" charset="-122"/>
              </a:rPr>
              <a:t>轴对称，各向同性</a:t>
            </a:r>
            <a:endParaRPr lang="en-US" sz="2000" dirty="0">
              <a:solidFill>
                <a:srgbClr val="004C54"/>
              </a:solidFill>
            </a:endParaRPr>
          </a:p>
        </p:txBody>
      </p:sp>
      <p:sp>
        <p:nvSpPr>
          <p:cNvPr id="1049625" name="TextBox 27"/>
          <p:cNvSpPr txBox="1"/>
          <p:nvPr/>
        </p:nvSpPr>
        <p:spPr>
          <a:xfrm>
            <a:off x="1012825" y="176213"/>
            <a:ext cx="2621280" cy="574040"/>
          </a:xfrm>
          <a:prstGeom prst="rect">
            <a:avLst/>
          </a:prstGeom>
          <a:noFill/>
          <a:ln w="9525">
            <a:noFill/>
          </a:ln>
        </p:spPr>
        <p:txBody>
          <a:bodyPr wrap="none" anchor="t">
            <a:spAutoFit/>
          </a:bodyPr>
          <a:lstStyle/>
          <a:p>
            <a:r>
              <a:rPr lang="zh-CN" altLang="en-US" sz="3200" dirty="0">
                <a:solidFill>
                  <a:srgbClr val="004C54"/>
                </a:solidFill>
                <a:latin typeface="黑体" panose="02010609060101010101" pitchFamily="49" charset="-122"/>
                <a:ea typeface="黑体" panose="02010609060101010101" pitchFamily="49" charset="-122"/>
              </a:rPr>
              <a:t>三、边缘检测</a:t>
            </a:r>
            <a:endParaRPr lang="en-US" altLang="zh-CN" sz="3200" dirty="0">
              <a:solidFill>
                <a:srgbClr val="004C54"/>
              </a:solidFill>
              <a:latin typeface="黑体" panose="02010609060101010101" pitchFamily="49" charset="-122"/>
              <a:ea typeface="黑体" panose="02010609060101010101" pitchFamily="49" charset="-122"/>
            </a:endParaRPr>
          </a:p>
        </p:txBody>
      </p:sp>
      <p:sp>
        <p:nvSpPr>
          <p:cNvPr id="1049626"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a:p>
        </p:txBody>
      </p:sp>
      <mc:AlternateContent xmlns:mc="http://schemas.openxmlformats.org/markup-compatibility/2006" xmlns:p14="http://schemas.microsoft.com/office/powerpoint/2010/main">
        <mc:Choice Requires="p14">
          <p:contentPart p14:bwMode="auto" r:id="rId3">
            <p14:nvContentPartPr>
              <p14:cNvPr id="1049627" name="墨迹 1049626"/>
              <p14:cNvContentPartPr/>
              <p14:nvPr/>
            </p14:nvContentPartPr>
            <p14:xfrm>
              <a:off x="6096265" y="4670703"/>
              <a:ext cx="182323" cy="6710"/>
            </p14:xfrm>
          </p:contentPart>
        </mc:Choice>
        <mc:Fallback xmlns="">
          <p:sp>
            <p:nvSpPr>
              <p:cNvPr id="1049627" name=""/>
              <p:cNvSpPr/>
              <p:nvPr/>
            </p:nvSpPr>
            <p:spPr>
              <a:xfrm>
                <a:off x="6096265" y="4670703"/>
                <a:ext cx="182323" cy="6710"/>
              </a:xfrm>
            </p:spPr>
          </p:sp>
        </mc:Fallback>
      </mc:AlternateContent>
      <mc:AlternateContent xmlns:mc="http://schemas.openxmlformats.org/markup-compatibility/2006" xmlns:p14="http://schemas.microsoft.com/office/powerpoint/2010/main">
        <mc:Choice Requires="p14">
          <p:contentPart p14:bwMode="auto" r:id="rId4">
            <p14:nvContentPartPr>
              <p14:cNvPr id="1049628" name="墨迹 1049627"/>
              <p14:cNvContentPartPr/>
              <p14:nvPr/>
            </p14:nvContentPartPr>
            <p14:xfrm>
              <a:off x="6072775" y="4747316"/>
              <a:ext cx="223795" cy="196700"/>
            </p14:xfrm>
          </p:contentPart>
        </mc:Choice>
        <mc:Fallback xmlns="">
          <p:sp>
            <p:nvSpPr>
              <p:cNvPr id="1049628" name=""/>
              <p:cNvSpPr/>
              <p:nvPr/>
            </p:nvSpPr>
            <p:spPr>
              <a:xfrm>
                <a:off x="6072775" y="4747316"/>
                <a:ext cx="223795" cy="196700"/>
              </a:xfrm>
            </p:spPr>
          </p:sp>
        </mc:Fallback>
      </mc:AlternateContent>
      <mc:AlternateContent xmlns:mc="http://schemas.openxmlformats.org/markup-compatibility/2006" xmlns:p14="http://schemas.microsoft.com/office/powerpoint/2010/main">
        <mc:Choice Requires="p14">
          <p:contentPart p14:bwMode="auto" r:id="rId5">
            <p14:nvContentPartPr>
              <p14:cNvPr id="1049629" name="墨迹 1049628"/>
              <p14:cNvContentPartPr/>
              <p14:nvPr/>
            </p14:nvContentPartPr>
            <p14:xfrm>
              <a:off x="6174108" y="4767196"/>
              <a:ext cx="37487" cy="472819"/>
            </p14:xfrm>
          </p:contentPart>
        </mc:Choice>
        <mc:Fallback xmlns="">
          <p:sp>
            <p:nvSpPr>
              <p:cNvPr id="1049629" name=""/>
              <p:cNvSpPr/>
              <p:nvPr/>
            </p:nvSpPr>
            <p:spPr>
              <a:xfrm>
                <a:off x="6174108" y="4767196"/>
                <a:ext cx="37487" cy="472819"/>
              </a:xfrm>
            </p:spPr>
          </p:sp>
        </mc:Fallback>
      </mc:AlternateContent>
      <mc:AlternateContent xmlns:mc="http://schemas.openxmlformats.org/markup-compatibility/2006" xmlns:p14="http://schemas.microsoft.com/office/powerpoint/2010/main">
        <mc:Choice Requires="p14">
          <p:contentPart p14:bwMode="auto" r:id="rId6">
            <p14:nvContentPartPr>
              <p14:cNvPr id="1049630" name="墨迹 1049629"/>
              <p14:cNvContentPartPr/>
              <p14:nvPr/>
            </p14:nvContentPartPr>
            <p14:xfrm>
              <a:off x="6454493" y="4678245"/>
              <a:ext cx="18361" cy="114519"/>
            </p14:xfrm>
          </p:contentPart>
        </mc:Choice>
        <mc:Fallback xmlns="">
          <p:sp>
            <p:nvSpPr>
              <p:cNvPr id="1049630" name=""/>
              <p:cNvSpPr/>
              <p:nvPr/>
            </p:nvSpPr>
            <p:spPr>
              <a:xfrm>
                <a:off x="6454493" y="4678245"/>
                <a:ext cx="18361" cy="114519"/>
              </a:xfrm>
            </p:spPr>
          </p:sp>
        </mc:Fallback>
      </mc:AlternateContent>
      <mc:AlternateContent xmlns:mc="http://schemas.openxmlformats.org/markup-compatibility/2006" xmlns:p14="http://schemas.microsoft.com/office/powerpoint/2010/main">
        <mc:Choice Requires="p14">
          <p:contentPart p14:bwMode="auto" r:id="rId7">
            <p14:nvContentPartPr>
              <p14:cNvPr id="1049631" name="墨迹 1049630"/>
              <p14:cNvContentPartPr/>
              <p14:nvPr/>
            </p14:nvContentPartPr>
            <p14:xfrm>
              <a:off x="6397915" y="4849144"/>
              <a:ext cx="76047" cy="232146"/>
            </p14:xfrm>
          </p:contentPart>
        </mc:Choice>
        <mc:Fallback xmlns="">
          <p:sp>
            <p:nvSpPr>
              <p:cNvPr id="1049631" name=""/>
              <p:cNvSpPr/>
              <p:nvPr/>
            </p:nvSpPr>
            <p:spPr>
              <a:xfrm>
                <a:off x="6397915" y="4849144"/>
                <a:ext cx="76047" cy="232146"/>
              </a:xfrm>
            </p:spPr>
          </p:sp>
        </mc:Fallback>
      </mc:AlternateContent>
      <mc:AlternateContent xmlns:mc="http://schemas.openxmlformats.org/markup-compatibility/2006" xmlns:p14="http://schemas.microsoft.com/office/powerpoint/2010/main">
        <mc:Choice Requires="p14">
          <p:contentPart p14:bwMode="auto" r:id="rId8">
            <p14:nvContentPartPr>
              <p14:cNvPr id="1049632" name="墨迹 1049631"/>
              <p14:cNvContentPartPr/>
              <p14:nvPr/>
            </p14:nvContentPartPr>
            <p14:xfrm>
              <a:off x="6547919" y="4595473"/>
              <a:ext cx="6263" cy="211758"/>
            </p14:xfrm>
          </p:contentPart>
        </mc:Choice>
        <mc:Fallback xmlns="">
          <p:sp>
            <p:nvSpPr>
              <p:cNvPr id="1049632" name=""/>
              <p:cNvSpPr/>
              <p:nvPr/>
            </p:nvSpPr>
            <p:spPr>
              <a:xfrm>
                <a:off x="6547919" y="4595473"/>
                <a:ext cx="6263" cy="211758"/>
              </a:xfrm>
            </p:spPr>
          </p:sp>
        </mc:Fallback>
      </mc:AlternateContent>
      <mc:AlternateContent xmlns:mc="http://schemas.openxmlformats.org/markup-compatibility/2006" xmlns:p14="http://schemas.microsoft.com/office/powerpoint/2010/main">
        <mc:Choice Requires="p14">
          <p:contentPart p14:bwMode="auto" r:id="rId9">
            <p14:nvContentPartPr>
              <p14:cNvPr id="1049633" name="墨迹 1049632"/>
              <p14:cNvContentPartPr/>
              <p14:nvPr/>
            </p14:nvContentPartPr>
            <p14:xfrm>
              <a:off x="6576808" y="4567740"/>
              <a:ext cx="119716" cy="160164"/>
            </p14:xfrm>
          </p:contentPart>
        </mc:Choice>
        <mc:Fallback xmlns="">
          <p:sp>
            <p:nvSpPr>
              <p:cNvPr id="1049633" name=""/>
              <p:cNvSpPr/>
              <p:nvPr/>
            </p:nvSpPr>
            <p:spPr>
              <a:xfrm>
                <a:off x="6576808" y="4567740"/>
                <a:ext cx="119716" cy="160164"/>
              </a:xfrm>
            </p:spPr>
          </p:sp>
        </mc:Fallback>
      </mc:AlternateContent>
      <mc:AlternateContent xmlns:mc="http://schemas.openxmlformats.org/markup-compatibility/2006" xmlns:p14="http://schemas.microsoft.com/office/powerpoint/2010/main">
        <mc:Choice Requires="p14">
          <p:contentPart p14:bwMode="auto" r:id="rId10">
            <p14:nvContentPartPr>
              <p14:cNvPr id="1049634" name="墨迹 1049633"/>
              <p14:cNvContentPartPr/>
              <p14:nvPr/>
            </p14:nvContentPartPr>
            <p14:xfrm>
              <a:off x="6521385" y="4639315"/>
              <a:ext cx="207031" cy="415898"/>
            </p14:xfrm>
          </p:contentPart>
        </mc:Choice>
        <mc:Fallback xmlns="">
          <p:sp>
            <p:nvSpPr>
              <p:cNvPr id="1049634" name=""/>
              <p:cNvSpPr/>
              <p:nvPr/>
            </p:nvSpPr>
            <p:spPr>
              <a:xfrm>
                <a:off x="6521385" y="4639315"/>
                <a:ext cx="207031" cy="415898"/>
              </a:xfrm>
            </p:spPr>
          </p:sp>
        </mc:Fallback>
      </mc:AlternateContent>
      <mc:AlternateContent xmlns:mc="http://schemas.openxmlformats.org/markup-compatibility/2006" xmlns:p14="http://schemas.microsoft.com/office/powerpoint/2010/main">
        <mc:Choice Requires="p14">
          <p:contentPart p14:bwMode="auto" r:id="rId11">
            <p14:nvContentPartPr>
              <p14:cNvPr id="1049635" name="墨迹 1049634"/>
              <p14:cNvContentPartPr/>
              <p14:nvPr/>
            </p14:nvContentPartPr>
            <p14:xfrm>
              <a:off x="6830184" y="4819891"/>
              <a:ext cx="214721" cy="74700"/>
            </p14:xfrm>
          </p:contentPart>
        </mc:Choice>
        <mc:Fallback xmlns="">
          <p:sp>
            <p:nvSpPr>
              <p:cNvPr id="1049635" name=""/>
              <p:cNvSpPr/>
              <p:nvPr/>
            </p:nvSpPr>
            <p:spPr>
              <a:xfrm>
                <a:off x="6830184" y="4819891"/>
                <a:ext cx="214721" cy="74700"/>
              </a:xfrm>
            </p:spPr>
          </p:sp>
        </mc:Fallback>
      </mc:AlternateContent>
      <mc:AlternateContent xmlns:mc="http://schemas.openxmlformats.org/markup-compatibility/2006" xmlns:p14="http://schemas.microsoft.com/office/powerpoint/2010/main">
        <mc:Choice Requires="p14">
          <p:contentPart p14:bwMode="auto" r:id="rId12">
            <p14:nvContentPartPr>
              <p14:cNvPr id="1049636" name="墨迹 1049635"/>
              <p14:cNvContentPartPr/>
              <p14:nvPr/>
            </p14:nvContentPartPr>
            <p14:xfrm>
              <a:off x="6937941" y="4724482"/>
              <a:ext cx="24001" cy="334361"/>
            </p14:xfrm>
          </p:contentPart>
        </mc:Choice>
        <mc:Fallback xmlns="">
          <p:sp>
            <p:nvSpPr>
              <p:cNvPr id="1049636" name=""/>
              <p:cNvSpPr/>
              <p:nvPr/>
            </p:nvSpPr>
            <p:spPr>
              <a:xfrm>
                <a:off x="6937941" y="4724482"/>
                <a:ext cx="24001" cy="334361"/>
              </a:xfrm>
            </p:spPr>
          </p:sp>
        </mc:Fallback>
      </mc:AlternateContent>
      <mc:AlternateContent xmlns:mc="http://schemas.openxmlformats.org/markup-compatibility/2006" xmlns:p14="http://schemas.microsoft.com/office/powerpoint/2010/main">
        <mc:Choice Requires="p14">
          <p:contentPart p14:bwMode="auto" r:id="rId13">
            <p14:nvContentPartPr>
              <p14:cNvPr id="1049637" name="墨迹 1049636"/>
              <p14:cNvContentPartPr/>
              <p14:nvPr/>
            </p14:nvContentPartPr>
            <p14:xfrm>
              <a:off x="7232533" y="4613740"/>
              <a:ext cx="102233" cy="361371"/>
            </p14:xfrm>
          </p:contentPart>
        </mc:Choice>
        <mc:Fallback xmlns="">
          <p:sp>
            <p:nvSpPr>
              <p:cNvPr id="1049637" name=""/>
              <p:cNvSpPr/>
              <p:nvPr/>
            </p:nvSpPr>
            <p:spPr>
              <a:xfrm>
                <a:off x="7232533" y="4613740"/>
                <a:ext cx="102233" cy="361371"/>
              </a:xfrm>
            </p:spPr>
          </p:sp>
        </mc:Fallback>
      </mc:AlternateContent>
      <mc:AlternateContent xmlns:mc="http://schemas.openxmlformats.org/markup-compatibility/2006" xmlns:p14="http://schemas.microsoft.com/office/powerpoint/2010/main">
        <mc:Choice Requires="p14">
          <p:contentPart p14:bwMode="auto" r:id="rId14">
            <p14:nvContentPartPr>
              <p14:cNvPr id="1049638" name="墨迹 1049637"/>
              <p14:cNvContentPartPr/>
              <p14:nvPr/>
            </p14:nvContentPartPr>
            <p14:xfrm>
              <a:off x="7338473" y="4740978"/>
              <a:ext cx="117369" cy="156838"/>
            </p14:xfrm>
          </p:contentPart>
        </mc:Choice>
        <mc:Fallback xmlns="">
          <p:sp>
            <p:nvSpPr>
              <p:cNvPr id="1049638" name=""/>
              <p:cNvSpPr/>
              <p:nvPr/>
            </p:nvSpPr>
            <p:spPr>
              <a:xfrm>
                <a:off x="7338473" y="4740978"/>
                <a:ext cx="117369" cy="156838"/>
              </a:xfrm>
            </p:spPr>
          </p:sp>
        </mc:Fallback>
      </mc:AlternateContent>
      <mc:AlternateContent xmlns:mc="http://schemas.openxmlformats.org/markup-compatibility/2006" xmlns:p14="http://schemas.microsoft.com/office/powerpoint/2010/main">
        <mc:Choice Requires="p14">
          <p:contentPart p14:bwMode="auto" r:id="rId15">
            <p14:nvContentPartPr>
              <p14:cNvPr id="1049639" name="墨迹 1049638"/>
              <p14:cNvContentPartPr/>
              <p14:nvPr/>
            </p14:nvContentPartPr>
            <p14:xfrm>
              <a:off x="7479272" y="4735899"/>
              <a:ext cx="47552" cy="478191"/>
            </p14:xfrm>
          </p:contentPart>
        </mc:Choice>
        <mc:Fallback xmlns="">
          <p:sp>
            <p:nvSpPr>
              <p:cNvPr id="1049639" name=""/>
              <p:cNvSpPr/>
              <p:nvPr/>
            </p:nvSpPr>
            <p:spPr>
              <a:xfrm>
                <a:off x="7479272" y="4735899"/>
                <a:ext cx="47552" cy="478191"/>
              </a:xfrm>
            </p:spPr>
          </p:sp>
        </mc:Fallback>
      </mc:AlternateContent>
      <mc:AlternateContent xmlns:mc="http://schemas.openxmlformats.org/markup-compatibility/2006" xmlns:p14="http://schemas.microsoft.com/office/powerpoint/2010/main">
        <mc:Choice Requires="p14">
          <p:contentPart p14:bwMode="auto" r:id="rId16">
            <p14:nvContentPartPr>
              <p14:cNvPr id="1049640" name="墨迹 1049639"/>
              <p14:cNvContentPartPr/>
              <p14:nvPr/>
            </p14:nvContentPartPr>
            <p14:xfrm>
              <a:off x="7477896" y="4798577"/>
              <a:ext cx="107013" cy="129236"/>
            </p14:xfrm>
          </p:contentPart>
        </mc:Choice>
        <mc:Fallback xmlns="">
          <p:sp>
            <p:nvSpPr>
              <p:cNvPr id="1049640" name=""/>
              <p:cNvSpPr/>
              <p:nvPr/>
            </p:nvSpPr>
            <p:spPr>
              <a:xfrm>
                <a:off x="7477896" y="4798577"/>
                <a:ext cx="107013" cy="129236"/>
              </a:xfrm>
            </p:spPr>
          </p:sp>
        </mc:Fallback>
      </mc:AlternateContent>
      <mc:AlternateContent xmlns:mc="http://schemas.openxmlformats.org/markup-compatibility/2006" xmlns:p14="http://schemas.microsoft.com/office/powerpoint/2010/main">
        <mc:Choice Requires="p14">
          <p:contentPart p14:bwMode="auto" r:id="rId17">
            <p14:nvContentPartPr>
              <p14:cNvPr id="1049641" name="墨迹 1049640"/>
              <p14:cNvContentPartPr/>
              <p14:nvPr/>
            </p14:nvContentPartPr>
            <p14:xfrm>
              <a:off x="7629556" y="4616023"/>
              <a:ext cx="28908" cy="333080"/>
            </p14:xfrm>
          </p:contentPart>
        </mc:Choice>
        <mc:Fallback xmlns="">
          <p:sp>
            <p:nvSpPr>
              <p:cNvPr id="1049641" name=""/>
              <p:cNvSpPr/>
              <p:nvPr/>
            </p:nvSpPr>
            <p:spPr>
              <a:xfrm>
                <a:off x="7629556" y="4616023"/>
                <a:ext cx="28908" cy="333080"/>
              </a:xfrm>
            </p:spPr>
          </p:sp>
        </mc:Fallback>
      </mc:AlternateContent>
      <mc:AlternateContent xmlns:mc="http://schemas.openxmlformats.org/markup-compatibility/2006" xmlns:p14="http://schemas.microsoft.com/office/powerpoint/2010/main">
        <mc:Choice Requires="p14">
          <p:contentPart p14:bwMode="auto" r:id="rId18">
            <p14:nvContentPartPr>
              <p14:cNvPr id="1049642" name="墨迹 1049641"/>
              <p14:cNvContentPartPr/>
              <p14:nvPr/>
            </p14:nvContentPartPr>
            <p14:xfrm>
              <a:off x="7650372" y="4715366"/>
              <a:ext cx="112531" cy="152713"/>
            </p14:xfrm>
          </p:contentPart>
        </mc:Choice>
        <mc:Fallback xmlns="">
          <p:sp>
            <p:nvSpPr>
              <p:cNvPr id="1049642" name=""/>
              <p:cNvSpPr/>
              <p:nvPr/>
            </p:nvSpPr>
            <p:spPr>
              <a:xfrm>
                <a:off x="7650372" y="4715366"/>
                <a:ext cx="112531" cy="152713"/>
              </a:xfrm>
            </p:spPr>
          </p:sp>
        </mc:Fallback>
      </mc:AlternateContent>
      <mc:AlternateContent xmlns:mc="http://schemas.openxmlformats.org/markup-compatibility/2006" xmlns:p14="http://schemas.microsoft.com/office/powerpoint/2010/main">
        <mc:Choice Requires="p14">
          <p:contentPart p14:bwMode="auto" r:id="rId19">
            <p14:nvContentPartPr>
              <p14:cNvPr id="1049643" name="墨迹 1049642"/>
              <p14:cNvContentPartPr/>
              <p14:nvPr/>
            </p14:nvContentPartPr>
            <p14:xfrm>
              <a:off x="7769748" y="4715471"/>
              <a:ext cx="273246" cy="163768"/>
            </p14:xfrm>
          </p:contentPart>
        </mc:Choice>
        <mc:Fallback xmlns="">
          <p:sp>
            <p:nvSpPr>
              <p:cNvPr id="1049643" name=""/>
              <p:cNvSpPr/>
              <p:nvPr/>
            </p:nvSpPr>
            <p:spPr>
              <a:xfrm>
                <a:off x="7769748" y="4715471"/>
                <a:ext cx="273246" cy="163768"/>
              </a:xfrm>
            </p:spPr>
          </p:sp>
        </mc:Fallback>
      </mc:AlternateContent>
      <mc:AlternateContent xmlns:mc="http://schemas.openxmlformats.org/markup-compatibility/2006" xmlns:p14="http://schemas.microsoft.com/office/powerpoint/2010/main">
        <mc:Choice Requires="p14">
          <p:contentPart p14:bwMode="auto" r:id="rId20">
            <p14:nvContentPartPr>
              <p14:cNvPr id="1049644" name="墨迹 1049643"/>
              <p14:cNvContentPartPr/>
              <p14:nvPr/>
            </p14:nvContentPartPr>
            <p14:xfrm>
              <a:off x="8233368" y="4713521"/>
              <a:ext cx="226408" cy="44069"/>
            </p14:xfrm>
          </p:contentPart>
        </mc:Choice>
        <mc:Fallback xmlns="">
          <p:sp>
            <p:nvSpPr>
              <p:cNvPr id="1049644" name=""/>
              <p:cNvSpPr/>
              <p:nvPr/>
            </p:nvSpPr>
            <p:spPr>
              <a:xfrm>
                <a:off x="8233368" y="4713521"/>
                <a:ext cx="226408" cy="44069"/>
              </a:xfrm>
            </p:spPr>
          </p:sp>
        </mc:Fallback>
      </mc:AlternateContent>
      <mc:AlternateContent xmlns:mc="http://schemas.openxmlformats.org/markup-compatibility/2006" xmlns:p14="http://schemas.microsoft.com/office/powerpoint/2010/main">
        <mc:Choice Requires="p14">
          <p:contentPart p14:bwMode="auto" r:id="rId21">
            <p14:nvContentPartPr>
              <p14:cNvPr id="1049645" name="墨迹 1049644"/>
              <p14:cNvContentPartPr/>
              <p14:nvPr/>
            </p14:nvContentPartPr>
            <p14:xfrm>
              <a:off x="8267733" y="4796456"/>
              <a:ext cx="209162" cy="27922"/>
            </p14:xfrm>
          </p:contentPart>
        </mc:Choice>
        <mc:Fallback xmlns="">
          <p:sp>
            <p:nvSpPr>
              <p:cNvPr id="1049645" name=""/>
              <p:cNvSpPr/>
              <p:nvPr/>
            </p:nvSpPr>
            <p:spPr>
              <a:xfrm>
                <a:off x="8267733" y="4796456"/>
                <a:ext cx="209162" cy="27922"/>
              </a:xfrm>
            </p:spPr>
          </p:sp>
        </mc:Fallback>
      </mc:AlternateContent>
      <mc:AlternateContent xmlns:mc="http://schemas.openxmlformats.org/markup-compatibility/2006" xmlns:p14="http://schemas.microsoft.com/office/powerpoint/2010/main">
        <mc:Choice Requires="p14">
          <p:contentPart p14:bwMode="auto" r:id="rId22">
            <p14:nvContentPartPr>
              <p14:cNvPr id="1049646" name="墨迹 1049645"/>
              <p14:cNvContentPartPr/>
              <p14:nvPr/>
            </p14:nvContentPartPr>
            <p14:xfrm>
              <a:off x="8668476" y="6403884"/>
              <a:ext cx="0" cy="0"/>
            </p14:xfrm>
          </p:contentPart>
        </mc:Choice>
        <mc:Fallback xmlns="">
          <p:sp>
            <p:nvSpPr>
              <p:cNvPr id="1049646" name=""/>
              <p:cNvSpPr/>
              <p:nvPr/>
            </p:nvSpPr>
            <p:spPr>
              <a:xfrm>
                <a:off x="8668476" y="6403884"/>
                <a:ext cx="0" cy="0"/>
              </a:xfrm>
            </p:spPr>
          </p:sp>
        </mc:Fallback>
      </mc:AlternateContent>
      <mc:AlternateContent xmlns:mc="http://schemas.openxmlformats.org/markup-compatibility/2006" xmlns:p14="http://schemas.microsoft.com/office/powerpoint/2010/main">
        <mc:Choice Requires="p14">
          <p:contentPart p14:bwMode="auto" r:id="rId23">
            <p14:nvContentPartPr>
              <p14:cNvPr id="1049647" name="墨迹 1049646"/>
              <p14:cNvContentPartPr/>
              <p14:nvPr/>
            </p14:nvContentPartPr>
            <p14:xfrm>
              <a:off x="8813483" y="4535092"/>
              <a:ext cx="130557" cy="352673"/>
            </p14:xfrm>
          </p:contentPart>
        </mc:Choice>
        <mc:Fallback xmlns="">
          <p:sp>
            <p:nvSpPr>
              <p:cNvPr id="1049647" name=""/>
              <p:cNvSpPr/>
              <p:nvPr/>
            </p:nvSpPr>
            <p:spPr>
              <a:xfrm>
                <a:off x="8813483" y="4535092"/>
                <a:ext cx="130557" cy="352673"/>
              </a:xfrm>
            </p:spPr>
          </p:sp>
        </mc:Fallback>
      </mc:AlternateContent>
      <mc:AlternateContent xmlns:mc="http://schemas.openxmlformats.org/markup-compatibility/2006" xmlns:p14="http://schemas.microsoft.com/office/powerpoint/2010/main">
        <mc:Choice Requires="p14">
          <p:contentPart p14:bwMode="auto" r:id="rId24">
            <p14:nvContentPartPr>
              <p14:cNvPr id="1049648" name="墨迹 1049647"/>
              <p14:cNvContentPartPr/>
              <p14:nvPr/>
            </p14:nvContentPartPr>
            <p14:xfrm>
              <a:off x="8980824" y="4692072"/>
              <a:ext cx="61295" cy="123489"/>
            </p14:xfrm>
          </p:contentPart>
        </mc:Choice>
        <mc:Fallback xmlns="">
          <p:sp>
            <p:nvSpPr>
              <p:cNvPr id="1049648" name=""/>
              <p:cNvSpPr/>
              <p:nvPr/>
            </p:nvSpPr>
            <p:spPr>
              <a:xfrm>
                <a:off x="8980824" y="4692072"/>
                <a:ext cx="61295" cy="123489"/>
              </a:xfrm>
            </p:spPr>
          </p:sp>
        </mc:Fallback>
      </mc:AlternateContent>
      <mc:AlternateContent xmlns:mc="http://schemas.openxmlformats.org/markup-compatibility/2006" xmlns:p14="http://schemas.microsoft.com/office/powerpoint/2010/main">
        <mc:Choice Requires="p14">
          <p:contentPart p14:bwMode="auto" r:id="rId25">
            <p14:nvContentPartPr>
              <p14:cNvPr id="1049649" name="墨迹 1049648"/>
              <p14:cNvContentPartPr/>
              <p14:nvPr/>
            </p14:nvContentPartPr>
            <p14:xfrm>
              <a:off x="9016625" y="4642700"/>
              <a:ext cx="200237" cy="456180"/>
            </p14:xfrm>
          </p:contentPart>
        </mc:Choice>
        <mc:Fallback xmlns="">
          <p:sp>
            <p:nvSpPr>
              <p:cNvPr id="1049649" name=""/>
              <p:cNvSpPr/>
              <p:nvPr/>
            </p:nvSpPr>
            <p:spPr>
              <a:xfrm>
                <a:off x="9016625" y="4642700"/>
                <a:ext cx="200237" cy="456180"/>
              </a:xfrm>
            </p:spPr>
          </p:sp>
        </mc:Fallback>
      </mc:AlternateContent>
      <mc:AlternateContent xmlns:mc="http://schemas.openxmlformats.org/markup-compatibility/2006" xmlns:p14="http://schemas.microsoft.com/office/powerpoint/2010/main">
        <mc:Choice Requires="p14">
          <p:contentPart p14:bwMode="auto" r:id="rId26">
            <p14:nvContentPartPr>
              <p14:cNvPr id="1049650" name="墨迹 1049649"/>
              <p14:cNvContentPartPr/>
              <p14:nvPr/>
            </p14:nvContentPartPr>
            <p14:xfrm>
              <a:off x="8296201" y="6987407"/>
              <a:ext cx="0" cy="0"/>
            </p14:xfrm>
          </p:contentPart>
        </mc:Choice>
        <mc:Fallback xmlns="">
          <p:sp>
            <p:nvSpPr>
              <p:cNvPr id="1049650" name=""/>
              <p:cNvSpPr/>
              <p:nvPr/>
            </p:nvSpPr>
            <p:spPr>
              <a:xfrm>
                <a:off x="8296201" y="6987407"/>
                <a:ext cx="0" cy="0"/>
              </a:xfrm>
            </p:spPr>
          </p:sp>
        </mc:Fallback>
      </mc:AlternateContent>
      <mc:AlternateContent xmlns:mc="http://schemas.openxmlformats.org/markup-compatibility/2006" xmlns:p14="http://schemas.microsoft.com/office/powerpoint/2010/main">
        <mc:Choice Requires="p14">
          <p:contentPart p14:bwMode="auto" r:id="rId27">
            <p14:nvContentPartPr>
              <p14:cNvPr id="1049651" name="墨迹 1049650"/>
              <p14:cNvContentPartPr/>
              <p14:nvPr/>
            </p14:nvContentPartPr>
            <p14:xfrm>
              <a:off x="2894905" y="4626209"/>
              <a:ext cx="8813" cy="182294"/>
            </p14:xfrm>
          </p:contentPart>
        </mc:Choice>
        <mc:Fallback xmlns="">
          <p:sp>
            <p:nvSpPr>
              <p:cNvPr id="1049651" name=""/>
              <p:cNvSpPr/>
              <p:nvPr/>
            </p:nvSpPr>
            <p:spPr>
              <a:xfrm>
                <a:off x="2894905" y="4626209"/>
                <a:ext cx="8813" cy="182294"/>
              </a:xfrm>
            </p:spPr>
          </p:sp>
        </mc:Fallback>
      </mc:AlternateContent>
      <mc:AlternateContent xmlns:mc="http://schemas.openxmlformats.org/markup-compatibility/2006" xmlns:p14="http://schemas.microsoft.com/office/powerpoint/2010/main">
        <mc:Choice Requires="p14">
          <p:contentPart p14:bwMode="auto" r:id="rId28">
            <p14:nvContentPartPr>
              <p14:cNvPr id="1049652" name="墨迹 1049651"/>
              <p14:cNvContentPartPr/>
              <p14:nvPr/>
            </p14:nvContentPartPr>
            <p14:xfrm>
              <a:off x="2753098" y="4486396"/>
              <a:ext cx="274139" cy="366133"/>
            </p14:xfrm>
          </p:contentPart>
        </mc:Choice>
        <mc:Fallback xmlns="">
          <p:sp>
            <p:nvSpPr>
              <p:cNvPr id="1049652" name=""/>
              <p:cNvSpPr/>
              <p:nvPr/>
            </p:nvSpPr>
            <p:spPr>
              <a:xfrm>
                <a:off x="2753098" y="4486396"/>
                <a:ext cx="274139" cy="366133"/>
              </a:xfrm>
            </p:spPr>
          </p:sp>
        </mc:Fallback>
      </mc:AlternateContent>
      <mc:AlternateContent xmlns:mc="http://schemas.openxmlformats.org/markup-compatibility/2006" xmlns:p14="http://schemas.microsoft.com/office/powerpoint/2010/main">
        <mc:Choice Requires="p14">
          <p:contentPart p14:bwMode="auto" r:id="rId29">
            <p14:nvContentPartPr>
              <p14:cNvPr id="1049653" name="墨迹 1049652"/>
              <p14:cNvContentPartPr/>
              <p14:nvPr/>
            </p14:nvContentPartPr>
            <p14:xfrm>
              <a:off x="4458345" y="5275441"/>
              <a:ext cx="120476" cy="114083"/>
            </p14:xfrm>
          </p:contentPart>
        </mc:Choice>
        <mc:Fallback xmlns="">
          <p:sp>
            <p:nvSpPr>
              <p:cNvPr id="1049653" name=""/>
              <p:cNvSpPr/>
              <p:nvPr/>
            </p:nvSpPr>
            <p:spPr>
              <a:xfrm>
                <a:off x="4458345" y="5275441"/>
                <a:ext cx="120476" cy="114083"/>
              </a:xfrm>
            </p:spPr>
          </p:sp>
        </mc:Fallback>
      </mc:AlternateContent>
      <mc:AlternateContent xmlns:mc="http://schemas.openxmlformats.org/markup-compatibility/2006" xmlns:p14="http://schemas.microsoft.com/office/powerpoint/2010/main">
        <mc:Choice Requires="p14">
          <p:contentPart p14:bwMode="auto" r:id="rId30">
            <p14:nvContentPartPr>
              <p14:cNvPr id="1049654" name="墨迹 1049653"/>
              <p14:cNvContentPartPr/>
              <p14:nvPr/>
            </p14:nvContentPartPr>
            <p14:xfrm>
              <a:off x="4353577" y="5077383"/>
              <a:ext cx="303829" cy="373061"/>
            </p14:xfrm>
          </p:contentPart>
        </mc:Choice>
        <mc:Fallback xmlns="">
          <p:sp>
            <p:nvSpPr>
              <p:cNvPr id="1049654" name=""/>
              <p:cNvSpPr/>
              <p:nvPr/>
            </p:nvSpPr>
            <p:spPr>
              <a:xfrm>
                <a:off x="4353577" y="5077383"/>
                <a:ext cx="303829" cy="373061"/>
              </a:xfrm>
            </p:spPr>
          </p:sp>
        </mc:Fallback>
      </mc:AlternateContent>
      <mc:AlternateContent xmlns:mc="http://schemas.openxmlformats.org/markup-compatibility/2006" xmlns:p14="http://schemas.microsoft.com/office/powerpoint/2010/main">
        <mc:Choice Requires="p14">
          <p:contentPart p14:bwMode="auto" r:id="rId31">
            <p14:nvContentPartPr>
              <p14:cNvPr id="1049655" name="墨迹 1049654"/>
              <p14:cNvContentPartPr/>
              <p14:nvPr/>
            </p14:nvContentPartPr>
            <p14:xfrm>
              <a:off x="2556563" y="5191243"/>
              <a:ext cx="589426" cy="118256"/>
            </p14:xfrm>
          </p:contentPart>
        </mc:Choice>
        <mc:Fallback xmlns="">
          <p:sp>
            <p:nvSpPr>
              <p:cNvPr id="1049655" name=""/>
              <p:cNvSpPr/>
              <p:nvPr/>
            </p:nvSpPr>
            <p:spPr>
              <a:xfrm>
                <a:off x="2556563" y="5191243"/>
                <a:ext cx="589426" cy="118256"/>
              </a:xfrm>
            </p:spPr>
          </p:sp>
        </mc:Fallback>
      </mc:AlternateContent>
      <mc:AlternateContent xmlns:mc="http://schemas.openxmlformats.org/markup-compatibility/2006" xmlns:p14="http://schemas.microsoft.com/office/powerpoint/2010/main">
        <mc:Choice Requires="p14">
          <p:contentPart p14:bwMode="auto" r:id="rId32">
            <p14:nvContentPartPr>
              <p14:cNvPr id="1049656" name="墨迹 1049655"/>
              <p14:cNvContentPartPr/>
              <p14:nvPr/>
            </p14:nvContentPartPr>
            <p14:xfrm>
              <a:off x="4272535" y="5741053"/>
              <a:ext cx="559759" cy="85625"/>
            </p14:xfrm>
          </p:contentPart>
        </mc:Choice>
        <mc:Fallback xmlns="">
          <p:sp>
            <p:nvSpPr>
              <p:cNvPr id="1049656" name=""/>
              <p:cNvSpPr/>
              <p:nvPr/>
            </p:nvSpPr>
            <p:spPr>
              <a:xfrm>
                <a:off x="4272535" y="5741053"/>
                <a:ext cx="559759" cy="85625"/>
              </a:xfrm>
            </p:spPr>
          </p:sp>
        </mc:Fallback>
      </mc:AlternateContent>
      <mc:AlternateContent xmlns:mc="http://schemas.openxmlformats.org/markup-compatibility/2006" xmlns:p14="http://schemas.microsoft.com/office/powerpoint/2010/main">
        <mc:Choice Requires="p14">
          <p:contentPart p14:bwMode="auto" r:id="rId33">
            <p14:nvContentPartPr>
              <p14:cNvPr id="1049657" name="墨迹 1049656"/>
              <p14:cNvContentPartPr/>
              <p14:nvPr/>
            </p14:nvContentPartPr>
            <p14:xfrm>
              <a:off x="8586348" y="7205248"/>
              <a:ext cx="0" cy="0"/>
            </p14:xfrm>
          </p:contentPart>
        </mc:Choice>
        <mc:Fallback xmlns="">
          <p:sp>
            <p:nvSpPr>
              <p:cNvPr id="1049657" name=""/>
              <p:cNvSpPr/>
              <p:nvPr/>
            </p:nvSpPr>
            <p:spPr>
              <a:xfrm>
                <a:off x="8586348" y="7205248"/>
                <a:ext cx="0" cy="0"/>
              </a:xfrm>
            </p:spPr>
          </p:sp>
        </mc:Fallback>
      </mc:AlternateContent>
      <mc:AlternateContent xmlns:mc="http://schemas.openxmlformats.org/markup-compatibility/2006" xmlns:p14="http://schemas.microsoft.com/office/powerpoint/2010/main">
        <mc:Choice Requires="p14">
          <p:contentPart p14:bwMode="auto" r:id="rId34">
            <p14:nvContentPartPr>
              <p14:cNvPr id="1049658" name="墨迹 1049657"/>
              <p14:cNvContentPartPr/>
              <p14:nvPr/>
            </p14:nvContentPartPr>
            <p14:xfrm>
              <a:off x="9047740" y="5679931"/>
              <a:ext cx="2006192" cy="148796"/>
            </p14:xfrm>
          </p:contentPart>
        </mc:Choice>
        <mc:Fallback xmlns="">
          <p:sp>
            <p:nvSpPr>
              <p:cNvPr id="1049658" name=""/>
              <p:cNvSpPr/>
              <p:nvPr/>
            </p:nvSpPr>
            <p:spPr>
              <a:xfrm>
                <a:off x="9047740" y="5679931"/>
                <a:ext cx="2006192" cy="148796"/>
              </a:xfrm>
            </p:spPr>
          </p:sp>
        </mc:Fallback>
      </mc:AlternateContent>
      <mc:AlternateContent xmlns:mc="http://schemas.openxmlformats.org/markup-compatibility/2006" xmlns:p14="http://schemas.microsoft.com/office/powerpoint/2010/main">
        <mc:Choice Requires="p14">
          <p:contentPart p14:bwMode="auto" r:id="rId35">
            <p14:nvContentPartPr>
              <p14:cNvPr id="1049659" name="墨迹 1049658"/>
              <p14:cNvContentPartPr/>
              <p14:nvPr/>
            </p14:nvContentPartPr>
            <p14:xfrm>
              <a:off x="8997647" y="5756105"/>
              <a:ext cx="2138123" cy="148542"/>
            </p14:xfrm>
          </p:contentPart>
        </mc:Choice>
        <mc:Fallback xmlns="">
          <p:sp>
            <p:nvSpPr>
              <p:cNvPr id="1049659" name=""/>
              <p:cNvSpPr/>
              <p:nvPr/>
            </p:nvSpPr>
            <p:spPr>
              <a:xfrm>
                <a:off x="8997647" y="5756105"/>
                <a:ext cx="2138123" cy="148542"/>
              </a:xfrm>
            </p:spPr>
          </p:sp>
        </mc:Fallback>
      </mc:AlternateContent>
      <mc:AlternateContent xmlns:mc="http://schemas.openxmlformats.org/markup-compatibility/2006" xmlns:p14="http://schemas.microsoft.com/office/powerpoint/2010/main">
        <mc:Choice Requires="p14">
          <p:contentPart p14:bwMode="auto" r:id="rId36">
            <p14:nvContentPartPr>
              <p14:cNvPr id="1049660" name="墨迹 1049659"/>
              <p14:cNvContentPartPr/>
              <p14:nvPr/>
            </p14:nvContentPartPr>
            <p14:xfrm>
              <a:off x="1870249" y="6049528"/>
              <a:ext cx="3154830" cy="286894"/>
            </p14:xfrm>
          </p:contentPart>
        </mc:Choice>
        <mc:Fallback xmlns="">
          <p:sp>
            <p:nvSpPr>
              <p:cNvPr id="1049660" name=""/>
              <p:cNvSpPr/>
              <p:nvPr/>
            </p:nvSpPr>
            <p:spPr>
              <a:xfrm>
                <a:off x="1870249" y="6049528"/>
                <a:ext cx="3154830" cy="286894"/>
              </a:xfrm>
            </p:spPr>
          </p:sp>
        </mc:Fallback>
      </mc:AlternateContent>
      <mc:AlternateContent xmlns:mc="http://schemas.openxmlformats.org/markup-compatibility/2006" xmlns:p14="http://schemas.microsoft.com/office/powerpoint/2010/main">
        <mc:Choice Requires="p14">
          <p:contentPart p14:bwMode="auto" r:id="rId37">
            <p14:nvContentPartPr>
              <p14:cNvPr id="1049661" name="墨迹 1049660"/>
              <p14:cNvContentPartPr/>
              <p14:nvPr/>
            </p14:nvContentPartPr>
            <p14:xfrm>
              <a:off x="9554497" y="2271130"/>
              <a:ext cx="0" cy="0"/>
            </p14:xfrm>
          </p:contentPart>
        </mc:Choice>
        <mc:Fallback xmlns="">
          <p:sp>
            <p:nvSpPr>
              <p:cNvPr id="1049661" name=""/>
              <p:cNvSpPr/>
              <p:nvPr/>
            </p:nvSpPr>
            <p:spPr>
              <a:xfrm>
                <a:off x="9554497" y="2271130"/>
                <a:ext cx="0" cy="0"/>
              </a:xfrm>
            </p:spPr>
          </p:sp>
        </mc:Fallback>
      </mc:AlternateContent>
      <mc:AlternateContent xmlns:mc="http://schemas.openxmlformats.org/markup-compatibility/2006" xmlns:p14="http://schemas.microsoft.com/office/powerpoint/2010/main">
        <mc:Choice Requires="p14">
          <p:contentPart p14:bwMode="auto" r:id="rId38">
            <p14:nvContentPartPr>
              <p14:cNvPr id="1049662" name="墨迹 1049661"/>
              <p14:cNvContentPartPr/>
              <p14:nvPr/>
            </p14:nvContentPartPr>
            <p14:xfrm>
              <a:off x="6818932" y="5294358"/>
              <a:ext cx="317037" cy="254569"/>
            </p14:xfrm>
          </p:contentPart>
        </mc:Choice>
        <mc:Fallback xmlns="">
          <p:sp>
            <p:nvSpPr>
              <p:cNvPr id="1049662" name=""/>
              <p:cNvSpPr/>
              <p:nvPr/>
            </p:nvSpPr>
            <p:spPr>
              <a:xfrm>
                <a:off x="6818932" y="5294358"/>
                <a:ext cx="317037" cy="254569"/>
              </a:xfrm>
            </p:spPr>
          </p:sp>
        </mc:Fallback>
      </mc:AlternateContent>
      <mc:AlternateContent xmlns:mc="http://schemas.openxmlformats.org/markup-compatibility/2006" xmlns:p14="http://schemas.microsoft.com/office/powerpoint/2010/main">
        <mc:Choice Requires="p14">
          <p:contentPart p14:bwMode="auto" r:id="rId39">
            <p14:nvContentPartPr>
              <p14:cNvPr id="1049663" name="墨迹 1049662"/>
              <p14:cNvContentPartPr/>
              <p14:nvPr/>
            </p14:nvContentPartPr>
            <p14:xfrm>
              <a:off x="7551802" y="6951003"/>
              <a:ext cx="0" cy="0"/>
            </p14:xfrm>
          </p:contentPart>
        </mc:Choice>
        <mc:Fallback xmlns="">
          <p:sp>
            <p:nvSpPr>
              <p:cNvPr id="1049663" name=""/>
              <p:cNvSpPr/>
              <p:nvPr/>
            </p:nvSpPr>
            <p:spPr>
              <a:xfrm>
                <a:off x="7551802" y="6951003"/>
                <a:ext cx="0" cy="0"/>
              </a:xfrm>
            </p:spPr>
          </p:sp>
        </mc:Fallback>
      </mc:AlternateContent>
      <mc:AlternateContent xmlns:mc="http://schemas.openxmlformats.org/markup-compatibility/2006" xmlns:p14="http://schemas.microsoft.com/office/powerpoint/2010/main">
        <mc:Choice Requires="p14">
          <p:contentPart p14:bwMode="auto" r:id="rId40">
            <p14:nvContentPartPr>
              <p14:cNvPr id="1049664" name="墨迹 1049663"/>
              <p14:cNvContentPartPr/>
              <p14:nvPr/>
            </p14:nvContentPartPr>
            <p14:xfrm>
              <a:off x="4682373" y="6617738"/>
              <a:ext cx="0" cy="0"/>
            </p14:xfrm>
          </p:contentPart>
        </mc:Choice>
        <mc:Fallback xmlns="">
          <p:sp>
            <p:nvSpPr>
              <p:cNvPr id="1049664" name=""/>
              <p:cNvSpPr/>
              <p:nvPr/>
            </p:nvSpPr>
            <p:spPr>
              <a:xfrm>
                <a:off x="4682373" y="6617738"/>
                <a:ext cx="0" cy="0"/>
              </a:xfrm>
            </p:spPr>
          </p:sp>
        </mc:Fallback>
      </mc:AlternateContent>
      <mc:AlternateContent xmlns:mc="http://schemas.openxmlformats.org/markup-compatibility/2006" xmlns:p14="http://schemas.microsoft.com/office/powerpoint/2010/main">
        <mc:Choice Requires="p14">
          <p:contentPart p14:bwMode="auto" r:id="rId41">
            <p14:nvContentPartPr>
              <p14:cNvPr id="1049665" name="墨迹 1049664"/>
              <p14:cNvContentPartPr/>
              <p14:nvPr/>
            </p14:nvContentPartPr>
            <p14:xfrm>
              <a:off x="4494406" y="6583922"/>
              <a:ext cx="0" cy="0"/>
            </p14:xfrm>
          </p:contentPart>
        </mc:Choice>
        <mc:Fallback xmlns="">
          <p:sp>
            <p:nvSpPr>
              <p:cNvPr id="1049665" name=""/>
              <p:cNvSpPr/>
              <p:nvPr/>
            </p:nvSpPr>
            <p:spPr>
              <a:xfrm>
                <a:off x="4494406" y="6583922"/>
                <a:ext cx="0" cy="0"/>
              </a:xfrm>
            </p:spPr>
          </p:sp>
        </mc:Fallback>
      </mc:AlternateContent>
      <mc:AlternateContent xmlns:mc="http://schemas.openxmlformats.org/markup-compatibility/2006" xmlns:p14="http://schemas.microsoft.com/office/powerpoint/2010/main">
        <mc:Choice Requires="p14">
          <p:contentPart p14:bwMode="auto" r:id="rId42">
            <p14:nvContentPartPr>
              <p14:cNvPr id="1049666" name="墨迹 1049665"/>
              <p14:cNvContentPartPr/>
              <p14:nvPr/>
            </p14:nvContentPartPr>
            <p14:xfrm>
              <a:off x="8926851" y="7311543"/>
              <a:ext cx="797298" cy="2817514"/>
            </p14:xfrm>
          </p:contentPart>
        </mc:Choice>
        <mc:Fallback xmlns="">
          <p:sp>
            <p:nvSpPr>
              <p:cNvPr id="1049666" name=""/>
              <p:cNvSpPr/>
              <p:nvPr/>
            </p:nvSpPr>
            <p:spPr>
              <a:xfrm>
                <a:off x="8926851" y="7311543"/>
                <a:ext cx="797298" cy="2817514"/>
              </a:xfrm>
            </p:spPr>
          </p:sp>
        </mc:Fallback>
      </mc:AlternateContent>
      <mc:AlternateContent xmlns:mc="http://schemas.openxmlformats.org/markup-compatibility/2006" xmlns:p14="http://schemas.microsoft.com/office/powerpoint/2010/main">
        <mc:Choice Requires="p14">
          <p:contentPart p14:bwMode="auto" r:id="rId43">
            <p14:nvContentPartPr>
              <p14:cNvPr id="1049667" name="墨迹 1049666"/>
              <p14:cNvContentPartPr/>
              <p14:nvPr/>
            </p14:nvContentPartPr>
            <p14:xfrm>
              <a:off x="10310117" y="8949799"/>
              <a:ext cx="0" cy="0"/>
            </p14:xfrm>
          </p:contentPart>
        </mc:Choice>
        <mc:Fallback xmlns="">
          <p:sp>
            <p:nvSpPr>
              <p:cNvPr id="1049667" name=""/>
              <p:cNvSpPr/>
              <p:nvPr/>
            </p:nvSpPr>
            <p:spPr>
              <a:xfrm>
                <a:off x="10310117" y="8949799"/>
                <a:ext cx="0" cy="0"/>
              </a:xfrm>
            </p:spPr>
          </p:sp>
        </mc:Fallback>
      </mc:AlternateContent>
      <mc:AlternateContent xmlns:mc="http://schemas.openxmlformats.org/markup-compatibility/2006" xmlns:p14="http://schemas.microsoft.com/office/powerpoint/2010/main">
        <mc:Choice Requires="p14">
          <p:contentPart p14:bwMode="auto" r:id="rId44">
            <p14:nvContentPartPr>
              <p14:cNvPr id="1049668" name="墨迹 1049667"/>
              <p14:cNvContentPartPr/>
              <p14:nvPr/>
            </p14:nvContentPartPr>
            <p14:xfrm>
              <a:off x="9359275" y="6893887"/>
              <a:ext cx="0" cy="0"/>
            </p14:xfrm>
          </p:contentPart>
        </mc:Choice>
        <mc:Fallback xmlns="">
          <p:sp>
            <p:nvSpPr>
              <p:cNvPr id="1049668" name=""/>
              <p:cNvSpPr/>
              <p:nvPr/>
            </p:nvSpPr>
            <p:spPr>
              <a:xfrm>
                <a:off x="9359275" y="6893887"/>
                <a:ext cx="0" cy="0"/>
              </a:xfrm>
            </p:spPr>
          </p:sp>
        </mc:Fallback>
      </mc:AlternateContent>
      <mc:AlternateContent xmlns:mc="http://schemas.openxmlformats.org/markup-compatibility/2006" xmlns:p14="http://schemas.microsoft.com/office/powerpoint/2010/main">
        <mc:Choice Requires="p14">
          <p:contentPart p14:bwMode="auto" r:id="rId45">
            <p14:nvContentPartPr>
              <p14:cNvPr id="1049669" name="墨迹 1049668"/>
              <p14:cNvContentPartPr/>
              <p14:nvPr/>
            </p14:nvContentPartPr>
            <p14:xfrm>
              <a:off x="10568218" y="6446252"/>
              <a:ext cx="0" cy="0"/>
            </p14:xfrm>
          </p:contentPart>
        </mc:Choice>
        <mc:Fallback xmlns="">
          <p:sp>
            <p:nvSpPr>
              <p:cNvPr id="1049669" name=""/>
              <p:cNvSpPr/>
              <p:nvPr/>
            </p:nvSpPr>
            <p:spPr>
              <a:xfrm>
                <a:off x="10568218" y="6446252"/>
                <a:ext cx="0" cy="0"/>
              </a:xfrm>
            </p:spPr>
          </p:sp>
        </mc:Fallback>
      </mc:AlternateContent>
      <mc:AlternateContent xmlns:mc="http://schemas.openxmlformats.org/markup-compatibility/2006" xmlns:p14="http://schemas.microsoft.com/office/powerpoint/2010/main">
        <mc:Choice Requires="p14">
          <p:contentPart p14:bwMode="auto" r:id="rId46">
            <p14:nvContentPartPr>
              <p14:cNvPr id="1049670" name="墨迹 1049669"/>
              <p14:cNvContentPartPr/>
              <p14:nvPr/>
            </p14:nvContentPartPr>
            <p14:xfrm>
              <a:off x="3555416" y="3884528"/>
              <a:ext cx="24403" cy="233144"/>
            </p14:xfrm>
          </p:contentPart>
        </mc:Choice>
        <mc:Fallback xmlns="">
          <p:sp>
            <p:nvSpPr>
              <p:cNvPr id="1049670" name=""/>
              <p:cNvSpPr/>
              <p:nvPr/>
            </p:nvSpPr>
            <p:spPr>
              <a:xfrm>
                <a:off x="3555416" y="3884528"/>
                <a:ext cx="24403" cy="233144"/>
              </a:xfrm>
            </p:spPr>
          </p:sp>
        </mc:Fallback>
      </mc:AlternateContent>
      <mc:AlternateContent xmlns:mc="http://schemas.openxmlformats.org/markup-compatibility/2006" xmlns:p14="http://schemas.microsoft.com/office/powerpoint/2010/main">
        <mc:Choice Requires="p14">
          <p:contentPart p14:bwMode="auto" r:id="rId47">
            <p14:nvContentPartPr>
              <p14:cNvPr id="1049671" name="墨迹 1049670"/>
              <p14:cNvContentPartPr/>
              <p14:nvPr/>
            </p14:nvContentPartPr>
            <p14:xfrm>
              <a:off x="3400947" y="3955755"/>
              <a:ext cx="92776" cy="178030"/>
            </p14:xfrm>
          </p:contentPart>
        </mc:Choice>
        <mc:Fallback xmlns="">
          <p:sp>
            <p:nvSpPr>
              <p:cNvPr id="1049671" name=""/>
              <p:cNvSpPr/>
              <p:nvPr/>
            </p:nvSpPr>
            <p:spPr>
              <a:xfrm>
                <a:off x="3400947" y="3955755"/>
                <a:ext cx="92776" cy="178030"/>
              </a:xfrm>
            </p:spPr>
          </p:sp>
        </mc:Fallback>
      </mc:AlternateContent>
      <mc:AlternateContent xmlns:mc="http://schemas.openxmlformats.org/markup-compatibility/2006" xmlns:p14="http://schemas.microsoft.com/office/powerpoint/2010/main">
        <mc:Choice Requires="p14">
          <p:contentPart p14:bwMode="auto" r:id="rId48">
            <p14:nvContentPartPr>
              <p14:cNvPr id="1049672" name="墨迹 1049671"/>
              <p14:cNvContentPartPr/>
              <p14:nvPr/>
            </p14:nvContentPartPr>
            <p14:xfrm>
              <a:off x="3637393" y="3968255"/>
              <a:ext cx="61968" cy="22677"/>
            </p14:xfrm>
          </p:contentPart>
        </mc:Choice>
        <mc:Fallback xmlns="">
          <p:sp>
            <p:nvSpPr>
              <p:cNvPr id="1049672" name=""/>
              <p:cNvSpPr/>
              <p:nvPr/>
            </p:nvSpPr>
            <p:spPr>
              <a:xfrm>
                <a:off x="3637393" y="3968255"/>
                <a:ext cx="61968" cy="22677"/>
              </a:xfrm>
            </p:spPr>
          </p:sp>
        </mc:Fallback>
      </mc:AlternateContent>
      <mc:AlternateContent xmlns:mc="http://schemas.openxmlformats.org/markup-compatibility/2006" xmlns:p14="http://schemas.microsoft.com/office/powerpoint/2010/main">
        <mc:Choice Requires="p14">
          <p:contentPart p14:bwMode="auto" r:id="rId49">
            <p14:nvContentPartPr>
              <p14:cNvPr id="1049673" name="墨迹 1049672"/>
              <p14:cNvContentPartPr/>
              <p14:nvPr/>
            </p14:nvContentPartPr>
            <p14:xfrm>
              <a:off x="3479373" y="4055971"/>
              <a:ext cx="194333" cy="419401"/>
            </p14:xfrm>
          </p:contentPart>
        </mc:Choice>
        <mc:Fallback xmlns="">
          <p:sp>
            <p:nvSpPr>
              <p:cNvPr id="1049673" name=""/>
              <p:cNvSpPr/>
              <p:nvPr/>
            </p:nvSpPr>
            <p:spPr>
              <a:xfrm>
                <a:off x="3479373" y="4055971"/>
                <a:ext cx="194333" cy="419401"/>
              </a:xfrm>
            </p:spPr>
          </p:sp>
        </mc:Fallback>
      </mc:AlternateContent>
      <mc:AlternateContent xmlns:mc="http://schemas.openxmlformats.org/markup-compatibility/2006" xmlns:p14="http://schemas.microsoft.com/office/powerpoint/2010/main">
        <mc:Choice Requires="p14">
          <p:contentPart p14:bwMode="auto" r:id="rId50">
            <p14:nvContentPartPr>
              <p14:cNvPr id="1049674" name="墨迹 1049673"/>
              <p14:cNvContentPartPr/>
              <p14:nvPr/>
            </p14:nvContentPartPr>
            <p14:xfrm>
              <a:off x="3715989" y="4134635"/>
              <a:ext cx="210179" cy="39774"/>
            </p14:xfrm>
          </p:contentPart>
        </mc:Choice>
        <mc:Fallback xmlns="">
          <p:sp>
            <p:nvSpPr>
              <p:cNvPr id="1049674" name=""/>
              <p:cNvSpPr/>
              <p:nvPr/>
            </p:nvSpPr>
            <p:spPr>
              <a:xfrm>
                <a:off x="3715989" y="4134635"/>
                <a:ext cx="210179" cy="39774"/>
              </a:xfrm>
            </p:spPr>
          </p:sp>
        </mc:Fallback>
      </mc:AlternateContent>
      <mc:AlternateContent xmlns:mc="http://schemas.openxmlformats.org/markup-compatibility/2006" xmlns:p14="http://schemas.microsoft.com/office/powerpoint/2010/main">
        <mc:Choice Requires="p14">
          <p:contentPart p14:bwMode="auto" r:id="rId51">
            <p14:nvContentPartPr>
              <p14:cNvPr id="1049675" name="墨迹 1049674"/>
              <p14:cNvContentPartPr/>
              <p14:nvPr/>
            </p14:nvContentPartPr>
            <p14:xfrm>
              <a:off x="4052321" y="3844772"/>
              <a:ext cx="130173" cy="215856"/>
            </p14:xfrm>
          </p:contentPart>
        </mc:Choice>
        <mc:Fallback xmlns="">
          <p:sp>
            <p:nvSpPr>
              <p:cNvPr id="1049675" name=""/>
              <p:cNvSpPr/>
              <p:nvPr/>
            </p:nvSpPr>
            <p:spPr>
              <a:xfrm>
                <a:off x="4052321" y="3844772"/>
                <a:ext cx="130173" cy="215856"/>
              </a:xfrm>
            </p:spPr>
          </p:sp>
        </mc:Fallback>
      </mc:AlternateContent>
      <mc:AlternateContent xmlns:mc="http://schemas.openxmlformats.org/markup-compatibility/2006" xmlns:p14="http://schemas.microsoft.com/office/powerpoint/2010/main">
        <mc:Choice Requires="p14">
          <p:contentPart p14:bwMode="auto" r:id="rId52">
            <p14:nvContentPartPr>
              <p14:cNvPr id="1049676" name="墨迹 1049675"/>
              <p14:cNvContentPartPr/>
              <p14:nvPr/>
            </p14:nvContentPartPr>
            <p14:xfrm>
              <a:off x="4186721" y="3900264"/>
              <a:ext cx="77130" cy="87026"/>
            </p14:xfrm>
          </p:contentPart>
        </mc:Choice>
        <mc:Fallback xmlns="">
          <p:sp>
            <p:nvSpPr>
              <p:cNvPr id="1049676" name=""/>
              <p:cNvSpPr/>
              <p:nvPr/>
            </p:nvSpPr>
            <p:spPr>
              <a:xfrm>
                <a:off x="4186721" y="3900264"/>
                <a:ext cx="77130" cy="87026"/>
              </a:xfrm>
            </p:spPr>
          </p:sp>
        </mc:Fallback>
      </mc:AlternateContent>
      <mc:AlternateContent xmlns:mc="http://schemas.openxmlformats.org/markup-compatibility/2006" xmlns:p14="http://schemas.microsoft.com/office/powerpoint/2010/main">
        <mc:Choice Requires="p14">
          <p:contentPart p14:bwMode="auto" r:id="rId53">
            <p14:nvContentPartPr>
              <p14:cNvPr id="1049677" name="墨迹 1049676"/>
              <p14:cNvContentPartPr/>
              <p14:nvPr/>
            </p14:nvContentPartPr>
            <p14:xfrm>
              <a:off x="4169819" y="3989713"/>
              <a:ext cx="34136" cy="340534"/>
            </p14:xfrm>
          </p:contentPart>
        </mc:Choice>
        <mc:Fallback xmlns="">
          <p:sp>
            <p:nvSpPr>
              <p:cNvPr id="1049677" name=""/>
              <p:cNvSpPr/>
              <p:nvPr/>
            </p:nvSpPr>
            <p:spPr>
              <a:xfrm>
                <a:off x="4169819" y="3989713"/>
                <a:ext cx="34136" cy="340534"/>
              </a:xfrm>
            </p:spPr>
          </p:sp>
        </mc:Fallback>
      </mc:AlternateContent>
      <mc:AlternateContent xmlns:mc="http://schemas.openxmlformats.org/markup-compatibility/2006" xmlns:p14="http://schemas.microsoft.com/office/powerpoint/2010/main">
        <mc:Choice Requires="p14">
          <p:contentPart p14:bwMode="auto" r:id="rId54">
            <p14:nvContentPartPr>
              <p14:cNvPr id="1049678" name="墨迹 1049677"/>
              <p14:cNvContentPartPr/>
              <p14:nvPr/>
            </p14:nvContentPartPr>
            <p14:xfrm>
              <a:off x="4377162" y="3747041"/>
              <a:ext cx="134085" cy="166525"/>
            </p14:xfrm>
          </p:contentPart>
        </mc:Choice>
        <mc:Fallback xmlns="">
          <p:sp>
            <p:nvSpPr>
              <p:cNvPr id="1049678" name=""/>
              <p:cNvSpPr/>
              <p:nvPr/>
            </p:nvSpPr>
            <p:spPr>
              <a:xfrm>
                <a:off x="4377162" y="3747041"/>
                <a:ext cx="134085" cy="166525"/>
              </a:xfrm>
            </p:spPr>
          </p:sp>
        </mc:Fallback>
      </mc:AlternateContent>
      <mc:AlternateContent xmlns:mc="http://schemas.openxmlformats.org/markup-compatibility/2006" xmlns:p14="http://schemas.microsoft.com/office/powerpoint/2010/main">
        <mc:Choice Requires="p14">
          <p:contentPart p14:bwMode="auto" r:id="rId55">
            <p14:nvContentPartPr>
              <p14:cNvPr id="1049679" name="墨迹 1049678"/>
              <p14:cNvContentPartPr/>
              <p14:nvPr/>
            </p14:nvContentPartPr>
            <p14:xfrm>
              <a:off x="4401590" y="3821582"/>
              <a:ext cx="164265" cy="201081"/>
            </p14:xfrm>
          </p:contentPart>
        </mc:Choice>
        <mc:Fallback xmlns="">
          <p:sp>
            <p:nvSpPr>
              <p:cNvPr id="1049679" name=""/>
              <p:cNvSpPr/>
              <p:nvPr/>
            </p:nvSpPr>
            <p:spPr>
              <a:xfrm>
                <a:off x="4401590" y="3821582"/>
                <a:ext cx="164265" cy="201081"/>
              </a:xfrm>
            </p:spPr>
          </p:sp>
        </mc:Fallback>
      </mc:AlternateContent>
      <mc:AlternateContent xmlns:mc="http://schemas.openxmlformats.org/markup-compatibility/2006" xmlns:p14="http://schemas.microsoft.com/office/powerpoint/2010/main">
        <mc:Choice Requires="p14">
          <p:contentPart p14:bwMode="auto" r:id="rId56">
            <p14:nvContentPartPr>
              <p14:cNvPr id="1049680" name="墨迹 1049679"/>
              <p14:cNvContentPartPr/>
              <p14:nvPr/>
            </p14:nvContentPartPr>
            <p14:xfrm>
              <a:off x="4467643" y="3977290"/>
              <a:ext cx="115943" cy="221738"/>
            </p14:xfrm>
          </p:contentPart>
        </mc:Choice>
        <mc:Fallback xmlns="">
          <p:sp>
            <p:nvSpPr>
              <p:cNvPr id="1049680" name=""/>
              <p:cNvSpPr/>
              <p:nvPr/>
            </p:nvSpPr>
            <p:spPr>
              <a:xfrm>
                <a:off x="4467643" y="3977290"/>
                <a:ext cx="115943" cy="221738"/>
              </a:xfrm>
            </p:spPr>
          </p:sp>
        </mc:Fallback>
      </mc:AlternateContent>
      <mc:AlternateContent xmlns:mc="http://schemas.openxmlformats.org/markup-compatibility/2006" xmlns:p14="http://schemas.microsoft.com/office/powerpoint/2010/main">
        <mc:Choice Requires="p14">
          <p:contentPart p14:bwMode="auto" r:id="rId57">
            <p14:nvContentPartPr>
              <p14:cNvPr id="1049681" name="墨迹 1049680"/>
              <p14:cNvContentPartPr/>
              <p14:nvPr/>
            </p14:nvContentPartPr>
            <p14:xfrm>
              <a:off x="4376190" y="4084132"/>
              <a:ext cx="85195" cy="143471"/>
            </p14:xfrm>
          </p:contentPart>
        </mc:Choice>
        <mc:Fallback xmlns="">
          <p:sp>
            <p:nvSpPr>
              <p:cNvPr id="1049681" name=""/>
              <p:cNvSpPr/>
              <p:nvPr/>
            </p:nvSpPr>
            <p:spPr>
              <a:xfrm>
                <a:off x="4376190" y="4084132"/>
                <a:ext cx="85195" cy="143471"/>
              </a:xfrm>
            </p:spPr>
          </p:sp>
        </mc:Fallback>
      </mc:AlternateContent>
      <mc:AlternateContent xmlns:mc="http://schemas.openxmlformats.org/markup-compatibility/2006" xmlns:p14="http://schemas.microsoft.com/office/powerpoint/2010/main">
        <mc:Choice Requires="p14">
          <p:contentPart p14:bwMode="auto" r:id="rId58">
            <p14:nvContentPartPr>
              <p14:cNvPr id="1049682" name="墨迹 1049681"/>
              <p14:cNvContentPartPr/>
              <p14:nvPr/>
            </p14:nvContentPartPr>
            <p14:xfrm>
              <a:off x="4624493" y="4012904"/>
              <a:ext cx="101339" cy="113438"/>
            </p14:xfrm>
          </p:contentPart>
        </mc:Choice>
        <mc:Fallback xmlns="">
          <p:sp>
            <p:nvSpPr>
              <p:cNvPr id="1049682" name=""/>
              <p:cNvSpPr/>
              <p:nvPr/>
            </p:nvSpPr>
            <p:spPr>
              <a:xfrm>
                <a:off x="4624493" y="4012904"/>
                <a:ext cx="101339" cy="113438"/>
              </a:xfrm>
            </p:spPr>
          </p:sp>
        </mc:Fallback>
      </mc:AlternateContent>
      <mc:AlternateContent xmlns:mc="http://schemas.openxmlformats.org/markup-compatibility/2006" xmlns:p14="http://schemas.microsoft.com/office/powerpoint/2010/main">
        <mc:Choice Requires="p14">
          <p:contentPart p14:bwMode="auto" r:id="rId59">
            <p14:nvContentPartPr>
              <p14:cNvPr id="1049683" name="墨迹 1049682"/>
              <p14:cNvContentPartPr/>
              <p14:nvPr/>
            </p14:nvContentPartPr>
            <p14:xfrm>
              <a:off x="4725907" y="3775105"/>
              <a:ext cx="199086" cy="94514"/>
            </p14:xfrm>
          </p:contentPart>
        </mc:Choice>
        <mc:Fallback xmlns="">
          <p:sp>
            <p:nvSpPr>
              <p:cNvPr id="1049683" name=""/>
              <p:cNvSpPr/>
              <p:nvPr/>
            </p:nvSpPr>
            <p:spPr>
              <a:xfrm>
                <a:off x="4725907" y="3775105"/>
                <a:ext cx="199086" cy="94514"/>
              </a:xfrm>
            </p:spPr>
          </p:sp>
        </mc:Fallback>
      </mc:AlternateContent>
      <mc:AlternateContent xmlns:mc="http://schemas.openxmlformats.org/markup-compatibility/2006" xmlns:p14="http://schemas.microsoft.com/office/powerpoint/2010/main">
        <mc:Choice Requires="p14">
          <p:contentPart p14:bwMode="auto" r:id="rId60">
            <p14:nvContentPartPr>
              <p14:cNvPr id="1049684" name="墨迹 1049683"/>
              <p14:cNvContentPartPr/>
              <p14:nvPr/>
            </p14:nvContentPartPr>
            <p14:xfrm>
              <a:off x="4801968" y="3661733"/>
              <a:ext cx="46398" cy="292563"/>
            </p14:xfrm>
          </p:contentPart>
        </mc:Choice>
        <mc:Fallback xmlns="">
          <p:sp>
            <p:nvSpPr>
              <p:cNvPr id="1049684" name=""/>
              <p:cNvSpPr/>
              <p:nvPr/>
            </p:nvSpPr>
            <p:spPr>
              <a:xfrm>
                <a:off x="4801968" y="3661733"/>
                <a:ext cx="46398" cy="292563"/>
              </a:xfrm>
            </p:spPr>
          </p:sp>
        </mc:Fallback>
      </mc:AlternateContent>
      <mc:AlternateContent xmlns:mc="http://schemas.openxmlformats.org/markup-compatibility/2006" xmlns:p14="http://schemas.microsoft.com/office/powerpoint/2010/main">
        <mc:Choice Requires="p14">
          <p:contentPart p14:bwMode="auto" r:id="rId61">
            <p14:nvContentPartPr>
              <p14:cNvPr id="1049685" name="墨迹 1049684"/>
              <p14:cNvContentPartPr/>
              <p14:nvPr/>
            </p14:nvContentPartPr>
            <p14:xfrm>
              <a:off x="4722526" y="3685575"/>
              <a:ext cx="163760" cy="143086"/>
            </p14:xfrm>
          </p:contentPart>
        </mc:Choice>
        <mc:Fallback xmlns="">
          <p:sp>
            <p:nvSpPr>
              <p:cNvPr id="1049685" name=""/>
              <p:cNvSpPr/>
              <p:nvPr/>
            </p:nvSpPr>
            <p:spPr>
              <a:xfrm>
                <a:off x="4722526" y="3685575"/>
                <a:ext cx="163760" cy="143086"/>
              </a:xfrm>
            </p:spPr>
          </p:sp>
        </mc:Fallback>
      </mc:AlternateContent>
      <mc:AlternateContent xmlns:mc="http://schemas.openxmlformats.org/markup-compatibility/2006" xmlns:p14="http://schemas.microsoft.com/office/powerpoint/2010/main">
        <mc:Choice Requires="p14">
          <p:contentPart p14:bwMode="auto" r:id="rId62">
            <p14:nvContentPartPr>
              <p14:cNvPr id="1049686" name="墨迹 1049685"/>
              <p14:cNvContentPartPr/>
              <p14:nvPr/>
            </p14:nvContentPartPr>
            <p14:xfrm>
              <a:off x="4777252" y="3799220"/>
              <a:ext cx="151185" cy="317640"/>
            </p14:xfrm>
          </p:contentPart>
        </mc:Choice>
        <mc:Fallback xmlns="">
          <p:sp>
            <p:nvSpPr>
              <p:cNvPr id="1049686" name=""/>
              <p:cNvSpPr/>
              <p:nvPr/>
            </p:nvSpPr>
            <p:spPr>
              <a:xfrm>
                <a:off x="4777252" y="3799220"/>
                <a:ext cx="151185" cy="317640"/>
              </a:xfrm>
            </p:spPr>
          </p:sp>
        </mc:Fallback>
      </mc:AlternateContent>
      <mc:AlternateContent xmlns:mc="http://schemas.openxmlformats.org/markup-compatibility/2006" xmlns:p14="http://schemas.microsoft.com/office/powerpoint/2010/main">
        <mc:Choice Requires="p14">
          <p:contentPart p14:bwMode="auto" r:id="rId63">
            <p14:nvContentPartPr>
              <p14:cNvPr id="1049687" name="墨迹 1049686"/>
              <p14:cNvContentPartPr/>
              <p14:nvPr/>
            </p14:nvContentPartPr>
            <p14:xfrm>
              <a:off x="4907228" y="3621150"/>
              <a:ext cx="332774" cy="514447"/>
            </p14:xfrm>
          </p:contentPart>
        </mc:Choice>
        <mc:Fallback xmlns="">
          <p:sp>
            <p:nvSpPr>
              <p:cNvPr id="1049687" name=""/>
              <p:cNvSpPr/>
              <p:nvPr/>
            </p:nvSpPr>
            <p:spPr>
              <a:xfrm>
                <a:off x="4907228" y="3621150"/>
                <a:ext cx="332774" cy="514447"/>
              </a:xfrm>
            </p:spPr>
          </p:sp>
        </mc:Fallback>
      </mc:AlternateContent>
      <mc:AlternateContent xmlns:mc="http://schemas.openxmlformats.org/markup-compatibility/2006" xmlns:p14="http://schemas.microsoft.com/office/powerpoint/2010/main">
        <mc:Choice Requires="p14">
          <p:contentPart p14:bwMode="auto" r:id="rId64">
            <p14:nvContentPartPr>
              <p14:cNvPr id="1049688" name="墨迹 1049687"/>
              <p14:cNvContentPartPr/>
              <p14:nvPr/>
            </p14:nvContentPartPr>
            <p14:xfrm>
              <a:off x="5271009" y="3655390"/>
              <a:ext cx="709363" cy="230794"/>
            </p14:xfrm>
          </p:contentPart>
        </mc:Choice>
        <mc:Fallback xmlns="">
          <p:sp>
            <p:nvSpPr>
              <p:cNvPr id="1049688" name=""/>
              <p:cNvSpPr/>
              <p:nvPr/>
            </p:nvSpPr>
            <p:spPr>
              <a:xfrm>
                <a:off x="5271009" y="3655390"/>
                <a:ext cx="709363" cy="230794"/>
              </a:xfrm>
            </p:spPr>
          </p:sp>
        </mc:Fallback>
      </mc:AlternateContent>
      <mc:AlternateContent xmlns:mc="http://schemas.openxmlformats.org/markup-compatibility/2006" xmlns:p14="http://schemas.microsoft.com/office/powerpoint/2010/main">
        <mc:Choice Requires="p14">
          <p:contentPart p14:bwMode="auto" r:id="rId65">
            <p14:nvContentPartPr>
              <p14:cNvPr id="1049689" name="墨迹 1049688"/>
              <p14:cNvContentPartPr/>
              <p14:nvPr/>
            </p14:nvContentPartPr>
            <p14:xfrm>
              <a:off x="5412989" y="3938267"/>
              <a:ext cx="147522" cy="130189"/>
            </p14:xfrm>
          </p:contentPart>
        </mc:Choice>
        <mc:Fallback xmlns="">
          <p:sp>
            <p:nvSpPr>
              <p:cNvPr id="1049689" name=""/>
              <p:cNvSpPr/>
              <p:nvPr/>
            </p:nvSpPr>
            <p:spPr>
              <a:xfrm>
                <a:off x="5412989" y="3938267"/>
                <a:ext cx="147522" cy="130189"/>
              </a:xfrm>
            </p:spPr>
          </p:sp>
        </mc:Fallback>
      </mc:AlternateContent>
      <mc:AlternateContent xmlns:mc="http://schemas.openxmlformats.org/markup-compatibility/2006" xmlns:p14="http://schemas.microsoft.com/office/powerpoint/2010/main">
        <mc:Choice Requires="p14">
          <p:contentPart p14:bwMode="auto" r:id="rId66">
            <p14:nvContentPartPr>
              <p14:cNvPr id="1049690" name="墨迹 1049689"/>
              <p14:cNvContentPartPr/>
              <p14:nvPr/>
            </p14:nvContentPartPr>
            <p14:xfrm>
              <a:off x="5602296" y="3821221"/>
              <a:ext cx="222324" cy="89810"/>
            </p14:xfrm>
          </p:contentPart>
        </mc:Choice>
        <mc:Fallback xmlns="">
          <p:sp>
            <p:nvSpPr>
              <p:cNvPr id="1049690" name=""/>
              <p:cNvSpPr/>
              <p:nvPr/>
            </p:nvSpPr>
            <p:spPr>
              <a:xfrm>
                <a:off x="5602296" y="3821221"/>
                <a:ext cx="222324" cy="89810"/>
              </a:xfrm>
            </p:spPr>
          </p:sp>
        </mc:Fallback>
      </mc:AlternateContent>
      <mc:AlternateContent xmlns:mc="http://schemas.openxmlformats.org/markup-compatibility/2006" xmlns:p14="http://schemas.microsoft.com/office/powerpoint/2010/main">
        <mc:Choice Requires="p14">
          <p:contentPart p14:bwMode="auto" r:id="rId67">
            <p14:nvContentPartPr>
              <p14:cNvPr id="1049691" name="墨迹 1049690"/>
              <p14:cNvContentPartPr/>
              <p14:nvPr/>
            </p14:nvContentPartPr>
            <p14:xfrm>
              <a:off x="5582530" y="3900264"/>
              <a:ext cx="73853" cy="155772"/>
            </p14:xfrm>
          </p:contentPart>
        </mc:Choice>
        <mc:Fallback xmlns="">
          <p:sp>
            <p:nvSpPr>
              <p:cNvPr id="1049691" name=""/>
              <p:cNvSpPr/>
              <p:nvPr/>
            </p:nvSpPr>
            <p:spPr>
              <a:xfrm>
                <a:off x="5582530" y="3900264"/>
                <a:ext cx="73853" cy="155772"/>
              </a:xfrm>
            </p:spPr>
          </p:sp>
        </mc:Fallback>
      </mc:AlternateContent>
      <mc:AlternateContent xmlns:mc="http://schemas.openxmlformats.org/markup-compatibility/2006" xmlns:p14="http://schemas.microsoft.com/office/powerpoint/2010/main">
        <mc:Choice Requires="p14">
          <p:contentPart p14:bwMode="auto" r:id="rId68">
            <p14:nvContentPartPr>
              <p14:cNvPr id="1049692" name="墨迹 1049691"/>
              <p14:cNvContentPartPr/>
              <p14:nvPr/>
            </p14:nvContentPartPr>
            <p14:xfrm>
              <a:off x="5704555" y="3931189"/>
              <a:ext cx="149348" cy="102326"/>
            </p14:xfrm>
          </p:contentPart>
        </mc:Choice>
        <mc:Fallback xmlns="">
          <p:sp>
            <p:nvSpPr>
              <p:cNvPr id="1049692" name=""/>
              <p:cNvSpPr/>
              <p:nvPr/>
            </p:nvSpPr>
            <p:spPr>
              <a:xfrm>
                <a:off x="5704555" y="3931189"/>
                <a:ext cx="149348" cy="102326"/>
              </a:xfrm>
            </p:spPr>
          </p:sp>
        </mc:Fallback>
      </mc:AlternateContent>
      <mc:AlternateContent xmlns:mc="http://schemas.openxmlformats.org/markup-compatibility/2006" xmlns:p14="http://schemas.microsoft.com/office/powerpoint/2010/main">
        <mc:Choice Requires="p14">
          <p:contentPart p14:bwMode="auto" r:id="rId69">
            <p14:nvContentPartPr>
              <p14:cNvPr id="1049693" name="墨迹 1049692"/>
              <p14:cNvContentPartPr/>
              <p14:nvPr/>
            </p14:nvContentPartPr>
            <p14:xfrm>
              <a:off x="5906542" y="3749613"/>
              <a:ext cx="174143" cy="240455"/>
            </p14:xfrm>
          </p:contentPart>
        </mc:Choice>
        <mc:Fallback xmlns="">
          <p:sp>
            <p:nvSpPr>
              <p:cNvPr id="1049693" name=""/>
              <p:cNvSpPr/>
              <p:nvPr/>
            </p:nvSpPr>
            <p:spPr>
              <a:xfrm>
                <a:off x="5906542" y="3749613"/>
                <a:ext cx="174143" cy="240455"/>
              </a:xfrm>
            </p:spPr>
          </p:sp>
        </mc:Fallback>
      </mc:AlternateContent>
      <mc:AlternateContent xmlns:mc="http://schemas.openxmlformats.org/markup-compatibility/2006" xmlns:p14="http://schemas.microsoft.com/office/powerpoint/2010/main">
        <mc:Choice Requires="p14">
          <p:contentPart p14:bwMode="auto" r:id="rId70">
            <p14:nvContentPartPr>
              <p14:cNvPr id="1049694" name="墨迹 1049693"/>
              <p14:cNvContentPartPr/>
              <p14:nvPr/>
            </p14:nvContentPartPr>
            <p14:xfrm>
              <a:off x="6070492" y="3703145"/>
              <a:ext cx="159728" cy="47129"/>
            </p14:xfrm>
          </p:contentPart>
        </mc:Choice>
        <mc:Fallback xmlns="">
          <p:sp>
            <p:nvSpPr>
              <p:cNvPr id="1049694" name=""/>
              <p:cNvSpPr/>
              <p:nvPr/>
            </p:nvSpPr>
            <p:spPr>
              <a:xfrm>
                <a:off x="6070492" y="3703145"/>
                <a:ext cx="159728" cy="47129"/>
              </a:xfrm>
            </p:spPr>
          </p:sp>
        </mc:Fallback>
      </mc:AlternateContent>
      <mc:AlternateContent xmlns:mc="http://schemas.openxmlformats.org/markup-compatibility/2006" xmlns:p14="http://schemas.microsoft.com/office/powerpoint/2010/main">
        <mc:Choice Requires="p14">
          <p:contentPart p14:bwMode="auto" r:id="rId71">
            <p14:nvContentPartPr>
              <p14:cNvPr id="1049695" name="墨迹 1049694"/>
              <p14:cNvContentPartPr/>
              <p14:nvPr/>
            </p14:nvContentPartPr>
            <p14:xfrm>
              <a:off x="5578632" y="3508510"/>
              <a:ext cx="34288" cy="191731"/>
            </p14:xfrm>
          </p:contentPart>
        </mc:Choice>
        <mc:Fallback xmlns="">
          <p:sp>
            <p:nvSpPr>
              <p:cNvPr id="1049695" name=""/>
              <p:cNvSpPr/>
              <p:nvPr/>
            </p:nvSpPr>
            <p:spPr>
              <a:xfrm>
                <a:off x="5578632" y="3508510"/>
                <a:ext cx="34288" cy="191731"/>
              </a:xfrm>
            </p:spPr>
          </p:sp>
        </mc:Fallback>
      </mc:AlternateContent>
      <mc:AlternateContent xmlns:mc="http://schemas.openxmlformats.org/markup-compatibility/2006" xmlns:p14="http://schemas.microsoft.com/office/powerpoint/2010/main">
        <mc:Choice Requires="p14">
          <p:contentPart p14:bwMode="auto" r:id="rId72">
            <p14:nvContentPartPr>
              <p14:cNvPr id="1049696" name="墨迹 1049695"/>
              <p14:cNvContentPartPr/>
              <p14:nvPr/>
            </p14:nvContentPartPr>
            <p14:xfrm>
              <a:off x="199447" y="2609475"/>
              <a:ext cx="285076" cy="377977"/>
            </p14:xfrm>
          </p:contentPart>
        </mc:Choice>
        <mc:Fallback xmlns="">
          <p:sp>
            <p:nvSpPr>
              <p:cNvPr id="1049696" name=""/>
              <p:cNvSpPr/>
              <p:nvPr/>
            </p:nvSpPr>
            <p:spPr>
              <a:xfrm>
                <a:off x="199447" y="2609475"/>
                <a:ext cx="285076" cy="377977"/>
              </a:xfrm>
            </p:spPr>
          </p:sp>
        </mc:Fallback>
      </mc:AlternateContent>
      <mc:AlternateContent xmlns:mc="http://schemas.openxmlformats.org/markup-compatibility/2006" xmlns:p14="http://schemas.microsoft.com/office/powerpoint/2010/main">
        <mc:Choice Requires="p14">
          <p:contentPart p14:bwMode="auto" r:id="rId73">
            <p14:nvContentPartPr>
              <p14:cNvPr id="1049697" name="墨迹 1049696"/>
              <p14:cNvContentPartPr/>
              <p14:nvPr/>
            </p14:nvContentPartPr>
            <p14:xfrm>
              <a:off x="182545" y="2760616"/>
              <a:ext cx="211167" cy="226173"/>
            </p14:xfrm>
          </p:contentPart>
        </mc:Choice>
        <mc:Fallback xmlns="">
          <p:sp>
            <p:nvSpPr>
              <p:cNvPr id="1049697" name=""/>
              <p:cNvSpPr/>
              <p:nvPr/>
            </p:nvSpPr>
            <p:spPr>
              <a:xfrm>
                <a:off x="182545" y="2760616"/>
                <a:ext cx="211167" cy="226173"/>
              </a:xfrm>
            </p:spPr>
          </p:sp>
        </mc:Fallback>
      </mc:AlternateContent>
      <mc:AlternateContent xmlns:mc="http://schemas.openxmlformats.org/markup-compatibility/2006" xmlns:p14="http://schemas.microsoft.com/office/powerpoint/2010/main">
        <mc:Choice Requires="p14">
          <p:contentPart p14:bwMode="auto" r:id="rId74">
            <p14:nvContentPartPr>
              <p14:cNvPr id="1049698" name="墨迹 1049697"/>
              <p14:cNvContentPartPr/>
              <p14:nvPr/>
            </p14:nvContentPartPr>
            <p14:xfrm>
              <a:off x="492704" y="2381506"/>
              <a:ext cx="171087" cy="195886"/>
            </p14:xfrm>
          </p:contentPart>
        </mc:Choice>
        <mc:Fallback xmlns="">
          <p:sp>
            <p:nvSpPr>
              <p:cNvPr id="1049698" name=""/>
              <p:cNvSpPr/>
              <p:nvPr/>
            </p:nvSpPr>
            <p:spPr>
              <a:xfrm>
                <a:off x="492704" y="2381506"/>
                <a:ext cx="171087" cy="195886"/>
              </a:xfrm>
            </p:spPr>
          </p:sp>
        </mc:Fallback>
      </mc:AlternateContent>
      <mc:AlternateContent xmlns:mc="http://schemas.openxmlformats.org/markup-compatibility/2006" xmlns:p14="http://schemas.microsoft.com/office/powerpoint/2010/main">
        <mc:Choice Requires="p14">
          <p:contentPart p14:bwMode="auto" r:id="rId75">
            <p14:nvContentPartPr>
              <p14:cNvPr id="1049699" name="墨迹 1049698"/>
              <p14:cNvContentPartPr/>
              <p14:nvPr/>
            </p14:nvContentPartPr>
            <p14:xfrm>
              <a:off x="754210" y="2498935"/>
              <a:ext cx="266693" cy="408825"/>
            </p14:xfrm>
          </p:contentPart>
        </mc:Choice>
        <mc:Fallback xmlns="">
          <p:sp>
            <p:nvSpPr>
              <p:cNvPr id="1049699" name=""/>
              <p:cNvSpPr/>
              <p:nvPr/>
            </p:nvSpPr>
            <p:spPr>
              <a:xfrm>
                <a:off x="754210" y="2498935"/>
                <a:ext cx="266693" cy="408825"/>
              </a:xfrm>
            </p:spPr>
          </p:sp>
        </mc:Fallback>
      </mc:AlternateContent>
      <mc:AlternateContent xmlns:mc="http://schemas.openxmlformats.org/markup-compatibility/2006" xmlns:p14="http://schemas.microsoft.com/office/powerpoint/2010/main">
        <mc:Choice Requires="p14">
          <p:contentPart p14:bwMode="auto" r:id="rId76">
            <p14:nvContentPartPr>
              <p14:cNvPr id="1049700" name="墨迹 1049699"/>
              <p14:cNvContentPartPr/>
              <p14:nvPr/>
            </p14:nvContentPartPr>
            <p14:xfrm>
              <a:off x="883744" y="2755646"/>
              <a:ext cx="237440" cy="273216"/>
            </p14:xfrm>
          </p:contentPart>
        </mc:Choice>
        <mc:Fallback xmlns="">
          <p:sp>
            <p:nvSpPr>
              <p:cNvPr id="1049700" name=""/>
              <p:cNvSpPr/>
              <p:nvPr/>
            </p:nvSpPr>
            <p:spPr>
              <a:xfrm>
                <a:off x="883744" y="2755646"/>
                <a:ext cx="237440" cy="273216"/>
              </a:xfrm>
            </p:spPr>
          </p:sp>
        </mc:Fallback>
      </mc:AlternateContent>
      <mc:AlternateContent xmlns:mc="http://schemas.openxmlformats.org/markup-compatibility/2006" xmlns:p14="http://schemas.microsoft.com/office/powerpoint/2010/main">
        <mc:Choice Requires="p14">
          <p:contentPart p14:bwMode="auto" r:id="rId77">
            <p14:nvContentPartPr>
              <p14:cNvPr id="1049701" name="墨迹 1049700"/>
              <p14:cNvContentPartPr/>
              <p14:nvPr/>
            </p14:nvContentPartPr>
            <p14:xfrm>
              <a:off x="330441" y="3518820"/>
              <a:ext cx="209752" cy="31929"/>
            </p14:xfrm>
          </p:contentPart>
        </mc:Choice>
        <mc:Fallback xmlns="">
          <p:sp>
            <p:nvSpPr>
              <p:cNvPr id="1049701" name=""/>
              <p:cNvSpPr/>
              <p:nvPr/>
            </p:nvSpPr>
            <p:spPr>
              <a:xfrm>
                <a:off x="330441" y="3518820"/>
                <a:ext cx="209752" cy="31929"/>
              </a:xfrm>
            </p:spPr>
          </p:sp>
        </mc:Fallback>
      </mc:AlternateContent>
      <mc:AlternateContent xmlns:mc="http://schemas.openxmlformats.org/markup-compatibility/2006" xmlns:p14="http://schemas.microsoft.com/office/powerpoint/2010/main">
        <mc:Choice Requires="p14">
          <p:contentPart p14:bwMode="auto" r:id="rId78">
            <p14:nvContentPartPr>
              <p14:cNvPr id="1049702" name="墨迹 1049701"/>
              <p14:cNvContentPartPr/>
              <p14:nvPr/>
            </p14:nvContentPartPr>
            <p14:xfrm>
              <a:off x="354104" y="3693569"/>
              <a:ext cx="267433" cy="35251"/>
            </p14:xfrm>
          </p:contentPart>
        </mc:Choice>
        <mc:Fallback xmlns="">
          <p:sp>
            <p:nvSpPr>
              <p:cNvPr id="1049702" name=""/>
              <p:cNvSpPr/>
              <p:nvPr/>
            </p:nvSpPr>
            <p:spPr>
              <a:xfrm>
                <a:off x="354104" y="3693569"/>
                <a:ext cx="267433" cy="35251"/>
              </a:xfrm>
            </p:spPr>
          </p:sp>
        </mc:Fallback>
      </mc:AlternateContent>
      <mc:AlternateContent xmlns:mc="http://schemas.openxmlformats.org/markup-compatibility/2006" xmlns:p14="http://schemas.microsoft.com/office/powerpoint/2010/main">
        <mc:Choice Requires="p14">
          <p:contentPart p14:bwMode="auto" r:id="rId79">
            <p14:nvContentPartPr>
              <p14:cNvPr id="1049703" name="墨迹 1049702"/>
              <p14:cNvContentPartPr/>
              <p14:nvPr/>
            </p14:nvContentPartPr>
            <p14:xfrm>
              <a:off x="919282" y="3164409"/>
              <a:ext cx="240906" cy="351307"/>
            </p14:xfrm>
          </p:contentPart>
        </mc:Choice>
        <mc:Fallback xmlns="">
          <p:sp>
            <p:nvSpPr>
              <p:cNvPr id="1049703" name=""/>
              <p:cNvSpPr/>
              <p:nvPr/>
            </p:nvSpPr>
            <p:spPr>
              <a:xfrm>
                <a:off x="919282" y="3164409"/>
                <a:ext cx="240906" cy="351307"/>
              </a:xfrm>
            </p:spPr>
          </p:sp>
        </mc:Fallback>
      </mc:AlternateContent>
      <mc:AlternateContent xmlns:mc="http://schemas.openxmlformats.org/markup-compatibility/2006" xmlns:p14="http://schemas.microsoft.com/office/powerpoint/2010/main">
        <mc:Choice Requires="p14">
          <p:contentPart p14:bwMode="auto" r:id="rId80">
            <p14:nvContentPartPr>
              <p14:cNvPr id="1049704" name="墨迹 1049703"/>
              <p14:cNvContentPartPr/>
              <p14:nvPr/>
            </p14:nvContentPartPr>
            <p14:xfrm>
              <a:off x="1189082" y="3085283"/>
              <a:ext cx="84670" cy="126949"/>
            </p14:xfrm>
          </p:contentPart>
        </mc:Choice>
        <mc:Fallback xmlns="">
          <p:sp>
            <p:nvSpPr>
              <p:cNvPr id="1049704" name=""/>
              <p:cNvSpPr/>
              <p:nvPr/>
            </p:nvSpPr>
            <p:spPr>
              <a:xfrm>
                <a:off x="1189082" y="3085283"/>
                <a:ext cx="84670" cy="126949"/>
              </a:xfrm>
            </p:spPr>
          </p:sp>
        </mc:Fallback>
      </mc:AlternateContent>
      <mc:AlternateContent xmlns:mc="http://schemas.openxmlformats.org/markup-compatibility/2006" xmlns:p14="http://schemas.microsoft.com/office/powerpoint/2010/main">
        <mc:Choice Requires="p14">
          <p:contentPart p14:bwMode="auto" r:id="rId81">
            <p14:nvContentPartPr>
              <p14:cNvPr id="1049705" name="墨迹 1049704"/>
              <p14:cNvContentPartPr/>
              <p14:nvPr/>
            </p14:nvContentPartPr>
            <p14:xfrm>
              <a:off x="1314603" y="3135841"/>
              <a:ext cx="224358" cy="271158"/>
            </p14:xfrm>
          </p:contentPart>
        </mc:Choice>
        <mc:Fallback xmlns="">
          <p:sp>
            <p:nvSpPr>
              <p:cNvPr id="1049705" name=""/>
              <p:cNvSpPr/>
              <p:nvPr/>
            </p:nvSpPr>
            <p:spPr>
              <a:xfrm>
                <a:off x="1314603" y="3135841"/>
                <a:ext cx="224358" cy="271158"/>
              </a:xfrm>
            </p:spPr>
          </p:sp>
        </mc:Fallback>
      </mc:AlternateContent>
      <mc:AlternateContent xmlns:mc="http://schemas.openxmlformats.org/markup-compatibility/2006" xmlns:p14="http://schemas.microsoft.com/office/powerpoint/2010/main">
        <mc:Choice Requires="p14">
          <p:contentPart p14:bwMode="auto" r:id="rId82">
            <p14:nvContentPartPr>
              <p14:cNvPr id="1049706" name="墨迹 1049705"/>
              <p14:cNvContentPartPr/>
              <p14:nvPr/>
            </p14:nvContentPartPr>
            <p14:xfrm>
              <a:off x="1436228" y="3218628"/>
              <a:ext cx="133317" cy="263746"/>
            </p14:xfrm>
          </p:contentPart>
        </mc:Choice>
        <mc:Fallback xmlns="">
          <p:sp>
            <p:nvSpPr>
              <p:cNvPr id="1049706" name=""/>
              <p:cNvSpPr/>
              <p:nvPr/>
            </p:nvSpPr>
            <p:spPr>
              <a:xfrm>
                <a:off x="1436228" y="3218628"/>
                <a:ext cx="133317" cy="263746"/>
              </a:xfrm>
            </p:spPr>
          </p:sp>
        </mc:Fallback>
      </mc:AlternateContent>
      <mc:AlternateContent xmlns:mc="http://schemas.openxmlformats.org/markup-compatibility/2006" xmlns:p14="http://schemas.microsoft.com/office/powerpoint/2010/main">
        <mc:Choice Requires="p14">
          <p:contentPart p14:bwMode="auto" r:id="rId83">
            <p14:nvContentPartPr>
              <p14:cNvPr id="1049707" name="墨迹 1049706"/>
              <p14:cNvContentPartPr/>
              <p14:nvPr/>
            </p14:nvContentPartPr>
            <p14:xfrm>
              <a:off x="864556" y="3551179"/>
              <a:ext cx="866898" cy="109725"/>
            </p14:xfrm>
          </p:contentPart>
        </mc:Choice>
        <mc:Fallback xmlns="">
          <p:sp>
            <p:nvSpPr>
              <p:cNvPr id="1049707" name=""/>
              <p:cNvSpPr/>
              <p:nvPr/>
            </p:nvSpPr>
            <p:spPr>
              <a:xfrm>
                <a:off x="864556" y="3551179"/>
                <a:ext cx="866898" cy="109725"/>
              </a:xfrm>
            </p:spPr>
          </p:sp>
        </mc:Fallback>
      </mc:AlternateContent>
      <mc:AlternateContent xmlns:mc="http://schemas.openxmlformats.org/markup-compatibility/2006" xmlns:p14="http://schemas.microsoft.com/office/powerpoint/2010/main">
        <mc:Choice Requires="p14">
          <p:contentPart p14:bwMode="auto" r:id="rId84">
            <p14:nvContentPartPr>
              <p14:cNvPr id="1049708" name="墨迹 1049707"/>
              <p14:cNvContentPartPr/>
              <p14:nvPr/>
            </p14:nvContentPartPr>
            <p14:xfrm>
              <a:off x="998624" y="3714314"/>
              <a:ext cx="189725" cy="352404"/>
            </p14:xfrm>
          </p:contentPart>
        </mc:Choice>
        <mc:Fallback xmlns="">
          <p:sp>
            <p:nvSpPr>
              <p:cNvPr id="1049708" name=""/>
              <p:cNvSpPr/>
              <p:nvPr/>
            </p:nvSpPr>
            <p:spPr>
              <a:xfrm>
                <a:off x="998624" y="3714314"/>
                <a:ext cx="189725" cy="352404"/>
              </a:xfrm>
            </p:spPr>
          </p:sp>
        </mc:Fallback>
      </mc:AlternateContent>
      <mc:AlternateContent xmlns:mc="http://schemas.openxmlformats.org/markup-compatibility/2006" xmlns:p14="http://schemas.microsoft.com/office/powerpoint/2010/main">
        <mc:Choice Requires="p14">
          <p:contentPart p14:bwMode="auto" r:id="rId85">
            <p14:nvContentPartPr>
              <p14:cNvPr id="1049709" name="墨迹 1049708"/>
              <p14:cNvContentPartPr/>
              <p14:nvPr/>
            </p14:nvContentPartPr>
            <p14:xfrm>
              <a:off x="1278665" y="3757669"/>
              <a:ext cx="186921" cy="214928"/>
            </p14:xfrm>
          </p:contentPart>
        </mc:Choice>
        <mc:Fallback xmlns="">
          <p:sp>
            <p:nvSpPr>
              <p:cNvPr id="1049709" name=""/>
              <p:cNvSpPr/>
              <p:nvPr/>
            </p:nvSpPr>
            <p:spPr>
              <a:xfrm>
                <a:off x="1278665" y="3757669"/>
                <a:ext cx="186921" cy="214928"/>
              </a:xfrm>
            </p:spPr>
          </p:sp>
        </mc:Fallback>
      </mc:AlternateContent>
      <mc:AlternateContent xmlns:mc="http://schemas.openxmlformats.org/markup-compatibility/2006" xmlns:p14="http://schemas.microsoft.com/office/powerpoint/2010/main">
        <mc:Choice Requires="p14">
          <p:contentPart p14:bwMode="auto" r:id="rId86">
            <p14:nvContentPartPr>
              <p14:cNvPr id="1049710" name="墨迹 1049709"/>
              <p14:cNvContentPartPr/>
              <p14:nvPr/>
            </p14:nvContentPartPr>
            <p14:xfrm>
              <a:off x="1497551" y="3708942"/>
              <a:ext cx="174335" cy="79603"/>
            </p14:xfrm>
          </p:contentPart>
        </mc:Choice>
        <mc:Fallback xmlns="">
          <p:sp>
            <p:nvSpPr>
              <p:cNvPr id="1049710" name=""/>
              <p:cNvSpPr/>
              <p:nvPr/>
            </p:nvSpPr>
            <p:spPr>
              <a:xfrm>
                <a:off x="1497551" y="3708942"/>
                <a:ext cx="174335" cy="79603"/>
              </a:xfrm>
            </p:spPr>
          </p:sp>
        </mc:Fallback>
      </mc:AlternateContent>
      <mc:AlternateContent xmlns:mc="http://schemas.openxmlformats.org/markup-compatibility/2006" xmlns:p14="http://schemas.microsoft.com/office/powerpoint/2010/main">
        <mc:Choice Requires="p14">
          <p:contentPart p14:bwMode="auto" r:id="rId87">
            <p14:nvContentPartPr>
              <p14:cNvPr id="1049711" name="墨迹 1049710"/>
              <p14:cNvContentPartPr/>
              <p14:nvPr/>
            </p14:nvContentPartPr>
            <p14:xfrm>
              <a:off x="462279" y="4617037"/>
              <a:ext cx="312016" cy="51827"/>
            </p14:xfrm>
          </p:contentPart>
        </mc:Choice>
        <mc:Fallback xmlns="">
          <p:sp>
            <p:nvSpPr>
              <p:cNvPr id="1049711" name=""/>
              <p:cNvSpPr/>
              <p:nvPr/>
            </p:nvSpPr>
            <p:spPr>
              <a:xfrm>
                <a:off x="462279" y="4617037"/>
                <a:ext cx="312016" cy="51827"/>
              </a:xfrm>
            </p:spPr>
          </p:sp>
        </mc:Fallback>
      </mc:AlternateContent>
      <mc:AlternateContent xmlns:mc="http://schemas.openxmlformats.org/markup-compatibility/2006" xmlns:p14="http://schemas.microsoft.com/office/powerpoint/2010/main">
        <mc:Choice Requires="p14">
          <p:contentPart p14:bwMode="auto" r:id="rId88">
            <p14:nvContentPartPr>
              <p14:cNvPr id="1049712" name="墨迹 1049711"/>
              <p14:cNvContentPartPr/>
              <p14:nvPr/>
            </p14:nvContentPartPr>
            <p14:xfrm>
              <a:off x="630923" y="4362418"/>
              <a:ext cx="22353" cy="573634"/>
            </p14:xfrm>
          </p:contentPart>
        </mc:Choice>
        <mc:Fallback xmlns="">
          <p:sp>
            <p:nvSpPr>
              <p:cNvPr id="1049712" name=""/>
              <p:cNvSpPr/>
              <p:nvPr/>
            </p:nvSpPr>
            <p:spPr>
              <a:xfrm>
                <a:off x="630923" y="4362418"/>
                <a:ext cx="22353" cy="573634"/>
              </a:xfrm>
            </p:spPr>
          </p:sp>
        </mc:Fallback>
      </mc:AlternateContent>
      <mc:AlternateContent xmlns:mc="http://schemas.openxmlformats.org/markup-compatibility/2006" xmlns:p14="http://schemas.microsoft.com/office/powerpoint/2010/main">
        <mc:Choice Requires="p14">
          <p:contentPart p14:bwMode="auto" r:id="rId89">
            <p14:nvContentPartPr>
              <p14:cNvPr id="1049713" name="墨迹 1049712"/>
              <p14:cNvContentPartPr/>
              <p14:nvPr/>
            </p14:nvContentPartPr>
            <p14:xfrm>
              <a:off x="993997" y="4194287"/>
              <a:ext cx="60710" cy="287627"/>
            </p14:xfrm>
          </p:contentPart>
        </mc:Choice>
        <mc:Fallback xmlns="">
          <p:sp>
            <p:nvSpPr>
              <p:cNvPr id="1049713" name=""/>
              <p:cNvSpPr/>
              <p:nvPr/>
            </p:nvSpPr>
            <p:spPr>
              <a:xfrm>
                <a:off x="993997" y="4194287"/>
                <a:ext cx="60710" cy="287627"/>
              </a:xfrm>
            </p:spPr>
          </p:sp>
        </mc:Fallback>
      </mc:AlternateContent>
      <mc:AlternateContent xmlns:mc="http://schemas.openxmlformats.org/markup-compatibility/2006" xmlns:p14="http://schemas.microsoft.com/office/powerpoint/2010/main">
        <mc:Choice Requires="p14">
          <p:contentPart p14:bwMode="auto" r:id="rId90">
            <p14:nvContentPartPr>
              <p14:cNvPr id="1049714" name="墨迹 1049713"/>
              <p14:cNvContentPartPr/>
              <p14:nvPr/>
            </p14:nvContentPartPr>
            <p14:xfrm>
              <a:off x="812159" y="4426154"/>
              <a:ext cx="496088" cy="140838"/>
            </p14:xfrm>
          </p:contentPart>
        </mc:Choice>
        <mc:Fallback xmlns="">
          <p:sp>
            <p:nvSpPr>
              <p:cNvPr id="1049714" name=""/>
              <p:cNvSpPr/>
              <p:nvPr/>
            </p:nvSpPr>
            <p:spPr>
              <a:xfrm>
                <a:off x="812159" y="4426154"/>
                <a:ext cx="496088" cy="140838"/>
              </a:xfrm>
            </p:spPr>
          </p:sp>
        </mc:Fallback>
      </mc:AlternateContent>
      <mc:AlternateContent xmlns:mc="http://schemas.openxmlformats.org/markup-compatibility/2006" xmlns:p14="http://schemas.microsoft.com/office/powerpoint/2010/main">
        <mc:Choice Requires="p14">
          <p:contentPart p14:bwMode="auto" r:id="rId91">
            <p14:nvContentPartPr>
              <p14:cNvPr id="1049715" name="墨迹 1049714"/>
              <p14:cNvContentPartPr/>
              <p14:nvPr/>
            </p14:nvContentPartPr>
            <p14:xfrm>
              <a:off x="1022594" y="4550211"/>
              <a:ext cx="343130" cy="298868"/>
            </p14:xfrm>
          </p:contentPart>
        </mc:Choice>
        <mc:Fallback xmlns="">
          <p:sp>
            <p:nvSpPr>
              <p:cNvPr id="1049715" name=""/>
              <p:cNvSpPr/>
              <p:nvPr/>
            </p:nvSpPr>
            <p:spPr>
              <a:xfrm>
                <a:off x="1022594" y="4550211"/>
                <a:ext cx="343130" cy="298868"/>
              </a:xfrm>
            </p:spPr>
          </p:sp>
        </mc:Fallback>
      </mc:AlternateContent>
      <mc:AlternateContent xmlns:mc="http://schemas.openxmlformats.org/markup-compatibility/2006" xmlns:p14="http://schemas.microsoft.com/office/powerpoint/2010/main">
        <mc:Choice Requires="p14">
          <p:contentPart p14:bwMode="auto" r:id="rId92">
            <p14:nvContentPartPr>
              <p14:cNvPr id="1049716" name="墨迹 1049715"/>
              <p14:cNvContentPartPr/>
              <p14:nvPr/>
            </p14:nvContentPartPr>
            <p14:xfrm>
              <a:off x="1546466" y="4021979"/>
              <a:ext cx="242520" cy="389983"/>
            </p14:xfrm>
          </p:contentPart>
        </mc:Choice>
        <mc:Fallback xmlns="">
          <p:sp>
            <p:nvSpPr>
              <p:cNvPr id="1049716" name=""/>
              <p:cNvSpPr/>
              <p:nvPr/>
            </p:nvSpPr>
            <p:spPr>
              <a:xfrm>
                <a:off x="1546466" y="4021979"/>
                <a:ext cx="242520" cy="389983"/>
              </a:xfrm>
            </p:spPr>
          </p:sp>
        </mc:Fallback>
      </mc:AlternateContent>
      <mc:AlternateContent xmlns:mc="http://schemas.openxmlformats.org/markup-compatibility/2006" xmlns:p14="http://schemas.microsoft.com/office/powerpoint/2010/main">
        <mc:Choice Requires="p14">
          <p:contentPart p14:bwMode="auto" r:id="rId93">
            <p14:nvContentPartPr>
              <p14:cNvPr id="1049717" name="墨迹 1049716"/>
              <p14:cNvContentPartPr/>
              <p14:nvPr/>
            </p14:nvContentPartPr>
            <p14:xfrm>
              <a:off x="1864903" y="4010309"/>
              <a:ext cx="204793" cy="313214"/>
            </p14:xfrm>
          </p:contentPart>
        </mc:Choice>
        <mc:Fallback xmlns="">
          <p:sp>
            <p:nvSpPr>
              <p:cNvPr id="1049717" name=""/>
              <p:cNvSpPr/>
              <p:nvPr/>
            </p:nvSpPr>
            <p:spPr>
              <a:xfrm>
                <a:off x="1864903" y="4010309"/>
                <a:ext cx="204793" cy="313214"/>
              </a:xfrm>
            </p:spPr>
          </p:sp>
        </mc:Fallback>
      </mc:AlternateContent>
      <mc:AlternateContent xmlns:mc="http://schemas.openxmlformats.org/markup-compatibility/2006" xmlns:p14="http://schemas.microsoft.com/office/powerpoint/2010/main">
        <mc:Choice Requires="p14">
          <p:contentPart p14:bwMode="auto" r:id="rId94">
            <p14:nvContentPartPr>
              <p14:cNvPr id="1049718" name="墨迹 1049717"/>
              <p14:cNvContentPartPr/>
              <p14:nvPr/>
            </p14:nvContentPartPr>
            <p14:xfrm>
              <a:off x="1951380" y="4157844"/>
              <a:ext cx="144768" cy="264248"/>
            </p14:xfrm>
          </p:contentPart>
        </mc:Choice>
        <mc:Fallback xmlns="">
          <p:sp>
            <p:nvSpPr>
              <p:cNvPr id="1049718" name=""/>
              <p:cNvSpPr/>
              <p:nvPr/>
            </p:nvSpPr>
            <p:spPr>
              <a:xfrm>
                <a:off x="1951380" y="4157844"/>
                <a:ext cx="144768" cy="264248"/>
              </a:xfrm>
            </p:spPr>
          </p:sp>
        </mc:Fallback>
      </mc:AlternateContent>
      <mc:AlternateContent xmlns:mc="http://schemas.openxmlformats.org/markup-compatibility/2006" xmlns:p14="http://schemas.microsoft.com/office/powerpoint/2010/main">
        <mc:Choice Requires="p14">
          <p:contentPart p14:bwMode="auto" r:id="rId95">
            <p14:nvContentPartPr>
              <p14:cNvPr id="1049719" name="墨迹 1049718"/>
              <p14:cNvContentPartPr/>
              <p14:nvPr/>
            </p14:nvContentPartPr>
            <p14:xfrm>
              <a:off x="1534736" y="4404239"/>
              <a:ext cx="599529" cy="109746"/>
            </p14:xfrm>
          </p:contentPart>
        </mc:Choice>
        <mc:Fallback xmlns="">
          <p:sp>
            <p:nvSpPr>
              <p:cNvPr id="1049719" name=""/>
              <p:cNvSpPr/>
              <p:nvPr/>
            </p:nvSpPr>
            <p:spPr>
              <a:xfrm>
                <a:off x="1534736" y="4404239"/>
                <a:ext cx="599529" cy="109746"/>
              </a:xfrm>
            </p:spPr>
          </p:sp>
        </mc:Fallback>
      </mc:AlternateContent>
      <mc:AlternateContent xmlns:mc="http://schemas.openxmlformats.org/markup-compatibility/2006" xmlns:p14="http://schemas.microsoft.com/office/powerpoint/2010/main">
        <mc:Choice Requires="p14">
          <p:contentPart p14:bwMode="auto" r:id="rId96">
            <p14:nvContentPartPr>
              <p14:cNvPr id="1049720" name="墨迹 1049719"/>
              <p14:cNvContentPartPr/>
              <p14:nvPr/>
            </p14:nvContentPartPr>
            <p14:xfrm>
              <a:off x="1571125" y="4579321"/>
              <a:ext cx="280892" cy="265765"/>
            </p14:xfrm>
          </p:contentPart>
        </mc:Choice>
        <mc:Fallback xmlns="">
          <p:sp>
            <p:nvSpPr>
              <p:cNvPr id="1049720" name=""/>
              <p:cNvSpPr/>
              <p:nvPr/>
            </p:nvSpPr>
            <p:spPr>
              <a:xfrm>
                <a:off x="1571125" y="4579321"/>
                <a:ext cx="280892" cy="265765"/>
              </a:xfrm>
            </p:spPr>
          </p:sp>
        </mc:Fallback>
      </mc:AlternateContent>
      <mc:AlternateContent xmlns:mc="http://schemas.openxmlformats.org/markup-compatibility/2006" xmlns:p14="http://schemas.microsoft.com/office/powerpoint/2010/main">
        <mc:Choice Requires="p14">
          <p:contentPart p14:bwMode="auto" r:id="rId97">
            <p14:nvContentPartPr>
              <p14:cNvPr id="1049721" name="墨迹 1049720"/>
              <p14:cNvContentPartPr/>
              <p14:nvPr/>
            </p14:nvContentPartPr>
            <p14:xfrm>
              <a:off x="1868558" y="4538003"/>
              <a:ext cx="264132" cy="289082"/>
            </p14:xfrm>
          </p:contentPart>
        </mc:Choice>
        <mc:Fallback xmlns="">
          <p:sp>
            <p:nvSpPr>
              <p:cNvPr id="1049721" name=""/>
              <p:cNvSpPr/>
              <p:nvPr/>
            </p:nvSpPr>
            <p:spPr>
              <a:xfrm>
                <a:off x="1868558" y="4538003"/>
                <a:ext cx="264132" cy="289082"/>
              </a:xfrm>
            </p:spPr>
          </p:sp>
        </mc:Fallback>
      </mc:AlternateContent>
      <mc:AlternateContent xmlns:mc="http://schemas.openxmlformats.org/markup-compatibility/2006" xmlns:p14="http://schemas.microsoft.com/office/powerpoint/2010/main">
        <mc:Choice Requires="p14">
          <p:contentPart p14:bwMode="auto" r:id="rId98">
            <p14:nvContentPartPr>
              <p14:cNvPr id="1049722" name="墨迹 1049721"/>
              <p14:cNvContentPartPr/>
              <p14:nvPr/>
            </p14:nvContentPartPr>
            <p14:xfrm>
              <a:off x="1745955" y="4469260"/>
              <a:ext cx="83728" cy="271990"/>
            </p14:xfrm>
          </p:contentPart>
        </mc:Choice>
        <mc:Fallback xmlns="">
          <p:sp>
            <p:nvSpPr>
              <p:cNvPr id="1049722" name=""/>
              <p:cNvSpPr/>
              <p:nvPr/>
            </p:nvSpPr>
            <p:spPr>
              <a:xfrm>
                <a:off x="1745955" y="4469260"/>
                <a:ext cx="83728" cy="271990"/>
              </a:xfrm>
            </p:spPr>
          </p:sp>
        </mc:Fallback>
      </mc:AlternateContent>
      <mc:AlternateContent xmlns:mc="http://schemas.openxmlformats.org/markup-compatibility/2006" xmlns:p14="http://schemas.microsoft.com/office/powerpoint/2010/main">
        <mc:Choice Requires="p14">
          <p:contentPart p14:bwMode="auto" r:id="rId99">
            <p14:nvContentPartPr>
              <p14:cNvPr id="1049723" name="墨迹 1049722"/>
              <p14:cNvContentPartPr/>
              <p14:nvPr/>
            </p14:nvContentPartPr>
            <p14:xfrm>
              <a:off x="1312893" y="760645"/>
              <a:ext cx="2180517" cy="1392875"/>
            </p14:xfrm>
          </p:contentPart>
        </mc:Choice>
        <mc:Fallback xmlns="">
          <p:sp>
            <p:nvSpPr>
              <p:cNvPr id="1049723" name=""/>
              <p:cNvSpPr/>
              <p:nvPr/>
            </p:nvSpPr>
            <p:spPr>
              <a:xfrm>
                <a:off x="1312893" y="760645"/>
                <a:ext cx="2180517" cy="1392875"/>
              </a:xfrm>
            </p:spPr>
          </p:sp>
        </mc:Fallback>
      </mc:AlternateContent>
      <mc:AlternateContent xmlns:mc="http://schemas.openxmlformats.org/markup-compatibility/2006" xmlns:p14="http://schemas.microsoft.com/office/powerpoint/2010/main">
        <mc:Choice Requires="p14">
          <p:contentPart p14:bwMode="auto" r:id="rId100">
            <p14:nvContentPartPr>
              <p14:cNvPr id="1049724" name="墨迹 1049723"/>
              <p14:cNvContentPartPr/>
              <p14:nvPr/>
            </p14:nvContentPartPr>
            <p14:xfrm>
              <a:off x="3887971" y="376133"/>
              <a:ext cx="64203" cy="820"/>
            </p14:xfrm>
          </p:contentPart>
        </mc:Choice>
        <mc:Fallback xmlns="">
          <p:sp>
            <p:nvSpPr>
              <p:cNvPr id="1049724" name=""/>
              <p:cNvSpPr/>
              <p:nvPr/>
            </p:nvSpPr>
            <p:spPr>
              <a:xfrm>
                <a:off x="3887971" y="376133"/>
                <a:ext cx="64203" cy="820"/>
              </a:xfrm>
            </p:spPr>
          </p:sp>
        </mc:Fallback>
      </mc:AlternateContent>
      <mc:AlternateContent xmlns:mc="http://schemas.openxmlformats.org/markup-compatibility/2006" xmlns:p14="http://schemas.microsoft.com/office/powerpoint/2010/main">
        <mc:Choice Requires="p14">
          <p:contentPart p14:bwMode="auto" r:id="rId101">
            <p14:nvContentPartPr>
              <p14:cNvPr id="1049725" name="墨迹 1049724"/>
              <p14:cNvContentPartPr/>
              <p14:nvPr/>
            </p14:nvContentPartPr>
            <p14:xfrm>
              <a:off x="3777863" y="268463"/>
              <a:ext cx="517974" cy="294563"/>
            </p14:xfrm>
          </p:contentPart>
        </mc:Choice>
        <mc:Fallback xmlns="">
          <p:sp>
            <p:nvSpPr>
              <p:cNvPr id="1049725" name=""/>
              <p:cNvSpPr/>
              <p:nvPr/>
            </p:nvSpPr>
            <p:spPr>
              <a:xfrm>
                <a:off x="3777863" y="268463"/>
                <a:ext cx="517974" cy="294563"/>
              </a:xfrm>
            </p:spPr>
          </p:sp>
        </mc:Fallback>
      </mc:AlternateContent>
      <mc:AlternateContent xmlns:mc="http://schemas.openxmlformats.org/markup-compatibility/2006" xmlns:p14="http://schemas.microsoft.com/office/powerpoint/2010/main">
        <mc:Choice Requires="p14">
          <p:contentPart p14:bwMode="auto" r:id="rId102">
            <p14:nvContentPartPr>
              <p14:cNvPr id="1049726" name="墨迹 1049725"/>
              <p14:cNvContentPartPr/>
              <p14:nvPr/>
            </p14:nvContentPartPr>
            <p14:xfrm>
              <a:off x="3831372" y="573252"/>
              <a:ext cx="68061" cy="376420"/>
            </p14:xfrm>
          </p:contentPart>
        </mc:Choice>
        <mc:Fallback xmlns="">
          <p:sp>
            <p:nvSpPr>
              <p:cNvPr id="1049726" name=""/>
              <p:cNvSpPr/>
              <p:nvPr/>
            </p:nvSpPr>
            <p:spPr>
              <a:xfrm>
                <a:off x="3831372" y="573252"/>
                <a:ext cx="68061" cy="376420"/>
              </a:xfrm>
            </p:spPr>
          </p:sp>
        </mc:Fallback>
      </mc:AlternateContent>
      <mc:AlternateContent xmlns:mc="http://schemas.openxmlformats.org/markup-compatibility/2006" xmlns:p14="http://schemas.microsoft.com/office/powerpoint/2010/main">
        <mc:Choice Requires="p14">
          <p:contentPart p14:bwMode="auto" r:id="rId103">
            <p14:nvContentPartPr>
              <p14:cNvPr id="1049727" name="墨迹 1049726"/>
              <p14:cNvContentPartPr/>
              <p14:nvPr/>
            </p14:nvContentPartPr>
            <p14:xfrm>
              <a:off x="3920086" y="562559"/>
              <a:ext cx="140626" cy="336109"/>
            </p14:xfrm>
          </p:contentPart>
        </mc:Choice>
        <mc:Fallback xmlns="">
          <p:sp>
            <p:nvSpPr>
              <p:cNvPr id="1049727" name=""/>
              <p:cNvSpPr/>
              <p:nvPr/>
            </p:nvSpPr>
            <p:spPr>
              <a:xfrm>
                <a:off x="3920086" y="562559"/>
                <a:ext cx="140626" cy="336109"/>
              </a:xfrm>
            </p:spPr>
          </p:sp>
        </mc:Fallback>
      </mc:AlternateContent>
      <mc:AlternateContent xmlns:mc="http://schemas.openxmlformats.org/markup-compatibility/2006" xmlns:p14="http://schemas.microsoft.com/office/powerpoint/2010/main">
        <mc:Choice Requires="p14">
          <p:contentPart p14:bwMode="auto" r:id="rId104">
            <p14:nvContentPartPr>
              <p14:cNvPr id="1049728" name="墨迹 1049727"/>
              <p14:cNvContentPartPr/>
              <p14:nvPr/>
            </p14:nvContentPartPr>
            <p14:xfrm>
              <a:off x="3906404" y="648933"/>
              <a:ext cx="229257" cy="146020"/>
            </p14:xfrm>
          </p:contentPart>
        </mc:Choice>
        <mc:Fallback xmlns="">
          <p:sp>
            <p:nvSpPr>
              <p:cNvPr id="1049728" name=""/>
              <p:cNvSpPr/>
              <p:nvPr/>
            </p:nvSpPr>
            <p:spPr>
              <a:xfrm>
                <a:off x="3906404" y="648933"/>
                <a:ext cx="229257" cy="146020"/>
              </a:xfrm>
            </p:spPr>
          </p:sp>
        </mc:Fallback>
      </mc:AlternateContent>
      <mc:AlternateContent xmlns:mc="http://schemas.openxmlformats.org/markup-compatibility/2006" xmlns:p14="http://schemas.microsoft.com/office/powerpoint/2010/main">
        <mc:Choice Requires="p14">
          <p:contentPart p14:bwMode="auto" r:id="rId105">
            <p14:nvContentPartPr>
              <p14:cNvPr id="1049729" name="墨迹 1049728"/>
              <p14:cNvContentPartPr/>
              <p14:nvPr/>
            </p14:nvContentPartPr>
            <p14:xfrm>
              <a:off x="4138126" y="628744"/>
              <a:ext cx="84936" cy="461918"/>
            </p14:xfrm>
          </p:contentPart>
        </mc:Choice>
        <mc:Fallback xmlns="">
          <p:sp>
            <p:nvSpPr>
              <p:cNvPr id="1049729" name=""/>
              <p:cNvSpPr/>
              <p:nvPr/>
            </p:nvSpPr>
            <p:spPr>
              <a:xfrm>
                <a:off x="4138126" y="628744"/>
                <a:ext cx="84936" cy="461918"/>
              </a:xfrm>
            </p:spPr>
          </p:sp>
        </mc:Fallback>
      </mc:AlternateContent>
      <mc:AlternateContent xmlns:mc="http://schemas.openxmlformats.org/markup-compatibility/2006" xmlns:p14="http://schemas.microsoft.com/office/powerpoint/2010/main">
        <mc:Choice Requires="p14">
          <p:contentPart p14:bwMode="auto" r:id="rId106">
            <p14:nvContentPartPr>
              <p14:cNvPr id="1049730" name="墨迹 1049729"/>
              <p14:cNvContentPartPr/>
              <p14:nvPr/>
            </p14:nvContentPartPr>
            <p14:xfrm>
              <a:off x="4484626" y="506155"/>
              <a:ext cx="180979" cy="65440"/>
            </p14:xfrm>
          </p:contentPart>
        </mc:Choice>
        <mc:Fallback xmlns="">
          <p:sp>
            <p:nvSpPr>
              <p:cNvPr id="1049730" name=""/>
              <p:cNvSpPr/>
              <p:nvPr/>
            </p:nvSpPr>
            <p:spPr>
              <a:xfrm>
                <a:off x="4484626" y="506155"/>
                <a:ext cx="180979" cy="65440"/>
              </a:xfrm>
            </p:spPr>
          </p:sp>
        </mc:Fallback>
      </mc:AlternateContent>
      <mc:AlternateContent xmlns:mc="http://schemas.openxmlformats.org/markup-compatibility/2006" xmlns:p14="http://schemas.microsoft.com/office/powerpoint/2010/main">
        <mc:Choice Requires="p14">
          <p:contentPart p14:bwMode="auto" r:id="rId107">
            <p14:nvContentPartPr>
              <p14:cNvPr id="1049731" name="墨迹 1049730"/>
              <p14:cNvContentPartPr/>
              <p14:nvPr/>
            </p14:nvContentPartPr>
            <p14:xfrm>
              <a:off x="4433834" y="436594"/>
              <a:ext cx="235160" cy="505718"/>
            </p14:xfrm>
          </p:contentPart>
        </mc:Choice>
        <mc:Fallback xmlns="">
          <p:sp>
            <p:nvSpPr>
              <p:cNvPr id="1049731" name=""/>
              <p:cNvSpPr/>
              <p:nvPr/>
            </p:nvSpPr>
            <p:spPr>
              <a:xfrm>
                <a:off x="4433834" y="436594"/>
                <a:ext cx="235160" cy="505718"/>
              </a:xfrm>
            </p:spPr>
          </p:sp>
        </mc:Fallback>
      </mc:AlternateContent>
      <mc:AlternateContent xmlns:mc="http://schemas.openxmlformats.org/markup-compatibility/2006" xmlns:p14="http://schemas.microsoft.com/office/powerpoint/2010/main">
        <mc:Choice Requires="p14">
          <p:contentPart p14:bwMode="auto" r:id="rId108">
            <p14:nvContentPartPr>
              <p14:cNvPr id="1049732" name="墨迹 1049731"/>
              <p14:cNvContentPartPr/>
              <p14:nvPr/>
            </p14:nvContentPartPr>
            <p14:xfrm>
              <a:off x="4655924" y="335549"/>
              <a:ext cx="49277" cy="259080"/>
            </p14:xfrm>
          </p:contentPart>
        </mc:Choice>
        <mc:Fallback xmlns="">
          <p:sp>
            <p:nvSpPr>
              <p:cNvPr id="1049732" name=""/>
              <p:cNvSpPr/>
              <p:nvPr/>
            </p:nvSpPr>
            <p:spPr>
              <a:xfrm>
                <a:off x="4655924" y="335549"/>
                <a:ext cx="49277" cy="259080"/>
              </a:xfrm>
            </p:spPr>
          </p:sp>
        </mc:Fallback>
      </mc:AlternateContent>
      <mc:AlternateContent xmlns:mc="http://schemas.openxmlformats.org/markup-compatibility/2006" xmlns:p14="http://schemas.microsoft.com/office/powerpoint/2010/main">
        <mc:Choice Requires="p14">
          <p:contentPart p14:bwMode="auto" r:id="rId109">
            <p14:nvContentPartPr>
              <p14:cNvPr id="1049733" name="墨迹 1049732"/>
              <p14:cNvContentPartPr/>
              <p14:nvPr/>
            </p14:nvContentPartPr>
            <p14:xfrm>
              <a:off x="4655179" y="340224"/>
              <a:ext cx="259934" cy="271426"/>
            </p14:xfrm>
          </p:contentPart>
        </mc:Choice>
        <mc:Fallback xmlns="">
          <p:sp>
            <p:nvSpPr>
              <p:cNvPr id="1049733" name=""/>
              <p:cNvSpPr/>
              <p:nvPr/>
            </p:nvSpPr>
            <p:spPr>
              <a:xfrm>
                <a:off x="4655179" y="340224"/>
                <a:ext cx="259934" cy="271426"/>
              </a:xfrm>
            </p:spPr>
          </p:sp>
        </mc:Fallback>
      </mc:AlternateContent>
      <mc:AlternateContent xmlns:mc="http://schemas.openxmlformats.org/markup-compatibility/2006" xmlns:p14="http://schemas.microsoft.com/office/powerpoint/2010/main">
        <mc:Choice Requires="p14">
          <p:contentPart p14:bwMode="auto" r:id="rId110">
            <p14:nvContentPartPr>
              <p14:cNvPr id="1049734" name="墨迹 1049733"/>
              <p14:cNvContentPartPr/>
              <p14:nvPr/>
            </p14:nvContentPartPr>
            <p14:xfrm>
              <a:off x="4561776" y="585676"/>
              <a:ext cx="291697" cy="277078"/>
            </p14:xfrm>
          </p:contentPart>
        </mc:Choice>
        <mc:Fallback xmlns="">
          <p:sp>
            <p:nvSpPr>
              <p:cNvPr id="1049734" name=""/>
              <p:cNvSpPr/>
              <p:nvPr/>
            </p:nvSpPr>
            <p:spPr>
              <a:xfrm>
                <a:off x="4561776" y="585676"/>
                <a:ext cx="291697" cy="277078"/>
              </a:xfrm>
            </p:spPr>
          </p:sp>
        </mc:Fallback>
      </mc:AlternateContent>
      <mc:AlternateContent xmlns:mc="http://schemas.openxmlformats.org/markup-compatibility/2006" xmlns:p14="http://schemas.microsoft.com/office/powerpoint/2010/main">
        <mc:Choice Requires="p14">
          <p:contentPart p14:bwMode="auto" r:id="rId111">
            <p14:nvContentPartPr>
              <p14:cNvPr id="1049735" name="墨迹 1049734"/>
              <p14:cNvContentPartPr/>
              <p14:nvPr/>
            </p14:nvContentPartPr>
            <p14:xfrm>
              <a:off x="4582660" y="730220"/>
              <a:ext cx="641496" cy="219898"/>
            </p14:xfrm>
          </p:contentPart>
        </mc:Choice>
        <mc:Fallback xmlns="">
          <p:sp>
            <p:nvSpPr>
              <p:cNvPr id="1049735" name=""/>
              <p:cNvSpPr/>
              <p:nvPr/>
            </p:nvSpPr>
            <p:spPr>
              <a:xfrm>
                <a:off x="4582660" y="730220"/>
                <a:ext cx="641496" cy="219898"/>
              </a:xfrm>
            </p:spPr>
          </p:sp>
        </mc:Fallback>
      </mc:AlternateContent>
      <mc:AlternateContent xmlns:mc="http://schemas.openxmlformats.org/markup-compatibility/2006" xmlns:p14="http://schemas.microsoft.com/office/powerpoint/2010/main">
        <mc:Choice Requires="p14">
          <p:contentPart p14:bwMode="auto" r:id="rId112">
            <p14:nvContentPartPr>
              <p14:cNvPr id="1049736" name="墨迹 1049735"/>
              <p14:cNvContentPartPr/>
              <p14:nvPr/>
            </p14:nvContentPartPr>
            <p14:xfrm>
              <a:off x="5282135" y="342175"/>
              <a:ext cx="184519" cy="237658"/>
            </p14:xfrm>
          </p:contentPart>
        </mc:Choice>
        <mc:Fallback xmlns="">
          <p:sp>
            <p:nvSpPr>
              <p:cNvPr id="1049736" name=""/>
              <p:cNvSpPr/>
              <p:nvPr/>
            </p:nvSpPr>
            <p:spPr>
              <a:xfrm>
                <a:off x="5282135" y="342175"/>
                <a:ext cx="184519" cy="237658"/>
              </a:xfrm>
            </p:spPr>
          </p:sp>
        </mc:Fallback>
      </mc:AlternateContent>
      <mc:AlternateContent xmlns:mc="http://schemas.openxmlformats.org/markup-compatibility/2006" xmlns:p14="http://schemas.microsoft.com/office/powerpoint/2010/main">
        <mc:Choice Requires="p14">
          <p:contentPart p14:bwMode="auto" r:id="rId113">
            <p14:nvContentPartPr>
              <p14:cNvPr id="1049737" name="墨迹 1049736"/>
              <p14:cNvContentPartPr/>
              <p14:nvPr/>
            </p14:nvContentPartPr>
            <p14:xfrm>
              <a:off x="5262131" y="493742"/>
              <a:ext cx="180015" cy="209739"/>
            </p14:xfrm>
          </p:contentPart>
        </mc:Choice>
        <mc:Fallback xmlns="">
          <p:sp>
            <p:nvSpPr>
              <p:cNvPr id="1049737" name=""/>
              <p:cNvSpPr/>
              <p:nvPr/>
            </p:nvSpPr>
            <p:spPr>
              <a:xfrm>
                <a:off x="5262131" y="493742"/>
                <a:ext cx="180015" cy="209739"/>
              </a:xfrm>
            </p:spPr>
          </p:sp>
        </mc:Fallback>
      </mc:AlternateContent>
      <mc:AlternateContent xmlns:mc="http://schemas.openxmlformats.org/markup-compatibility/2006" xmlns:p14="http://schemas.microsoft.com/office/powerpoint/2010/main">
        <mc:Choice Requires="p14">
          <p:contentPart p14:bwMode="auto" r:id="rId114">
            <p14:nvContentPartPr>
              <p14:cNvPr id="1049738" name="墨迹 1049737"/>
              <p14:cNvContentPartPr/>
              <p14:nvPr/>
            </p14:nvContentPartPr>
            <p14:xfrm>
              <a:off x="5380515" y="573048"/>
              <a:ext cx="54185" cy="329522"/>
            </p14:xfrm>
          </p:contentPart>
        </mc:Choice>
        <mc:Fallback xmlns="">
          <p:sp>
            <p:nvSpPr>
              <p:cNvPr id="1049738" name=""/>
              <p:cNvSpPr/>
              <p:nvPr/>
            </p:nvSpPr>
            <p:spPr>
              <a:xfrm>
                <a:off x="5380515" y="573048"/>
                <a:ext cx="54185" cy="329522"/>
              </a:xfrm>
            </p:spPr>
          </p:sp>
        </mc:Fallback>
      </mc:AlternateContent>
      <mc:AlternateContent xmlns:mc="http://schemas.openxmlformats.org/markup-compatibility/2006" xmlns:p14="http://schemas.microsoft.com/office/powerpoint/2010/main">
        <mc:Choice Requires="p14">
          <p:contentPart p14:bwMode="auto" r:id="rId115">
            <p14:nvContentPartPr>
              <p14:cNvPr id="1049739" name="墨迹 1049738"/>
              <p14:cNvContentPartPr/>
              <p14:nvPr/>
            </p14:nvContentPartPr>
            <p14:xfrm>
              <a:off x="5458135" y="355574"/>
              <a:ext cx="203920" cy="250817"/>
            </p14:xfrm>
          </p:contentPart>
        </mc:Choice>
        <mc:Fallback xmlns="">
          <p:sp>
            <p:nvSpPr>
              <p:cNvPr id="1049739" name=""/>
              <p:cNvSpPr/>
              <p:nvPr/>
            </p:nvSpPr>
            <p:spPr>
              <a:xfrm>
                <a:off x="5458135" y="355574"/>
                <a:ext cx="203920" cy="250817"/>
              </a:xfrm>
            </p:spPr>
          </p:sp>
        </mc:Fallback>
      </mc:AlternateContent>
      <mc:AlternateContent xmlns:mc="http://schemas.openxmlformats.org/markup-compatibility/2006" xmlns:p14="http://schemas.microsoft.com/office/powerpoint/2010/main">
        <mc:Choice Requires="p14">
          <p:contentPart p14:bwMode="auto" r:id="rId116">
            <p14:nvContentPartPr>
              <p14:cNvPr id="1049740" name="墨迹 1049739"/>
              <p14:cNvContentPartPr/>
              <p14:nvPr/>
            </p14:nvContentPartPr>
            <p14:xfrm>
              <a:off x="5508910" y="557848"/>
              <a:ext cx="227415" cy="41080"/>
            </p14:xfrm>
          </p:contentPart>
        </mc:Choice>
        <mc:Fallback xmlns="">
          <p:sp>
            <p:nvSpPr>
              <p:cNvPr id="1049740" name=""/>
              <p:cNvSpPr/>
              <p:nvPr/>
            </p:nvSpPr>
            <p:spPr>
              <a:xfrm>
                <a:off x="5508910" y="557848"/>
                <a:ext cx="227415" cy="41080"/>
              </a:xfrm>
            </p:spPr>
          </p:sp>
        </mc:Fallback>
      </mc:AlternateContent>
      <mc:AlternateContent xmlns:mc="http://schemas.openxmlformats.org/markup-compatibility/2006" xmlns:p14="http://schemas.microsoft.com/office/powerpoint/2010/main">
        <mc:Choice Requires="p14">
          <p:contentPart p14:bwMode="auto" r:id="rId117">
            <p14:nvContentPartPr>
              <p14:cNvPr id="1049741" name="墨迹 1049740"/>
              <p14:cNvContentPartPr/>
              <p14:nvPr/>
            </p14:nvContentPartPr>
            <p14:xfrm>
              <a:off x="5518083" y="624603"/>
              <a:ext cx="337581" cy="147480"/>
            </p14:xfrm>
          </p:contentPart>
        </mc:Choice>
        <mc:Fallback xmlns="">
          <p:sp>
            <p:nvSpPr>
              <p:cNvPr id="1049741" name=""/>
              <p:cNvSpPr/>
              <p:nvPr/>
            </p:nvSpPr>
            <p:spPr>
              <a:xfrm>
                <a:off x="5518083" y="624603"/>
                <a:ext cx="337581" cy="147480"/>
              </a:xfrm>
            </p:spPr>
          </p:sp>
        </mc:Fallback>
      </mc:AlternateContent>
      <mc:AlternateContent xmlns:mc="http://schemas.openxmlformats.org/markup-compatibility/2006" xmlns:p14="http://schemas.microsoft.com/office/powerpoint/2010/main">
        <mc:Choice Requires="p14">
          <p:contentPart p14:bwMode="auto" r:id="rId118">
            <p14:nvContentPartPr>
              <p14:cNvPr id="1049742" name="墨迹 1049741"/>
              <p14:cNvContentPartPr/>
              <p14:nvPr/>
            </p14:nvContentPartPr>
            <p14:xfrm>
              <a:off x="5908455" y="320641"/>
              <a:ext cx="271480" cy="511231"/>
            </p14:xfrm>
          </p:contentPart>
        </mc:Choice>
        <mc:Fallback xmlns="">
          <p:sp>
            <p:nvSpPr>
              <p:cNvPr id="1049742" name=""/>
              <p:cNvSpPr/>
              <p:nvPr/>
            </p:nvSpPr>
            <p:spPr>
              <a:xfrm>
                <a:off x="5908455" y="320641"/>
                <a:ext cx="271480" cy="511231"/>
              </a:xfrm>
            </p:spPr>
          </p:sp>
        </mc:Fallback>
      </mc:AlternateContent>
      <mc:AlternateContent xmlns:mc="http://schemas.openxmlformats.org/markup-compatibility/2006" xmlns:p14="http://schemas.microsoft.com/office/powerpoint/2010/main">
        <mc:Choice Requires="p14">
          <p:contentPart p14:bwMode="auto" r:id="rId119">
            <p14:nvContentPartPr>
              <p14:cNvPr id="1049743" name="墨迹 1049742"/>
              <p14:cNvContentPartPr/>
              <p14:nvPr/>
            </p14:nvContentPartPr>
            <p14:xfrm>
              <a:off x="5920484" y="448053"/>
              <a:ext cx="337893" cy="365305"/>
            </p14:xfrm>
          </p:contentPart>
        </mc:Choice>
        <mc:Fallback xmlns="">
          <p:sp>
            <p:nvSpPr>
              <p:cNvPr id="1049743" name=""/>
              <p:cNvSpPr/>
              <p:nvPr/>
            </p:nvSpPr>
            <p:spPr>
              <a:xfrm>
                <a:off x="5920484" y="448053"/>
                <a:ext cx="337893" cy="365305"/>
              </a:xfrm>
            </p:spPr>
          </p:sp>
        </mc:Fallback>
      </mc:AlternateContent>
      <mc:AlternateContent xmlns:mc="http://schemas.openxmlformats.org/markup-compatibility/2006" xmlns:p14="http://schemas.microsoft.com/office/powerpoint/2010/main">
        <mc:Choice Requires="p14">
          <p:contentPart p14:bwMode="auto" r:id="rId120">
            <p14:nvContentPartPr>
              <p14:cNvPr id="1049744" name="墨迹 1049743"/>
              <p14:cNvContentPartPr/>
              <p14:nvPr/>
            </p14:nvContentPartPr>
            <p14:xfrm>
              <a:off x="6006095" y="552276"/>
              <a:ext cx="412782" cy="146926"/>
            </p14:xfrm>
          </p:contentPart>
        </mc:Choice>
        <mc:Fallback xmlns="">
          <p:sp>
            <p:nvSpPr>
              <p:cNvPr id="1049744" name=""/>
              <p:cNvSpPr/>
              <p:nvPr/>
            </p:nvSpPr>
            <p:spPr>
              <a:xfrm>
                <a:off x="6006095" y="552276"/>
                <a:ext cx="412782" cy="146926"/>
              </a:xfrm>
            </p:spPr>
          </p:sp>
        </mc:Fallback>
      </mc:AlternateContent>
      <mc:AlternateContent xmlns:mc="http://schemas.openxmlformats.org/markup-compatibility/2006" xmlns:p14="http://schemas.microsoft.com/office/powerpoint/2010/main">
        <mc:Choice Requires="p14">
          <p:contentPart p14:bwMode="auto" r:id="rId121">
            <p14:nvContentPartPr>
              <p14:cNvPr id="1049745" name="墨迹 1049744"/>
              <p14:cNvContentPartPr/>
              <p14:nvPr/>
            </p14:nvContentPartPr>
            <p14:xfrm>
              <a:off x="6642216" y="614664"/>
              <a:ext cx="74380" cy="26645"/>
            </p14:xfrm>
          </p:contentPart>
        </mc:Choice>
        <mc:Fallback xmlns="">
          <p:sp>
            <p:nvSpPr>
              <p:cNvPr id="1049745" name=""/>
              <p:cNvSpPr/>
              <p:nvPr/>
            </p:nvSpPr>
            <p:spPr>
              <a:xfrm>
                <a:off x="6642216" y="614664"/>
                <a:ext cx="74380" cy="26645"/>
              </a:xfrm>
            </p:spPr>
          </p:sp>
        </mc:Fallback>
      </mc:AlternateContent>
      <mc:AlternateContent xmlns:mc="http://schemas.openxmlformats.org/markup-compatibility/2006" xmlns:p14="http://schemas.microsoft.com/office/powerpoint/2010/main">
        <mc:Choice Requires="p14">
          <p:contentPart p14:bwMode="auto" r:id="rId122">
            <p14:nvContentPartPr>
              <p14:cNvPr id="1049746" name="墨迹 1049745"/>
              <p14:cNvContentPartPr/>
              <p14:nvPr/>
            </p14:nvContentPartPr>
            <p14:xfrm>
              <a:off x="6636300" y="749666"/>
              <a:ext cx="120302" cy="16691"/>
            </p14:xfrm>
          </p:contentPart>
        </mc:Choice>
        <mc:Fallback xmlns="">
          <p:sp>
            <p:nvSpPr>
              <p:cNvPr id="1049746" name=""/>
              <p:cNvSpPr/>
              <p:nvPr/>
            </p:nvSpPr>
            <p:spPr>
              <a:xfrm>
                <a:off x="6636300" y="749666"/>
                <a:ext cx="120302" cy="16691"/>
              </a:xfrm>
            </p:spPr>
          </p:sp>
        </mc:Fallback>
      </mc:AlternateContent>
      <mc:AlternateContent xmlns:mc="http://schemas.openxmlformats.org/markup-compatibility/2006" xmlns:p14="http://schemas.microsoft.com/office/powerpoint/2010/main">
        <mc:Choice Requires="p14">
          <p:contentPart p14:bwMode="auto" r:id="rId123">
            <p14:nvContentPartPr>
              <p14:cNvPr id="1049747" name="墨迹 1049746"/>
              <p14:cNvContentPartPr/>
              <p14:nvPr/>
            </p14:nvContentPartPr>
            <p14:xfrm>
              <a:off x="7145837" y="386900"/>
              <a:ext cx="206755" cy="304336"/>
            </p14:xfrm>
          </p:contentPart>
        </mc:Choice>
        <mc:Fallback xmlns="">
          <p:sp>
            <p:nvSpPr>
              <p:cNvPr id="1049747" name=""/>
              <p:cNvSpPr/>
              <p:nvPr/>
            </p:nvSpPr>
            <p:spPr>
              <a:xfrm>
                <a:off x="7145837" y="386900"/>
                <a:ext cx="206755" cy="304336"/>
              </a:xfrm>
            </p:spPr>
          </p:sp>
        </mc:Fallback>
      </mc:AlternateContent>
      <mc:AlternateContent xmlns:mc="http://schemas.openxmlformats.org/markup-compatibility/2006" xmlns:p14="http://schemas.microsoft.com/office/powerpoint/2010/main">
        <mc:Choice Requires="p14">
          <p:contentPart p14:bwMode="auto" r:id="rId124">
            <p14:nvContentPartPr>
              <p14:cNvPr id="1049748" name="墨迹 1049747"/>
              <p14:cNvContentPartPr/>
              <p14:nvPr/>
            </p14:nvContentPartPr>
            <p14:xfrm>
              <a:off x="7035049" y="404447"/>
              <a:ext cx="285854" cy="265719"/>
            </p14:xfrm>
          </p:contentPart>
        </mc:Choice>
        <mc:Fallback xmlns="">
          <p:sp>
            <p:nvSpPr>
              <p:cNvPr id="1049748" name=""/>
              <p:cNvSpPr/>
              <p:nvPr/>
            </p:nvSpPr>
            <p:spPr>
              <a:xfrm>
                <a:off x="7035049" y="404447"/>
                <a:ext cx="285854" cy="265719"/>
              </a:xfrm>
            </p:spPr>
          </p:sp>
        </mc:Fallback>
      </mc:AlternateContent>
      <mc:AlternateContent xmlns:mc="http://schemas.openxmlformats.org/markup-compatibility/2006" xmlns:p14="http://schemas.microsoft.com/office/powerpoint/2010/main">
        <mc:Choice Requires="p14">
          <p:contentPart p14:bwMode="auto" r:id="rId125">
            <p14:nvContentPartPr>
              <p14:cNvPr id="1049749" name="墨迹 1049748"/>
              <p14:cNvContentPartPr/>
              <p14:nvPr/>
            </p14:nvContentPartPr>
            <p14:xfrm>
              <a:off x="7564111" y="394354"/>
              <a:ext cx="234038" cy="261817"/>
            </p14:xfrm>
          </p:contentPart>
        </mc:Choice>
        <mc:Fallback xmlns="">
          <p:sp>
            <p:nvSpPr>
              <p:cNvPr id="1049749" name=""/>
              <p:cNvSpPr/>
              <p:nvPr/>
            </p:nvSpPr>
            <p:spPr>
              <a:xfrm>
                <a:off x="7564111" y="394354"/>
                <a:ext cx="234038" cy="261817"/>
              </a:xfrm>
            </p:spPr>
          </p:sp>
        </mc:Fallback>
      </mc:AlternateContent>
      <mc:AlternateContent xmlns:mc="http://schemas.openxmlformats.org/markup-compatibility/2006" xmlns:p14="http://schemas.microsoft.com/office/powerpoint/2010/main">
        <mc:Choice Requires="p14">
          <p:contentPart p14:bwMode="auto" r:id="rId126">
            <p14:nvContentPartPr>
              <p14:cNvPr id="1049750" name="墨迹 1049749"/>
              <p14:cNvContentPartPr/>
              <p14:nvPr/>
            </p14:nvContentPartPr>
            <p14:xfrm>
              <a:off x="8089970" y="385589"/>
              <a:ext cx="270420" cy="183585"/>
            </p14:xfrm>
          </p:contentPart>
        </mc:Choice>
        <mc:Fallback xmlns="">
          <p:sp>
            <p:nvSpPr>
              <p:cNvPr id="1049750" name=""/>
              <p:cNvSpPr/>
              <p:nvPr/>
            </p:nvSpPr>
            <p:spPr>
              <a:xfrm>
                <a:off x="8089970" y="385589"/>
                <a:ext cx="270420" cy="183585"/>
              </a:xfrm>
            </p:spPr>
          </p:sp>
        </mc:Fallback>
      </mc:AlternateContent>
      <mc:AlternateContent xmlns:mc="http://schemas.openxmlformats.org/markup-compatibility/2006" xmlns:p14="http://schemas.microsoft.com/office/powerpoint/2010/main">
        <mc:Choice Requires="p14">
          <p:contentPart p14:bwMode="auto" r:id="rId127">
            <p14:nvContentPartPr>
              <p14:cNvPr id="1049751" name="墨迹 1049750"/>
              <p14:cNvContentPartPr/>
              <p14:nvPr/>
            </p14:nvContentPartPr>
            <p14:xfrm>
              <a:off x="8108423" y="451502"/>
              <a:ext cx="219806" cy="215566"/>
            </p14:xfrm>
          </p:contentPart>
        </mc:Choice>
        <mc:Fallback xmlns="">
          <p:sp>
            <p:nvSpPr>
              <p:cNvPr id="1049751" name=""/>
              <p:cNvSpPr/>
              <p:nvPr/>
            </p:nvSpPr>
            <p:spPr>
              <a:xfrm>
                <a:off x="8108423" y="451502"/>
                <a:ext cx="219806" cy="215566"/>
              </a:xfrm>
            </p:spPr>
          </p:sp>
        </mc:Fallback>
      </mc:AlternateContent>
      <mc:AlternateContent xmlns:mc="http://schemas.openxmlformats.org/markup-compatibility/2006" xmlns:p14="http://schemas.microsoft.com/office/powerpoint/2010/main">
        <mc:Choice Requires="p14">
          <p:contentPart p14:bwMode="auto" r:id="rId128">
            <p14:nvContentPartPr>
              <p14:cNvPr id="1049752" name="墨迹 1049751"/>
              <p14:cNvContentPartPr/>
              <p14:nvPr/>
            </p14:nvContentPartPr>
            <p14:xfrm>
              <a:off x="8253858" y="505338"/>
              <a:ext cx="247621" cy="203369"/>
            </p14:xfrm>
          </p:contentPart>
        </mc:Choice>
        <mc:Fallback xmlns="">
          <p:sp>
            <p:nvSpPr>
              <p:cNvPr id="1049752" name=""/>
              <p:cNvSpPr/>
              <p:nvPr/>
            </p:nvSpPr>
            <p:spPr>
              <a:xfrm>
                <a:off x="8253858" y="505338"/>
                <a:ext cx="247621" cy="203369"/>
              </a:xfrm>
            </p:spPr>
          </p:sp>
        </mc:Fallback>
      </mc:AlternateContent>
      <mc:AlternateContent xmlns:mc="http://schemas.openxmlformats.org/markup-compatibility/2006" xmlns:p14="http://schemas.microsoft.com/office/powerpoint/2010/main">
        <mc:Choice Requires="p14">
          <p:contentPart p14:bwMode="auto" r:id="rId129">
            <p14:nvContentPartPr>
              <p14:cNvPr id="1049753" name="墨迹 1049752"/>
              <p14:cNvContentPartPr/>
              <p14:nvPr/>
            </p14:nvContentPartPr>
            <p14:xfrm>
              <a:off x="8580075" y="299935"/>
              <a:ext cx="27649" cy="13072"/>
            </p14:xfrm>
          </p:contentPart>
        </mc:Choice>
        <mc:Fallback xmlns="">
          <p:sp>
            <p:nvSpPr>
              <p:cNvPr id="1049753" name=""/>
              <p:cNvSpPr/>
              <p:nvPr/>
            </p:nvSpPr>
            <p:spPr>
              <a:xfrm>
                <a:off x="8580075" y="299935"/>
                <a:ext cx="27649" cy="13072"/>
              </a:xfrm>
            </p:spPr>
          </p:sp>
        </mc:Fallback>
      </mc:AlternateContent>
      <mc:AlternateContent xmlns:mc="http://schemas.openxmlformats.org/markup-compatibility/2006" xmlns:p14="http://schemas.microsoft.com/office/powerpoint/2010/main">
        <mc:Choice Requires="p14">
          <p:contentPart p14:bwMode="auto" r:id="rId130">
            <p14:nvContentPartPr>
              <p14:cNvPr id="1049754" name="墨迹 1049753"/>
              <p14:cNvContentPartPr/>
              <p14:nvPr/>
            </p14:nvContentPartPr>
            <p14:xfrm>
              <a:off x="8526569" y="256867"/>
              <a:ext cx="286759" cy="470993"/>
            </p14:xfrm>
          </p:contentPart>
        </mc:Choice>
        <mc:Fallback xmlns="">
          <p:sp>
            <p:nvSpPr>
              <p:cNvPr id="1049754" name=""/>
              <p:cNvSpPr/>
              <p:nvPr/>
            </p:nvSpPr>
            <p:spPr>
              <a:xfrm>
                <a:off x="8526569" y="256867"/>
                <a:ext cx="286759" cy="470993"/>
              </a:xfrm>
            </p:spPr>
          </p:sp>
        </mc:Fallback>
      </mc:AlternateContent>
      <mc:AlternateContent xmlns:mc="http://schemas.openxmlformats.org/markup-compatibility/2006" xmlns:p14="http://schemas.microsoft.com/office/powerpoint/2010/main">
        <mc:Choice Requires="p14">
          <p:contentPart p14:bwMode="auto" r:id="rId131">
            <p14:nvContentPartPr>
              <p14:cNvPr id="1049755" name="墨迹 1049754"/>
              <p14:cNvContentPartPr/>
              <p14:nvPr/>
            </p14:nvContentPartPr>
            <p14:xfrm>
              <a:off x="8656135" y="624750"/>
              <a:ext cx="289133" cy="142232"/>
            </p14:xfrm>
          </p:contentPart>
        </mc:Choice>
        <mc:Fallback xmlns="">
          <p:sp>
            <p:nvSpPr>
              <p:cNvPr id="1049755" name=""/>
              <p:cNvSpPr/>
              <p:nvPr/>
            </p:nvSpPr>
            <p:spPr>
              <a:xfrm>
                <a:off x="8656135" y="624750"/>
                <a:ext cx="289133" cy="142232"/>
              </a:xfrm>
            </p:spPr>
          </p:sp>
        </mc:Fallback>
      </mc:AlternateContent>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764" name="TextBox 11"/>
          <p:cNvSpPr txBox="1"/>
          <p:nvPr/>
        </p:nvSpPr>
        <p:spPr>
          <a:xfrm>
            <a:off x="1014578" y="1212811"/>
            <a:ext cx="9980347" cy="400110"/>
          </a:xfrm>
          <a:prstGeom prst="rect">
            <a:avLst/>
          </a:prstGeom>
          <a:noFill/>
          <a:ln w="9525">
            <a:noFill/>
          </a:ln>
        </p:spPr>
        <p:txBody>
          <a:bodyPr wrap="square" anchor="t">
            <a:spAutoFit/>
          </a:bodyPr>
          <a:lstStyle/>
          <a:p>
            <a:pPr marL="342900" indent="-342900">
              <a:spcAft>
                <a:spcPts val="1200"/>
              </a:spcAft>
              <a:buFont typeface="Wingdings" panose="05000000000000000000" pitchFamily="2" charset="2"/>
              <a:buChar char="Ø"/>
            </a:pPr>
            <a:r>
              <a:rPr lang="en-US" altLang="zh-CN" sz="2000" b="1" dirty="0">
                <a:solidFill>
                  <a:srgbClr val="004C54"/>
                </a:solidFill>
                <a:latin typeface="微软雅黑" panose="020B0503020204020204" pitchFamily="34" charset="-122"/>
                <a:ea typeface="微软雅黑" panose="020B0503020204020204" pitchFamily="34" charset="-122"/>
              </a:rPr>
              <a:t>Marr-Hildreth</a:t>
            </a:r>
            <a:r>
              <a:rPr lang="zh-CN" altLang="en-US" sz="2000" b="1" dirty="0">
                <a:solidFill>
                  <a:srgbClr val="004C54"/>
                </a:solidFill>
                <a:latin typeface="微软雅黑" panose="020B0503020204020204" pitchFamily="34" charset="-122"/>
                <a:ea typeface="微软雅黑" panose="020B0503020204020204" pitchFamily="34" charset="-122"/>
              </a:rPr>
              <a:t>算子（</a:t>
            </a:r>
            <a:r>
              <a:rPr lang="en-US" altLang="zh-CN" sz="2000" b="1" dirty="0" err="1">
                <a:solidFill>
                  <a:srgbClr val="004C54"/>
                </a:solidFill>
                <a:latin typeface="微软雅黑" panose="020B0503020204020204" pitchFamily="34" charset="-122"/>
                <a:ea typeface="微软雅黑" panose="020B0503020204020204" pitchFamily="34" charset="-122"/>
              </a:rPr>
              <a:t>LoG</a:t>
            </a:r>
            <a:r>
              <a:rPr lang="zh-CN" altLang="en-US" sz="2000" b="1" dirty="0">
                <a:solidFill>
                  <a:srgbClr val="004C54"/>
                </a:solidFill>
                <a:latin typeface="微软雅黑" panose="020B0503020204020204" pitchFamily="34" charset="-122"/>
                <a:ea typeface="微软雅黑" panose="020B0503020204020204" pitchFamily="34" charset="-122"/>
              </a:rPr>
              <a:t>算子）</a:t>
            </a:r>
          </a:p>
        </p:txBody>
      </p:sp>
      <p:sp>
        <p:nvSpPr>
          <p:cNvPr id="1049765" name="Rectangle 5"/>
          <p:cNvSpPr>
            <a:spLocks noRot="1" noChangeAspect="1" noMove="1" noResize="1" noEditPoints="1" noAdjustHandles="1" noChangeArrowheads="1" noChangeShapeType="1" noTextEdit="1"/>
          </p:cNvSpPr>
          <p:nvPr/>
        </p:nvSpPr>
        <p:spPr>
          <a:xfrm>
            <a:off x="6962477" y="2006291"/>
            <a:ext cx="4032448" cy="3708708"/>
          </a:xfrm>
          <a:prstGeom prst="rect">
            <a:avLst/>
          </a:prstGeom>
          <a:blipFill>
            <a:blip r:embed="rId2"/>
            <a:stretch>
              <a:fillRect l="-1511" t="-822" r="-7855" b="-2138"/>
            </a:stretch>
          </a:blipFill>
        </p:spPr>
        <p:txBody>
          <a:bodyPr/>
          <a:lstStyle/>
          <a:p>
            <a:r>
              <a:rPr lang="en-US">
                <a:noFill/>
              </a:rPr>
              <a:t> </a:t>
            </a:r>
          </a:p>
        </p:txBody>
      </p:sp>
      <p:pic>
        <p:nvPicPr>
          <p:cNvPr id="2097242" name="Picture 6"/>
          <p:cNvPicPr>
            <a:picLocks noChangeAspect="1"/>
          </p:cNvPicPr>
          <p:nvPr/>
        </p:nvPicPr>
        <p:blipFill>
          <a:blip r:embed="rId3"/>
          <a:stretch>
            <a:fillRect/>
          </a:stretch>
        </p:blipFill>
        <p:spPr>
          <a:xfrm>
            <a:off x="1489868" y="1772816"/>
            <a:ext cx="5136303" cy="4104456"/>
          </a:xfrm>
          <a:prstGeom prst="rect">
            <a:avLst/>
          </a:prstGeom>
        </p:spPr>
      </p:pic>
      <p:sp>
        <p:nvSpPr>
          <p:cNvPr id="1049766" name="Rectangle 7"/>
          <p:cNvSpPr/>
          <p:nvPr/>
        </p:nvSpPr>
        <p:spPr>
          <a:xfrm>
            <a:off x="1485236" y="6030402"/>
            <a:ext cx="5477241" cy="646331"/>
          </a:xfrm>
          <a:prstGeom prst="rect">
            <a:avLst/>
          </a:prstGeom>
        </p:spPr>
        <p:txBody>
          <a:bodyPr wrap="square">
            <a:spAutoFit/>
          </a:bodyPr>
          <a:lstStyle/>
          <a:p>
            <a:r>
              <a:rPr lang="en-US" dirty="0">
                <a:solidFill>
                  <a:srgbClr val="004C54"/>
                </a:solidFill>
              </a:rPr>
              <a:t>a) </a:t>
            </a:r>
            <a:r>
              <a:rPr lang="en-US" dirty="0" err="1">
                <a:solidFill>
                  <a:srgbClr val="004C54"/>
                </a:solidFill>
              </a:rPr>
              <a:t>LoG三维图</a:t>
            </a:r>
            <a:r>
              <a:rPr lang="en-US" dirty="0">
                <a:solidFill>
                  <a:srgbClr val="004C54"/>
                </a:solidFill>
              </a:rPr>
              <a:t>                        b) </a:t>
            </a:r>
            <a:r>
              <a:rPr lang="en-US" dirty="0" err="1">
                <a:solidFill>
                  <a:srgbClr val="004C54"/>
                </a:solidFill>
              </a:rPr>
              <a:t>一幅图像的LoG图</a:t>
            </a:r>
            <a:endParaRPr lang="en-US" dirty="0">
              <a:solidFill>
                <a:srgbClr val="004C54"/>
              </a:solidFill>
            </a:endParaRPr>
          </a:p>
          <a:p>
            <a:r>
              <a:rPr lang="en-US" dirty="0">
                <a:solidFill>
                  <a:srgbClr val="004C54"/>
                </a:solidFill>
              </a:rPr>
              <a:t>c) </a:t>
            </a:r>
            <a:r>
              <a:rPr lang="en-US" dirty="0" err="1">
                <a:solidFill>
                  <a:srgbClr val="004C54"/>
                </a:solidFill>
              </a:rPr>
              <a:t>图a</a:t>
            </a:r>
            <a:r>
              <a:rPr lang="en-US" dirty="0">
                <a:solidFill>
                  <a:srgbClr val="004C54"/>
                </a:solidFill>
              </a:rPr>
              <a:t>)</a:t>
            </a:r>
            <a:r>
              <a:rPr lang="en-US" dirty="0" err="1">
                <a:solidFill>
                  <a:srgbClr val="004C54"/>
                </a:solidFill>
              </a:rPr>
              <a:t>的横截面</a:t>
            </a:r>
            <a:r>
              <a:rPr lang="en-US" dirty="0">
                <a:solidFill>
                  <a:srgbClr val="004C54"/>
                </a:solidFill>
              </a:rPr>
              <a:t>                    d) </a:t>
            </a:r>
            <a:r>
              <a:rPr lang="en-US" dirty="0" err="1">
                <a:solidFill>
                  <a:srgbClr val="004C54"/>
                </a:solidFill>
              </a:rPr>
              <a:t>图a</a:t>
            </a:r>
            <a:r>
              <a:rPr lang="en-US" dirty="0">
                <a:solidFill>
                  <a:srgbClr val="004C54"/>
                </a:solidFill>
              </a:rPr>
              <a:t>)</a:t>
            </a:r>
            <a:r>
              <a:rPr lang="en-US" dirty="0" err="1">
                <a:solidFill>
                  <a:srgbClr val="004C54"/>
                </a:solidFill>
              </a:rPr>
              <a:t>的近似模板</a:t>
            </a:r>
            <a:endParaRPr lang="en-US" dirty="0">
              <a:solidFill>
                <a:srgbClr val="004C54"/>
              </a:solidFill>
            </a:endParaRPr>
          </a:p>
        </p:txBody>
      </p:sp>
      <p:sp>
        <p:nvSpPr>
          <p:cNvPr id="1049767" name="TextBox 27"/>
          <p:cNvSpPr txBox="1"/>
          <p:nvPr/>
        </p:nvSpPr>
        <p:spPr>
          <a:xfrm>
            <a:off x="1012825" y="176213"/>
            <a:ext cx="2621280" cy="574040"/>
          </a:xfrm>
          <a:prstGeom prst="rect">
            <a:avLst/>
          </a:prstGeom>
          <a:noFill/>
          <a:ln w="9525">
            <a:noFill/>
          </a:ln>
        </p:spPr>
        <p:txBody>
          <a:bodyPr wrap="none" anchor="t">
            <a:spAutoFit/>
          </a:bodyPr>
          <a:lstStyle/>
          <a:p>
            <a:r>
              <a:rPr lang="zh-CN" altLang="en-US" sz="3200" dirty="0">
                <a:solidFill>
                  <a:srgbClr val="004C54"/>
                </a:solidFill>
                <a:latin typeface="黑体" panose="02010609060101010101" pitchFamily="49" charset="-122"/>
                <a:ea typeface="黑体" panose="02010609060101010101" pitchFamily="49" charset="-122"/>
              </a:rPr>
              <a:t>三、边缘检测</a:t>
            </a:r>
            <a:endParaRPr lang="en-US" altLang="zh-CN" sz="3200" dirty="0">
              <a:solidFill>
                <a:srgbClr val="004C54"/>
              </a:solidFill>
              <a:latin typeface="黑体" panose="02010609060101010101" pitchFamily="49" charset="-122"/>
              <a:ea typeface="黑体" panose="02010609060101010101" pitchFamily="49" charset="-122"/>
            </a:endParaRPr>
          </a:p>
        </p:txBody>
      </p:sp>
      <p:sp>
        <p:nvSpPr>
          <p:cNvPr id="1049768"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a:p>
        </p:txBody>
      </p:sp>
      <p:sp>
        <p:nvSpPr>
          <p:cNvPr id="1049769" name="Rectangle 2"/>
          <p:cNvSpPr/>
          <p:nvPr/>
        </p:nvSpPr>
        <p:spPr>
          <a:xfrm>
            <a:off x="4298181" y="3496336"/>
            <a:ext cx="518091" cy="369332"/>
          </a:xfrm>
          <a:prstGeom prst="rect">
            <a:avLst/>
          </a:prstGeom>
        </p:spPr>
        <p:txBody>
          <a:bodyPr wrap="none">
            <a:spAutoFit/>
          </a:bodyPr>
          <a:lstStyle/>
          <a:p>
            <a:r>
              <a:rPr lang="en-US" dirty="0">
                <a:solidFill>
                  <a:srgbClr val="004C54"/>
                </a:solidFill>
              </a:rPr>
              <a:t> b) </a:t>
            </a:r>
            <a:endParaRPr lang="en-US" dirty="0"/>
          </a:p>
        </p:txBody>
      </p:sp>
      <p:sp>
        <p:nvSpPr>
          <p:cNvPr id="1049770" name="Rectangle 9"/>
          <p:cNvSpPr/>
          <p:nvPr/>
        </p:nvSpPr>
        <p:spPr>
          <a:xfrm>
            <a:off x="1485236" y="3506817"/>
            <a:ext cx="453970" cy="369332"/>
          </a:xfrm>
          <a:prstGeom prst="rect">
            <a:avLst/>
          </a:prstGeom>
        </p:spPr>
        <p:txBody>
          <a:bodyPr wrap="none">
            <a:spAutoFit/>
          </a:bodyPr>
          <a:lstStyle/>
          <a:p>
            <a:r>
              <a:rPr lang="en-US" dirty="0">
                <a:solidFill>
                  <a:srgbClr val="004C54"/>
                </a:solidFill>
              </a:rPr>
              <a:t>a) </a:t>
            </a:r>
            <a:endParaRPr lang="en-US" dirty="0"/>
          </a:p>
        </p:txBody>
      </p:sp>
      <p:sp>
        <p:nvSpPr>
          <p:cNvPr id="1049771" name="Rectangle 10"/>
          <p:cNvSpPr/>
          <p:nvPr/>
        </p:nvSpPr>
        <p:spPr>
          <a:xfrm>
            <a:off x="1489868" y="5489719"/>
            <a:ext cx="441146" cy="369332"/>
          </a:xfrm>
          <a:prstGeom prst="rect">
            <a:avLst/>
          </a:prstGeom>
        </p:spPr>
        <p:txBody>
          <a:bodyPr wrap="none">
            <a:spAutoFit/>
          </a:bodyPr>
          <a:lstStyle/>
          <a:p>
            <a:r>
              <a:rPr lang="en-US" dirty="0">
                <a:solidFill>
                  <a:srgbClr val="004C54"/>
                </a:solidFill>
              </a:rPr>
              <a:t>c) </a:t>
            </a:r>
            <a:endParaRPr lang="en-US" dirty="0"/>
          </a:p>
        </p:txBody>
      </p:sp>
      <p:sp>
        <p:nvSpPr>
          <p:cNvPr id="1049772" name="Rectangle 11"/>
          <p:cNvSpPr/>
          <p:nvPr/>
        </p:nvSpPr>
        <p:spPr>
          <a:xfrm>
            <a:off x="4298181" y="5530333"/>
            <a:ext cx="518091" cy="369332"/>
          </a:xfrm>
          <a:prstGeom prst="rect">
            <a:avLst/>
          </a:prstGeom>
        </p:spPr>
        <p:txBody>
          <a:bodyPr wrap="none">
            <a:spAutoFit/>
          </a:bodyPr>
          <a:lstStyle/>
          <a:p>
            <a:r>
              <a:rPr lang="en-US" dirty="0">
                <a:solidFill>
                  <a:srgbClr val="004C54"/>
                </a:solidFill>
              </a:rPr>
              <a:t> d) </a:t>
            </a:r>
            <a:endParaRPr lang="en-US" dirty="0"/>
          </a:p>
        </p:txBody>
      </p:sp>
      <mc:AlternateContent xmlns:mc="http://schemas.openxmlformats.org/markup-compatibility/2006" xmlns:p14="http://schemas.microsoft.com/office/powerpoint/2010/main">
        <mc:Choice Requires="p14">
          <p:contentPart p14:bwMode="auto" r:id="rId4">
            <p14:nvContentPartPr>
              <p14:cNvPr id="1049773" name="墨迹 1049772"/>
              <p14:cNvContentPartPr/>
              <p14:nvPr/>
            </p14:nvContentPartPr>
            <p14:xfrm>
              <a:off x="10303179" y="3990783"/>
              <a:ext cx="897743" cy="101206"/>
            </p14:xfrm>
          </p:contentPart>
        </mc:Choice>
        <mc:Fallback xmlns="">
          <p:sp>
            <p:nvSpPr>
              <p:cNvPr id="1049773" name=""/>
              <p:cNvSpPr/>
              <p:nvPr/>
            </p:nvSpPr>
            <p:spPr>
              <a:xfrm>
                <a:off x="10303179" y="3990783"/>
                <a:ext cx="897743" cy="101206"/>
              </a:xfrm>
            </p:spPr>
          </p:sp>
        </mc:Fallback>
      </mc:AlternateContent>
      <mc:AlternateContent xmlns:mc="http://schemas.openxmlformats.org/markup-compatibility/2006" xmlns:p14="http://schemas.microsoft.com/office/powerpoint/2010/main">
        <mc:Choice Requires="p14">
          <p:contentPart p14:bwMode="auto" r:id="rId5">
            <p14:nvContentPartPr>
              <p14:cNvPr id="1049774" name="墨迹 1049773"/>
              <p14:cNvContentPartPr/>
              <p14:nvPr/>
            </p14:nvContentPartPr>
            <p14:xfrm>
              <a:off x="7073928" y="4321190"/>
              <a:ext cx="2660736" cy="115690"/>
            </p14:xfrm>
          </p:contentPart>
        </mc:Choice>
        <mc:Fallback xmlns="">
          <p:sp>
            <p:nvSpPr>
              <p:cNvPr id="1049774" name=""/>
              <p:cNvSpPr/>
              <p:nvPr/>
            </p:nvSpPr>
            <p:spPr>
              <a:xfrm>
                <a:off x="7073928" y="4321190"/>
                <a:ext cx="2660736" cy="115690"/>
              </a:xfrm>
            </p:spPr>
          </p:sp>
        </mc:Fallback>
      </mc:AlternateContent>
      <mc:AlternateContent xmlns:mc="http://schemas.openxmlformats.org/markup-compatibility/2006" xmlns:p14="http://schemas.microsoft.com/office/powerpoint/2010/main">
        <mc:Choice Requires="p14">
          <p:contentPart p14:bwMode="auto" r:id="rId6">
            <p14:nvContentPartPr>
              <p14:cNvPr id="1049775" name="墨迹 1049774"/>
              <p14:cNvContentPartPr/>
              <p14:nvPr/>
            </p14:nvContentPartPr>
            <p14:xfrm>
              <a:off x="8041091" y="4517101"/>
              <a:ext cx="2359127" cy="157290"/>
            </p14:xfrm>
          </p:contentPart>
        </mc:Choice>
        <mc:Fallback xmlns="">
          <p:sp>
            <p:nvSpPr>
              <p:cNvPr id="1049775" name=""/>
              <p:cNvSpPr/>
              <p:nvPr/>
            </p:nvSpPr>
            <p:spPr>
              <a:xfrm>
                <a:off x="8041091" y="4517101"/>
                <a:ext cx="2359127" cy="157290"/>
              </a:xfrm>
            </p:spPr>
          </p:sp>
        </mc:Fallback>
      </mc:AlternateContent>
      <mc:AlternateContent xmlns:mc="http://schemas.openxmlformats.org/markup-compatibility/2006" xmlns:p14="http://schemas.microsoft.com/office/powerpoint/2010/main">
        <mc:Choice Requires="p14">
          <p:contentPart p14:bwMode="auto" r:id="rId7">
            <p14:nvContentPartPr>
              <p14:cNvPr id="1049776" name="墨迹 1049775"/>
              <p14:cNvContentPartPr/>
              <p14:nvPr/>
            </p14:nvContentPartPr>
            <p14:xfrm>
              <a:off x="3125082" y="-1623901"/>
              <a:ext cx="1227848" cy="50293"/>
            </p14:xfrm>
          </p:contentPart>
        </mc:Choice>
        <mc:Fallback xmlns="">
          <p:sp>
            <p:nvSpPr>
              <p:cNvPr id="1049776" name=""/>
              <p:cNvSpPr/>
              <p:nvPr/>
            </p:nvSpPr>
            <p:spPr>
              <a:xfrm>
                <a:off x="3125082" y="-1623901"/>
                <a:ext cx="1227848" cy="50293"/>
              </a:xfrm>
            </p:spPr>
          </p:sp>
        </mc:Fallback>
      </mc:AlternateContent>
      <mc:AlternateContent xmlns:mc="http://schemas.openxmlformats.org/markup-compatibility/2006" xmlns:p14="http://schemas.microsoft.com/office/powerpoint/2010/main">
        <mc:Choice Requires="p14">
          <p:contentPart p14:bwMode="auto" r:id="rId8">
            <p14:nvContentPartPr>
              <p14:cNvPr id="1049777" name="墨迹 1049776"/>
              <p14:cNvContentPartPr/>
              <p14:nvPr/>
            </p14:nvContentPartPr>
            <p14:xfrm>
              <a:off x="1567433" y="-2260217"/>
              <a:ext cx="1946149" cy="217443"/>
            </p14:xfrm>
          </p:contentPart>
        </mc:Choice>
        <mc:Fallback xmlns="">
          <p:sp>
            <p:nvSpPr>
              <p:cNvPr id="1049777" name=""/>
              <p:cNvSpPr/>
              <p:nvPr/>
            </p:nvSpPr>
            <p:spPr>
              <a:xfrm>
                <a:off x="1567433" y="-2260217"/>
                <a:ext cx="1946149" cy="217443"/>
              </a:xfrm>
            </p:spPr>
          </p:sp>
        </mc:Fallback>
      </mc:AlternateContent>
      <mc:AlternateContent xmlns:mc="http://schemas.openxmlformats.org/markup-compatibility/2006" xmlns:p14="http://schemas.microsoft.com/office/powerpoint/2010/main">
        <mc:Choice Requires="p14">
          <p:contentPart p14:bwMode="auto" r:id="rId9">
            <p14:nvContentPartPr>
              <p14:cNvPr id="1049778" name="墨迹 1049777"/>
              <p14:cNvContentPartPr/>
              <p14:nvPr/>
            </p14:nvContentPartPr>
            <p14:xfrm>
              <a:off x="2845652" y="5476045"/>
              <a:ext cx="600407" cy="645305"/>
            </p14:xfrm>
          </p:contentPart>
        </mc:Choice>
        <mc:Fallback xmlns="">
          <p:sp>
            <p:nvSpPr>
              <p:cNvPr id="1049778" name=""/>
              <p:cNvSpPr/>
              <p:nvPr/>
            </p:nvSpPr>
            <p:spPr>
              <a:xfrm>
                <a:off x="2845652" y="5476045"/>
                <a:ext cx="600407" cy="645305"/>
              </a:xfrm>
            </p:spPr>
          </p:sp>
        </mc:Fallback>
      </mc:AlternateContent>
      <mc:AlternateContent xmlns:mc="http://schemas.openxmlformats.org/markup-compatibility/2006" xmlns:p14="http://schemas.microsoft.com/office/powerpoint/2010/main">
        <mc:Choice Requires="p14">
          <p:contentPart p14:bwMode="auto" r:id="rId10">
            <p14:nvContentPartPr>
              <p14:cNvPr id="1049779" name="墨迹 1049778"/>
              <p14:cNvContentPartPr/>
              <p14:nvPr/>
            </p14:nvContentPartPr>
            <p14:xfrm>
              <a:off x="5468851" y="4679031"/>
              <a:ext cx="472452" cy="420263"/>
            </p14:xfrm>
          </p:contentPart>
        </mc:Choice>
        <mc:Fallback xmlns="">
          <p:sp>
            <p:nvSpPr>
              <p:cNvPr id="1049779" name=""/>
              <p:cNvSpPr/>
              <p:nvPr/>
            </p:nvSpPr>
            <p:spPr>
              <a:xfrm>
                <a:off x="5468851" y="4679031"/>
                <a:ext cx="472452" cy="420263"/>
              </a:xfrm>
            </p:spPr>
          </p:sp>
        </mc:Fallback>
      </mc:AlternateContent>
      <mc:AlternateContent xmlns:mc="http://schemas.openxmlformats.org/markup-compatibility/2006" xmlns:p14="http://schemas.microsoft.com/office/powerpoint/2010/main">
        <mc:Choice Requires="p14">
          <p:contentPart p14:bwMode="auto" r:id="rId11">
            <p14:nvContentPartPr>
              <p14:cNvPr id="1049780" name="墨迹 1049779"/>
              <p14:cNvContentPartPr/>
              <p14:nvPr/>
            </p14:nvContentPartPr>
            <p14:xfrm>
              <a:off x="8209025" y="4570375"/>
              <a:ext cx="0" cy="0"/>
            </p14:xfrm>
          </p:contentPart>
        </mc:Choice>
        <mc:Fallback xmlns="">
          <p:sp>
            <p:nvSpPr>
              <p:cNvPr id="1049780" name=""/>
              <p:cNvSpPr/>
              <p:nvPr/>
            </p:nvSpPr>
            <p:spPr>
              <a:xfrm>
                <a:off x="8209025" y="4570375"/>
                <a:ext cx="0" cy="0"/>
              </a:xfrm>
            </p:spPr>
          </p:sp>
        </mc:Fallback>
      </mc:AlternateContent>
      <mc:AlternateContent xmlns:mc="http://schemas.openxmlformats.org/markup-compatibility/2006" xmlns:p14="http://schemas.microsoft.com/office/powerpoint/2010/main">
        <mc:Choice Requires="p14">
          <p:contentPart p14:bwMode="auto" r:id="rId12">
            <p14:nvContentPartPr>
              <p14:cNvPr id="1049781" name="墨迹 1049780"/>
              <p14:cNvContentPartPr/>
              <p14:nvPr/>
            </p14:nvContentPartPr>
            <p14:xfrm>
              <a:off x="6985759" y="6046414"/>
              <a:ext cx="85815" cy="187122"/>
            </p14:xfrm>
          </p:contentPart>
        </mc:Choice>
        <mc:Fallback xmlns="">
          <p:sp>
            <p:nvSpPr>
              <p:cNvPr id="1049781" name=""/>
              <p:cNvSpPr/>
              <p:nvPr/>
            </p:nvSpPr>
            <p:spPr>
              <a:xfrm>
                <a:off x="6985759" y="6046414"/>
                <a:ext cx="85815" cy="187122"/>
              </a:xfrm>
            </p:spPr>
          </p:sp>
        </mc:Fallback>
      </mc:AlternateContent>
      <mc:AlternateContent xmlns:mc="http://schemas.openxmlformats.org/markup-compatibility/2006" xmlns:p14="http://schemas.microsoft.com/office/powerpoint/2010/main">
        <mc:Choice Requires="p14">
          <p:contentPart p14:bwMode="auto" r:id="rId13">
            <p14:nvContentPartPr>
              <p14:cNvPr id="1049782" name="墨迹 1049781"/>
              <p14:cNvContentPartPr/>
              <p14:nvPr/>
            </p14:nvContentPartPr>
            <p14:xfrm>
              <a:off x="7016160" y="6025434"/>
              <a:ext cx="223535" cy="213925"/>
            </p14:xfrm>
          </p:contentPart>
        </mc:Choice>
        <mc:Fallback xmlns="">
          <p:sp>
            <p:nvSpPr>
              <p:cNvPr id="1049782" name=""/>
              <p:cNvSpPr/>
              <p:nvPr/>
            </p:nvSpPr>
            <p:spPr>
              <a:xfrm>
                <a:off x="7016160" y="6025434"/>
                <a:ext cx="223535" cy="213925"/>
              </a:xfrm>
            </p:spPr>
          </p:sp>
        </mc:Fallback>
      </mc:AlternateContent>
      <mc:AlternateContent xmlns:mc="http://schemas.openxmlformats.org/markup-compatibility/2006" xmlns:p14="http://schemas.microsoft.com/office/powerpoint/2010/main">
        <mc:Choice Requires="p14">
          <p:contentPart p14:bwMode="auto" r:id="rId14">
            <p14:nvContentPartPr>
              <p14:cNvPr id="1049783" name="墨迹 1049782"/>
              <p14:cNvContentPartPr/>
              <p14:nvPr/>
            </p14:nvContentPartPr>
            <p14:xfrm>
              <a:off x="7131514" y="5909564"/>
              <a:ext cx="6813" cy="559309"/>
            </p14:xfrm>
          </p:contentPart>
        </mc:Choice>
        <mc:Fallback xmlns="">
          <p:sp>
            <p:nvSpPr>
              <p:cNvPr id="1049783" name=""/>
              <p:cNvSpPr/>
              <p:nvPr/>
            </p:nvSpPr>
            <p:spPr>
              <a:xfrm>
                <a:off x="7131514" y="5909564"/>
                <a:ext cx="6813" cy="559309"/>
              </a:xfrm>
            </p:spPr>
          </p:sp>
        </mc:Fallback>
      </mc:AlternateContent>
      <mc:AlternateContent xmlns:mc="http://schemas.openxmlformats.org/markup-compatibility/2006" xmlns:p14="http://schemas.microsoft.com/office/powerpoint/2010/main">
        <mc:Choice Requires="p14">
          <p:contentPart p14:bwMode="auto" r:id="rId15">
            <p14:nvContentPartPr>
              <p14:cNvPr id="1049784" name="墨迹 1049783"/>
              <p14:cNvContentPartPr/>
              <p14:nvPr/>
            </p14:nvContentPartPr>
            <p14:xfrm>
              <a:off x="7345500" y="6085802"/>
              <a:ext cx="78758" cy="158053"/>
            </p14:xfrm>
          </p:contentPart>
        </mc:Choice>
        <mc:Fallback xmlns="">
          <p:sp>
            <p:nvSpPr>
              <p:cNvPr id="1049784" name=""/>
              <p:cNvSpPr/>
              <p:nvPr/>
            </p:nvSpPr>
            <p:spPr>
              <a:xfrm>
                <a:off x="7345500" y="6085802"/>
                <a:ext cx="78758" cy="158053"/>
              </a:xfrm>
            </p:spPr>
          </p:sp>
        </mc:Fallback>
      </mc:AlternateContent>
      <mc:AlternateContent xmlns:mc="http://schemas.openxmlformats.org/markup-compatibility/2006" xmlns:p14="http://schemas.microsoft.com/office/powerpoint/2010/main">
        <mc:Choice Requires="p14">
          <p:contentPart p14:bwMode="auto" r:id="rId16">
            <p14:nvContentPartPr>
              <p14:cNvPr id="1049785" name="墨迹 1049784"/>
              <p14:cNvContentPartPr/>
              <p14:nvPr/>
            </p14:nvContentPartPr>
            <p14:xfrm>
              <a:off x="7491760" y="6075446"/>
              <a:ext cx="194137" cy="171028"/>
            </p14:xfrm>
          </p:contentPart>
        </mc:Choice>
        <mc:Fallback xmlns="">
          <p:sp>
            <p:nvSpPr>
              <p:cNvPr id="1049785" name=""/>
              <p:cNvSpPr/>
              <p:nvPr/>
            </p:nvSpPr>
            <p:spPr>
              <a:xfrm>
                <a:off x="7491760" y="6075446"/>
                <a:ext cx="194137" cy="171028"/>
              </a:xfrm>
            </p:spPr>
          </p:sp>
        </mc:Fallback>
      </mc:AlternateContent>
      <mc:AlternateContent xmlns:mc="http://schemas.openxmlformats.org/markup-compatibility/2006" xmlns:p14="http://schemas.microsoft.com/office/powerpoint/2010/main">
        <mc:Choice Requires="p14">
          <p:contentPart p14:bwMode="auto" r:id="rId17">
            <p14:nvContentPartPr>
              <p14:cNvPr id="1049786" name="墨迹 1049785"/>
              <p14:cNvContentPartPr/>
              <p14:nvPr/>
            </p14:nvContentPartPr>
            <p14:xfrm>
              <a:off x="7948810" y="5875730"/>
              <a:ext cx="13917" cy="149155"/>
            </p14:xfrm>
          </p:contentPart>
        </mc:Choice>
        <mc:Fallback xmlns="">
          <p:sp>
            <p:nvSpPr>
              <p:cNvPr id="1049786" name=""/>
              <p:cNvSpPr/>
              <p:nvPr/>
            </p:nvSpPr>
            <p:spPr>
              <a:xfrm>
                <a:off x="7948810" y="5875730"/>
                <a:ext cx="13917" cy="149155"/>
              </a:xfrm>
            </p:spPr>
          </p:sp>
        </mc:Fallback>
      </mc:AlternateContent>
      <mc:AlternateContent xmlns:mc="http://schemas.openxmlformats.org/markup-compatibility/2006" xmlns:p14="http://schemas.microsoft.com/office/powerpoint/2010/main">
        <mc:Choice Requires="p14">
          <p:contentPart p14:bwMode="auto" r:id="rId18">
            <p14:nvContentPartPr>
              <p14:cNvPr id="1049787" name="墨迹 1049786"/>
              <p14:cNvContentPartPr/>
              <p14:nvPr/>
            </p14:nvContentPartPr>
            <p14:xfrm>
              <a:off x="7836186" y="5794009"/>
              <a:ext cx="277831" cy="394860"/>
            </p14:xfrm>
          </p:contentPart>
        </mc:Choice>
        <mc:Fallback xmlns="">
          <p:sp>
            <p:nvSpPr>
              <p:cNvPr id="1049787" name=""/>
              <p:cNvSpPr/>
              <p:nvPr/>
            </p:nvSpPr>
            <p:spPr>
              <a:xfrm>
                <a:off x="7836186" y="5794009"/>
                <a:ext cx="277831" cy="394860"/>
              </a:xfrm>
            </p:spPr>
          </p:sp>
        </mc:Fallback>
      </mc:AlternateContent>
      <mc:AlternateContent xmlns:mc="http://schemas.openxmlformats.org/markup-compatibility/2006" xmlns:p14="http://schemas.microsoft.com/office/powerpoint/2010/main">
        <mc:Choice Requires="p14">
          <p:contentPart p14:bwMode="auto" r:id="rId19">
            <p14:nvContentPartPr>
              <p14:cNvPr id="1049788" name="墨迹 1049787"/>
              <p14:cNvContentPartPr/>
              <p14:nvPr/>
            </p14:nvContentPartPr>
            <p14:xfrm>
              <a:off x="7883370" y="6070335"/>
              <a:ext cx="504455" cy="147715"/>
            </p14:xfrm>
          </p:contentPart>
        </mc:Choice>
        <mc:Fallback xmlns="">
          <p:sp>
            <p:nvSpPr>
              <p:cNvPr id="1049788" name=""/>
              <p:cNvSpPr/>
              <p:nvPr/>
            </p:nvSpPr>
            <p:spPr>
              <a:xfrm>
                <a:off x="7883370" y="6070335"/>
                <a:ext cx="504455" cy="147715"/>
              </a:xfrm>
            </p:spPr>
          </p:sp>
        </mc:Fallback>
      </mc:AlternateContent>
      <mc:AlternateContent xmlns:mc="http://schemas.openxmlformats.org/markup-compatibility/2006" xmlns:p14="http://schemas.microsoft.com/office/powerpoint/2010/main">
        <mc:Choice Requires="p14">
          <p:contentPart p14:bwMode="auto" r:id="rId20">
            <p14:nvContentPartPr>
              <p14:cNvPr id="1049789" name="墨迹 1049788"/>
              <p14:cNvContentPartPr/>
              <p14:nvPr/>
            </p14:nvContentPartPr>
            <p14:xfrm>
              <a:off x="8326509" y="5768009"/>
              <a:ext cx="381098" cy="66312"/>
            </p14:xfrm>
          </p:contentPart>
        </mc:Choice>
        <mc:Fallback xmlns="">
          <p:sp>
            <p:nvSpPr>
              <p:cNvPr id="1049789" name=""/>
              <p:cNvSpPr/>
              <p:nvPr/>
            </p:nvSpPr>
            <p:spPr>
              <a:xfrm>
                <a:off x="8326509" y="5768009"/>
                <a:ext cx="381098" cy="66312"/>
              </a:xfrm>
            </p:spPr>
          </p:sp>
        </mc:Fallback>
      </mc:AlternateContent>
      <mc:AlternateContent xmlns:mc="http://schemas.openxmlformats.org/markup-compatibility/2006" xmlns:p14="http://schemas.microsoft.com/office/powerpoint/2010/main">
        <mc:Choice Requires="p14">
          <p:contentPart p14:bwMode="auto" r:id="rId21">
            <p14:nvContentPartPr>
              <p14:cNvPr id="1049790" name="墨迹 1049789"/>
              <p14:cNvContentPartPr/>
              <p14:nvPr/>
            </p14:nvContentPartPr>
            <p14:xfrm>
              <a:off x="8558027" y="5812103"/>
              <a:ext cx="14635" cy="258416"/>
            </p14:xfrm>
          </p:contentPart>
        </mc:Choice>
        <mc:Fallback xmlns="">
          <p:sp>
            <p:nvSpPr>
              <p:cNvPr id="1049790" name=""/>
              <p:cNvSpPr/>
              <p:nvPr/>
            </p:nvSpPr>
            <p:spPr>
              <a:xfrm>
                <a:off x="8558027" y="5812103"/>
                <a:ext cx="14635" cy="258416"/>
              </a:xfrm>
            </p:spPr>
          </p:sp>
        </mc:Fallback>
      </mc:AlternateContent>
      <mc:AlternateContent xmlns:mc="http://schemas.openxmlformats.org/markup-compatibility/2006" xmlns:p14="http://schemas.microsoft.com/office/powerpoint/2010/main">
        <mc:Choice Requires="p14">
          <p:contentPart p14:bwMode="auto" r:id="rId22">
            <p14:nvContentPartPr>
              <p14:cNvPr id="1049791" name="墨迹 1049790"/>
              <p14:cNvContentPartPr/>
              <p14:nvPr/>
            </p14:nvContentPartPr>
            <p14:xfrm>
              <a:off x="8588784" y="5966995"/>
              <a:ext cx="84451" cy="45080"/>
            </p14:xfrm>
          </p:contentPart>
        </mc:Choice>
        <mc:Fallback xmlns="">
          <p:sp>
            <p:nvSpPr>
              <p:cNvPr id="1049791" name=""/>
              <p:cNvSpPr/>
              <p:nvPr/>
            </p:nvSpPr>
            <p:spPr>
              <a:xfrm>
                <a:off x="8588784" y="5966995"/>
                <a:ext cx="84451" cy="45080"/>
              </a:xfrm>
            </p:spPr>
          </p:sp>
        </mc:Fallback>
      </mc:AlternateContent>
      <mc:AlternateContent xmlns:mc="http://schemas.openxmlformats.org/markup-compatibility/2006" xmlns:p14="http://schemas.microsoft.com/office/powerpoint/2010/main">
        <mc:Choice Requires="p14">
          <p:contentPart p14:bwMode="auto" r:id="rId23">
            <p14:nvContentPartPr>
              <p14:cNvPr id="1049792" name="墨迹 1049791"/>
              <p14:cNvContentPartPr/>
              <p14:nvPr/>
            </p14:nvContentPartPr>
            <p14:xfrm>
              <a:off x="8416381" y="5872196"/>
              <a:ext cx="377850" cy="229200"/>
            </p14:xfrm>
          </p:contentPart>
        </mc:Choice>
        <mc:Fallback xmlns="">
          <p:sp>
            <p:nvSpPr>
              <p:cNvPr id="1049792" name=""/>
              <p:cNvSpPr/>
              <p:nvPr/>
            </p:nvSpPr>
            <p:spPr>
              <a:xfrm>
                <a:off x="8416381" y="5872196"/>
                <a:ext cx="377850" cy="229200"/>
              </a:xfrm>
            </p:spPr>
          </p:sp>
        </mc:Fallback>
      </mc:AlternateContent>
      <mc:AlternateContent xmlns:mc="http://schemas.openxmlformats.org/markup-compatibility/2006" xmlns:p14="http://schemas.microsoft.com/office/powerpoint/2010/main">
        <mc:Choice Requires="p14">
          <p:contentPart p14:bwMode="auto" r:id="rId24">
            <p14:nvContentPartPr>
              <p14:cNvPr id="1049793" name="墨迹 1049792"/>
              <p14:cNvContentPartPr/>
              <p14:nvPr/>
            </p14:nvContentPartPr>
            <p14:xfrm>
              <a:off x="8872817" y="5676298"/>
              <a:ext cx="218362" cy="403744"/>
            </p14:xfrm>
          </p:contentPart>
        </mc:Choice>
        <mc:Fallback xmlns="">
          <p:sp>
            <p:nvSpPr>
              <p:cNvPr id="1049793" name=""/>
              <p:cNvSpPr/>
              <p:nvPr/>
            </p:nvSpPr>
            <p:spPr>
              <a:xfrm>
                <a:off x="8872817" y="5676298"/>
                <a:ext cx="218362" cy="403744"/>
              </a:xfrm>
            </p:spPr>
          </p:sp>
        </mc:Fallback>
      </mc:AlternateContent>
      <mc:AlternateContent xmlns:mc="http://schemas.openxmlformats.org/markup-compatibility/2006" xmlns:p14="http://schemas.microsoft.com/office/powerpoint/2010/main">
        <mc:Choice Requires="p14">
          <p:contentPart p14:bwMode="auto" r:id="rId25">
            <p14:nvContentPartPr>
              <p14:cNvPr id="1049794" name="墨迹 1049793"/>
              <p14:cNvContentPartPr/>
              <p14:nvPr/>
            </p14:nvContentPartPr>
            <p14:xfrm>
              <a:off x="8940203" y="5793508"/>
              <a:ext cx="148321" cy="287716"/>
            </p14:xfrm>
          </p:contentPart>
        </mc:Choice>
        <mc:Fallback xmlns="">
          <p:sp>
            <p:nvSpPr>
              <p:cNvPr id="1049794" name=""/>
              <p:cNvSpPr/>
              <p:nvPr/>
            </p:nvSpPr>
            <p:spPr>
              <a:xfrm>
                <a:off x="8940203" y="5793508"/>
                <a:ext cx="148321" cy="287716"/>
              </a:xfrm>
            </p:spPr>
          </p:sp>
        </mc:Fallback>
      </mc:AlternateContent>
      <mc:AlternateContent xmlns:mc="http://schemas.openxmlformats.org/markup-compatibility/2006" xmlns:p14="http://schemas.microsoft.com/office/powerpoint/2010/main">
        <mc:Choice Requires="p14">
          <p:contentPart p14:bwMode="auto" r:id="rId26">
            <p14:nvContentPartPr>
              <p14:cNvPr id="1049795" name="墨迹 1049794"/>
              <p14:cNvContentPartPr/>
              <p14:nvPr/>
            </p14:nvContentPartPr>
            <p14:xfrm>
              <a:off x="8926574" y="5956527"/>
              <a:ext cx="75738" cy="85839"/>
            </p14:xfrm>
          </p:contentPart>
        </mc:Choice>
        <mc:Fallback xmlns="">
          <p:sp>
            <p:nvSpPr>
              <p:cNvPr id="1049795" name=""/>
              <p:cNvSpPr/>
              <p:nvPr/>
            </p:nvSpPr>
            <p:spPr>
              <a:xfrm>
                <a:off x="8926574" y="5956527"/>
                <a:ext cx="75738" cy="85839"/>
              </a:xfrm>
            </p:spPr>
          </p:sp>
        </mc:Fallback>
      </mc:AlternateContent>
      <mc:AlternateContent xmlns:mc="http://schemas.openxmlformats.org/markup-compatibility/2006" xmlns:p14="http://schemas.microsoft.com/office/powerpoint/2010/main">
        <mc:Choice Requires="p14">
          <p:contentPart p14:bwMode="auto" r:id="rId27">
            <p14:nvContentPartPr>
              <p14:cNvPr id="1049796" name="墨迹 1049795"/>
              <p14:cNvContentPartPr/>
              <p14:nvPr/>
            </p14:nvContentPartPr>
            <p14:xfrm>
              <a:off x="9151303" y="5684847"/>
              <a:ext cx="331895" cy="352950"/>
            </p14:xfrm>
          </p:contentPart>
        </mc:Choice>
        <mc:Fallback xmlns="">
          <p:sp>
            <p:nvSpPr>
              <p:cNvPr id="1049796" name=""/>
              <p:cNvSpPr/>
              <p:nvPr/>
            </p:nvSpPr>
            <p:spPr>
              <a:xfrm>
                <a:off x="9151303" y="5684847"/>
                <a:ext cx="331895" cy="352950"/>
              </a:xfrm>
            </p:spPr>
          </p:sp>
        </mc:Fallback>
      </mc:AlternateContent>
      <mc:AlternateContent xmlns:mc="http://schemas.openxmlformats.org/markup-compatibility/2006" xmlns:p14="http://schemas.microsoft.com/office/powerpoint/2010/main">
        <mc:Choice Requires="p14">
          <p:contentPart p14:bwMode="auto" r:id="rId28">
            <p14:nvContentPartPr>
              <p14:cNvPr id="1049797" name="墨迹 1049796"/>
              <p14:cNvContentPartPr/>
              <p14:nvPr/>
            </p14:nvContentPartPr>
            <p14:xfrm>
              <a:off x="10769950" y="6453428"/>
              <a:ext cx="0" cy="0"/>
            </p14:xfrm>
          </p:contentPart>
        </mc:Choice>
        <mc:Fallback xmlns="">
          <p:sp>
            <p:nvSpPr>
              <p:cNvPr id="1049797" name=""/>
              <p:cNvSpPr/>
              <p:nvPr/>
            </p:nvSpPr>
            <p:spPr>
              <a:xfrm>
                <a:off x="10769950" y="6453428"/>
                <a:ext cx="0" cy="0"/>
              </a:xfrm>
            </p:spPr>
          </p:sp>
        </mc:Fallback>
      </mc:AlternateContent>
      <mc:AlternateContent xmlns:mc="http://schemas.openxmlformats.org/markup-compatibility/2006" xmlns:p14="http://schemas.microsoft.com/office/powerpoint/2010/main">
        <mc:Choice Requires="p14">
          <p:contentPart p14:bwMode="auto" r:id="rId29">
            <p14:nvContentPartPr>
              <p14:cNvPr id="1049798" name="墨迹 1049797"/>
              <p14:cNvContentPartPr/>
              <p14:nvPr/>
            </p14:nvContentPartPr>
            <p14:xfrm>
              <a:off x="9967296" y="5569281"/>
              <a:ext cx="192867" cy="413203"/>
            </p14:xfrm>
          </p:contentPart>
        </mc:Choice>
        <mc:Fallback xmlns="">
          <p:sp>
            <p:nvSpPr>
              <p:cNvPr id="1049798" name=""/>
              <p:cNvSpPr/>
              <p:nvPr/>
            </p:nvSpPr>
            <p:spPr>
              <a:xfrm>
                <a:off x="9967296" y="5569281"/>
                <a:ext cx="192867" cy="413203"/>
              </a:xfrm>
            </p:spPr>
          </p:sp>
        </mc:Fallback>
      </mc:AlternateContent>
      <mc:AlternateContent xmlns:mc="http://schemas.openxmlformats.org/markup-compatibility/2006" xmlns:p14="http://schemas.microsoft.com/office/powerpoint/2010/main">
        <mc:Choice Requires="p14">
          <p:contentPart p14:bwMode="auto" r:id="rId30">
            <p14:nvContentPartPr>
              <p14:cNvPr id="1049799" name="墨迹 1049798"/>
              <p14:cNvContentPartPr/>
              <p14:nvPr/>
            </p14:nvContentPartPr>
            <p14:xfrm>
              <a:off x="10112218" y="5724852"/>
              <a:ext cx="137432" cy="199323"/>
            </p14:xfrm>
          </p:contentPart>
        </mc:Choice>
        <mc:Fallback xmlns="">
          <p:sp>
            <p:nvSpPr>
              <p:cNvPr id="1049799" name=""/>
              <p:cNvSpPr/>
              <p:nvPr/>
            </p:nvSpPr>
            <p:spPr>
              <a:xfrm>
                <a:off x="10112218" y="5724852"/>
                <a:ext cx="137432" cy="199323"/>
              </a:xfrm>
            </p:spPr>
          </p:sp>
        </mc:Fallback>
      </mc:AlternateContent>
      <mc:AlternateContent xmlns:mc="http://schemas.openxmlformats.org/markup-compatibility/2006" xmlns:p14="http://schemas.microsoft.com/office/powerpoint/2010/main">
        <mc:Choice Requires="p14">
          <p:contentPart p14:bwMode="auto" r:id="rId31">
            <p14:nvContentPartPr>
              <p14:cNvPr id="1049800" name="墨迹 1049799"/>
              <p14:cNvContentPartPr/>
              <p14:nvPr/>
            </p14:nvContentPartPr>
            <p14:xfrm>
              <a:off x="10316636" y="5749560"/>
              <a:ext cx="17499" cy="382136"/>
            </p14:xfrm>
          </p:contentPart>
        </mc:Choice>
        <mc:Fallback xmlns="">
          <p:sp>
            <p:nvSpPr>
              <p:cNvPr id="1049800" name=""/>
              <p:cNvSpPr/>
              <p:nvPr/>
            </p:nvSpPr>
            <p:spPr>
              <a:xfrm>
                <a:off x="10316636" y="5749560"/>
                <a:ext cx="17499" cy="382136"/>
              </a:xfrm>
            </p:spPr>
          </p:sp>
        </mc:Fallback>
      </mc:AlternateContent>
      <mc:AlternateContent xmlns:mc="http://schemas.openxmlformats.org/markup-compatibility/2006" xmlns:p14="http://schemas.microsoft.com/office/powerpoint/2010/main">
        <mc:Choice Requires="p14">
          <p:contentPart p14:bwMode="auto" r:id="rId32">
            <p14:nvContentPartPr>
              <p14:cNvPr id="1049801" name="墨迹 1049800"/>
              <p14:cNvContentPartPr/>
              <p14:nvPr/>
            </p14:nvContentPartPr>
            <p14:xfrm>
              <a:off x="10344162" y="5755061"/>
              <a:ext cx="101064" cy="155172"/>
            </p14:xfrm>
          </p:contentPart>
        </mc:Choice>
        <mc:Fallback xmlns="">
          <p:sp>
            <p:nvSpPr>
              <p:cNvPr id="1049801" name=""/>
              <p:cNvSpPr/>
              <p:nvPr/>
            </p:nvSpPr>
            <p:spPr>
              <a:xfrm>
                <a:off x="10344162" y="5755061"/>
                <a:ext cx="101064" cy="155172"/>
              </a:xfrm>
            </p:spPr>
          </p:sp>
        </mc:Fallback>
      </mc:AlternateContent>
      <mc:AlternateContent xmlns:mc="http://schemas.openxmlformats.org/markup-compatibility/2006" xmlns:p14="http://schemas.microsoft.com/office/powerpoint/2010/main">
        <mc:Choice Requires="p14">
          <p:contentPart p14:bwMode="auto" r:id="rId33">
            <p14:nvContentPartPr>
              <p14:cNvPr id="1049802" name="墨迹 1049801"/>
              <p14:cNvContentPartPr/>
              <p14:nvPr/>
            </p14:nvContentPartPr>
            <p14:xfrm>
              <a:off x="10538618" y="5578876"/>
              <a:ext cx="19683" cy="331662"/>
            </p14:xfrm>
          </p:contentPart>
        </mc:Choice>
        <mc:Fallback xmlns="">
          <p:sp>
            <p:nvSpPr>
              <p:cNvPr id="1049802" name=""/>
              <p:cNvSpPr/>
              <p:nvPr/>
            </p:nvSpPr>
            <p:spPr>
              <a:xfrm>
                <a:off x="10538618" y="5578876"/>
                <a:ext cx="19683" cy="331662"/>
              </a:xfrm>
            </p:spPr>
          </p:sp>
        </mc:Fallback>
      </mc:AlternateContent>
      <mc:AlternateContent xmlns:mc="http://schemas.openxmlformats.org/markup-compatibility/2006" xmlns:p14="http://schemas.microsoft.com/office/powerpoint/2010/main">
        <mc:Choice Requires="p14">
          <p:contentPart p14:bwMode="auto" r:id="rId34">
            <p14:nvContentPartPr>
              <p14:cNvPr id="1049803" name="墨迹 1049802"/>
              <p14:cNvContentPartPr/>
              <p14:nvPr/>
            </p14:nvContentPartPr>
            <p14:xfrm>
              <a:off x="10580903" y="5714684"/>
              <a:ext cx="124473" cy="186051"/>
            </p14:xfrm>
          </p:contentPart>
        </mc:Choice>
        <mc:Fallback xmlns="">
          <p:sp>
            <p:nvSpPr>
              <p:cNvPr id="1049803" name=""/>
              <p:cNvSpPr/>
              <p:nvPr/>
            </p:nvSpPr>
            <p:spPr>
              <a:xfrm>
                <a:off x="10580903" y="5714684"/>
                <a:ext cx="124473" cy="186051"/>
              </a:xfrm>
            </p:spPr>
          </p:sp>
        </mc:Fallback>
      </mc:AlternateContent>
      <mc:AlternateContent xmlns:mc="http://schemas.openxmlformats.org/markup-compatibility/2006" xmlns:p14="http://schemas.microsoft.com/office/powerpoint/2010/main">
        <mc:Choice Requires="p14">
          <p:contentPart p14:bwMode="auto" r:id="rId35">
            <p14:nvContentPartPr>
              <p14:cNvPr id="1049804" name="墨迹 1049803"/>
              <p14:cNvContentPartPr/>
              <p14:nvPr/>
            </p14:nvContentPartPr>
            <p14:xfrm>
              <a:off x="10753363" y="5722647"/>
              <a:ext cx="504011" cy="165314"/>
            </p14:xfrm>
          </p:contentPart>
        </mc:Choice>
        <mc:Fallback xmlns="">
          <p:sp>
            <p:nvSpPr>
              <p:cNvPr id="1049804" name=""/>
              <p:cNvSpPr/>
              <p:nvPr/>
            </p:nvSpPr>
            <p:spPr>
              <a:xfrm>
                <a:off x="10753363" y="5722647"/>
                <a:ext cx="504011" cy="165314"/>
              </a:xfrm>
            </p:spPr>
          </p:sp>
        </mc:Fallback>
      </mc:AlternateContent>
      <mc:AlternateContent xmlns:mc="http://schemas.openxmlformats.org/markup-compatibility/2006" xmlns:p14="http://schemas.microsoft.com/office/powerpoint/2010/main">
        <mc:Choice Requires="p14">
          <p:contentPart p14:bwMode="auto" r:id="rId36">
            <p14:nvContentPartPr>
              <p14:cNvPr id="1049805" name="墨迹 1049804"/>
              <p14:cNvContentPartPr/>
              <p14:nvPr/>
            </p14:nvContentPartPr>
            <p14:xfrm>
              <a:off x="11389056" y="5363249"/>
              <a:ext cx="212153" cy="393561"/>
            </p14:xfrm>
          </p:contentPart>
        </mc:Choice>
        <mc:Fallback xmlns="">
          <p:sp>
            <p:nvSpPr>
              <p:cNvPr id="1049805" name=""/>
              <p:cNvSpPr/>
              <p:nvPr/>
            </p:nvSpPr>
            <p:spPr>
              <a:xfrm>
                <a:off x="11389056" y="5363249"/>
                <a:ext cx="212153" cy="393561"/>
              </a:xfrm>
            </p:spPr>
          </p:sp>
        </mc:Fallback>
      </mc:AlternateContent>
      <mc:AlternateContent xmlns:mc="http://schemas.openxmlformats.org/markup-compatibility/2006" xmlns:p14="http://schemas.microsoft.com/office/powerpoint/2010/main">
        <mc:Choice Requires="p14">
          <p:contentPart p14:bwMode="auto" r:id="rId37">
            <p14:nvContentPartPr>
              <p14:cNvPr id="1049806" name="墨迹 1049805"/>
              <p14:cNvContentPartPr/>
              <p14:nvPr/>
            </p14:nvContentPartPr>
            <p14:xfrm>
              <a:off x="11494558" y="5550666"/>
              <a:ext cx="167491" cy="146687"/>
            </p14:xfrm>
          </p:contentPart>
        </mc:Choice>
        <mc:Fallback xmlns="">
          <p:sp>
            <p:nvSpPr>
              <p:cNvPr id="1049806" name=""/>
              <p:cNvSpPr/>
              <p:nvPr/>
            </p:nvSpPr>
            <p:spPr>
              <a:xfrm>
                <a:off x="11494558" y="5550666"/>
                <a:ext cx="167491" cy="146687"/>
              </a:xfrm>
            </p:spPr>
          </p:sp>
        </mc:Fallback>
      </mc:AlternateContent>
      <mc:AlternateContent xmlns:mc="http://schemas.openxmlformats.org/markup-compatibility/2006" xmlns:p14="http://schemas.microsoft.com/office/powerpoint/2010/main">
        <mc:Choice Requires="p14">
          <p:contentPart p14:bwMode="auto" r:id="rId38">
            <p14:nvContentPartPr>
              <p14:cNvPr id="1049807" name="墨迹 1049806"/>
              <p14:cNvContentPartPr/>
              <p14:nvPr/>
            </p14:nvContentPartPr>
            <p14:xfrm>
              <a:off x="11465705" y="5633919"/>
              <a:ext cx="91067" cy="199492"/>
            </p14:xfrm>
          </p:contentPart>
        </mc:Choice>
        <mc:Fallback xmlns="">
          <p:sp>
            <p:nvSpPr>
              <p:cNvPr id="1049807" name=""/>
              <p:cNvSpPr/>
              <p:nvPr/>
            </p:nvSpPr>
            <p:spPr>
              <a:xfrm>
                <a:off x="11465705" y="5633919"/>
                <a:ext cx="91067" cy="199492"/>
              </a:xfrm>
            </p:spPr>
          </p:sp>
        </mc:Fallback>
      </mc:AlternateContent>
      <mc:AlternateContent xmlns:mc="http://schemas.openxmlformats.org/markup-compatibility/2006" xmlns:p14="http://schemas.microsoft.com/office/powerpoint/2010/main">
        <mc:Choice Requires="p14">
          <p:contentPart p14:bwMode="auto" r:id="rId39">
            <p14:nvContentPartPr>
              <p14:cNvPr id="1049808" name="墨迹 1049807"/>
              <p14:cNvContentPartPr/>
              <p14:nvPr/>
            </p14:nvContentPartPr>
            <p14:xfrm>
              <a:off x="11571335" y="5766729"/>
              <a:ext cx="211263" cy="76486"/>
            </p14:xfrm>
          </p:contentPart>
        </mc:Choice>
        <mc:Fallback xmlns="">
          <p:sp>
            <p:nvSpPr>
              <p:cNvPr id="1049808" name=""/>
              <p:cNvSpPr/>
              <p:nvPr/>
            </p:nvSpPr>
            <p:spPr>
              <a:xfrm>
                <a:off x="11571335" y="5766729"/>
                <a:ext cx="211263" cy="76486"/>
              </a:xfrm>
            </p:spPr>
          </p:sp>
        </mc:Fallback>
      </mc:AlternateContent>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809" name="TextBox 11"/>
          <p:cNvSpPr txBox="1"/>
          <p:nvPr/>
        </p:nvSpPr>
        <p:spPr>
          <a:xfrm>
            <a:off x="1014578" y="1212811"/>
            <a:ext cx="9980347" cy="400110"/>
          </a:xfrm>
          <a:prstGeom prst="rect">
            <a:avLst/>
          </a:prstGeom>
          <a:noFill/>
          <a:ln w="9525">
            <a:noFill/>
          </a:ln>
        </p:spPr>
        <p:txBody>
          <a:bodyPr wrap="square" anchor="t">
            <a:spAutoFit/>
          </a:bodyPr>
          <a:lstStyle/>
          <a:p>
            <a:pPr marL="342900" indent="-342900">
              <a:spcAft>
                <a:spcPts val="1200"/>
              </a:spcAft>
              <a:buFont typeface="Wingdings" panose="05000000000000000000" pitchFamily="2" charset="2"/>
              <a:buChar char="Ø"/>
            </a:pPr>
            <a:r>
              <a:rPr lang="en-US" altLang="zh-CN" sz="2000" dirty="0">
                <a:solidFill>
                  <a:srgbClr val="004C54"/>
                </a:solidFill>
                <a:latin typeface="微软雅黑" panose="020B0503020204020204" pitchFamily="34" charset="-122"/>
                <a:ea typeface="微软雅黑" panose="020B0503020204020204" pitchFamily="34" charset="-122"/>
              </a:rPr>
              <a:t>Marr-Hildreth</a:t>
            </a:r>
            <a:r>
              <a:rPr lang="zh-CN" altLang="en-US" sz="2000" dirty="0">
                <a:solidFill>
                  <a:srgbClr val="004C54"/>
                </a:solidFill>
                <a:latin typeface="微软雅黑" panose="020B0503020204020204" pitchFamily="34" charset="-122"/>
                <a:ea typeface="微软雅黑" panose="020B0503020204020204" pitchFamily="34" charset="-122"/>
              </a:rPr>
              <a:t>算子（</a:t>
            </a:r>
            <a:r>
              <a:rPr lang="en-US" altLang="zh-CN" sz="2000" dirty="0" err="1">
                <a:solidFill>
                  <a:srgbClr val="004C54"/>
                </a:solidFill>
                <a:latin typeface="微软雅黑" panose="020B0503020204020204" pitchFamily="34" charset="-122"/>
                <a:ea typeface="微软雅黑" panose="020B0503020204020204" pitchFamily="34" charset="-122"/>
              </a:rPr>
              <a:t>LoG</a:t>
            </a:r>
            <a:r>
              <a:rPr lang="zh-CN" altLang="en-US" sz="2000" dirty="0">
                <a:solidFill>
                  <a:srgbClr val="004C54"/>
                </a:solidFill>
                <a:latin typeface="微软雅黑" panose="020B0503020204020204" pitchFamily="34" charset="-122"/>
                <a:ea typeface="微软雅黑" panose="020B0503020204020204" pitchFamily="34" charset="-122"/>
              </a:rPr>
              <a:t>算子）</a:t>
            </a:r>
          </a:p>
        </p:txBody>
      </p:sp>
      <p:pic>
        <p:nvPicPr>
          <p:cNvPr id="2097243" name="Picture 2" descr="6-10"/>
          <p:cNvPicPr>
            <a:picLocks noChangeAspect="1" noChangeArrowheads="1"/>
          </p:cNvPicPr>
          <p:nvPr/>
        </p:nvPicPr>
        <p:blipFill>
          <a:blip r:embed="rId2"/>
          <a:srcRect/>
          <a:stretch>
            <a:fillRect/>
          </a:stretch>
        </p:blipFill>
        <p:spPr bwMode="auto">
          <a:xfrm>
            <a:off x="3002037" y="1978566"/>
            <a:ext cx="6705600" cy="3325813"/>
          </a:xfrm>
          <a:prstGeom prst="rect">
            <a:avLst/>
          </a:prstGeom>
          <a:noFill/>
          <a:ln>
            <a:noFill/>
          </a:ln>
        </p:spPr>
      </p:pic>
      <p:sp>
        <p:nvSpPr>
          <p:cNvPr id="1049810" name="Text Box 3"/>
          <p:cNvSpPr txBox="1">
            <a:spLocks noChangeArrowheads="1"/>
          </p:cNvSpPr>
          <p:nvPr/>
        </p:nvSpPr>
        <p:spPr bwMode="auto">
          <a:xfrm>
            <a:off x="3992637" y="5416589"/>
            <a:ext cx="4800600" cy="400110"/>
          </a:xfrm>
          <a:prstGeom prst="rect">
            <a:avLst/>
          </a:prstGeom>
          <a:noFill/>
          <a:ln>
            <a:noFill/>
          </a:ln>
          <a:effec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50000"/>
              </a:spcBef>
              <a:buFontTx/>
              <a:buNone/>
            </a:pPr>
            <a:r>
              <a:rPr kumimoji="1" lang="zh-CN" altLang="en-US" sz="2000" dirty="0">
                <a:solidFill>
                  <a:srgbClr val="004C54"/>
                </a:solidFill>
                <a:latin typeface="+mn-ea"/>
                <a:ea typeface="+mn-ea"/>
              </a:rPr>
              <a:t>拉普拉斯高斯边缘检测结果 </a:t>
            </a:r>
          </a:p>
        </p:txBody>
      </p:sp>
      <p:sp>
        <p:nvSpPr>
          <p:cNvPr id="1049811" name="TextBox 27"/>
          <p:cNvSpPr txBox="1"/>
          <p:nvPr/>
        </p:nvSpPr>
        <p:spPr>
          <a:xfrm>
            <a:off x="1012825" y="176213"/>
            <a:ext cx="2621280" cy="574040"/>
          </a:xfrm>
          <a:prstGeom prst="rect">
            <a:avLst/>
          </a:prstGeom>
          <a:noFill/>
          <a:ln w="9525">
            <a:noFill/>
          </a:ln>
        </p:spPr>
        <p:txBody>
          <a:bodyPr wrap="none" anchor="t">
            <a:spAutoFit/>
          </a:bodyPr>
          <a:lstStyle/>
          <a:p>
            <a:r>
              <a:rPr lang="zh-CN" altLang="en-US" sz="3200" dirty="0">
                <a:solidFill>
                  <a:srgbClr val="004C54"/>
                </a:solidFill>
                <a:latin typeface="黑体" panose="02010609060101010101" pitchFamily="49" charset="-122"/>
                <a:ea typeface="黑体" panose="02010609060101010101" pitchFamily="49" charset="-122"/>
              </a:rPr>
              <a:t>三、边缘检测</a:t>
            </a:r>
            <a:endParaRPr lang="en-US" altLang="zh-CN" sz="3200" dirty="0">
              <a:solidFill>
                <a:srgbClr val="004C54"/>
              </a:solidFill>
              <a:latin typeface="黑体" panose="02010609060101010101" pitchFamily="49" charset="-122"/>
              <a:ea typeface="黑体" panose="02010609060101010101" pitchFamily="49" charset="-122"/>
            </a:endParaRPr>
          </a:p>
        </p:txBody>
      </p:sp>
      <p:sp>
        <p:nvSpPr>
          <p:cNvPr id="1049812"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813" name="TextBox 11"/>
          <p:cNvSpPr txBox="1"/>
          <p:nvPr/>
        </p:nvSpPr>
        <p:spPr>
          <a:xfrm>
            <a:off x="1014578" y="1212811"/>
            <a:ext cx="9980347" cy="400110"/>
          </a:xfrm>
          <a:prstGeom prst="rect">
            <a:avLst/>
          </a:prstGeom>
          <a:noFill/>
          <a:ln w="9525">
            <a:noFill/>
          </a:ln>
        </p:spPr>
        <p:txBody>
          <a:bodyPr wrap="square" anchor="t">
            <a:spAutoFit/>
          </a:bodyPr>
          <a:lstStyle/>
          <a:p>
            <a:pPr marL="342900" indent="-342900">
              <a:spcAft>
                <a:spcPts val="1200"/>
              </a:spcAft>
              <a:buFont typeface="Wingdings" panose="05000000000000000000" pitchFamily="2" charset="2"/>
              <a:buChar char="Ø"/>
            </a:pPr>
            <a:r>
              <a:rPr lang="en-US" altLang="zh-CN" sz="2000" b="1" dirty="0">
                <a:solidFill>
                  <a:srgbClr val="004C54"/>
                </a:solidFill>
                <a:latin typeface="微软雅黑" panose="020B0503020204020204" pitchFamily="34" charset="-122"/>
                <a:ea typeface="微软雅黑" panose="020B0503020204020204" pitchFamily="34" charset="-122"/>
              </a:rPr>
              <a:t>Canny</a:t>
            </a:r>
            <a:r>
              <a:rPr lang="zh-CN" altLang="en-US" sz="2000" b="1" dirty="0">
                <a:solidFill>
                  <a:srgbClr val="004C54"/>
                </a:solidFill>
                <a:latin typeface="微软雅黑" panose="020B0503020204020204" pitchFamily="34" charset="-122"/>
                <a:ea typeface="微软雅黑" panose="020B0503020204020204" pitchFamily="34" charset="-122"/>
              </a:rPr>
              <a:t>算子</a:t>
            </a:r>
          </a:p>
        </p:txBody>
      </p:sp>
      <p:sp>
        <p:nvSpPr>
          <p:cNvPr id="1049814" name="Rectangle 5"/>
          <p:cNvSpPr/>
          <p:nvPr/>
        </p:nvSpPr>
        <p:spPr>
          <a:xfrm>
            <a:off x="1314114" y="1772816"/>
            <a:ext cx="10801200" cy="2148840"/>
          </a:xfrm>
          <a:prstGeom prst="rect">
            <a:avLst/>
          </a:prstGeom>
        </p:spPr>
        <p:txBody>
          <a:bodyPr wrap="square">
            <a:spAutoFit/>
          </a:bodyPr>
          <a:lstStyle/>
          <a:p>
            <a:pPr>
              <a:lnSpc>
                <a:spcPct val="150000"/>
              </a:lnSpc>
              <a:spcAft>
                <a:spcPts val="600"/>
              </a:spcAft>
            </a:pPr>
            <a:r>
              <a:rPr lang="en-US" sz="2000" dirty="0">
                <a:solidFill>
                  <a:srgbClr val="FF0000"/>
                </a:solidFill>
                <a:latin typeface="+mn-ea"/>
                <a:ea typeface="+mn-ea"/>
              </a:rPr>
              <a:t>满足三个准则</a:t>
            </a:r>
            <a:r>
              <a:rPr lang="en-US" sz="2000" dirty="0">
                <a:solidFill>
                  <a:srgbClr val="004C54"/>
                </a:solidFill>
                <a:latin typeface="+mn-ea"/>
                <a:ea typeface="+mn-ea"/>
              </a:rPr>
              <a:t>：</a:t>
            </a:r>
          </a:p>
          <a:p>
            <a:pPr marL="457200" indent="-457200">
              <a:lnSpc>
                <a:spcPct val="150000"/>
              </a:lnSpc>
              <a:spcAft>
                <a:spcPts val="600"/>
              </a:spcAft>
              <a:buFont typeface="+mj-lt"/>
              <a:buAutoNum type="arabicPeriod"/>
            </a:pPr>
            <a:r>
              <a:rPr lang="en-US" sz="2000" dirty="0" err="1">
                <a:solidFill>
                  <a:srgbClr val="004C54"/>
                </a:solidFill>
                <a:latin typeface="+mn-ea"/>
                <a:ea typeface="+mn-ea"/>
              </a:rPr>
              <a:t>低错误率：边缘算子应该只对边缘有响应，并能找到所有的边，而对于非边缘应能舍弃</a:t>
            </a:r>
            <a:r>
              <a:rPr lang="en-US" sz="2000" dirty="0">
                <a:solidFill>
                  <a:srgbClr val="004C54"/>
                </a:solidFill>
                <a:latin typeface="+mn-ea"/>
                <a:ea typeface="+mn-ea"/>
              </a:rPr>
              <a:t>。</a:t>
            </a:r>
          </a:p>
          <a:p>
            <a:pPr marL="457200" indent="-457200">
              <a:lnSpc>
                <a:spcPct val="150000"/>
              </a:lnSpc>
              <a:spcAft>
                <a:spcPts val="600"/>
              </a:spcAft>
              <a:buFont typeface="+mj-lt"/>
              <a:buAutoNum type="arabicPeriod"/>
            </a:pPr>
            <a:r>
              <a:rPr lang="en-US" sz="2000" dirty="0" err="1">
                <a:solidFill>
                  <a:srgbClr val="004C54"/>
                </a:solidFill>
                <a:latin typeface="+mn-ea"/>
                <a:ea typeface="+mn-ea"/>
              </a:rPr>
              <a:t>定位精度：被边缘算子找到的边缘像素与真正的边缘像素间的距离应尽可能的小</a:t>
            </a:r>
            <a:r>
              <a:rPr lang="en-US" sz="2000" dirty="0">
                <a:solidFill>
                  <a:srgbClr val="004C54"/>
                </a:solidFill>
                <a:latin typeface="+mn-ea"/>
                <a:ea typeface="+mn-ea"/>
              </a:rPr>
              <a:t>。</a:t>
            </a:r>
          </a:p>
          <a:p>
            <a:pPr marL="457200" indent="-457200">
              <a:lnSpc>
                <a:spcPct val="150000"/>
              </a:lnSpc>
              <a:spcAft>
                <a:spcPts val="600"/>
              </a:spcAft>
              <a:buFont typeface="+mj-lt"/>
              <a:buAutoNum type="arabicPeriod"/>
            </a:pPr>
            <a:r>
              <a:rPr lang="en-US" sz="2000" dirty="0" err="1">
                <a:solidFill>
                  <a:srgbClr val="004C54"/>
                </a:solidFill>
                <a:latin typeface="+mn-ea"/>
                <a:ea typeface="+mn-ea"/>
              </a:rPr>
              <a:t>单边响应：在单边存在的地方，检测结果不应出现多边</a:t>
            </a:r>
            <a:r>
              <a:rPr lang="en-US" sz="2000" dirty="0">
                <a:solidFill>
                  <a:srgbClr val="004C54"/>
                </a:solidFill>
                <a:latin typeface="+mn-ea"/>
                <a:ea typeface="+mn-ea"/>
              </a:rPr>
              <a:t>。</a:t>
            </a:r>
          </a:p>
        </p:txBody>
      </p:sp>
      <p:sp>
        <p:nvSpPr>
          <p:cNvPr id="1049815" name="TextBox 27"/>
          <p:cNvSpPr txBox="1"/>
          <p:nvPr/>
        </p:nvSpPr>
        <p:spPr>
          <a:xfrm>
            <a:off x="1012825" y="176213"/>
            <a:ext cx="2621280" cy="574040"/>
          </a:xfrm>
          <a:prstGeom prst="rect">
            <a:avLst/>
          </a:prstGeom>
          <a:noFill/>
          <a:ln w="9525">
            <a:noFill/>
          </a:ln>
        </p:spPr>
        <p:txBody>
          <a:bodyPr wrap="none" anchor="t">
            <a:spAutoFit/>
          </a:bodyPr>
          <a:lstStyle/>
          <a:p>
            <a:r>
              <a:rPr lang="zh-CN" altLang="en-US" sz="3200" dirty="0">
                <a:solidFill>
                  <a:srgbClr val="004C54"/>
                </a:solidFill>
                <a:latin typeface="黑体" panose="02010609060101010101" pitchFamily="49" charset="-122"/>
                <a:ea typeface="黑体" panose="02010609060101010101" pitchFamily="49" charset="-122"/>
              </a:rPr>
              <a:t>三、边缘检测</a:t>
            </a:r>
            <a:endParaRPr lang="en-US" altLang="zh-CN" sz="3200" dirty="0">
              <a:solidFill>
                <a:srgbClr val="004C54"/>
              </a:solidFill>
              <a:latin typeface="黑体" panose="02010609060101010101" pitchFamily="49" charset="-122"/>
              <a:ea typeface="黑体" panose="02010609060101010101" pitchFamily="49" charset="-122"/>
            </a:endParaRPr>
          </a:p>
        </p:txBody>
      </p:sp>
      <p:sp>
        <p:nvSpPr>
          <p:cNvPr id="1049816"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817" name="TextBox 11"/>
          <p:cNvSpPr txBox="1"/>
          <p:nvPr/>
        </p:nvSpPr>
        <p:spPr>
          <a:xfrm>
            <a:off x="1014578" y="1212811"/>
            <a:ext cx="9980347" cy="400110"/>
          </a:xfrm>
          <a:prstGeom prst="rect">
            <a:avLst/>
          </a:prstGeom>
          <a:noFill/>
          <a:ln w="9525">
            <a:noFill/>
          </a:ln>
        </p:spPr>
        <p:txBody>
          <a:bodyPr wrap="square" anchor="t">
            <a:spAutoFit/>
          </a:bodyPr>
          <a:lstStyle/>
          <a:p>
            <a:pPr marL="342900" indent="-342900">
              <a:spcAft>
                <a:spcPts val="1200"/>
              </a:spcAft>
              <a:buFont typeface="Wingdings" panose="05000000000000000000" pitchFamily="2" charset="2"/>
              <a:buChar char="Ø"/>
            </a:pPr>
            <a:r>
              <a:rPr lang="en-US" altLang="zh-CN" sz="2000" b="1" dirty="0">
                <a:solidFill>
                  <a:srgbClr val="004C54"/>
                </a:solidFill>
                <a:latin typeface="微软雅黑" panose="020B0503020204020204" pitchFamily="34" charset="-122"/>
                <a:ea typeface="微软雅黑" panose="020B0503020204020204" pitchFamily="34" charset="-122"/>
              </a:rPr>
              <a:t>Canny</a:t>
            </a:r>
            <a:r>
              <a:rPr lang="zh-CN" altLang="en-US" sz="2000" b="1" dirty="0">
                <a:solidFill>
                  <a:srgbClr val="004C54"/>
                </a:solidFill>
                <a:latin typeface="微软雅黑" panose="020B0503020204020204" pitchFamily="34" charset="-122"/>
                <a:ea typeface="微软雅黑" panose="020B0503020204020204" pitchFamily="34" charset="-122"/>
              </a:rPr>
              <a:t>算子</a:t>
            </a:r>
          </a:p>
        </p:txBody>
      </p:sp>
      <p:sp>
        <p:nvSpPr>
          <p:cNvPr id="1049818" name="Text Box 11"/>
          <p:cNvSpPr txBox="1">
            <a:spLocks noChangeArrowheads="1"/>
          </p:cNvSpPr>
          <p:nvPr/>
        </p:nvSpPr>
        <p:spPr bwMode="auto">
          <a:xfrm>
            <a:off x="1417860" y="1772816"/>
            <a:ext cx="9980347" cy="2682240"/>
          </a:xfrm>
          <a:prstGeom prst="rect">
            <a:avLst/>
          </a:prstGeom>
          <a:noFill/>
          <a:ln>
            <a:noFill/>
          </a:ln>
          <a:effectLst/>
        </p:spPr>
        <p:txBody>
          <a:bodyPr wrap="squar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marL="457200" indent="-457200" eaLnBrk="1" hangingPunct="1">
              <a:spcBef>
                <a:spcPct val="50000"/>
              </a:spcBef>
              <a:spcAft>
                <a:spcPts val="600"/>
              </a:spcAft>
              <a:buFont typeface="+mj-lt"/>
              <a:buAutoNum type="arabicPeriod"/>
            </a:pPr>
            <a:r>
              <a:rPr kumimoji="1" lang="zh-CN" altLang="en-US" sz="2000" dirty="0">
                <a:solidFill>
                  <a:srgbClr val="004C54"/>
                </a:solidFill>
                <a:latin typeface="+mn-ea"/>
                <a:ea typeface="+mn-ea"/>
              </a:rPr>
              <a:t>阶跃边缘：具有局部最大梯度幅值的像素点。</a:t>
            </a:r>
            <a:endParaRPr kumimoji="1" lang="en-US" altLang="zh-CN" sz="2000" dirty="0">
              <a:solidFill>
                <a:srgbClr val="004C54"/>
              </a:solidFill>
              <a:latin typeface="+mn-ea"/>
              <a:ea typeface="+mn-ea"/>
            </a:endParaRPr>
          </a:p>
          <a:p>
            <a:pPr marL="457200" indent="-457200" eaLnBrk="1" hangingPunct="1">
              <a:spcBef>
                <a:spcPct val="50000"/>
              </a:spcBef>
              <a:spcAft>
                <a:spcPts val="600"/>
              </a:spcAft>
              <a:buFont typeface="+mj-lt"/>
              <a:buAutoNum type="arabicPeriod"/>
            </a:pPr>
            <a:r>
              <a:rPr kumimoji="1" lang="zh-CN" altLang="en-US" sz="2000" dirty="0">
                <a:solidFill>
                  <a:srgbClr val="004C54"/>
                </a:solidFill>
                <a:latin typeface="+mn-ea"/>
                <a:ea typeface="+mn-ea"/>
              </a:rPr>
              <a:t>低通滤波器、噪声</a:t>
            </a:r>
            <a:r>
              <a:rPr kumimoji="1" lang="zh-CN" altLang="en-US" sz="2000" dirty="0">
                <a:solidFill>
                  <a:srgbClr val="004C54"/>
                </a:solidFill>
                <a:latin typeface="+mn-ea"/>
                <a:ea typeface="+mn-ea"/>
                <a:sym typeface="Wingdings" panose="05000000000000000000" pitchFamily="2" charset="2"/>
              </a:rPr>
              <a:t></a:t>
            </a:r>
            <a:r>
              <a:rPr kumimoji="1" lang="zh-CN" altLang="en-US" sz="2000" dirty="0">
                <a:solidFill>
                  <a:srgbClr val="004C54"/>
                </a:solidFill>
                <a:latin typeface="+mn-ea"/>
                <a:ea typeface="+mn-ea"/>
              </a:rPr>
              <a:t>梯度数字逼近。</a:t>
            </a:r>
            <a:endParaRPr kumimoji="1" lang="en-US" altLang="zh-CN" sz="2000" dirty="0">
              <a:solidFill>
                <a:srgbClr val="004C54"/>
              </a:solidFill>
              <a:latin typeface="+mn-ea"/>
              <a:ea typeface="+mn-ea"/>
            </a:endParaRPr>
          </a:p>
          <a:p>
            <a:pPr marL="457200" indent="-457200" eaLnBrk="1" hangingPunct="1">
              <a:spcBef>
                <a:spcPct val="50000"/>
              </a:spcBef>
              <a:spcAft>
                <a:spcPts val="600"/>
              </a:spcAft>
              <a:buFont typeface="+mj-lt"/>
              <a:buAutoNum type="arabicPeriod"/>
            </a:pPr>
            <a:r>
              <a:rPr kumimoji="1" lang="zh-CN" altLang="en-US" sz="2000" dirty="0">
                <a:solidFill>
                  <a:srgbClr val="004C54"/>
                </a:solidFill>
                <a:latin typeface="+mn-ea"/>
                <a:ea typeface="+mn-ea"/>
              </a:rPr>
              <a:t>梯度数字逼近必须满足两个要求：</a:t>
            </a:r>
            <a:endParaRPr kumimoji="1" lang="en-US" altLang="zh-CN" sz="2000" dirty="0">
              <a:solidFill>
                <a:srgbClr val="004C54"/>
              </a:solidFill>
              <a:latin typeface="+mn-ea"/>
              <a:ea typeface="+mn-ea"/>
            </a:endParaRPr>
          </a:p>
          <a:p>
            <a:pPr marL="1200150" lvl="1" indent="-457200">
              <a:spcBef>
                <a:spcPct val="0"/>
              </a:spcBef>
              <a:spcAft>
                <a:spcPts val="600"/>
              </a:spcAft>
              <a:buFont typeface="Arial" panose="020B0604020202020204" pitchFamily="34" charset="0"/>
              <a:buChar char="•"/>
            </a:pPr>
            <a:r>
              <a:rPr kumimoji="1" lang="zh-CN" altLang="en-US" sz="2000" dirty="0">
                <a:solidFill>
                  <a:srgbClr val="004C54"/>
                </a:solidFill>
                <a:latin typeface="+mn-ea"/>
                <a:ea typeface="+mn-ea"/>
              </a:rPr>
              <a:t>逼近必须能够抑制噪声效应 ；  </a:t>
            </a:r>
            <a:endParaRPr kumimoji="1" lang="en-US" altLang="zh-CN" sz="2000" dirty="0">
              <a:solidFill>
                <a:srgbClr val="004C54"/>
              </a:solidFill>
              <a:latin typeface="+mn-ea"/>
              <a:ea typeface="+mn-ea"/>
            </a:endParaRPr>
          </a:p>
          <a:p>
            <a:pPr marL="1200150" lvl="1" indent="-457200">
              <a:spcBef>
                <a:spcPct val="0"/>
              </a:spcBef>
              <a:spcAft>
                <a:spcPts val="600"/>
              </a:spcAft>
              <a:buFont typeface="Arial" panose="020B0604020202020204" pitchFamily="34" charset="0"/>
              <a:buChar char="•"/>
            </a:pPr>
            <a:r>
              <a:rPr kumimoji="1" lang="zh-CN" altLang="en-US" sz="2000" dirty="0">
                <a:solidFill>
                  <a:srgbClr val="004C54"/>
                </a:solidFill>
                <a:latin typeface="+mn-ea"/>
                <a:ea typeface="+mn-ea"/>
              </a:rPr>
              <a:t>必须尽量精确地确定边缘的位置．</a:t>
            </a:r>
            <a:endParaRPr kumimoji="1" lang="en-US" altLang="zh-CN" sz="2000" dirty="0">
              <a:solidFill>
                <a:srgbClr val="004C54"/>
              </a:solidFill>
              <a:latin typeface="+mn-ea"/>
              <a:ea typeface="+mn-ea"/>
            </a:endParaRPr>
          </a:p>
          <a:p>
            <a:pPr indent="-514350">
              <a:spcBef>
                <a:spcPts val="600"/>
              </a:spcBef>
              <a:spcAft>
                <a:spcPts val="600"/>
              </a:spcAft>
              <a:buFont typeface="+mj-lt"/>
              <a:buAutoNum type="arabicPeriod"/>
            </a:pPr>
            <a:r>
              <a:rPr kumimoji="1" lang="en-US" altLang="zh-CN" sz="2000" dirty="0">
                <a:solidFill>
                  <a:srgbClr val="004C54"/>
                </a:solidFill>
                <a:latin typeface="+mn-ea"/>
                <a:ea typeface="+mn-ea"/>
              </a:rPr>
              <a:t>Canny</a:t>
            </a:r>
            <a:r>
              <a:rPr kumimoji="1" lang="zh-CN" altLang="en-US" sz="2000" dirty="0">
                <a:solidFill>
                  <a:srgbClr val="004C54"/>
                </a:solidFill>
                <a:latin typeface="+mn-ea"/>
                <a:ea typeface="+mn-ea"/>
              </a:rPr>
              <a:t>证明了</a:t>
            </a:r>
            <a:r>
              <a:rPr kumimoji="1" lang="en-US" altLang="zh-CN" sz="2000" dirty="0">
                <a:solidFill>
                  <a:srgbClr val="004C54"/>
                </a:solidFill>
                <a:latin typeface="+mn-ea"/>
                <a:ea typeface="+mn-ea"/>
              </a:rPr>
              <a:t>Gaussian</a:t>
            </a:r>
            <a:r>
              <a:rPr kumimoji="1" lang="zh-CN" altLang="en-US" sz="2000" dirty="0">
                <a:solidFill>
                  <a:srgbClr val="004C54"/>
                </a:solidFill>
                <a:latin typeface="+mn-ea"/>
                <a:ea typeface="+mn-ea"/>
              </a:rPr>
              <a:t>函数的一阶导数是该优化的边缘检测滤波器的有效近似：</a:t>
            </a:r>
          </a:p>
        </p:txBody>
      </p:sp>
      <p:sp>
        <p:nvSpPr>
          <p:cNvPr id="1049819" name="TextBox 17"/>
          <p:cNvSpPr txBox="1">
            <a:spLocks noRot="1" noChangeAspect="1" noMove="1" noResize="1" noEditPoints="1" noAdjustHandles="1" noChangeArrowheads="1" noChangeShapeType="1" noTextEdit="1"/>
          </p:cNvSpPr>
          <p:nvPr/>
        </p:nvSpPr>
        <p:spPr>
          <a:xfrm>
            <a:off x="3549097" y="4600664"/>
            <a:ext cx="1586588" cy="552074"/>
          </a:xfrm>
          <a:prstGeom prst="rect">
            <a:avLst/>
          </a:prstGeom>
          <a:blipFill>
            <a:blip r:embed="rId2"/>
            <a:stretch>
              <a:fillRect/>
            </a:stretch>
          </a:blipFill>
        </p:spPr>
        <p:txBody>
          <a:bodyPr/>
          <a:lstStyle/>
          <a:p>
            <a:r>
              <a:rPr lang="zh-CN" altLang="en-US">
                <a:noFill/>
              </a:rPr>
              <a:t> </a:t>
            </a:r>
          </a:p>
        </p:txBody>
      </p:sp>
      <p:sp>
        <p:nvSpPr>
          <p:cNvPr id="1049820" name="TextBox 19"/>
          <p:cNvSpPr txBox="1">
            <a:spLocks noRot="1" noChangeAspect="1" noMove="1" noResize="1" noEditPoints="1" noAdjustHandles="1" noChangeArrowheads="1" noChangeShapeType="1" noTextEdit="1"/>
          </p:cNvSpPr>
          <p:nvPr/>
        </p:nvSpPr>
        <p:spPr>
          <a:xfrm>
            <a:off x="3290069" y="5292241"/>
            <a:ext cx="2305375" cy="657039"/>
          </a:xfrm>
          <a:prstGeom prst="rect">
            <a:avLst/>
          </a:prstGeom>
          <a:blipFill>
            <a:blip r:embed="rId3"/>
            <a:stretch>
              <a:fillRect/>
            </a:stretch>
          </a:blipFill>
        </p:spPr>
        <p:txBody>
          <a:bodyPr/>
          <a:lstStyle/>
          <a:p>
            <a:r>
              <a:rPr lang="zh-CN" altLang="en-US">
                <a:noFill/>
              </a:rPr>
              <a:t> </a:t>
            </a:r>
          </a:p>
        </p:txBody>
      </p:sp>
      <p:sp>
        <p:nvSpPr>
          <p:cNvPr id="1049821" name="TextBox 27"/>
          <p:cNvSpPr txBox="1"/>
          <p:nvPr/>
        </p:nvSpPr>
        <p:spPr>
          <a:xfrm>
            <a:off x="1012825" y="176213"/>
            <a:ext cx="2621280" cy="574040"/>
          </a:xfrm>
          <a:prstGeom prst="rect">
            <a:avLst/>
          </a:prstGeom>
          <a:noFill/>
          <a:ln w="9525">
            <a:noFill/>
          </a:ln>
        </p:spPr>
        <p:txBody>
          <a:bodyPr wrap="none" anchor="t">
            <a:spAutoFit/>
          </a:bodyPr>
          <a:lstStyle/>
          <a:p>
            <a:r>
              <a:rPr lang="zh-CN" altLang="en-US" sz="3200" dirty="0">
                <a:solidFill>
                  <a:srgbClr val="004C54"/>
                </a:solidFill>
                <a:latin typeface="黑体" panose="02010609060101010101" pitchFamily="49" charset="-122"/>
                <a:ea typeface="黑体" panose="02010609060101010101" pitchFamily="49" charset="-122"/>
              </a:rPr>
              <a:t>三、边缘检测</a:t>
            </a:r>
            <a:endParaRPr lang="en-US" altLang="zh-CN" sz="3200" dirty="0">
              <a:solidFill>
                <a:srgbClr val="004C54"/>
              </a:solidFill>
              <a:latin typeface="黑体" panose="02010609060101010101" pitchFamily="49" charset="-122"/>
              <a:ea typeface="黑体" panose="02010609060101010101" pitchFamily="49" charset="-122"/>
            </a:endParaRPr>
          </a:p>
        </p:txBody>
      </p:sp>
      <p:sp>
        <p:nvSpPr>
          <p:cNvPr id="1049822"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a:p>
        </p:txBody>
      </p:sp>
      <mc:AlternateContent xmlns:mc="http://schemas.openxmlformats.org/markup-compatibility/2006" xmlns:p14="http://schemas.microsoft.com/office/powerpoint/2010/main">
        <mc:Choice Requires="p14">
          <p:contentPart p14:bwMode="auto" r:id="rId4">
            <p14:nvContentPartPr>
              <p14:cNvPr id="1049823" name="墨迹 1049822"/>
              <p14:cNvContentPartPr/>
              <p14:nvPr/>
            </p14:nvContentPartPr>
            <p14:xfrm>
              <a:off x="7071114" y="2836813"/>
              <a:ext cx="25401" cy="201196"/>
            </p14:xfrm>
          </p:contentPart>
        </mc:Choice>
        <mc:Fallback xmlns="">
          <p:sp>
            <p:nvSpPr>
              <p:cNvPr id="1049823" name=""/>
              <p:cNvSpPr/>
              <p:nvPr/>
            </p:nvSpPr>
            <p:spPr>
              <a:xfrm>
                <a:off x="7071114" y="2836813"/>
                <a:ext cx="25401" cy="201196"/>
              </a:xfrm>
            </p:spPr>
          </p:sp>
        </mc:Fallback>
      </mc:AlternateContent>
      <mc:AlternateContent xmlns:mc="http://schemas.openxmlformats.org/markup-compatibility/2006" xmlns:p14="http://schemas.microsoft.com/office/powerpoint/2010/main">
        <mc:Choice Requires="p14">
          <p:contentPart p14:bwMode="auto" r:id="rId5">
            <p14:nvContentPartPr>
              <p14:cNvPr id="1049824" name="墨迹 1049823"/>
              <p14:cNvContentPartPr/>
              <p14:nvPr/>
            </p14:nvContentPartPr>
            <p14:xfrm>
              <a:off x="6820959" y="2994707"/>
              <a:ext cx="534438" cy="142754"/>
            </p14:xfrm>
          </p:contentPart>
        </mc:Choice>
        <mc:Fallback xmlns="">
          <p:sp>
            <p:nvSpPr>
              <p:cNvPr id="1049824" name=""/>
              <p:cNvSpPr/>
              <p:nvPr/>
            </p:nvSpPr>
            <p:spPr>
              <a:xfrm>
                <a:off x="6820959" y="2994707"/>
                <a:ext cx="534438" cy="142754"/>
              </a:xfrm>
            </p:spPr>
          </p:sp>
        </mc:Fallback>
      </mc:AlternateContent>
      <mc:AlternateContent xmlns:mc="http://schemas.openxmlformats.org/markup-compatibility/2006" xmlns:p14="http://schemas.microsoft.com/office/powerpoint/2010/main">
        <mc:Choice Requires="p14">
          <p:contentPart p14:bwMode="auto" r:id="rId6">
            <p14:nvContentPartPr>
              <p14:cNvPr id="1049825" name="墨迹 1049824"/>
              <p14:cNvContentPartPr/>
              <p14:nvPr/>
            </p14:nvContentPartPr>
            <p14:xfrm>
              <a:off x="7027167" y="3141603"/>
              <a:ext cx="24019" cy="205304"/>
            </p14:xfrm>
          </p:contentPart>
        </mc:Choice>
        <mc:Fallback xmlns="">
          <p:sp>
            <p:nvSpPr>
              <p:cNvPr id="1049825" name=""/>
              <p:cNvSpPr/>
              <p:nvPr/>
            </p:nvSpPr>
            <p:spPr>
              <a:xfrm>
                <a:off x="7027167" y="3141603"/>
                <a:ext cx="24019" cy="205304"/>
              </a:xfrm>
            </p:spPr>
          </p:sp>
        </mc:Fallback>
      </mc:AlternateContent>
      <mc:AlternateContent xmlns:mc="http://schemas.openxmlformats.org/markup-compatibility/2006" xmlns:p14="http://schemas.microsoft.com/office/powerpoint/2010/main">
        <mc:Choice Requires="p14">
          <p:contentPart p14:bwMode="auto" r:id="rId7">
            <p14:nvContentPartPr>
              <p14:cNvPr id="1049826" name="墨迹 1049825"/>
              <p14:cNvContentPartPr/>
              <p14:nvPr/>
            </p14:nvContentPartPr>
            <p14:xfrm>
              <a:off x="6922019" y="3161579"/>
              <a:ext cx="270087" cy="550383"/>
            </p14:xfrm>
          </p:contentPart>
        </mc:Choice>
        <mc:Fallback xmlns="">
          <p:sp>
            <p:nvSpPr>
              <p:cNvPr id="1049826" name=""/>
              <p:cNvSpPr/>
              <p:nvPr/>
            </p:nvSpPr>
            <p:spPr>
              <a:xfrm>
                <a:off x="6922019" y="3161579"/>
                <a:ext cx="270087" cy="550383"/>
              </a:xfrm>
            </p:spPr>
          </p:sp>
        </mc:Fallback>
      </mc:AlternateContent>
      <mc:AlternateContent xmlns:mc="http://schemas.openxmlformats.org/markup-compatibility/2006" xmlns:p14="http://schemas.microsoft.com/office/powerpoint/2010/main">
        <mc:Choice Requires="p14">
          <p:contentPart p14:bwMode="auto" r:id="rId8">
            <p14:nvContentPartPr>
              <p14:cNvPr id="1049827" name="墨迹 1049826"/>
              <p14:cNvContentPartPr/>
              <p14:nvPr/>
            </p14:nvContentPartPr>
            <p14:xfrm>
              <a:off x="6973924" y="3267976"/>
              <a:ext cx="444801" cy="395357"/>
            </p14:xfrm>
          </p:contentPart>
        </mc:Choice>
        <mc:Fallback xmlns="">
          <p:sp>
            <p:nvSpPr>
              <p:cNvPr id="1049827" name=""/>
              <p:cNvSpPr/>
              <p:nvPr/>
            </p:nvSpPr>
            <p:spPr>
              <a:xfrm>
                <a:off x="6973924" y="3267976"/>
                <a:ext cx="444801" cy="395357"/>
              </a:xfrm>
            </p:spPr>
          </p:sp>
        </mc:Fallback>
      </mc:AlternateContent>
      <mc:AlternateContent xmlns:mc="http://schemas.openxmlformats.org/markup-compatibility/2006" xmlns:p14="http://schemas.microsoft.com/office/powerpoint/2010/main">
        <mc:Choice Requires="p14">
          <p:contentPart p14:bwMode="auto" r:id="rId9">
            <p14:nvContentPartPr>
              <p14:cNvPr id="1049828" name="墨迹 1049827"/>
              <p14:cNvContentPartPr/>
              <p14:nvPr/>
            </p14:nvContentPartPr>
            <p14:xfrm>
              <a:off x="7091998" y="3464613"/>
              <a:ext cx="259204" cy="151909"/>
            </p14:xfrm>
          </p:contentPart>
        </mc:Choice>
        <mc:Fallback xmlns="">
          <p:sp>
            <p:nvSpPr>
              <p:cNvPr id="1049828" name=""/>
              <p:cNvSpPr/>
              <p:nvPr/>
            </p:nvSpPr>
            <p:spPr>
              <a:xfrm>
                <a:off x="7091998" y="3464613"/>
                <a:ext cx="259204" cy="151909"/>
              </a:xfrm>
            </p:spPr>
          </p:sp>
        </mc:Fallback>
      </mc:AlternateContent>
      <mc:AlternateContent xmlns:mc="http://schemas.openxmlformats.org/markup-compatibility/2006" xmlns:p14="http://schemas.microsoft.com/office/powerpoint/2010/main">
        <mc:Choice Requires="p14">
          <p:contentPart p14:bwMode="auto" r:id="rId10">
            <p14:nvContentPartPr>
              <p14:cNvPr id="1049829" name="墨迹 1049828"/>
              <p14:cNvContentPartPr/>
              <p14:nvPr/>
            </p14:nvContentPartPr>
            <p14:xfrm>
              <a:off x="7546071" y="3069478"/>
              <a:ext cx="396519" cy="144181"/>
            </p14:xfrm>
          </p:contentPart>
        </mc:Choice>
        <mc:Fallback xmlns="">
          <p:sp>
            <p:nvSpPr>
              <p:cNvPr id="1049829" name=""/>
              <p:cNvSpPr/>
              <p:nvPr/>
            </p:nvSpPr>
            <p:spPr>
              <a:xfrm>
                <a:off x="7546071" y="3069478"/>
                <a:ext cx="396519" cy="144181"/>
              </a:xfrm>
            </p:spPr>
          </p:sp>
        </mc:Fallback>
      </mc:AlternateContent>
      <mc:AlternateContent xmlns:mc="http://schemas.openxmlformats.org/markup-compatibility/2006" xmlns:p14="http://schemas.microsoft.com/office/powerpoint/2010/main">
        <mc:Choice Requires="p14">
          <p:contentPart p14:bwMode="auto" r:id="rId11">
            <p14:nvContentPartPr>
              <p14:cNvPr id="1049830" name="墨迹 1049829"/>
              <p14:cNvContentPartPr/>
              <p14:nvPr/>
            </p14:nvContentPartPr>
            <p14:xfrm>
              <a:off x="7649175" y="2952766"/>
              <a:ext cx="46627" cy="447594"/>
            </p14:xfrm>
          </p:contentPart>
        </mc:Choice>
        <mc:Fallback xmlns="">
          <p:sp>
            <p:nvSpPr>
              <p:cNvPr id="1049830" name=""/>
              <p:cNvSpPr/>
              <p:nvPr/>
            </p:nvSpPr>
            <p:spPr>
              <a:xfrm>
                <a:off x="7649175" y="2952766"/>
                <a:ext cx="46627" cy="447594"/>
              </a:xfrm>
            </p:spPr>
          </p:sp>
        </mc:Fallback>
      </mc:AlternateContent>
      <mc:AlternateContent xmlns:mc="http://schemas.openxmlformats.org/markup-compatibility/2006" xmlns:p14="http://schemas.microsoft.com/office/powerpoint/2010/main">
        <mc:Choice Requires="p14">
          <p:contentPart p14:bwMode="auto" r:id="rId12">
            <p14:nvContentPartPr>
              <p14:cNvPr id="1049831" name="墨迹 1049830"/>
              <p14:cNvContentPartPr/>
              <p14:nvPr/>
            </p14:nvContentPartPr>
            <p14:xfrm>
              <a:off x="7767309" y="2932060"/>
              <a:ext cx="33923" cy="493912"/>
            </p14:xfrm>
          </p:contentPart>
        </mc:Choice>
        <mc:Fallback xmlns="">
          <p:sp>
            <p:nvSpPr>
              <p:cNvPr id="1049831" name=""/>
              <p:cNvSpPr/>
              <p:nvPr/>
            </p:nvSpPr>
            <p:spPr>
              <a:xfrm>
                <a:off x="7767309" y="2932060"/>
                <a:ext cx="33923" cy="493912"/>
              </a:xfrm>
            </p:spPr>
          </p:sp>
        </mc:Fallback>
      </mc:AlternateContent>
      <mc:AlternateContent xmlns:mc="http://schemas.openxmlformats.org/markup-compatibility/2006" xmlns:p14="http://schemas.microsoft.com/office/powerpoint/2010/main">
        <mc:Choice Requires="p14">
          <p:contentPart p14:bwMode="auto" r:id="rId13">
            <p14:nvContentPartPr>
              <p14:cNvPr id="1049832" name="墨迹 1049831"/>
              <p14:cNvContentPartPr/>
              <p14:nvPr/>
            </p14:nvContentPartPr>
            <p14:xfrm>
              <a:off x="7589847" y="3198538"/>
              <a:ext cx="226681" cy="244637"/>
            </p14:xfrm>
          </p:contentPart>
        </mc:Choice>
        <mc:Fallback xmlns="">
          <p:sp>
            <p:nvSpPr>
              <p:cNvPr id="1049832" name=""/>
              <p:cNvSpPr/>
              <p:nvPr/>
            </p:nvSpPr>
            <p:spPr>
              <a:xfrm>
                <a:off x="7589847" y="3198538"/>
                <a:ext cx="226681" cy="244637"/>
              </a:xfrm>
            </p:spPr>
          </p:sp>
        </mc:Fallback>
      </mc:AlternateContent>
      <mc:AlternateContent xmlns:mc="http://schemas.openxmlformats.org/markup-compatibility/2006" xmlns:p14="http://schemas.microsoft.com/office/powerpoint/2010/main">
        <mc:Choice Requires="p14">
          <p:contentPart p14:bwMode="auto" r:id="rId14">
            <p14:nvContentPartPr>
              <p14:cNvPr id="1049833" name="墨迹 1049832"/>
              <p14:cNvContentPartPr/>
              <p14:nvPr/>
            </p14:nvContentPartPr>
            <p14:xfrm>
              <a:off x="7609498" y="3418232"/>
              <a:ext cx="214838" cy="152768"/>
            </p14:xfrm>
          </p:contentPart>
        </mc:Choice>
        <mc:Fallback xmlns="">
          <p:sp>
            <p:nvSpPr>
              <p:cNvPr id="1049833" name=""/>
              <p:cNvSpPr/>
              <p:nvPr/>
            </p:nvSpPr>
            <p:spPr>
              <a:xfrm>
                <a:off x="7609498" y="3418232"/>
                <a:ext cx="214838" cy="152768"/>
              </a:xfrm>
            </p:spPr>
          </p:sp>
        </mc:Fallback>
      </mc:AlternateContent>
      <mc:AlternateContent xmlns:mc="http://schemas.openxmlformats.org/markup-compatibility/2006" xmlns:p14="http://schemas.microsoft.com/office/powerpoint/2010/main">
        <mc:Choice Requires="p14">
          <p:contentPart p14:bwMode="auto" r:id="rId15">
            <p14:nvContentPartPr>
              <p14:cNvPr id="1049834" name="墨迹 1049833"/>
              <p14:cNvContentPartPr/>
              <p14:nvPr/>
            </p14:nvContentPartPr>
            <p14:xfrm>
              <a:off x="7875471" y="3094393"/>
              <a:ext cx="188657" cy="544994"/>
            </p14:xfrm>
          </p:contentPart>
        </mc:Choice>
        <mc:Fallback xmlns="">
          <p:sp>
            <p:nvSpPr>
              <p:cNvPr id="1049834" name=""/>
              <p:cNvSpPr/>
              <p:nvPr/>
            </p:nvSpPr>
            <p:spPr>
              <a:xfrm>
                <a:off x="7875471" y="3094393"/>
                <a:ext cx="188657" cy="544994"/>
              </a:xfrm>
            </p:spPr>
          </p:sp>
        </mc:Fallback>
      </mc:AlternateContent>
      <mc:AlternateContent xmlns:mc="http://schemas.openxmlformats.org/markup-compatibility/2006" xmlns:p14="http://schemas.microsoft.com/office/powerpoint/2010/main">
        <mc:Choice Requires="p14">
          <p:contentPart p14:bwMode="auto" r:id="rId16">
            <p14:nvContentPartPr>
              <p14:cNvPr id="1049835" name="墨迹 1049834"/>
              <p14:cNvContentPartPr/>
              <p14:nvPr/>
            </p14:nvContentPartPr>
            <p14:xfrm>
              <a:off x="8225547" y="3265841"/>
              <a:ext cx="336249" cy="90274"/>
            </p14:xfrm>
          </p:contentPart>
        </mc:Choice>
        <mc:Fallback xmlns="">
          <p:sp>
            <p:nvSpPr>
              <p:cNvPr id="1049835" name=""/>
              <p:cNvSpPr/>
              <p:nvPr/>
            </p:nvSpPr>
            <p:spPr>
              <a:xfrm>
                <a:off x="8225547" y="3265841"/>
                <a:ext cx="336249" cy="90274"/>
              </a:xfrm>
            </p:spPr>
          </p:sp>
        </mc:Fallback>
      </mc:AlternateContent>
      <mc:AlternateContent xmlns:mc="http://schemas.openxmlformats.org/markup-compatibility/2006" xmlns:p14="http://schemas.microsoft.com/office/powerpoint/2010/main">
        <mc:Choice Requires="p14">
          <p:contentPart p14:bwMode="auto" r:id="rId17">
            <p14:nvContentPartPr>
              <p14:cNvPr id="1049836" name="墨迹 1049835"/>
              <p14:cNvContentPartPr/>
              <p14:nvPr/>
            </p14:nvContentPartPr>
            <p14:xfrm>
              <a:off x="8379358" y="3113443"/>
              <a:ext cx="22835" cy="421490"/>
            </p14:xfrm>
          </p:contentPart>
        </mc:Choice>
        <mc:Fallback xmlns="">
          <p:sp>
            <p:nvSpPr>
              <p:cNvPr id="1049836" name=""/>
              <p:cNvSpPr/>
              <p:nvPr/>
            </p:nvSpPr>
            <p:spPr>
              <a:xfrm>
                <a:off x="8379358" y="3113443"/>
                <a:ext cx="22835" cy="421490"/>
              </a:xfrm>
            </p:spPr>
          </p:sp>
        </mc:Fallback>
      </mc:AlternateContent>
      <mc:AlternateContent xmlns:mc="http://schemas.openxmlformats.org/markup-compatibility/2006" xmlns:p14="http://schemas.microsoft.com/office/powerpoint/2010/main">
        <mc:Choice Requires="p14">
          <p:contentPart p14:bwMode="auto" r:id="rId18">
            <p14:nvContentPartPr>
              <p14:cNvPr id="1049837" name="墨迹 1049836"/>
              <p14:cNvContentPartPr/>
              <p14:nvPr/>
            </p14:nvContentPartPr>
            <p14:xfrm>
              <a:off x="8706420" y="3251922"/>
              <a:ext cx="308456" cy="100879"/>
            </p14:xfrm>
          </p:contentPart>
        </mc:Choice>
        <mc:Fallback xmlns="">
          <p:sp>
            <p:nvSpPr>
              <p:cNvPr id="1049837" name=""/>
              <p:cNvSpPr/>
              <p:nvPr/>
            </p:nvSpPr>
            <p:spPr>
              <a:xfrm>
                <a:off x="8706420" y="3251922"/>
                <a:ext cx="308456" cy="100879"/>
              </a:xfrm>
            </p:spPr>
          </p:sp>
        </mc:Fallback>
      </mc:AlternateContent>
      <mc:AlternateContent xmlns:mc="http://schemas.openxmlformats.org/markup-compatibility/2006" xmlns:p14="http://schemas.microsoft.com/office/powerpoint/2010/main">
        <mc:Choice Requires="p14">
          <p:contentPart p14:bwMode="auto" r:id="rId19">
            <p14:nvContentPartPr>
              <p14:cNvPr id="1049838" name="墨迹 1049837"/>
              <p14:cNvContentPartPr/>
              <p14:nvPr/>
            </p14:nvContentPartPr>
            <p14:xfrm>
              <a:off x="9311748" y="2893961"/>
              <a:ext cx="8229" cy="715935"/>
            </p14:xfrm>
          </p:contentPart>
        </mc:Choice>
        <mc:Fallback xmlns="">
          <p:sp>
            <p:nvSpPr>
              <p:cNvPr id="1049838" name=""/>
              <p:cNvSpPr/>
              <p:nvPr/>
            </p:nvSpPr>
            <p:spPr>
              <a:xfrm>
                <a:off x="9311748" y="2893961"/>
                <a:ext cx="8229" cy="715935"/>
              </a:xfrm>
            </p:spPr>
          </p:sp>
        </mc:Fallback>
      </mc:AlternateContent>
      <mc:AlternateContent xmlns:mc="http://schemas.openxmlformats.org/markup-compatibility/2006" xmlns:p14="http://schemas.microsoft.com/office/powerpoint/2010/main">
        <mc:Choice Requires="p14">
          <p:contentPart p14:bwMode="auto" r:id="rId20">
            <p14:nvContentPartPr>
              <p14:cNvPr id="1049839" name="墨迹 1049838"/>
              <p14:cNvContentPartPr/>
              <p14:nvPr/>
            </p14:nvContentPartPr>
            <p14:xfrm>
              <a:off x="9221943" y="2875454"/>
              <a:ext cx="226738" cy="361239"/>
            </p14:xfrm>
          </p:contentPart>
        </mc:Choice>
        <mc:Fallback xmlns="">
          <p:sp>
            <p:nvSpPr>
              <p:cNvPr id="1049839" name=""/>
              <p:cNvSpPr/>
              <p:nvPr/>
            </p:nvSpPr>
            <p:spPr>
              <a:xfrm>
                <a:off x="9221943" y="2875454"/>
                <a:ext cx="226738" cy="361239"/>
              </a:xfrm>
            </p:spPr>
          </p:sp>
        </mc:Fallback>
      </mc:AlternateContent>
      <mc:AlternateContent xmlns:mc="http://schemas.openxmlformats.org/markup-compatibility/2006" xmlns:p14="http://schemas.microsoft.com/office/powerpoint/2010/main">
        <mc:Choice Requires="p14">
          <p:contentPart p14:bwMode="auto" r:id="rId21">
            <p14:nvContentPartPr>
              <p14:cNvPr id="1049840" name="墨迹 1049839"/>
              <p14:cNvContentPartPr/>
              <p14:nvPr/>
            </p14:nvContentPartPr>
            <p14:xfrm>
              <a:off x="9380900" y="2867457"/>
              <a:ext cx="283040" cy="232496"/>
            </p14:xfrm>
          </p:contentPart>
        </mc:Choice>
        <mc:Fallback xmlns="">
          <p:sp>
            <p:nvSpPr>
              <p:cNvPr id="1049840" name=""/>
              <p:cNvSpPr/>
              <p:nvPr/>
            </p:nvSpPr>
            <p:spPr>
              <a:xfrm>
                <a:off x="9380900" y="2867457"/>
                <a:ext cx="283040" cy="232496"/>
              </a:xfrm>
            </p:spPr>
          </p:sp>
        </mc:Fallback>
      </mc:AlternateContent>
      <mc:AlternateContent xmlns:mc="http://schemas.openxmlformats.org/markup-compatibility/2006" xmlns:p14="http://schemas.microsoft.com/office/powerpoint/2010/main">
        <mc:Choice Requires="p14">
          <p:contentPart p14:bwMode="auto" r:id="rId22">
            <p14:nvContentPartPr>
              <p14:cNvPr id="1049841" name="墨迹 1049840"/>
              <p14:cNvContentPartPr/>
              <p14:nvPr/>
            </p14:nvContentPartPr>
            <p14:xfrm>
              <a:off x="9526186" y="2998430"/>
              <a:ext cx="204662" cy="83660"/>
            </p14:xfrm>
          </p:contentPart>
        </mc:Choice>
        <mc:Fallback xmlns="">
          <p:sp>
            <p:nvSpPr>
              <p:cNvPr id="1049841" name=""/>
              <p:cNvSpPr/>
              <p:nvPr/>
            </p:nvSpPr>
            <p:spPr>
              <a:xfrm>
                <a:off x="9526186" y="2998430"/>
                <a:ext cx="204662" cy="83660"/>
              </a:xfrm>
            </p:spPr>
          </p:sp>
        </mc:Fallback>
      </mc:AlternateContent>
      <mc:AlternateContent xmlns:mc="http://schemas.openxmlformats.org/markup-compatibility/2006" xmlns:p14="http://schemas.microsoft.com/office/powerpoint/2010/main">
        <mc:Choice Requires="p14">
          <p:contentPart p14:bwMode="auto" r:id="rId23">
            <p14:nvContentPartPr>
              <p14:cNvPr id="1049842" name="墨迹 1049841"/>
              <p14:cNvContentPartPr/>
              <p14:nvPr/>
            </p14:nvContentPartPr>
            <p14:xfrm>
              <a:off x="9491538" y="3095222"/>
              <a:ext cx="199425" cy="442227"/>
            </p14:xfrm>
          </p:contentPart>
        </mc:Choice>
        <mc:Fallback xmlns="">
          <p:sp>
            <p:nvSpPr>
              <p:cNvPr id="1049842" name=""/>
              <p:cNvSpPr/>
              <p:nvPr/>
            </p:nvSpPr>
            <p:spPr>
              <a:xfrm>
                <a:off x="9491538" y="3095222"/>
                <a:ext cx="199425" cy="442227"/>
              </a:xfrm>
            </p:spPr>
          </p:sp>
        </mc:Fallback>
      </mc:AlternateContent>
      <mc:AlternateContent xmlns:mc="http://schemas.openxmlformats.org/markup-compatibility/2006" xmlns:p14="http://schemas.microsoft.com/office/powerpoint/2010/main">
        <mc:Choice Requires="p14">
          <p:contentPart p14:bwMode="auto" r:id="rId24">
            <p14:nvContentPartPr>
              <p14:cNvPr id="1049843" name="墨迹 1049842"/>
              <p14:cNvContentPartPr/>
              <p14:nvPr/>
            </p14:nvContentPartPr>
            <p14:xfrm>
              <a:off x="9974944" y="2862748"/>
              <a:ext cx="268238" cy="174931"/>
            </p14:xfrm>
          </p:contentPart>
        </mc:Choice>
        <mc:Fallback xmlns="">
          <p:sp>
            <p:nvSpPr>
              <p:cNvPr id="1049843" name=""/>
              <p:cNvSpPr/>
              <p:nvPr/>
            </p:nvSpPr>
            <p:spPr>
              <a:xfrm>
                <a:off x="9974944" y="2862748"/>
                <a:ext cx="268238" cy="174931"/>
              </a:xfrm>
            </p:spPr>
          </p:sp>
        </mc:Fallback>
      </mc:AlternateContent>
      <mc:AlternateContent xmlns:mc="http://schemas.openxmlformats.org/markup-compatibility/2006" xmlns:p14="http://schemas.microsoft.com/office/powerpoint/2010/main">
        <mc:Choice Requires="p14">
          <p:contentPart p14:bwMode="auto" r:id="rId25">
            <p14:nvContentPartPr>
              <p14:cNvPr id="1049844" name="墨迹 1049843"/>
              <p14:cNvContentPartPr/>
              <p14:nvPr/>
            </p14:nvContentPartPr>
            <p14:xfrm>
              <a:off x="9902032" y="2960220"/>
              <a:ext cx="491833" cy="518888"/>
            </p14:xfrm>
          </p:contentPart>
        </mc:Choice>
        <mc:Fallback xmlns="">
          <p:sp>
            <p:nvSpPr>
              <p:cNvPr id="1049844" name=""/>
              <p:cNvSpPr/>
              <p:nvPr/>
            </p:nvSpPr>
            <p:spPr>
              <a:xfrm>
                <a:off x="9902032" y="2960220"/>
                <a:ext cx="491833" cy="518888"/>
              </a:xfrm>
            </p:spPr>
          </p:sp>
        </mc:Fallback>
      </mc:AlternateContent>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845" name="TextBox 11"/>
          <p:cNvSpPr txBox="1"/>
          <p:nvPr/>
        </p:nvSpPr>
        <p:spPr>
          <a:xfrm>
            <a:off x="1014578" y="1212811"/>
            <a:ext cx="9980347" cy="400110"/>
          </a:xfrm>
          <a:prstGeom prst="rect">
            <a:avLst/>
          </a:prstGeom>
          <a:noFill/>
          <a:ln w="9525">
            <a:noFill/>
          </a:ln>
        </p:spPr>
        <p:txBody>
          <a:bodyPr wrap="square" anchor="t">
            <a:spAutoFit/>
          </a:bodyPr>
          <a:lstStyle/>
          <a:p>
            <a:pPr marL="342900" indent="-342900">
              <a:spcAft>
                <a:spcPts val="1200"/>
              </a:spcAft>
              <a:buFont typeface="Wingdings" panose="05000000000000000000" pitchFamily="2" charset="2"/>
              <a:buChar char="Ø"/>
            </a:pPr>
            <a:r>
              <a:rPr lang="en-US" altLang="zh-CN" sz="2000" b="1" dirty="0">
                <a:solidFill>
                  <a:srgbClr val="004C54"/>
                </a:solidFill>
                <a:latin typeface="微软雅黑" panose="020B0503020204020204" pitchFamily="34" charset="-122"/>
                <a:ea typeface="微软雅黑" panose="020B0503020204020204" pitchFamily="34" charset="-122"/>
              </a:rPr>
              <a:t>Canny</a:t>
            </a:r>
            <a:r>
              <a:rPr lang="zh-CN" altLang="en-US" sz="2000" b="1" dirty="0">
                <a:solidFill>
                  <a:srgbClr val="004C54"/>
                </a:solidFill>
                <a:latin typeface="微软雅黑" panose="020B0503020204020204" pitchFamily="34" charset="-122"/>
                <a:ea typeface="微软雅黑" panose="020B0503020204020204" pitchFamily="34" charset="-122"/>
              </a:rPr>
              <a:t>算子</a:t>
            </a:r>
          </a:p>
        </p:txBody>
      </p:sp>
      <p:sp>
        <p:nvSpPr>
          <p:cNvPr id="1049846" name="Rectangle 3"/>
          <p:cNvSpPr>
            <a:spLocks noChangeArrowheads="1"/>
          </p:cNvSpPr>
          <p:nvPr/>
        </p:nvSpPr>
        <p:spPr bwMode="auto">
          <a:xfrm>
            <a:off x="1777901" y="4890495"/>
            <a:ext cx="3276600" cy="400110"/>
          </a:xfrm>
          <a:prstGeom prst="rect">
            <a:avLst/>
          </a:prstGeom>
          <a:noFill/>
          <a:ln>
            <a:noFill/>
          </a:ln>
          <a:effec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kumimoji="1" lang="zh-CN" altLang="en-US" sz="2000" dirty="0">
                <a:solidFill>
                  <a:srgbClr val="004C54"/>
                </a:solidFill>
                <a:latin typeface="+mn-ea"/>
                <a:ea typeface="+mn-ea"/>
              </a:rPr>
              <a:t> 3）幅值和方位角:</a:t>
            </a:r>
          </a:p>
        </p:txBody>
      </p:sp>
      <p:sp>
        <p:nvSpPr>
          <p:cNvPr id="1049847" name="Rectangle 7"/>
          <p:cNvSpPr>
            <a:spLocks noChangeArrowheads="1"/>
          </p:cNvSpPr>
          <p:nvPr/>
        </p:nvSpPr>
        <p:spPr bwMode="auto">
          <a:xfrm>
            <a:off x="1777901" y="3385044"/>
            <a:ext cx="7696200" cy="400110"/>
          </a:xfrm>
          <a:prstGeom prst="rect">
            <a:avLst/>
          </a:prstGeom>
          <a:noFill/>
          <a:ln>
            <a:noFill/>
          </a:ln>
          <a:effec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kumimoji="1" lang="zh-CN" altLang="en-US" sz="2000" dirty="0">
                <a:solidFill>
                  <a:srgbClr val="004C54"/>
                </a:solidFill>
                <a:latin typeface="+mn-ea"/>
                <a:ea typeface="+mn-ea"/>
              </a:rPr>
              <a:t>2）使用一阶有限差分计算偏导数的两个阵列</a:t>
            </a:r>
            <a:r>
              <a:rPr kumimoji="1" lang="en-US" altLang="zh-CN" sz="2000" dirty="0">
                <a:solidFill>
                  <a:srgbClr val="004C54"/>
                </a:solidFill>
                <a:latin typeface="+mn-ea"/>
                <a:ea typeface="+mn-ea"/>
              </a:rPr>
              <a:t>P</a:t>
            </a:r>
            <a:r>
              <a:rPr kumimoji="1" lang="zh-CN" altLang="en-US" sz="2000" dirty="0">
                <a:solidFill>
                  <a:srgbClr val="004C54"/>
                </a:solidFill>
                <a:latin typeface="+mn-ea"/>
                <a:ea typeface="+mn-ea"/>
              </a:rPr>
              <a:t>与</a:t>
            </a:r>
            <a:r>
              <a:rPr kumimoji="1" lang="en-US" altLang="zh-CN" sz="2000" dirty="0">
                <a:solidFill>
                  <a:srgbClr val="004C54"/>
                </a:solidFill>
                <a:latin typeface="+mn-ea"/>
                <a:ea typeface="+mn-ea"/>
              </a:rPr>
              <a:t>Q：</a:t>
            </a:r>
            <a:endParaRPr kumimoji="1" lang="zh-CN" altLang="en-US" sz="2000" dirty="0">
              <a:solidFill>
                <a:srgbClr val="004C54"/>
              </a:solidFill>
              <a:latin typeface="+mn-ea"/>
              <a:ea typeface="+mn-ea"/>
            </a:endParaRPr>
          </a:p>
        </p:txBody>
      </p:sp>
      <p:sp>
        <p:nvSpPr>
          <p:cNvPr id="1049848" name="Text Box 8"/>
          <p:cNvSpPr txBox="1">
            <a:spLocks noChangeArrowheads="1"/>
          </p:cNvSpPr>
          <p:nvPr/>
        </p:nvSpPr>
        <p:spPr bwMode="auto">
          <a:xfrm>
            <a:off x="1777901" y="2352217"/>
            <a:ext cx="6172200" cy="400110"/>
          </a:xfrm>
          <a:prstGeom prst="rect">
            <a:avLst/>
          </a:prstGeom>
          <a:noFill/>
          <a:ln>
            <a:noFill/>
          </a:ln>
          <a:effec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50000"/>
              </a:spcBef>
              <a:buFontTx/>
              <a:buNone/>
            </a:pPr>
            <a:r>
              <a:rPr kumimoji="1" lang="zh-CN" altLang="en-US" sz="2000" dirty="0">
                <a:solidFill>
                  <a:srgbClr val="004C54"/>
                </a:solidFill>
                <a:latin typeface="+mn-ea"/>
                <a:ea typeface="+mn-ea"/>
              </a:rPr>
              <a:t>1）求图像与高斯平滑滤波器卷积: </a:t>
            </a:r>
          </a:p>
        </p:txBody>
      </p:sp>
      <p:sp>
        <p:nvSpPr>
          <p:cNvPr id="1049849" name="Text Box 8"/>
          <p:cNvSpPr txBox="1">
            <a:spLocks noRot="1" noChangeAspect="1" noMove="1" noResize="1" noEditPoints="1" noAdjustHandles="1" noChangeArrowheads="1" noChangeShapeType="1" noTextEdit="1"/>
          </p:cNvSpPr>
          <p:nvPr/>
        </p:nvSpPr>
        <p:spPr bwMode="auto">
          <a:xfrm>
            <a:off x="1417861" y="1567395"/>
            <a:ext cx="6172200" cy="581634"/>
          </a:xfrm>
          <a:prstGeom prst="rect">
            <a:avLst/>
          </a:prstGeom>
          <a:blipFill>
            <a:blip r:embed="rId2"/>
            <a:stretch>
              <a:fillRect l="-1087" b="-16667"/>
            </a:stretch>
          </a:blipFill>
          <a:ln>
            <a:noFill/>
          </a:ln>
          <a:effectLst/>
        </p:spPr>
        <p:txBody>
          <a:bodyPr/>
          <a:lstStyle/>
          <a:p>
            <a:r>
              <a:rPr lang="zh-CN" altLang="en-US">
                <a:noFill/>
              </a:rPr>
              <a:t> </a:t>
            </a:r>
          </a:p>
        </p:txBody>
      </p:sp>
      <p:sp>
        <p:nvSpPr>
          <p:cNvPr id="1049850" name="TextBox 27"/>
          <p:cNvSpPr txBox="1"/>
          <p:nvPr/>
        </p:nvSpPr>
        <p:spPr>
          <a:xfrm>
            <a:off x="1012825" y="176213"/>
            <a:ext cx="2621280" cy="574040"/>
          </a:xfrm>
          <a:prstGeom prst="rect">
            <a:avLst/>
          </a:prstGeom>
          <a:noFill/>
          <a:ln w="9525">
            <a:noFill/>
          </a:ln>
        </p:spPr>
        <p:txBody>
          <a:bodyPr wrap="none" anchor="t">
            <a:spAutoFit/>
          </a:bodyPr>
          <a:lstStyle/>
          <a:p>
            <a:r>
              <a:rPr lang="zh-CN" altLang="en-US" sz="3200" dirty="0">
                <a:solidFill>
                  <a:srgbClr val="004C54"/>
                </a:solidFill>
                <a:latin typeface="黑体" panose="02010609060101010101" pitchFamily="49" charset="-122"/>
                <a:ea typeface="黑体" panose="02010609060101010101" pitchFamily="49" charset="-122"/>
              </a:rPr>
              <a:t>三、边缘检测</a:t>
            </a:r>
            <a:endParaRPr lang="en-US" altLang="zh-CN" sz="3200" dirty="0">
              <a:solidFill>
                <a:srgbClr val="004C54"/>
              </a:solidFill>
              <a:latin typeface="黑体" panose="02010609060101010101" pitchFamily="49" charset="-122"/>
              <a:ea typeface="黑体" panose="02010609060101010101" pitchFamily="49" charset="-122"/>
            </a:endParaRPr>
          </a:p>
        </p:txBody>
      </p:sp>
      <p:sp>
        <p:nvSpPr>
          <p:cNvPr id="1049851"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a:p>
        </p:txBody>
      </p:sp>
      <p:sp>
        <p:nvSpPr>
          <p:cNvPr id="1049852" name="Rectangle 1"/>
          <p:cNvSpPr>
            <a:spLocks noRot="1" noChangeAspect="1" noMove="1" noResize="1" noEditPoints="1" noAdjustHandles="1" noChangeArrowheads="1" noChangeShapeType="1" noTextEdit="1"/>
          </p:cNvSpPr>
          <p:nvPr/>
        </p:nvSpPr>
        <p:spPr>
          <a:xfrm>
            <a:off x="2425063" y="2866593"/>
            <a:ext cx="2629438" cy="369332"/>
          </a:xfrm>
          <a:prstGeom prst="rect">
            <a:avLst/>
          </a:prstGeom>
          <a:blipFill>
            <a:blip r:embed="rId3"/>
            <a:stretch>
              <a:fillRect b="-16393"/>
            </a:stretch>
          </a:blipFill>
        </p:spPr>
        <p:txBody>
          <a:bodyPr/>
          <a:lstStyle/>
          <a:p>
            <a:r>
              <a:rPr lang="en-US">
                <a:noFill/>
              </a:rPr>
              <a:t> </a:t>
            </a:r>
          </a:p>
        </p:txBody>
      </p:sp>
      <p:sp>
        <p:nvSpPr>
          <p:cNvPr id="1049853" name="Rectangle 17"/>
          <p:cNvSpPr>
            <a:spLocks noRot="1" noChangeAspect="1" noMove="1" noResize="1" noEditPoints="1" noAdjustHandles="1" noChangeArrowheads="1" noChangeShapeType="1" noTextEdit="1"/>
          </p:cNvSpPr>
          <p:nvPr/>
        </p:nvSpPr>
        <p:spPr>
          <a:xfrm>
            <a:off x="2425973" y="3934273"/>
            <a:ext cx="6159250" cy="369332"/>
          </a:xfrm>
          <a:prstGeom prst="rect">
            <a:avLst/>
          </a:prstGeom>
          <a:blipFill>
            <a:blip r:embed="rId4"/>
            <a:stretch>
              <a:fillRect b="-16393"/>
            </a:stretch>
          </a:blipFill>
        </p:spPr>
        <p:txBody>
          <a:bodyPr/>
          <a:lstStyle/>
          <a:p>
            <a:r>
              <a:rPr lang="en-US">
                <a:noFill/>
              </a:rPr>
              <a:t> </a:t>
            </a:r>
          </a:p>
        </p:txBody>
      </p:sp>
      <p:sp>
        <p:nvSpPr>
          <p:cNvPr id="1049854" name="Rectangle 19"/>
          <p:cNvSpPr>
            <a:spLocks noRot="1" noChangeAspect="1" noMove="1" noResize="1" noEditPoints="1" noAdjustHandles="1" noChangeArrowheads="1" noChangeShapeType="1" noTextEdit="1"/>
          </p:cNvSpPr>
          <p:nvPr/>
        </p:nvSpPr>
        <p:spPr>
          <a:xfrm>
            <a:off x="2419015" y="4287837"/>
            <a:ext cx="6173165" cy="369332"/>
          </a:xfrm>
          <a:prstGeom prst="rect">
            <a:avLst/>
          </a:prstGeom>
          <a:blipFill>
            <a:blip r:embed="rId5"/>
            <a:stretch>
              <a:fillRect b="-16393"/>
            </a:stretch>
          </a:blipFill>
        </p:spPr>
        <p:txBody>
          <a:bodyPr/>
          <a:lstStyle/>
          <a:p>
            <a:r>
              <a:rPr lang="en-US">
                <a:noFill/>
              </a:rPr>
              <a:t> </a:t>
            </a:r>
          </a:p>
        </p:txBody>
      </p:sp>
      <p:sp>
        <p:nvSpPr>
          <p:cNvPr id="1049855" name="Rectangle 20"/>
          <p:cNvSpPr>
            <a:spLocks noRot="1" noChangeAspect="1" noMove="1" noResize="1" noEditPoints="1" noAdjustHandles="1" noChangeArrowheads="1" noChangeShapeType="1" noTextEdit="1"/>
          </p:cNvSpPr>
          <p:nvPr/>
        </p:nvSpPr>
        <p:spPr>
          <a:xfrm>
            <a:off x="2425063" y="5431316"/>
            <a:ext cx="2959656" cy="427746"/>
          </a:xfrm>
          <a:prstGeom prst="rect">
            <a:avLst/>
          </a:prstGeom>
          <a:blipFill>
            <a:blip r:embed="rId6"/>
            <a:stretch>
              <a:fillRect b="-11429"/>
            </a:stretch>
          </a:blipFill>
        </p:spPr>
        <p:txBody>
          <a:bodyPr/>
          <a:lstStyle/>
          <a:p>
            <a:r>
              <a:rPr lang="en-US">
                <a:noFill/>
              </a:rPr>
              <a:t> </a:t>
            </a:r>
          </a:p>
        </p:txBody>
      </p:sp>
      <p:sp>
        <p:nvSpPr>
          <p:cNvPr id="1049856" name="Rectangle 23"/>
          <p:cNvSpPr>
            <a:spLocks noRot="1" noChangeAspect="1" noMove="1" noResize="1" noEditPoints="1" noAdjustHandles="1" noChangeArrowheads="1" noChangeShapeType="1" noTextEdit="1"/>
          </p:cNvSpPr>
          <p:nvPr/>
        </p:nvSpPr>
        <p:spPr>
          <a:xfrm>
            <a:off x="2447708" y="5859062"/>
            <a:ext cx="2496324" cy="678968"/>
          </a:xfrm>
          <a:prstGeom prst="rect">
            <a:avLst/>
          </a:prstGeom>
          <a:blipFill>
            <a:blip r:embed="rId7"/>
            <a:stretch>
              <a:fillRect/>
            </a:stretch>
          </a:blipFill>
        </p:spPr>
        <p:txBody>
          <a:bodyPr/>
          <a:lstStyle/>
          <a:p>
            <a:r>
              <a:rPr lang="en-US">
                <a:noFill/>
              </a:rPr>
              <a:t> </a:t>
            </a:r>
          </a:p>
        </p:txBody>
      </p:sp>
      <mc:AlternateContent xmlns:mc="http://schemas.openxmlformats.org/markup-compatibility/2006" xmlns:p14="http://schemas.microsoft.com/office/powerpoint/2010/main">
        <mc:Choice Requires="p14">
          <p:contentPart p14:bwMode="auto" r:id="rId8">
            <p14:nvContentPartPr>
              <p14:cNvPr id="1049857" name="墨迹 1049856"/>
              <p14:cNvContentPartPr/>
              <p14:nvPr/>
            </p14:nvContentPartPr>
            <p14:xfrm>
              <a:off x="9887889" y="4395817"/>
              <a:ext cx="51720" cy="350399"/>
            </p14:xfrm>
          </p:contentPart>
        </mc:Choice>
        <mc:Fallback xmlns="">
          <p:sp>
            <p:nvSpPr>
              <p:cNvPr id="1049857" name=""/>
              <p:cNvSpPr/>
              <p:nvPr/>
            </p:nvSpPr>
            <p:spPr>
              <a:xfrm>
                <a:off x="9887889" y="4395817"/>
                <a:ext cx="51720" cy="350399"/>
              </a:xfrm>
            </p:spPr>
          </p:sp>
        </mc:Fallback>
      </mc:AlternateContent>
      <mc:AlternateContent xmlns:mc="http://schemas.openxmlformats.org/markup-compatibility/2006" xmlns:p14="http://schemas.microsoft.com/office/powerpoint/2010/main">
        <mc:Choice Requires="p14">
          <p:contentPart p14:bwMode="auto" r:id="rId9">
            <p14:nvContentPartPr>
              <p14:cNvPr id="1049858" name="墨迹 1049857"/>
              <p14:cNvContentPartPr/>
              <p14:nvPr/>
            </p14:nvContentPartPr>
            <p14:xfrm>
              <a:off x="10165741" y="4566742"/>
              <a:ext cx="262630" cy="31248"/>
            </p14:xfrm>
          </p:contentPart>
        </mc:Choice>
        <mc:Fallback xmlns="">
          <p:sp>
            <p:nvSpPr>
              <p:cNvPr id="1049858" name=""/>
              <p:cNvSpPr/>
              <p:nvPr/>
            </p:nvSpPr>
            <p:spPr>
              <a:xfrm>
                <a:off x="10165741" y="4566742"/>
                <a:ext cx="262630" cy="31248"/>
              </a:xfrm>
            </p:spPr>
          </p:sp>
        </mc:Fallback>
      </mc:AlternateContent>
      <mc:AlternateContent xmlns:mc="http://schemas.openxmlformats.org/markup-compatibility/2006" xmlns:p14="http://schemas.microsoft.com/office/powerpoint/2010/main">
        <mc:Choice Requires="p14">
          <p:contentPart p14:bwMode="auto" r:id="rId10">
            <p14:nvContentPartPr>
              <p14:cNvPr id="1049859" name="墨迹 1049858"/>
              <p14:cNvContentPartPr/>
              <p14:nvPr/>
            </p14:nvContentPartPr>
            <p14:xfrm>
              <a:off x="10534856" y="4411369"/>
              <a:ext cx="3803" cy="274290"/>
            </p14:xfrm>
          </p:contentPart>
        </mc:Choice>
        <mc:Fallback xmlns="">
          <p:sp>
            <p:nvSpPr>
              <p:cNvPr id="1049859" name=""/>
              <p:cNvSpPr/>
              <p:nvPr/>
            </p:nvSpPr>
            <p:spPr>
              <a:xfrm>
                <a:off x="10534856" y="4411369"/>
                <a:ext cx="3803" cy="274290"/>
              </a:xfrm>
            </p:spPr>
          </p:sp>
        </mc:Fallback>
      </mc:AlternateContent>
      <mc:AlternateContent xmlns:mc="http://schemas.openxmlformats.org/markup-compatibility/2006" xmlns:p14="http://schemas.microsoft.com/office/powerpoint/2010/main">
        <mc:Choice Requires="p14">
          <p:contentPart p14:bwMode="auto" r:id="rId11">
            <p14:nvContentPartPr>
              <p14:cNvPr id="1049860" name="墨迹 1049859"/>
              <p14:cNvContentPartPr/>
              <p14:nvPr/>
            </p14:nvContentPartPr>
            <p14:xfrm>
              <a:off x="9936435" y="3860836"/>
              <a:ext cx="49151" cy="345250"/>
            </p14:xfrm>
          </p:contentPart>
        </mc:Choice>
        <mc:Fallback xmlns="">
          <p:sp>
            <p:nvSpPr>
              <p:cNvPr id="1049860" name=""/>
              <p:cNvSpPr/>
              <p:nvPr/>
            </p:nvSpPr>
            <p:spPr>
              <a:xfrm>
                <a:off x="9936435" y="3860836"/>
                <a:ext cx="49151" cy="345250"/>
              </a:xfrm>
            </p:spPr>
          </p:sp>
        </mc:Fallback>
      </mc:AlternateContent>
      <mc:AlternateContent xmlns:mc="http://schemas.openxmlformats.org/markup-compatibility/2006" xmlns:p14="http://schemas.microsoft.com/office/powerpoint/2010/main">
        <mc:Choice Requires="p14">
          <p:contentPart p14:bwMode="auto" r:id="rId12">
            <p14:nvContentPartPr>
              <p14:cNvPr id="1049861" name="墨迹 1049860"/>
              <p14:cNvContentPartPr/>
              <p14:nvPr/>
            </p14:nvContentPartPr>
            <p14:xfrm>
              <a:off x="10211760" y="3985997"/>
              <a:ext cx="191824" cy="45907"/>
            </p14:xfrm>
          </p:contentPart>
        </mc:Choice>
        <mc:Fallback xmlns="">
          <p:sp>
            <p:nvSpPr>
              <p:cNvPr id="1049861" name=""/>
              <p:cNvSpPr/>
              <p:nvPr/>
            </p:nvSpPr>
            <p:spPr>
              <a:xfrm>
                <a:off x="10211760" y="3985997"/>
                <a:ext cx="191824" cy="45907"/>
              </a:xfrm>
            </p:spPr>
          </p:sp>
        </mc:Fallback>
      </mc:AlternateContent>
      <mc:AlternateContent xmlns:mc="http://schemas.openxmlformats.org/markup-compatibility/2006" xmlns:p14="http://schemas.microsoft.com/office/powerpoint/2010/main">
        <mc:Choice Requires="p14">
          <p:contentPart p14:bwMode="auto" r:id="rId13">
            <p14:nvContentPartPr>
              <p14:cNvPr id="1049862" name="墨迹 1049861"/>
              <p14:cNvContentPartPr/>
              <p14:nvPr/>
            </p14:nvContentPartPr>
            <p14:xfrm>
              <a:off x="10537414" y="3857725"/>
              <a:ext cx="6799" cy="239353"/>
            </p14:xfrm>
          </p:contentPart>
        </mc:Choice>
        <mc:Fallback xmlns="">
          <p:sp>
            <p:nvSpPr>
              <p:cNvPr id="1049862" name=""/>
              <p:cNvSpPr/>
              <p:nvPr/>
            </p:nvSpPr>
            <p:spPr>
              <a:xfrm>
                <a:off x="10537414" y="3857725"/>
                <a:ext cx="6799" cy="239353"/>
              </a:xfrm>
            </p:spPr>
          </p:sp>
        </mc:Fallback>
      </mc:AlternateContent>
      <mc:AlternateContent xmlns:mc="http://schemas.openxmlformats.org/markup-compatibility/2006" xmlns:p14="http://schemas.microsoft.com/office/powerpoint/2010/main">
        <mc:Choice Requires="p14">
          <p:contentPart p14:bwMode="auto" r:id="rId14">
            <p14:nvContentPartPr>
              <p14:cNvPr id="1049863" name="墨迹 1049862"/>
              <p14:cNvContentPartPr/>
              <p14:nvPr/>
            </p14:nvContentPartPr>
            <p14:xfrm>
              <a:off x="10535198" y="3001600"/>
              <a:ext cx="19527" cy="321684"/>
            </p14:xfrm>
          </p:contentPart>
        </mc:Choice>
        <mc:Fallback xmlns="">
          <p:sp>
            <p:nvSpPr>
              <p:cNvPr id="1049863" name=""/>
              <p:cNvSpPr/>
              <p:nvPr/>
            </p:nvSpPr>
            <p:spPr>
              <a:xfrm>
                <a:off x="10535198" y="3001600"/>
                <a:ext cx="19527" cy="321684"/>
              </a:xfrm>
            </p:spPr>
          </p:sp>
        </mc:Fallback>
      </mc:AlternateContent>
      <mc:AlternateContent xmlns:mc="http://schemas.openxmlformats.org/markup-compatibility/2006" xmlns:p14="http://schemas.microsoft.com/office/powerpoint/2010/main">
        <mc:Choice Requires="p14">
          <p:contentPart p14:bwMode="auto" r:id="rId15">
            <p14:nvContentPartPr>
              <p14:cNvPr id="1049864" name="墨迹 1049863"/>
              <p14:cNvContentPartPr/>
              <p14:nvPr/>
            </p14:nvContentPartPr>
            <p14:xfrm>
              <a:off x="9936657" y="2545155"/>
              <a:ext cx="5469" cy="375128"/>
            </p14:xfrm>
          </p:contentPart>
        </mc:Choice>
        <mc:Fallback xmlns="">
          <p:sp>
            <p:nvSpPr>
              <p:cNvPr id="1049864" name=""/>
              <p:cNvSpPr/>
              <p:nvPr/>
            </p:nvSpPr>
            <p:spPr>
              <a:xfrm>
                <a:off x="9936657" y="2545155"/>
                <a:ext cx="5469" cy="375128"/>
              </a:xfrm>
            </p:spPr>
          </p:sp>
        </mc:Fallback>
      </mc:AlternateContent>
      <mc:AlternateContent xmlns:mc="http://schemas.openxmlformats.org/markup-compatibility/2006" xmlns:p14="http://schemas.microsoft.com/office/powerpoint/2010/main">
        <mc:Choice Requires="p14">
          <p:contentPart p14:bwMode="auto" r:id="rId16">
            <p14:nvContentPartPr>
              <p14:cNvPr id="1049865" name="墨迹 1049864"/>
              <p14:cNvContentPartPr/>
              <p14:nvPr/>
            </p14:nvContentPartPr>
            <p14:xfrm>
              <a:off x="9695229" y="3249061"/>
              <a:ext cx="190645" cy="35581"/>
            </p14:xfrm>
          </p:contentPart>
        </mc:Choice>
        <mc:Fallback xmlns="">
          <p:sp>
            <p:nvSpPr>
              <p:cNvPr id="1049865" name=""/>
              <p:cNvSpPr/>
              <p:nvPr/>
            </p:nvSpPr>
            <p:spPr>
              <a:xfrm>
                <a:off x="9695229" y="3249061"/>
                <a:ext cx="190645" cy="35581"/>
              </a:xfrm>
            </p:spPr>
          </p:sp>
        </mc:Fallback>
      </mc:AlternateContent>
      <mc:AlternateContent xmlns:mc="http://schemas.openxmlformats.org/markup-compatibility/2006" xmlns:p14="http://schemas.microsoft.com/office/powerpoint/2010/main">
        <mc:Choice Requires="p14">
          <p:contentPart p14:bwMode="auto" r:id="rId17">
            <p14:nvContentPartPr>
              <p14:cNvPr id="1049866" name="墨迹 1049865"/>
              <p14:cNvContentPartPr/>
              <p14:nvPr/>
            </p14:nvContentPartPr>
            <p14:xfrm>
              <a:off x="10010226" y="3122126"/>
              <a:ext cx="30623" cy="263804"/>
            </p14:xfrm>
          </p:contentPart>
        </mc:Choice>
        <mc:Fallback xmlns="">
          <p:sp>
            <p:nvSpPr>
              <p:cNvPr id="1049866" name=""/>
              <p:cNvSpPr/>
              <p:nvPr/>
            </p:nvSpPr>
            <p:spPr>
              <a:xfrm>
                <a:off x="10010226" y="3122126"/>
                <a:ext cx="30623" cy="263804"/>
              </a:xfrm>
            </p:spPr>
          </p:sp>
        </mc:Fallback>
      </mc:AlternateContent>
      <mc:AlternateContent xmlns:mc="http://schemas.openxmlformats.org/markup-compatibility/2006" xmlns:p14="http://schemas.microsoft.com/office/powerpoint/2010/main">
        <mc:Choice Requires="p14">
          <p:contentPart p14:bwMode="auto" r:id="rId18">
            <p14:nvContentPartPr>
              <p14:cNvPr id="1049867" name="墨迹 1049866"/>
              <p14:cNvContentPartPr/>
              <p14:nvPr/>
            </p14:nvContentPartPr>
            <p14:xfrm>
              <a:off x="10468740" y="2481393"/>
              <a:ext cx="43735" cy="410341"/>
            </p14:xfrm>
          </p:contentPart>
        </mc:Choice>
        <mc:Fallback xmlns="">
          <p:sp>
            <p:nvSpPr>
              <p:cNvPr id="1049867" name=""/>
              <p:cNvSpPr/>
              <p:nvPr/>
            </p:nvSpPr>
            <p:spPr>
              <a:xfrm>
                <a:off x="10468740" y="2481393"/>
                <a:ext cx="43735" cy="410341"/>
              </a:xfrm>
            </p:spPr>
          </p:sp>
        </mc:Fallback>
      </mc:AlternateContent>
      <mc:AlternateContent xmlns:mc="http://schemas.openxmlformats.org/markup-compatibility/2006" xmlns:p14="http://schemas.microsoft.com/office/powerpoint/2010/main">
        <mc:Choice Requires="p14">
          <p:contentPart p14:bwMode="auto" r:id="rId19">
            <p14:nvContentPartPr>
              <p14:cNvPr id="1049868" name="墨迹 1049867"/>
              <p14:cNvContentPartPr/>
              <p14:nvPr/>
            </p14:nvContentPartPr>
            <p14:xfrm>
              <a:off x="10253019" y="3052091"/>
              <a:ext cx="212369" cy="63813"/>
            </p14:xfrm>
          </p:contentPart>
        </mc:Choice>
        <mc:Fallback xmlns="">
          <p:sp>
            <p:nvSpPr>
              <p:cNvPr id="1049868" name=""/>
              <p:cNvSpPr/>
              <p:nvPr/>
            </p:nvSpPr>
            <p:spPr>
              <a:xfrm>
                <a:off x="10253019" y="3052091"/>
                <a:ext cx="212369" cy="63813"/>
              </a:xfrm>
            </p:spPr>
          </p:sp>
        </mc:Fallback>
      </mc:AlternateContent>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869" name="TextBox 11"/>
          <p:cNvSpPr txBox="1"/>
          <p:nvPr/>
        </p:nvSpPr>
        <p:spPr>
          <a:xfrm>
            <a:off x="1014578" y="1212811"/>
            <a:ext cx="9980347" cy="400110"/>
          </a:xfrm>
          <a:prstGeom prst="rect">
            <a:avLst/>
          </a:prstGeom>
          <a:noFill/>
          <a:ln w="9525">
            <a:noFill/>
          </a:ln>
        </p:spPr>
        <p:txBody>
          <a:bodyPr wrap="square" anchor="t">
            <a:spAutoFit/>
          </a:bodyPr>
          <a:lstStyle/>
          <a:p>
            <a:pPr marL="342900" indent="-342900">
              <a:spcAft>
                <a:spcPts val="1200"/>
              </a:spcAft>
              <a:buFont typeface="Wingdings" panose="05000000000000000000" pitchFamily="2" charset="2"/>
              <a:buChar char="Ø"/>
            </a:pPr>
            <a:r>
              <a:rPr lang="en-US" altLang="zh-CN" sz="2000" b="1" dirty="0">
                <a:solidFill>
                  <a:srgbClr val="004C54"/>
                </a:solidFill>
                <a:latin typeface="微软雅黑" panose="020B0503020204020204" pitchFamily="34" charset="-122"/>
                <a:ea typeface="微软雅黑" panose="020B0503020204020204" pitchFamily="34" charset="-122"/>
              </a:rPr>
              <a:t>Canny</a:t>
            </a:r>
            <a:r>
              <a:rPr lang="zh-CN" altLang="en-US" sz="2000" b="1" dirty="0">
                <a:solidFill>
                  <a:srgbClr val="004C54"/>
                </a:solidFill>
                <a:latin typeface="微软雅黑" panose="020B0503020204020204" pitchFamily="34" charset="-122"/>
                <a:ea typeface="微软雅黑" panose="020B0503020204020204" pitchFamily="34" charset="-122"/>
              </a:rPr>
              <a:t>算子</a:t>
            </a:r>
          </a:p>
        </p:txBody>
      </p:sp>
      <p:sp>
        <p:nvSpPr>
          <p:cNvPr id="1049870" name="Rectangle 2"/>
          <p:cNvSpPr>
            <a:spLocks noChangeArrowheads="1"/>
          </p:cNvSpPr>
          <p:nvPr/>
        </p:nvSpPr>
        <p:spPr bwMode="auto">
          <a:xfrm>
            <a:off x="1849909" y="1707073"/>
            <a:ext cx="8229600" cy="1169551"/>
          </a:xfrm>
          <a:prstGeom prst="rect">
            <a:avLst/>
          </a:prstGeom>
          <a:noFill/>
          <a:ln>
            <a:noFill/>
          </a:ln>
          <a:effec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spcAft>
                <a:spcPts val="600"/>
              </a:spcAft>
              <a:buFontTx/>
              <a:buNone/>
            </a:pPr>
            <a:r>
              <a:rPr kumimoji="1" lang="zh-CN" altLang="en-US" sz="2000" dirty="0">
                <a:solidFill>
                  <a:srgbClr val="004C54"/>
                </a:solidFill>
                <a:latin typeface="+mn-ea"/>
                <a:ea typeface="+mn-ea"/>
              </a:rPr>
              <a:t>4）</a:t>
            </a:r>
            <a:r>
              <a:rPr kumimoji="1" lang="zh-CN" altLang="en-US" sz="2000" dirty="0">
                <a:solidFill>
                  <a:srgbClr val="FF0000"/>
                </a:solidFill>
                <a:latin typeface="+mn-ea"/>
                <a:ea typeface="+mn-ea"/>
              </a:rPr>
              <a:t>非极大值抑制（</a:t>
            </a:r>
            <a:r>
              <a:rPr kumimoji="1" lang="en-US" altLang="zh-CN" sz="2000" dirty="0">
                <a:solidFill>
                  <a:srgbClr val="FF0000"/>
                </a:solidFill>
                <a:latin typeface="+mn-ea"/>
                <a:ea typeface="+mn-ea"/>
              </a:rPr>
              <a:t>NMS）</a:t>
            </a:r>
            <a:r>
              <a:rPr kumimoji="1" lang="zh-CN" altLang="en-US" sz="2000" dirty="0">
                <a:solidFill>
                  <a:srgbClr val="004C54"/>
                </a:solidFill>
                <a:latin typeface="+mn-ea"/>
                <a:ea typeface="+mn-ea"/>
              </a:rPr>
              <a:t> </a:t>
            </a:r>
          </a:p>
          <a:p>
            <a:pPr eaLnBrk="1" hangingPunct="1">
              <a:spcBef>
                <a:spcPct val="0"/>
              </a:spcBef>
              <a:spcAft>
                <a:spcPts val="600"/>
              </a:spcAft>
              <a:buFontTx/>
              <a:buNone/>
            </a:pPr>
            <a:r>
              <a:rPr kumimoji="1" lang="zh-CN" altLang="en-US" sz="2000" dirty="0">
                <a:solidFill>
                  <a:srgbClr val="004C54"/>
                </a:solidFill>
                <a:latin typeface="+mn-ea"/>
                <a:ea typeface="+mn-ea"/>
              </a:rPr>
              <a:t>     细化幅值图像中的屋脊带，即只保留幅值局部变化最大的点。</a:t>
            </a:r>
          </a:p>
          <a:p>
            <a:pPr>
              <a:spcBef>
                <a:spcPct val="0"/>
              </a:spcBef>
              <a:spcAft>
                <a:spcPts val="600"/>
              </a:spcAft>
              <a:buFontTx/>
              <a:buNone/>
            </a:pPr>
            <a:r>
              <a:rPr kumimoji="1" lang="zh-CN" altLang="en-US" sz="2000" dirty="0">
                <a:solidFill>
                  <a:srgbClr val="004C54"/>
                </a:solidFill>
                <a:latin typeface="+mn-ea"/>
                <a:ea typeface="+mn-ea"/>
              </a:rPr>
              <a:t>    *将梯度角的变化范围减小到圆周的八个扇区之一，</a:t>
            </a:r>
          </a:p>
        </p:txBody>
      </p:sp>
      <p:graphicFrame>
        <p:nvGraphicFramePr>
          <p:cNvPr id="4194350" name="Object 4"/>
          <p:cNvGraphicFramePr>
            <a:graphicFrameLocks noChangeAspect="1"/>
          </p:cNvGraphicFramePr>
          <p:nvPr/>
        </p:nvGraphicFramePr>
        <p:xfrm>
          <a:off x="8517409" y="3079080"/>
          <a:ext cx="3124200" cy="2870200"/>
        </p:xfrm>
        <a:graphic>
          <a:graphicData uri="http://schemas.openxmlformats.org/presentationml/2006/ole">
            <mc:AlternateContent xmlns:mc="http://schemas.openxmlformats.org/markup-compatibility/2006">
              <mc:Choice xmlns:v="urn:schemas-microsoft-com:vml" Requires="v">
                <p:oleObj name="BMP 图象" r:id="rId2" imgW="3514286" imgH="3228571" progId="Paint.Picture">
                  <p:embed/>
                </p:oleObj>
              </mc:Choice>
              <mc:Fallback>
                <p:oleObj name="BMP 图象" r:id="rId2" imgW="3514286" imgH="3228571" progId="Paint.Picture">
                  <p:embed/>
                  <p:pic>
                    <p:nvPicPr>
                      <p:cNvPr id="2097244" name="Object 4"/>
                      <p:cNvPicPr>
                        <a:picLocks noChangeAspect="1" noChangeArrowheads="1"/>
                      </p:cNvPicPr>
                      <p:nvPr/>
                    </p:nvPicPr>
                    <p:blipFill>
                      <a:blip r:embed="rId3"/>
                      <a:srcRect/>
                      <a:stretch>
                        <a:fillRect/>
                      </a:stretch>
                    </p:blipFill>
                    <p:spPr bwMode="auto">
                      <a:xfrm>
                        <a:off x="8517409" y="3079080"/>
                        <a:ext cx="3124200" cy="2870200"/>
                      </a:xfrm>
                      <a:prstGeom prst="rect">
                        <a:avLst/>
                      </a:prstGeom>
                      <a:noFill/>
                      <a:ln>
                        <a:noFill/>
                      </a:ln>
                      <a:effectLst/>
                    </p:spPr>
                  </p:pic>
                </p:oleObj>
              </mc:Fallback>
            </mc:AlternateContent>
          </a:graphicData>
        </a:graphic>
      </p:graphicFrame>
      <p:sp>
        <p:nvSpPr>
          <p:cNvPr id="1049871" name="Rectangle 5"/>
          <p:cNvSpPr>
            <a:spLocks noChangeArrowheads="1"/>
          </p:cNvSpPr>
          <p:nvPr/>
        </p:nvSpPr>
        <p:spPr bwMode="auto">
          <a:xfrm>
            <a:off x="2230909" y="3145348"/>
            <a:ext cx="1313180" cy="396240"/>
          </a:xfrm>
          <a:prstGeom prst="rect">
            <a:avLst/>
          </a:prstGeom>
          <a:noFill/>
          <a:ln>
            <a:noFill/>
          </a:ln>
          <a:effec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kumimoji="1" lang="zh-CN" altLang="en-US" sz="2000" dirty="0">
                <a:solidFill>
                  <a:srgbClr val="004C54"/>
                </a:solidFill>
                <a:latin typeface="+mn-ea"/>
                <a:ea typeface="+mn-ea"/>
              </a:rPr>
              <a:t>*方向角：</a:t>
            </a:r>
          </a:p>
        </p:txBody>
      </p:sp>
      <p:sp>
        <p:nvSpPr>
          <p:cNvPr id="1049872" name="Rectangle 6"/>
          <p:cNvSpPr>
            <a:spLocks noChangeArrowheads="1"/>
          </p:cNvSpPr>
          <p:nvPr/>
        </p:nvSpPr>
        <p:spPr bwMode="auto">
          <a:xfrm>
            <a:off x="2230909" y="4364548"/>
            <a:ext cx="1082348" cy="400110"/>
          </a:xfrm>
          <a:prstGeom prst="rect">
            <a:avLst/>
          </a:prstGeom>
          <a:noFill/>
          <a:ln>
            <a:noFill/>
          </a:ln>
          <a:effec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kumimoji="1" lang="zh-CN" altLang="en-US" sz="2000">
                <a:solidFill>
                  <a:srgbClr val="004C54"/>
                </a:solidFill>
                <a:latin typeface="+mn-ea"/>
                <a:ea typeface="+mn-ea"/>
              </a:rPr>
              <a:t>*幅值：</a:t>
            </a:r>
          </a:p>
        </p:txBody>
      </p:sp>
      <p:sp>
        <p:nvSpPr>
          <p:cNvPr id="1049873" name="Text Box 10"/>
          <p:cNvSpPr txBox="1">
            <a:spLocks noChangeArrowheads="1"/>
          </p:cNvSpPr>
          <p:nvPr/>
        </p:nvSpPr>
        <p:spPr bwMode="auto">
          <a:xfrm>
            <a:off x="9538335" y="6021928"/>
            <a:ext cx="1082348" cy="400110"/>
          </a:xfrm>
          <a:prstGeom prst="rect">
            <a:avLst/>
          </a:prstGeom>
          <a:noFill/>
          <a:ln>
            <a:noFill/>
          </a:ln>
          <a:effectLst/>
        </p:spPr>
        <p:txBody>
          <a:bodyPr wrap="squar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50000"/>
              </a:spcBef>
              <a:buFontTx/>
              <a:buNone/>
            </a:pPr>
            <a:r>
              <a:rPr kumimoji="1" lang="zh-CN" altLang="en-US" sz="2000" dirty="0">
                <a:solidFill>
                  <a:srgbClr val="004C54"/>
                </a:solidFill>
                <a:latin typeface="+mn-ea"/>
                <a:ea typeface="+mn-ea"/>
              </a:rPr>
              <a:t>幅值图</a:t>
            </a:r>
          </a:p>
        </p:txBody>
      </p:sp>
      <p:sp>
        <p:nvSpPr>
          <p:cNvPr id="1049874" name="TextBox 27"/>
          <p:cNvSpPr txBox="1"/>
          <p:nvPr/>
        </p:nvSpPr>
        <p:spPr>
          <a:xfrm>
            <a:off x="1012825" y="176213"/>
            <a:ext cx="2621280" cy="574040"/>
          </a:xfrm>
          <a:prstGeom prst="rect">
            <a:avLst/>
          </a:prstGeom>
          <a:noFill/>
          <a:ln w="9525">
            <a:noFill/>
          </a:ln>
        </p:spPr>
        <p:txBody>
          <a:bodyPr wrap="none" anchor="t">
            <a:spAutoFit/>
          </a:bodyPr>
          <a:lstStyle/>
          <a:p>
            <a:r>
              <a:rPr lang="zh-CN" altLang="en-US" sz="3200" dirty="0">
                <a:solidFill>
                  <a:srgbClr val="004C54"/>
                </a:solidFill>
                <a:latin typeface="黑体" panose="02010609060101010101" pitchFamily="49" charset="-122"/>
                <a:ea typeface="黑体" panose="02010609060101010101" pitchFamily="49" charset="-122"/>
              </a:rPr>
              <a:t>三、边缘检测</a:t>
            </a:r>
            <a:endParaRPr lang="en-US" altLang="zh-CN" sz="3200" dirty="0">
              <a:solidFill>
                <a:srgbClr val="004C54"/>
              </a:solidFill>
              <a:latin typeface="黑体" panose="02010609060101010101" pitchFamily="49" charset="-122"/>
              <a:ea typeface="黑体" panose="02010609060101010101" pitchFamily="49" charset="-122"/>
            </a:endParaRPr>
          </a:p>
        </p:txBody>
      </p:sp>
      <p:sp>
        <p:nvSpPr>
          <p:cNvPr id="1049875"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a:p>
        </p:txBody>
      </p:sp>
      <p:sp>
        <p:nvSpPr>
          <p:cNvPr id="1049876" name="TextBox 11"/>
          <p:cNvSpPr txBox="1">
            <a:spLocks noRot="1" noChangeAspect="1" noMove="1" noResize="1" noEditPoints="1" noAdjustHandles="1" noChangeArrowheads="1" noChangeShapeType="1" noTextEdit="1"/>
          </p:cNvSpPr>
          <p:nvPr/>
        </p:nvSpPr>
        <p:spPr>
          <a:xfrm>
            <a:off x="3183409" y="3629516"/>
            <a:ext cx="2499530" cy="369332"/>
          </a:xfrm>
          <a:prstGeom prst="rect">
            <a:avLst/>
          </a:prstGeom>
          <a:blipFill>
            <a:blip r:embed="rId4"/>
            <a:stretch>
              <a:fillRect b="-16393"/>
            </a:stretch>
          </a:blipFill>
        </p:spPr>
        <p:txBody>
          <a:bodyPr/>
          <a:lstStyle/>
          <a:p>
            <a:r>
              <a:rPr lang="en-US">
                <a:noFill/>
              </a:rPr>
              <a:t> </a:t>
            </a:r>
          </a:p>
        </p:txBody>
      </p:sp>
      <p:sp>
        <p:nvSpPr>
          <p:cNvPr id="1049877" name="TextBox 13"/>
          <p:cNvSpPr txBox="1">
            <a:spLocks noRot="1" noChangeAspect="1" noMove="1" noResize="1" noEditPoints="1" noAdjustHandles="1" noChangeArrowheads="1" noChangeShapeType="1" noTextEdit="1"/>
          </p:cNvSpPr>
          <p:nvPr/>
        </p:nvSpPr>
        <p:spPr>
          <a:xfrm>
            <a:off x="3183409" y="5150927"/>
            <a:ext cx="3065583" cy="369332"/>
          </a:xfrm>
          <a:prstGeom prst="rect">
            <a:avLst/>
          </a:prstGeom>
          <a:blipFill>
            <a:blip r:embed="rId5"/>
            <a:stretch>
              <a:fillRect b="-16393"/>
            </a:stretch>
          </a:blipFill>
        </p:spPr>
        <p:txBody>
          <a:bodyPr/>
          <a:lstStyle/>
          <a:p>
            <a:r>
              <a:rPr lang="en-US">
                <a:noFill/>
              </a:rPr>
              <a:t> </a:t>
            </a:r>
          </a:p>
        </p:txBody>
      </p:sp>
      <mc:AlternateContent xmlns:mc="http://schemas.openxmlformats.org/markup-compatibility/2006" xmlns:p14="http://schemas.microsoft.com/office/powerpoint/2010/main">
        <mc:Choice Requires="p14">
          <p:contentPart p14:bwMode="auto" r:id="rId6">
            <p14:nvContentPartPr>
              <p14:cNvPr id="1049878" name="墨迹 1049877"/>
              <p14:cNvContentPartPr/>
              <p14:nvPr/>
            </p14:nvContentPartPr>
            <p14:xfrm>
              <a:off x="6067137" y="2353632"/>
              <a:ext cx="1124757" cy="495067"/>
            </p14:xfrm>
          </p:contentPart>
        </mc:Choice>
        <mc:Fallback xmlns="">
          <p:sp>
            <p:nvSpPr>
              <p:cNvPr id="1049878" name=""/>
              <p:cNvSpPr/>
              <p:nvPr/>
            </p:nvSpPr>
            <p:spPr>
              <a:xfrm>
                <a:off x="6067137" y="2353632"/>
                <a:ext cx="1124757" cy="495067"/>
              </a:xfrm>
            </p:spPr>
          </p:sp>
        </mc:Fallback>
      </mc:AlternateContent>
      <mc:AlternateContent xmlns:mc="http://schemas.openxmlformats.org/markup-compatibility/2006" xmlns:p14="http://schemas.microsoft.com/office/powerpoint/2010/main">
        <mc:Choice Requires="p14">
          <p:contentPart p14:bwMode="auto" r:id="rId7">
            <p14:nvContentPartPr>
              <p14:cNvPr id="1049879" name="墨迹 1049878"/>
              <p14:cNvContentPartPr/>
              <p14:nvPr/>
            </p14:nvContentPartPr>
            <p14:xfrm>
              <a:off x="11555951" y="6415607"/>
              <a:ext cx="0" cy="0"/>
            </p14:xfrm>
          </p:contentPart>
        </mc:Choice>
        <mc:Fallback xmlns="">
          <p:sp>
            <p:nvSpPr>
              <p:cNvPr id="1049879" name=""/>
              <p:cNvSpPr/>
              <p:nvPr/>
            </p:nvSpPr>
            <p:spPr>
              <a:xfrm>
                <a:off x="11555951" y="6415607"/>
                <a:ext cx="0" cy="0"/>
              </a:xfrm>
            </p:spPr>
          </p:sp>
        </mc:Fallback>
      </mc:AlternateContent>
      <mc:AlternateContent xmlns:mc="http://schemas.openxmlformats.org/markup-compatibility/2006" xmlns:p14="http://schemas.microsoft.com/office/powerpoint/2010/main">
        <mc:Choice Requires="p14">
          <p:contentPart p14:bwMode="auto" r:id="rId8">
            <p14:nvContentPartPr>
              <p14:cNvPr id="1049880" name="墨迹 1049879"/>
              <p14:cNvContentPartPr/>
              <p14:nvPr/>
            </p14:nvContentPartPr>
            <p14:xfrm>
              <a:off x="6059294" y="3243475"/>
              <a:ext cx="61727" cy="186491"/>
            </p14:xfrm>
          </p:contentPart>
        </mc:Choice>
        <mc:Fallback xmlns="">
          <p:sp>
            <p:nvSpPr>
              <p:cNvPr id="1049880" name=""/>
              <p:cNvSpPr/>
              <p:nvPr/>
            </p:nvSpPr>
            <p:spPr>
              <a:xfrm>
                <a:off x="6059294" y="3243475"/>
                <a:ext cx="61727" cy="186491"/>
              </a:xfrm>
            </p:spPr>
          </p:sp>
        </mc:Fallback>
      </mc:AlternateContent>
      <mc:AlternateContent xmlns:mc="http://schemas.openxmlformats.org/markup-compatibility/2006" xmlns:p14="http://schemas.microsoft.com/office/powerpoint/2010/main">
        <mc:Choice Requires="p14">
          <p:contentPart p14:bwMode="auto" r:id="rId9">
            <p14:nvContentPartPr>
              <p14:cNvPr id="1049881" name="墨迹 1049880"/>
              <p14:cNvContentPartPr/>
              <p14:nvPr/>
            </p14:nvContentPartPr>
            <p14:xfrm>
              <a:off x="6008587" y="3211037"/>
              <a:ext cx="304743" cy="281883"/>
            </p14:xfrm>
          </p:contentPart>
        </mc:Choice>
        <mc:Fallback xmlns="">
          <p:sp>
            <p:nvSpPr>
              <p:cNvPr id="1049881" name=""/>
              <p:cNvSpPr/>
              <p:nvPr/>
            </p:nvSpPr>
            <p:spPr>
              <a:xfrm>
                <a:off x="6008587" y="3211037"/>
                <a:ext cx="304743" cy="281883"/>
              </a:xfrm>
            </p:spPr>
          </p:sp>
        </mc:Fallback>
      </mc:AlternateContent>
      <mc:AlternateContent xmlns:mc="http://schemas.openxmlformats.org/markup-compatibility/2006" xmlns:p14="http://schemas.microsoft.com/office/powerpoint/2010/main">
        <mc:Choice Requires="p14">
          <p:contentPart p14:bwMode="auto" r:id="rId10">
            <p14:nvContentPartPr>
              <p14:cNvPr id="1049882" name="墨迹 1049881"/>
              <p14:cNvContentPartPr/>
              <p14:nvPr/>
            </p14:nvContentPartPr>
            <p14:xfrm>
              <a:off x="6046408" y="3489071"/>
              <a:ext cx="337801" cy="252663"/>
            </p14:xfrm>
          </p:contentPart>
        </mc:Choice>
        <mc:Fallback xmlns="">
          <p:sp>
            <p:nvSpPr>
              <p:cNvPr id="1049882" name=""/>
              <p:cNvSpPr/>
              <p:nvPr/>
            </p:nvSpPr>
            <p:spPr>
              <a:xfrm>
                <a:off x="6046408" y="3489071"/>
                <a:ext cx="337801" cy="252663"/>
              </a:xfrm>
            </p:spPr>
          </p:sp>
        </mc:Fallback>
      </mc:AlternateContent>
      <mc:AlternateContent xmlns:mc="http://schemas.openxmlformats.org/markup-compatibility/2006" xmlns:p14="http://schemas.microsoft.com/office/powerpoint/2010/main">
        <mc:Choice Requires="p14">
          <p:contentPart p14:bwMode="auto" r:id="rId11">
            <p14:nvContentPartPr>
              <p14:cNvPr id="1049883" name="墨迹 1049882"/>
              <p14:cNvContentPartPr/>
              <p14:nvPr/>
            </p14:nvContentPartPr>
            <p14:xfrm>
              <a:off x="6404449" y="3130007"/>
              <a:ext cx="194877" cy="230179"/>
            </p14:xfrm>
          </p:contentPart>
        </mc:Choice>
        <mc:Fallback xmlns="">
          <p:sp>
            <p:nvSpPr>
              <p:cNvPr id="1049883" name=""/>
              <p:cNvSpPr/>
              <p:nvPr/>
            </p:nvSpPr>
            <p:spPr>
              <a:xfrm>
                <a:off x="6404449" y="3130007"/>
                <a:ext cx="194877" cy="230179"/>
              </a:xfrm>
            </p:spPr>
          </p:sp>
        </mc:Fallback>
      </mc:AlternateContent>
      <mc:AlternateContent xmlns:mc="http://schemas.openxmlformats.org/markup-compatibility/2006" xmlns:p14="http://schemas.microsoft.com/office/powerpoint/2010/main">
        <mc:Choice Requires="p14">
          <p:contentPart p14:bwMode="auto" r:id="rId12">
            <p14:nvContentPartPr>
              <p14:cNvPr id="1049884" name="墨迹 1049883"/>
              <p14:cNvContentPartPr/>
              <p14:nvPr/>
            </p14:nvContentPartPr>
            <p14:xfrm>
              <a:off x="6525800" y="3240162"/>
              <a:ext cx="46012" cy="485231"/>
            </p14:xfrm>
          </p:contentPart>
        </mc:Choice>
        <mc:Fallback xmlns="">
          <p:sp>
            <p:nvSpPr>
              <p:cNvPr id="1049884" name=""/>
              <p:cNvSpPr/>
              <p:nvPr/>
            </p:nvSpPr>
            <p:spPr>
              <a:xfrm>
                <a:off x="6525800" y="3240162"/>
                <a:ext cx="46012" cy="485231"/>
              </a:xfrm>
            </p:spPr>
          </p:sp>
        </mc:Fallback>
      </mc:AlternateContent>
      <mc:AlternateContent xmlns:mc="http://schemas.openxmlformats.org/markup-compatibility/2006" xmlns:p14="http://schemas.microsoft.com/office/powerpoint/2010/main">
        <mc:Choice Requires="p14">
          <p:contentPart p14:bwMode="auto" r:id="rId13">
            <p14:nvContentPartPr>
              <p14:cNvPr id="1049885" name="墨迹 1049884"/>
              <p14:cNvContentPartPr/>
              <p14:nvPr/>
            </p14:nvContentPartPr>
            <p14:xfrm>
              <a:off x="6662024" y="3168934"/>
              <a:ext cx="9983" cy="147199"/>
            </p14:xfrm>
          </p:contentPart>
        </mc:Choice>
        <mc:Fallback xmlns="">
          <p:sp>
            <p:nvSpPr>
              <p:cNvPr id="1049885" name=""/>
              <p:cNvSpPr/>
              <p:nvPr/>
            </p:nvSpPr>
            <p:spPr>
              <a:xfrm>
                <a:off x="6662024" y="3168934"/>
                <a:ext cx="9983" cy="147199"/>
              </a:xfrm>
            </p:spPr>
          </p:sp>
        </mc:Fallback>
      </mc:AlternateContent>
      <mc:AlternateContent xmlns:mc="http://schemas.openxmlformats.org/markup-compatibility/2006" xmlns:p14="http://schemas.microsoft.com/office/powerpoint/2010/main">
        <mc:Choice Requires="p14">
          <p:contentPart p14:bwMode="auto" r:id="rId14">
            <p14:nvContentPartPr>
              <p14:cNvPr id="1049886" name="墨迹 1049885"/>
              <p14:cNvContentPartPr/>
              <p14:nvPr/>
            </p14:nvContentPartPr>
            <p14:xfrm>
              <a:off x="6680457" y="3121804"/>
              <a:ext cx="138231" cy="198538"/>
            </p14:xfrm>
          </p:contentPart>
        </mc:Choice>
        <mc:Fallback xmlns="">
          <p:sp>
            <p:nvSpPr>
              <p:cNvPr id="1049886" name=""/>
              <p:cNvSpPr/>
              <p:nvPr/>
            </p:nvSpPr>
            <p:spPr>
              <a:xfrm>
                <a:off x="6680457" y="3121804"/>
                <a:ext cx="138231" cy="198538"/>
              </a:xfrm>
            </p:spPr>
          </p:sp>
        </mc:Fallback>
      </mc:AlternateContent>
      <mc:AlternateContent xmlns:mc="http://schemas.openxmlformats.org/markup-compatibility/2006" xmlns:p14="http://schemas.microsoft.com/office/powerpoint/2010/main">
        <mc:Choice Requires="p14">
          <p:contentPart p14:bwMode="auto" r:id="rId15">
            <p14:nvContentPartPr>
              <p14:cNvPr id="1049887" name="墨迹 1049886"/>
              <p14:cNvContentPartPr/>
              <p14:nvPr/>
            </p14:nvContentPartPr>
            <p14:xfrm>
              <a:off x="6556224" y="3300253"/>
              <a:ext cx="260923" cy="361771"/>
            </p14:xfrm>
          </p:contentPart>
        </mc:Choice>
        <mc:Fallback xmlns="">
          <p:sp>
            <p:nvSpPr>
              <p:cNvPr id="1049887" name=""/>
              <p:cNvSpPr/>
              <p:nvPr/>
            </p:nvSpPr>
            <p:spPr>
              <a:xfrm>
                <a:off x="6556224" y="3300253"/>
                <a:ext cx="260923" cy="361771"/>
              </a:xfrm>
            </p:spPr>
          </p:sp>
        </mc:Fallback>
      </mc:AlternateContent>
      <mc:AlternateContent xmlns:mc="http://schemas.openxmlformats.org/markup-compatibility/2006" xmlns:p14="http://schemas.microsoft.com/office/powerpoint/2010/main">
        <mc:Choice Requires="p14">
          <p:contentPart p14:bwMode="auto" r:id="rId16">
            <p14:nvContentPartPr>
              <p14:cNvPr id="1049888" name="墨迹 1049887"/>
              <p14:cNvContentPartPr/>
              <p14:nvPr/>
            </p14:nvContentPartPr>
            <p14:xfrm>
              <a:off x="6568427" y="3429827"/>
              <a:ext cx="136539" cy="162413"/>
            </p14:xfrm>
          </p:contentPart>
        </mc:Choice>
        <mc:Fallback xmlns="">
          <p:sp>
            <p:nvSpPr>
              <p:cNvPr id="1049888" name=""/>
              <p:cNvSpPr/>
              <p:nvPr/>
            </p:nvSpPr>
            <p:spPr>
              <a:xfrm>
                <a:off x="6568427" y="3429827"/>
                <a:ext cx="136539" cy="162413"/>
              </a:xfrm>
            </p:spPr>
          </p:sp>
        </mc:Fallback>
      </mc:AlternateContent>
      <mc:AlternateContent xmlns:mc="http://schemas.openxmlformats.org/markup-compatibility/2006" xmlns:p14="http://schemas.microsoft.com/office/powerpoint/2010/main">
        <mc:Choice Requires="p14">
          <p:contentPart p14:bwMode="auto" r:id="rId17">
            <p14:nvContentPartPr>
              <p14:cNvPr id="1049889" name="墨迹 1049888"/>
              <p14:cNvContentPartPr/>
              <p14:nvPr/>
            </p14:nvContentPartPr>
            <p14:xfrm>
              <a:off x="6818211" y="3417404"/>
              <a:ext cx="174666" cy="159050"/>
            </p14:xfrm>
          </p:contentPart>
        </mc:Choice>
        <mc:Fallback xmlns="">
          <p:sp>
            <p:nvSpPr>
              <p:cNvPr id="1049889" name=""/>
              <p:cNvSpPr/>
              <p:nvPr/>
            </p:nvSpPr>
            <p:spPr>
              <a:xfrm>
                <a:off x="6818211" y="3417404"/>
                <a:ext cx="174666" cy="159050"/>
              </a:xfrm>
            </p:spPr>
          </p:sp>
        </mc:Fallback>
      </mc:AlternateContent>
      <mc:AlternateContent xmlns:mc="http://schemas.openxmlformats.org/markup-compatibility/2006" xmlns:p14="http://schemas.microsoft.com/office/powerpoint/2010/main">
        <mc:Choice Requires="p14">
          <p:contentPart p14:bwMode="auto" r:id="rId18">
            <p14:nvContentPartPr>
              <p14:cNvPr id="1049890" name="墨迹 1049889"/>
              <p14:cNvContentPartPr/>
              <p14:nvPr/>
            </p14:nvContentPartPr>
            <p14:xfrm>
              <a:off x="6971790" y="3089424"/>
              <a:ext cx="209827" cy="538905"/>
            </p14:xfrm>
          </p:contentPart>
        </mc:Choice>
        <mc:Fallback xmlns="">
          <p:sp>
            <p:nvSpPr>
              <p:cNvPr id="1049890" name=""/>
              <p:cNvSpPr/>
              <p:nvPr/>
            </p:nvSpPr>
            <p:spPr>
              <a:xfrm>
                <a:off x="6971790" y="3089424"/>
                <a:ext cx="209827" cy="538905"/>
              </a:xfrm>
            </p:spPr>
          </p:sp>
        </mc:Fallback>
      </mc:AlternateContent>
      <mc:AlternateContent xmlns:mc="http://schemas.openxmlformats.org/markup-compatibility/2006" xmlns:p14="http://schemas.microsoft.com/office/powerpoint/2010/main">
        <mc:Choice Requires="p14">
          <p:contentPart p14:bwMode="auto" r:id="rId19">
            <p14:nvContentPartPr>
              <p14:cNvPr id="1049891" name="墨迹 1049890"/>
              <p14:cNvContentPartPr/>
              <p14:nvPr/>
            </p14:nvContentPartPr>
            <p14:xfrm>
              <a:off x="6999067" y="3283514"/>
              <a:ext cx="282228" cy="332990"/>
            </p14:xfrm>
          </p:contentPart>
        </mc:Choice>
        <mc:Fallback xmlns="">
          <p:sp>
            <p:nvSpPr>
              <p:cNvPr id="1049891" name=""/>
              <p:cNvSpPr/>
              <p:nvPr/>
            </p:nvSpPr>
            <p:spPr>
              <a:xfrm>
                <a:off x="6999067" y="3283514"/>
                <a:ext cx="282228" cy="332990"/>
              </a:xfrm>
            </p:spPr>
          </p:sp>
        </mc:Fallback>
      </mc:AlternateContent>
      <mc:AlternateContent xmlns:mc="http://schemas.openxmlformats.org/markup-compatibility/2006" xmlns:p14="http://schemas.microsoft.com/office/powerpoint/2010/main">
        <mc:Choice Requires="p14">
          <p:contentPart p14:bwMode="auto" r:id="rId20">
            <p14:nvContentPartPr>
              <p14:cNvPr id="1049892" name="墨迹 1049891"/>
              <p14:cNvContentPartPr/>
              <p14:nvPr/>
            </p14:nvContentPartPr>
            <p14:xfrm>
              <a:off x="7043013" y="3442330"/>
              <a:ext cx="289239" cy="186167"/>
            </p14:xfrm>
          </p:contentPart>
        </mc:Choice>
        <mc:Fallback xmlns="">
          <p:sp>
            <p:nvSpPr>
              <p:cNvPr id="1049892" name=""/>
              <p:cNvSpPr/>
              <p:nvPr/>
            </p:nvSpPr>
            <p:spPr>
              <a:xfrm>
                <a:off x="7043013" y="3442330"/>
                <a:ext cx="289239" cy="186167"/>
              </a:xfrm>
            </p:spPr>
          </p:sp>
        </mc:Fallback>
      </mc:AlternateContent>
      <mc:AlternateContent xmlns:mc="http://schemas.openxmlformats.org/markup-compatibility/2006" xmlns:p14="http://schemas.microsoft.com/office/powerpoint/2010/main">
        <mc:Choice Requires="p14">
          <p:contentPart p14:bwMode="auto" r:id="rId21">
            <p14:nvContentPartPr>
              <p14:cNvPr id="1049893" name="墨迹 1049892"/>
              <p14:cNvContentPartPr/>
              <p14:nvPr/>
            </p14:nvContentPartPr>
            <p14:xfrm>
              <a:off x="6190921" y="3932565"/>
              <a:ext cx="35499" cy="121355"/>
            </p14:xfrm>
          </p:contentPart>
        </mc:Choice>
        <mc:Fallback xmlns="">
          <p:sp>
            <p:nvSpPr>
              <p:cNvPr id="1049893" name=""/>
              <p:cNvSpPr/>
              <p:nvPr/>
            </p:nvSpPr>
            <p:spPr>
              <a:xfrm>
                <a:off x="6190921" y="3932565"/>
                <a:ext cx="35499" cy="121355"/>
              </a:xfrm>
            </p:spPr>
          </p:sp>
        </mc:Fallback>
      </mc:AlternateContent>
      <mc:AlternateContent xmlns:mc="http://schemas.openxmlformats.org/markup-compatibility/2006" xmlns:p14="http://schemas.microsoft.com/office/powerpoint/2010/main">
        <mc:Choice Requires="p14">
          <p:contentPart p14:bwMode="auto" r:id="rId22">
            <p14:nvContentPartPr>
              <p14:cNvPr id="1049894" name="墨迹 1049893"/>
              <p14:cNvContentPartPr/>
              <p14:nvPr/>
            </p14:nvContentPartPr>
            <p14:xfrm>
              <a:off x="6017271" y="4024511"/>
              <a:ext cx="422886" cy="611782"/>
            </p14:xfrm>
          </p:contentPart>
        </mc:Choice>
        <mc:Fallback xmlns="">
          <p:sp>
            <p:nvSpPr>
              <p:cNvPr id="1049894" name=""/>
              <p:cNvSpPr/>
              <p:nvPr/>
            </p:nvSpPr>
            <p:spPr>
              <a:xfrm>
                <a:off x="6017271" y="4024511"/>
                <a:ext cx="422886" cy="611782"/>
              </a:xfrm>
            </p:spPr>
          </p:sp>
        </mc:Fallback>
      </mc:AlternateContent>
      <mc:AlternateContent xmlns:mc="http://schemas.openxmlformats.org/markup-compatibility/2006" xmlns:p14="http://schemas.microsoft.com/office/powerpoint/2010/main">
        <mc:Choice Requires="p14">
          <p:contentPart p14:bwMode="auto" r:id="rId23">
            <p14:nvContentPartPr>
              <p14:cNvPr id="1049895" name="墨迹 1049894"/>
              <p14:cNvContentPartPr/>
              <p14:nvPr/>
            </p14:nvContentPartPr>
            <p14:xfrm>
              <a:off x="6128594" y="4251138"/>
              <a:ext cx="255177" cy="294891"/>
            </p14:xfrm>
          </p:contentPart>
        </mc:Choice>
        <mc:Fallback xmlns="">
          <p:sp>
            <p:nvSpPr>
              <p:cNvPr id="1049895" name=""/>
              <p:cNvSpPr/>
              <p:nvPr/>
            </p:nvSpPr>
            <p:spPr>
              <a:xfrm>
                <a:off x="6128594" y="4251138"/>
                <a:ext cx="255177" cy="294891"/>
              </a:xfrm>
            </p:spPr>
          </p:sp>
        </mc:Fallback>
      </mc:AlternateContent>
      <mc:AlternateContent xmlns:mc="http://schemas.openxmlformats.org/markup-compatibility/2006" xmlns:p14="http://schemas.microsoft.com/office/powerpoint/2010/main">
        <mc:Choice Requires="p14">
          <p:contentPart p14:bwMode="auto" r:id="rId24">
            <p14:nvContentPartPr>
              <p14:cNvPr id="1049896" name="墨迹 1049895"/>
              <p14:cNvContentPartPr/>
              <p14:nvPr/>
            </p14:nvContentPartPr>
            <p14:xfrm>
              <a:off x="6192750" y="4359378"/>
              <a:ext cx="136616" cy="100992"/>
            </p14:xfrm>
          </p:contentPart>
        </mc:Choice>
        <mc:Fallback xmlns="">
          <p:sp>
            <p:nvSpPr>
              <p:cNvPr id="1049896" name=""/>
              <p:cNvSpPr/>
              <p:nvPr/>
            </p:nvSpPr>
            <p:spPr>
              <a:xfrm>
                <a:off x="6192750" y="4359378"/>
                <a:ext cx="136616" cy="100992"/>
              </a:xfrm>
            </p:spPr>
          </p:sp>
        </mc:Fallback>
      </mc:AlternateContent>
      <mc:AlternateContent xmlns:mc="http://schemas.openxmlformats.org/markup-compatibility/2006" xmlns:p14="http://schemas.microsoft.com/office/powerpoint/2010/main">
        <mc:Choice Requires="p14">
          <p:contentPart p14:bwMode="auto" r:id="rId25">
            <p14:nvContentPartPr>
              <p14:cNvPr id="1049897" name="墨迹 1049896"/>
              <p14:cNvContentPartPr/>
              <p14:nvPr/>
            </p14:nvContentPartPr>
            <p14:xfrm>
              <a:off x="6377059" y="4209270"/>
              <a:ext cx="167292" cy="388109"/>
            </p14:xfrm>
          </p:contentPart>
        </mc:Choice>
        <mc:Fallback xmlns="">
          <p:sp>
            <p:nvSpPr>
              <p:cNvPr id="1049897" name=""/>
              <p:cNvSpPr/>
              <p:nvPr/>
            </p:nvSpPr>
            <p:spPr>
              <a:xfrm>
                <a:off x="6377059" y="4209270"/>
                <a:ext cx="167292" cy="388109"/>
              </a:xfrm>
            </p:spPr>
          </p:sp>
        </mc:Fallback>
      </mc:AlternateContent>
      <mc:AlternateContent xmlns:mc="http://schemas.openxmlformats.org/markup-compatibility/2006" xmlns:p14="http://schemas.microsoft.com/office/powerpoint/2010/main">
        <mc:Choice Requires="p14">
          <p:contentPart p14:bwMode="auto" r:id="rId26">
            <p14:nvContentPartPr>
              <p14:cNvPr id="1049898" name="墨迹 1049897"/>
              <p14:cNvContentPartPr/>
              <p14:nvPr/>
            </p14:nvContentPartPr>
            <p14:xfrm>
              <a:off x="6409800" y="4275454"/>
              <a:ext cx="285869" cy="214692"/>
            </p14:xfrm>
          </p:contentPart>
        </mc:Choice>
        <mc:Fallback xmlns="">
          <p:sp>
            <p:nvSpPr>
              <p:cNvPr id="1049898" name=""/>
              <p:cNvSpPr/>
              <p:nvPr/>
            </p:nvSpPr>
            <p:spPr>
              <a:xfrm>
                <a:off x="6409800" y="4275454"/>
                <a:ext cx="285869" cy="214692"/>
              </a:xfrm>
            </p:spPr>
          </p:sp>
        </mc:Fallback>
      </mc:AlternateContent>
      <mc:AlternateContent xmlns:mc="http://schemas.openxmlformats.org/markup-compatibility/2006" xmlns:p14="http://schemas.microsoft.com/office/powerpoint/2010/main">
        <mc:Choice Requires="p14">
          <p:contentPart p14:bwMode="auto" r:id="rId27">
            <p14:nvContentPartPr>
              <p14:cNvPr id="1049899" name="墨迹 1049898"/>
              <p14:cNvContentPartPr/>
              <p14:nvPr/>
            </p14:nvContentPartPr>
            <p14:xfrm>
              <a:off x="6656793" y="4029933"/>
              <a:ext cx="346812" cy="84843"/>
            </p14:xfrm>
          </p:contentPart>
        </mc:Choice>
        <mc:Fallback xmlns="">
          <p:sp>
            <p:nvSpPr>
              <p:cNvPr id="1049899" name=""/>
              <p:cNvSpPr/>
              <p:nvPr/>
            </p:nvSpPr>
            <p:spPr>
              <a:xfrm>
                <a:off x="6656793" y="4029933"/>
                <a:ext cx="346812" cy="84843"/>
              </a:xfrm>
            </p:spPr>
          </p:sp>
        </mc:Fallback>
      </mc:AlternateContent>
      <mc:AlternateContent xmlns:mc="http://schemas.openxmlformats.org/markup-compatibility/2006" xmlns:p14="http://schemas.microsoft.com/office/powerpoint/2010/main">
        <mc:Choice Requires="p14">
          <p:contentPart p14:bwMode="auto" r:id="rId28">
            <p14:nvContentPartPr>
              <p14:cNvPr id="1049900" name="墨迹 1049899"/>
              <p14:cNvContentPartPr/>
              <p14:nvPr/>
            </p14:nvContentPartPr>
            <p14:xfrm>
              <a:off x="6683201" y="4089101"/>
              <a:ext cx="62330" cy="502991"/>
            </p14:xfrm>
          </p:contentPart>
        </mc:Choice>
        <mc:Fallback xmlns="">
          <p:sp>
            <p:nvSpPr>
              <p:cNvPr id="1049900" name=""/>
              <p:cNvSpPr/>
              <p:nvPr/>
            </p:nvSpPr>
            <p:spPr>
              <a:xfrm>
                <a:off x="6683201" y="4089101"/>
                <a:ext cx="62330" cy="502991"/>
              </a:xfrm>
            </p:spPr>
          </p:sp>
        </mc:Fallback>
      </mc:AlternateContent>
      <mc:AlternateContent xmlns:mc="http://schemas.openxmlformats.org/markup-compatibility/2006" xmlns:p14="http://schemas.microsoft.com/office/powerpoint/2010/main">
        <mc:Choice Requires="p14">
          <p:contentPart p14:bwMode="auto" r:id="rId29">
            <p14:nvContentPartPr>
              <p14:cNvPr id="1049901" name="墨迹 1049900"/>
              <p14:cNvContentPartPr/>
              <p14:nvPr/>
            </p14:nvContentPartPr>
            <p14:xfrm>
              <a:off x="6789478" y="4215821"/>
              <a:ext cx="194378" cy="104440"/>
            </p14:xfrm>
          </p:contentPart>
        </mc:Choice>
        <mc:Fallback xmlns="">
          <p:sp>
            <p:nvSpPr>
              <p:cNvPr id="1049901" name=""/>
              <p:cNvSpPr/>
              <p:nvPr/>
            </p:nvSpPr>
            <p:spPr>
              <a:xfrm>
                <a:off x="6789478" y="4215821"/>
                <a:ext cx="194378" cy="104440"/>
              </a:xfrm>
            </p:spPr>
          </p:sp>
        </mc:Fallback>
      </mc:AlternateContent>
      <mc:AlternateContent xmlns:mc="http://schemas.openxmlformats.org/markup-compatibility/2006" xmlns:p14="http://schemas.microsoft.com/office/powerpoint/2010/main">
        <mc:Choice Requires="p14">
          <p:contentPart p14:bwMode="auto" r:id="rId30">
            <p14:nvContentPartPr>
              <p14:cNvPr id="1049902" name="墨迹 1049901"/>
              <p14:cNvContentPartPr/>
              <p14:nvPr/>
            </p14:nvContentPartPr>
            <p14:xfrm>
              <a:off x="6753882" y="4194287"/>
              <a:ext cx="383333" cy="321414"/>
            </p14:xfrm>
          </p:contentPart>
        </mc:Choice>
        <mc:Fallback xmlns="">
          <p:sp>
            <p:nvSpPr>
              <p:cNvPr id="1049902" name=""/>
              <p:cNvSpPr/>
              <p:nvPr/>
            </p:nvSpPr>
            <p:spPr>
              <a:xfrm>
                <a:off x="6753882" y="4194287"/>
                <a:ext cx="383333" cy="321414"/>
              </a:xfrm>
            </p:spPr>
          </p:sp>
        </mc:Fallback>
      </mc:AlternateContent>
      <mc:AlternateContent xmlns:mc="http://schemas.openxmlformats.org/markup-compatibility/2006" xmlns:p14="http://schemas.microsoft.com/office/powerpoint/2010/main">
        <mc:Choice Requires="p14">
          <p:contentPart p14:bwMode="auto" r:id="rId31">
            <p14:nvContentPartPr>
              <p14:cNvPr id="1049903" name="墨迹 1049902"/>
              <p14:cNvContentPartPr/>
              <p14:nvPr/>
            </p14:nvContentPartPr>
            <p14:xfrm>
              <a:off x="7189219" y="4098211"/>
              <a:ext cx="44970" cy="346441"/>
            </p14:xfrm>
          </p:contentPart>
        </mc:Choice>
        <mc:Fallback xmlns="">
          <p:sp>
            <p:nvSpPr>
              <p:cNvPr id="1049903" name=""/>
              <p:cNvSpPr/>
              <p:nvPr/>
            </p:nvSpPr>
            <p:spPr>
              <a:xfrm>
                <a:off x="7189219" y="4098211"/>
                <a:ext cx="44970" cy="346441"/>
              </a:xfrm>
            </p:spPr>
          </p:sp>
        </mc:Fallback>
      </mc:AlternateContent>
      <mc:AlternateContent xmlns:mc="http://schemas.openxmlformats.org/markup-compatibility/2006" xmlns:p14="http://schemas.microsoft.com/office/powerpoint/2010/main">
        <mc:Choice Requires="p14">
          <p:contentPart p14:bwMode="auto" r:id="rId32">
            <p14:nvContentPartPr>
              <p14:cNvPr id="1049904" name="墨迹 1049903"/>
              <p14:cNvContentPartPr/>
              <p14:nvPr/>
            </p14:nvContentPartPr>
            <p14:xfrm>
              <a:off x="7240771" y="4012021"/>
              <a:ext cx="261143" cy="423524"/>
            </p14:xfrm>
          </p:contentPart>
        </mc:Choice>
        <mc:Fallback xmlns="">
          <p:sp>
            <p:nvSpPr>
              <p:cNvPr id="1049904" name=""/>
              <p:cNvSpPr/>
              <p:nvPr/>
            </p:nvSpPr>
            <p:spPr>
              <a:xfrm>
                <a:off x="7240771" y="4012021"/>
                <a:ext cx="261143" cy="423524"/>
              </a:xfrm>
            </p:spPr>
          </p:sp>
        </mc:Fallback>
      </mc:AlternateContent>
      <mc:AlternateContent xmlns:mc="http://schemas.openxmlformats.org/markup-compatibility/2006" xmlns:p14="http://schemas.microsoft.com/office/powerpoint/2010/main">
        <mc:Choice Requires="p14">
          <p:contentPart p14:bwMode="auto" r:id="rId33">
            <p14:nvContentPartPr>
              <p14:cNvPr id="1049905" name="墨迹 1049904"/>
              <p14:cNvContentPartPr/>
              <p14:nvPr/>
            </p14:nvContentPartPr>
            <p14:xfrm>
              <a:off x="7267558" y="3819925"/>
              <a:ext cx="117966" cy="463475"/>
            </p14:xfrm>
          </p:contentPart>
        </mc:Choice>
        <mc:Fallback xmlns="">
          <p:sp>
            <p:nvSpPr>
              <p:cNvPr id="1049905" name=""/>
              <p:cNvSpPr/>
              <p:nvPr/>
            </p:nvSpPr>
            <p:spPr>
              <a:xfrm>
                <a:off x="7267558" y="3819925"/>
                <a:ext cx="117966" cy="463475"/>
              </a:xfrm>
            </p:spPr>
          </p:sp>
        </mc:Fallback>
      </mc:AlternateContent>
      <mc:AlternateContent xmlns:mc="http://schemas.openxmlformats.org/markup-compatibility/2006" xmlns:p14="http://schemas.microsoft.com/office/powerpoint/2010/main">
        <mc:Choice Requires="p14">
          <p:contentPart p14:bwMode="auto" r:id="rId34">
            <p14:nvContentPartPr>
              <p14:cNvPr id="1049906" name="墨迹 1049905"/>
              <p14:cNvContentPartPr/>
              <p14:nvPr/>
            </p14:nvContentPartPr>
            <p14:xfrm>
              <a:off x="7359089" y="4130513"/>
              <a:ext cx="175062" cy="103376"/>
            </p14:xfrm>
          </p:contentPart>
        </mc:Choice>
        <mc:Fallback xmlns="">
          <p:sp>
            <p:nvSpPr>
              <p:cNvPr id="1049906" name=""/>
              <p:cNvSpPr/>
              <p:nvPr/>
            </p:nvSpPr>
            <p:spPr>
              <a:xfrm>
                <a:off x="7359089" y="4130513"/>
                <a:ext cx="175062" cy="103376"/>
              </a:xfrm>
            </p:spPr>
          </p:sp>
        </mc:Fallback>
      </mc:AlternateContent>
      <mc:AlternateContent xmlns:mc="http://schemas.openxmlformats.org/markup-compatibility/2006" xmlns:p14="http://schemas.microsoft.com/office/powerpoint/2010/main">
        <mc:Choice Requires="p14">
          <p:contentPart p14:bwMode="auto" r:id="rId35">
            <p14:nvContentPartPr>
              <p14:cNvPr id="1049907" name="墨迹 1049906"/>
              <p14:cNvContentPartPr/>
              <p14:nvPr/>
            </p14:nvContentPartPr>
            <p14:xfrm>
              <a:off x="7712967" y="3992198"/>
              <a:ext cx="315728" cy="324015"/>
            </p14:xfrm>
          </p:contentPart>
        </mc:Choice>
        <mc:Fallback xmlns="">
          <p:sp>
            <p:nvSpPr>
              <p:cNvPr id="1049907" name=""/>
              <p:cNvSpPr/>
              <p:nvPr/>
            </p:nvSpPr>
            <p:spPr>
              <a:xfrm>
                <a:off x="7712967" y="3992198"/>
                <a:ext cx="315728" cy="324015"/>
              </a:xfrm>
            </p:spPr>
          </p:sp>
        </mc:Fallback>
      </mc:AlternateContent>
      <mc:AlternateContent xmlns:mc="http://schemas.openxmlformats.org/markup-compatibility/2006" xmlns:p14="http://schemas.microsoft.com/office/powerpoint/2010/main">
        <mc:Choice Requires="p14">
          <p:contentPart p14:bwMode="auto" r:id="rId36">
            <p14:nvContentPartPr>
              <p14:cNvPr id="1049908" name="墨迹 1049907"/>
              <p14:cNvContentPartPr/>
              <p14:nvPr/>
            </p14:nvContentPartPr>
            <p14:xfrm>
              <a:off x="8080451" y="3930324"/>
              <a:ext cx="499014" cy="266033"/>
            </p14:xfrm>
          </p:contentPart>
        </mc:Choice>
        <mc:Fallback xmlns="">
          <p:sp>
            <p:nvSpPr>
              <p:cNvPr id="1049908" name=""/>
              <p:cNvSpPr/>
              <p:nvPr/>
            </p:nvSpPr>
            <p:spPr>
              <a:xfrm>
                <a:off x="8080451" y="3930324"/>
                <a:ext cx="499014" cy="266033"/>
              </a:xfrm>
            </p:spPr>
          </p:sp>
        </mc:Fallback>
      </mc:AlternateContent>
      <mc:AlternateContent xmlns:mc="http://schemas.openxmlformats.org/markup-compatibility/2006" xmlns:p14="http://schemas.microsoft.com/office/powerpoint/2010/main">
        <mc:Choice Requires="p14">
          <p:contentPart p14:bwMode="auto" r:id="rId37">
            <p14:nvContentPartPr>
              <p14:cNvPr id="1049909" name="墨迹 1049908"/>
              <p14:cNvContentPartPr/>
              <p14:nvPr/>
            </p14:nvContentPartPr>
            <p14:xfrm>
              <a:off x="8266193" y="3988057"/>
              <a:ext cx="303105" cy="318945"/>
            </p14:xfrm>
          </p:contentPart>
        </mc:Choice>
        <mc:Fallback xmlns="">
          <p:sp>
            <p:nvSpPr>
              <p:cNvPr id="1049909" name=""/>
              <p:cNvSpPr/>
              <p:nvPr/>
            </p:nvSpPr>
            <p:spPr>
              <a:xfrm>
                <a:off x="8266193" y="3988057"/>
                <a:ext cx="303105" cy="318945"/>
              </a:xfrm>
            </p:spPr>
          </p:sp>
        </mc:Fallback>
      </mc:AlternateContent>
      <mc:AlternateContent xmlns:mc="http://schemas.openxmlformats.org/markup-compatibility/2006" xmlns:p14="http://schemas.microsoft.com/office/powerpoint/2010/main">
        <mc:Choice Requires="p14">
          <p:contentPart p14:bwMode="auto" r:id="rId38">
            <p14:nvContentPartPr>
              <p14:cNvPr id="1049910" name="墨迹 1049909"/>
              <p14:cNvContentPartPr/>
              <p14:nvPr/>
            </p14:nvContentPartPr>
            <p14:xfrm>
              <a:off x="8758606" y="4226588"/>
              <a:ext cx="0" cy="0"/>
            </p14:xfrm>
          </p:contentPart>
        </mc:Choice>
        <mc:Fallback xmlns="">
          <p:sp>
            <p:nvSpPr>
              <p:cNvPr id="1049910" name=""/>
              <p:cNvSpPr/>
              <p:nvPr/>
            </p:nvSpPr>
            <p:spPr>
              <a:xfrm>
                <a:off x="8758606" y="4226588"/>
                <a:ext cx="0" cy="0"/>
              </a:xfrm>
            </p:spPr>
          </p:sp>
        </mc:Fallback>
      </mc:AlternateContent>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911" name="TextBox 11"/>
          <p:cNvSpPr txBox="1"/>
          <p:nvPr/>
        </p:nvSpPr>
        <p:spPr>
          <a:xfrm>
            <a:off x="1014578" y="1212811"/>
            <a:ext cx="9980347" cy="400110"/>
          </a:xfrm>
          <a:prstGeom prst="rect">
            <a:avLst/>
          </a:prstGeom>
          <a:noFill/>
          <a:ln w="9525">
            <a:noFill/>
          </a:ln>
        </p:spPr>
        <p:txBody>
          <a:bodyPr wrap="square" anchor="t">
            <a:spAutoFit/>
          </a:bodyPr>
          <a:lstStyle/>
          <a:p>
            <a:pPr marL="342900" indent="-342900">
              <a:spcAft>
                <a:spcPts val="1200"/>
              </a:spcAft>
              <a:buFont typeface="Wingdings" panose="05000000000000000000" pitchFamily="2" charset="2"/>
              <a:buChar char="Ø"/>
            </a:pPr>
            <a:r>
              <a:rPr lang="en-US" altLang="zh-CN" sz="2000" b="1" dirty="0">
                <a:solidFill>
                  <a:srgbClr val="004C54"/>
                </a:solidFill>
                <a:latin typeface="微软雅黑" panose="020B0503020204020204" pitchFamily="34" charset="-122"/>
                <a:ea typeface="微软雅黑" panose="020B0503020204020204" pitchFamily="34" charset="-122"/>
              </a:rPr>
              <a:t>Canny</a:t>
            </a:r>
            <a:r>
              <a:rPr lang="zh-CN" altLang="en-US" sz="2000" b="1" dirty="0">
                <a:solidFill>
                  <a:srgbClr val="004C54"/>
                </a:solidFill>
                <a:latin typeface="微软雅黑" panose="020B0503020204020204" pitchFamily="34" charset="-122"/>
                <a:ea typeface="微软雅黑" panose="020B0503020204020204" pitchFamily="34" charset="-122"/>
              </a:rPr>
              <a:t>算子</a:t>
            </a:r>
          </a:p>
        </p:txBody>
      </p:sp>
      <p:sp>
        <p:nvSpPr>
          <p:cNvPr id="1049912" name="Rectangle 12"/>
          <p:cNvSpPr>
            <a:spLocks noChangeArrowheads="1"/>
          </p:cNvSpPr>
          <p:nvPr/>
        </p:nvSpPr>
        <p:spPr bwMode="auto">
          <a:xfrm>
            <a:off x="1849909" y="1701963"/>
            <a:ext cx="10153128" cy="2323713"/>
          </a:xfrm>
          <a:prstGeom prst="rect">
            <a:avLst/>
          </a:prstGeom>
          <a:noFill/>
          <a:ln>
            <a:noFill/>
          </a:ln>
          <a:effectLst/>
        </p:spPr>
        <p:txBody>
          <a:bodyPr wrap="squar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spcAft>
                <a:spcPts val="600"/>
              </a:spcAft>
              <a:buFontTx/>
              <a:buNone/>
            </a:pPr>
            <a:r>
              <a:rPr kumimoji="1" lang="zh-CN" altLang="en-US" sz="2000" dirty="0">
                <a:solidFill>
                  <a:srgbClr val="004C54"/>
                </a:solidFill>
                <a:latin typeface="+mn-ea"/>
                <a:ea typeface="+mn-ea"/>
              </a:rPr>
              <a:t>5）</a:t>
            </a:r>
            <a:r>
              <a:rPr kumimoji="1" lang="zh-CN" altLang="en-US" sz="2000" dirty="0">
                <a:solidFill>
                  <a:srgbClr val="FF0000"/>
                </a:solidFill>
                <a:latin typeface="+mn-ea"/>
                <a:ea typeface="+mn-ea"/>
              </a:rPr>
              <a:t>取域值</a:t>
            </a:r>
          </a:p>
          <a:p>
            <a:pPr marL="1085850" lvl="1" indent="-342900">
              <a:spcBef>
                <a:spcPct val="0"/>
              </a:spcBef>
              <a:spcAft>
                <a:spcPts val="600"/>
              </a:spcAft>
              <a:buFont typeface="Arial" panose="020B0604020202020204" pitchFamily="34" charset="0"/>
              <a:buChar char="•"/>
            </a:pPr>
            <a:r>
              <a:rPr kumimoji="1" lang="zh-CN" altLang="en-US" sz="2000" dirty="0">
                <a:solidFill>
                  <a:srgbClr val="004C54"/>
                </a:solidFill>
                <a:latin typeface="+mn-ea"/>
                <a:ea typeface="+mn-ea"/>
              </a:rPr>
              <a:t>将低于阈值的所有值赋零值，得到图像的边缘阵列</a:t>
            </a:r>
            <a:endParaRPr kumimoji="1" lang="en-US" altLang="zh-CN" sz="2000" dirty="0">
              <a:solidFill>
                <a:srgbClr val="004C54"/>
              </a:solidFill>
              <a:latin typeface="+mn-ea"/>
              <a:ea typeface="+mn-ea"/>
            </a:endParaRPr>
          </a:p>
          <a:p>
            <a:pPr marL="1085850" lvl="1" indent="-342900">
              <a:spcBef>
                <a:spcPct val="0"/>
              </a:spcBef>
              <a:spcAft>
                <a:spcPts val="600"/>
              </a:spcAft>
              <a:buFont typeface="Arial" panose="020B0604020202020204" pitchFamily="34" charset="0"/>
              <a:buChar char="•"/>
            </a:pPr>
            <a:r>
              <a:rPr kumimoji="1" lang="zh-CN" altLang="en-US" sz="2000" dirty="0">
                <a:solidFill>
                  <a:srgbClr val="004C54"/>
                </a:solidFill>
                <a:latin typeface="+mn-ea"/>
                <a:ea typeface="+mn-ea"/>
              </a:rPr>
              <a:t>阈值</a:t>
            </a:r>
            <a:r>
              <a:rPr kumimoji="1" lang="en-US" altLang="zh-CN" sz="2000" dirty="0">
                <a:solidFill>
                  <a:srgbClr val="004C54"/>
                </a:solidFill>
                <a:latin typeface="+mn-ea"/>
                <a:ea typeface="+mn-ea"/>
              </a:rPr>
              <a:t>τ</a:t>
            </a:r>
            <a:r>
              <a:rPr kumimoji="1" lang="zh-CN" altLang="en-US" sz="2000" dirty="0">
                <a:solidFill>
                  <a:srgbClr val="004C54"/>
                </a:solidFill>
                <a:latin typeface="+mn-ea"/>
                <a:ea typeface="+mn-ea"/>
              </a:rPr>
              <a:t>太低和阴影</a:t>
            </a:r>
            <a:r>
              <a:rPr kumimoji="1" lang="zh-CN" altLang="en-US" sz="2000" dirty="0">
                <a:solidFill>
                  <a:srgbClr val="004C54"/>
                </a:solidFill>
                <a:latin typeface="+mn-ea"/>
                <a:ea typeface="+mn-ea"/>
                <a:sym typeface="Wingdings" panose="05000000000000000000" pitchFamily="2" charset="2"/>
              </a:rPr>
              <a:t></a:t>
            </a:r>
            <a:r>
              <a:rPr kumimoji="1" lang="zh-CN" altLang="en-US" sz="2000" dirty="0">
                <a:solidFill>
                  <a:srgbClr val="004C54"/>
                </a:solidFill>
                <a:latin typeface="+mn-ea"/>
                <a:ea typeface="+mn-ea"/>
              </a:rPr>
              <a:t>假边缘</a:t>
            </a:r>
            <a:endParaRPr kumimoji="1" lang="en-US" altLang="zh-CN" sz="2000" dirty="0">
              <a:solidFill>
                <a:srgbClr val="004C54"/>
              </a:solidFill>
              <a:latin typeface="+mn-ea"/>
              <a:ea typeface="+mn-ea"/>
            </a:endParaRPr>
          </a:p>
          <a:p>
            <a:pPr marL="1085850" lvl="1" indent="-342900">
              <a:spcBef>
                <a:spcPct val="0"/>
              </a:spcBef>
              <a:spcAft>
                <a:spcPts val="600"/>
              </a:spcAft>
              <a:buFont typeface="Arial" panose="020B0604020202020204" pitchFamily="34" charset="0"/>
              <a:buChar char="•"/>
            </a:pPr>
            <a:r>
              <a:rPr kumimoji="1" lang="zh-CN" altLang="en-US" sz="2000" dirty="0">
                <a:solidFill>
                  <a:srgbClr val="004C54"/>
                </a:solidFill>
                <a:latin typeface="+mn-ea"/>
                <a:ea typeface="+mn-ea"/>
              </a:rPr>
              <a:t>阈值</a:t>
            </a:r>
            <a:r>
              <a:rPr kumimoji="1" lang="en-US" altLang="zh-CN" sz="2000" dirty="0">
                <a:solidFill>
                  <a:srgbClr val="004C54"/>
                </a:solidFill>
                <a:latin typeface="+mn-ea"/>
                <a:ea typeface="+mn-ea"/>
              </a:rPr>
              <a:t>τ</a:t>
            </a:r>
            <a:r>
              <a:rPr kumimoji="1" lang="zh-CN" altLang="en-US" sz="2000" dirty="0">
                <a:solidFill>
                  <a:srgbClr val="004C54"/>
                </a:solidFill>
                <a:latin typeface="+mn-ea"/>
                <a:ea typeface="+mn-ea"/>
              </a:rPr>
              <a:t>取得太高</a:t>
            </a:r>
            <a:r>
              <a:rPr kumimoji="1" lang="zh-CN" altLang="en-US" sz="2000" dirty="0">
                <a:solidFill>
                  <a:srgbClr val="004C54"/>
                </a:solidFill>
                <a:latin typeface="+mn-ea"/>
                <a:ea typeface="+mn-ea"/>
                <a:sym typeface="Wingdings" panose="05000000000000000000" pitchFamily="2" charset="2"/>
              </a:rPr>
              <a:t></a:t>
            </a:r>
            <a:r>
              <a:rPr kumimoji="1" lang="zh-CN" altLang="en-US" sz="2000" dirty="0">
                <a:solidFill>
                  <a:srgbClr val="004C54"/>
                </a:solidFill>
                <a:latin typeface="+mn-ea"/>
                <a:ea typeface="+mn-ea"/>
              </a:rPr>
              <a:t>部分轮廊丢失</a:t>
            </a:r>
            <a:endParaRPr kumimoji="1" lang="en-US" altLang="zh-CN" sz="2000" dirty="0">
              <a:solidFill>
                <a:srgbClr val="004C54"/>
              </a:solidFill>
              <a:latin typeface="+mn-ea"/>
              <a:ea typeface="+mn-ea"/>
            </a:endParaRPr>
          </a:p>
          <a:p>
            <a:pPr marL="1085850" lvl="1" indent="-342900">
              <a:spcBef>
                <a:spcPct val="0"/>
              </a:spcBef>
              <a:spcAft>
                <a:spcPts val="600"/>
              </a:spcAft>
              <a:buFont typeface="Arial" panose="020B0604020202020204" pitchFamily="34" charset="0"/>
              <a:buChar char="•"/>
            </a:pPr>
            <a:r>
              <a:rPr kumimoji="1" lang="zh-CN" altLang="en-US" sz="2000" dirty="0">
                <a:solidFill>
                  <a:srgbClr val="004C54"/>
                </a:solidFill>
                <a:latin typeface="+mn-ea"/>
                <a:ea typeface="+mn-ea"/>
              </a:rPr>
              <a:t>选用两个阈值: 更有效的阈值方案</a:t>
            </a:r>
          </a:p>
          <a:p>
            <a:pPr eaLnBrk="1" hangingPunct="1">
              <a:spcBef>
                <a:spcPct val="0"/>
              </a:spcBef>
              <a:spcAft>
                <a:spcPts val="600"/>
              </a:spcAft>
              <a:buFontTx/>
              <a:buNone/>
            </a:pPr>
            <a:r>
              <a:rPr kumimoji="1" lang="zh-CN" altLang="en-US" sz="2000" dirty="0">
                <a:solidFill>
                  <a:srgbClr val="004C54"/>
                </a:solidFill>
                <a:latin typeface="+mn-ea"/>
                <a:ea typeface="+mn-ea"/>
              </a:rPr>
              <a:t>    </a:t>
            </a:r>
            <a:r>
              <a:rPr kumimoji="1" lang="en-US" altLang="zh-CN" sz="2000" dirty="0">
                <a:solidFill>
                  <a:srgbClr val="004C54"/>
                </a:solidFill>
                <a:latin typeface="+mn-ea"/>
                <a:ea typeface="+mn-ea"/>
              </a:rPr>
              <a:t>	</a:t>
            </a:r>
            <a:endParaRPr kumimoji="1" lang="zh-CN" altLang="en-US" sz="2000" dirty="0">
              <a:solidFill>
                <a:srgbClr val="004C54"/>
              </a:solidFill>
              <a:latin typeface="+mn-ea"/>
              <a:ea typeface="+mn-ea"/>
            </a:endParaRPr>
          </a:p>
        </p:txBody>
      </p:sp>
      <p:sp>
        <p:nvSpPr>
          <p:cNvPr id="1049913" name="TextBox 27"/>
          <p:cNvSpPr txBox="1"/>
          <p:nvPr/>
        </p:nvSpPr>
        <p:spPr>
          <a:xfrm>
            <a:off x="1012825" y="176213"/>
            <a:ext cx="2621280" cy="574040"/>
          </a:xfrm>
          <a:prstGeom prst="rect">
            <a:avLst/>
          </a:prstGeom>
          <a:noFill/>
          <a:ln w="9525">
            <a:noFill/>
          </a:ln>
        </p:spPr>
        <p:txBody>
          <a:bodyPr wrap="none" anchor="t">
            <a:spAutoFit/>
          </a:bodyPr>
          <a:lstStyle/>
          <a:p>
            <a:r>
              <a:rPr lang="zh-CN" altLang="en-US" sz="3200" dirty="0">
                <a:solidFill>
                  <a:srgbClr val="004C54"/>
                </a:solidFill>
                <a:latin typeface="黑体" panose="02010609060101010101" pitchFamily="49" charset="-122"/>
                <a:ea typeface="黑体" panose="02010609060101010101" pitchFamily="49" charset="-122"/>
              </a:rPr>
              <a:t>三、边缘检测</a:t>
            </a:r>
            <a:endParaRPr lang="en-US" altLang="zh-CN" sz="3200" dirty="0">
              <a:solidFill>
                <a:srgbClr val="004C54"/>
              </a:solidFill>
              <a:latin typeface="黑体" panose="02010609060101010101" pitchFamily="49" charset="-122"/>
              <a:ea typeface="黑体" panose="02010609060101010101" pitchFamily="49" charset="-122"/>
            </a:endParaRPr>
          </a:p>
        </p:txBody>
      </p:sp>
      <p:sp>
        <p:nvSpPr>
          <p:cNvPr id="1049914"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a:p>
        </p:txBody>
      </p:sp>
      <p:sp>
        <p:nvSpPr>
          <p:cNvPr id="1049915" name="Rectangle 1"/>
          <p:cNvSpPr>
            <a:spLocks noRot="1" noChangeAspect="1" noMove="1" noResize="1" noEditPoints="1" noAdjustHandles="1" noChangeArrowheads="1" noChangeShapeType="1" noTextEdit="1"/>
          </p:cNvSpPr>
          <p:nvPr/>
        </p:nvSpPr>
        <p:spPr>
          <a:xfrm>
            <a:off x="2956751" y="3645024"/>
            <a:ext cx="6096000" cy="1661993"/>
          </a:xfrm>
          <a:prstGeom prst="rect">
            <a:avLst/>
          </a:prstGeom>
          <a:blipFill>
            <a:blip r:embed="rId2"/>
            <a:stretch>
              <a:fillRect l="-1000" t="-2198" r="-500" b="-4762"/>
            </a:stretch>
          </a:blipFill>
        </p:spPr>
        <p:txBody>
          <a:bodyPr/>
          <a:lstStyle/>
          <a:p>
            <a:r>
              <a:rPr lang="en-US">
                <a:noFill/>
              </a:rPr>
              <a:t> </a:t>
            </a:r>
          </a:p>
        </p:txBody>
      </p:sp>
      <mc:AlternateContent xmlns:mc="http://schemas.openxmlformats.org/markup-compatibility/2006" xmlns:p14="http://schemas.microsoft.com/office/powerpoint/2010/main">
        <mc:Choice Requires="p14">
          <p:contentPart p14:bwMode="auto" r:id="rId3">
            <p14:nvContentPartPr>
              <p14:cNvPr id="1049916" name="墨迹 1049915"/>
              <p14:cNvContentPartPr/>
              <p14:nvPr/>
            </p14:nvContentPartPr>
            <p14:xfrm>
              <a:off x="3003448" y="2387747"/>
              <a:ext cx="3120269" cy="82703"/>
            </p14:xfrm>
          </p:contentPart>
        </mc:Choice>
        <mc:Fallback xmlns="">
          <p:sp>
            <p:nvSpPr>
              <p:cNvPr id="1049916" name=""/>
              <p:cNvSpPr/>
              <p:nvPr/>
            </p:nvSpPr>
            <p:spPr>
              <a:xfrm>
                <a:off x="3003448" y="2387747"/>
                <a:ext cx="3120269" cy="82703"/>
              </a:xfrm>
            </p:spPr>
          </p:sp>
        </mc:Fallback>
      </mc:AlternateContent>
      <mc:AlternateContent xmlns:mc="http://schemas.openxmlformats.org/markup-compatibility/2006" xmlns:p14="http://schemas.microsoft.com/office/powerpoint/2010/main">
        <mc:Choice Requires="p14">
          <p:contentPart p14:bwMode="auto" r:id="rId4">
            <p14:nvContentPartPr>
              <p14:cNvPr id="1049917" name="墨迹 1049916"/>
              <p14:cNvContentPartPr/>
              <p14:nvPr/>
            </p14:nvContentPartPr>
            <p14:xfrm>
              <a:off x="4345429" y="1547007"/>
              <a:ext cx="359397" cy="327010"/>
            </p14:xfrm>
          </p:contentPart>
        </mc:Choice>
        <mc:Fallback xmlns="">
          <p:sp>
            <p:nvSpPr>
              <p:cNvPr id="1049917" name=""/>
              <p:cNvSpPr/>
              <p:nvPr/>
            </p:nvSpPr>
            <p:spPr>
              <a:xfrm>
                <a:off x="4345429" y="1547007"/>
                <a:ext cx="359397" cy="327010"/>
              </a:xfrm>
            </p:spPr>
          </p:sp>
        </mc:Fallback>
      </mc:AlternateContent>
      <mc:AlternateContent xmlns:mc="http://schemas.openxmlformats.org/markup-compatibility/2006" xmlns:p14="http://schemas.microsoft.com/office/powerpoint/2010/main">
        <mc:Choice Requires="p14">
          <p:contentPart p14:bwMode="auto" r:id="rId5">
            <p14:nvContentPartPr>
              <p14:cNvPr id="1049918" name="墨迹 1049917"/>
              <p14:cNvContentPartPr/>
              <p14:nvPr/>
            </p14:nvContentPartPr>
            <p14:xfrm>
              <a:off x="4400103" y="1357548"/>
              <a:ext cx="177057" cy="368302"/>
            </p14:xfrm>
          </p:contentPart>
        </mc:Choice>
        <mc:Fallback xmlns="">
          <p:sp>
            <p:nvSpPr>
              <p:cNvPr id="1049918" name=""/>
              <p:cNvSpPr/>
              <p:nvPr/>
            </p:nvSpPr>
            <p:spPr>
              <a:xfrm>
                <a:off x="4400103" y="1357548"/>
                <a:ext cx="177057" cy="368302"/>
              </a:xfrm>
            </p:spPr>
          </p:sp>
        </mc:Fallback>
      </mc:AlternateContent>
      <mc:AlternateContent xmlns:mc="http://schemas.openxmlformats.org/markup-compatibility/2006" xmlns:p14="http://schemas.microsoft.com/office/powerpoint/2010/main">
        <mc:Choice Requires="p14">
          <p:contentPart p14:bwMode="auto" r:id="rId6">
            <p14:nvContentPartPr>
              <p14:cNvPr id="1049919" name="墨迹 1049918"/>
              <p14:cNvContentPartPr/>
              <p14:nvPr/>
            </p14:nvContentPartPr>
            <p14:xfrm>
              <a:off x="4441599" y="1444278"/>
              <a:ext cx="175268" cy="280836"/>
            </p14:xfrm>
          </p:contentPart>
        </mc:Choice>
        <mc:Fallback xmlns="">
          <p:sp>
            <p:nvSpPr>
              <p:cNvPr id="1049919" name=""/>
              <p:cNvSpPr/>
              <p:nvPr/>
            </p:nvSpPr>
            <p:spPr>
              <a:xfrm>
                <a:off x="4441599" y="1444278"/>
                <a:ext cx="175268" cy="280836"/>
              </a:xfrm>
            </p:spPr>
          </p:sp>
        </mc:Fallback>
      </mc:AlternateContent>
      <mc:AlternateContent xmlns:mc="http://schemas.openxmlformats.org/markup-compatibility/2006" xmlns:p14="http://schemas.microsoft.com/office/powerpoint/2010/main">
        <mc:Choice Requires="p14">
          <p:contentPart p14:bwMode="auto" r:id="rId7">
            <p14:nvContentPartPr>
              <p14:cNvPr id="1049920" name="墨迹 1049919"/>
              <p14:cNvContentPartPr/>
              <p14:nvPr/>
            </p14:nvContentPartPr>
            <p14:xfrm>
              <a:off x="4834468" y="1573428"/>
              <a:ext cx="202806" cy="18741"/>
            </p14:xfrm>
          </p:contentPart>
        </mc:Choice>
        <mc:Fallback xmlns="">
          <p:sp>
            <p:nvSpPr>
              <p:cNvPr id="1049920" name=""/>
              <p:cNvSpPr/>
              <p:nvPr/>
            </p:nvSpPr>
            <p:spPr>
              <a:xfrm>
                <a:off x="4834468" y="1573428"/>
                <a:ext cx="202806" cy="18741"/>
              </a:xfrm>
            </p:spPr>
          </p:sp>
        </mc:Fallback>
      </mc:AlternateContent>
      <mc:AlternateContent xmlns:mc="http://schemas.openxmlformats.org/markup-compatibility/2006" xmlns:p14="http://schemas.microsoft.com/office/powerpoint/2010/main">
        <mc:Choice Requires="p14">
          <p:contentPart p14:bwMode="auto" r:id="rId8">
            <p14:nvContentPartPr>
              <p14:cNvPr id="1049921" name="墨迹 1049920"/>
              <p14:cNvContentPartPr/>
              <p14:nvPr/>
            </p14:nvContentPartPr>
            <p14:xfrm>
              <a:off x="5295390" y="1255278"/>
              <a:ext cx="16351" cy="150177"/>
            </p14:xfrm>
          </p:contentPart>
        </mc:Choice>
        <mc:Fallback xmlns="">
          <p:sp>
            <p:nvSpPr>
              <p:cNvPr id="1049921" name=""/>
              <p:cNvSpPr/>
              <p:nvPr/>
            </p:nvSpPr>
            <p:spPr>
              <a:xfrm>
                <a:off x="5295390" y="1255278"/>
                <a:ext cx="16351" cy="150177"/>
              </a:xfrm>
            </p:spPr>
          </p:sp>
        </mc:Fallback>
      </mc:AlternateContent>
      <mc:AlternateContent xmlns:mc="http://schemas.openxmlformats.org/markup-compatibility/2006" xmlns:p14="http://schemas.microsoft.com/office/powerpoint/2010/main">
        <mc:Choice Requires="p14">
          <p:contentPart p14:bwMode="auto" r:id="rId9">
            <p14:nvContentPartPr>
              <p14:cNvPr id="1049922" name="墨迹 1049921"/>
              <p14:cNvContentPartPr/>
              <p14:nvPr/>
            </p14:nvContentPartPr>
            <p14:xfrm>
              <a:off x="5167644" y="1414700"/>
              <a:ext cx="41276" cy="125723"/>
            </p14:xfrm>
          </p:contentPart>
        </mc:Choice>
        <mc:Fallback xmlns="">
          <p:sp>
            <p:nvSpPr>
              <p:cNvPr id="1049922" name=""/>
              <p:cNvSpPr/>
              <p:nvPr/>
            </p:nvSpPr>
            <p:spPr>
              <a:xfrm>
                <a:off x="5167644" y="1414700"/>
                <a:ext cx="41276" cy="125723"/>
              </a:xfrm>
            </p:spPr>
          </p:sp>
        </mc:Fallback>
      </mc:AlternateContent>
      <mc:AlternateContent xmlns:mc="http://schemas.openxmlformats.org/markup-compatibility/2006" xmlns:p14="http://schemas.microsoft.com/office/powerpoint/2010/main">
        <mc:Choice Requires="p14">
          <p:contentPart p14:bwMode="auto" r:id="rId10">
            <p14:nvContentPartPr>
              <p14:cNvPr id="1049923" name="墨迹 1049922"/>
              <p14:cNvContentPartPr/>
              <p14:nvPr/>
            </p14:nvContentPartPr>
            <p14:xfrm>
              <a:off x="5191143" y="1434967"/>
              <a:ext cx="180171" cy="157157"/>
            </p14:xfrm>
          </p:contentPart>
        </mc:Choice>
        <mc:Fallback xmlns="">
          <p:sp>
            <p:nvSpPr>
              <p:cNvPr id="1049923" name=""/>
              <p:cNvSpPr/>
              <p:nvPr/>
            </p:nvSpPr>
            <p:spPr>
              <a:xfrm>
                <a:off x="5191143" y="1434967"/>
                <a:ext cx="180171" cy="157157"/>
              </a:xfrm>
            </p:spPr>
          </p:sp>
        </mc:Fallback>
      </mc:AlternateContent>
      <mc:AlternateContent xmlns:mc="http://schemas.openxmlformats.org/markup-compatibility/2006" xmlns:p14="http://schemas.microsoft.com/office/powerpoint/2010/main">
        <mc:Choice Requires="p14">
          <p:contentPart p14:bwMode="auto" r:id="rId11">
            <p14:nvContentPartPr>
              <p14:cNvPr id="1049924" name="墨迹 1049923"/>
              <p14:cNvContentPartPr/>
              <p14:nvPr/>
            </p14:nvContentPartPr>
            <p14:xfrm>
              <a:off x="5086149" y="1578132"/>
              <a:ext cx="221531" cy="180477"/>
            </p14:xfrm>
          </p:contentPart>
        </mc:Choice>
        <mc:Fallback xmlns="">
          <p:sp>
            <p:nvSpPr>
              <p:cNvPr id="1049924" name=""/>
              <p:cNvSpPr/>
              <p:nvPr/>
            </p:nvSpPr>
            <p:spPr>
              <a:xfrm>
                <a:off x="5086149" y="1578132"/>
                <a:ext cx="221531" cy="180477"/>
              </a:xfrm>
            </p:spPr>
          </p:sp>
        </mc:Fallback>
      </mc:AlternateContent>
      <mc:AlternateContent xmlns:mc="http://schemas.openxmlformats.org/markup-compatibility/2006" xmlns:p14="http://schemas.microsoft.com/office/powerpoint/2010/main">
        <mc:Choice Requires="p14">
          <p:contentPart p14:bwMode="auto" r:id="rId12">
            <p14:nvContentPartPr>
              <p14:cNvPr id="1049925" name="墨迹 1049924"/>
              <p14:cNvContentPartPr/>
              <p14:nvPr/>
            </p14:nvContentPartPr>
            <p14:xfrm>
              <a:off x="5141908" y="1688634"/>
              <a:ext cx="443243" cy="118073"/>
            </p14:xfrm>
          </p:contentPart>
        </mc:Choice>
        <mc:Fallback xmlns="">
          <p:sp>
            <p:nvSpPr>
              <p:cNvPr id="1049925" name=""/>
              <p:cNvSpPr/>
              <p:nvPr/>
            </p:nvSpPr>
            <p:spPr>
              <a:xfrm>
                <a:off x="5141908" y="1688634"/>
                <a:ext cx="443243" cy="118073"/>
              </a:xfrm>
            </p:spPr>
          </p:sp>
        </mc:Fallback>
      </mc:AlternateContent>
      <mc:AlternateContent xmlns:mc="http://schemas.openxmlformats.org/markup-compatibility/2006" xmlns:p14="http://schemas.microsoft.com/office/powerpoint/2010/main">
        <mc:Choice Requires="p14">
          <p:contentPart p14:bwMode="auto" r:id="rId13">
            <p14:nvContentPartPr>
              <p14:cNvPr id="1049926" name="墨迹 1049925"/>
              <p14:cNvContentPartPr/>
              <p14:nvPr/>
            </p14:nvContentPartPr>
            <p14:xfrm>
              <a:off x="5606905" y="1391295"/>
              <a:ext cx="250710" cy="54487"/>
            </p14:xfrm>
          </p:contentPart>
        </mc:Choice>
        <mc:Fallback xmlns="">
          <p:sp>
            <p:nvSpPr>
              <p:cNvPr id="1049926" name=""/>
              <p:cNvSpPr/>
              <p:nvPr/>
            </p:nvSpPr>
            <p:spPr>
              <a:xfrm>
                <a:off x="5606905" y="1391295"/>
                <a:ext cx="250710" cy="54487"/>
              </a:xfrm>
            </p:spPr>
          </p:sp>
        </mc:Fallback>
      </mc:AlternateContent>
      <mc:AlternateContent xmlns:mc="http://schemas.openxmlformats.org/markup-compatibility/2006" xmlns:p14="http://schemas.microsoft.com/office/powerpoint/2010/main">
        <mc:Choice Requires="p14">
          <p:contentPart p14:bwMode="auto" r:id="rId14">
            <p14:nvContentPartPr>
              <p14:cNvPr id="1049927" name="墨迹 1049926"/>
              <p14:cNvContentPartPr/>
              <p14:nvPr/>
            </p14:nvContentPartPr>
            <p14:xfrm>
              <a:off x="5559850" y="1440267"/>
              <a:ext cx="198473" cy="321077"/>
            </p14:xfrm>
          </p:contentPart>
        </mc:Choice>
        <mc:Fallback xmlns="">
          <p:sp>
            <p:nvSpPr>
              <p:cNvPr id="1049927" name=""/>
              <p:cNvSpPr/>
              <p:nvPr/>
            </p:nvSpPr>
            <p:spPr>
              <a:xfrm>
                <a:off x="5559850" y="1440267"/>
                <a:ext cx="198473" cy="321077"/>
              </a:xfrm>
            </p:spPr>
          </p:sp>
        </mc:Fallback>
      </mc:AlternateContent>
      <mc:AlternateContent xmlns:mc="http://schemas.openxmlformats.org/markup-compatibility/2006" xmlns:p14="http://schemas.microsoft.com/office/powerpoint/2010/main">
        <mc:Choice Requires="p14">
          <p:contentPart p14:bwMode="auto" r:id="rId15">
            <p14:nvContentPartPr>
              <p14:cNvPr id="1049928" name="墨迹 1049927"/>
              <p14:cNvContentPartPr/>
              <p14:nvPr/>
            </p14:nvContentPartPr>
            <p14:xfrm>
              <a:off x="5731416" y="1514965"/>
              <a:ext cx="22303" cy="205523"/>
            </p14:xfrm>
          </p:contentPart>
        </mc:Choice>
        <mc:Fallback xmlns="">
          <p:sp>
            <p:nvSpPr>
              <p:cNvPr id="1049928" name=""/>
              <p:cNvSpPr/>
              <p:nvPr/>
            </p:nvSpPr>
            <p:spPr>
              <a:xfrm>
                <a:off x="5731416" y="1514965"/>
                <a:ext cx="22303" cy="205523"/>
              </a:xfrm>
            </p:spPr>
          </p:sp>
        </mc:Fallback>
      </mc:AlternateContent>
      <mc:AlternateContent xmlns:mc="http://schemas.openxmlformats.org/markup-compatibility/2006" xmlns:p14="http://schemas.microsoft.com/office/powerpoint/2010/main">
        <mc:Choice Requires="p14">
          <p:contentPart p14:bwMode="auto" r:id="rId16">
            <p14:nvContentPartPr>
              <p14:cNvPr id="1049929" name="墨迹 1049928"/>
              <p14:cNvContentPartPr/>
              <p14:nvPr/>
            </p14:nvContentPartPr>
            <p14:xfrm>
              <a:off x="5782365" y="1542930"/>
              <a:ext cx="152975" cy="145484"/>
            </p14:xfrm>
          </p:contentPart>
        </mc:Choice>
        <mc:Fallback xmlns="">
          <p:sp>
            <p:nvSpPr>
              <p:cNvPr id="1049929" name=""/>
              <p:cNvSpPr/>
              <p:nvPr/>
            </p:nvSpPr>
            <p:spPr>
              <a:xfrm>
                <a:off x="5782365" y="1542930"/>
                <a:ext cx="152975" cy="145484"/>
              </a:xfrm>
            </p:spPr>
          </p:sp>
        </mc:Fallback>
      </mc:AlternateContent>
      <mc:AlternateContent xmlns:mc="http://schemas.openxmlformats.org/markup-compatibility/2006" xmlns:p14="http://schemas.microsoft.com/office/powerpoint/2010/main">
        <mc:Choice Requires="p14">
          <p:contentPart p14:bwMode="auto" r:id="rId17">
            <p14:nvContentPartPr>
              <p14:cNvPr id="1049930" name="墨迹 1049929"/>
              <p14:cNvContentPartPr/>
              <p14:nvPr/>
            </p14:nvContentPartPr>
            <p14:xfrm>
              <a:off x="6022281" y="1362061"/>
              <a:ext cx="9387" cy="144925"/>
            </p14:xfrm>
          </p:contentPart>
        </mc:Choice>
        <mc:Fallback xmlns="">
          <p:sp>
            <p:nvSpPr>
              <p:cNvPr id="1049930" name=""/>
              <p:cNvSpPr/>
              <p:nvPr/>
            </p:nvSpPr>
            <p:spPr>
              <a:xfrm>
                <a:off x="6022281" y="1362061"/>
                <a:ext cx="9387" cy="144925"/>
              </a:xfrm>
            </p:spPr>
          </p:sp>
        </mc:Fallback>
      </mc:AlternateContent>
      <mc:AlternateContent xmlns:mc="http://schemas.openxmlformats.org/markup-compatibility/2006" xmlns:p14="http://schemas.microsoft.com/office/powerpoint/2010/main">
        <mc:Choice Requires="p14">
          <p:contentPart p14:bwMode="auto" r:id="rId18">
            <p14:nvContentPartPr>
              <p14:cNvPr id="1049931" name="墨迹 1049930"/>
              <p14:cNvContentPartPr/>
              <p14:nvPr/>
            </p14:nvContentPartPr>
            <p14:xfrm>
              <a:off x="5890084" y="1312903"/>
              <a:ext cx="561427" cy="495111"/>
            </p14:xfrm>
          </p:contentPart>
        </mc:Choice>
        <mc:Fallback xmlns="">
          <p:sp>
            <p:nvSpPr>
              <p:cNvPr id="1049931" name=""/>
              <p:cNvSpPr/>
              <p:nvPr/>
            </p:nvSpPr>
            <p:spPr>
              <a:xfrm>
                <a:off x="5890084" y="1312903"/>
                <a:ext cx="561427" cy="495111"/>
              </a:xfrm>
            </p:spPr>
          </p:sp>
        </mc:Fallback>
      </mc:AlternateContent>
      <mc:AlternateContent xmlns:mc="http://schemas.openxmlformats.org/markup-compatibility/2006" xmlns:p14="http://schemas.microsoft.com/office/powerpoint/2010/main">
        <mc:Choice Requires="p14">
          <p:contentPart p14:bwMode="auto" r:id="rId19">
            <p14:nvContentPartPr>
              <p14:cNvPr id="1049932" name="墨迹 1049931"/>
              <p14:cNvContentPartPr/>
              <p14:nvPr/>
            </p14:nvContentPartPr>
            <p14:xfrm>
              <a:off x="6791136" y="2714137"/>
              <a:ext cx="0" cy="0"/>
            </p14:xfrm>
          </p:contentPart>
        </mc:Choice>
        <mc:Fallback xmlns="">
          <p:sp>
            <p:nvSpPr>
              <p:cNvPr id="1049932" name=""/>
              <p:cNvSpPr/>
              <p:nvPr/>
            </p:nvSpPr>
            <p:spPr>
              <a:xfrm>
                <a:off x="6791136" y="2714137"/>
                <a:ext cx="0" cy="0"/>
              </a:xfrm>
            </p:spPr>
          </p:sp>
        </mc:Fallback>
      </mc:AlternateContent>
      <mc:AlternateContent xmlns:mc="http://schemas.openxmlformats.org/markup-compatibility/2006" xmlns:p14="http://schemas.microsoft.com/office/powerpoint/2010/main">
        <mc:Choice Requires="p14">
          <p:contentPart p14:bwMode="auto" r:id="rId20">
            <p14:nvContentPartPr>
              <p14:cNvPr id="1049933" name="墨迹 1049932"/>
              <p14:cNvContentPartPr/>
              <p14:nvPr/>
            </p14:nvContentPartPr>
            <p14:xfrm>
              <a:off x="6526411" y="1247691"/>
              <a:ext cx="31565" cy="63050"/>
            </p14:xfrm>
          </p:contentPart>
        </mc:Choice>
        <mc:Fallback xmlns="">
          <p:sp>
            <p:nvSpPr>
              <p:cNvPr id="1049933" name=""/>
              <p:cNvSpPr/>
              <p:nvPr/>
            </p:nvSpPr>
            <p:spPr>
              <a:xfrm>
                <a:off x="6526411" y="1247691"/>
                <a:ext cx="31565" cy="63050"/>
              </a:xfrm>
            </p:spPr>
          </p:sp>
        </mc:Fallback>
      </mc:AlternateContent>
      <mc:AlternateContent xmlns:mc="http://schemas.openxmlformats.org/markup-compatibility/2006" xmlns:p14="http://schemas.microsoft.com/office/powerpoint/2010/main">
        <mc:Choice Requires="p14">
          <p:contentPart p14:bwMode="auto" r:id="rId21">
            <p14:nvContentPartPr>
              <p14:cNvPr id="1049934" name="墨迹 1049933"/>
              <p14:cNvContentPartPr/>
              <p14:nvPr/>
            </p14:nvContentPartPr>
            <p14:xfrm>
              <a:off x="6406234" y="1390067"/>
              <a:ext cx="340535" cy="369208"/>
            </p14:xfrm>
          </p:contentPart>
        </mc:Choice>
        <mc:Fallback xmlns="">
          <p:sp>
            <p:nvSpPr>
              <p:cNvPr id="1049934" name=""/>
              <p:cNvSpPr/>
              <p:nvPr/>
            </p:nvSpPr>
            <p:spPr>
              <a:xfrm>
                <a:off x="6406234" y="1390067"/>
                <a:ext cx="340535" cy="369208"/>
              </a:xfrm>
            </p:spPr>
          </p:sp>
        </mc:Fallback>
      </mc:AlternateContent>
      <mc:AlternateContent xmlns:mc="http://schemas.openxmlformats.org/markup-compatibility/2006" xmlns:p14="http://schemas.microsoft.com/office/powerpoint/2010/main">
        <mc:Choice Requires="p14">
          <p:contentPart p14:bwMode="auto" r:id="rId22">
            <p14:nvContentPartPr>
              <p14:cNvPr id="1049935" name="墨迹 1049934"/>
              <p14:cNvContentPartPr/>
              <p14:nvPr/>
            </p14:nvContentPartPr>
            <p14:xfrm>
              <a:off x="6619001" y="1390874"/>
              <a:ext cx="204898" cy="242151"/>
            </p14:xfrm>
          </p:contentPart>
        </mc:Choice>
        <mc:Fallback xmlns="">
          <p:sp>
            <p:nvSpPr>
              <p:cNvPr id="1049935" name=""/>
              <p:cNvSpPr/>
              <p:nvPr/>
            </p:nvSpPr>
            <p:spPr>
              <a:xfrm>
                <a:off x="6619001" y="1390874"/>
                <a:ext cx="204898" cy="242151"/>
              </a:xfrm>
            </p:spPr>
          </p:sp>
        </mc:Fallback>
      </mc:AlternateContent>
      <mc:AlternateContent xmlns:mc="http://schemas.openxmlformats.org/markup-compatibility/2006" xmlns:p14="http://schemas.microsoft.com/office/powerpoint/2010/main">
        <mc:Choice Requires="p14">
          <p:contentPart p14:bwMode="auto" r:id="rId23">
            <p14:nvContentPartPr>
              <p14:cNvPr id="1049936" name="墨迹 1049935"/>
              <p14:cNvContentPartPr/>
              <p14:nvPr/>
            </p14:nvContentPartPr>
            <p14:xfrm>
              <a:off x="6561891" y="1306346"/>
              <a:ext cx="147654" cy="350721"/>
            </p14:xfrm>
          </p:contentPart>
        </mc:Choice>
        <mc:Fallback xmlns="">
          <p:sp>
            <p:nvSpPr>
              <p:cNvPr id="1049936" name=""/>
              <p:cNvSpPr/>
              <p:nvPr/>
            </p:nvSpPr>
            <p:spPr>
              <a:xfrm>
                <a:off x="6561891" y="1306346"/>
                <a:ext cx="147654" cy="350721"/>
              </a:xfrm>
            </p:spPr>
          </p:sp>
        </mc:Fallback>
      </mc:AlternateContent>
      <mc:AlternateContent xmlns:mc="http://schemas.openxmlformats.org/markup-compatibility/2006" xmlns:p14="http://schemas.microsoft.com/office/powerpoint/2010/main">
        <mc:Choice Requires="p14">
          <p:contentPart p14:bwMode="auto" r:id="rId24">
            <p14:nvContentPartPr>
              <p14:cNvPr id="1049937" name="墨迹 1049936"/>
              <p14:cNvContentPartPr/>
              <p14:nvPr/>
            </p14:nvContentPartPr>
            <p14:xfrm>
              <a:off x="7013348" y="1206582"/>
              <a:ext cx="139197" cy="408271"/>
            </p14:xfrm>
          </p:contentPart>
        </mc:Choice>
        <mc:Fallback xmlns="">
          <p:sp>
            <p:nvSpPr>
              <p:cNvPr id="1049937" name=""/>
              <p:cNvSpPr/>
              <p:nvPr/>
            </p:nvSpPr>
            <p:spPr>
              <a:xfrm>
                <a:off x="7013348" y="1206582"/>
                <a:ext cx="139197" cy="408271"/>
              </a:xfrm>
            </p:spPr>
          </p:sp>
        </mc:Fallback>
      </mc:AlternateContent>
      <mc:AlternateContent xmlns:mc="http://schemas.openxmlformats.org/markup-compatibility/2006" xmlns:p14="http://schemas.microsoft.com/office/powerpoint/2010/main">
        <mc:Choice Requires="p14">
          <p:contentPart p14:bwMode="auto" r:id="rId25">
            <p14:nvContentPartPr>
              <p14:cNvPr id="1049938" name="墨迹 1049937"/>
              <p14:cNvContentPartPr/>
              <p14:nvPr/>
            </p14:nvContentPartPr>
            <p14:xfrm>
              <a:off x="7176620" y="1177505"/>
              <a:ext cx="225383" cy="462571"/>
            </p14:xfrm>
          </p:contentPart>
        </mc:Choice>
        <mc:Fallback xmlns="">
          <p:sp>
            <p:nvSpPr>
              <p:cNvPr id="1049938" name=""/>
              <p:cNvSpPr/>
              <p:nvPr/>
            </p:nvSpPr>
            <p:spPr>
              <a:xfrm>
                <a:off x="7176620" y="1177505"/>
                <a:ext cx="225383" cy="462571"/>
              </a:xfrm>
            </p:spPr>
          </p:sp>
        </mc:Fallback>
      </mc:AlternateContent>
      <mc:AlternateContent xmlns:mc="http://schemas.openxmlformats.org/markup-compatibility/2006" xmlns:p14="http://schemas.microsoft.com/office/powerpoint/2010/main">
        <mc:Choice Requires="p14">
          <p:contentPart p14:bwMode="auto" r:id="rId26">
            <p14:nvContentPartPr>
              <p14:cNvPr id="1049939" name="墨迹 1049938"/>
              <p14:cNvContentPartPr/>
              <p14:nvPr/>
            </p14:nvContentPartPr>
            <p14:xfrm>
              <a:off x="7191751" y="1399644"/>
              <a:ext cx="496760" cy="231510"/>
            </p14:xfrm>
          </p:contentPart>
        </mc:Choice>
        <mc:Fallback xmlns="">
          <p:sp>
            <p:nvSpPr>
              <p:cNvPr id="1049939" name=""/>
              <p:cNvSpPr/>
              <p:nvPr/>
            </p:nvSpPr>
            <p:spPr>
              <a:xfrm>
                <a:off x="7191751" y="1399644"/>
                <a:ext cx="496760" cy="231510"/>
              </a:xfrm>
            </p:spPr>
          </p:sp>
        </mc:Fallback>
      </mc:AlternateContent>
      <mc:AlternateContent xmlns:mc="http://schemas.openxmlformats.org/markup-compatibility/2006" xmlns:p14="http://schemas.microsoft.com/office/powerpoint/2010/main">
        <mc:Choice Requires="p14">
          <p:contentPart p14:bwMode="auto" r:id="rId27">
            <p14:nvContentPartPr>
              <p14:cNvPr id="1049940" name="墨迹 1049939"/>
              <p14:cNvContentPartPr/>
              <p14:nvPr/>
            </p14:nvContentPartPr>
            <p14:xfrm>
              <a:off x="3848743" y="1424459"/>
              <a:ext cx="2002" cy="105537"/>
            </p14:xfrm>
          </p:contentPart>
        </mc:Choice>
        <mc:Fallback xmlns="">
          <p:sp>
            <p:nvSpPr>
              <p:cNvPr id="1049940" name=""/>
              <p:cNvSpPr/>
              <p:nvPr/>
            </p:nvSpPr>
            <p:spPr>
              <a:xfrm>
                <a:off x="3848743" y="1424459"/>
                <a:ext cx="2002" cy="105537"/>
              </a:xfrm>
            </p:spPr>
          </p:sp>
        </mc:Fallback>
      </mc:AlternateContent>
      <mc:AlternateContent xmlns:mc="http://schemas.openxmlformats.org/markup-compatibility/2006" xmlns:p14="http://schemas.microsoft.com/office/powerpoint/2010/main">
        <mc:Choice Requires="p14">
          <p:contentPart p14:bwMode="auto" r:id="rId28">
            <p14:nvContentPartPr>
              <p14:cNvPr id="1049941" name="墨迹 1049940"/>
              <p14:cNvContentPartPr/>
              <p14:nvPr/>
            </p14:nvContentPartPr>
            <p14:xfrm>
              <a:off x="3740568" y="1640460"/>
              <a:ext cx="238873" cy="278409"/>
            </p14:xfrm>
          </p:contentPart>
        </mc:Choice>
        <mc:Fallback xmlns="">
          <p:sp>
            <p:nvSpPr>
              <p:cNvPr id="1049941" name=""/>
              <p:cNvSpPr/>
              <p:nvPr/>
            </p:nvSpPr>
            <p:spPr>
              <a:xfrm>
                <a:off x="3740568" y="1640460"/>
                <a:ext cx="238873" cy="278409"/>
              </a:xfrm>
            </p:spPr>
          </p:sp>
        </mc:Fallback>
      </mc:AlternateContent>
      <mc:AlternateContent xmlns:mc="http://schemas.openxmlformats.org/markup-compatibility/2006" xmlns:p14="http://schemas.microsoft.com/office/powerpoint/2010/main">
        <mc:Choice Requires="p14">
          <p:contentPart p14:bwMode="auto" r:id="rId29">
            <p14:nvContentPartPr>
              <p14:cNvPr id="1049942" name="墨迹 1049941"/>
              <p14:cNvContentPartPr/>
              <p14:nvPr/>
            </p14:nvContentPartPr>
            <p14:xfrm>
              <a:off x="3909359" y="1441024"/>
              <a:ext cx="139435" cy="438060"/>
            </p14:xfrm>
          </p:contentPart>
        </mc:Choice>
        <mc:Fallback xmlns="">
          <p:sp>
            <p:nvSpPr>
              <p:cNvPr id="1049942" name=""/>
              <p:cNvSpPr/>
              <p:nvPr/>
            </p:nvSpPr>
            <p:spPr>
              <a:xfrm>
                <a:off x="3909359" y="1441024"/>
                <a:ext cx="139435" cy="438060"/>
              </a:xfrm>
            </p:spPr>
          </p:sp>
        </mc:Fallback>
      </mc:AlternateContent>
      <mc:AlternateContent xmlns:mc="http://schemas.openxmlformats.org/markup-compatibility/2006" xmlns:p14="http://schemas.microsoft.com/office/powerpoint/2010/main">
        <mc:Choice Requires="p14">
          <p:contentPart p14:bwMode="auto" r:id="rId30">
            <p14:nvContentPartPr>
              <p14:cNvPr id="1049943" name="墨迹 1049942"/>
              <p14:cNvContentPartPr/>
              <p14:nvPr/>
            </p14:nvContentPartPr>
            <p14:xfrm>
              <a:off x="4024529" y="1682868"/>
              <a:ext cx="267432" cy="235668"/>
            </p14:xfrm>
          </p:contentPart>
        </mc:Choice>
        <mc:Fallback xmlns="">
          <p:sp>
            <p:nvSpPr>
              <p:cNvPr id="1049943" name=""/>
              <p:cNvSpPr/>
              <p:nvPr/>
            </p:nvSpPr>
            <p:spPr>
              <a:xfrm>
                <a:off x="4024529" y="1682868"/>
                <a:ext cx="267432" cy="235668"/>
              </a:xfrm>
            </p:spPr>
          </p:sp>
        </mc:Fallback>
      </mc:AlternateContent>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246" name="Picture 5"/>
          <p:cNvPicPr>
            <a:picLocks noChangeAspect="1"/>
          </p:cNvPicPr>
          <p:nvPr/>
        </p:nvPicPr>
        <p:blipFill>
          <a:blip r:embed="rId2"/>
          <a:stretch>
            <a:fillRect/>
          </a:stretch>
        </p:blipFill>
        <p:spPr>
          <a:xfrm>
            <a:off x="8977989" y="2352421"/>
            <a:ext cx="2774110" cy="2808390"/>
          </a:xfrm>
          <a:prstGeom prst="rect">
            <a:avLst/>
          </a:prstGeom>
        </p:spPr>
      </p:pic>
      <p:pic>
        <p:nvPicPr>
          <p:cNvPr id="2097247" name="Picture 9"/>
          <p:cNvPicPr>
            <a:picLocks noChangeAspect="1"/>
          </p:cNvPicPr>
          <p:nvPr/>
        </p:nvPicPr>
        <p:blipFill>
          <a:blip r:embed="rId3"/>
          <a:stretch>
            <a:fillRect/>
          </a:stretch>
        </p:blipFill>
        <p:spPr>
          <a:xfrm>
            <a:off x="405148" y="2356699"/>
            <a:ext cx="2774110" cy="2774110"/>
          </a:xfrm>
          <a:prstGeom prst="rect">
            <a:avLst/>
          </a:prstGeom>
        </p:spPr>
      </p:pic>
      <p:pic>
        <p:nvPicPr>
          <p:cNvPr id="2097248" name="Picture 10"/>
          <p:cNvPicPr>
            <a:picLocks noChangeAspect="1"/>
          </p:cNvPicPr>
          <p:nvPr/>
        </p:nvPicPr>
        <p:blipFill>
          <a:blip r:embed="rId4"/>
          <a:stretch>
            <a:fillRect/>
          </a:stretch>
        </p:blipFill>
        <p:spPr>
          <a:xfrm>
            <a:off x="3261706" y="2352421"/>
            <a:ext cx="2778390" cy="2778390"/>
          </a:xfrm>
          <a:prstGeom prst="rect">
            <a:avLst/>
          </a:prstGeom>
        </p:spPr>
      </p:pic>
      <p:pic>
        <p:nvPicPr>
          <p:cNvPr id="2097249" name="Picture 11"/>
          <p:cNvPicPr>
            <a:picLocks noChangeAspect="1"/>
          </p:cNvPicPr>
          <p:nvPr/>
        </p:nvPicPr>
        <p:blipFill>
          <a:blip r:embed="rId5"/>
          <a:stretch>
            <a:fillRect/>
          </a:stretch>
        </p:blipFill>
        <p:spPr>
          <a:xfrm>
            <a:off x="6117151" y="2357373"/>
            <a:ext cx="2774110" cy="2774110"/>
          </a:xfrm>
          <a:prstGeom prst="rect">
            <a:avLst/>
          </a:prstGeom>
        </p:spPr>
      </p:pic>
      <p:sp>
        <p:nvSpPr>
          <p:cNvPr id="1049944" name="TextBox 11"/>
          <p:cNvSpPr txBox="1"/>
          <p:nvPr/>
        </p:nvSpPr>
        <p:spPr>
          <a:xfrm>
            <a:off x="4136984" y="5203034"/>
            <a:ext cx="1512167" cy="400110"/>
          </a:xfrm>
          <a:prstGeom prst="rect">
            <a:avLst/>
          </a:prstGeom>
          <a:noFill/>
          <a:ln w="9525">
            <a:noFill/>
          </a:ln>
        </p:spPr>
        <p:txBody>
          <a:bodyPr wrap="square" anchor="t">
            <a:spAutoFit/>
          </a:bodyPr>
          <a:lstStyle/>
          <a:p>
            <a:pPr>
              <a:spcAft>
                <a:spcPts val="1200"/>
              </a:spcAft>
            </a:pPr>
            <a:r>
              <a:rPr lang="en-US" altLang="zh-CN" sz="2000" dirty="0">
                <a:solidFill>
                  <a:srgbClr val="004C54"/>
                </a:solidFill>
                <a:latin typeface="微软雅黑" panose="020B0503020204020204" pitchFamily="34" charset="-122"/>
                <a:ea typeface="微软雅黑" panose="020B0503020204020204" pitchFamily="34" charset="-122"/>
              </a:rPr>
              <a:t>Sobel</a:t>
            </a:r>
            <a:r>
              <a:rPr lang="zh-CN" altLang="en-US" sz="2000" dirty="0">
                <a:solidFill>
                  <a:srgbClr val="004C54"/>
                </a:solidFill>
                <a:latin typeface="微软雅黑" panose="020B0503020204020204" pitchFamily="34" charset="-122"/>
                <a:ea typeface="微软雅黑" panose="020B0503020204020204" pitchFamily="34" charset="-122"/>
              </a:rPr>
              <a:t>算子</a:t>
            </a:r>
          </a:p>
        </p:txBody>
      </p:sp>
      <p:sp>
        <p:nvSpPr>
          <p:cNvPr id="1049945" name="TextBox 11"/>
          <p:cNvSpPr txBox="1"/>
          <p:nvPr/>
        </p:nvSpPr>
        <p:spPr>
          <a:xfrm>
            <a:off x="1036119" y="5205117"/>
            <a:ext cx="1588697" cy="400110"/>
          </a:xfrm>
          <a:prstGeom prst="rect">
            <a:avLst/>
          </a:prstGeom>
          <a:noFill/>
          <a:ln w="9525">
            <a:noFill/>
          </a:ln>
        </p:spPr>
        <p:txBody>
          <a:bodyPr wrap="square" anchor="t">
            <a:spAutoFit/>
          </a:bodyPr>
          <a:lstStyle/>
          <a:p>
            <a:pPr>
              <a:spcAft>
                <a:spcPts val="1200"/>
              </a:spcAft>
            </a:pPr>
            <a:r>
              <a:rPr lang="en-US" altLang="zh-CN" sz="2000" dirty="0">
                <a:solidFill>
                  <a:srgbClr val="004C54"/>
                </a:solidFill>
                <a:latin typeface="微软雅黑" panose="020B0503020204020204" pitchFamily="34" charset="-122"/>
                <a:ea typeface="微软雅黑" panose="020B0503020204020204" pitchFamily="34" charset="-122"/>
              </a:rPr>
              <a:t>Robert</a:t>
            </a:r>
            <a:r>
              <a:rPr lang="zh-CN" altLang="en-US" sz="2000" dirty="0">
                <a:solidFill>
                  <a:srgbClr val="004C54"/>
                </a:solidFill>
                <a:latin typeface="微软雅黑" panose="020B0503020204020204" pitchFamily="34" charset="-122"/>
                <a:ea typeface="微软雅黑" panose="020B0503020204020204" pitchFamily="34" charset="-122"/>
              </a:rPr>
              <a:t>算子</a:t>
            </a:r>
          </a:p>
        </p:txBody>
      </p:sp>
      <p:sp>
        <p:nvSpPr>
          <p:cNvPr id="1049946" name="TextBox 11"/>
          <p:cNvSpPr txBox="1"/>
          <p:nvPr/>
        </p:nvSpPr>
        <p:spPr>
          <a:xfrm>
            <a:off x="6597378" y="5198754"/>
            <a:ext cx="1824442" cy="400110"/>
          </a:xfrm>
          <a:prstGeom prst="rect">
            <a:avLst/>
          </a:prstGeom>
          <a:noFill/>
          <a:ln w="9525">
            <a:noFill/>
          </a:ln>
        </p:spPr>
        <p:txBody>
          <a:bodyPr wrap="square" anchor="t">
            <a:spAutoFit/>
          </a:bodyPr>
          <a:lstStyle/>
          <a:p>
            <a:pPr>
              <a:spcAft>
                <a:spcPts val="1200"/>
              </a:spcAft>
            </a:pPr>
            <a:r>
              <a:rPr lang="en-US" altLang="zh-CN" sz="2000" dirty="0">
                <a:solidFill>
                  <a:srgbClr val="004C54"/>
                </a:solidFill>
                <a:latin typeface="微软雅黑" panose="020B0503020204020204" pitchFamily="34" charset="-122"/>
                <a:ea typeface="微软雅黑" panose="020B0503020204020204" pitchFamily="34" charset="-122"/>
              </a:rPr>
              <a:t>Laplacian</a:t>
            </a:r>
            <a:r>
              <a:rPr lang="zh-CN" altLang="en-US" sz="2000" dirty="0">
                <a:solidFill>
                  <a:srgbClr val="004C54"/>
                </a:solidFill>
                <a:latin typeface="微软雅黑" panose="020B0503020204020204" pitchFamily="34" charset="-122"/>
                <a:ea typeface="微软雅黑" panose="020B0503020204020204" pitchFamily="34" charset="-122"/>
              </a:rPr>
              <a:t>算子</a:t>
            </a:r>
          </a:p>
        </p:txBody>
      </p:sp>
      <p:sp>
        <p:nvSpPr>
          <p:cNvPr id="1049947" name="TextBox 11"/>
          <p:cNvSpPr txBox="1"/>
          <p:nvPr/>
        </p:nvSpPr>
        <p:spPr>
          <a:xfrm>
            <a:off x="9770789" y="5198754"/>
            <a:ext cx="1824442" cy="400110"/>
          </a:xfrm>
          <a:prstGeom prst="rect">
            <a:avLst/>
          </a:prstGeom>
          <a:noFill/>
          <a:ln w="9525">
            <a:noFill/>
          </a:ln>
        </p:spPr>
        <p:txBody>
          <a:bodyPr wrap="square" anchor="t">
            <a:spAutoFit/>
          </a:bodyPr>
          <a:lstStyle/>
          <a:p>
            <a:pPr>
              <a:spcAft>
                <a:spcPts val="1200"/>
              </a:spcAft>
            </a:pPr>
            <a:r>
              <a:rPr lang="en-US" altLang="zh-CN" sz="2000" dirty="0">
                <a:solidFill>
                  <a:srgbClr val="004C54"/>
                </a:solidFill>
                <a:latin typeface="微软雅黑" panose="020B0503020204020204" pitchFamily="34" charset="-122"/>
                <a:ea typeface="微软雅黑" panose="020B0503020204020204" pitchFamily="34" charset="-122"/>
              </a:rPr>
              <a:t>Canny</a:t>
            </a:r>
            <a:r>
              <a:rPr lang="zh-CN" altLang="en-US" sz="2000" dirty="0">
                <a:solidFill>
                  <a:srgbClr val="004C54"/>
                </a:solidFill>
                <a:latin typeface="微软雅黑" panose="020B0503020204020204" pitchFamily="34" charset="-122"/>
                <a:ea typeface="微软雅黑" panose="020B0503020204020204" pitchFamily="34" charset="-122"/>
              </a:rPr>
              <a:t>算子</a:t>
            </a:r>
          </a:p>
        </p:txBody>
      </p:sp>
      <p:sp>
        <p:nvSpPr>
          <p:cNvPr id="1049948" name="TextBox 11"/>
          <p:cNvSpPr txBox="1"/>
          <p:nvPr/>
        </p:nvSpPr>
        <p:spPr>
          <a:xfrm>
            <a:off x="1014578" y="1212811"/>
            <a:ext cx="9980347" cy="400110"/>
          </a:xfrm>
          <a:prstGeom prst="rect">
            <a:avLst/>
          </a:prstGeom>
          <a:noFill/>
          <a:ln w="9525">
            <a:noFill/>
          </a:ln>
        </p:spPr>
        <p:txBody>
          <a:bodyPr wrap="square" anchor="t">
            <a:spAutoFit/>
          </a:bodyPr>
          <a:lstStyle/>
          <a:p>
            <a:pPr marL="342900" indent="-342900">
              <a:spcAft>
                <a:spcPts val="1200"/>
              </a:spcAft>
              <a:buFont typeface="Wingdings" panose="05000000000000000000" pitchFamily="2" charset="2"/>
              <a:buChar char="Ø"/>
            </a:pPr>
            <a:r>
              <a:rPr lang="en-US" altLang="zh-CN" sz="2000" b="1" dirty="0">
                <a:solidFill>
                  <a:srgbClr val="004C54"/>
                </a:solidFill>
                <a:latin typeface="微软雅黑" panose="020B0503020204020204" pitchFamily="34" charset="-122"/>
                <a:ea typeface="微软雅黑" panose="020B0503020204020204" pitchFamily="34" charset="-122"/>
              </a:rPr>
              <a:t>Canny</a:t>
            </a:r>
            <a:r>
              <a:rPr lang="zh-CN" altLang="en-US" sz="2000" b="1" dirty="0">
                <a:solidFill>
                  <a:srgbClr val="004C54"/>
                </a:solidFill>
                <a:latin typeface="微软雅黑" panose="020B0503020204020204" pitchFamily="34" charset="-122"/>
                <a:ea typeface="微软雅黑" panose="020B0503020204020204" pitchFamily="34" charset="-122"/>
              </a:rPr>
              <a:t>算子</a:t>
            </a:r>
          </a:p>
        </p:txBody>
      </p:sp>
      <p:sp>
        <p:nvSpPr>
          <p:cNvPr id="1049949" name="TextBox 27"/>
          <p:cNvSpPr txBox="1"/>
          <p:nvPr/>
        </p:nvSpPr>
        <p:spPr>
          <a:xfrm>
            <a:off x="1012825" y="176213"/>
            <a:ext cx="2621280" cy="574040"/>
          </a:xfrm>
          <a:prstGeom prst="rect">
            <a:avLst/>
          </a:prstGeom>
          <a:noFill/>
          <a:ln w="9525">
            <a:noFill/>
          </a:ln>
        </p:spPr>
        <p:txBody>
          <a:bodyPr wrap="none" anchor="t">
            <a:spAutoFit/>
          </a:bodyPr>
          <a:lstStyle/>
          <a:p>
            <a:r>
              <a:rPr lang="zh-CN" altLang="en-US" sz="3200" dirty="0">
                <a:solidFill>
                  <a:srgbClr val="004C54"/>
                </a:solidFill>
                <a:latin typeface="黑体" panose="02010609060101010101" pitchFamily="49" charset="-122"/>
                <a:ea typeface="黑体" panose="02010609060101010101" pitchFamily="49" charset="-122"/>
              </a:rPr>
              <a:t>三、边缘检测</a:t>
            </a:r>
            <a:endParaRPr lang="en-US" altLang="zh-CN" sz="3200" dirty="0">
              <a:solidFill>
                <a:srgbClr val="004C54"/>
              </a:solidFill>
              <a:latin typeface="黑体" panose="02010609060101010101" pitchFamily="49" charset="-122"/>
              <a:ea typeface="黑体" panose="02010609060101010101" pitchFamily="49" charset="-122"/>
            </a:endParaRPr>
          </a:p>
        </p:txBody>
      </p:sp>
      <p:sp>
        <p:nvSpPr>
          <p:cNvPr id="1049950"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4" name="TextBox 11"/>
          <p:cNvSpPr txBox="1"/>
          <p:nvPr/>
        </p:nvSpPr>
        <p:spPr>
          <a:xfrm>
            <a:off x="1014578" y="1212811"/>
            <a:ext cx="9980347" cy="400110"/>
          </a:xfrm>
          <a:prstGeom prst="rect">
            <a:avLst/>
          </a:prstGeom>
          <a:noFill/>
          <a:ln w="9525">
            <a:noFill/>
          </a:ln>
        </p:spPr>
        <p:txBody>
          <a:bodyPr wrap="square" anchor="t">
            <a:spAutoFit/>
          </a:bodyPr>
          <a:lstStyle/>
          <a:p>
            <a:pPr marL="342900" indent="-342900">
              <a:spcAft>
                <a:spcPts val="1200"/>
              </a:spcAft>
              <a:buFont typeface="Wingdings" panose="05000000000000000000" pitchFamily="2" charset="2"/>
              <a:buChar char="Ø"/>
            </a:pPr>
            <a:r>
              <a:rPr lang="en-US" altLang="zh-CN" sz="2000" b="1" dirty="0">
                <a:solidFill>
                  <a:srgbClr val="004C54"/>
                </a:solidFill>
                <a:latin typeface="微软雅黑" panose="020B0503020204020204" pitchFamily="34" charset="-122"/>
                <a:ea typeface="微软雅黑" panose="020B0503020204020204" pitchFamily="34" charset="-122"/>
              </a:rPr>
              <a:t>Canny</a:t>
            </a:r>
            <a:r>
              <a:rPr lang="zh-CN" altLang="en-US" sz="2000" b="1" dirty="0">
                <a:solidFill>
                  <a:srgbClr val="004C54"/>
                </a:solidFill>
                <a:latin typeface="微软雅黑" panose="020B0503020204020204" pitchFamily="34" charset="-122"/>
                <a:ea typeface="微软雅黑" panose="020B0503020204020204" pitchFamily="34" charset="-122"/>
              </a:rPr>
              <a:t>算子</a:t>
            </a:r>
          </a:p>
        </p:txBody>
      </p:sp>
      <p:sp>
        <p:nvSpPr>
          <p:cNvPr id="1048635" name="TextBox 27"/>
          <p:cNvSpPr txBox="1"/>
          <p:nvPr/>
        </p:nvSpPr>
        <p:spPr>
          <a:xfrm>
            <a:off x="1012825" y="176213"/>
            <a:ext cx="2621280" cy="574040"/>
          </a:xfrm>
          <a:prstGeom prst="rect">
            <a:avLst/>
          </a:prstGeom>
          <a:noFill/>
          <a:ln w="9525">
            <a:noFill/>
          </a:ln>
        </p:spPr>
        <p:txBody>
          <a:bodyPr wrap="none" anchor="t">
            <a:spAutoFit/>
          </a:bodyPr>
          <a:lstStyle/>
          <a:p>
            <a:r>
              <a:rPr lang="zh-CN" altLang="en-US" sz="3200" dirty="0">
                <a:solidFill>
                  <a:srgbClr val="004C54"/>
                </a:solidFill>
                <a:latin typeface="黑体" panose="02010609060101010101" pitchFamily="49" charset="-122"/>
                <a:ea typeface="黑体" panose="02010609060101010101" pitchFamily="49" charset="-122"/>
              </a:rPr>
              <a:t>三、边缘检测</a:t>
            </a:r>
            <a:endParaRPr lang="en-US" altLang="zh-CN" sz="3200" dirty="0">
              <a:solidFill>
                <a:srgbClr val="004C54"/>
              </a:solidFill>
              <a:latin typeface="黑体" panose="02010609060101010101" pitchFamily="49" charset="-122"/>
              <a:ea typeface="黑体" panose="02010609060101010101" pitchFamily="49" charset="-122"/>
            </a:endParaRPr>
          </a:p>
        </p:txBody>
      </p:sp>
      <p:sp>
        <p:nvSpPr>
          <p:cNvPr id="1048636"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a:p>
        </p:txBody>
      </p:sp>
      <p:sp>
        <p:nvSpPr>
          <p:cNvPr id="1048637" name="Text Box 2"/>
          <p:cNvSpPr txBox="1">
            <a:spLocks noChangeArrowheads="1"/>
          </p:cNvSpPr>
          <p:nvPr/>
        </p:nvSpPr>
        <p:spPr bwMode="auto">
          <a:xfrm>
            <a:off x="971003" y="1467564"/>
            <a:ext cx="7543800" cy="707886"/>
          </a:xfrm>
          <a:prstGeom prst="rect">
            <a:avLst/>
          </a:prstGeom>
          <a:noFill/>
          <a:ln>
            <a:noFill/>
          </a:ln>
          <a:effec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spcBef>
                <a:spcPct val="0"/>
              </a:spcBef>
              <a:buFontTx/>
              <a:buNone/>
            </a:pPr>
            <a:endParaRPr kumimoji="1" lang="zh-CN" altLang="en-US" sz="2000" dirty="0">
              <a:solidFill>
                <a:schemeClr val="tx2"/>
              </a:solidFill>
              <a:latin typeface="Times New Roman" panose="02020603050405020304" pitchFamily="18" charset="0"/>
            </a:endParaRPr>
          </a:p>
          <a:p>
            <a:pPr algn="just">
              <a:spcBef>
                <a:spcPct val="0"/>
              </a:spcBef>
              <a:buNone/>
            </a:pPr>
            <a:r>
              <a:rPr kumimoji="1" lang="en-US" altLang="zh-CN" sz="2000" b="1" dirty="0">
                <a:latin typeface="Times New Roman" panose="02020603050405020304" pitchFamily="18" charset="0"/>
              </a:rPr>
              <a:t>John  Canny, </a:t>
            </a:r>
            <a:r>
              <a:rPr kumimoji="1" lang="en-US" altLang="zh-CN" sz="2000" b="1" i="1" dirty="0">
                <a:latin typeface="Times New Roman" panose="02020603050405020304" pitchFamily="18" charset="0"/>
              </a:rPr>
              <a:t>University of California, Berkeley</a:t>
            </a:r>
          </a:p>
        </p:txBody>
      </p:sp>
      <p:pic>
        <p:nvPicPr>
          <p:cNvPr id="2097155" name="图片 1"/>
          <p:cNvPicPr>
            <a:picLocks noChangeAspect="1"/>
          </p:cNvPicPr>
          <p:nvPr/>
        </p:nvPicPr>
        <p:blipFill>
          <a:blip r:embed="rId2"/>
          <a:srcRect/>
          <a:stretch>
            <a:fillRect/>
          </a:stretch>
        </p:blipFill>
        <p:spPr bwMode="auto">
          <a:xfrm>
            <a:off x="938646" y="2430055"/>
            <a:ext cx="3394075" cy="2266950"/>
          </a:xfrm>
          <a:prstGeom prst="rect">
            <a:avLst/>
          </a:prstGeom>
          <a:noFill/>
          <a:ln>
            <a:noFill/>
          </a:ln>
        </p:spPr>
      </p:pic>
      <p:sp>
        <p:nvSpPr>
          <p:cNvPr id="1048638" name="矩形 6"/>
          <p:cNvSpPr>
            <a:spLocks noChangeArrowheads="1"/>
          </p:cNvSpPr>
          <p:nvPr/>
        </p:nvSpPr>
        <p:spPr bwMode="auto">
          <a:xfrm>
            <a:off x="4870198" y="4501653"/>
            <a:ext cx="3862387" cy="400110"/>
          </a:xfrm>
          <a:prstGeom prst="rect">
            <a:avLst/>
          </a:prstGeom>
          <a:noFill/>
          <a:ln>
            <a:noFill/>
          </a:ln>
        </p:spPr>
        <p:txBody>
          <a:bodyPr>
            <a:spAutoFit/>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r>
              <a:rPr lang="zh-CN" altLang="en-US" sz="2000" dirty="0">
                <a:solidFill>
                  <a:srgbClr val="004C54"/>
                </a:solidFill>
                <a:latin typeface="微软雅黑" panose="020B0503020204020204" pitchFamily="34" charset="-122"/>
                <a:ea typeface="微软雅黑" panose="020B0503020204020204" pitchFamily="34" charset="-122"/>
              </a:rPr>
              <a:t>引用以每月约</a:t>
            </a:r>
            <a:r>
              <a:rPr lang="en-US" altLang="zh-CN" sz="2000" dirty="0">
                <a:solidFill>
                  <a:srgbClr val="004C54"/>
                </a:solidFill>
                <a:latin typeface="微软雅黑" panose="020B0503020204020204" pitchFamily="34" charset="-122"/>
                <a:ea typeface="微软雅黑" panose="020B0503020204020204" pitchFamily="34" charset="-122"/>
              </a:rPr>
              <a:t>300</a:t>
            </a:r>
            <a:r>
              <a:rPr lang="zh-CN" altLang="en-US" sz="2000" dirty="0">
                <a:solidFill>
                  <a:srgbClr val="004C54"/>
                </a:solidFill>
                <a:latin typeface="微软雅黑" panose="020B0503020204020204" pitchFamily="34" charset="-122"/>
                <a:ea typeface="微软雅黑" panose="020B0503020204020204" pitchFamily="34" charset="-122"/>
              </a:rPr>
              <a:t>次的速度增长</a:t>
            </a:r>
          </a:p>
        </p:txBody>
      </p:sp>
      <p:pic>
        <p:nvPicPr>
          <p:cNvPr id="2097156" name="图片 5"/>
          <p:cNvPicPr>
            <a:picLocks noChangeAspect="1"/>
          </p:cNvPicPr>
          <p:nvPr/>
        </p:nvPicPr>
        <p:blipFill>
          <a:blip r:embed="rId3"/>
          <a:srcRect/>
          <a:stretch>
            <a:fillRect/>
          </a:stretch>
        </p:blipFill>
        <p:spPr bwMode="auto">
          <a:xfrm>
            <a:off x="6170389" y="218824"/>
            <a:ext cx="5863555" cy="4149806"/>
          </a:xfrm>
          <a:prstGeom prst="rect">
            <a:avLst/>
          </a:prstGeom>
          <a:noFill/>
          <a:ln>
            <a:noFill/>
          </a:ln>
        </p:spPr>
      </p:pic>
      <p:sp>
        <p:nvSpPr>
          <p:cNvPr id="1048639" name="矩形 7"/>
          <p:cNvSpPr/>
          <p:nvPr/>
        </p:nvSpPr>
        <p:spPr>
          <a:xfrm>
            <a:off x="6157373" y="3234083"/>
            <a:ext cx="4464496" cy="554957"/>
          </a:xfrm>
          <a:prstGeom prst="rect">
            <a:avLst/>
          </a:prstGeom>
          <a:noFill/>
          <a:ln w="41275"/>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srgbClr val="FF0000"/>
              </a:solidFill>
            </a:endParaRPr>
          </a:p>
        </p:txBody>
      </p:sp>
      <p:pic>
        <p:nvPicPr>
          <p:cNvPr id="2097157" name="图片 2"/>
          <p:cNvPicPr>
            <a:picLocks noChangeAspect="1"/>
          </p:cNvPicPr>
          <p:nvPr/>
        </p:nvPicPr>
        <p:blipFill>
          <a:blip r:embed="rId4"/>
          <a:stretch>
            <a:fillRect/>
          </a:stretch>
        </p:blipFill>
        <p:spPr>
          <a:xfrm>
            <a:off x="409469" y="4935224"/>
            <a:ext cx="8567739" cy="1675956"/>
          </a:xfrm>
          <a:prstGeom prst="rect">
            <a:avLst/>
          </a:prstGeom>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8" name="TextBox 27"/>
          <p:cNvSpPr txBox="1"/>
          <p:nvPr/>
        </p:nvSpPr>
        <p:spPr>
          <a:xfrm>
            <a:off x="1012825" y="2060848"/>
            <a:ext cx="3434081" cy="2987041"/>
          </a:xfrm>
          <a:prstGeom prst="rect">
            <a:avLst/>
          </a:prstGeom>
          <a:noFill/>
          <a:ln w="9525">
            <a:noFill/>
          </a:ln>
        </p:spPr>
        <p:txBody>
          <a:bodyPr wrap="none" anchor="t">
            <a:spAutoFit/>
          </a:bodyPr>
          <a:lstStyle/>
          <a:p>
            <a:r>
              <a:rPr lang="zh-CN" altLang="en-US" sz="3200" dirty="0">
                <a:solidFill>
                  <a:schemeClr val="bg2">
                    <a:lumMod val="60000"/>
                    <a:lumOff val="40000"/>
                  </a:schemeClr>
                </a:solidFill>
                <a:latin typeface="黑体" panose="02010609060101010101" pitchFamily="49" charset="-122"/>
                <a:ea typeface="黑体" panose="02010609060101010101" pitchFamily="49" charset="-122"/>
              </a:rPr>
              <a:t>一、图像分割概述</a:t>
            </a:r>
            <a:endParaRPr lang="en-US" altLang="zh-CN" sz="3200" dirty="0">
              <a:solidFill>
                <a:schemeClr val="bg2">
                  <a:lumMod val="60000"/>
                  <a:lumOff val="40000"/>
                </a:schemeClr>
              </a:solidFill>
              <a:latin typeface="黑体" panose="02010609060101010101" pitchFamily="49" charset="-122"/>
              <a:ea typeface="黑体" panose="02010609060101010101" pitchFamily="49" charset="-122"/>
            </a:endParaRPr>
          </a:p>
          <a:p>
            <a:r>
              <a:rPr lang="zh-CN" altLang="en-US" sz="3200" dirty="0">
                <a:solidFill>
                  <a:schemeClr val="bg2">
                    <a:lumMod val="60000"/>
                    <a:lumOff val="40000"/>
                  </a:schemeClr>
                </a:solidFill>
                <a:latin typeface="黑体" panose="02010609060101010101" pitchFamily="49" charset="-122"/>
                <a:ea typeface="黑体" panose="02010609060101010101" pitchFamily="49" charset="-122"/>
              </a:rPr>
              <a:t>二、阈值分割</a:t>
            </a:r>
            <a:endParaRPr lang="en-US" altLang="zh-CN" sz="3200" dirty="0">
              <a:solidFill>
                <a:schemeClr val="bg2">
                  <a:lumMod val="60000"/>
                  <a:lumOff val="40000"/>
                </a:schemeClr>
              </a:solidFill>
              <a:latin typeface="黑体" panose="02010609060101010101" pitchFamily="49" charset="-122"/>
              <a:ea typeface="黑体" panose="02010609060101010101" pitchFamily="49" charset="-122"/>
            </a:endParaRPr>
          </a:p>
          <a:p>
            <a:r>
              <a:rPr lang="zh-CN" altLang="en-US" sz="3200" dirty="0">
                <a:solidFill>
                  <a:schemeClr val="bg2">
                    <a:lumMod val="60000"/>
                    <a:lumOff val="40000"/>
                  </a:schemeClr>
                </a:solidFill>
                <a:latin typeface="黑体" panose="02010609060101010101" pitchFamily="49" charset="-122"/>
                <a:ea typeface="黑体" panose="02010609060101010101" pitchFamily="49" charset="-122"/>
              </a:rPr>
              <a:t>三、边缘检测</a:t>
            </a:r>
            <a:endParaRPr lang="en-US" altLang="zh-CN" sz="3200" dirty="0">
              <a:solidFill>
                <a:schemeClr val="bg2">
                  <a:lumMod val="60000"/>
                  <a:lumOff val="40000"/>
                </a:schemeClr>
              </a:solidFill>
              <a:latin typeface="黑体" panose="02010609060101010101" pitchFamily="49" charset="-122"/>
              <a:ea typeface="黑体" panose="02010609060101010101" pitchFamily="49" charset="-122"/>
            </a:endParaRPr>
          </a:p>
          <a:p>
            <a:r>
              <a:rPr lang="zh-CN" altLang="en-US" sz="3200" dirty="0">
                <a:latin typeface="黑体" panose="02010609060101010101" pitchFamily="49" charset="-122"/>
                <a:ea typeface="黑体" panose="02010609060101010101" pitchFamily="49" charset="-122"/>
              </a:rPr>
              <a:t>四、区域分析</a:t>
            </a:r>
            <a:endParaRPr lang="en-US" altLang="zh-CN" sz="3200" dirty="0">
              <a:latin typeface="黑体" panose="02010609060101010101" pitchFamily="49" charset="-122"/>
              <a:ea typeface="黑体" panose="02010609060101010101" pitchFamily="49" charset="-122"/>
            </a:endParaRPr>
          </a:p>
          <a:p>
            <a:r>
              <a:rPr lang="zh-CN" altLang="en-US" sz="3200" dirty="0">
                <a:solidFill>
                  <a:srgbClr val="B3B3B3"/>
                </a:solidFill>
                <a:latin typeface="黑体" panose="02010609060101010101" pitchFamily="49" charset="-122"/>
                <a:ea typeface="黑体" panose="02010609060101010101" pitchFamily="49" charset="-122"/>
              </a:rPr>
              <a:t>五、</a:t>
            </a:r>
            <a:r>
              <a:rPr lang="en-US" altLang="zh-CN" sz="3200" dirty="0">
                <a:solidFill>
                  <a:srgbClr val="B3B3B3"/>
                </a:solidFill>
                <a:latin typeface="黑体" panose="02010609060101010101" pitchFamily="49" charset="-122"/>
                <a:ea typeface="黑体" panose="02010609060101010101" pitchFamily="49" charset="-122"/>
              </a:rPr>
              <a:t>Hough</a:t>
            </a:r>
            <a:r>
              <a:rPr lang="zh-CN" altLang="en-US" sz="3200" dirty="0">
                <a:solidFill>
                  <a:srgbClr val="B3B3B3"/>
                </a:solidFill>
                <a:latin typeface="黑体" panose="02010609060101010101" pitchFamily="49" charset="-122"/>
                <a:ea typeface="黑体" panose="02010609060101010101" pitchFamily="49" charset="-122"/>
              </a:rPr>
              <a:t>变换</a:t>
            </a:r>
            <a:endParaRPr lang="en-US" altLang="zh-CN" sz="3200" dirty="0">
              <a:solidFill>
                <a:srgbClr val="B3B3B3"/>
              </a:solidFill>
              <a:latin typeface="黑体" panose="02010609060101010101" pitchFamily="49" charset="-122"/>
              <a:ea typeface="黑体" panose="02010609060101010101" pitchFamily="49" charset="-122"/>
            </a:endParaRPr>
          </a:p>
          <a:p>
            <a:r>
              <a:rPr lang="zh-CN" altLang="en-US" sz="3200" dirty="0">
                <a:solidFill>
                  <a:srgbClr val="B3B3B3"/>
                </a:solidFill>
                <a:latin typeface="黑体" panose="02010609060101010101" pitchFamily="49" charset="-122"/>
                <a:ea typeface="黑体" panose="02010609060101010101" pitchFamily="49" charset="-122"/>
              </a:rPr>
              <a:t>六、动态聚类分割</a:t>
            </a:r>
          </a:p>
        </p:txBody>
      </p:sp>
      <p:sp>
        <p:nvSpPr>
          <p:cNvPr id="1048629"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a:p>
        </p:txBody>
      </p:sp>
      <p:sp>
        <p:nvSpPr>
          <p:cNvPr id="1048630" name="TextBox 27"/>
          <p:cNvSpPr txBox="1"/>
          <p:nvPr/>
        </p:nvSpPr>
        <p:spPr>
          <a:xfrm>
            <a:off x="1012825" y="176213"/>
            <a:ext cx="2621280" cy="574040"/>
          </a:xfrm>
          <a:prstGeom prst="rect">
            <a:avLst/>
          </a:prstGeom>
          <a:noFill/>
          <a:ln w="9525">
            <a:noFill/>
          </a:ln>
        </p:spPr>
        <p:txBody>
          <a:bodyPr wrap="none" anchor="t">
            <a:spAutoFit/>
          </a:bodyPr>
          <a:lstStyle/>
          <a:p>
            <a:r>
              <a:rPr lang="zh-CN" altLang="en-US" sz="3200" dirty="0">
                <a:solidFill>
                  <a:srgbClr val="004C54"/>
                </a:solidFill>
                <a:latin typeface="黑体" panose="02010609060101010101" pitchFamily="49" charset="-122"/>
                <a:ea typeface="黑体" panose="02010609060101010101" pitchFamily="49" charset="-122"/>
              </a:rPr>
              <a:t>四、区域分析</a:t>
            </a:r>
            <a:endParaRPr lang="en-US" altLang="zh-CN" sz="3200" dirty="0">
              <a:solidFill>
                <a:srgbClr val="004C54"/>
              </a:solidFill>
              <a:latin typeface="黑体" panose="02010609060101010101" pitchFamily="49" charset="-122"/>
              <a:ea typeface="黑体" panose="02010609060101010101" pitchFamily="49" charset="-122"/>
            </a:endParaRPr>
          </a:p>
        </p:txBody>
      </p:sp>
    </p:spTree>
  </p:cSld>
  <p:clrMapOvr>
    <a:masterClrMapping/>
  </p:clrMapOvr>
  <p:transition spd="slow" advTm="3804">
    <p:fade/>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0" name="TextBox 11"/>
          <p:cNvSpPr txBox="1"/>
          <p:nvPr/>
        </p:nvSpPr>
        <p:spPr>
          <a:xfrm>
            <a:off x="1014578" y="2358765"/>
            <a:ext cx="9980347" cy="400110"/>
          </a:xfrm>
          <a:prstGeom prst="rect">
            <a:avLst/>
          </a:prstGeom>
          <a:noFill/>
          <a:ln w="9525">
            <a:noFill/>
          </a:ln>
        </p:spPr>
        <p:txBody>
          <a:bodyPr wrap="square" anchor="t">
            <a:spAutoFit/>
          </a:bodyPr>
          <a:lstStyle/>
          <a:p>
            <a:pPr marL="342900" indent="-342900">
              <a:spcAft>
                <a:spcPts val="1200"/>
              </a:spcAft>
              <a:buFont typeface="Wingdings" panose="05000000000000000000" pitchFamily="2" charset="2"/>
              <a:buChar char="Ø"/>
            </a:pPr>
            <a:r>
              <a:rPr lang="zh-CN" altLang="en-US" sz="2000" b="1" dirty="0">
                <a:solidFill>
                  <a:srgbClr val="004C54"/>
                </a:solidFill>
                <a:latin typeface="微软雅黑" panose="020B0503020204020204" pitchFamily="34" charset="-122"/>
                <a:ea typeface="微软雅黑" panose="020B0503020204020204" pitchFamily="34" charset="-122"/>
              </a:rPr>
              <a:t>区域生长</a:t>
            </a:r>
            <a:r>
              <a:rPr lang="zh-CN" altLang="en-US" b="1" dirty="0">
                <a:solidFill>
                  <a:srgbClr val="004C54"/>
                </a:solidFill>
                <a:latin typeface="微软雅黑" panose="020B0503020204020204" pitchFamily="34" charset="-122"/>
                <a:ea typeface="微软雅黑" panose="020B0503020204020204" pitchFamily="34" charset="-122"/>
              </a:rPr>
              <a:t>： </a:t>
            </a:r>
            <a:r>
              <a:rPr lang="zh-CN" altLang="en-US" sz="2000" dirty="0">
                <a:solidFill>
                  <a:srgbClr val="004C54"/>
                </a:solidFill>
                <a:latin typeface="微软雅黑" panose="020B0503020204020204" pitchFamily="34" charset="-122"/>
                <a:ea typeface="微软雅黑" panose="020B0503020204020204" pitchFamily="34" charset="-122"/>
              </a:rPr>
              <a:t>将具有相似性质的像素集合起来构成区域</a:t>
            </a:r>
            <a:endParaRPr lang="zh-CN" altLang="en-US" sz="2400" dirty="0">
              <a:solidFill>
                <a:srgbClr val="004C54"/>
              </a:solidFill>
              <a:latin typeface="微软雅黑" panose="020B0503020204020204" pitchFamily="34" charset="-122"/>
              <a:ea typeface="微软雅黑" panose="020B0503020204020204" pitchFamily="34" charset="-122"/>
            </a:endParaRPr>
          </a:p>
        </p:txBody>
      </p:sp>
      <p:sp>
        <p:nvSpPr>
          <p:cNvPr id="1048591" name="Rectangle 6"/>
          <p:cNvSpPr/>
          <p:nvPr/>
        </p:nvSpPr>
        <p:spPr>
          <a:xfrm>
            <a:off x="1345853" y="1266637"/>
            <a:ext cx="9505056" cy="707886"/>
          </a:xfrm>
          <a:prstGeom prst="rect">
            <a:avLst/>
          </a:prstGeom>
        </p:spPr>
        <p:txBody>
          <a:bodyPr wrap="square">
            <a:spAutoFit/>
          </a:bodyPr>
          <a:lstStyle/>
          <a:p>
            <a:r>
              <a:rPr lang="zh-CN" altLang="en-US" sz="2000" b="1" dirty="0">
                <a:solidFill>
                  <a:srgbClr val="004C54"/>
                </a:solidFill>
                <a:latin typeface="+mn-ea"/>
                <a:ea typeface="+mn-ea"/>
              </a:rPr>
              <a:t>图像分割</a:t>
            </a:r>
            <a:r>
              <a:rPr lang="zh-CN" altLang="en-US" sz="2000" dirty="0">
                <a:solidFill>
                  <a:srgbClr val="004C54"/>
                </a:solidFill>
                <a:latin typeface="+mn-ea"/>
                <a:ea typeface="+mn-ea"/>
              </a:rPr>
              <a:t>：</a:t>
            </a:r>
            <a:r>
              <a:rPr lang="en-US" sz="2000" dirty="0" err="1">
                <a:solidFill>
                  <a:srgbClr val="004C54"/>
                </a:solidFill>
                <a:latin typeface="+mn-ea"/>
                <a:ea typeface="+mn-ea"/>
              </a:rPr>
              <a:t>对于特征不连续的边缘检测，把图像分割成特征相同的互相不重叠连续区域的处理</a:t>
            </a:r>
            <a:r>
              <a:rPr lang="en-US" sz="2000" dirty="0">
                <a:solidFill>
                  <a:srgbClr val="004C54"/>
                </a:solidFill>
                <a:latin typeface="+mn-ea"/>
                <a:ea typeface="+mn-ea"/>
              </a:rPr>
              <a:t>。</a:t>
            </a:r>
          </a:p>
        </p:txBody>
      </p:sp>
      <p:sp>
        <p:nvSpPr>
          <p:cNvPr id="1048592" name="Rectangle 7"/>
          <p:cNvSpPr/>
          <p:nvPr/>
        </p:nvSpPr>
        <p:spPr>
          <a:xfrm>
            <a:off x="1489869" y="2886866"/>
            <a:ext cx="9217024" cy="1169551"/>
          </a:xfrm>
          <a:prstGeom prst="rect">
            <a:avLst/>
          </a:prstGeom>
        </p:spPr>
        <p:txBody>
          <a:bodyPr wrap="square">
            <a:spAutoFit/>
          </a:bodyPr>
          <a:lstStyle/>
          <a:p>
            <a:pPr marL="457200" indent="-457200">
              <a:spcAft>
                <a:spcPts val="600"/>
              </a:spcAft>
              <a:buFont typeface="+mj-lt"/>
              <a:buAutoNum type="arabicPeriod"/>
            </a:pPr>
            <a:r>
              <a:rPr lang="en-US" sz="2000" dirty="0">
                <a:solidFill>
                  <a:srgbClr val="004C54"/>
                </a:solidFill>
                <a:latin typeface="微软雅黑" panose="020B0503020204020204" pitchFamily="34" charset="-122"/>
                <a:ea typeface="微软雅黑" panose="020B0503020204020204" pitchFamily="34" charset="-122"/>
              </a:rPr>
              <a:t>找一个种子点作为生长的起点</a:t>
            </a:r>
          </a:p>
          <a:p>
            <a:pPr marL="457200" indent="-457200">
              <a:spcAft>
                <a:spcPts val="600"/>
              </a:spcAft>
              <a:buFont typeface="+mj-lt"/>
              <a:buAutoNum type="arabicPeriod"/>
            </a:pPr>
            <a:r>
              <a:rPr lang="en-US" sz="2000" dirty="0" err="1">
                <a:solidFill>
                  <a:srgbClr val="004C54"/>
                </a:solidFill>
                <a:latin typeface="微软雅黑" panose="020B0503020204020204" pitchFamily="34" charset="-122"/>
                <a:ea typeface="微软雅黑" panose="020B0503020204020204" pitchFamily="34" charset="-122"/>
              </a:rPr>
              <a:t>按某种规则将种子像素周围邻域中与种子像素有相同或相似性质的像素合并</a:t>
            </a:r>
            <a:endParaRPr lang="en-US" sz="2000" dirty="0">
              <a:solidFill>
                <a:srgbClr val="004C54"/>
              </a:solidFill>
              <a:latin typeface="微软雅黑" panose="020B0503020204020204" pitchFamily="34" charset="-122"/>
              <a:ea typeface="微软雅黑" panose="020B0503020204020204" pitchFamily="34" charset="-122"/>
            </a:endParaRPr>
          </a:p>
          <a:p>
            <a:pPr marL="457200" indent="-457200">
              <a:spcAft>
                <a:spcPts val="600"/>
              </a:spcAft>
              <a:buFont typeface="+mj-lt"/>
              <a:buAutoNum type="arabicPeriod"/>
            </a:pPr>
            <a:r>
              <a:rPr lang="en-US" sz="2000" dirty="0" err="1">
                <a:solidFill>
                  <a:srgbClr val="004C54"/>
                </a:solidFill>
                <a:latin typeface="微软雅黑" panose="020B0503020204020204" pitchFamily="34" charset="-122"/>
                <a:ea typeface="微软雅黑" panose="020B0503020204020204" pitchFamily="34" charset="-122"/>
              </a:rPr>
              <a:t>将这些新像素当作新的种子像素</a:t>
            </a:r>
            <a:endParaRPr lang="en-US" sz="2000" dirty="0">
              <a:solidFill>
                <a:srgbClr val="004C54"/>
              </a:solidFill>
              <a:latin typeface="微软雅黑" panose="020B0503020204020204" pitchFamily="34" charset="-122"/>
              <a:ea typeface="微软雅黑" panose="020B0503020204020204" pitchFamily="34" charset="-122"/>
            </a:endParaRPr>
          </a:p>
        </p:txBody>
      </p:sp>
      <p:graphicFrame>
        <p:nvGraphicFramePr>
          <p:cNvPr id="4194304" name="表格 3"/>
          <p:cNvGraphicFramePr>
            <a:graphicFrameLocks noGrp="1"/>
          </p:cNvGraphicFramePr>
          <p:nvPr/>
        </p:nvGraphicFramePr>
        <p:xfrm>
          <a:off x="1938196" y="4122853"/>
          <a:ext cx="2182530" cy="2037660"/>
        </p:xfrm>
        <a:graphic>
          <a:graphicData uri="http://schemas.openxmlformats.org/drawingml/2006/table">
            <a:tbl>
              <a:tblPr firstRow="1" bandRow="1">
                <a:tableStyleId>{16D9F66E-5EB9-4882-86FB-DCBF35E3C3E4}</a:tableStyleId>
              </a:tblPr>
              <a:tblGrid>
                <a:gridCol w="436506">
                  <a:extLst>
                    <a:ext uri="{9D8B030D-6E8A-4147-A177-3AD203B41FA5}">
                      <a16:colId xmlns:a16="http://schemas.microsoft.com/office/drawing/2014/main" val="20000"/>
                    </a:ext>
                  </a:extLst>
                </a:gridCol>
                <a:gridCol w="436506">
                  <a:extLst>
                    <a:ext uri="{9D8B030D-6E8A-4147-A177-3AD203B41FA5}">
                      <a16:colId xmlns:a16="http://schemas.microsoft.com/office/drawing/2014/main" val="20001"/>
                    </a:ext>
                  </a:extLst>
                </a:gridCol>
                <a:gridCol w="436506">
                  <a:extLst>
                    <a:ext uri="{9D8B030D-6E8A-4147-A177-3AD203B41FA5}">
                      <a16:colId xmlns:a16="http://schemas.microsoft.com/office/drawing/2014/main" val="20002"/>
                    </a:ext>
                  </a:extLst>
                </a:gridCol>
                <a:gridCol w="436506">
                  <a:extLst>
                    <a:ext uri="{9D8B030D-6E8A-4147-A177-3AD203B41FA5}">
                      <a16:colId xmlns:a16="http://schemas.microsoft.com/office/drawing/2014/main" val="20003"/>
                    </a:ext>
                  </a:extLst>
                </a:gridCol>
                <a:gridCol w="436506">
                  <a:extLst>
                    <a:ext uri="{9D8B030D-6E8A-4147-A177-3AD203B41FA5}">
                      <a16:colId xmlns:a16="http://schemas.microsoft.com/office/drawing/2014/main" val="20004"/>
                    </a:ext>
                  </a:extLst>
                </a:gridCol>
              </a:tblGrid>
              <a:tr h="407532">
                <a:tc>
                  <a:txBody>
                    <a:bodyPr/>
                    <a:lstStyle/>
                    <a:p>
                      <a:pPr algn="ctr"/>
                      <a:r>
                        <a:rPr lang="en-US" altLang="zh-CN" sz="1400" b="0" dirty="0"/>
                        <a:t>1</a:t>
                      </a:r>
                      <a:endParaRPr lang="zh-CN" altLang="en-US" sz="1400" b="0" dirty="0"/>
                    </a:p>
                  </a:txBody>
                  <a:tcPr anchor="ctr"/>
                </a:tc>
                <a:tc>
                  <a:txBody>
                    <a:bodyPr/>
                    <a:lstStyle/>
                    <a:p>
                      <a:pPr algn="ctr"/>
                      <a:r>
                        <a:rPr lang="en-US" altLang="zh-CN" sz="1400" b="0" dirty="0"/>
                        <a:t>0</a:t>
                      </a:r>
                      <a:endParaRPr lang="zh-CN" altLang="en-US" sz="1400" b="0" dirty="0"/>
                    </a:p>
                  </a:txBody>
                  <a:tcPr anchor="ctr"/>
                </a:tc>
                <a:tc>
                  <a:txBody>
                    <a:bodyPr/>
                    <a:lstStyle/>
                    <a:p>
                      <a:pPr algn="ctr"/>
                      <a:r>
                        <a:rPr lang="en-US" altLang="zh-CN" sz="1400" b="0" dirty="0"/>
                        <a:t>4</a:t>
                      </a:r>
                      <a:endParaRPr lang="zh-CN" altLang="en-US" sz="1400" b="0" dirty="0"/>
                    </a:p>
                  </a:txBody>
                  <a:tcPr anchor="ctr"/>
                </a:tc>
                <a:tc>
                  <a:txBody>
                    <a:bodyPr/>
                    <a:lstStyle/>
                    <a:p>
                      <a:pPr algn="ctr"/>
                      <a:r>
                        <a:rPr lang="en-US" altLang="zh-CN" sz="1400" b="0" dirty="0"/>
                        <a:t>7</a:t>
                      </a:r>
                      <a:endParaRPr lang="zh-CN" altLang="en-US" sz="1400" b="0" dirty="0"/>
                    </a:p>
                  </a:txBody>
                  <a:tcPr anchor="ctr"/>
                </a:tc>
                <a:tc>
                  <a:txBody>
                    <a:bodyPr/>
                    <a:lstStyle/>
                    <a:p>
                      <a:pPr algn="ctr"/>
                      <a:r>
                        <a:rPr lang="en-US" altLang="zh-CN" sz="1400" b="0" dirty="0"/>
                        <a:t>5</a:t>
                      </a:r>
                      <a:endParaRPr lang="zh-CN" altLang="en-US" sz="1400" b="0" dirty="0"/>
                    </a:p>
                  </a:txBody>
                  <a:tcPr anchor="ctr"/>
                </a:tc>
                <a:extLst>
                  <a:ext uri="{0D108BD9-81ED-4DB2-BD59-A6C34878D82A}">
                    <a16:rowId xmlns:a16="http://schemas.microsoft.com/office/drawing/2014/main" val="10000"/>
                  </a:ext>
                </a:extLst>
              </a:tr>
              <a:tr h="407532">
                <a:tc>
                  <a:txBody>
                    <a:bodyPr/>
                    <a:lstStyle/>
                    <a:p>
                      <a:pPr algn="ctr"/>
                      <a:r>
                        <a:rPr lang="en-US" altLang="zh-CN" sz="1400" b="0" dirty="0"/>
                        <a:t>1</a:t>
                      </a:r>
                      <a:endParaRPr lang="zh-CN" altLang="en-US" sz="1400" b="0" dirty="0"/>
                    </a:p>
                  </a:txBody>
                  <a:tcPr anchor="ctr"/>
                </a:tc>
                <a:tc>
                  <a:txBody>
                    <a:bodyPr/>
                    <a:lstStyle/>
                    <a:p>
                      <a:pPr algn="ctr"/>
                      <a:r>
                        <a:rPr lang="en-US" altLang="zh-CN" sz="1400" b="0" dirty="0"/>
                        <a:t>0</a:t>
                      </a:r>
                      <a:endParaRPr lang="zh-CN" altLang="en-US" sz="1400" b="0" dirty="0"/>
                    </a:p>
                  </a:txBody>
                  <a:tcPr anchor="ctr"/>
                </a:tc>
                <a:tc>
                  <a:txBody>
                    <a:bodyPr/>
                    <a:lstStyle/>
                    <a:p>
                      <a:pPr algn="ctr"/>
                      <a:r>
                        <a:rPr lang="en-US" altLang="zh-CN" sz="1400" b="0" dirty="0"/>
                        <a:t>4</a:t>
                      </a:r>
                      <a:endParaRPr lang="zh-CN" altLang="en-US" sz="1400" b="0" dirty="0"/>
                    </a:p>
                  </a:txBody>
                  <a:tcPr anchor="ctr"/>
                </a:tc>
                <a:tc>
                  <a:txBody>
                    <a:bodyPr/>
                    <a:lstStyle/>
                    <a:p>
                      <a:pPr algn="ctr"/>
                      <a:r>
                        <a:rPr lang="en-US" altLang="zh-CN" sz="1400" b="0" dirty="0"/>
                        <a:t>7</a:t>
                      </a:r>
                      <a:endParaRPr lang="zh-CN" altLang="en-US" sz="1400" b="0" dirty="0"/>
                    </a:p>
                  </a:txBody>
                  <a:tcPr anchor="ctr"/>
                </a:tc>
                <a:tc>
                  <a:txBody>
                    <a:bodyPr/>
                    <a:lstStyle/>
                    <a:p>
                      <a:pPr algn="ctr"/>
                      <a:r>
                        <a:rPr lang="en-US" altLang="zh-CN" sz="1400" dirty="0"/>
                        <a:t>7</a:t>
                      </a:r>
                      <a:endParaRPr lang="zh-CN" altLang="en-US" sz="1400" dirty="0"/>
                    </a:p>
                  </a:txBody>
                  <a:tcPr anchor="ctr"/>
                </a:tc>
                <a:extLst>
                  <a:ext uri="{0D108BD9-81ED-4DB2-BD59-A6C34878D82A}">
                    <a16:rowId xmlns:a16="http://schemas.microsoft.com/office/drawing/2014/main" val="10001"/>
                  </a:ext>
                </a:extLst>
              </a:tr>
              <a:tr h="407532">
                <a:tc>
                  <a:txBody>
                    <a:bodyPr/>
                    <a:lstStyle/>
                    <a:p>
                      <a:pPr algn="ctr"/>
                      <a:r>
                        <a:rPr lang="en-US" altLang="zh-CN" sz="1400" dirty="0"/>
                        <a:t>0</a:t>
                      </a:r>
                      <a:endParaRPr lang="zh-CN" altLang="en-US" sz="1400" dirty="0"/>
                    </a:p>
                  </a:txBody>
                  <a:tcPr anchor="ctr"/>
                </a:tc>
                <a:tc>
                  <a:txBody>
                    <a:bodyPr/>
                    <a:lstStyle/>
                    <a:p>
                      <a:pPr algn="ctr"/>
                      <a:r>
                        <a:rPr lang="en-US" altLang="zh-CN" sz="1400" dirty="0"/>
                        <a:t>1</a:t>
                      </a:r>
                      <a:endParaRPr lang="zh-CN" altLang="en-US" sz="1400" dirty="0"/>
                    </a:p>
                  </a:txBody>
                  <a:tcPr anchor="ctr">
                    <a:solidFill>
                      <a:schemeClr val="accent3"/>
                    </a:solidFill>
                  </a:tcPr>
                </a:tc>
                <a:tc>
                  <a:txBody>
                    <a:bodyPr/>
                    <a:lstStyle/>
                    <a:p>
                      <a:pPr algn="ctr"/>
                      <a:r>
                        <a:rPr lang="en-US" altLang="zh-CN" sz="1400" dirty="0"/>
                        <a:t>5</a:t>
                      </a:r>
                      <a:endParaRPr lang="zh-CN" altLang="en-US" sz="1400" dirty="0"/>
                    </a:p>
                  </a:txBody>
                  <a:tcPr anchor="ctr"/>
                </a:tc>
                <a:tc>
                  <a:txBody>
                    <a:bodyPr/>
                    <a:lstStyle/>
                    <a:p>
                      <a:pPr algn="ctr"/>
                      <a:r>
                        <a:rPr lang="en-US" altLang="zh-CN" sz="1400" dirty="0"/>
                        <a:t>5</a:t>
                      </a:r>
                      <a:endParaRPr lang="zh-CN" altLang="en-US" sz="1400" dirty="0"/>
                    </a:p>
                  </a:txBody>
                  <a:tcPr anchor="ctr">
                    <a:solidFill>
                      <a:schemeClr val="accent3"/>
                    </a:solidFill>
                  </a:tcPr>
                </a:tc>
                <a:tc>
                  <a:txBody>
                    <a:bodyPr/>
                    <a:lstStyle/>
                    <a:p>
                      <a:pPr algn="ctr"/>
                      <a:r>
                        <a:rPr lang="en-US" altLang="zh-CN" sz="1400" dirty="0"/>
                        <a:t>5</a:t>
                      </a:r>
                      <a:endParaRPr lang="zh-CN" altLang="en-US" sz="1400" dirty="0"/>
                    </a:p>
                  </a:txBody>
                  <a:tcPr anchor="ctr"/>
                </a:tc>
                <a:extLst>
                  <a:ext uri="{0D108BD9-81ED-4DB2-BD59-A6C34878D82A}">
                    <a16:rowId xmlns:a16="http://schemas.microsoft.com/office/drawing/2014/main" val="10002"/>
                  </a:ext>
                </a:extLst>
              </a:tr>
              <a:tr h="407532">
                <a:tc>
                  <a:txBody>
                    <a:bodyPr/>
                    <a:lstStyle/>
                    <a:p>
                      <a:pPr algn="ctr"/>
                      <a:r>
                        <a:rPr lang="en-US" altLang="zh-CN" sz="1400" dirty="0"/>
                        <a:t>2</a:t>
                      </a:r>
                      <a:endParaRPr lang="zh-CN" altLang="en-US" sz="1400" dirty="0"/>
                    </a:p>
                  </a:txBody>
                  <a:tcPr anchor="ctr"/>
                </a:tc>
                <a:tc>
                  <a:txBody>
                    <a:bodyPr/>
                    <a:lstStyle/>
                    <a:p>
                      <a:pPr algn="ctr"/>
                      <a:r>
                        <a:rPr lang="en-US" altLang="zh-CN" sz="1400" dirty="0"/>
                        <a:t>0</a:t>
                      </a:r>
                      <a:endParaRPr lang="zh-CN" altLang="en-US" sz="1400" dirty="0"/>
                    </a:p>
                  </a:txBody>
                  <a:tcPr anchor="ctr"/>
                </a:tc>
                <a:tc>
                  <a:txBody>
                    <a:bodyPr/>
                    <a:lstStyle/>
                    <a:p>
                      <a:pPr algn="ctr"/>
                      <a:r>
                        <a:rPr lang="en-US" altLang="zh-CN" sz="1400" dirty="0"/>
                        <a:t>5</a:t>
                      </a:r>
                      <a:endParaRPr lang="zh-CN" altLang="en-US" sz="1400" dirty="0"/>
                    </a:p>
                  </a:txBody>
                  <a:tcPr anchor="ctr"/>
                </a:tc>
                <a:tc>
                  <a:txBody>
                    <a:bodyPr/>
                    <a:lstStyle/>
                    <a:p>
                      <a:pPr algn="ctr"/>
                      <a:r>
                        <a:rPr lang="en-US" altLang="zh-CN" sz="1400" dirty="0"/>
                        <a:t>6</a:t>
                      </a:r>
                      <a:endParaRPr lang="zh-CN" altLang="en-US" sz="1400" dirty="0"/>
                    </a:p>
                  </a:txBody>
                  <a:tcPr anchor="ctr"/>
                </a:tc>
                <a:tc>
                  <a:txBody>
                    <a:bodyPr/>
                    <a:lstStyle/>
                    <a:p>
                      <a:pPr algn="ctr"/>
                      <a:r>
                        <a:rPr lang="en-US" altLang="zh-CN" sz="1400" dirty="0"/>
                        <a:t>5</a:t>
                      </a:r>
                      <a:endParaRPr lang="zh-CN" altLang="en-US" sz="1400" dirty="0"/>
                    </a:p>
                  </a:txBody>
                  <a:tcPr anchor="ctr"/>
                </a:tc>
                <a:extLst>
                  <a:ext uri="{0D108BD9-81ED-4DB2-BD59-A6C34878D82A}">
                    <a16:rowId xmlns:a16="http://schemas.microsoft.com/office/drawing/2014/main" val="10003"/>
                  </a:ext>
                </a:extLst>
              </a:tr>
              <a:tr h="407532">
                <a:tc>
                  <a:txBody>
                    <a:bodyPr/>
                    <a:lstStyle/>
                    <a:p>
                      <a:pPr algn="ctr"/>
                      <a:r>
                        <a:rPr lang="en-US" altLang="zh-CN" sz="1400" dirty="0"/>
                        <a:t>2</a:t>
                      </a:r>
                      <a:endParaRPr lang="zh-CN" altLang="en-US" sz="1400" dirty="0"/>
                    </a:p>
                  </a:txBody>
                  <a:tcPr anchor="ctr"/>
                </a:tc>
                <a:tc>
                  <a:txBody>
                    <a:bodyPr/>
                    <a:lstStyle/>
                    <a:p>
                      <a:pPr algn="ctr"/>
                      <a:r>
                        <a:rPr lang="en-US" altLang="zh-CN" sz="1400" dirty="0"/>
                        <a:t>2</a:t>
                      </a:r>
                      <a:endParaRPr lang="zh-CN" altLang="en-US" sz="1400" dirty="0"/>
                    </a:p>
                  </a:txBody>
                  <a:tcPr anchor="ctr"/>
                </a:tc>
                <a:tc>
                  <a:txBody>
                    <a:bodyPr/>
                    <a:lstStyle/>
                    <a:p>
                      <a:pPr algn="ctr"/>
                      <a:r>
                        <a:rPr lang="en-US" altLang="zh-CN" sz="1400" dirty="0"/>
                        <a:t>5</a:t>
                      </a:r>
                      <a:endParaRPr lang="zh-CN" altLang="en-US" sz="1400" dirty="0"/>
                    </a:p>
                  </a:txBody>
                  <a:tcPr anchor="ctr"/>
                </a:tc>
                <a:tc>
                  <a:txBody>
                    <a:bodyPr/>
                    <a:lstStyle/>
                    <a:p>
                      <a:pPr algn="ctr"/>
                      <a:r>
                        <a:rPr lang="en-US" altLang="zh-CN" sz="1400" dirty="0"/>
                        <a:t>6</a:t>
                      </a:r>
                      <a:endParaRPr lang="zh-CN" altLang="en-US" sz="1400" dirty="0"/>
                    </a:p>
                  </a:txBody>
                  <a:tcPr anchor="ctr"/>
                </a:tc>
                <a:tc>
                  <a:txBody>
                    <a:bodyPr/>
                    <a:lstStyle/>
                    <a:p>
                      <a:pPr algn="ctr"/>
                      <a:r>
                        <a:rPr lang="en-US" altLang="zh-CN" sz="1400" dirty="0"/>
                        <a:t>4</a:t>
                      </a:r>
                      <a:endParaRPr lang="zh-CN" altLang="en-US" sz="1400" dirty="0"/>
                    </a:p>
                  </a:txBody>
                  <a:tcPr anchor="ctr"/>
                </a:tc>
                <a:extLst>
                  <a:ext uri="{0D108BD9-81ED-4DB2-BD59-A6C34878D82A}">
                    <a16:rowId xmlns:a16="http://schemas.microsoft.com/office/drawing/2014/main" val="10004"/>
                  </a:ext>
                </a:extLst>
              </a:tr>
            </a:tbl>
          </a:graphicData>
        </a:graphic>
      </p:graphicFrame>
      <p:sp>
        <p:nvSpPr>
          <p:cNvPr id="1048593" name="TextBox 20"/>
          <p:cNvSpPr txBox="1">
            <a:spLocks noRot="1" noChangeAspect="1" noMove="1" noResize="1" noEditPoints="1" noAdjustHandles="1" noChangeArrowheads="1" noChangeShapeType="1" noTextEdit="1"/>
          </p:cNvSpPr>
          <p:nvPr/>
        </p:nvSpPr>
        <p:spPr>
          <a:xfrm>
            <a:off x="2741946" y="6115914"/>
            <a:ext cx="575029" cy="369332"/>
          </a:xfrm>
          <a:prstGeom prst="rect">
            <a:avLst/>
          </a:prstGeom>
          <a:blipFill>
            <a:blip r:embed="rId2"/>
            <a:stretch>
              <a:fillRect b="-14754"/>
            </a:stretch>
          </a:blipFill>
        </p:spPr>
        <p:txBody>
          <a:bodyPr/>
          <a:lstStyle/>
          <a:p>
            <a:r>
              <a:rPr lang="zh-CN" altLang="en-US">
                <a:noFill/>
              </a:rPr>
              <a:t> </a:t>
            </a:r>
          </a:p>
        </p:txBody>
      </p:sp>
      <p:graphicFrame>
        <p:nvGraphicFramePr>
          <p:cNvPr id="4194305" name="表格 3"/>
          <p:cNvGraphicFramePr>
            <a:graphicFrameLocks noGrp="1"/>
          </p:cNvGraphicFramePr>
          <p:nvPr/>
        </p:nvGraphicFramePr>
        <p:xfrm>
          <a:off x="4298181" y="4122853"/>
          <a:ext cx="2182530" cy="2037660"/>
        </p:xfrm>
        <a:graphic>
          <a:graphicData uri="http://schemas.openxmlformats.org/drawingml/2006/table">
            <a:tbl>
              <a:tblPr firstRow="1" bandRow="1">
                <a:tableStyleId>{16D9F66E-5EB9-4882-86FB-DCBF35E3C3E4}</a:tableStyleId>
              </a:tblPr>
              <a:tblGrid>
                <a:gridCol w="436506">
                  <a:extLst>
                    <a:ext uri="{9D8B030D-6E8A-4147-A177-3AD203B41FA5}">
                      <a16:colId xmlns:a16="http://schemas.microsoft.com/office/drawing/2014/main" val="20000"/>
                    </a:ext>
                  </a:extLst>
                </a:gridCol>
                <a:gridCol w="436506">
                  <a:extLst>
                    <a:ext uri="{9D8B030D-6E8A-4147-A177-3AD203B41FA5}">
                      <a16:colId xmlns:a16="http://schemas.microsoft.com/office/drawing/2014/main" val="20001"/>
                    </a:ext>
                  </a:extLst>
                </a:gridCol>
                <a:gridCol w="436506">
                  <a:extLst>
                    <a:ext uri="{9D8B030D-6E8A-4147-A177-3AD203B41FA5}">
                      <a16:colId xmlns:a16="http://schemas.microsoft.com/office/drawing/2014/main" val="20002"/>
                    </a:ext>
                  </a:extLst>
                </a:gridCol>
                <a:gridCol w="436506">
                  <a:extLst>
                    <a:ext uri="{9D8B030D-6E8A-4147-A177-3AD203B41FA5}">
                      <a16:colId xmlns:a16="http://schemas.microsoft.com/office/drawing/2014/main" val="20003"/>
                    </a:ext>
                  </a:extLst>
                </a:gridCol>
                <a:gridCol w="436506">
                  <a:extLst>
                    <a:ext uri="{9D8B030D-6E8A-4147-A177-3AD203B41FA5}">
                      <a16:colId xmlns:a16="http://schemas.microsoft.com/office/drawing/2014/main" val="20004"/>
                    </a:ext>
                  </a:extLst>
                </a:gridCol>
              </a:tblGrid>
              <a:tr h="407532">
                <a:tc>
                  <a:txBody>
                    <a:bodyPr/>
                    <a:lstStyle/>
                    <a:p>
                      <a:pPr algn="ctr"/>
                      <a:r>
                        <a:rPr lang="en-US" altLang="zh-CN" sz="1400" b="0" dirty="0"/>
                        <a:t>1</a:t>
                      </a:r>
                      <a:endParaRPr lang="zh-CN" altLang="en-US" sz="1400" b="0" dirty="0"/>
                    </a:p>
                  </a:txBody>
                  <a:tcPr anchor="ctr">
                    <a:solidFill>
                      <a:schemeClr val="bg1">
                        <a:lumMod val="20000"/>
                        <a:lumOff val="80000"/>
                      </a:schemeClr>
                    </a:solidFill>
                  </a:tcPr>
                </a:tc>
                <a:tc>
                  <a:txBody>
                    <a:bodyPr/>
                    <a:lstStyle/>
                    <a:p>
                      <a:pPr algn="ctr"/>
                      <a:r>
                        <a:rPr lang="en-US" altLang="zh-CN" sz="1400" b="0" dirty="0"/>
                        <a:t>1</a:t>
                      </a:r>
                      <a:endParaRPr lang="zh-CN" altLang="en-US" sz="1400" b="0" dirty="0"/>
                    </a:p>
                  </a:txBody>
                  <a:tcPr anchor="ctr">
                    <a:solidFill>
                      <a:schemeClr val="bg1">
                        <a:lumMod val="20000"/>
                        <a:lumOff val="80000"/>
                      </a:schemeClr>
                    </a:solidFill>
                  </a:tcPr>
                </a:tc>
                <a:tc>
                  <a:txBody>
                    <a:bodyPr/>
                    <a:lstStyle/>
                    <a:p>
                      <a:pPr algn="ctr"/>
                      <a:r>
                        <a:rPr lang="en-US" altLang="zh-CN" sz="1400" b="0" dirty="0"/>
                        <a:t>5</a:t>
                      </a:r>
                      <a:endParaRPr lang="zh-CN" altLang="en-US" sz="1400" b="0" dirty="0"/>
                    </a:p>
                  </a:txBody>
                  <a:tcPr anchor="ctr">
                    <a:solidFill>
                      <a:schemeClr val="accent3"/>
                    </a:solidFill>
                  </a:tcPr>
                </a:tc>
                <a:tc>
                  <a:txBody>
                    <a:bodyPr/>
                    <a:lstStyle/>
                    <a:p>
                      <a:pPr algn="ctr"/>
                      <a:r>
                        <a:rPr lang="en-US" altLang="zh-CN" sz="1400" b="0" dirty="0"/>
                        <a:t>5</a:t>
                      </a:r>
                      <a:endParaRPr lang="zh-CN" altLang="en-US" sz="1400" b="0" dirty="0"/>
                    </a:p>
                  </a:txBody>
                  <a:tcPr anchor="ctr">
                    <a:solidFill>
                      <a:schemeClr val="accent3"/>
                    </a:solidFill>
                  </a:tcPr>
                </a:tc>
                <a:tc>
                  <a:txBody>
                    <a:bodyPr/>
                    <a:lstStyle/>
                    <a:p>
                      <a:pPr algn="ctr"/>
                      <a:r>
                        <a:rPr lang="en-US" altLang="zh-CN" sz="1400" b="0" dirty="0"/>
                        <a:t>5</a:t>
                      </a:r>
                      <a:endParaRPr lang="zh-CN" altLang="en-US" sz="1400" b="0" dirty="0"/>
                    </a:p>
                  </a:txBody>
                  <a:tcPr anchor="ctr">
                    <a:solidFill>
                      <a:schemeClr val="accent3"/>
                    </a:solidFill>
                  </a:tcPr>
                </a:tc>
                <a:extLst>
                  <a:ext uri="{0D108BD9-81ED-4DB2-BD59-A6C34878D82A}">
                    <a16:rowId xmlns:a16="http://schemas.microsoft.com/office/drawing/2014/main" val="10000"/>
                  </a:ext>
                </a:extLst>
              </a:tr>
              <a:tr h="407532">
                <a:tc>
                  <a:txBody>
                    <a:bodyPr/>
                    <a:lstStyle/>
                    <a:p>
                      <a:pPr algn="ctr"/>
                      <a:r>
                        <a:rPr lang="en-US" altLang="zh-CN" sz="1400" b="0" dirty="0"/>
                        <a:t>1</a:t>
                      </a:r>
                      <a:endParaRPr lang="zh-CN" altLang="en-US" sz="1400" b="0" dirty="0"/>
                    </a:p>
                  </a:txBody>
                  <a:tcPr anchor="ctr">
                    <a:solidFill>
                      <a:schemeClr val="bg1">
                        <a:lumMod val="20000"/>
                        <a:lumOff val="80000"/>
                      </a:schemeClr>
                    </a:solidFill>
                  </a:tcPr>
                </a:tc>
                <a:tc>
                  <a:txBody>
                    <a:bodyPr/>
                    <a:lstStyle/>
                    <a:p>
                      <a:pPr algn="ctr"/>
                      <a:r>
                        <a:rPr lang="en-US" altLang="zh-CN" sz="1400" b="0" dirty="0"/>
                        <a:t>1</a:t>
                      </a:r>
                      <a:endParaRPr lang="zh-CN" altLang="en-US" sz="1400" b="0" dirty="0"/>
                    </a:p>
                  </a:txBody>
                  <a:tcPr anchor="ctr">
                    <a:solidFill>
                      <a:schemeClr val="bg1">
                        <a:lumMod val="20000"/>
                        <a:lumOff val="80000"/>
                      </a:schemeClr>
                    </a:solidFill>
                  </a:tcPr>
                </a:tc>
                <a:tc>
                  <a:txBody>
                    <a:bodyPr/>
                    <a:lstStyle/>
                    <a:p>
                      <a:pPr algn="ctr"/>
                      <a:r>
                        <a:rPr lang="en-US" altLang="zh-CN" sz="1400" dirty="0"/>
                        <a:t>5</a:t>
                      </a:r>
                      <a:endParaRPr lang="zh-CN" altLang="en-US" sz="1400" dirty="0"/>
                    </a:p>
                  </a:txBody>
                  <a:tcPr anchor="ctr">
                    <a:solidFill>
                      <a:schemeClr val="accent3"/>
                    </a:solidFill>
                  </a:tcPr>
                </a:tc>
                <a:tc>
                  <a:txBody>
                    <a:bodyPr/>
                    <a:lstStyle/>
                    <a:p>
                      <a:pPr algn="ctr"/>
                      <a:r>
                        <a:rPr lang="en-US" altLang="zh-CN" sz="1400" dirty="0"/>
                        <a:t>5</a:t>
                      </a:r>
                      <a:endParaRPr lang="zh-CN" altLang="en-US" sz="1400" dirty="0"/>
                    </a:p>
                  </a:txBody>
                  <a:tcPr anchor="ctr">
                    <a:solidFill>
                      <a:schemeClr val="accent3"/>
                    </a:solidFill>
                  </a:tcPr>
                </a:tc>
                <a:tc>
                  <a:txBody>
                    <a:bodyPr/>
                    <a:lstStyle/>
                    <a:p>
                      <a:pPr algn="ctr"/>
                      <a:r>
                        <a:rPr lang="en-US" altLang="zh-CN" sz="1400" dirty="0"/>
                        <a:t>5</a:t>
                      </a:r>
                      <a:endParaRPr lang="zh-CN" altLang="en-US" sz="1400" dirty="0"/>
                    </a:p>
                  </a:txBody>
                  <a:tcPr anchor="ctr">
                    <a:solidFill>
                      <a:schemeClr val="accent3"/>
                    </a:solidFill>
                  </a:tcPr>
                </a:tc>
                <a:extLst>
                  <a:ext uri="{0D108BD9-81ED-4DB2-BD59-A6C34878D82A}">
                    <a16:rowId xmlns:a16="http://schemas.microsoft.com/office/drawing/2014/main" val="10001"/>
                  </a:ext>
                </a:extLst>
              </a:tr>
              <a:tr h="407532">
                <a:tc>
                  <a:txBody>
                    <a:bodyPr/>
                    <a:lstStyle/>
                    <a:p>
                      <a:pPr algn="ctr"/>
                      <a:r>
                        <a:rPr lang="en-US" altLang="zh-CN" sz="1400" b="0" dirty="0"/>
                        <a:t>1</a:t>
                      </a:r>
                      <a:endParaRPr lang="zh-CN" altLang="en-US" sz="1400" b="0" dirty="0"/>
                    </a:p>
                  </a:txBody>
                  <a:tcPr anchor="ctr">
                    <a:solidFill>
                      <a:schemeClr val="bg1">
                        <a:lumMod val="20000"/>
                        <a:lumOff val="80000"/>
                      </a:schemeClr>
                    </a:solidFill>
                  </a:tcPr>
                </a:tc>
                <a:tc>
                  <a:txBody>
                    <a:bodyPr/>
                    <a:lstStyle/>
                    <a:p>
                      <a:pPr algn="ctr"/>
                      <a:r>
                        <a:rPr lang="en-US" altLang="zh-CN" sz="1400" b="0" dirty="0"/>
                        <a:t>1</a:t>
                      </a:r>
                      <a:endParaRPr lang="zh-CN" altLang="en-US" sz="1400" b="0" dirty="0"/>
                    </a:p>
                  </a:txBody>
                  <a:tcPr anchor="ctr">
                    <a:solidFill>
                      <a:schemeClr val="bg1">
                        <a:lumMod val="20000"/>
                        <a:lumOff val="80000"/>
                      </a:schemeClr>
                    </a:solidFill>
                  </a:tcPr>
                </a:tc>
                <a:tc>
                  <a:txBody>
                    <a:bodyPr/>
                    <a:lstStyle/>
                    <a:p>
                      <a:pPr algn="ctr"/>
                      <a:r>
                        <a:rPr lang="en-US" altLang="zh-CN" sz="1400" dirty="0"/>
                        <a:t>5</a:t>
                      </a:r>
                      <a:endParaRPr lang="zh-CN" altLang="en-US" sz="1400" dirty="0"/>
                    </a:p>
                  </a:txBody>
                  <a:tcPr anchor="ctr">
                    <a:solidFill>
                      <a:schemeClr val="accent3"/>
                    </a:solidFill>
                  </a:tcPr>
                </a:tc>
                <a:tc>
                  <a:txBody>
                    <a:bodyPr/>
                    <a:lstStyle/>
                    <a:p>
                      <a:pPr algn="ctr"/>
                      <a:r>
                        <a:rPr lang="en-US" altLang="zh-CN" sz="1400" dirty="0"/>
                        <a:t>5</a:t>
                      </a:r>
                      <a:endParaRPr lang="zh-CN" altLang="en-US" sz="1400" dirty="0"/>
                    </a:p>
                  </a:txBody>
                  <a:tcPr anchor="ctr">
                    <a:solidFill>
                      <a:schemeClr val="accent3"/>
                    </a:solidFill>
                  </a:tcPr>
                </a:tc>
                <a:tc>
                  <a:txBody>
                    <a:bodyPr/>
                    <a:lstStyle/>
                    <a:p>
                      <a:pPr algn="ctr"/>
                      <a:r>
                        <a:rPr lang="en-US" altLang="zh-CN" sz="1400" dirty="0"/>
                        <a:t>5</a:t>
                      </a:r>
                      <a:endParaRPr lang="zh-CN" altLang="en-US" sz="1400" dirty="0"/>
                    </a:p>
                  </a:txBody>
                  <a:tcPr anchor="ctr">
                    <a:solidFill>
                      <a:schemeClr val="accent3"/>
                    </a:solidFill>
                  </a:tcPr>
                </a:tc>
                <a:extLst>
                  <a:ext uri="{0D108BD9-81ED-4DB2-BD59-A6C34878D82A}">
                    <a16:rowId xmlns:a16="http://schemas.microsoft.com/office/drawing/2014/main" val="10002"/>
                  </a:ext>
                </a:extLst>
              </a:tr>
              <a:tr h="407532">
                <a:tc>
                  <a:txBody>
                    <a:bodyPr/>
                    <a:lstStyle/>
                    <a:p>
                      <a:pPr algn="ctr"/>
                      <a:r>
                        <a:rPr lang="en-US" altLang="zh-CN" sz="1400" b="0" dirty="0"/>
                        <a:t>1</a:t>
                      </a:r>
                      <a:endParaRPr lang="zh-CN" altLang="en-US" sz="1400" b="0" dirty="0"/>
                    </a:p>
                  </a:txBody>
                  <a:tcPr anchor="ctr">
                    <a:solidFill>
                      <a:schemeClr val="bg1">
                        <a:lumMod val="20000"/>
                        <a:lumOff val="80000"/>
                      </a:schemeClr>
                    </a:solidFill>
                  </a:tcPr>
                </a:tc>
                <a:tc>
                  <a:txBody>
                    <a:bodyPr/>
                    <a:lstStyle/>
                    <a:p>
                      <a:pPr algn="ctr"/>
                      <a:r>
                        <a:rPr lang="en-US" altLang="zh-CN" sz="1400" b="0" dirty="0"/>
                        <a:t>1</a:t>
                      </a:r>
                      <a:endParaRPr lang="zh-CN" altLang="en-US" sz="1400" b="0" dirty="0"/>
                    </a:p>
                  </a:txBody>
                  <a:tcPr anchor="ctr">
                    <a:solidFill>
                      <a:schemeClr val="bg1">
                        <a:lumMod val="20000"/>
                        <a:lumOff val="80000"/>
                      </a:schemeClr>
                    </a:solidFill>
                  </a:tcPr>
                </a:tc>
                <a:tc>
                  <a:txBody>
                    <a:bodyPr/>
                    <a:lstStyle/>
                    <a:p>
                      <a:pPr algn="ctr"/>
                      <a:r>
                        <a:rPr lang="en-US" altLang="zh-CN" sz="1400" dirty="0"/>
                        <a:t>5</a:t>
                      </a:r>
                      <a:endParaRPr lang="zh-CN" altLang="en-US" sz="1400" dirty="0"/>
                    </a:p>
                  </a:txBody>
                  <a:tcPr anchor="ctr">
                    <a:solidFill>
                      <a:schemeClr val="accent3"/>
                    </a:solidFill>
                  </a:tcPr>
                </a:tc>
                <a:tc>
                  <a:txBody>
                    <a:bodyPr/>
                    <a:lstStyle/>
                    <a:p>
                      <a:pPr algn="ctr"/>
                      <a:r>
                        <a:rPr lang="en-US" altLang="zh-CN" sz="1400" dirty="0"/>
                        <a:t>5</a:t>
                      </a:r>
                      <a:endParaRPr lang="zh-CN" altLang="en-US" sz="1400" dirty="0"/>
                    </a:p>
                  </a:txBody>
                  <a:tcPr anchor="ctr">
                    <a:solidFill>
                      <a:schemeClr val="accent3"/>
                    </a:solidFill>
                  </a:tcPr>
                </a:tc>
                <a:tc>
                  <a:txBody>
                    <a:bodyPr/>
                    <a:lstStyle/>
                    <a:p>
                      <a:pPr algn="ctr"/>
                      <a:r>
                        <a:rPr lang="en-US" altLang="zh-CN" sz="1400" dirty="0"/>
                        <a:t>5</a:t>
                      </a:r>
                      <a:endParaRPr lang="zh-CN" altLang="en-US" sz="1400" dirty="0"/>
                    </a:p>
                  </a:txBody>
                  <a:tcPr anchor="ctr">
                    <a:solidFill>
                      <a:schemeClr val="accent3"/>
                    </a:solidFill>
                  </a:tcPr>
                </a:tc>
                <a:extLst>
                  <a:ext uri="{0D108BD9-81ED-4DB2-BD59-A6C34878D82A}">
                    <a16:rowId xmlns:a16="http://schemas.microsoft.com/office/drawing/2014/main" val="10003"/>
                  </a:ext>
                </a:extLst>
              </a:tr>
              <a:tr h="407532">
                <a:tc>
                  <a:txBody>
                    <a:bodyPr/>
                    <a:lstStyle/>
                    <a:p>
                      <a:pPr algn="ctr"/>
                      <a:r>
                        <a:rPr lang="en-US" altLang="zh-CN" sz="1400" b="0" dirty="0"/>
                        <a:t>1</a:t>
                      </a:r>
                      <a:endParaRPr lang="zh-CN" altLang="en-US" sz="1400" b="0" dirty="0"/>
                    </a:p>
                  </a:txBody>
                  <a:tcPr anchor="ctr">
                    <a:solidFill>
                      <a:schemeClr val="bg1">
                        <a:lumMod val="20000"/>
                        <a:lumOff val="80000"/>
                      </a:schemeClr>
                    </a:solidFill>
                  </a:tcPr>
                </a:tc>
                <a:tc>
                  <a:txBody>
                    <a:bodyPr/>
                    <a:lstStyle/>
                    <a:p>
                      <a:pPr algn="ctr"/>
                      <a:r>
                        <a:rPr lang="en-US" altLang="zh-CN" sz="1400" b="0" dirty="0"/>
                        <a:t>1</a:t>
                      </a:r>
                      <a:endParaRPr lang="zh-CN" altLang="en-US" sz="1400" b="0" dirty="0"/>
                    </a:p>
                  </a:txBody>
                  <a:tcPr anchor="ctr">
                    <a:solidFill>
                      <a:schemeClr val="bg1">
                        <a:lumMod val="20000"/>
                        <a:lumOff val="80000"/>
                      </a:schemeClr>
                    </a:solidFill>
                  </a:tcPr>
                </a:tc>
                <a:tc>
                  <a:txBody>
                    <a:bodyPr/>
                    <a:lstStyle/>
                    <a:p>
                      <a:pPr algn="ctr"/>
                      <a:r>
                        <a:rPr lang="en-US" altLang="zh-CN" sz="1400" dirty="0"/>
                        <a:t>5</a:t>
                      </a:r>
                      <a:endParaRPr lang="zh-CN" altLang="en-US" sz="1400" dirty="0"/>
                    </a:p>
                  </a:txBody>
                  <a:tcPr anchor="ctr">
                    <a:solidFill>
                      <a:schemeClr val="accent3"/>
                    </a:solidFill>
                  </a:tcPr>
                </a:tc>
                <a:tc>
                  <a:txBody>
                    <a:bodyPr/>
                    <a:lstStyle/>
                    <a:p>
                      <a:pPr algn="ctr"/>
                      <a:r>
                        <a:rPr lang="en-US" altLang="zh-CN" sz="1400" dirty="0"/>
                        <a:t>5</a:t>
                      </a:r>
                      <a:endParaRPr lang="zh-CN" altLang="en-US" sz="1400" dirty="0"/>
                    </a:p>
                  </a:txBody>
                  <a:tcPr anchor="ctr">
                    <a:solidFill>
                      <a:schemeClr val="accent3"/>
                    </a:solidFill>
                  </a:tcPr>
                </a:tc>
                <a:tc>
                  <a:txBody>
                    <a:bodyPr/>
                    <a:lstStyle/>
                    <a:p>
                      <a:pPr algn="ctr"/>
                      <a:r>
                        <a:rPr lang="en-US" altLang="zh-CN" sz="1400" dirty="0"/>
                        <a:t>5</a:t>
                      </a:r>
                      <a:endParaRPr lang="zh-CN" altLang="en-US" sz="1400" dirty="0"/>
                    </a:p>
                  </a:txBody>
                  <a:tcPr anchor="ctr">
                    <a:solidFill>
                      <a:schemeClr val="accent3"/>
                    </a:solidFill>
                  </a:tcPr>
                </a:tc>
                <a:extLst>
                  <a:ext uri="{0D108BD9-81ED-4DB2-BD59-A6C34878D82A}">
                    <a16:rowId xmlns:a16="http://schemas.microsoft.com/office/drawing/2014/main" val="10004"/>
                  </a:ext>
                </a:extLst>
              </a:tr>
            </a:tbl>
          </a:graphicData>
        </a:graphic>
      </p:graphicFrame>
      <p:sp>
        <p:nvSpPr>
          <p:cNvPr id="1048594" name="TextBox 23"/>
          <p:cNvSpPr txBox="1">
            <a:spLocks noRot="1" noChangeAspect="1" noMove="1" noResize="1" noEditPoints="1" noAdjustHandles="1" noChangeArrowheads="1" noChangeShapeType="1" noTextEdit="1"/>
          </p:cNvSpPr>
          <p:nvPr/>
        </p:nvSpPr>
        <p:spPr>
          <a:xfrm>
            <a:off x="4978788" y="6156012"/>
            <a:ext cx="821315" cy="369332"/>
          </a:xfrm>
          <a:prstGeom prst="rect">
            <a:avLst/>
          </a:prstGeom>
          <a:blipFill>
            <a:blip r:embed="rId3"/>
            <a:stretch>
              <a:fillRect/>
            </a:stretch>
          </a:blipFill>
        </p:spPr>
        <p:txBody>
          <a:bodyPr/>
          <a:lstStyle/>
          <a:p>
            <a:r>
              <a:rPr lang="zh-CN" altLang="en-US">
                <a:noFill/>
              </a:rPr>
              <a:t> </a:t>
            </a:r>
          </a:p>
        </p:txBody>
      </p:sp>
      <p:graphicFrame>
        <p:nvGraphicFramePr>
          <p:cNvPr id="4194306" name="表格 3"/>
          <p:cNvGraphicFramePr>
            <a:graphicFrameLocks noGrp="1"/>
          </p:cNvGraphicFramePr>
          <p:nvPr/>
        </p:nvGraphicFramePr>
        <p:xfrm>
          <a:off x="6658165" y="4122853"/>
          <a:ext cx="2182530" cy="2037660"/>
        </p:xfrm>
        <a:graphic>
          <a:graphicData uri="http://schemas.openxmlformats.org/drawingml/2006/table">
            <a:tbl>
              <a:tblPr firstRow="1" bandRow="1">
                <a:tableStyleId>{16D9F66E-5EB9-4882-86FB-DCBF35E3C3E4}</a:tableStyleId>
              </a:tblPr>
              <a:tblGrid>
                <a:gridCol w="436506">
                  <a:extLst>
                    <a:ext uri="{9D8B030D-6E8A-4147-A177-3AD203B41FA5}">
                      <a16:colId xmlns:a16="http://schemas.microsoft.com/office/drawing/2014/main" val="20000"/>
                    </a:ext>
                  </a:extLst>
                </a:gridCol>
                <a:gridCol w="436506">
                  <a:extLst>
                    <a:ext uri="{9D8B030D-6E8A-4147-A177-3AD203B41FA5}">
                      <a16:colId xmlns:a16="http://schemas.microsoft.com/office/drawing/2014/main" val="20001"/>
                    </a:ext>
                  </a:extLst>
                </a:gridCol>
                <a:gridCol w="436506">
                  <a:extLst>
                    <a:ext uri="{9D8B030D-6E8A-4147-A177-3AD203B41FA5}">
                      <a16:colId xmlns:a16="http://schemas.microsoft.com/office/drawing/2014/main" val="20002"/>
                    </a:ext>
                  </a:extLst>
                </a:gridCol>
                <a:gridCol w="436506">
                  <a:extLst>
                    <a:ext uri="{9D8B030D-6E8A-4147-A177-3AD203B41FA5}">
                      <a16:colId xmlns:a16="http://schemas.microsoft.com/office/drawing/2014/main" val="20003"/>
                    </a:ext>
                  </a:extLst>
                </a:gridCol>
                <a:gridCol w="436506">
                  <a:extLst>
                    <a:ext uri="{9D8B030D-6E8A-4147-A177-3AD203B41FA5}">
                      <a16:colId xmlns:a16="http://schemas.microsoft.com/office/drawing/2014/main" val="20004"/>
                    </a:ext>
                  </a:extLst>
                </a:gridCol>
              </a:tblGrid>
              <a:tr h="407532">
                <a:tc>
                  <a:txBody>
                    <a:bodyPr/>
                    <a:lstStyle/>
                    <a:p>
                      <a:pPr algn="ctr"/>
                      <a:r>
                        <a:rPr lang="en-US" altLang="zh-CN" sz="1400" b="0" dirty="0"/>
                        <a:t>1</a:t>
                      </a:r>
                      <a:endParaRPr lang="zh-CN" altLang="en-US" sz="1400" b="0" dirty="0"/>
                    </a:p>
                  </a:txBody>
                  <a:tcPr anchor="ctr">
                    <a:solidFill>
                      <a:schemeClr val="bg1">
                        <a:lumMod val="20000"/>
                        <a:lumOff val="80000"/>
                      </a:schemeClr>
                    </a:solidFill>
                  </a:tcPr>
                </a:tc>
                <a:tc>
                  <a:txBody>
                    <a:bodyPr/>
                    <a:lstStyle/>
                    <a:p>
                      <a:pPr algn="ctr"/>
                      <a:r>
                        <a:rPr lang="en-US" altLang="zh-CN" sz="1400" b="0" dirty="0"/>
                        <a:t>1</a:t>
                      </a:r>
                      <a:endParaRPr lang="zh-CN" altLang="en-US" sz="1400" b="0" dirty="0"/>
                    </a:p>
                  </a:txBody>
                  <a:tcPr anchor="ctr">
                    <a:solidFill>
                      <a:schemeClr val="bg1">
                        <a:lumMod val="20000"/>
                        <a:lumOff val="80000"/>
                      </a:schemeClr>
                    </a:solidFill>
                  </a:tcPr>
                </a:tc>
                <a:tc>
                  <a:txBody>
                    <a:bodyPr/>
                    <a:lstStyle/>
                    <a:p>
                      <a:pPr algn="ctr"/>
                      <a:r>
                        <a:rPr lang="en-US" altLang="zh-CN" sz="1400" b="0" dirty="0"/>
                        <a:t>5</a:t>
                      </a:r>
                      <a:endParaRPr lang="zh-CN" altLang="en-US" sz="1400" b="0" dirty="0"/>
                    </a:p>
                  </a:txBody>
                  <a:tcPr anchor="ctr">
                    <a:solidFill>
                      <a:schemeClr val="accent3"/>
                    </a:solidFill>
                  </a:tcPr>
                </a:tc>
                <a:tc>
                  <a:txBody>
                    <a:bodyPr/>
                    <a:lstStyle/>
                    <a:p>
                      <a:pPr algn="ctr"/>
                      <a:r>
                        <a:rPr lang="en-US" altLang="zh-CN" sz="1400" b="0" dirty="0"/>
                        <a:t>7</a:t>
                      </a:r>
                      <a:endParaRPr lang="zh-CN" altLang="en-US" sz="1400" b="0" dirty="0"/>
                    </a:p>
                  </a:txBody>
                  <a:tcPr anchor="ctr"/>
                </a:tc>
                <a:tc>
                  <a:txBody>
                    <a:bodyPr/>
                    <a:lstStyle/>
                    <a:p>
                      <a:pPr algn="ctr"/>
                      <a:r>
                        <a:rPr lang="en-US" altLang="zh-CN" sz="1400" b="0" dirty="0"/>
                        <a:t>5</a:t>
                      </a:r>
                      <a:endParaRPr lang="zh-CN" altLang="en-US" sz="1400" b="0" dirty="0"/>
                    </a:p>
                  </a:txBody>
                  <a:tcPr anchor="ctr"/>
                </a:tc>
                <a:extLst>
                  <a:ext uri="{0D108BD9-81ED-4DB2-BD59-A6C34878D82A}">
                    <a16:rowId xmlns:a16="http://schemas.microsoft.com/office/drawing/2014/main" val="10000"/>
                  </a:ext>
                </a:extLst>
              </a:tr>
              <a:tr h="407532">
                <a:tc>
                  <a:txBody>
                    <a:bodyPr/>
                    <a:lstStyle/>
                    <a:p>
                      <a:pPr algn="ctr"/>
                      <a:r>
                        <a:rPr lang="en-US" altLang="zh-CN" sz="1400" b="0" dirty="0"/>
                        <a:t>1</a:t>
                      </a:r>
                      <a:endParaRPr lang="zh-CN" altLang="en-US" sz="1400" b="0" dirty="0"/>
                    </a:p>
                  </a:txBody>
                  <a:tcPr anchor="ctr">
                    <a:solidFill>
                      <a:schemeClr val="bg1">
                        <a:lumMod val="20000"/>
                        <a:lumOff val="80000"/>
                      </a:schemeClr>
                    </a:solidFill>
                  </a:tcPr>
                </a:tc>
                <a:tc>
                  <a:txBody>
                    <a:bodyPr/>
                    <a:lstStyle/>
                    <a:p>
                      <a:pPr algn="ctr"/>
                      <a:r>
                        <a:rPr lang="en-US" altLang="zh-CN" sz="1400" b="0" dirty="0"/>
                        <a:t>1</a:t>
                      </a:r>
                      <a:endParaRPr lang="zh-CN" altLang="en-US" sz="1400" b="0" dirty="0"/>
                    </a:p>
                  </a:txBody>
                  <a:tcPr anchor="ctr">
                    <a:solidFill>
                      <a:schemeClr val="bg1">
                        <a:lumMod val="20000"/>
                        <a:lumOff val="80000"/>
                      </a:schemeClr>
                    </a:solidFill>
                  </a:tcPr>
                </a:tc>
                <a:tc>
                  <a:txBody>
                    <a:bodyPr/>
                    <a:lstStyle/>
                    <a:p>
                      <a:pPr algn="ctr"/>
                      <a:r>
                        <a:rPr lang="en-US" altLang="zh-CN" sz="1400" b="0" dirty="0"/>
                        <a:t>5</a:t>
                      </a:r>
                      <a:endParaRPr lang="zh-CN" altLang="en-US" sz="1400" b="0" dirty="0"/>
                    </a:p>
                  </a:txBody>
                  <a:tcPr anchor="ctr">
                    <a:solidFill>
                      <a:schemeClr val="accent3"/>
                    </a:solidFill>
                  </a:tcPr>
                </a:tc>
                <a:tc>
                  <a:txBody>
                    <a:bodyPr/>
                    <a:lstStyle/>
                    <a:p>
                      <a:pPr algn="ctr"/>
                      <a:r>
                        <a:rPr lang="en-US" altLang="zh-CN" sz="1400" b="0" dirty="0"/>
                        <a:t>7</a:t>
                      </a:r>
                      <a:endParaRPr lang="zh-CN" altLang="en-US" sz="1400" b="0" dirty="0"/>
                    </a:p>
                  </a:txBody>
                  <a:tcPr anchor="ctr"/>
                </a:tc>
                <a:tc>
                  <a:txBody>
                    <a:bodyPr/>
                    <a:lstStyle/>
                    <a:p>
                      <a:pPr algn="ctr"/>
                      <a:r>
                        <a:rPr lang="en-US" altLang="zh-CN" sz="1400" dirty="0"/>
                        <a:t>7</a:t>
                      </a:r>
                      <a:endParaRPr lang="zh-CN" altLang="en-US" sz="1400" dirty="0"/>
                    </a:p>
                  </a:txBody>
                  <a:tcPr anchor="ctr"/>
                </a:tc>
                <a:extLst>
                  <a:ext uri="{0D108BD9-81ED-4DB2-BD59-A6C34878D82A}">
                    <a16:rowId xmlns:a16="http://schemas.microsoft.com/office/drawing/2014/main" val="10001"/>
                  </a:ext>
                </a:extLst>
              </a:tr>
              <a:tr h="407532">
                <a:tc>
                  <a:txBody>
                    <a:bodyPr/>
                    <a:lstStyle/>
                    <a:p>
                      <a:pPr algn="ctr"/>
                      <a:r>
                        <a:rPr lang="en-US" altLang="zh-CN" sz="1400" b="0" dirty="0"/>
                        <a:t>1</a:t>
                      </a:r>
                      <a:endParaRPr lang="zh-CN" altLang="en-US" sz="1400" b="0" dirty="0"/>
                    </a:p>
                  </a:txBody>
                  <a:tcPr anchor="ctr">
                    <a:solidFill>
                      <a:schemeClr val="bg1">
                        <a:lumMod val="20000"/>
                        <a:lumOff val="80000"/>
                      </a:schemeClr>
                    </a:solidFill>
                  </a:tcPr>
                </a:tc>
                <a:tc>
                  <a:txBody>
                    <a:bodyPr/>
                    <a:lstStyle/>
                    <a:p>
                      <a:pPr algn="ctr"/>
                      <a:r>
                        <a:rPr lang="en-US" altLang="zh-CN" sz="1400" b="0" dirty="0"/>
                        <a:t>1</a:t>
                      </a:r>
                      <a:endParaRPr lang="zh-CN" altLang="en-US" sz="1400" b="0" dirty="0"/>
                    </a:p>
                  </a:txBody>
                  <a:tcPr anchor="ctr">
                    <a:solidFill>
                      <a:schemeClr val="bg1">
                        <a:lumMod val="20000"/>
                        <a:lumOff val="80000"/>
                      </a:schemeClr>
                    </a:solidFill>
                  </a:tcPr>
                </a:tc>
                <a:tc>
                  <a:txBody>
                    <a:bodyPr/>
                    <a:lstStyle/>
                    <a:p>
                      <a:pPr algn="ctr"/>
                      <a:r>
                        <a:rPr lang="en-US" altLang="zh-CN" sz="1400" dirty="0"/>
                        <a:t>5</a:t>
                      </a:r>
                      <a:endParaRPr lang="zh-CN" altLang="en-US" sz="1400" dirty="0"/>
                    </a:p>
                  </a:txBody>
                  <a:tcPr anchor="ctr">
                    <a:solidFill>
                      <a:schemeClr val="accent3"/>
                    </a:solidFill>
                  </a:tcPr>
                </a:tc>
                <a:tc>
                  <a:txBody>
                    <a:bodyPr/>
                    <a:lstStyle/>
                    <a:p>
                      <a:pPr algn="ctr"/>
                      <a:r>
                        <a:rPr lang="en-US" altLang="zh-CN" sz="1400" dirty="0"/>
                        <a:t>5</a:t>
                      </a:r>
                      <a:endParaRPr lang="zh-CN" altLang="en-US" sz="1400" dirty="0"/>
                    </a:p>
                  </a:txBody>
                  <a:tcPr anchor="ctr">
                    <a:solidFill>
                      <a:schemeClr val="accent3"/>
                    </a:solidFill>
                  </a:tcPr>
                </a:tc>
                <a:tc>
                  <a:txBody>
                    <a:bodyPr/>
                    <a:lstStyle/>
                    <a:p>
                      <a:pPr algn="ctr"/>
                      <a:r>
                        <a:rPr lang="en-US" altLang="zh-CN" sz="1400" dirty="0"/>
                        <a:t>5</a:t>
                      </a:r>
                      <a:endParaRPr lang="zh-CN" altLang="en-US" sz="1400" dirty="0"/>
                    </a:p>
                  </a:txBody>
                  <a:tcPr anchor="ctr">
                    <a:solidFill>
                      <a:schemeClr val="accent3"/>
                    </a:solidFill>
                  </a:tcPr>
                </a:tc>
                <a:extLst>
                  <a:ext uri="{0D108BD9-81ED-4DB2-BD59-A6C34878D82A}">
                    <a16:rowId xmlns:a16="http://schemas.microsoft.com/office/drawing/2014/main" val="10002"/>
                  </a:ext>
                </a:extLst>
              </a:tr>
              <a:tr h="407532">
                <a:tc>
                  <a:txBody>
                    <a:bodyPr/>
                    <a:lstStyle/>
                    <a:p>
                      <a:pPr algn="ctr"/>
                      <a:r>
                        <a:rPr lang="en-US" altLang="zh-CN" sz="1400" dirty="0"/>
                        <a:t>2</a:t>
                      </a:r>
                      <a:endParaRPr lang="zh-CN" altLang="en-US" sz="1400" dirty="0"/>
                    </a:p>
                  </a:txBody>
                  <a:tcPr anchor="ctr"/>
                </a:tc>
                <a:tc>
                  <a:txBody>
                    <a:bodyPr/>
                    <a:lstStyle/>
                    <a:p>
                      <a:pPr algn="ctr"/>
                      <a:r>
                        <a:rPr lang="en-US" altLang="zh-CN" sz="1400" dirty="0"/>
                        <a:t>1</a:t>
                      </a:r>
                      <a:endParaRPr lang="zh-CN" altLang="en-US" sz="1400" dirty="0"/>
                    </a:p>
                  </a:txBody>
                  <a:tcPr anchor="ctr">
                    <a:solidFill>
                      <a:schemeClr val="bg1">
                        <a:lumMod val="20000"/>
                        <a:lumOff val="80000"/>
                      </a:schemeClr>
                    </a:solidFill>
                  </a:tcPr>
                </a:tc>
                <a:tc>
                  <a:txBody>
                    <a:bodyPr/>
                    <a:lstStyle/>
                    <a:p>
                      <a:pPr algn="ctr"/>
                      <a:r>
                        <a:rPr lang="en-US" altLang="zh-CN" sz="1400" dirty="0"/>
                        <a:t>5</a:t>
                      </a:r>
                      <a:endParaRPr lang="zh-CN" altLang="en-US" sz="1400" dirty="0"/>
                    </a:p>
                  </a:txBody>
                  <a:tcPr anchor="ctr">
                    <a:solidFill>
                      <a:schemeClr val="accent3"/>
                    </a:solidFill>
                  </a:tcPr>
                </a:tc>
                <a:tc>
                  <a:txBody>
                    <a:bodyPr/>
                    <a:lstStyle/>
                    <a:p>
                      <a:pPr algn="ctr"/>
                      <a:r>
                        <a:rPr lang="en-US" altLang="zh-CN" sz="1400" dirty="0"/>
                        <a:t>5</a:t>
                      </a:r>
                      <a:endParaRPr lang="zh-CN" altLang="en-US" sz="1400" dirty="0"/>
                    </a:p>
                  </a:txBody>
                  <a:tcPr anchor="ctr">
                    <a:solidFill>
                      <a:schemeClr val="accent3"/>
                    </a:solidFill>
                  </a:tcPr>
                </a:tc>
                <a:tc>
                  <a:txBody>
                    <a:bodyPr/>
                    <a:lstStyle/>
                    <a:p>
                      <a:pPr algn="ctr"/>
                      <a:r>
                        <a:rPr lang="en-US" altLang="zh-CN" sz="1400" dirty="0"/>
                        <a:t>5</a:t>
                      </a:r>
                      <a:endParaRPr lang="zh-CN" altLang="en-US" sz="1400" dirty="0"/>
                    </a:p>
                  </a:txBody>
                  <a:tcPr anchor="ctr">
                    <a:solidFill>
                      <a:schemeClr val="accent3"/>
                    </a:solidFill>
                  </a:tcPr>
                </a:tc>
                <a:extLst>
                  <a:ext uri="{0D108BD9-81ED-4DB2-BD59-A6C34878D82A}">
                    <a16:rowId xmlns:a16="http://schemas.microsoft.com/office/drawing/2014/main" val="10003"/>
                  </a:ext>
                </a:extLst>
              </a:tr>
              <a:tr h="407532">
                <a:tc>
                  <a:txBody>
                    <a:bodyPr/>
                    <a:lstStyle/>
                    <a:p>
                      <a:pPr algn="ctr"/>
                      <a:r>
                        <a:rPr lang="en-US" altLang="zh-CN" sz="1400" dirty="0"/>
                        <a:t>2</a:t>
                      </a:r>
                      <a:endParaRPr lang="zh-CN" altLang="en-US" sz="1400" dirty="0"/>
                    </a:p>
                  </a:txBody>
                  <a:tcPr anchor="ctr"/>
                </a:tc>
                <a:tc>
                  <a:txBody>
                    <a:bodyPr/>
                    <a:lstStyle/>
                    <a:p>
                      <a:pPr algn="ctr"/>
                      <a:r>
                        <a:rPr lang="en-US" altLang="zh-CN" sz="1400" dirty="0"/>
                        <a:t>2</a:t>
                      </a:r>
                      <a:endParaRPr lang="zh-CN" altLang="en-US" sz="1400" dirty="0"/>
                    </a:p>
                  </a:txBody>
                  <a:tcPr anchor="ctr"/>
                </a:tc>
                <a:tc>
                  <a:txBody>
                    <a:bodyPr/>
                    <a:lstStyle/>
                    <a:p>
                      <a:pPr algn="ctr"/>
                      <a:r>
                        <a:rPr lang="en-US" altLang="zh-CN" sz="1400" dirty="0"/>
                        <a:t>5</a:t>
                      </a:r>
                      <a:endParaRPr lang="zh-CN" altLang="en-US" sz="1400" dirty="0"/>
                    </a:p>
                  </a:txBody>
                  <a:tcPr anchor="ctr">
                    <a:solidFill>
                      <a:schemeClr val="accent3"/>
                    </a:solidFill>
                  </a:tcPr>
                </a:tc>
                <a:tc>
                  <a:txBody>
                    <a:bodyPr/>
                    <a:lstStyle/>
                    <a:p>
                      <a:pPr algn="ctr"/>
                      <a:r>
                        <a:rPr lang="en-US" altLang="zh-CN" sz="1400" dirty="0"/>
                        <a:t>5</a:t>
                      </a:r>
                      <a:endParaRPr lang="zh-CN" altLang="en-US" sz="1400" dirty="0"/>
                    </a:p>
                  </a:txBody>
                  <a:tcPr anchor="ctr">
                    <a:solidFill>
                      <a:schemeClr val="accent3"/>
                    </a:solidFill>
                  </a:tcPr>
                </a:tc>
                <a:tc>
                  <a:txBody>
                    <a:bodyPr/>
                    <a:lstStyle/>
                    <a:p>
                      <a:pPr algn="ctr"/>
                      <a:r>
                        <a:rPr lang="en-US" altLang="zh-CN" sz="1400" dirty="0"/>
                        <a:t>5</a:t>
                      </a:r>
                      <a:endParaRPr lang="zh-CN" altLang="en-US" sz="1400" dirty="0"/>
                    </a:p>
                  </a:txBody>
                  <a:tcPr anchor="ctr">
                    <a:solidFill>
                      <a:schemeClr val="accent3"/>
                    </a:solidFill>
                  </a:tcPr>
                </a:tc>
                <a:extLst>
                  <a:ext uri="{0D108BD9-81ED-4DB2-BD59-A6C34878D82A}">
                    <a16:rowId xmlns:a16="http://schemas.microsoft.com/office/drawing/2014/main" val="10004"/>
                  </a:ext>
                </a:extLst>
              </a:tr>
            </a:tbl>
          </a:graphicData>
        </a:graphic>
      </p:graphicFrame>
      <p:sp>
        <p:nvSpPr>
          <p:cNvPr id="1048595" name="TextBox 25"/>
          <p:cNvSpPr txBox="1">
            <a:spLocks noRot="1" noChangeAspect="1" noMove="1" noResize="1" noEditPoints="1" noAdjustHandles="1" noChangeArrowheads="1" noChangeShapeType="1" noTextEdit="1"/>
          </p:cNvSpPr>
          <p:nvPr/>
        </p:nvSpPr>
        <p:spPr>
          <a:xfrm>
            <a:off x="7338977" y="6115914"/>
            <a:ext cx="821315" cy="369332"/>
          </a:xfrm>
          <a:prstGeom prst="rect">
            <a:avLst/>
          </a:prstGeom>
          <a:blipFill>
            <a:blip r:embed="rId4"/>
            <a:stretch>
              <a:fillRect/>
            </a:stretch>
          </a:blipFill>
        </p:spPr>
        <p:txBody>
          <a:bodyPr/>
          <a:lstStyle/>
          <a:p>
            <a:r>
              <a:rPr lang="zh-CN" altLang="en-US">
                <a:noFill/>
              </a:rPr>
              <a:t> </a:t>
            </a:r>
          </a:p>
        </p:txBody>
      </p:sp>
      <p:graphicFrame>
        <p:nvGraphicFramePr>
          <p:cNvPr id="4194307" name="表格 3"/>
          <p:cNvGraphicFramePr>
            <a:graphicFrameLocks noGrp="1"/>
          </p:cNvGraphicFramePr>
          <p:nvPr/>
        </p:nvGraphicFramePr>
        <p:xfrm>
          <a:off x="9018148" y="4121637"/>
          <a:ext cx="2182530" cy="2037660"/>
        </p:xfrm>
        <a:graphic>
          <a:graphicData uri="http://schemas.openxmlformats.org/drawingml/2006/table">
            <a:tbl>
              <a:tblPr firstRow="1" bandRow="1">
                <a:tableStyleId>{16D9F66E-5EB9-4882-86FB-DCBF35E3C3E4}</a:tableStyleId>
              </a:tblPr>
              <a:tblGrid>
                <a:gridCol w="436506">
                  <a:extLst>
                    <a:ext uri="{9D8B030D-6E8A-4147-A177-3AD203B41FA5}">
                      <a16:colId xmlns:a16="http://schemas.microsoft.com/office/drawing/2014/main" val="20000"/>
                    </a:ext>
                  </a:extLst>
                </a:gridCol>
                <a:gridCol w="436506">
                  <a:extLst>
                    <a:ext uri="{9D8B030D-6E8A-4147-A177-3AD203B41FA5}">
                      <a16:colId xmlns:a16="http://schemas.microsoft.com/office/drawing/2014/main" val="20001"/>
                    </a:ext>
                  </a:extLst>
                </a:gridCol>
                <a:gridCol w="436506">
                  <a:extLst>
                    <a:ext uri="{9D8B030D-6E8A-4147-A177-3AD203B41FA5}">
                      <a16:colId xmlns:a16="http://schemas.microsoft.com/office/drawing/2014/main" val="20002"/>
                    </a:ext>
                  </a:extLst>
                </a:gridCol>
                <a:gridCol w="436506">
                  <a:extLst>
                    <a:ext uri="{9D8B030D-6E8A-4147-A177-3AD203B41FA5}">
                      <a16:colId xmlns:a16="http://schemas.microsoft.com/office/drawing/2014/main" val="20003"/>
                    </a:ext>
                  </a:extLst>
                </a:gridCol>
                <a:gridCol w="436506">
                  <a:extLst>
                    <a:ext uri="{9D8B030D-6E8A-4147-A177-3AD203B41FA5}">
                      <a16:colId xmlns:a16="http://schemas.microsoft.com/office/drawing/2014/main" val="20004"/>
                    </a:ext>
                  </a:extLst>
                </a:gridCol>
              </a:tblGrid>
              <a:tr h="407532">
                <a:tc>
                  <a:txBody>
                    <a:bodyPr/>
                    <a:lstStyle/>
                    <a:p>
                      <a:pPr algn="ctr"/>
                      <a:r>
                        <a:rPr lang="en-US" altLang="zh-CN" sz="1400" b="0" dirty="0"/>
                        <a:t>1</a:t>
                      </a:r>
                      <a:endParaRPr lang="zh-CN" altLang="en-US" sz="1400" b="0" dirty="0"/>
                    </a:p>
                  </a:txBody>
                  <a:tcPr anchor="ctr">
                    <a:solidFill>
                      <a:schemeClr val="bg1">
                        <a:lumMod val="20000"/>
                        <a:lumOff val="80000"/>
                      </a:schemeClr>
                    </a:solidFill>
                  </a:tcPr>
                </a:tc>
                <a:tc>
                  <a:txBody>
                    <a:bodyPr/>
                    <a:lstStyle/>
                    <a:p>
                      <a:pPr algn="ctr"/>
                      <a:r>
                        <a:rPr lang="en-US" altLang="zh-CN" sz="1400" b="0" dirty="0"/>
                        <a:t>1</a:t>
                      </a:r>
                      <a:endParaRPr lang="zh-CN" altLang="en-US" sz="1400" b="0" dirty="0"/>
                    </a:p>
                  </a:txBody>
                  <a:tcPr anchor="ctr">
                    <a:solidFill>
                      <a:schemeClr val="bg1">
                        <a:lumMod val="20000"/>
                        <a:lumOff val="80000"/>
                      </a:schemeClr>
                    </a:solidFill>
                  </a:tcPr>
                </a:tc>
                <a:tc>
                  <a:txBody>
                    <a:bodyPr/>
                    <a:lstStyle/>
                    <a:p>
                      <a:pPr algn="ctr"/>
                      <a:r>
                        <a:rPr lang="en-US" altLang="zh-CN" sz="1400" b="0" dirty="0"/>
                        <a:t>1</a:t>
                      </a:r>
                      <a:endParaRPr lang="zh-CN" altLang="en-US" sz="1400" b="0" dirty="0"/>
                    </a:p>
                  </a:txBody>
                  <a:tcPr anchor="ctr">
                    <a:solidFill>
                      <a:schemeClr val="bg1">
                        <a:lumMod val="20000"/>
                        <a:lumOff val="80000"/>
                      </a:schemeClr>
                    </a:solidFill>
                  </a:tcPr>
                </a:tc>
                <a:tc>
                  <a:txBody>
                    <a:bodyPr/>
                    <a:lstStyle/>
                    <a:p>
                      <a:pPr algn="ctr"/>
                      <a:r>
                        <a:rPr lang="en-US" altLang="zh-CN" sz="1400" b="0" dirty="0"/>
                        <a:t>1</a:t>
                      </a:r>
                      <a:endParaRPr lang="zh-CN" altLang="en-US" sz="1400" b="0" dirty="0"/>
                    </a:p>
                  </a:txBody>
                  <a:tcPr anchor="ctr">
                    <a:solidFill>
                      <a:schemeClr val="bg1">
                        <a:lumMod val="20000"/>
                        <a:lumOff val="80000"/>
                      </a:schemeClr>
                    </a:solidFill>
                  </a:tcPr>
                </a:tc>
                <a:tc>
                  <a:txBody>
                    <a:bodyPr/>
                    <a:lstStyle/>
                    <a:p>
                      <a:pPr algn="ctr"/>
                      <a:r>
                        <a:rPr lang="en-US" altLang="zh-CN" sz="1400" b="0" dirty="0"/>
                        <a:t>1</a:t>
                      </a:r>
                      <a:endParaRPr lang="zh-CN" altLang="en-US" sz="1400" b="0" dirty="0"/>
                    </a:p>
                  </a:txBody>
                  <a:tcPr anchor="ctr">
                    <a:solidFill>
                      <a:schemeClr val="bg1">
                        <a:lumMod val="20000"/>
                        <a:lumOff val="80000"/>
                      </a:schemeClr>
                    </a:solidFill>
                  </a:tcPr>
                </a:tc>
                <a:extLst>
                  <a:ext uri="{0D108BD9-81ED-4DB2-BD59-A6C34878D82A}">
                    <a16:rowId xmlns:a16="http://schemas.microsoft.com/office/drawing/2014/main" val="10000"/>
                  </a:ext>
                </a:extLst>
              </a:tr>
              <a:tr h="407532">
                <a:tc>
                  <a:txBody>
                    <a:bodyPr/>
                    <a:lstStyle/>
                    <a:p>
                      <a:pPr algn="ctr"/>
                      <a:r>
                        <a:rPr lang="en-US" altLang="zh-CN" sz="1400" b="0" dirty="0"/>
                        <a:t>1</a:t>
                      </a:r>
                      <a:endParaRPr lang="zh-CN" altLang="en-US" sz="1400" b="0" dirty="0"/>
                    </a:p>
                  </a:txBody>
                  <a:tcPr anchor="ctr">
                    <a:solidFill>
                      <a:schemeClr val="bg1">
                        <a:lumMod val="20000"/>
                        <a:lumOff val="80000"/>
                      </a:schemeClr>
                    </a:solidFill>
                  </a:tcPr>
                </a:tc>
                <a:tc>
                  <a:txBody>
                    <a:bodyPr/>
                    <a:lstStyle/>
                    <a:p>
                      <a:pPr algn="ctr"/>
                      <a:r>
                        <a:rPr lang="en-US" altLang="zh-CN" sz="1400" b="0" dirty="0"/>
                        <a:t>1</a:t>
                      </a:r>
                      <a:endParaRPr lang="zh-CN" altLang="en-US" sz="1400" b="0" dirty="0"/>
                    </a:p>
                  </a:txBody>
                  <a:tcPr anchor="ctr">
                    <a:solidFill>
                      <a:schemeClr val="bg1">
                        <a:lumMod val="20000"/>
                        <a:lumOff val="80000"/>
                      </a:schemeClr>
                    </a:solidFill>
                  </a:tcPr>
                </a:tc>
                <a:tc>
                  <a:txBody>
                    <a:bodyPr/>
                    <a:lstStyle/>
                    <a:p>
                      <a:pPr algn="ctr"/>
                      <a:r>
                        <a:rPr lang="en-US" altLang="zh-CN" sz="1400" b="0" dirty="0"/>
                        <a:t>1</a:t>
                      </a:r>
                      <a:endParaRPr lang="zh-CN" altLang="en-US" sz="1400" b="0" dirty="0"/>
                    </a:p>
                  </a:txBody>
                  <a:tcPr anchor="ctr">
                    <a:solidFill>
                      <a:schemeClr val="bg1">
                        <a:lumMod val="20000"/>
                        <a:lumOff val="80000"/>
                      </a:schemeClr>
                    </a:solidFill>
                  </a:tcPr>
                </a:tc>
                <a:tc>
                  <a:txBody>
                    <a:bodyPr/>
                    <a:lstStyle/>
                    <a:p>
                      <a:pPr algn="ctr"/>
                      <a:r>
                        <a:rPr lang="en-US" altLang="zh-CN" sz="1400" b="0" dirty="0"/>
                        <a:t>1</a:t>
                      </a:r>
                      <a:endParaRPr lang="zh-CN" altLang="en-US" sz="1400" b="0" dirty="0"/>
                    </a:p>
                  </a:txBody>
                  <a:tcPr anchor="ctr">
                    <a:solidFill>
                      <a:schemeClr val="bg1">
                        <a:lumMod val="20000"/>
                        <a:lumOff val="80000"/>
                      </a:schemeClr>
                    </a:solidFill>
                  </a:tcPr>
                </a:tc>
                <a:tc>
                  <a:txBody>
                    <a:bodyPr/>
                    <a:lstStyle/>
                    <a:p>
                      <a:pPr algn="ctr"/>
                      <a:r>
                        <a:rPr lang="en-US" altLang="zh-CN" sz="1400" b="0" dirty="0"/>
                        <a:t>1</a:t>
                      </a:r>
                      <a:endParaRPr lang="zh-CN" altLang="en-US" sz="1400" b="0" dirty="0"/>
                    </a:p>
                  </a:txBody>
                  <a:tcPr anchor="ctr">
                    <a:solidFill>
                      <a:schemeClr val="bg1">
                        <a:lumMod val="20000"/>
                        <a:lumOff val="80000"/>
                      </a:schemeClr>
                    </a:solidFill>
                  </a:tcPr>
                </a:tc>
                <a:extLst>
                  <a:ext uri="{0D108BD9-81ED-4DB2-BD59-A6C34878D82A}">
                    <a16:rowId xmlns:a16="http://schemas.microsoft.com/office/drawing/2014/main" val="10001"/>
                  </a:ext>
                </a:extLst>
              </a:tr>
              <a:tr h="407532">
                <a:tc>
                  <a:txBody>
                    <a:bodyPr/>
                    <a:lstStyle/>
                    <a:p>
                      <a:pPr algn="ctr"/>
                      <a:r>
                        <a:rPr lang="en-US" altLang="zh-CN" sz="1400" b="0" dirty="0"/>
                        <a:t>1</a:t>
                      </a:r>
                      <a:endParaRPr lang="zh-CN" altLang="en-US" sz="1400" b="0" dirty="0"/>
                    </a:p>
                  </a:txBody>
                  <a:tcPr anchor="ctr">
                    <a:solidFill>
                      <a:schemeClr val="bg1">
                        <a:lumMod val="20000"/>
                        <a:lumOff val="80000"/>
                      </a:schemeClr>
                    </a:solidFill>
                  </a:tcPr>
                </a:tc>
                <a:tc>
                  <a:txBody>
                    <a:bodyPr/>
                    <a:lstStyle/>
                    <a:p>
                      <a:pPr algn="ctr"/>
                      <a:r>
                        <a:rPr lang="en-US" altLang="zh-CN" sz="1400" b="0" dirty="0"/>
                        <a:t>1</a:t>
                      </a:r>
                      <a:endParaRPr lang="zh-CN" altLang="en-US" sz="1400" b="0" dirty="0"/>
                    </a:p>
                  </a:txBody>
                  <a:tcPr anchor="ctr">
                    <a:solidFill>
                      <a:schemeClr val="bg1">
                        <a:lumMod val="20000"/>
                        <a:lumOff val="80000"/>
                      </a:schemeClr>
                    </a:solidFill>
                  </a:tcPr>
                </a:tc>
                <a:tc>
                  <a:txBody>
                    <a:bodyPr/>
                    <a:lstStyle/>
                    <a:p>
                      <a:pPr algn="ctr"/>
                      <a:r>
                        <a:rPr lang="en-US" altLang="zh-CN" sz="1400" b="0" dirty="0"/>
                        <a:t>1</a:t>
                      </a:r>
                      <a:endParaRPr lang="zh-CN" altLang="en-US" sz="1400" b="0" dirty="0"/>
                    </a:p>
                  </a:txBody>
                  <a:tcPr anchor="ctr">
                    <a:solidFill>
                      <a:schemeClr val="bg1">
                        <a:lumMod val="20000"/>
                        <a:lumOff val="80000"/>
                      </a:schemeClr>
                    </a:solidFill>
                  </a:tcPr>
                </a:tc>
                <a:tc>
                  <a:txBody>
                    <a:bodyPr/>
                    <a:lstStyle/>
                    <a:p>
                      <a:pPr algn="ctr"/>
                      <a:r>
                        <a:rPr lang="en-US" altLang="zh-CN" sz="1400" b="0" dirty="0"/>
                        <a:t>1</a:t>
                      </a:r>
                      <a:endParaRPr lang="zh-CN" altLang="en-US" sz="1400" b="0" dirty="0"/>
                    </a:p>
                  </a:txBody>
                  <a:tcPr anchor="ctr">
                    <a:solidFill>
                      <a:schemeClr val="bg1">
                        <a:lumMod val="20000"/>
                        <a:lumOff val="80000"/>
                      </a:schemeClr>
                    </a:solidFill>
                  </a:tcPr>
                </a:tc>
                <a:tc>
                  <a:txBody>
                    <a:bodyPr/>
                    <a:lstStyle/>
                    <a:p>
                      <a:pPr algn="ctr"/>
                      <a:r>
                        <a:rPr lang="en-US" altLang="zh-CN" sz="1400" b="0" dirty="0"/>
                        <a:t>1</a:t>
                      </a:r>
                      <a:endParaRPr lang="zh-CN" altLang="en-US" sz="1400" b="0" dirty="0"/>
                    </a:p>
                  </a:txBody>
                  <a:tcPr anchor="ctr">
                    <a:solidFill>
                      <a:schemeClr val="bg1">
                        <a:lumMod val="20000"/>
                        <a:lumOff val="80000"/>
                      </a:schemeClr>
                    </a:solidFill>
                  </a:tcPr>
                </a:tc>
                <a:extLst>
                  <a:ext uri="{0D108BD9-81ED-4DB2-BD59-A6C34878D82A}">
                    <a16:rowId xmlns:a16="http://schemas.microsoft.com/office/drawing/2014/main" val="10002"/>
                  </a:ext>
                </a:extLst>
              </a:tr>
              <a:tr h="407532">
                <a:tc>
                  <a:txBody>
                    <a:bodyPr/>
                    <a:lstStyle/>
                    <a:p>
                      <a:pPr algn="ctr"/>
                      <a:r>
                        <a:rPr lang="en-US" altLang="zh-CN" sz="1400" b="0" dirty="0"/>
                        <a:t>1</a:t>
                      </a:r>
                      <a:endParaRPr lang="zh-CN" altLang="en-US" sz="1400" b="0" dirty="0"/>
                    </a:p>
                  </a:txBody>
                  <a:tcPr anchor="ctr">
                    <a:solidFill>
                      <a:schemeClr val="bg1">
                        <a:lumMod val="20000"/>
                        <a:lumOff val="80000"/>
                      </a:schemeClr>
                    </a:solidFill>
                  </a:tcPr>
                </a:tc>
                <a:tc>
                  <a:txBody>
                    <a:bodyPr/>
                    <a:lstStyle/>
                    <a:p>
                      <a:pPr algn="ctr"/>
                      <a:r>
                        <a:rPr lang="en-US" altLang="zh-CN" sz="1400" b="0" dirty="0"/>
                        <a:t>1</a:t>
                      </a:r>
                      <a:endParaRPr lang="zh-CN" altLang="en-US" sz="1400" b="0" dirty="0"/>
                    </a:p>
                  </a:txBody>
                  <a:tcPr anchor="ctr">
                    <a:solidFill>
                      <a:schemeClr val="bg1">
                        <a:lumMod val="20000"/>
                        <a:lumOff val="80000"/>
                      </a:schemeClr>
                    </a:solidFill>
                  </a:tcPr>
                </a:tc>
                <a:tc>
                  <a:txBody>
                    <a:bodyPr/>
                    <a:lstStyle/>
                    <a:p>
                      <a:pPr algn="ctr"/>
                      <a:r>
                        <a:rPr lang="en-US" altLang="zh-CN" sz="1400" b="0" dirty="0"/>
                        <a:t>1</a:t>
                      </a:r>
                      <a:endParaRPr lang="zh-CN" altLang="en-US" sz="1400" b="0" dirty="0"/>
                    </a:p>
                  </a:txBody>
                  <a:tcPr anchor="ctr">
                    <a:solidFill>
                      <a:schemeClr val="bg1">
                        <a:lumMod val="20000"/>
                        <a:lumOff val="80000"/>
                      </a:schemeClr>
                    </a:solidFill>
                  </a:tcPr>
                </a:tc>
                <a:tc>
                  <a:txBody>
                    <a:bodyPr/>
                    <a:lstStyle/>
                    <a:p>
                      <a:pPr algn="ctr"/>
                      <a:r>
                        <a:rPr lang="en-US" altLang="zh-CN" sz="1400" b="0" dirty="0"/>
                        <a:t>1</a:t>
                      </a:r>
                      <a:endParaRPr lang="zh-CN" altLang="en-US" sz="1400" b="0" dirty="0"/>
                    </a:p>
                  </a:txBody>
                  <a:tcPr anchor="ctr">
                    <a:solidFill>
                      <a:schemeClr val="bg1">
                        <a:lumMod val="20000"/>
                        <a:lumOff val="80000"/>
                      </a:schemeClr>
                    </a:solidFill>
                  </a:tcPr>
                </a:tc>
                <a:tc>
                  <a:txBody>
                    <a:bodyPr/>
                    <a:lstStyle/>
                    <a:p>
                      <a:pPr algn="ctr"/>
                      <a:r>
                        <a:rPr lang="en-US" altLang="zh-CN" sz="1400" b="0" dirty="0"/>
                        <a:t>1</a:t>
                      </a:r>
                      <a:endParaRPr lang="zh-CN" altLang="en-US" sz="1400" b="0" dirty="0"/>
                    </a:p>
                  </a:txBody>
                  <a:tcPr anchor="ctr">
                    <a:solidFill>
                      <a:schemeClr val="bg1">
                        <a:lumMod val="20000"/>
                        <a:lumOff val="80000"/>
                      </a:schemeClr>
                    </a:solidFill>
                  </a:tcPr>
                </a:tc>
                <a:extLst>
                  <a:ext uri="{0D108BD9-81ED-4DB2-BD59-A6C34878D82A}">
                    <a16:rowId xmlns:a16="http://schemas.microsoft.com/office/drawing/2014/main" val="10003"/>
                  </a:ext>
                </a:extLst>
              </a:tr>
              <a:tr h="407532">
                <a:tc>
                  <a:txBody>
                    <a:bodyPr/>
                    <a:lstStyle/>
                    <a:p>
                      <a:pPr algn="ctr"/>
                      <a:r>
                        <a:rPr lang="en-US" altLang="zh-CN" sz="1400" b="0" dirty="0"/>
                        <a:t>1</a:t>
                      </a:r>
                      <a:endParaRPr lang="zh-CN" altLang="en-US" sz="1400" b="0" dirty="0"/>
                    </a:p>
                  </a:txBody>
                  <a:tcPr anchor="ctr">
                    <a:solidFill>
                      <a:schemeClr val="bg1">
                        <a:lumMod val="20000"/>
                        <a:lumOff val="80000"/>
                      </a:schemeClr>
                    </a:solidFill>
                  </a:tcPr>
                </a:tc>
                <a:tc>
                  <a:txBody>
                    <a:bodyPr/>
                    <a:lstStyle/>
                    <a:p>
                      <a:pPr algn="ctr"/>
                      <a:r>
                        <a:rPr lang="en-US" altLang="zh-CN" sz="1400" b="0" dirty="0"/>
                        <a:t>1</a:t>
                      </a:r>
                      <a:endParaRPr lang="zh-CN" altLang="en-US" sz="1400" b="0" dirty="0"/>
                    </a:p>
                  </a:txBody>
                  <a:tcPr anchor="ctr">
                    <a:solidFill>
                      <a:schemeClr val="bg1">
                        <a:lumMod val="20000"/>
                        <a:lumOff val="80000"/>
                      </a:schemeClr>
                    </a:solidFill>
                  </a:tcPr>
                </a:tc>
                <a:tc>
                  <a:txBody>
                    <a:bodyPr/>
                    <a:lstStyle/>
                    <a:p>
                      <a:pPr algn="ctr"/>
                      <a:r>
                        <a:rPr lang="en-US" altLang="zh-CN" sz="1400" b="0" dirty="0"/>
                        <a:t>1</a:t>
                      </a:r>
                      <a:endParaRPr lang="zh-CN" altLang="en-US" sz="1400" b="0" dirty="0"/>
                    </a:p>
                  </a:txBody>
                  <a:tcPr anchor="ctr">
                    <a:solidFill>
                      <a:schemeClr val="bg1">
                        <a:lumMod val="20000"/>
                        <a:lumOff val="80000"/>
                      </a:schemeClr>
                    </a:solidFill>
                  </a:tcPr>
                </a:tc>
                <a:tc>
                  <a:txBody>
                    <a:bodyPr/>
                    <a:lstStyle/>
                    <a:p>
                      <a:pPr algn="ctr"/>
                      <a:r>
                        <a:rPr lang="en-US" altLang="zh-CN" sz="1400" b="0" dirty="0"/>
                        <a:t>1</a:t>
                      </a:r>
                      <a:endParaRPr lang="zh-CN" altLang="en-US" sz="1400" b="0" dirty="0"/>
                    </a:p>
                  </a:txBody>
                  <a:tcPr anchor="ctr">
                    <a:solidFill>
                      <a:schemeClr val="bg1">
                        <a:lumMod val="20000"/>
                        <a:lumOff val="80000"/>
                      </a:schemeClr>
                    </a:solidFill>
                  </a:tcPr>
                </a:tc>
                <a:tc>
                  <a:txBody>
                    <a:bodyPr/>
                    <a:lstStyle/>
                    <a:p>
                      <a:pPr algn="ctr"/>
                      <a:r>
                        <a:rPr lang="en-US" altLang="zh-CN" sz="1400" b="0" dirty="0"/>
                        <a:t>1</a:t>
                      </a:r>
                      <a:endParaRPr lang="zh-CN" altLang="en-US" sz="1400" b="0" dirty="0"/>
                    </a:p>
                  </a:txBody>
                  <a:tcPr anchor="ctr">
                    <a:solidFill>
                      <a:schemeClr val="bg1">
                        <a:lumMod val="20000"/>
                        <a:lumOff val="80000"/>
                      </a:schemeClr>
                    </a:solidFill>
                  </a:tcPr>
                </a:tc>
                <a:extLst>
                  <a:ext uri="{0D108BD9-81ED-4DB2-BD59-A6C34878D82A}">
                    <a16:rowId xmlns:a16="http://schemas.microsoft.com/office/drawing/2014/main" val="10004"/>
                  </a:ext>
                </a:extLst>
              </a:tr>
            </a:tbl>
          </a:graphicData>
        </a:graphic>
      </p:graphicFrame>
      <p:sp>
        <p:nvSpPr>
          <p:cNvPr id="1048596" name="TextBox 27"/>
          <p:cNvSpPr txBox="1">
            <a:spLocks noRot="1" noChangeAspect="1" noMove="1" noResize="1" noEditPoints="1" noAdjustHandles="1" noChangeArrowheads="1" noChangeShapeType="1" noTextEdit="1"/>
          </p:cNvSpPr>
          <p:nvPr/>
        </p:nvSpPr>
        <p:spPr>
          <a:xfrm>
            <a:off x="9698961" y="6115914"/>
            <a:ext cx="821315" cy="369332"/>
          </a:xfrm>
          <a:prstGeom prst="rect">
            <a:avLst/>
          </a:prstGeom>
          <a:blipFill>
            <a:blip r:embed="rId5"/>
            <a:stretch>
              <a:fillRect/>
            </a:stretch>
          </a:blipFill>
        </p:spPr>
        <p:txBody>
          <a:bodyPr/>
          <a:lstStyle/>
          <a:p>
            <a:r>
              <a:rPr lang="zh-CN" altLang="en-US">
                <a:noFill/>
              </a:rPr>
              <a:t> </a:t>
            </a:r>
          </a:p>
        </p:txBody>
      </p:sp>
      <p:sp>
        <p:nvSpPr>
          <p:cNvPr id="1048597" name="TextBox 27"/>
          <p:cNvSpPr txBox="1"/>
          <p:nvPr/>
        </p:nvSpPr>
        <p:spPr>
          <a:xfrm>
            <a:off x="1012825" y="176213"/>
            <a:ext cx="2621280" cy="574040"/>
          </a:xfrm>
          <a:prstGeom prst="rect">
            <a:avLst/>
          </a:prstGeom>
          <a:noFill/>
          <a:ln w="9525">
            <a:noFill/>
          </a:ln>
        </p:spPr>
        <p:txBody>
          <a:bodyPr wrap="none" anchor="t">
            <a:spAutoFit/>
          </a:bodyPr>
          <a:lstStyle/>
          <a:p>
            <a:r>
              <a:rPr lang="zh-CN" altLang="en-US" sz="3200" dirty="0">
                <a:solidFill>
                  <a:srgbClr val="004C54"/>
                </a:solidFill>
                <a:latin typeface="黑体" panose="02010609060101010101" pitchFamily="49" charset="-122"/>
                <a:ea typeface="黑体" panose="02010609060101010101" pitchFamily="49" charset="-122"/>
              </a:rPr>
              <a:t>四、区域分析</a:t>
            </a:r>
            <a:endParaRPr lang="en-US" altLang="zh-CN" sz="3200" dirty="0">
              <a:solidFill>
                <a:srgbClr val="004C54"/>
              </a:solidFill>
              <a:latin typeface="黑体" panose="02010609060101010101" pitchFamily="49" charset="-122"/>
              <a:ea typeface="黑体" panose="02010609060101010101" pitchFamily="49" charset="-122"/>
            </a:endParaRPr>
          </a:p>
        </p:txBody>
      </p:sp>
      <p:sp>
        <p:nvSpPr>
          <p:cNvPr id="1048598"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a:p>
        </p:txBody>
      </p:sp>
      <mc:AlternateContent xmlns:mc="http://schemas.openxmlformats.org/markup-compatibility/2006" xmlns:p14="http://schemas.microsoft.com/office/powerpoint/2010/main">
        <mc:Choice Requires="p14">
          <p:contentPart p14:bwMode="auto" r:id="rId6">
            <p14:nvContentPartPr>
              <p14:cNvPr id="1048599" name="墨迹 1048598"/>
              <p14:cNvContentPartPr/>
              <p14:nvPr/>
            </p14:nvContentPartPr>
            <p14:xfrm>
              <a:off x="7073904" y="3808941"/>
              <a:ext cx="25782" cy="47957"/>
            </p14:xfrm>
          </p:contentPart>
        </mc:Choice>
        <mc:Fallback xmlns="">
          <p:sp>
            <p:nvSpPr>
              <p:cNvPr id="1048599" name=""/>
              <p:cNvSpPr/>
              <p:nvPr/>
            </p:nvSpPr>
            <p:spPr>
              <a:xfrm>
                <a:off x="7073904" y="3808941"/>
                <a:ext cx="25782" cy="47957"/>
              </a:xfrm>
            </p:spPr>
          </p:sp>
        </mc:Fallback>
      </mc:AlternateContent>
      <mc:AlternateContent xmlns:mc="http://schemas.openxmlformats.org/markup-compatibility/2006" xmlns:p14="http://schemas.microsoft.com/office/powerpoint/2010/main">
        <mc:Choice Requires="p14">
          <p:contentPart p14:bwMode="auto" r:id="rId7">
            <p14:nvContentPartPr>
              <p14:cNvPr id="1048600" name="墨迹 1048599"/>
              <p14:cNvContentPartPr/>
              <p14:nvPr/>
            </p14:nvContentPartPr>
            <p14:xfrm>
              <a:off x="7018428" y="3878267"/>
              <a:ext cx="162625" cy="101155"/>
            </p14:xfrm>
          </p:contentPart>
        </mc:Choice>
        <mc:Fallback xmlns="">
          <p:sp>
            <p:nvSpPr>
              <p:cNvPr id="1048600" name=""/>
              <p:cNvSpPr/>
              <p:nvPr/>
            </p:nvSpPr>
            <p:spPr>
              <a:xfrm>
                <a:off x="7018428" y="3878267"/>
                <a:ext cx="162625" cy="101155"/>
              </a:xfrm>
            </p:spPr>
          </p:sp>
        </mc:Fallback>
      </mc:AlternateContent>
      <mc:AlternateContent xmlns:mc="http://schemas.openxmlformats.org/markup-compatibility/2006" xmlns:p14="http://schemas.microsoft.com/office/powerpoint/2010/main">
        <mc:Choice Requires="p14">
          <p:contentPart p14:bwMode="auto" r:id="rId8">
            <p14:nvContentPartPr>
              <p14:cNvPr id="1048601" name="墨迹 1048600"/>
              <p14:cNvContentPartPr/>
              <p14:nvPr/>
            </p14:nvContentPartPr>
            <p14:xfrm>
              <a:off x="7135243" y="3817301"/>
              <a:ext cx="22105" cy="5242"/>
            </p14:xfrm>
          </p:contentPart>
        </mc:Choice>
        <mc:Fallback xmlns="">
          <p:sp>
            <p:nvSpPr>
              <p:cNvPr id="1048601" name=""/>
              <p:cNvSpPr/>
              <p:nvPr/>
            </p:nvSpPr>
            <p:spPr>
              <a:xfrm>
                <a:off x="7135243" y="3817301"/>
                <a:ext cx="22105" cy="5242"/>
              </a:xfrm>
            </p:spPr>
          </p:sp>
        </mc:Fallback>
      </mc:AlternateContent>
      <mc:AlternateContent xmlns:mc="http://schemas.openxmlformats.org/markup-compatibility/2006" xmlns:p14="http://schemas.microsoft.com/office/powerpoint/2010/main">
        <mc:Choice Requires="p14">
          <p:contentPart p14:bwMode="auto" r:id="rId9">
            <p14:nvContentPartPr>
              <p14:cNvPr id="1048602" name="墨迹 1048601"/>
              <p14:cNvContentPartPr/>
              <p14:nvPr/>
            </p14:nvContentPartPr>
            <p14:xfrm>
              <a:off x="7104136" y="3744441"/>
              <a:ext cx="112704" cy="230744"/>
            </p14:xfrm>
          </p:contentPart>
        </mc:Choice>
        <mc:Fallback xmlns="">
          <p:sp>
            <p:nvSpPr>
              <p:cNvPr id="1048602" name=""/>
              <p:cNvSpPr/>
              <p:nvPr/>
            </p:nvSpPr>
            <p:spPr>
              <a:xfrm>
                <a:off x="7104136" y="3744441"/>
                <a:ext cx="112704" cy="230744"/>
              </a:xfrm>
            </p:spPr>
          </p:sp>
        </mc:Fallback>
      </mc:AlternateContent>
      <mc:AlternateContent xmlns:mc="http://schemas.openxmlformats.org/markup-compatibility/2006" xmlns:p14="http://schemas.microsoft.com/office/powerpoint/2010/main">
        <mc:Choice Requires="p14">
          <p:contentPart p14:bwMode="auto" r:id="rId10">
            <p14:nvContentPartPr>
              <p14:cNvPr id="1048603" name="墨迹 1048602"/>
              <p14:cNvContentPartPr/>
              <p14:nvPr/>
            </p14:nvContentPartPr>
            <p14:xfrm>
              <a:off x="7285735" y="3754533"/>
              <a:ext cx="50085" cy="94457"/>
            </p14:xfrm>
          </p:contentPart>
        </mc:Choice>
        <mc:Fallback xmlns="">
          <p:sp>
            <p:nvSpPr>
              <p:cNvPr id="1048603" name=""/>
              <p:cNvSpPr/>
              <p:nvPr/>
            </p:nvSpPr>
            <p:spPr>
              <a:xfrm>
                <a:off x="7285735" y="3754533"/>
                <a:ext cx="50085" cy="94457"/>
              </a:xfrm>
            </p:spPr>
          </p:sp>
        </mc:Fallback>
      </mc:AlternateContent>
      <mc:AlternateContent xmlns:mc="http://schemas.openxmlformats.org/markup-compatibility/2006" xmlns:p14="http://schemas.microsoft.com/office/powerpoint/2010/main">
        <mc:Choice Requires="p14">
          <p:contentPart p14:bwMode="auto" r:id="rId11">
            <p14:nvContentPartPr>
              <p14:cNvPr id="1048604" name="墨迹 1048603"/>
              <p14:cNvContentPartPr/>
              <p14:nvPr/>
            </p14:nvContentPartPr>
            <p14:xfrm>
              <a:off x="7401188" y="3740054"/>
              <a:ext cx="23996" cy="69890"/>
            </p14:xfrm>
          </p:contentPart>
        </mc:Choice>
        <mc:Fallback xmlns="">
          <p:sp>
            <p:nvSpPr>
              <p:cNvPr id="1048604" name=""/>
              <p:cNvSpPr/>
              <p:nvPr/>
            </p:nvSpPr>
            <p:spPr>
              <a:xfrm>
                <a:off x="7401188" y="3740054"/>
                <a:ext cx="23996" cy="69890"/>
              </a:xfrm>
            </p:spPr>
          </p:sp>
        </mc:Fallback>
      </mc:AlternateContent>
      <mc:AlternateContent xmlns:mc="http://schemas.openxmlformats.org/markup-compatibility/2006" xmlns:p14="http://schemas.microsoft.com/office/powerpoint/2010/main">
        <mc:Choice Requires="p14">
          <p:contentPart p14:bwMode="auto" r:id="rId12">
            <p14:nvContentPartPr>
              <p14:cNvPr id="1048605" name="墨迹 1048604"/>
              <p14:cNvContentPartPr/>
              <p14:nvPr/>
            </p14:nvContentPartPr>
            <p14:xfrm>
              <a:off x="7297071" y="3848111"/>
              <a:ext cx="125415" cy="144825"/>
            </p14:xfrm>
          </p:contentPart>
        </mc:Choice>
        <mc:Fallback xmlns="">
          <p:sp>
            <p:nvSpPr>
              <p:cNvPr id="1048605" name=""/>
              <p:cNvSpPr/>
              <p:nvPr/>
            </p:nvSpPr>
            <p:spPr>
              <a:xfrm>
                <a:off x="7297071" y="3848111"/>
                <a:ext cx="125415" cy="144825"/>
              </a:xfrm>
            </p:spPr>
          </p:sp>
        </mc:Fallback>
      </mc:AlternateContent>
      <mc:AlternateContent xmlns:mc="http://schemas.openxmlformats.org/markup-compatibility/2006" xmlns:p14="http://schemas.microsoft.com/office/powerpoint/2010/main">
        <mc:Choice Requires="p14">
          <p:contentPart p14:bwMode="auto" r:id="rId13">
            <p14:nvContentPartPr>
              <p14:cNvPr id="1048606" name="墨迹 1048605"/>
              <p14:cNvContentPartPr/>
              <p14:nvPr/>
            </p14:nvContentPartPr>
            <p14:xfrm>
              <a:off x="7592363" y="3657126"/>
              <a:ext cx="12741" cy="34318"/>
            </p14:xfrm>
          </p:contentPart>
        </mc:Choice>
        <mc:Fallback xmlns="">
          <p:sp>
            <p:nvSpPr>
              <p:cNvPr id="1048606" name=""/>
              <p:cNvSpPr/>
              <p:nvPr/>
            </p:nvSpPr>
            <p:spPr>
              <a:xfrm>
                <a:off x="7592363" y="3657126"/>
                <a:ext cx="12741" cy="34318"/>
              </a:xfrm>
            </p:spPr>
          </p:sp>
        </mc:Fallback>
      </mc:AlternateContent>
      <mc:AlternateContent xmlns:mc="http://schemas.openxmlformats.org/markup-compatibility/2006" xmlns:p14="http://schemas.microsoft.com/office/powerpoint/2010/main">
        <mc:Choice Requires="p14">
          <p:contentPart p14:bwMode="auto" r:id="rId14">
            <p14:nvContentPartPr>
              <p14:cNvPr id="1048607" name="墨迹 1048606"/>
              <p14:cNvContentPartPr/>
              <p14:nvPr/>
            </p14:nvContentPartPr>
            <p14:xfrm>
              <a:off x="7532936" y="3708023"/>
              <a:ext cx="9614" cy="114908"/>
            </p14:xfrm>
          </p:contentPart>
        </mc:Choice>
        <mc:Fallback xmlns="">
          <p:sp>
            <p:nvSpPr>
              <p:cNvPr id="1048607" name=""/>
              <p:cNvSpPr/>
              <p:nvPr/>
            </p:nvSpPr>
            <p:spPr>
              <a:xfrm>
                <a:off x="7532936" y="3708023"/>
                <a:ext cx="9614" cy="114908"/>
              </a:xfrm>
            </p:spPr>
          </p:sp>
        </mc:Fallback>
      </mc:AlternateContent>
      <mc:AlternateContent xmlns:mc="http://schemas.openxmlformats.org/markup-compatibility/2006" xmlns:p14="http://schemas.microsoft.com/office/powerpoint/2010/main">
        <mc:Choice Requires="p14">
          <p:contentPart p14:bwMode="auto" r:id="rId15">
            <p14:nvContentPartPr>
              <p14:cNvPr id="1048608" name="墨迹 1048607"/>
              <p14:cNvContentPartPr/>
              <p14:nvPr/>
            </p14:nvContentPartPr>
            <p14:xfrm>
              <a:off x="7576069" y="3702246"/>
              <a:ext cx="110022" cy="293141"/>
            </p14:xfrm>
          </p:contentPart>
        </mc:Choice>
        <mc:Fallback xmlns="">
          <p:sp>
            <p:nvSpPr>
              <p:cNvPr id="1048608" name=""/>
              <p:cNvSpPr/>
              <p:nvPr/>
            </p:nvSpPr>
            <p:spPr>
              <a:xfrm>
                <a:off x="7576069" y="3702246"/>
                <a:ext cx="110022" cy="293141"/>
              </a:xfrm>
            </p:spPr>
          </p:sp>
        </mc:Fallback>
      </mc:AlternateContent>
      <mc:AlternateContent xmlns:mc="http://schemas.openxmlformats.org/markup-compatibility/2006" xmlns:p14="http://schemas.microsoft.com/office/powerpoint/2010/main">
        <mc:Choice Requires="p14">
          <p:contentPart p14:bwMode="auto" r:id="rId16">
            <p14:nvContentPartPr>
              <p14:cNvPr id="1048609" name="墨迹 1048608"/>
              <p14:cNvContentPartPr/>
              <p14:nvPr/>
            </p14:nvContentPartPr>
            <p14:xfrm>
              <a:off x="7567374" y="3811889"/>
              <a:ext cx="230669" cy="434290"/>
            </p14:xfrm>
          </p:contentPart>
        </mc:Choice>
        <mc:Fallback xmlns="">
          <p:sp>
            <p:nvSpPr>
              <p:cNvPr id="1048609" name=""/>
              <p:cNvSpPr/>
              <p:nvPr/>
            </p:nvSpPr>
            <p:spPr>
              <a:xfrm>
                <a:off x="7567374" y="3811889"/>
                <a:ext cx="230669" cy="434290"/>
              </a:xfrm>
            </p:spPr>
          </p:sp>
        </mc:Fallback>
      </mc:AlternateContent>
      <mc:AlternateContent xmlns:mc="http://schemas.openxmlformats.org/markup-compatibility/2006" xmlns:p14="http://schemas.microsoft.com/office/powerpoint/2010/main">
        <mc:Choice Requires="p14">
          <p:contentPart p14:bwMode="auto" r:id="rId17">
            <p14:nvContentPartPr>
              <p14:cNvPr id="1048610" name="墨迹 1048609"/>
              <p14:cNvContentPartPr/>
              <p14:nvPr/>
            </p14:nvContentPartPr>
            <p14:xfrm>
              <a:off x="9693506" y="4698772"/>
              <a:ext cx="0" cy="0"/>
            </p14:xfrm>
          </p:contentPart>
        </mc:Choice>
        <mc:Fallback xmlns="">
          <p:sp>
            <p:nvSpPr>
              <p:cNvPr id="1048610" name=""/>
              <p:cNvSpPr/>
              <p:nvPr/>
            </p:nvSpPr>
            <p:spPr>
              <a:xfrm>
                <a:off x="9693506" y="4698772"/>
                <a:ext cx="0" cy="0"/>
              </a:xfrm>
            </p:spPr>
          </p:sp>
        </mc:Fallback>
      </mc:AlternateContent>
      <mc:AlternateContent xmlns:mc="http://schemas.openxmlformats.org/markup-compatibility/2006" xmlns:p14="http://schemas.microsoft.com/office/powerpoint/2010/main">
        <mc:Choice Requires="p14">
          <p:contentPart p14:bwMode="auto" r:id="rId18">
            <p14:nvContentPartPr>
              <p14:cNvPr id="1048611" name="墨迹 1048610"/>
              <p14:cNvContentPartPr/>
              <p14:nvPr/>
            </p14:nvContentPartPr>
            <p14:xfrm>
              <a:off x="9612990" y="3692971"/>
              <a:ext cx="80852" cy="203392"/>
            </p14:xfrm>
          </p:contentPart>
        </mc:Choice>
        <mc:Fallback xmlns="">
          <p:sp>
            <p:nvSpPr>
              <p:cNvPr id="1048611" name=""/>
              <p:cNvSpPr/>
              <p:nvPr/>
            </p:nvSpPr>
            <p:spPr>
              <a:xfrm>
                <a:off x="9612990" y="3692971"/>
                <a:ext cx="80852" cy="203392"/>
              </a:xfrm>
            </p:spPr>
          </p:sp>
        </mc:Fallback>
      </mc:AlternateContent>
      <mc:AlternateContent xmlns:mc="http://schemas.openxmlformats.org/markup-compatibility/2006" xmlns:p14="http://schemas.microsoft.com/office/powerpoint/2010/main">
        <mc:Choice Requires="p14">
          <p:contentPart p14:bwMode="auto" r:id="rId19">
            <p14:nvContentPartPr>
              <p14:cNvPr id="1048612" name="墨迹 1048611"/>
              <p14:cNvContentPartPr/>
              <p14:nvPr/>
            </p14:nvContentPartPr>
            <p14:xfrm>
              <a:off x="9616960" y="3766068"/>
              <a:ext cx="130105" cy="241913"/>
            </p14:xfrm>
          </p:contentPart>
        </mc:Choice>
        <mc:Fallback xmlns="">
          <p:sp>
            <p:nvSpPr>
              <p:cNvPr id="1048612" name=""/>
              <p:cNvSpPr/>
              <p:nvPr/>
            </p:nvSpPr>
            <p:spPr>
              <a:xfrm>
                <a:off x="9616960" y="3766068"/>
                <a:ext cx="130105" cy="241913"/>
              </a:xfrm>
            </p:spPr>
          </p:sp>
        </mc:Fallback>
      </mc:AlternateContent>
      <mc:AlternateContent xmlns:mc="http://schemas.openxmlformats.org/markup-compatibility/2006" xmlns:p14="http://schemas.microsoft.com/office/powerpoint/2010/main">
        <mc:Choice Requires="p14">
          <p:contentPart p14:bwMode="auto" r:id="rId20">
            <p14:nvContentPartPr>
              <p14:cNvPr id="1048613" name="墨迹 1048612"/>
              <p14:cNvContentPartPr/>
              <p14:nvPr/>
            </p14:nvContentPartPr>
            <p14:xfrm>
              <a:off x="9632505" y="3945321"/>
              <a:ext cx="192826" cy="62721"/>
            </p14:xfrm>
          </p:contentPart>
        </mc:Choice>
        <mc:Fallback xmlns="">
          <p:sp>
            <p:nvSpPr>
              <p:cNvPr id="1048613" name=""/>
              <p:cNvSpPr/>
              <p:nvPr/>
            </p:nvSpPr>
            <p:spPr>
              <a:xfrm>
                <a:off x="9632505" y="3945321"/>
                <a:ext cx="192826" cy="62721"/>
              </a:xfrm>
            </p:spPr>
          </p:sp>
        </mc:Fallback>
      </mc:AlternateContent>
      <mc:AlternateContent xmlns:mc="http://schemas.openxmlformats.org/markup-compatibility/2006" xmlns:p14="http://schemas.microsoft.com/office/powerpoint/2010/main">
        <mc:Choice Requires="p14">
          <p:contentPart p14:bwMode="auto" r:id="rId21">
            <p14:nvContentPartPr>
              <p14:cNvPr id="1048614" name="墨迹 1048613"/>
              <p14:cNvContentPartPr/>
              <p14:nvPr/>
            </p14:nvContentPartPr>
            <p14:xfrm>
              <a:off x="9883555" y="3723247"/>
              <a:ext cx="61010" cy="128952"/>
            </p14:xfrm>
          </p:contentPart>
        </mc:Choice>
        <mc:Fallback xmlns="">
          <p:sp>
            <p:nvSpPr>
              <p:cNvPr id="1048614" name=""/>
              <p:cNvSpPr/>
              <p:nvPr/>
            </p:nvSpPr>
            <p:spPr>
              <a:xfrm>
                <a:off x="9883555" y="3723247"/>
                <a:ext cx="61010" cy="128952"/>
              </a:xfrm>
            </p:spPr>
          </p:sp>
        </mc:Fallback>
      </mc:AlternateContent>
      <mc:AlternateContent xmlns:mc="http://schemas.openxmlformats.org/markup-compatibility/2006" xmlns:p14="http://schemas.microsoft.com/office/powerpoint/2010/main">
        <mc:Choice Requires="p14">
          <p:contentPart p14:bwMode="auto" r:id="rId22">
            <p14:nvContentPartPr>
              <p14:cNvPr id="1048615" name="墨迹 1048614"/>
              <p14:cNvContentPartPr/>
              <p14:nvPr/>
            </p14:nvContentPartPr>
            <p14:xfrm>
              <a:off x="9999185" y="3699115"/>
              <a:ext cx="11642" cy="88632"/>
            </p14:xfrm>
          </p:contentPart>
        </mc:Choice>
        <mc:Fallback xmlns="">
          <p:sp>
            <p:nvSpPr>
              <p:cNvPr id="1048615" name=""/>
              <p:cNvSpPr/>
              <p:nvPr/>
            </p:nvSpPr>
            <p:spPr>
              <a:xfrm>
                <a:off x="9999185" y="3699115"/>
                <a:ext cx="11642" cy="88632"/>
              </a:xfrm>
            </p:spPr>
          </p:sp>
        </mc:Fallback>
      </mc:AlternateContent>
      <mc:AlternateContent xmlns:mc="http://schemas.openxmlformats.org/markup-compatibility/2006" xmlns:p14="http://schemas.microsoft.com/office/powerpoint/2010/main">
        <mc:Choice Requires="p14">
          <p:contentPart p14:bwMode="auto" r:id="rId23">
            <p14:nvContentPartPr>
              <p14:cNvPr id="1048616" name="墨迹 1048615"/>
              <p14:cNvContentPartPr/>
              <p14:nvPr/>
            </p14:nvContentPartPr>
            <p14:xfrm>
              <a:off x="9872315" y="3818178"/>
              <a:ext cx="149809" cy="177824"/>
            </p14:xfrm>
          </p:contentPart>
        </mc:Choice>
        <mc:Fallback xmlns="">
          <p:sp>
            <p:nvSpPr>
              <p:cNvPr id="1048616" name=""/>
              <p:cNvSpPr/>
              <p:nvPr/>
            </p:nvSpPr>
            <p:spPr>
              <a:xfrm>
                <a:off x="9872315" y="3818178"/>
                <a:ext cx="149809" cy="177824"/>
              </a:xfrm>
            </p:spPr>
          </p:sp>
        </mc:Fallback>
      </mc:AlternateContent>
      <mc:AlternateContent xmlns:mc="http://schemas.openxmlformats.org/markup-compatibility/2006" xmlns:p14="http://schemas.microsoft.com/office/powerpoint/2010/main">
        <mc:Choice Requires="p14">
          <p:contentPart p14:bwMode="auto" r:id="rId24">
            <p14:nvContentPartPr>
              <p14:cNvPr id="1048617" name="墨迹 1048616"/>
              <p14:cNvContentPartPr/>
              <p14:nvPr/>
            </p14:nvContentPartPr>
            <p14:xfrm>
              <a:off x="10119175" y="3662696"/>
              <a:ext cx="14983" cy="57732"/>
            </p14:xfrm>
          </p:contentPart>
        </mc:Choice>
        <mc:Fallback xmlns="">
          <p:sp>
            <p:nvSpPr>
              <p:cNvPr id="1048617" name=""/>
              <p:cNvSpPr/>
              <p:nvPr/>
            </p:nvSpPr>
            <p:spPr>
              <a:xfrm>
                <a:off x="10119175" y="3662696"/>
                <a:ext cx="14983" cy="57732"/>
              </a:xfrm>
            </p:spPr>
          </p:sp>
        </mc:Fallback>
      </mc:AlternateContent>
      <mc:AlternateContent xmlns:mc="http://schemas.openxmlformats.org/markup-compatibility/2006" xmlns:p14="http://schemas.microsoft.com/office/powerpoint/2010/main">
        <mc:Choice Requires="p14">
          <p:contentPart p14:bwMode="auto" r:id="rId25">
            <p14:nvContentPartPr>
              <p14:cNvPr id="1048618" name="墨迹 1048617"/>
              <p14:cNvContentPartPr/>
              <p14:nvPr/>
            </p14:nvContentPartPr>
            <p14:xfrm>
              <a:off x="10094919" y="3732022"/>
              <a:ext cx="9561" cy="63084"/>
            </p14:xfrm>
          </p:contentPart>
        </mc:Choice>
        <mc:Fallback xmlns="">
          <p:sp>
            <p:nvSpPr>
              <p:cNvPr id="1048618" name=""/>
              <p:cNvSpPr/>
              <p:nvPr/>
            </p:nvSpPr>
            <p:spPr>
              <a:xfrm>
                <a:off x="10094919" y="3732022"/>
                <a:ext cx="9561" cy="63084"/>
              </a:xfrm>
            </p:spPr>
          </p:sp>
        </mc:Fallback>
      </mc:AlternateContent>
      <mc:AlternateContent xmlns:mc="http://schemas.openxmlformats.org/markup-compatibility/2006" xmlns:p14="http://schemas.microsoft.com/office/powerpoint/2010/main">
        <mc:Choice Requires="p14">
          <p:contentPart p14:bwMode="auto" r:id="rId26">
            <p14:nvContentPartPr>
              <p14:cNvPr id="1048619" name="墨迹 1048618"/>
              <p14:cNvContentPartPr/>
              <p14:nvPr/>
            </p14:nvContentPartPr>
            <p14:xfrm>
              <a:off x="10148277" y="3692513"/>
              <a:ext cx="83981" cy="115295"/>
            </p14:xfrm>
          </p:contentPart>
        </mc:Choice>
        <mc:Fallback xmlns="">
          <p:sp>
            <p:nvSpPr>
              <p:cNvPr id="1048619" name=""/>
              <p:cNvSpPr/>
              <p:nvPr/>
            </p:nvSpPr>
            <p:spPr>
              <a:xfrm>
                <a:off x="10148277" y="3692513"/>
                <a:ext cx="83981" cy="115295"/>
              </a:xfrm>
            </p:spPr>
          </p:sp>
        </mc:Fallback>
      </mc:AlternateContent>
      <mc:AlternateContent xmlns:mc="http://schemas.openxmlformats.org/markup-compatibility/2006" xmlns:p14="http://schemas.microsoft.com/office/powerpoint/2010/main">
        <mc:Choice Requires="p14">
          <p:contentPart p14:bwMode="auto" r:id="rId27">
            <p14:nvContentPartPr>
              <p14:cNvPr id="1048620" name="墨迹 1048619"/>
              <p14:cNvContentPartPr/>
              <p14:nvPr/>
            </p14:nvContentPartPr>
            <p14:xfrm>
              <a:off x="10154097" y="3753546"/>
              <a:ext cx="42953" cy="211540"/>
            </p14:xfrm>
          </p:contentPart>
        </mc:Choice>
        <mc:Fallback xmlns="">
          <p:sp>
            <p:nvSpPr>
              <p:cNvPr id="1048620" name=""/>
              <p:cNvSpPr/>
              <p:nvPr/>
            </p:nvSpPr>
            <p:spPr>
              <a:xfrm>
                <a:off x="10154097" y="3753546"/>
                <a:ext cx="42953" cy="211540"/>
              </a:xfrm>
            </p:spPr>
          </p:sp>
        </mc:Fallback>
      </mc:AlternateContent>
      <mc:AlternateContent xmlns:mc="http://schemas.openxmlformats.org/markup-compatibility/2006" xmlns:p14="http://schemas.microsoft.com/office/powerpoint/2010/main">
        <mc:Choice Requires="p14">
          <p:contentPart p14:bwMode="auto" r:id="rId28">
            <p14:nvContentPartPr>
              <p14:cNvPr id="1048621" name="墨迹 1048620"/>
              <p14:cNvContentPartPr/>
              <p14:nvPr/>
            </p14:nvContentPartPr>
            <p14:xfrm>
              <a:off x="10129472" y="3817940"/>
              <a:ext cx="228840" cy="182528"/>
            </p14:xfrm>
          </p:contentPart>
        </mc:Choice>
        <mc:Fallback xmlns="">
          <p:sp>
            <p:nvSpPr>
              <p:cNvPr id="1048621" name=""/>
              <p:cNvSpPr/>
              <p:nvPr/>
            </p:nvSpPr>
            <p:spPr>
              <a:xfrm>
                <a:off x="10129472" y="3817940"/>
                <a:ext cx="228840" cy="182528"/>
              </a:xfrm>
            </p:spPr>
          </p:sp>
        </mc:Fallback>
      </mc:AlternateContent>
      <mc:AlternateContent xmlns:mc="http://schemas.openxmlformats.org/markup-compatibility/2006" xmlns:p14="http://schemas.microsoft.com/office/powerpoint/2010/main">
        <mc:Choice Requires="p14">
          <p:contentPart p14:bwMode="auto" r:id="rId29">
            <p14:nvContentPartPr>
              <p14:cNvPr id="1048622" name="墨迹 1048621"/>
              <p14:cNvContentPartPr/>
              <p14:nvPr/>
            </p14:nvContentPartPr>
            <p14:xfrm>
              <a:off x="10301896" y="3689461"/>
              <a:ext cx="80985" cy="536637"/>
            </p14:xfrm>
          </p:contentPart>
        </mc:Choice>
        <mc:Fallback xmlns="">
          <p:sp>
            <p:nvSpPr>
              <p:cNvPr id="1048622" name=""/>
              <p:cNvSpPr/>
              <p:nvPr/>
            </p:nvSpPr>
            <p:spPr>
              <a:xfrm>
                <a:off x="10301896" y="3689461"/>
                <a:ext cx="80985" cy="536637"/>
              </a:xfrm>
            </p:spPr>
          </p:sp>
        </mc:Fallback>
      </mc:AlternateContent>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1" name="Rectangle 6"/>
          <p:cNvSpPr/>
          <p:nvPr/>
        </p:nvSpPr>
        <p:spPr>
          <a:xfrm>
            <a:off x="1047575" y="980728"/>
            <a:ext cx="9505056" cy="1785104"/>
          </a:xfrm>
          <a:prstGeom prst="rect">
            <a:avLst/>
          </a:prstGeom>
        </p:spPr>
        <p:txBody>
          <a:bodyPr wrap="square">
            <a:spAutoFit/>
          </a:bodyPr>
          <a:lstStyle/>
          <a:p>
            <a:pPr>
              <a:spcAft>
                <a:spcPts val="1200"/>
              </a:spcAft>
            </a:pPr>
            <a:r>
              <a:rPr lang="zh-CN" altLang="en-US" sz="2000" dirty="0">
                <a:solidFill>
                  <a:srgbClr val="004C54"/>
                </a:solidFill>
                <a:latin typeface="+mn-ea"/>
                <a:ea typeface="+mn-ea"/>
              </a:rPr>
              <a:t>实际应用需要解决</a:t>
            </a:r>
            <a:r>
              <a:rPr lang="zh-CN" altLang="en-US" sz="2000" b="1" dirty="0">
                <a:solidFill>
                  <a:srgbClr val="004C54"/>
                </a:solidFill>
                <a:latin typeface="+mn-ea"/>
                <a:ea typeface="+mn-ea"/>
              </a:rPr>
              <a:t>三个问题</a:t>
            </a:r>
            <a:r>
              <a:rPr lang="zh-CN" altLang="en-US" sz="2000" dirty="0">
                <a:solidFill>
                  <a:srgbClr val="004C54"/>
                </a:solidFill>
                <a:latin typeface="+mn-ea"/>
                <a:ea typeface="+mn-ea"/>
              </a:rPr>
              <a:t>：</a:t>
            </a:r>
          </a:p>
          <a:p>
            <a:pPr marL="914400" lvl="1" indent="-457200">
              <a:spcAft>
                <a:spcPts val="1200"/>
              </a:spcAft>
              <a:buFont typeface="+mj-lt"/>
              <a:buAutoNum type="arabicPeriod"/>
            </a:pPr>
            <a:r>
              <a:rPr lang="zh-CN" altLang="en-US" sz="2000" dirty="0">
                <a:solidFill>
                  <a:srgbClr val="004C54"/>
                </a:solidFill>
                <a:latin typeface="+mn-ea"/>
                <a:ea typeface="+mn-ea"/>
              </a:rPr>
              <a:t>选择或确定一组能正确代表所需区域的种子像素；</a:t>
            </a:r>
            <a:endParaRPr lang="en-US" altLang="zh-CN" sz="2000" dirty="0">
              <a:solidFill>
                <a:srgbClr val="004C54"/>
              </a:solidFill>
              <a:latin typeface="+mn-ea"/>
              <a:ea typeface="+mn-ea"/>
            </a:endParaRPr>
          </a:p>
          <a:p>
            <a:pPr marL="914400" lvl="1" indent="-457200">
              <a:spcAft>
                <a:spcPts val="1200"/>
              </a:spcAft>
              <a:buFont typeface="+mj-lt"/>
              <a:buAutoNum type="arabicPeriod"/>
            </a:pPr>
            <a:r>
              <a:rPr lang="zh-CN" altLang="en-US" sz="2000" dirty="0">
                <a:solidFill>
                  <a:srgbClr val="004C54"/>
                </a:solidFill>
                <a:latin typeface="+mn-ea"/>
                <a:ea typeface="+mn-ea"/>
              </a:rPr>
              <a:t>确定在生长过程中能将相邻像素包括进来的准则；</a:t>
            </a:r>
            <a:endParaRPr lang="en-US" altLang="zh-CN" sz="2000" dirty="0">
              <a:solidFill>
                <a:srgbClr val="004C54"/>
              </a:solidFill>
              <a:latin typeface="+mn-ea"/>
              <a:ea typeface="+mn-ea"/>
            </a:endParaRPr>
          </a:p>
          <a:p>
            <a:pPr marL="914400" lvl="1" indent="-457200">
              <a:spcAft>
                <a:spcPts val="1200"/>
              </a:spcAft>
              <a:buFont typeface="+mj-lt"/>
              <a:buAutoNum type="arabicPeriod"/>
            </a:pPr>
            <a:r>
              <a:rPr lang="zh-CN" altLang="en-US" sz="2000" dirty="0">
                <a:solidFill>
                  <a:srgbClr val="004C54"/>
                </a:solidFill>
                <a:latin typeface="+mn-ea"/>
                <a:ea typeface="+mn-ea"/>
              </a:rPr>
              <a:t>制定让生长过程停止的条件或规则。</a:t>
            </a:r>
          </a:p>
        </p:txBody>
      </p:sp>
      <p:sp>
        <p:nvSpPr>
          <p:cNvPr id="1048582" name="Rectangle 5"/>
          <p:cNvSpPr>
            <a:spLocks noRot="1" noChangeAspect="1" noMove="1" noResize="1" noEditPoints="1" noAdjustHandles="1" noChangeArrowheads="1" noChangeShapeType="1" noTextEdit="1"/>
          </p:cNvSpPr>
          <p:nvPr/>
        </p:nvSpPr>
        <p:spPr>
          <a:xfrm>
            <a:off x="1370533" y="3337652"/>
            <a:ext cx="10704512" cy="3232808"/>
          </a:xfrm>
          <a:prstGeom prst="rect">
            <a:avLst/>
          </a:prstGeom>
          <a:blipFill>
            <a:blip r:embed="rId2"/>
            <a:stretch>
              <a:fillRect l="-740" t="-1132" b="-377"/>
            </a:stretch>
          </a:blipFill>
        </p:spPr>
        <p:txBody>
          <a:bodyPr/>
          <a:lstStyle/>
          <a:p>
            <a:r>
              <a:rPr lang="zh-CN" altLang="en-US">
                <a:noFill/>
              </a:rPr>
              <a:t> </a:t>
            </a:r>
          </a:p>
        </p:txBody>
      </p:sp>
      <p:sp>
        <p:nvSpPr>
          <p:cNvPr id="1048583" name="TextBox 11"/>
          <p:cNvSpPr txBox="1"/>
          <p:nvPr/>
        </p:nvSpPr>
        <p:spPr>
          <a:xfrm>
            <a:off x="1014578" y="2875987"/>
            <a:ext cx="9980347" cy="400110"/>
          </a:xfrm>
          <a:prstGeom prst="rect">
            <a:avLst/>
          </a:prstGeom>
          <a:noFill/>
          <a:ln w="9525">
            <a:noFill/>
          </a:ln>
        </p:spPr>
        <p:txBody>
          <a:bodyPr wrap="square" anchor="t">
            <a:spAutoFit/>
          </a:bodyPr>
          <a:lstStyle/>
          <a:p>
            <a:pPr marL="342900" indent="-342900">
              <a:spcAft>
                <a:spcPts val="1200"/>
              </a:spcAft>
              <a:buFont typeface="Wingdings" panose="05000000000000000000" pitchFamily="2" charset="2"/>
              <a:buChar char="Ø"/>
            </a:pPr>
            <a:r>
              <a:rPr lang="zh-CN" altLang="en-US" sz="2000" b="1" dirty="0">
                <a:solidFill>
                  <a:srgbClr val="004C54"/>
                </a:solidFill>
                <a:latin typeface="微软雅黑" panose="020B0503020204020204" pitchFamily="34" charset="-122"/>
                <a:ea typeface="微软雅黑" panose="020B0503020204020204" pitchFamily="34" charset="-122"/>
              </a:rPr>
              <a:t>通过直方图找到区域中心，作为种子点</a:t>
            </a:r>
            <a:endParaRPr lang="zh-CN" altLang="en-US" sz="2400" b="1" dirty="0">
              <a:solidFill>
                <a:srgbClr val="004C54"/>
              </a:solidFill>
              <a:latin typeface="微软雅黑" panose="020B0503020204020204" pitchFamily="34" charset="-122"/>
              <a:ea typeface="微软雅黑" panose="020B0503020204020204" pitchFamily="34" charset="-122"/>
            </a:endParaRPr>
          </a:p>
        </p:txBody>
      </p:sp>
      <p:sp>
        <p:nvSpPr>
          <p:cNvPr id="1048584"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a:p>
        </p:txBody>
      </p:sp>
      <p:sp>
        <p:nvSpPr>
          <p:cNvPr id="1048585" name="TextBox 27"/>
          <p:cNvSpPr txBox="1"/>
          <p:nvPr/>
        </p:nvSpPr>
        <p:spPr>
          <a:xfrm>
            <a:off x="1012825" y="176213"/>
            <a:ext cx="2621280" cy="574040"/>
          </a:xfrm>
          <a:prstGeom prst="rect">
            <a:avLst/>
          </a:prstGeom>
          <a:noFill/>
          <a:ln w="9525">
            <a:noFill/>
          </a:ln>
        </p:spPr>
        <p:txBody>
          <a:bodyPr wrap="none" anchor="t">
            <a:spAutoFit/>
          </a:bodyPr>
          <a:lstStyle/>
          <a:p>
            <a:r>
              <a:rPr lang="zh-CN" altLang="en-US" sz="3200" dirty="0">
                <a:solidFill>
                  <a:srgbClr val="004C54"/>
                </a:solidFill>
                <a:latin typeface="黑体" panose="02010609060101010101" pitchFamily="49" charset="-122"/>
                <a:ea typeface="黑体" panose="02010609060101010101" pitchFamily="49" charset="-122"/>
              </a:rPr>
              <a:t>四、区域分析</a:t>
            </a:r>
            <a:endParaRPr lang="en-US" altLang="zh-CN" sz="3200" dirty="0">
              <a:solidFill>
                <a:srgbClr val="004C54"/>
              </a:solidFill>
              <a:latin typeface="黑体" panose="02010609060101010101" pitchFamily="49" charset="-122"/>
              <a:ea typeface="黑体" panose="02010609060101010101" pitchFamily="49" charset="-122"/>
            </a:endParaRPr>
          </a:p>
        </p:txBody>
      </p:sp>
      <mc:AlternateContent xmlns:mc="http://schemas.openxmlformats.org/markup-compatibility/2006" xmlns:p14="http://schemas.microsoft.com/office/powerpoint/2010/main">
        <mc:Choice Requires="p14">
          <p:contentPart p14:bwMode="auto" r:id="rId3">
            <p14:nvContentPartPr>
              <p14:cNvPr id="1050163" name="墨迹 1050162"/>
              <p14:cNvContentPartPr/>
              <p14:nvPr/>
            </p14:nvContentPartPr>
            <p14:xfrm>
              <a:off x="6649833" y="3975673"/>
              <a:ext cx="262138" cy="58323"/>
            </p14:xfrm>
          </p:contentPart>
        </mc:Choice>
        <mc:Fallback xmlns="">
          <p:sp>
            <p:nvSpPr>
              <p:cNvPr id="1050163" name=""/>
              <p:cNvSpPr/>
              <p:nvPr/>
            </p:nvSpPr>
            <p:spPr>
              <a:xfrm>
                <a:off x="6649833" y="3975673"/>
                <a:ext cx="262138" cy="58323"/>
              </a:xfrm>
            </p:spPr>
          </p:sp>
        </mc:Fallback>
      </mc:AlternateContent>
      <mc:AlternateContent xmlns:mc="http://schemas.openxmlformats.org/markup-compatibility/2006" xmlns:p14="http://schemas.microsoft.com/office/powerpoint/2010/main">
        <mc:Choice Requires="p14">
          <p:contentPart p14:bwMode="auto" r:id="rId4">
            <p14:nvContentPartPr>
              <p14:cNvPr id="1050164" name="墨迹 1050163"/>
              <p14:cNvContentPartPr/>
              <p14:nvPr/>
            </p14:nvContentPartPr>
            <p14:xfrm>
              <a:off x="6636645" y="4027999"/>
              <a:ext cx="49294" cy="398118"/>
            </p14:xfrm>
          </p:contentPart>
        </mc:Choice>
        <mc:Fallback xmlns="">
          <p:sp>
            <p:nvSpPr>
              <p:cNvPr id="1050164" name=""/>
              <p:cNvSpPr/>
              <p:nvPr/>
            </p:nvSpPr>
            <p:spPr>
              <a:xfrm>
                <a:off x="6636645" y="4027999"/>
                <a:ext cx="49294" cy="398118"/>
              </a:xfrm>
            </p:spPr>
          </p:sp>
        </mc:Fallback>
      </mc:AlternateContent>
      <mc:AlternateContent xmlns:mc="http://schemas.openxmlformats.org/markup-compatibility/2006" xmlns:p14="http://schemas.microsoft.com/office/powerpoint/2010/main">
        <mc:Choice Requires="p14">
          <p:contentPart p14:bwMode="auto" r:id="rId5">
            <p14:nvContentPartPr>
              <p14:cNvPr id="1050165" name="墨迹 1050164"/>
              <p14:cNvContentPartPr/>
              <p14:nvPr/>
            </p14:nvContentPartPr>
            <p14:xfrm>
              <a:off x="6756930" y="4072381"/>
              <a:ext cx="150238" cy="201197"/>
            </p14:xfrm>
          </p:contentPart>
        </mc:Choice>
        <mc:Fallback xmlns="">
          <p:sp>
            <p:nvSpPr>
              <p:cNvPr id="1050165" name=""/>
              <p:cNvSpPr/>
              <p:nvPr/>
            </p:nvSpPr>
            <p:spPr>
              <a:xfrm>
                <a:off x="6756930" y="4072381"/>
                <a:ext cx="150238" cy="201197"/>
              </a:xfrm>
            </p:spPr>
          </p:sp>
        </mc:Fallback>
      </mc:AlternateContent>
      <mc:AlternateContent xmlns:mc="http://schemas.openxmlformats.org/markup-compatibility/2006" xmlns:p14="http://schemas.microsoft.com/office/powerpoint/2010/main">
        <mc:Choice Requires="p14">
          <p:contentPart p14:bwMode="auto" r:id="rId6">
            <p14:nvContentPartPr>
              <p14:cNvPr id="1050166" name="墨迹 1050165"/>
              <p14:cNvContentPartPr/>
              <p14:nvPr/>
            </p14:nvContentPartPr>
            <p14:xfrm>
              <a:off x="6662471" y="4112566"/>
              <a:ext cx="350615" cy="291916"/>
            </p14:xfrm>
          </p:contentPart>
        </mc:Choice>
        <mc:Fallback xmlns="">
          <p:sp>
            <p:nvSpPr>
              <p:cNvPr id="1050166" name=""/>
              <p:cNvSpPr/>
              <p:nvPr/>
            </p:nvSpPr>
            <p:spPr>
              <a:xfrm>
                <a:off x="6662471" y="4112566"/>
                <a:ext cx="350615" cy="291916"/>
              </a:xfrm>
            </p:spPr>
          </p:sp>
        </mc:Fallback>
      </mc:AlternateContent>
      <mc:AlternateContent xmlns:mc="http://schemas.openxmlformats.org/markup-compatibility/2006" xmlns:p14="http://schemas.microsoft.com/office/powerpoint/2010/main">
        <mc:Choice Requires="p14">
          <p:contentPart p14:bwMode="auto" r:id="rId7">
            <p14:nvContentPartPr>
              <p14:cNvPr id="1050167" name="墨迹 1050166"/>
              <p14:cNvContentPartPr/>
              <p14:nvPr/>
            </p14:nvContentPartPr>
            <p14:xfrm>
              <a:off x="7089853" y="4066121"/>
              <a:ext cx="145841" cy="40446"/>
            </p14:xfrm>
          </p:contentPart>
        </mc:Choice>
        <mc:Fallback xmlns="">
          <p:sp>
            <p:nvSpPr>
              <p:cNvPr id="1050167" name=""/>
              <p:cNvSpPr/>
              <p:nvPr/>
            </p:nvSpPr>
            <p:spPr>
              <a:xfrm>
                <a:off x="7089853" y="4066121"/>
                <a:ext cx="145841" cy="40446"/>
              </a:xfrm>
            </p:spPr>
          </p:sp>
        </mc:Fallback>
      </mc:AlternateContent>
      <mc:AlternateContent xmlns:mc="http://schemas.openxmlformats.org/markup-compatibility/2006" xmlns:p14="http://schemas.microsoft.com/office/powerpoint/2010/main">
        <mc:Choice Requires="p14">
          <p:contentPart p14:bwMode="auto" r:id="rId8">
            <p14:nvContentPartPr>
              <p14:cNvPr id="1050168" name="墨迹 1050167"/>
              <p14:cNvContentPartPr/>
              <p14:nvPr/>
            </p14:nvContentPartPr>
            <p14:xfrm>
              <a:off x="7110273" y="3959027"/>
              <a:ext cx="89464" cy="397643"/>
            </p14:xfrm>
          </p:contentPart>
        </mc:Choice>
        <mc:Fallback xmlns="">
          <p:sp>
            <p:nvSpPr>
              <p:cNvPr id="1050168" name=""/>
              <p:cNvSpPr/>
              <p:nvPr/>
            </p:nvSpPr>
            <p:spPr>
              <a:xfrm>
                <a:off x="7110273" y="3959027"/>
                <a:ext cx="89464" cy="397643"/>
              </a:xfrm>
            </p:spPr>
          </p:sp>
        </mc:Fallback>
      </mc:AlternateContent>
      <mc:AlternateContent xmlns:mc="http://schemas.openxmlformats.org/markup-compatibility/2006" xmlns:p14="http://schemas.microsoft.com/office/powerpoint/2010/main">
        <mc:Choice Requires="p14">
          <p:contentPart p14:bwMode="auto" r:id="rId9">
            <p14:nvContentPartPr>
              <p14:cNvPr id="1050169" name="墨迹 1050168"/>
              <p14:cNvContentPartPr/>
              <p14:nvPr/>
            </p14:nvContentPartPr>
            <p14:xfrm>
              <a:off x="7238566" y="3950103"/>
              <a:ext cx="184195" cy="44309"/>
            </p14:xfrm>
          </p:contentPart>
        </mc:Choice>
        <mc:Fallback xmlns="">
          <p:sp>
            <p:nvSpPr>
              <p:cNvPr id="1050169" name=""/>
              <p:cNvSpPr/>
              <p:nvPr/>
            </p:nvSpPr>
            <p:spPr>
              <a:xfrm>
                <a:off x="7238566" y="3950103"/>
                <a:ext cx="184195" cy="44309"/>
              </a:xfrm>
            </p:spPr>
          </p:sp>
        </mc:Fallback>
      </mc:AlternateContent>
      <mc:AlternateContent xmlns:mc="http://schemas.openxmlformats.org/markup-compatibility/2006" xmlns:p14="http://schemas.microsoft.com/office/powerpoint/2010/main">
        <mc:Choice Requires="p14">
          <p:contentPart p14:bwMode="auto" r:id="rId10">
            <p14:nvContentPartPr>
              <p14:cNvPr id="1050170" name="墨迹 1050169"/>
              <p14:cNvContentPartPr/>
              <p14:nvPr/>
            </p14:nvContentPartPr>
            <p14:xfrm>
              <a:off x="7252642" y="4039571"/>
              <a:ext cx="111966" cy="177020"/>
            </p14:xfrm>
          </p:contentPart>
        </mc:Choice>
        <mc:Fallback xmlns="">
          <p:sp>
            <p:nvSpPr>
              <p:cNvPr id="1050170" name=""/>
              <p:cNvSpPr/>
              <p:nvPr/>
            </p:nvSpPr>
            <p:spPr>
              <a:xfrm>
                <a:off x="7252642" y="4039571"/>
                <a:ext cx="111966" cy="177020"/>
              </a:xfrm>
            </p:spPr>
          </p:sp>
        </mc:Fallback>
      </mc:AlternateContent>
      <mc:AlternateContent xmlns:mc="http://schemas.openxmlformats.org/markup-compatibility/2006" xmlns:p14="http://schemas.microsoft.com/office/powerpoint/2010/main">
        <mc:Choice Requires="p14">
          <p:contentPart p14:bwMode="auto" r:id="rId11">
            <p14:nvContentPartPr>
              <p14:cNvPr id="1050171" name="墨迹 1050170"/>
              <p14:cNvContentPartPr/>
              <p14:nvPr/>
            </p14:nvContentPartPr>
            <p14:xfrm>
              <a:off x="7256313" y="4142553"/>
              <a:ext cx="77723" cy="182327"/>
            </p14:xfrm>
          </p:contentPart>
        </mc:Choice>
        <mc:Fallback xmlns="">
          <p:sp>
            <p:nvSpPr>
              <p:cNvPr id="1050171" name=""/>
              <p:cNvSpPr/>
              <p:nvPr/>
            </p:nvSpPr>
            <p:spPr>
              <a:xfrm>
                <a:off x="7256313" y="4142553"/>
                <a:ext cx="77723" cy="182327"/>
              </a:xfrm>
            </p:spPr>
          </p:sp>
        </mc:Fallback>
      </mc:AlternateContent>
      <mc:AlternateContent xmlns:mc="http://schemas.openxmlformats.org/markup-compatibility/2006" xmlns:p14="http://schemas.microsoft.com/office/powerpoint/2010/main">
        <mc:Choice Requires="p14">
          <p:contentPart p14:bwMode="auto" r:id="rId12">
            <p14:nvContentPartPr>
              <p14:cNvPr id="1050172" name="墨迹 1050171"/>
              <p14:cNvContentPartPr/>
              <p14:nvPr/>
            </p14:nvContentPartPr>
            <p14:xfrm>
              <a:off x="7326879" y="3841473"/>
              <a:ext cx="162428" cy="508452"/>
            </p14:xfrm>
          </p:contentPart>
        </mc:Choice>
        <mc:Fallback xmlns="">
          <p:sp>
            <p:nvSpPr>
              <p:cNvPr id="1050172" name=""/>
              <p:cNvSpPr/>
              <p:nvPr/>
            </p:nvSpPr>
            <p:spPr>
              <a:xfrm>
                <a:off x="7326879" y="3841473"/>
                <a:ext cx="162428" cy="508452"/>
              </a:xfrm>
            </p:spPr>
          </p:sp>
        </mc:Fallback>
      </mc:AlternateContent>
      <mc:AlternateContent xmlns:mc="http://schemas.openxmlformats.org/markup-compatibility/2006" xmlns:p14="http://schemas.microsoft.com/office/powerpoint/2010/main">
        <mc:Choice Requires="p14">
          <p:contentPart p14:bwMode="auto" r:id="rId13">
            <p14:nvContentPartPr>
              <p14:cNvPr id="1050173" name="墨迹 1050172"/>
              <p14:cNvContentPartPr/>
              <p14:nvPr/>
            </p14:nvContentPartPr>
            <p14:xfrm>
              <a:off x="7460106" y="3814484"/>
              <a:ext cx="95889" cy="137321"/>
            </p14:xfrm>
          </p:contentPart>
        </mc:Choice>
        <mc:Fallback xmlns="">
          <p:sp>
            <p:nvSpPr>
              <p:cNvPr id="1050173" name=""/>
              <p:cNvSpPr/>
              <p:nvPr/>
            </p:nvSpPr>
            <p:spPr>
              <a:xfrm>
                <a:off x="7460106" y="3814484"/>
                <a:ext cx="95889" cy="137321"/>
              </a:xfrm>
            </p:spPr>
          </p:sp>
        </mc:Fallback>
      </mc:AlternateContent>
      <mc:AlternateContent xmlns:mc="http://schemas.openxmlformats.org/markup-compatibility/2006" xmlns:p14="http://schemas.microsoft.com/office/powerpoint/2010/main">
        <mc:Choice Requires="p14">
          <p:contentPart p14:bwMode="auto" r:id="rId14">
            <p14:nvContentPartPr>
              <p14:cNvPr id="1050174" name="墨迹 1050173"/>
              <p14:cNvContentPartPr/>
              <p14:nvPr/>
            </p14:nvContentPartPr>
            <p14:xfrm>
              <a:off x="7700618" y="3865605"/>
              <a:ext cx="196625" cy="63433"/>
            </p14:xfrm>
          </p:contentPart>
        </mc:Choice>
        <mc:Fallback xmlns="">
          <p:sp>
            <p:nvSpPr>
              <p:cNvPr id="1050174" name=""/>
              <p:cNvSpPr/>
              <p:nvPr/>
            </p:nvSpPr>
            <p:spPr>
              <a:xfrm>
                <a:off x="7700618" y="3865605"/>
                <a:ext cx="196625" cy="63433"/>
              </a:xfrm>
            </p:spPr>
          </p:sp>
        </mc:Fallback>
      </mc:AlternateContent>
      <mc:AlternateContent xmlns:mc="http://schemas.openxmlformats.org/markup-compatibility/2006" xmlns:p14="http://schemas.microsoft.com/office/powerpoint/2010/main">
        <mc:Choice Requires="p14">
          <p:contentPart p14:bwMode="auto" r:id="rId15">
            <p14:nvContentPartPr>
              <p14:cNvPr id="1050175" name="墨迹 1050174"/>
              <p14:cNvContentPartPr/>
              <p14:nvPr/>
            </p14:nvContentPartPr>
            <p14:xfrm>
              <a:off x="7703714" y="3788094"/>
              <a:ext cx="142321" cy="498243"/>
            </p14:xfrm>
          </p:contentPart>
        </mc:Choice>
        <mc:Fallback xmlns="">
          <p:sp>
            <p:nvSpPr>
              <p:cNvPr id="1050175" name=""/>
              <p:cNvSpPr/>
              <p:nvPr/>
            </p:nvSpPr>
            <p:spPr>
              <a:xfrm>
                <a:off x="7703714" y="3788094"/>
                <a:ext cx="142321" cy="498243"/>
              </a:xfrm>
            </p:spPr>
          </p:sp>
        </mc:Fallback>
      </mc:AlternateContent>
      <mc:AlternateContent xmlns:mc="http://schemas.openxmlformats.org/markup-compatibility/2006" xmlns:p14="http://schemas.microsoft.com/office/powerpoint/2010/main">
        <mc:Choice Requires="p14">
          <p:contentPart p14:bwMode="auto" r:id="rId16">
            <p14:nvContentPartPr>
              <p14:cNvPr id="1050176" name="墨迹 1050175"/>
              <p14:cNvContentPartPr/>
              <p14:nvPr/>
            </p14:nvContentPartPr>
            <p14:xfrm>
              <a:off x="7939293" y="3754508"/>
              <a:ext cx="12523" cy="49180"/>
            </p14:xfrm>
          </p:contentPart>
        </mc:Choice>
        <mc:Fallback xmlns="">
          <p:sp>
            <p:nvSpPr>
              <p:cNvPr id="1050176" name=""/>
              <p:cNvSpPr/>
              <p:nvPr/>
            </p:nvSpPr>
            <p:spPr>
              <a:xfrm>
                <a:off x="7939293" y="3754508"/>
                <a:ext cx="12523" cy="49180"/>
              </a:xfrm>
            </p:spPr>
          </p:sp>
        </mc:Fallback>
      </mc:AlternateContent>
      <mc:AlternateContent xmlns:mc="http://schemas.openxmlformats.org/markup-compatibility/2006" xmlns:p14="http://schemas.microsoft.com/office/powerpoint/2010/main">
        <mc:Choice Requires="p14">
          <p:contentPart p14:bwMode="auto" r:id="rId17">
            <p14:nvContentPartPr>
              <p14:cNvPr id="1050177" name="墨迹 1050176"/>
              <p14:cNvContentPartPr/>
              <p14:nvPr/>
            </p14:nvContentPartPr>
            <p14:xfrm>
              <a:off x="7885439" y="3860773"/>
              <a:ext cx="183328" cy="38024"/>
            </p14:xfrm>
          </p:contentPart>
        </mc:Choice>
        <mc:Fallback xmlns="">
          <p:sp>
            <p:nvSpPr>
              <p:cNvPr id="1050177" name=""/>
              <p:cNvSpPr/>
              <p:nvPr/>
            </p:nvSpPr>
            <p:spPr>
              <a:xfrm>
                <a:off x="7885439" y="3860773"/>
                <a:ext cx="183328" cy="38024"/>
              </a:xfrm>
            </p:spPr>
          </p:sp>
        </mc:Fallback>
      </mc:AlternateContent>
      <mc:AlternateContent xmlns:mc="http://schemas.openxmlformats.org/markup-compatibility/2006" xmlns:p14="http://schemas.microsoft.com/office/powerpoint/2010/main">
        <mc:Choice Requires="p14">
          <p:contentPart p14:bwMode="auto" r:id="rId18">
            <p14:nvContentPartPr>
              <p14:cNvPr id="1050178" name="墨迹 1050177"/>
              <p14:cNvContentPartPr/>
              <p14:nvPr/>
            </p14:nvContentPartPr>
            <p14:xfrm>
              <a:off x="7854343" y="3897850"/>
              <a:ext cx="119221" cy="183645"/>
            </p14:xfrm>
          </p:contentPart>
        </mc:Choice>
        <mc:Fallback xmlns="">
          <p:sp>
            <p:nvSpPr>
              <p:cNvPr id="1050178" name=""/>
              <p:cNvSpPr/>
              <p:nvPr/>
            </p:nvSpPr>
            <p:spPr>
              <a:xfrm>
                <a:off x="7854343" y="3897850"/>
                <a:ext cx="119221" cy="183645"/>
              </a:xfrm>
            </p:spPr>
          </p:sp>
        </mc:Fallback>
      </mc:AlternateContent>
      <mc:AlternateContent xmlns:mc="http://schemas.openxmlformats.org/markup-compatibility/2006" xmlns:p14="http://schemas.microsoft.com/office/powerpoint/2010/main">
        <mc:Choice Requires="p14">
          <p:contentPart p14:bwMode="auto" r:id="rId19">
            <p14:nvContentPartPr>
              <p14:cNvPr id="1050179" name="墨迹 1050178"/>
              <p14:cNvContentPartPr/>
              <p14:nvPr/>
            </p14:nvContentPartPr>
            <p14:xfrm>
              <a:off x="8018241" y="3924840"/>
              <a:ext cx="30453" cy="45733"/>
            </p14:xfrm>
          </p:contentPart>
        </mc:Choice>
        <mc:Fallback xmlns="">
          <p:sp>
            <p:nvSpPr>
              <p:cNvPr id="1050179" name=""/>
              <p:cNvSpPr/>
              <p:nvPr/>
            </p:nvSpPr>
            <p:spPr>
              <a:xfrm>
                <a:off x="8018241" y="3924840"/>
                <a:ext cx="30453" cy="45733"/>
              </a:xfrm>
            </p:spPr>
          </p:sp>
        </mc:Fallback>
      </mc:AlternateContent>
      <mc:AlternateContent xmlns:mc="http://schemas.openxmlformats.org/markup-compatibility/2006" xmlns:p14="http://schemas.microsoft.com/office/powerpoint/2010/main">
        <mc:Choice Requires="p14">
          <p:contentPart p14:bwMode="auto" r:id="rId20">
            <p14:nvContentPartPr>
              <p14:cNvPr id="1050180" name="墨迹 1050179"/>
              <p14:cNvContentPartPr/>
              <p14:nvPr/>
            </p14:nvContentPartPr>
            <p14:xfrm>
              <a:off x="7872248" y="3989014"/>
              <a:ext cx="251149" cy="282441"/>
            </p14:xfrm>
          </p:contentPart>
        </mc:Choice>
        <mc:Fallback xmlns="">
          <p:sp>
            <p:nvSpPr>
              <p:cNvPr id="1050180" name=""/>
              <p:cNvSpPr/>
              <p:nvPr/>
            </p:nvSpPr>
            <p:spPr>
              <a:xfrm>
                <a:off x="7872248" y="3989014"/>
                <a:ext cx="251149" cy="282441"/>
              </a:xfrm>
            </p:spPr>
          </p:sp>
        </mc:Fallback>
      </mc:AlternateContent>
      <mc:AlternateContent xmlns:mc="http://schemas.openxmlformats.org/markup-compatibility/2006" xmlns:p14="http://schemas.microsoft.com/office/powerpoint/2010/main">
        <mc:Choice Requires="p14">
          <p:contentPart p14:bwMode="auto" r:id="rId21">
            <p14:nvContentPartPr>
              <p14:cNvPr id="1050181" name="墨迹 1050180"/>
              <p14:cNvContentPartPr/>
              <p14:nvPr/>
            </p14:nvContentPartPr>
            <p14:xfrm>
              <a:off x="8228764" y="3978782"/>
              <a:ext cx="233269" cy="70808"/>
            </p14:xfrm>
          </p:contentPart>
        </mc:Choice>
        <mc:Fallback xmlns="">
          <p:sp>
            <p:nvSpPr>
              <p:cNvPr id="1050181" name=""/>
              <p:cNvSpPr/>
              <p:nvPr/>
            </p:nvSpPr>
            <p:spPr>
              <a:xfrm>
                <a:off x="8228764" y="3978782"/>
                <a:ext cx="233269" cy="70808"/>
              </a:xfrm>
            </p:spPr>
          </p:sp>
        </mc:Fallback>
      </mc:AlternateContent>
      <mc:AlternateContent xmlns:mc="http://schemas.openxmlformats.org/markup-compatibility/2006" xmlns:p14="http://schemas.microsoft.com/office/powerpoint/2010/main">
        <mc:Choice Requires="p14">
          <p:contentPart p14:bwMode="auto" r:id="rId22">
            <p14:nvContentPartPr>
              <p14:cNvPr id="1050182" name="墨迹 1050181"/>
              <p14:cNvContentPartPr/>
              <p14:nvPr/>
            </p14:nvContentPartPr>
            <p14:xfrm>
              <a:off x="8212302" y="3831877"/>
              <a:ext cx="126008" cy="401585"/>
            </p14:xfrm>
          </p:contentPart>
        </mc:Choice>
        <mc:Fallback xmlns="">
          <p:sp>
            <p:nvSpPr>
              <p:cNvPr id="1050182" name=""/>
              <p:cNvSpPr/>
              <p:nvPr/>
            </p:nvSpPr>
            <p:spPr>
              <a:xfrm>
                <a:off x="8212302" y="3831877"/>
                <a:ext cx="126008" cy="401585"/>
              </a:xfrm>
            </p:spPr>
          </p:sp>
        </mc:Fallback>
      </mc:AlternateContent>
      <mc:AlternateContent xmlns:mc="http://schemas.openxmlformats.org/markup-compatibility/2006" xmlns:p14="http://schemas.microsoft.com/office/powerpoint/2010/main">
        <mc:Choice Requires="p14">
          <p:contentPart p14:bwMode="auto" r:id="rId23">
            <p14:nvContentPartPr>
              <p14:cNvPr id="1050183" name="墨迹 1050182"/>
              <p14:cNvContentPartPr/>
              <p14:nvPr/>
            </p14:nvContentPartPr>
            <p14:xfrm>
              <a:off x="8326070" y="4093373"/>
              <a:ext cx="252077" cy="102420"/>
            </p14:xfrm>
          </p:contentPart>
        </mc:Choice>
        <mc:Fallback xmlns="">
          <p:sp>
            <p:nvSpPr>
              <p:cNvPr id="1050183" name=""/>
              <p:cNvSpPr/>
              <p:nvPr/>
            </p:nvSpPr>
            <p:spPr>
              <a:xfrm>
                <a:off x="8326070" y="4093373"/>
                <a:ext cx="252077" cy="102420"/>
              </a:xfrm>
            </p:spPr>
          </p:sp>
        </mc:Fallback>
      </mc:AlternateContent>
      <mc:AlternateContent xmlns:mc="http://schemas.openxmlformats.org/markup-compatibility/2006" xmlns:p14="http://schemas.microsoft.com/office/powerpoint/2010/main">
        <mc:Choice Requires="p14">
          <p:contentPart p14:bwMode="auto" r:id="rId24">
            <p14:nvContentPartPr>
              <p14:cNvPr id="1050184" name="墨迹 1050183"/>
              <p14:cNvContentPartPr/>
              <p14:nvPr/>
            </p14:nvContentPartPr>
            <p14:xfrm>
              <a:off x="7540277" y="3540124"/>
              <a:ext cx="251325" cy="247379"/>
            </p14:xfrm>
          </p:contentPart>
        </mc:Choice>
        <mc:Fallback xmlns="">
          <p:sp>
            <p:nvSpPr>
              <p:cNvPr id="1050184" name=""/>
              <p:cNvSpPr/>
              <p:nvPr/>
            </p:nvSpPr>
            <p:spPr>
              <a:xfrm>
                <a:off x="7540277" y="3540124"/>
                <a:ext cx="251325" cy="247379"/>
              </a:xfrm>
            </p:spPr>
          </p:sp>
        </mc:Fallback>
      </mc:AlternateContent>
      <mc:AlternateContent xmlns:mc="http://schemas.openxmlformats.org/markup-compatibility/2006" xmlns:p14="http://schemas.microsoft.com/office/powerpoint/2010/main">
        <mc:Choice Requires="p14">
          <p:contentPart p14:bwMode="auto" r:id="rId25">
            <p14:nvContentPartPr>
              <p14:cNvPr id="1050185" name="墨迹 1050184"/>
              <p14:cNvContentPartPr/>
              <p14:nvPr/>
            </p14:nvContentPartPr>
            <p14:xfrm>
              <a:off x="7741009" y="3332276"/>
              <a:ext cx="110680" cy="177719"/>
            </p14:xfrm>
          </p:contentPart>
        </mc:Choice>
        <mc:Fallback xmlns="">
          <p:sp>
            <p:nvSpPr>
              <p:cNvPr id="1050185" name=""/>
              <p:cNvSpPr/>
              <p:nvPr/>
            </p:nvSpPr>
            <p:spPr>
              <a:xfrm>
                <a:off x="7741009" y="3332276"/>
                <a:ext cx="110680" cy="177719"/>
              </a:xfrm>
            </p:spPr>
          </p:sp>
        </mc:Fallback>
      </mc:AlternateContent>
      <mc:AlternateContent xmlns:mc="http://schemas.openxmlformats.org/markup-compatibility/2006" xmlns:p14="http://schemas.microsoft.com/office/powerpoint/2010/main">
        <mc:Choice Requires="p14">
          <p:contentPart p14:bwMode="auto" r:id="rId26">
            <p14:nvContentPartPr>
              <p14:cNvPr id="1050186" name="墨迹 1050185"/>
              <p14:cNvContentPartPr/>
              <p14:nvPr/>
            </p14:nvContentPartPr>
            <p14:xfrm>
              <a:off x="7935010" y="3288910"/>
              <a:ext cx="365075" cy="186474"/>
            </p14:xfrm>
          </p:contentPart>
        </mc:Choice>
        <mc:Fallback xmlns="">
          <p:sp>
            <p:nvSpPr>
              <p:cNvPr id="1050186" name=""/>
              <p:cNvSpPr/>
              <p:nvPr/>
            </p:nvSpPr>
            <p:spPr>
              <a:xfrm>
                <a:off x="7935010" y="3288910"/>
                <a:ext cx="365075" cy="186474"/>
              </a:xfrm>
            </p:spPr>
          </p:sp>
        </mc:Fallback>
      </mc:AlternateContent>
      <mc:AlternateContent xmlns:mc="http://schemas.openxmlformats.org/markup-compatibility/2006" xmlns:p14="http://schemas.microsoft.com/office/powerpoint/2010/main">
        <mc:Choice Requires="p14">
          <p:contentPart p14:bwMode="auto" r:id="rId27">
            <p14:nvContentPartPr>
              <p14:cNvPr id="1050187" name="墨迹 1050186"/>
              <p14:cNvContentPartPr/>
              <p14:nvPr/>
            </p14:nvContentPartPr>
            <p14:xfrm>
              <a:off x="8290164" y="3140861"/>
              <a:ext cx="309731" cy="271151"/>
            </p14:xfrm>
          </p:contentPart>
        </mc:Choice>
        <mc:Fallback xmlns="">
          <p:sp>
            <p:nvSpPr>
              <p:cNvPr id="1050187" name=""/>
              <p:cNvSpPr/>
              <p:nvPr/>
            </p:nvSpPr>
            <p:spPr>
              <a:xfrm>
                <a:off x="8290164" y="3140861"/>
                <a:ext cx="309731" cy="271151"/>
              </a:xfrm>
            </p:spPr>
          </p:sp>
        </mc:Fallback>
      </mc:AlternateContent>
      <mc:AlternateContent xmlns:mc="http://schemas.openxmlformats.org/markup-compatibility/2006" xmlns:p14="http://schemas.microsoft.com/office/powerpoint/2010/main">
        <mc:Choice Requires="p14">
          <p:contentPart p14:bwMode="auto" r:id="rId28">
            <p14:nvContentPartPr>
              <p14:cNvPr id="1050188" name="墨迹 1050187"/>
              <p14:cNvContentPartPr/>
              <p14:nvPr/>
            </p14:nvContentPartPr>
            <p14:xfrm>
              <a:off x="9591641" y="5513007"/>
              <a:ext cx="56327" cy="1736"/>
            </p14:xfrm>
          </p:contentPart>
        </mc:Choice>
        <mc:Fallback xmlns="">
          <p:sp>
            <p:nvSpPr>
              <p:cNvPr id="1050188" name=""/>
              <p:cNvSpPr/>
              <p:nvPr/>
            </p:nvSpPr>
            <p:spPr>
              <a:xfrm>
                <a:off x="9591641" y="5513007"/>
                <a:ext cx="56327" cy="1736"/>
              </a:xfrm>
            </p:spPr>
          </p:sp>
        </mc:Fallback>
      </mc:AlternateContent>
      <mc:AlternateContent xmlns:mc="http://schemas.openxmlformats.org/markup-compatibility/2006" xmlns:p14="http://schemas.microsoft.com/office/powerpoint/2010/main">
        <mc:Choice Requires="p14">
          <p:contentPart p14:bwMode="auto" r:id="rId29">
            <p14:nvContentPartPr>
              <p14:cNvPr id="1050189" name="墨迹 1050188"/>
              <p14:cNvContentPartPr/>
              <p14:nvPr/>
            </p14:nvContentPartPr>
            <p14:xfrm>
              <a:off x="11827261" y="5225505"/>
              <a:ext cx="0" cy="0"/>
            </p14:xfrm>
          </p:contentPart>
        </mc:Choice>
        <mc:Fallback xmlns="">
          <p:sp>
            <p:nvSpPr>
              <p:cNvPr id="1050189" name=""/>
              <p:cNvSpPr/>
              <p:nvPr/>
            </p:nvSpPr>
            <p:spPr>
              <a:xfrm>
                <a:off x="11827261" y="5225505"/>
                <a:ext cx="0" cy="0"/>
              </a:xfrm>
            </p:spPr>
          </p:sp>
        </mc:Fallback>
      </mc:AlternateContent>
      <mc:AlternateContent xmlns:mc="http://schemas.openxmlformats.org/markup-compatibility/2006" xmlns:p14="http://schemas.microsoft.com/office/powerpoint/2010/main">
        <mc:Choice Requires="p14">
          <p:contentPart p14:bwMode="auto" r:id="rId30">
            <p14:nvContentPartPr>
              <p14:cNvPr id="1050190" name="墨迹 1050189"/>
              <p14:cNvContentPartPr/>
              <p14:nvPr/>
            </p14:nvContentPartPr>
            <p14:xfrm>
              <a:off x="8870129" y="4094356"/>
              <a:ext cx="7242" cy="51956"/>
            </p14:xfrm>
          </p:contentPart>
        </mc:Choice>
        <mc:Fallback xmlns="">
          <p:sp>
            <p:nvSpPr>
              <p:cNvPr id="1050190" name=""/>
              <p:cNvSpPr/>
              <p:nvPr/>
            </p:nvSpPr>
            <p:spPr>
              <a:xfrm>
                <a:off x="8870129" y="4094356"/>
                <a:ext cx="7242" cy="51956"/>
              </a:xfrm>
            </p:spPr>
          </p:sp>
        </mc:Fallback>
      </mc:AlternateContent>
      <mc:AlternateContent xmlns:mc="http://schemas.openxmlformats.org/markup-compatibility/2006" xmlns:p14="http://schemas.microsoft.com/office/powerpoint/2010/main">
        <mc:Choice Requires="p14">
          <p:contentPart p14:bwMode="auto" r:id="rId31">
            <p14:nvContentPartPr>
              <p14:cNvPr id="1050191" name="墨迹 1050190"/>
              <p14:cNvContentPartPr/>
              <p14:nvPr/>
            </p14:nvContentPartPr>
            <p14:xfrm>
              <a:off x="9108193" y="3818467"/>
              <a:ext cx="199102" cy="89963"/>
            </p14:xfrm>
          </p:contentPart>
        </mc:Choice>
        <mc:Fallback xmlns="">
          <p:sp>
            <p:nvSpPr>
              <p:cNvPr id="1050191" name=""/>
              <p:cNvSpPr/>
              <p:nvPr/>
            </p:nvSpPr>
            <p:spPr>
              <a:xfrm>
                <a:off x="9108193" y="3818467"/>
                <a:ext cx="199102" cy="89963"/>
              </a:xfrm>
            </p:spPr>
          </p:sp>
        </mc:Fallback>
      </mc:AlternateContent>
      <mc:AlternateContent xmlns:mc="http://schemas.openxmlformats.org/markup-compatibility/2006" xmlns:p14="http://schemas.microsoft.com/office/powerpoint/2010/main">
        <mc:Choice Requires="p14">
          <p:contentPart p14:bwMode="auto" r:id="rId32">
            <p14:nvContentPartPr>
              <p14:cNvPr id="1050192" name="墨迹 1050191"/>
              <p14:cNvContentPartPr/>
              <p14:nvPr/>
            </p14:nvContentPartPr>
            <p14:xfrm>
              <a:off x="9100855" y="3761489"/>
              <a:ext cx="142102" cy="384436"/>
            </p14:xfrm>
          </p:contentPart>
        </mc:Choice>
        <mc:Fallback xmlns="">
          <p:sp>
            <p:nvSpPr>
              <p:cNvPr id="1050192" name=""/>
              <p:cNvSpPr/>
              <p:nvPr/>
            </p:nvSpPr>
            <p:spPr>
              <a:xfrm>
                <a:off x="9100855" y="3761489"/>
                <a:ext cx="142102" cy="384436"/>
              </a:xfrm>
            </p:spPr>
          </p:sp>
        </mc:Fallback>
      </mc:AlternateContent>
      <mc:AlternateContent xmlns:mc="http://schemas.openxmlformats.org/markup-compatibility/2006" xmlns:p14="http://schemas.microsoft.com/office/powerpoint/2010/main">
        <mc:Choice Requires="p14">
          <p:contentPart p14:bwMode="auto" r:id="rId33">
            <p14:nvContentPartPr>
              <p14:cNvPr id="1050193" name="墨迹 1050192"/>
              <p14:cNvContentPartPr/>
              <p14:nvPr/>
            </p14:nvContentPartPr>
            <p14:xfrm>
              <a:off x="9282610" y="3836433"/>
              <a:ext cx="172463" cy="96588"/>
            </p14:xfrm>
          </p:contentPart>
        </mc:Choice>
        <mc:Fallback xmlns="">
          <p:sp>
            <p:nvSpPr>
              <p:cNvPr id="1050193" name=""/>
              <p:cNvSpPr/>
              <p:nvPr/>
            </p:nvSpPr>
            <p:spPr>
              <a:xfrm>
                <a:off x="9282610" y="3836433"/>
                <a:ext cx="172463" cy="96588"/>
              </a:xfrm>
            </p:spPr>
          </p:sp>
        </mc:Fallback>
      </mc:AlternateContent>
      <mc:AlternateContent xmlns:mc="http://schemas.openxmlformats.org/markup-compatibility/2006" xmlns:p14="http://schemas.microsoft.com/office/powerpoint/2010/main">
        <mc:Choice Requires="p14">
          <p:contentPart p14:bwMode="auto" r:id="rId34">
            <p14:nvContentPartPr>
              <p14:cNvPr id="1050194" name="墨迹 1050193"/>
              <p14:cNvContentPartPr/>
              <p14:nvPr/>
            </p14:nvContentPartPr>
            <p14:xfrm>
              <a:off x="9256210" y="3726103"/>
              <a:ext cx="268945" cy="392171"/>
            </p14:xfrm>
          </p:contentPart>
        </mc:Choice>
        <mc:Fallback xmlns="">
          <p:sp>
            <p:nvSpPr>
              <p:cNvPr id="1050194" name=""/>
              <p:cNvSpPr/>
              <p:nvPr/>
            </p:nvSpPr>
            <p:spPr>
              <a:xfrm>
                <a:off x="9256210" y="3726103"/>
                <a:ext cx="268945" cy="392171"/>
              </a:xfrm>
            </p:spPr>
          </p:sp>
        </mc:Fallback>
      </mc:AlternateContent>
      <mc:AlternateContent xmlns:mc="http://schemas.openxmlformats.org/markup-compatibility/2006" xmlns:p14="http://schemas.microsoft.com/office/powerpoint/2010/main">
        <mc:Choice Requires="p14">
          <p:contentPart p14:bwMode="auto" r:id="rId35">
            <p14:nvContentPartPr>
              <p14:cNvPr id="1050195" name="墨迹 1050194"/>
              <p14:cNvContentPartPr/>
              <p14:nvPr/>
            </p14:nvContentPartPr>
            <p14:xfrm>
              <a:off x="9449683" y="3739898"/>
              <a:ext cx="137816" cy="79023"/>
            </p14:xfrm>
          </p:contentPart>
        </mc:Choice>
        <mc:Fallback xmlns="">
          <p:sp>
            <p:nvSpPr>
              <p:cNvPr id="1050195" name=""/>
              <p:cNvSpPr/>
              <p:nvPr/>
            </p:nvSpPr>
            <p:spPr>
              <a:xfrm>
                <a:off x="9449683" y="3739898"/>
                <a:ext cx="137816" cy="79023"/>
              </a:xfrm>
            </p:spPr>
          </p:sp>
        </mc:Fallback>
      </mc:AlternateContent>
      <mc:AlternateContent xmlns:mc="http://schemas.openxmlformats.org/markup-compatibility/2006" xmlns:p14="http://schemas.microsoft.com/office/powerpoint/2010/main">
        <mc:Choice Requires="p14">
          <p:contentPart p14:bwMode="auto" r:id="rId36">
            <p14:nvContentPartPr>
              <p14:cNvPr id="1050196" name="墨迹 1050195"/>
              <p14:cNvContentPartPr/>
              <p14:nvPr/>
            </p14:nvContentPartPr>
            <p14:xfrm>
              <a:off x="9736706" y="3740147"/>
              <a:ext cx="134540" cy="81317"/>
            </p14:xfrm>
          </p:contentPart>
        </mc:Choice>
        <mc:Fallback xmlns="">
          <p:sp>
            <p:nvSpPr>
              <p:cNvPr id="1050196" name=""/>
              <p:cNvSpPr/>
              <p:nvPr/>
            </p:nvSpPr>
            <p:spPr>
              <a:xfrm>
                <a:off x="9736706" y="3740147"/>
                <a:ext cx="134540" cy="81317"/>
              </a:xfrm>
            </p:spPr>
          </p:sp>
        </mc:Fallback>
      </mc:AlternateContent>
      <mc:AlternateContent xmlns:mc="http://schemas.openxmlformats.org/markup-compatibility/2006" xmlns:p14="http://schemas.microsoft.com/office/powerpoint/2010/main">
        <mc:Choice Requires="p14">
          <p:contentPart p14:bwMode="auto" r:id="rId37">
            <p14:nvContentPartPr>
              <p14:cNvPr id="1050197" name="墨迹 1050196"/>
              <p14:cNvContentPartPr/>
              <p14:nvPr/>
            </p14:nvContentPartPr>
            <p14:xfrm>
              <a:off x="9752867" y="3657131"/>
              <a:ext cx="74635" cy="491903"/>
            </p14:xfrm>
          </p:contentPart>
        </mc:Choice>
        <mc:Fallback xmlns="">
          <p:sp>
            <p:nvSpPr>
              <p:cNvPr id="1050197" name=""/>
              <p:cNvSpPr/>
              <p:nvPr/>
            </p:nvSpPr>
            <p:spPr>
              <a:xfrm>
                <a:off x="9752867" y="3657131"/>
                <a:ext cx="74635" cy="491903"/>
              </a:xfrm>
            </p:spPr>
          </p:sp>
        </mc:Fallback>
      </mc:AlternateContent>
      <mc:AlternateContent xmlns:mc="http://schemas.openxmlformats.org/markup-compatibility/2006" xmlns:p14="http://schemas.microsoft.com/office/powerpoint/2010/main">
        <mc:Choice Requires="p14">
          <p:contentPart p14:bwMode="auto" r:id="rId38">
            <p14:nvContentPartPr>
              <p14:cNvPr id="1050198" name="墨迹 1050197"/>
              <p14:cNvContentPartPr/>
              <p14:nvPr/>
            </p14:nvContentPartPr>
            <p14:xfrm>
              <a:off x="9633691" y="3799274"/>
              <a:ext cx="140345" cy="208220"/>
            </p14:xfrm>
          </p:contentPart>
        </mc:Choice>
        <mc:Fallback xmlns="">
          <p:sp>
            <p:nvSpPr>
              <p:cNvPr id="1050198" name=""/>
              <p:cNvSpPr/>
              <p:nvPr/>
            </p:nvSpPr>
            <p:spPr>
              <a:xfrm>
                <a:off x="9633691" y="3799274"/>
                <a:ext cx="140345" cy="208220"/>
              </a:xfrm>
            </p:spPr>
          </p:sp>
        </mc:Fallback>
      </mc:AlternateContent>
      <mc:AlternateContent xmlns:mc="http://schemas.openxmlformats.org/markup-compatibility/2006" xmlns:p14="http://schemas.microsoft.com/office/powerpoint/2010/main">
        <mc:Choice Requires="p14">
          <p:contentPart p14:bwMode="auto" r:id="rId39">
            <p14:nvContentPartPr>
              <p14:cNvPr id="1050199" name="墨迹 1050198"/>
              <p14:cNvContentPartPr/>
              <p14:nvPr/>
            </p14:nvContentPartPr>
            <p14:xfrm>
              <a:off x="9853596" y="3849654"/>
              <a:ext cx="9180" cy="53978"/>
            </p14:xfrm>
          </p:contentPart>
        </mc:Choice>
        <mc:Fallback xmlns="">
          <p:sp>
            <p:nvSpPr>
              <p:cNvPr id="1050199" name=""/>
              <p:cNvSpPr/>
              <p:nvPr/>
            </p:nvSpPr>
            <p:spPr>
              <a:xfrm>
                <a:off x="9853596" y="3849654"/>
                <a:ext cx="9180" cy="53978"/>
              </a:xfrm>
            </p:spPr>
          </p:sp>
        </mc:Fallback>
      </mc:AlternateContent>
      <mc:AlternateContent xmlns:mc="http://schemas.openxmlformats.org/markup-compatibility/2006" xmlns:p14="http://schemas.microsoft.com/office/powerpoint/2010/main">
        <mc:Choice Requires="p14">
          <p:contentPart p14:bwMode="auto" r:id="rId40">
            <p14:nvContentPartPr>
              <p14:cNvPr id="1050200" name="墨迹 1050199"/>
              <p14:cNvContentPartPr/>
              <p14:nvPr/>
            </p14:nvContentPartPr>
            <p14:xfrm>
              <a:off x="9894275" y="3649267"/>
              <a:ext cx="139163" cy="317921"/>
            </p14:xfrm>
          </p:contentPart>
        </mc:Choice>
        <mc:Fallback xmlns="">
          <p:sp>
            <p:nvSpPr>
              <p:cNvPr id="1050200" name=""/>
              <p:cNvSpPr/>
              <p:nvPr/>
            </p:nvSpPr>
            <p:spPr>
              <a:xfrm>
                <a:off x="9894275" y="3649267"/>
                <a:ext cx="139163" cy="317921"/>
              </a:xfrm>
            </p:spPr>
          </p:sp>
        </mc:Fallback>
      </mc:AlternateContent>
      <mc:AlternateContent xmlns:mc="http://schemas.openxmlformats.org/markup-compatibility/2006" xmlns:p14="http://schemas.microsoft.com/office/powerpoint/2010/main">
        <mc:Choice Requires="p14">
          <p:contentPart p14:bwMode="auto" r:id="rId41">
            <p14:nvContentPartPr>
              <p14:cNvPr id="1050201" name="墨迹 1050200"/>
              <p14:cNvContentPartPr/>
              <p14:nvPr/>
            </p14:nvContentPartPr>
            <p14:xfrm>
              <a:off x="10014957" y="3719191"/>
              <a:ext cx="127267" cy="234132"/>
            </p14:xfrm>
          </p:contentPart>
        </mc:Choice>
        <mc:Fallback xmlns="">
          <p:sp>
            <p:nvSpPr>
              <p:cNvPr id="1050201" name=""/>
              <p:cNvSpPr/>
              <p:nvPr/>
            </p:nvSpPr>
            <p:spPr>
              <a:xfrm>
                <a:off x="10014957" y="3719191"/>
                <a:ext cx="127267" cy="234132"/>
              </a:xfrm>
            </p:spPr>
          </p:sp>
        </mc:Fallback>
      </mc:AlternateContent>
      <mc:AlternateContent xmlns:mc="http://schemas.openxmlformats.org/markup-compatibility/2006" xmlns:p14="http://schemas.microsoft.com/office/powerpoint/2010/main">
        <mc:Choice Requires="p14">
          <p:contentPart p14:bwMode="auto" r:id="rId42">
            <p14:nvContentPartPr>
              <p14:cNvPr id="1050202" name="墨迹 1050201"/>
              <p14:cNvContentPartPr/>
              <p14:nvPr/>
            </p14:nvContentPartPr>
            <p14:xfrm>
              <a:off x="10103900" y="3760290"/>
              <a:ext cx="258088" cy="208765"/>
            </p14:xfrm>
          </p:contentPart>
        </mc:Choice>
        <mc:Fallback xmlns="">
          <p:sp>
            <p:nvSpPr>
              <p:cNvPr id="1050202" name=""/>
              <p:cNvSpPr/>
              <p:nvPr/>
            </p:nvSpPr>
            <p:spPr>
              <a:xfrm>
                <a:off x="10103900" y="3760290"/>
                <a:ext cx="258088" cy="208765"/>
              </a:xfrm>
            </p:spPr>
          </p:sp>
        </mc:Fallback>
      </mc:AlternateContent>
      <mc:AlternateContent xmlns:mc="http://schemas.openxmlformats.org/markup-compatibility/2006" xmlns:p14="http://schemas.microsoft.com/office/powerpoint/2010/main">
        <mc:Choice Requires="p14">
          <p:contentPart p14:bwMode="auto" r:id="rId43">
            <p14:nvContentPartPr>
              <p14:cNvPr id="1050203" name="墨迹 1050202"/>
              <p14:cNvContentPartPr/>
              <p14:nvPr/>
            </p14:nvContentPartPr>
            <p14:xfrm>
              <a:off x="10434986" y="3503592"/>
              <a:ext cx="33890" cy="48282"/>
            </p14:xfrm>
          </p:contentPart>
        </mc:Choice>
        <mc:Fallback xmlns="">
          <p:sp>
            <p:nvSpPr>
              <p:cNvPr id="1050203" name=""/>
              <p:cNvSpPr/>
              <p:nvPr/>
            </p:nvSpPr>
            <p:spPr>
              <a:xfrm>
                <a:off x="10434986" y="3503592"/>
                <a:ext cx="33890" cy="48282"/>
              </a:xfrm>
            </p:spPr>
          </p:sp>
        </mc:Fallback>
      </mc:AlternateContent>
      <mc:AlternateContent xmlns:mc="http://schemas.openxmlformats.org/markup-compatibility/2006" xmlns:p14="http://schemas.microsoft.com/office/powerpoint/2010/main">
        <mc:Choice Requires="p14">
          <p:contentPart p14:bwMode="auto" r:id="rId44">
            <p14:nvContentPartPr>
              <p14:cNvPr id="1050204" name="墨迹 1050203"/>
              <p14:cNvContentPartPr/>
              <p14:nvPr/>
            </p14:nvContentPartPr>
            <p14:xfrm>
              <a:off x="10371951" y="3582322"/>
              <a:ext cx="246629" cy="52017"/>
            </p14:xfrm>
          </p:contentPart>
        </mc:Choice>
        <mc:Fallback xmlns="">
          <p:sp>
            <p:nvSpPr>
              <p:cNvPr id="1050204" name=""/>
              <p:cNvSpPr/>
              <p:nvPr/>
            </p:nvSpPr>
            <p:spPr>
              <a:xfrm>
                <a:off x="10371951" y="3582322"/>
                <a:ext cx="246629" cy="52017"/>
              </a:xfrm>
            </p:spPr>
          </p:sp>
        </mc:Fallback>
      </mc:AlternateContent>
      <mc:AlternateContent xmlns:mc="http://schemas.openxmlformats.org/markup-compatibility/2006" xmlns:p14="http://schemas.microsoft.com/office/powerpoint/2010/main">
        <mc:Choice Requires="p14">
          <p:contentPart p14:bwMode="auto" r:id="rId45">
            <p14:nvContentPartPr>
              <p14:cNvPr id="1050205" name="墨迹 1050204"/>
              <p14:cNvContentPartPr/>
              <p14:nvPr/>
            </p14:nvContentPartPr>
            <p14:xfrm>
              <a:off x="10314699" y="3619346"/>
              <a:ext cx="251292" cy="520369"/>
            </p14:xfrm>
          </p:contentPart>
        </mc:Choice>
        <mc:Fallback xmlns="">
          <p:sp>
            <p:nvSpPr>
              <p:cNvPr id="1050205" name=""/>
              <p:cNvSpPr/>
              <p:nvPr/>
            </p:nvSpPr>
            <p:spPr>
              <a:xfrm>
                <a:off x="10314699" y="3619346"/>
                <a:ext cx="251292" cy="520369"/>
              </a:xfrm>
            </p:spPr>
          </p:sp>
        </mc:Fallback>
      </mc:AlternateContent>
      <mc:AlternateContent xmlns:mc="http://schemas.openxmlformats.org/markup-compatibility/2006" xmlns:p14="http://schemas.microsoft.com/office/powerpoint/2010/main">
        <mc:Choice Requires="p14">
          <p:contentPart p14:bwMode="auto" r:id="rId46">
            <p14:nvContentPartPr>
              <p14:cNvPr id="1050206" name="墨迹 1050205"/>
              <p14:cNvContentPartPr/>
              <p14:nvPr/>
            </p14:nvContentPartPr>
            <p14:xfrm>
              <a:off x="10692366" y="3645135"/>
              <a:ext cx="141025" cy="166091"/>
            </p14:xfrm>
          </p:contentPart>
        </mc:Choice>
        <mc:Fallback xmlns="">
          <p:sp>
            <p:nvSpPr>
              <p:cNvPr id="1050206" name=""/>
              <p:cNvSpPr/>
              <p:nvPr/>
            </p:nvSpPr>
            <p:spPr>
              <a:xfrm>
                <a:off x="10692366" y="3645135"/>
                <a:ext cx="141025" cy="166091"/>
              </a:xfrm>
            </p:spPr>
          </p:sp>
        </mc:Fallback>
      </mc:AlternateContent>
      <mc:AlternateContent xmlns:mc="http://schemas.openxmlformats.org/markup-compatibility/2006" xmlns:p14="http://schemas.microsoft.com/office/powerpoint/2010/main">
        <mc:Choice Requires="p14">
          <p:contentPart p14:bwMode="auto" r:id="rId47">
            <p14:nvContentPartPr>
              <p14:cNvPr id="1050207" name="墨迹 1050206"/>
              <p14:cNvContentPartPr/>
              <p14:nvPr/>
            </p14:nvContentPartPr>
            <p14:xfrm>
              <a:off x="10951505" y="3630741"/>
              <a:ext cx="63238" cy="85067"/>
            </p14:xfrm>
          </p:contentPart>
        </mc:Choice>
        <mc:Fallback xmlns="">
          <p:sp>
            <p:nvSpPr>
              <p:cNvPr id="1050207" name=""/>
              <p:cNvSpPr/>
              <p:nvPr/>
            </p:nvSpPr>
            <p:spPr>
              <a:xfrm>
                <a:off x="10951505" y="3630741"/>
                <a:ext cx="63238" cy="85067"/>
              </a:xfrm>
            </p:spPr>
          </p:sp>
        </mc:Fallback>
      </mc:AlternateContent>
      <mc:AlternateContent xmlns:mc="http://schemas.openxmlformats.org/markup-compatibility/2006" xmlns:p14="http://schemas.microsoft.com/office/powerpoint/2010/main">
        <mc:Choice Requires="p14">
          <p:contentPart p14:bwMode="auto" r:id="rId48">
            <p14:nvContentPartPr>
              <p14:cNvPr id="1050208" name="墨迹 1050207"/>
              <p14:cNvContentPartPr/>
              <p14:nvPr/>
            </p14:nvContentPartPr>
            <p14:xfrm>
              <a:off x="10814103" y="3751655"/>
              <a:ext cx="216756" cy="249386"/>
            </p14:xfrm>
          </p:contentPart>
        </mc:Choice>
        <mc:Fallback xmlns="">
          <p:sp>
            <p:nvSpPr>
              <p:cNvPr id="1050208" name=""/>
              <p:cNvSpPr/>
              <p:nvPr/>
            </p:nvSpPr>
            <p:spPr>
              <a:xfrm>
                <a:off x="10814103" y="3751655"/>
                <a:ext cx="216756" cy="249386"/>
              </a:xfrm>
            </p:spPr>
          </p:sp>
        </mc:Fallback>
      </mc:AlternateContent>
      <mc:AlternateContent xmlns:mc="http://schemas.openxmlformats.org/markup-compatibility/2006" xmlns:p14="http://schemas.microsoft.com/office/powerpoint/2010/main">
        <mc:Choice Requires="p14">
          <p:contentPart p14:bwMode="auto" r:id="rId49">
            <p14:nvContentPartPr>
              <p14:cNvPr id="1050209" name="墨迹 1050208"/>
              <p14:cNvContentPartPr/>
              <p14:nvPr/>
            </p14:nvContentPartPr>
            <p14:xfrm>
              <a:off x="11264842" y="3609009"/>
              <a:ext cx="245097" cy="36126"/>
            </p14:xfrm>
          </p:contentPart>
        </mc:Choice>
        <mc:Fallback xmlns="">
          <p:sp>
            <p:nvSpPr>
              <p:cNvPr id="1050209" name=""/>
              <p:cNvSpPr/>
              <p:nvPr/>
            </p:nvSpPr>
            <p:spPr>
              <a:xfrm>
                <a:off x="11264842" y="3609009"/>
                <a:ext cx="245097" cy="36126"/>
              </a:xfrm>
            </p:spPr>
          </p:sp>
        </mc:Fallback>
      </mc:AlternateContent>
      <mc:AlternateContent xmlns:mc="http://schemas.openxmlformats.org/markup-compatibility/2006" xmlns:p14="http://schemas.microsoft.com/office/powerpoint/2010/main">
        <mc:Choice Requires="p14">
          <p:contentPart p14:bwMode="auto" r:id="rId50">
            <p14:nvContentPartPr>
              <p14:cNvPr id="1050210" name="墨迹 1050209"/>
              <p14:cNvContentPartPr/>
              <p14:nvPr/>
            </p14:nvContentPartPr>
            <p14:xfrm>
              <a:off x="11137852" y="3484399"/>
              <a:ext cx="397757" cy="638389"/>
            </p14:xfrm>
          </p:contentPart>
        </mc:Choice>
        <mc:Fallback xmlns="">
          <p:sp>
            <p:nvSpPr>
              <p:cNvPr id="1050210" name=""/>
              <p:cNvSpPr/>
              <p:nvPr/>
            </p:nvSpPr>
            <p:spPr>
              <a:xfrm>
                <a:off x="11137852" y="3484399"/>
                <a:ext cx="397757" cy="638389"/>
              </a:xfrm>
            </p:spPr>
          </p:sp>
        </mc:Fallback>
      </mc:AlternateContent>
      <mc:AlternateContent xmlns:mc="http://schemas.openxmlformats.org/markup-compatibility/2006" xmlns:p14="http://schemas.microsoft.com/office/powerpoint/2010/main">
        <mc:Choice Requires="p14">
          <p:contentPart p14:bwMode="auto" r:id="rId51">
            <p14:nvContentPartPr>
              <p14:cNvPr id="1050211" name="墨迹 1050210"/>
              <p14:cNvContentPartPr/>
              <p14:nvPr/>
            </p14:nvContentPartPr>
            <p14:xfrm>
              <a:off x="11621633" y="5361651"/>
              <a:ext cx="0" cy="0"/>
            </p14:xfrm>
          </p:contentPart>
        </mc:Choice>
        <mc:Fallback xmlns="">
          <p:sp>
            <p:nvSpPr>
              <p:cNvPr id="1050211" name=""/>
              <p:cNvSpPr/>
              <p:nvPr/>
            </p:nvSpPr>
            <p:spPr>
              <a:xfrm>
                <a:off x="11621633" y="5361651"/>
                <a:ext cx="0" cy="0"/>
              </a:xfrm>
            </p:spPr>
          </p:sp>
        </mc:Fallback>
      </mc:AlternateContent>
      <mc:AlternateContent xmlns:mc="http://schemas.openxmlformats.org/markup-compatibility/2006" xmlns:p14="http://schemas.microsoft.com/office/powerpoint/2010/main">
        <mc:Choice Requires="p14">
          <p:contentPart p14:bwMode="auto" r:id="rId52">
            <p14:nvContentPartPr>
              <p14:cNvPr id="1050212" name="墨迹 1050211"/>
              <p14:cNvContentPartPr/>
              <p14:nvPr/>
            </p14:nvContentPartPr>
            <p14:xfrm>
              <a:off x="8665726" y="4360650"/>
              <a:ext cx="62982" cy="81336"/>
            </p14:xfrm>
          </p:contentPart>
        </mc:Choice>
        <mc:Fallback xmlns="">
          <p:sp>
            <p:nvSpPr>
              <p:cNvPr id="1050212" name=""/>
              <p:cNvSpPr/>
              <p:nvPr/>
            </p:nvSpPr>
            <p:spPr>
              <a:xfrm>
                <a:off x="8665726" y="4360650"/>
                <a:ext cx="62982" cy="81336"/>
              </a:xfrm>
            </p:spPr>
          </p:sp>
        </mc:Fallback>
      </mc:AlternateContent>
      <mc:AlternateContent xmlns:mc="http://schemas.openxmlformats.org/markup-compatibility/2006" xmlns:p14="http://schemas.microsoft.com/office/powerpoint/2010/main">
        <mc:Choice Requires="p14">
          <p:contentPart p14:bwMode="auto" r:id="rId53">
            <p14:nvContentPartPr>
              <p14:cNvPr id="1050213" name="墨迹 1050212"/>
              <p14:cNvContentPartPr/>
              <p14:nvPr/>
            </p14:nvContentPartPr>
            <p14:xfrm>
              <a:off x="8576610" y="4459011"/>
              <a:ext cx="25931" cy="134772"/>
            </p14:xfrm>
          </p:contentPart>
        </mc:Choice>
        <mc:Fallback xmlns="">
          <p:sp>
            <p:nvSpPr>
              <p:cNvPr id="1050213" name=""/>
              <p:cNvSpPr/>
              <p:nvPr/>
            </p:nvSpPr>
            <p:spPr>
              <a:xfrm>
                <a:off x="8576610" y="4459011"/>
                <a:ext cx="25931" cy="134772"/>
              </a:xfrm>
            </p:spPr>
          </p:sp>
        </mc:Fallback>
      </mc:AlternateContent>
      <mc:AlternateContent xmlns:mc="http://schemas.openxmlformats.org/markup-compatibility/2006" xmlns:p14="http://schemas.microsoft.com/office/powerpoint/2010/main">
        <mc:Choice Requires="p14">
          <p:contentPart p14:bwMode="auto" r:id="rId54">
            <p14:nvContentPartPr>
              <p14:cNvPr id="1050214" name="墨迹 1050213"/>
              <p14:cNvContentPartPr/>
              <p14:nvPr/>
            </p14:nvContentPartPr>
            <p14:xfrm>
              <a:off x="8591062" y="4427404"/>
              <a:ext cx="242405" cy="157040"/>
            </p14:xfrm>
          </p:contentPart>
        </mc:Choice>
        <mc:Fallback xmlns="">
          <p:sp>
            <p:nvSpPr>
              <p:cNvPr id="1050214" name=""/>
              <p:cNvSpPr/>
              <p:nvPr/>
            </p:nvSpPr>
            <p:spPr>
              <a:xfrm>
                <a:off x="8591062" y="4427404"/>
                <a:ext cx="242405" cy="157040"/>
              </a:xfrm>
            </p:spPr>
          </p:sp>
        </mc:Fallback>
      </mc:AlternateContent>
      <mc:AlternateContent xmlns:mc="http://schemas.openxmlformats.org/markup-compatibility/2006" xmlns:p14="http://schemas.microsoft.com/office/powerpoint/2010/main">
        <mc:Choice Requires="p14">
          <p:contentPart p14:bwMode="auto" r:id="rId55">
            <p14:nvContentPartPr>
              <p14:cNvPr id="1050215" name="墨迹 1050214"/>
              <p14:cNvContentPartPr/>
              <p14:nvPr/>
            </p14:nvContentPartPr>
            <p14:xfrm>
              <a:off x="8491859" y="4586160"/>
              <a:ext cx="277716" cy="217870"/>
            </p14:xfrm>
          </p:contentPart>
        </mc:Choice>
        <mc:Fallback xmlns="">
          <p:sp>
            <p:nvSpPr>
              <p:cNvPr id="1050215" name=""/>
              <p:cNvSpPr/>
              <p:nvPr/>
            </p:nvSpPr>
            <p:spPr>
              <a:xfrm>
                <a:off x="8491859" y="4586160"/>
                <a:ext cx="277716" cy="217870"/>
              </a:xfrm>
            </p:spPr>
          </p:sp>
        </mc:Fallback>
      </mc:AlternateContent>
      <mc:AlternateContent xmlns:mc="http://schemas.openxmlformats.org/markup-compatibility/2006" xmlns:p14="http://schemas.microsoft.com/office/powerpoint/2010/main">
        <mc:Choice Requires="p14">
          <p:contentPart p14:bwMode="auto" r:id="rId56">
            <p14:nvContentPartPr>
              <p14:cNvPr id="1050216" name="墨迹 1050215"/>
              <p14:cNvContentPartPr/>
              <p14:nvPr/>
            </p14:nvContentPartPr>
            <p14:xfrm>
              <a:off x="8526191" y="4725807"/>
              <a:ext cx="426746" cy="137478"/>
            </p14:xfrm>
          </p:contentPart>
        </mc:Choice>
        <mc:Fallback xmlns="">
          <p:sp>
            <p:nvSpPr>
              <p:cNvPr id="1050216" name=""/>
              <p:cNvSpPr/>
              <p:nvPr/>
            </p:nvSpPr>
            <p:spPr>
              <a:xfrm>
                <a:off x="8526191" y="4725807"/>
                <a:ext cx="426746" cy="137478"/>
              </a:xfrm>
            </p:spPr>
          </p:sp>
        </mc:Fallback>
      </mc:AlternateContent>
      <mc:AlternateContent xmlns:mc="http://schemas.openxmlformats.org/markup-compatibility/2006" xmlns:p14="http://schemas.microsoft.com/office/powerpoint/2010/main">
        <mc:Choice Requires="p14">
          <p:contentPart p14:bwMode="auto" r:id="rId57">
            <p14:nvContentPartPr>
              <p14:cNvPr id="1050217" name="墨迹 1050216"/>
              <p14:cNvContentPartPr/>
              <p14:nvPr/>
            </p14:nvContentPartPr>
            <p14:xfrm>
              <a:off x="9022515" y="4496871"/>
              <a:ext cx="162853" cy="96486"/>
            </p14:xfrm>
          </p:contentPart>
        </mc:Choice>
        <mc:Fallback xmlns="">
          <p:sp>
            <p:nvSpPr>
              <p:cNvPr id="1050217" name=""/>
              <p:cNvSpPr/>
              <p:nvPr/>
            </p:nvSpPr>
            <p:spPr>
              <a:xfrm>
                <a:off x="9022515" y="4496871"/>
                <a:ext cx="162853" cy="96486"/>
              </a:xfrm>
            </p:spPr>
          </p:sp>
        </mc:Fallback>
      </mc:AlternateContent>
      <mc:AlternateContent xmlns:mc="http://schemas.openxmlformats.org/markup-compatibility/2006" xmlns:p14="http://schemas.microsoft.com/office/powerpoint/2010/main">
        <mc:Choice Requires="p14">
          <p:contentPart p14:bwMode="auto" r:id="rId58">
            <p14:nvContentPartPr>
              <p14:cNvPr id="1050218" name="墨迹 1050217"/>
              <p14:cNvContentPartPr/>
              <p14:nvPr/>
            </p14:nvContentPartPr>
            <p14:xfrm>
              <a:off x="9108100" y="4423025"/>
              <a:ext cx="65271" cy="267382"/>
            </p14:xfrm>
          </p:contentPart>
        </mc:Choice>
        <mc:Fallback xmlns="">
          <p:sp>
            <p:nvSpPr>
              <p:cNvPr id="1050218" name=""/>
              <p:cNvSpPr/>
              <p:nvPr/>
            </p:nvSpPr>
            <p:spPr>
              <a:xfrm>
                <a:off x="9108100" y="4423025"/>
                <a:ext cx="65271" cy="267382"/>
              </a:xfrm>
            </p:spPr>
          </p:sp>
        </mc:Fallback>
      </mc:AlternateContent>
      <mc:AlternateContent xmlns:mc="http://schemas.openxmlformats.org/markup-compatibility/2006" xmlns:p14="http://schemas.microsoft.com/office/powerpoint/2010/main">
        <mc:Choice Requires="p14">
          <p:contentPart p14:bwMode="auto" r:id="rId59">
            <p14:nvContentPartPr>
              <p14:cNvPr id="1050219" name="墨迹 1050218"/>
              <p14:cNvContentPartPr/>
              <p14:nvPr/>
            </p14:nvContentPartPr>
            <p14:xfrm>
              <a:off x="9201825" y="4288079"/>
              <a:ext cx="81595" cy="370584"/>
            </p14:xfrm>
          </p:contentPart>
        </mc:Choice>
        <mc:Fallback xmlns="">
          <p:sp>
            <p:nvSpPr>
              <p:cNvPr id="1050219" name=""/>
              <p:cNvSpPr/>
              <p:nvPr/>
            </p:nvSpPr>
            <p:spPr>
              <a:xfrm>
                <a:off x="9201825" y="4288079"/>
                <a:ext cx="81595" cy="370584"/>
              </a:xfrm>
            </p:spPr>
          </p:sp>
        </mc:Fallback>
      </mc:AlternateContent>
      <mc:AlternateContent xmlns:mc="http://schemas.openxmlformats.org/markup-compatibility/2006" xmlns:p14="http://schemas.microsoft.com/office/powerpoint/2010/main">
        <mc:Choice Requires="p14">
          <p:contentPart p14:bwMode="auto" r:id="rId60">
            <p14:nvContentPartPr>
              <p14:cNvPr id="1050220" name="墨迹 1050219"/>
              <p14:cNvContentPartPr/>
              <p14:nvPr/>
            </p14:nvContentPartPr>
            <p14:xfrm>
              <a:off x="9366454" y="4456612"/>
              <a:ext cx="110209" cy="178797"/>
            </p14:xfrm>
          </p:contentPart>
        </mc:Choice>
        <mc:Fallback xmlns="">
          <p:sp>
            <p:nvSpPr>
              <p:cNvPr id="1050220" name=""/>
              <p:cNvSpPr/>
              <p:nvPr/>
            </p:nvSpPr>
            <p:spPr>
              <a:xfrm>
                <a:off x="9366454" y="4456612"/>
                <a:ext cx="110209" cy="178797"/>
              </a:xfrm>
            </p:spPr>
          </p:sp>
        </mc:Fallback>
      </mc:AlternateContent>
      <mc:AlternateContent xmlns:mc="http://schemas.openxmlformats.org/markup-compatibility/2006" xmlns:p14="http://schemas.microsoft.com/office/powerpoint/2010/main">
        <mc:Choice Requires="p14">
          <p:contentPart p14:bwMode="auto" r:id="rId61">
            <p14:nvContentPartPr>
              <p14:cNvPr id="1050221" name="墨迹 1050220"/>
              <p14:cNvContentPartPr/>
              <p14:nvPr/>
            </p14:nvContentPartPr>
            <p14:xfrm>
              <a:off x="9462535" y="4480560"/>
              <a:ext cx="220834" cy="153172"/>
            </p14:xfrm>
          </p:contentPart>
        </mc:Choice>
        <mc:Fallback xmlns="">
          <p:sp>
            <p:nvSpPr>
              <p:cNvPr id="1050221" name=""/>
              <p:cNvSpPr/>
              <p:nvPr/>
            </p:nvSpPr>
            <p:spPr>
              <a:xfrm>
                <a:off x="9462535" y="4480560"/>
                <a:ext cx="220834" cy="153172"/>
              </a:xfrm>
            </p:spPr>
          </p:sp>
        </mc:Fallback>
      </mc:AlternateContent>
      <mc:AlternateContent xmlns:mc="http://schemas.openxmlformats.org/markup-compatibility/2006" xmlns:p14="http://schemas.microsoft.com/office/powerpoint/2010/main">
        <mc:Choice Requires="p14">
          <p:contentPart p14:bwMode="auto" r:id="rId62">
            <p14:nvContentPartPr>
              <p14:cNvPr id="1050222" name="墨迹 1050221"/>
              <p14:cNvContentPartPr/>
              <p14:nvPr/>
            </p14:nvContentPartPr>
            <p14:xfrm>
              <a:off x="9657778" y="4426410"/>
              <a:ext cx="119096" cy="199066"/>
            </p14:xfrm>
          </p:contentPart>
        </mc:Choice>
        <mc:Fallback xmlns="">
          <p:sp>
            <p:nvSpPr>
              <p:cNvPr id="1050222" name=""/>
              <p:cNvSpPr/>
              <p:nvPr/>
            </p:nvSpPr>
            <p:spPr>
              <a:xfrm>
                <a:off x="9657778" y="4426410"/>
                <a:ext cx="119096" cy="199066"/>
              </a:xfrm>
            </p:spPr>
          </p:sp>
        </mc:Fallback>
      </mc:AlternateContent>
      <mc:AlternateContent xmlns:mc="http://schemas.openxmlformats.org/markup-compatibility/2006" xmlns:p14="http://schemas.microsoft.com/office/powerpoint/2010/main">
        <mc:Choice Requires="p14">
          <p:contentPart p14:bwMode="auto" r:id="rId63">
            <p14:nvContentPartPr>
              <p14:cNvPr id="1050223" name="墨迹 1050222"/>
              <p14:cNvContentPartPr/>
              <p14:nvPr/>
            </p14:nvContentPartPr>
            <p14:xfrm>
              <a:off x="9795716" y="4264688"/>
              <a:ext cx="136682" cy="357163"/>
            </p14:xfrm>
          </p:contentPart>
        </mc:Choice>
        <mc:Fallback xmlns="">
          <p:sp>
            <p:nvSpPr>
              <p:cNvPr id="1050223" name=""/>
              <p:cNvSpPr/>
              <p:nvPr/>
            </p:nvSpPr>
            <p:spPr>
              <a:xfrm>
                <a:off x="9795716" y="4264688"/>
                <a:ext cx="136682" cy="357163"/>
              </a:xfrm>
            </p:spPr>
          </p:sp>
        </mc:Fallback>
      </mc:AlternateContent>
      <mc:AlternateContent xmlns:mc="http://schemas.openxmlformats.org/markup-compatibility/2006" xmlns:p14="http://schemas.microsoft.com/office/powerpoint/2010/main">
        <mc:Choice Requires="p14">
          <p:contentPart p14:bwMode="auto" r:id="rId64">
            <p14:nvContentPartPr>
              <p14:cNvPr id="1050224" name="墨迹 1050223"/>
              <p14:cNvContentPartPr/>
              <p14:nvPr/>
            </p14:nvContentPartPr>
            <p14:xfrm>
              <a:off x="10007533" y="4396036"/>
              <a:ext cx="79484" cy="168448"/>
            </p14:xfrm>
          </p:contentPart>
        </mc:Choice>
        <mc:Fallback xmlns="">
          <p:sp>
            <p:nvSpPr>
              <p:cNvPr id="1050224" name=""/>
              <p:cNvSpPr/>
              <p:nvPr/>
            </p:nvSpPr>
            <p:spPr>
              <a:xfrm>
                <a:off x="10007533" y="4396036"/>
                <a:ext cx="79484" cy="168448"/>
              </a:xfrm>
            </p:spPr>
          </p:sp>
        </mc:Fallback>
      </mc:AlternateContent>
      <mc:AlternateContent xmlns:mc="http://schemas.openxmlformats.org/markup-compatibility/2006" xmlns:p14="http://schemas.microsoft.com/office/powerpoint/2010/main">
        <mc:Choice Requires="p14">
          <p:contentPart p14:bwMode="auto" r:id="rId65">
            <p14:nvContentPartPr>
              <p14:cNvPr id="1050228" name="墨迹 1050227"/>
              <p14:cNvContentPartPr/>
              <p14:nvPr/>
            </p14:nvContentPartPr>
            <p14:xfrm>
              <a:off x="10164764" y="4249694"/>
              <a:ext cx="7678" cy="359815"/>
            </p14:xfrm>
          </p:contentPart>
        </mc:Choice>
        <mc:Fallback xmlns="">
          <p:sp>
            <p:nvSpPr>
              <p:cNvPr id="1050228" name=""/>
              <p:cNvSpPr/>
              <p:nvPr/>
            </p:nvSpPr>
            <p:spPr>
              <a:xfrm>
                <a:off x="10164764" y="4249694"/>
                <a:ext cx="7678" cy="359815"/>
              </a:xfrm>
            </p:spPr>
          </p:sp>
        </mc:Fallback>
      </mc:AlternateContent>
      <mc:AlternateContent xmlns:mc="http://schemas.openxmlformats.org/markup-compatibility/2006" xmlns:p14="http://schemas.microsoft.com/office/powerpoint/2010/main">
        <mc:Choice Requires="p14">
          <p:contentPart p14:bwMode="auto" r:id="rId66">
            <p14:nvContentPartPr>
              <p14:cNvPr id="1050229" name="墨迹 1050228"/>
              <p14:cNvContentPartPr/>
              <p14:nvPr/>
            </p14:nvContentPartPr>
            <p14:xfrm>
              <a:off x="10225863" y="4315721"/>
              <a:ext cx="317265" cy="267705"/>
            </p14:xfrm>
          </p:contentPart>
        </mc:Choice>
        <mc:Fallback xmlns="">
          <p:sp>
            <p:nvSpPr>
              <p:cNvPr id="1050229" name=""/>
              <p:cNvSpPr/>
              <p:nvPr/>
            </p:nvSpPr>
            <p:spPr>
              <a:xfrm>
                <a:off x="10225863" y="4315721"/>
                <a:ext cx="317265" cy="267705"/>
              </a:xfrm>
            </p:spPr>
          </p:sp>
        </mc:Fallback>
      </mc:AlternateContent>
      <mc:AlternateContent xmlns:mc="http://schemas.openxmlformats.org/markup-compatibility/2006" xmlns:p14="http://schemas.microsoft.com/office/powerpoint/2010/main">
        <mc:Choice Requires="p14">
          <p:contentPart p14:bwMode="auto" r:id="rId67">
            <p14:nvContentPartPr>
              <p14:cNvPr id="1050230" name="墨迹 1050229"/>
              <p14:cNvContentPartPr/>
              <p14:nvPr/>
            </p14:nvContentPartPr>
            <p14:xfrm>
              <a:off x="5712477" y="5741198"/>
              <a:ext cx="0" cy="0"/>
            </p14:xfrm>
          </p:contentPart>
        </mc:Choice>
        <mc:Fallback xmlns="">
          <p:sp>
            <p:nvSpPr>
              <p:cNvPr id="1050230" name=""/>
              <p:cNvSpPr/>
              <p:nvPr/>
            </p:nvSpPr>
            <p:spPr>
              <a:xfrm>
                <a:off x="5712477" y="5741198"/>
                <a:ext cx="0" cy="0"/>
              </a:xfrm>
            </p:spPr>
          </p:sp>
        </mc:Fallback>
      </mc:AlternateContent>
      <mc:AlternateContent xmlns:mc="http://schemas.openxmlformats.org/markup-compatibility/2006" xmlns:p14="http://schemas.microsoft.com/office/powerpoint/2010/main">
        <mc:Choice Requires="p14">
          <p:contentPart p14:bwMode="auto" r:id="rId68">
            <p14:nvContentPartPr>
              <p14:cNvPr id="1050231" name="墨迹 1050230"/>
              <p14:cNvContentPartPr/>
              <p14:nvPr/>
            </p14:nvContentPartPr>
            <p14:xfrm>
              <a:off x="2824817" y="3412816"/>
              <a:ext cx="182245" cy="65055"/>
            </p14:xfrm>
          </p:contentPart>
        </mc:Choice>
        <mc:Fallback xmlns="">
          <p:sp>
            <p:nvSpPr>
              <p:cNvPr id="1050231" name=""/>
              <p:cNvSpPr/>
              <p:nvPr/>
            </p:nvSpPr>
            <p:spPr>
              <a:xfrm>
                <a:off x="2824817" y="3412816"/>
                <a:ext cx="182245" cy="65055"/>
              </a:xfrm>
            </p:spPr>
          </p:sp>
        </mc:Fallback>
      </mc:AlternateContent>
      <mc:AlternateContent xmlns:mc="http://schemas.openxmlformats.org/markup-compatibility/2006" xmlns:p14="http://schemas.microsoft.com/office/powerpoint/2010/main">
        <mc:Choice Requires="p14">
          <p:contentPart p14:bwMode="auto" r:id="rId69">
            <p14:nvContentPartPr>
              <p14:cNvPr id="1050232" name="墨迹 1050231"/>
              <p14:cNvContentPartPr/>
              <p14:nvPr/>
            </p14:nvContentPartPr>
            <p14:xfrm>
              <a:off x="2875499" y="3293558"/>
              <a:ext cx="86175" cy="464133"/>
            </p14:xfrm>
          </p:contentPart>
        </mc:Choice>
        <mc:Fallback xmlns="">
          <p:sp>
            <p:nvSpPr>
              <p:cNvPr id="1050232" name=""/>
              <p:cNvSpPr/>
              <p:nvPr/>
            </p:nvSpPr>
            <p:spPr>
              <a:xfrm>
                <a:off x="2875499" y="3293558"/>
                <a:ext cx="86175" cy="464133"/>
              </a:xfrm>
            </p:spPr>
          </p:sp>
        </mc:Fallback>
      </mc:AlternateContent>
      <mc:AlternateContent xmlns:mc="http://schemas.openxmlformats.org/markup-compatibility/2006" xmlns:p14="http://schemas.microsoft.com/office/powerpoint/2010/main">
        <mc:Choice Requires="p14">
          <p:contentPart p14:bwMode="auto" r:id="rId70">
            <p14:nvContentPartPr>
              <p14:cNvPr id="1050233" name="墨迹 1050232"/>
              <p14:cNvContentPartPr/>
              <p14:nvPr/>
            </p14:nvContentPartPr>
            <p14:xfrm>
              <a:off x="2788333" y="3487255"/>
              <a:ext cx="122654" cy="218794"/>
            </p14:xfrm>
          </p:contentPart>
        </mc:Choice>
        <mc:Fallback xmlns="">
          <p:sp>
            <p:nvSpPr>
              <p:cNvPr id="1050233" name=""/>
              <p:cNvSpPr/>
              <p:nvPr/>
            </p:nvSpPr>
            <p:spPr>
              <a:xfrm>
                <a:off x="2788333" y="3487255"/>
                <a:ext cx="122654" cy="218794"/>
              </a:xfrm>
            </p:spPr>
          </p:sp>
        </mc:Fallback>
      </mc:AlternateContent>
      <mc:AlternateContent xmlns:mc="http://schemas.openxmlformats.org/markup-compatibility/2006" xmlns:p14="http://schemas.microsoft.com/office/powerpoint/2010/main">
        <mc:Choice Requires="p14">
          <p:contentPart p14:bwMode="auto" r:id="rId71">
            <p14:nvContentPartPr>
              <p14:cNvPr id="1050234" name="墨迹 1050233"/>
              <p14:cNvContentPartPr/>
              <p14:nvPr/>
            </p14:nvContentPartPr>
            <p14:xfrm>
              <a:off x="2963648" y="3435909"/>
              <a:ext cx="44071" cy="119709"/>
            </p14:xfrm>
          </p:contentPart>
        </mc:Choice>
        <mc:Fallback xmlns="">
          <p:sp>
            <p:nvSpPr>
              <p:cNvPr id="1050234" name=""/>
              <p:cNvSpPr/>
              <p:nvPr/>
            </p:nvSpPr>
            <p:spPr>
              <a:xfrm>
                <a:off x="2963648" y="3435909"/>
                <a:ext cx="44071" cy="119709"/>
              </a:xfrm>
            </p:spPr>
          </p:sp>
        </mc:Fallback>
      </mc:AlternateContent>
      <mc:AlternateContent xmlns:mc="http://schemas.openxmlformats.org/markup-compatibility/2006" xmlns:p14="http://schemas.microsoft.com/office/powerpoint/2010/main">
        <mc:Choice Requires="p14">
          <p:contentPart p14:bwMode="auto" r:id="rId72">
            <p14:nvContentPartPr>
              <p14:cNvPr id="1050235" name="墨迹 1050234"/>
              <p14:cNvContentPartPr/>
              <p14:nvPr/>
            </p14:nvContentPartPr>
            <p14:xfrm>
              <a:off x="3038876" y="3264738"/>
              <a:ext cx="31014" cy="446169"/>
            </p14:xfrm>
          </p:contentPart>
        </mc:Choice>
        <mc:Fallback xmlns="">
          <p:sp>
            <p:nvSpPr>
              <p:cNvPr id="1050235" name=""/>
              <p:cNvSpPr/>
              <p:nvPr/>
            </p:nvSpPr>
            <p:spPr>
              <a:xfrm>
                <a:off x="3038876" y="3264738"/>
                <a:ext cx="31014" cy="446169"/>
              </a:xfrm>
            </p:spPr>
          </p:sp>
        </mc:Fallback>
      </mc:AlternateContent>
      <mc:AlternateContent xmlns:mc="http://schemas.openxmlformats.org/markup-compatibility/2006" xmlns:p14="http://schemas.microsoft.com/office/powerpoint/2010/main">
        <mc:Choice Requires="p14">
          <p:contentPart p14:bwMode="auto" r:id="rId73">
            <p14:nvContentPartPr>
              <p14:cNvPr id="1050236" name="墨迹 1050235"/>
              <p14:cNvContentPartPr/>
              <p14:nvPr/>
            </p14:nvContentPartPr>
            <p14:xfrm>
              <a:off x="3055973" y="3273739"/>
              <a:ext cx="184739" cy="476291"/>
            </p14:xfrm>
          </p:contentPart>
        </mc:Choice>
        <mc:Fallback xmlns="">
          <p:sp>
            <p:nvSpPr>
              <p:cNvPr id="1050236" name=""/>
              <p:cNvSpPr/>
              <p:nvPr/>
            </p:nvSpPr>
            <p:spPr>
              <a:xfrm>
                <a:off x="3055973" y="3273739"/>
                <a:ext cx="184739" cy="476291"/>
              </a:xfrm>
            </p:spPr>
          </p:sp>
        </mc:Fallback>
      </mc:AlternateContent>
      <mc:AlternateContent xmlns:mc="http://schemas.openxmlformats.org/markup-compatibility/2006" xmlns:p14="http://schemas.microsoft.com/office/powerpoint/2010/main">
        <mc:Choice Requires="p14">
          <p:contentPart p14:bwMode="auto" r:id="rId74">
            <p14:nvContentPartPr>
              <p14:cNvPr id="1050237" name="墨迹 1050236"/>
              <p14:cNvContentPartPr/>
              <p14:nvPr/>
            </p14:nvContentPartPr>
            <p14:xfrm>
              <a:off x="3092904" y="3418535"/>
              <a:ext cx="144030" cy="294793"/>
            </p14:xfrm>
          </p:contentPart>
        </mc:Choice>
        <mc:Fallback xmlns="">
          <p:sp>
            <p:nvSpPr>
              <p:cNvPr id="1050237" name=""/>
              <p:cNvSpPr/>
              <p:nvPr/>
            </p:nvSpPr>
            <p:spPr>
              <a:xfrm>
                <a:off x="3092904" y="3418535"/>
                <a:ext cx="144030" cy="294793"/>
              </a:xfrm>
            </p:spPr>
          </p:sp>
        </mc:Fallback>
      </mc:AlternateContent>
      <mc:AlternateContent xmlns:mc="http://schemas.openxmlformats.org/markup-compatibility/2006" xmlns:p14="http://schemas.microsoft.com/office/powerpoint/2010/main">
        <mc:Choice Requires="p14">
          <p:contentPart p14:bwMode="auto" r:id="rId75">
            <p14:nvContentPartPr>
              <p14:cNvPr id="1050238" name="墨迹 1050237"/>
              <p14:cNvContentPartPr/>
              <p14:nvPr/>
            </p14:nvContentPartPr>
            <p14:xfrm>
              <a:off x="3241077" y="3219163"/>
              <a:ext cx="147269" cy="241743"/>
            </p14:xfrm>
          </p:contentPart>
        </mc:Choice>
        <mc:Fallback xmlns="">
          <p:sp>
            <p:nvSpPr>
              <p:cNvPr id="1050238" name=""/>
              <p:cNvSpPr/>
              <p:nvPr/>
            </p:nvSpPr>
            <p:spPr>
              <a:xfrm>
                <a:off x="3241077" y="3219163"/>
                <a:ext cx="147269" cy="241743"/>
              </a:xfrm>
            </p:spPr>
          </p:sp>
        </mc:Fallback>
      </mc:AlternateContent>
      <mc:AlternateContent xmlns:mc="http://schemas.openxmlformats.org/markup-compatibility/2006" xmlns:p14="http://schemas.microsoft.com/office/powerpoint/2010/main">
        <mc:Choice Requires="p14">
          <p:contentPart p14:bwMode="auto" r:id="rId76">
            <p14:nvContentPartPr>
              <p14:cNvPr id="1050239" name="墨迹 1050238"/>
              <p14:cNvContentPartPr/>
              <p14:nvPr/>
            </p14:nvContentPartPr>
            <p14:xfrm>
              <a:off x="3380140" y="3325729"/>
              <a:ext cx="62467" cy="66874"/>
            </p14:xfrm>
          </p:contentPart>
        </mc:Choice>
        <mc:Fallback xmlns="">
          <p:sp>
            <p:nvSpPr>
              <p:cNvPr id="1050239" name=""/>
              <p:cNvSpPr/>
              <p:nvPr/>
            </p:nvSpPr>
            <p:spPr>
              <a:xfrm>
                <a:off x="3380140" y="3325729"/>
                <a:ext cx="62467" cy="66874"/>
              </a:xfrm>
            </p:spPr>
          </p:sp>
        </mc:Fallback>
      </mc:AlternateContent>
      <mc:AlternateContent xmlns:mc="http://schemas.openxmlformats.org/markup-compatibility/2006" xmlns:p14="http://schemas.microsoft.com/office/powerpoint/2010/main">
        <mc:Choice Requires="p14">
          <p:contentPart p14:bwMode="auto" r:id="rId77">
            <p14:nvContentPartPr>
              <p14:cNvPr id="1050240" name="墨迹 1050239"/>
              <p14:cNvContentPartPr/>
              <p14:nvPr/>
            </p14:nvContentPartPr>
            <p14:xfrm>
              <a:off x="3337054" y="3435621"/>
              <a:ext cx="112446" cy="19462"/>
            </p14:xfrm>
          </p:contentPart>
        </mc:Choice>
        <mc:Fallback xmlns="">
          <p:sp>
            <p:nvSpPr>
              <p:cNvPr id="1050240" name=""/>
              <p:cNvSpPr/>
              <p:nvPr/>
            </p:nvSpPr>
            <p:spPr>
              <a:xfrm>
                <a:off x="3337054" y="3435621"/>
                <a:ext cx="112446" cy="19462"/>
              </a:xfrm>
            </p:spPr>
          </p:sp>
        </mc:Fallback>
      </mc:AlternateContent>
      <mc:AlternateContent xmlns:mc="http://schemas.openxmlformats.org/markup-compatibility/2006" xmlns:p14="http://schemas.microsoft.com/office/powerpoint/2010/main">
        <mc:Choice Requires="p14">
          <p:contentPart p14:bwMode="auto" r:id="rId78">
            <p14:nvContentPartPr>
              <p14:cNvPr id="1050241" name="墨迹 1050240"/>
              <p14:cNvContentPartPr/>
              <p14:nvPr/>
            </p14:nvContentPartPr>
            <p14:xfrm>
              <a:off x="3352784" y="3502897"/>
              <a:ext cx="136752" cy="130960"/>
            </p14:xfrm>
          </p:contentPart>
        </mc:Choice>
        <mc:Fallback xmlns="">
          <p:sp>
            <p:nvSpPr>
              <p:cNvPr id="1050241" name=""/>
              <p:cNvSpPr/>
              <p:nvPr/>
            </p:nvSpPr>
            <p:spPr>
              <a:xfrm>
                <a:off x="3352784" y="3502897"/>
                <a:ext cx="136752" cy="130960"/>
              </a:xfrm>
            </p:spPr>
          </p:sp>
        </mc:Fallback>
      </mc:AlternateContent>
      <mc:AlternateContent xmlns:mc="http://schemas.openxmlformats.org/markup-compatibility/2006" xmlns:p14="http://schemas.microsoft.com/office/powerpoint/2010/main">
        <mc:Choice Requires="p14">
          <p:contentPart p14:bwMode="auto" r:id="rId79">
            <p14:nvContentPartPr>
              <p14:cNvPr id="1050242" name="墨迹 1050241"/>
              <p14:cNvContentPartPr/>
              <p14:nvPr/>
            </p14:nvContentPartPr>
            <p14:xfrm>
              <a:off x="3500505" y="3288196"/>
              <a:ext cx="106342" cy="634582"/>
            </p14:xfrm>
          </p:contentPart>
        </mc:Choice>
        <mc:Fallback xmlns="">
          <p:sp>
            <p:nvSpPr>
              <p:cNvPr id="1050242" name=""/>
              <p:cNvSpPr/>
              <p:nvPr/>
            </p:nvSpPr>
            <p:spPr>
              <a:xfrm>
                <a:off x="3500505" y="3288196"/>
                <a:ext cx="106342" cy="634582"/>
              </a:xfrm>
            </p:spPr>
          </p:sp>
        </mc:Fallback>
      </mc:AlternateContent>
      <mc:AlternateContent xmlns:mc="http://schemas.openxmlformats.org/markup-compatibility/2006" xmlns:p14="http://schemas.microsoft.com/office/powerpoint/2010/main">
        <mc:Choice Requires="p14">
          <p:contentPart p14:bwMode="auto" r:id="rId80">
            <p14:nvContentPartPr>
              <p14:cNvPr id="1050243" name="墨迹 1050242"/>
              <p14:cNvContentPartPr/>
              <p14:nvPr/>
            </p14:nvContentPartPr>
            <p14:xfrm>
              <a:off x="3484776" y="3215059"/>
              <a:ext cx="112710" cy="296063"/>
            </p14:xfrm>
          </p:contentPart>
        </mc:Choice>
        <mc:Fallback xmlns="">
          <p:sp>
            <p:nvSpPr>
              <p:cNvPr id="1050243" name=""/>
              <p:cNvSpPr/>
              <p:nvPr/>
            </p:nvSpPr>
            <p:spPr>
              <a:xfrm>
                <a:off x="3484776" y="3215059"/>
                <a:ext cx="112710" cy="296063"/>
              </a:xfrm>
            </p:spPr>
          </p:sp>
        </mc:Fallback>
      </mc:AlternateContent>
      <mc:AlternateContent xmlns:mc="http://schemas.openxmlformats.org/markup-compatibility/2006" xmlns:p14="http://schemas.microsoft.com/office/powerpoint/2010/main">
        <mc:Choice Requires="p14">
          <p:contentPart p14:bwMode="auto" r:id="rId81">
            <p14:nvContentPartPr>
              <p14:cNvPr id="1050244" name="墨迹 1050243"/>
              <p14:cNvContentPartPr/>
              <p14:nvPr/>
            </p14:nvContentPartPr>
            <p14:xfrm>
              <a:off x="2787552" y="3267420"/>
              <a:ext cx="41368" cy="152094"/>
            </p14:xfrm>
          </p:contentPart>
        </mc:Choice>
        <mc:Fallback xmlns="">
          <p:sp>
            <p:nvSpPr>
              <p:cNvPr id="1050244" name=""/>
              <p:cNvSpPr/>
              <p:nvPr/>
            </p:nvSpPr>
            <p:spPr>
              <a:xfrm>
                <a:off x="2787552" y="3267420"/>
                <a:ext cx="41368" cy="152094"/>
              </a:xfrm>
            </p:spPr>
          </p:sp>
        </mc:Fallback>
      </mc:AlternateContent>
      <mc:AlternateContent xmlns:mc="http://schemas.openxmlformats.org/markup-compatibility/2006" xmlns:p14="http://schemas.microsoft.com/office/powerpoint/2010/main">
        <mc:Choice Requires="p14">
          <p:contentPart p14:bwMode="auto" r:id="rId82">
            <p14:nvContentPartPr>
              <p14:cNvPr id="1050245" name="墨迹 1050244"/>
              <p14:cNvContentPartPr/>
              <p14:nvPr/>
            </p14:nvContentPartPr>
            <p14:xfrm>
              <a:off x="2649134" y="3146982"/>
              <a:ext cx="289473" cy="302174"/>
            </p14:xfrm>
          </p:contentPart>
        </mc:Choice>
        <mc:Fallback xmlns="">
          <p:sp>
            <p:nvSpPr>
              <p:cNvPr id="1050245" name=""/>
              <p:cNvSpPr/>
              <p:nvPr/>
            </p:nvSpPr>
            <p:spPr>
              <a:xfrm>
                <a:off x="2649134" y="3146982"/>
                <a:ext cx="289473" cy="302174"/>
              </a:xfrm>
            </p:spPr>
          </p:sp>
        </mc:Fallback>
      </mc:AlternateContent>
      <mc:AlternateContent xmlns:mc="http://schemas.openxmlformats.org/markup-compatibility/2006" xmlns:p14="http://schemas.microsoft.com/office/powerpoint/2010/main">
        <mc:Choice Requires="p14">
          <p:contentPart p14:bwMode="auto" r:id="rId83">
            <p14:nvContentPartPr>
              <p14:cNvPr id="1050246" name="墨迹 1050245"/>
              <p14:cNvContentPartPr/>
              <p14:nvPr/>
            </p14:nvContentPartPr>
            <p14:xfrm>
              <a:off x="4286984" y="3503273"/>
              <a:ext cx="150604" cy="169279"/>
            </p14:xfrm>
          </p:contentPart>
        </mc:Choice>
        <mc:Fallback xmlns="">
          <p:sp>
            <p:nvSpPr>
              <p:cNvPr id="1050246" name=""/>
              <p:cNvSpPr/>
              <p:nvPr/>
            </p:nvSpPr>
            <p:spPr>
              <a:xfrm>
                <a:off x="4286984" y="3503273"/>
                <a:ext cx="150604" cy="169279"/>
              </a:xfrm>
            </p:spPr>
          </p:sp>
        </mc:Fallback>
      </mc:AlternateContent>
      <mc:AlternateContent xmlns:mc="http://schemas.openxmlformats.org/markup-compatibility/2006" xmlns:p14="http://schemas.microsoft.com/office/powerpoint/2010/main">
        <mc:Choice Requires="p14">
          <p:contentPart p14:bwMode="auto" r:id="rId84">
            <p14:nvContentPartPr>
              <p14:cNvPr id="1050247" name="墨迹 1050246"/>
              <p14:cNvContentPartPr/>
              <p14:nvPr/>
            </p14:nvContentPartPr>
            <p14:xfrm>
              <a:off x="4185832" y="3404803"/>
              <a:ext cx="265404" cy="335747"/>
            </p14:xfrm>
          </p:contentPart>
        </mc:Choice>
        <mc:Fallback xmlns="">
          <p:sp>
            <p:nvSpPr>
              <p:cNvPr id="1050247" name=""/>
              <p:cNvSpPr/>
              <p:nvPr/>
            </p:nvSpPr>
            <p:spPr>
              <a:xfrm>
                <a:off x="4185832" y="3404803"/>
                <a:ext cx="265404" cy="335747"/>
              </a:xfrm>
            </p:spPr>
          </p:sp>
        </mc:Fallback>
      </mc:AlternateContent>
      <mc:AlternateContent xmlns:mc="http://schemas.openxmlformats.org/markup-compatibility/2006" xmlns:p14="http://schemas.microsoft.com/office/powerpoint/2010/main">
        <mc:Choice Requires="p14">
          <p:contentPart p14:bwMode="auto" r:id="rId85">
            <p14:nvContentPartPr>
              <p14:cNvPr id="1050248" name="墨迹 1050247"/>
              <p14:cNvContentPartPr/>
              <p14:nvPr/>
            </p14:nvContentPartPr>
            <p14:xfrm>
              <a:off x="4596104" y="3593852"/>
              <a:ext cx="310705" cy="201037"/>
            </p14:xfrm>
          </p:contentPart>
        </mc:Choice>
        <mc:Fallback xmlns="">
          <p:sp>
            <p:nvSpPr>
              <p:cNvPr id="1050248" name=""/>
              <p:cNvSpPr/>
              <p:nvPr/>
            </p:nvSpPr>
            <p:spPr>
              <a:xfrm>
                <a:off x="4596104" y="3593852"/>
                <a:ext cx="310705" cy="201037"/>
              </a:xfrm>
            </p:spPr>
          </p:sp>
        </mc:Fallback>
      </mc:AlternateContent>
      <mc:AlternateContent xmlns:mc="http://schemas.openxmlformats.org/markup-compatibility/2006" xmlns:p14="http://schemas.microsoft.com/office/powerpoint/2010/main">
        <mc:Choice Requires="p14">
          <p:contentPart p14:bwMode="auto" r:id="rId86">
            <p14:nvContentPartPr>
              <p14:cNvPr id="1050249" name="墨迹 1050248"/>
              <p14:cNvContentPartPr/>
              <p14:nvPr/>
            </p14:nvContentPartPr>
            <p14:xfrm>
              <a:off x="4817003" y="3506021"/>
              <a:ext cx="66754" cy="160148"/>
            </p14:xfrm>
          </p:contentPart>
        </mc:Choice>
        <mc:Fallback xmlns="">
          <p:sp>
            <p:nvSpPr>
              <p:cNvPr id="1050249" name=""/>
              <p:cNvSpPr/>
              <p:nvPr/>
            </p:nvSpPr>
            <p:spPr>
              <a:xfrm>
                <a:off x="4817003" y="3506021"/>
                <a:ext cx="66754" cy="160148"/>
              </a:xfrm>
            </p:spPr>
          </p:sp>
        </mc:Fallback>
      </mc:AlternateContent>
      <mc:AlternateContent xmlns:mc="http://schemas.openxmlformats.org/markup-compatibility/2006" xmlns:p14="http://schemas.microsoft.com/office/powerpoint/2010/main">
        <mc:Choice Requires="p14">
          <p:contentPart p14:bwMode="auto" r:id="rId87">
            <p14:nvContentPartPr>
              <p14:cNvPr id="1050250" name="墨迹 1050249"/>
              <p14:cNvContentPartPr/>
              <p14:nvPr/>
            </p14:nvContentPartPr>
            <p14:xfrm>
              <a:off x="5065940" y="3302297"/>
              <a:ext cx="242466" cy="87104"/>
            </p14:xfrm>
          </p:contentPart>
        </mc:Choice>
        <mc:Fallback xmlns="">
          <p:sp>
            <p:nvSpPr>
              <p:cNvPr id="1050250" name=""/>
              <p:cNvSpPr/>
              <p:nvPr/>
            </p:nvSpPr>
            <p:spPr>
              <a:xfrm>
                <a:off x="5065940" y="3302297"/>
                <a:ext cx="242466" cy="87104"/>
              </a:xfrm>
            </p:spPr>
          </p:sp>
        </mc:Fallback>
      </mc:AlternateContent>
      <mc:AlternateContent xmlns:mc="http://schemas.openxmlformats.org/markup-compatibility/2006" xmlns:p14="http://schemas.microsoft.com/office/powerpoint/2010/main">
        <mc:Choice Requires="p14">
          <p:contentPart p14:bwMode="auto" r:id="rId88">
            <p14:nvContentPartPr>
              <p14:cNvPr id="1050251" name="墨迹 1050250"/>
              <p14:cNvContentPartPr/>
              <p14:nvPr/>
            </p14:nvContentPartPr>
            <p14:xfrm>
              <a:off x="5045758" y="3371975"/>
              <a:ext cx="63118" cy="332799"/>
            </p14:xfrm>
          </p:contentPart>
        </mc:Choice>
        <mc:Fallback xmlns="">
          <p:sp>
            <p:nvSpPr>
              <p:cNvPr id="1050251" name=""/>
              <p:cNvSpPr/>
              <p:nvPr/>
            </p:nvSpPr>
            <p:spPr>
              <a:xfrm>
                <a:off x="5045758" y="3371975"/>
                <a:ext cx="63118" cy="332799"/>
              </a:xfrm>
            </p:spPr>
          </p:sp>
        </mc:Fallback>
      </mc:AlternateContent>
      <mc:AlternateContent xmlns:mc="http://schemas.openxmlformats.org/markup-compatibility/2006" xmlns:p14="http://schemas.microsoft.com/office/powerpoint/2010/main">
        <mc:Choice Requires="p14">
          <p:contentPart p14:bwMode="auto" r:id="rId89">
            <p14:nvContentPartPr>
              <p14:cNvPr id="1050252" name="墨迹 1050251"/>
              <p14:cNvContentPartPr/>
              <p14:nvPr/>
            </p14:nvContentPartPr>
            <p14:xfrm>
              <a:off x="5152795" y="3447840"/>
              <a:ext cx="174697" cy="163065"/>
            </p14:xfrm>
          </p:contentPart>
        </mc:Choice>
        <mc:Fallback xmlns="">
          <p:sp>
            <p:nvSpPr>
              <p:cNvPr id="1050252" name=""/>
              <p:cNvSpPr/>
              <p:nvPr/>
            </p:nvSpPr>
            <p:spPr>
              <a:xfrm>
                <a:off x="5152795" y="3447840"/>
                <a:ext cx="174697" cy="163065"/>
              </a:xfrm>
            </p:spPr>
          </p:sp>
        </mc:Fallback>
      </mc:AlternateContent>
      <mc:AlternateContent xmlns:mc="http://schemas.openxmlformats.org/markup-compatibility/2006" xmlns:p14="http://schemas.microsoft.com/office/powerpoint/2010/main">
        <mc:Choice Requires="p14">
          <p:contentPart p14:bwMode="auto" r:id="rId90">
            <p14:nvContentPartPr>
              <p14:cNvPr id="1050253" name="墨迹 1050252"/>
              <p14:cNvContentPartPr/>
              <p14:nvPr/>
            </p14:nvContentPartPr>
            <p14:xfrm>
              <a:off x="5079226" y="3441009"/>
              <a:ext cx="319511" cy="319764"/>
            </p14:xfrm>
          </p:contentPart>
        </mc:Choice>
        <mc:Fallback xmlns="">
          <p:sp>
            <p:nvSpPr>
              <p:cNvPr id="1050253" name=""/>
              <p:cNvSpPr/>
              <p:nvPr/>
            </p:nvSpPr>
            <p:spPr>
              <a:xfrm>
                <a:off x="5079226" y="3441009"/>
                <a:ext cx="319511" cy="319764"/>
              </a:xfrm>
            </p:spPr>
          </p:sp>
        </mc:Fallback>
      </mc:AlternateContent>
      <mc:AlternateContent xmlns:mc="http://schemas.openxmlformats.org/markup-compatibility/2006" xmlns:p14="http://schemas.microsoft.com/office/powerpoint/2010/main">
        <mc:Choice Requires="p14">
          <p:contentPart p14:bwMode="auto" r:id="rId91">
            <p14:nvContentPartPr>
              <p14:cNvPr id="1050254" name="墨迹 1050253"/>
              <p14:cNvContentPartPr/>
              <p14:nvPr/>
            </p14:nvContentPartPr>
            <p14:xfrm>
              <a:off x="5429772" y="3394819"/>
              <a:ext cx="189030" cy="89084"/>
            </p14:xfrm>
          </p:contentPart>
        </mc:Choice>
        <mc:Fallback xmlns="">
          <p:sp>
            <p:nvSpPr>
              <p:cNvPr id="1050254" name=""/>
              <p:cNvSpPr/>
              <p:nvPr/>
            </p:nvSpPr>
            <p:spPr>
              <a:xfrm>
                <a:off x="5429772" y="3394819"/>
                <a:ext cx="189030" cy="89084"/>
              </a:xfrm>
            </p:spPr>
          </p:sp>
        </mc:Fallback>
      </mc:AlternateContent>
      <mc:AlternateContent xmlns:mc="http://schemas.openxmlformats.org/markup-compatibility/2006" xmlns:p14="http://schemas.microsoft.com/office/powerpoint/2010/main">
        <mc:Choice Requires="p14">
          <p:contentPart p14:bwMode="auto" r:id="rId92">
            <p14:nvContentPartPr>
              <p14:cNvPr id="1050255" name="墨迹 1050254"/>
              <p14:cNvContentPartPr/>
              <p14:nvPr/>
            </p14:nvContentPartPr>
            <p14:xfrm>
              <a:off x="5456626" y="3282835"/>
              <a:ext cx="134013" cy="395982"/>
            </p14:xfrm>
          </p:contentPart>
        </mc:Choice>
        <mc:Fallback xmlns="">
          <p:sp>
            <p:nvSpPr>
              <p:cNvPr id="1050255" name=""/>
              <p:cNvSpPr/>
              <p:nvPr/>
            </p:nvSpPr>
            <p:spPr>
              <a:xfrm>
                <a:off x="5456626" y="3282835"/>
                <a:ext cx="134013" cy="395982"/>
              </a:xfrm>
            </p:spPr>
          </p:sp>
        </mc:Fallback>
      </mc:AlternateContent>
      <mc:AlternateContent xmlns:mc="http://schemas.openxmlformats.org/markup-compatibility/2006" xmlns:p14="http://schemas.microsoft.com/office/powerpoint/2010/main">
        <mc:Choice Requires="p14">
          <p:contentPart p14:bwMode="auto" r:id="rId93">
            <p14:nvContentPartPr>
              <p14:cNvPr id="1050256" name="墨迹 1050255"/>
              <p14:cNvContentPartPr/>
              <p14:nvPr/>
            </p14:nvContentPartPr>
            <p14:xfrm>
              <a:off x="5570654" y="3292419"/>
              <a:ext cx="162742" cy="68832"/>
            </p14:xfrm>
          </p:contentPart>
        </mc:Choice>
        <mc:Fallback xmlns="">
          <p:sp>
            <p:nvSpPr>
              <p:cNvPr id="1050256" name=""/>
              <p:cNvSpPr/>
              <p:nvPr/>
            </p:nvSpPr>
            <p:spPr>
              <a:xfrm>
                <a:off x="5570654" y="3292419"/>
                <a:ext cx="162742" cy="68832"/>
              </a:xfrm>
            </p:spPr>
          </p:sp>
        </mc:Fallback>
      </mc:AlternateContent>
      <mc:AlternateContent xmlns:mc="http://schemas.openxmlformats.org/markup-compatibility/2006" xmlns:p14="http://schemas.microsoft.com/office/powerpoint/2010/main">
        <mc:Choice Requires="p14">
          <p:contentPart p14:bwMode="auto" r:id="rId94">
            <p14:nvContentPartPr>
              <p14:cNvPr id="1050257" name="墨迹 1050256"/>
              <p14:cNvContentPartPr/>
              <p14:nvPr/>
            </p14:nvContentPartPr>
            <p14:xfrm>
              <a:off x="5569503" y="3388731"/>
              <a:ext cx="14829" cy="186277"/>
            </p14:xfrm>
          </p:contentPart>
        </mc:Choice>
        <mc:Fallback xmlns="">
          <p:sp>
            <p:nvSpPr>
              <p:cNvPr id="1050257" name=""/>
              <p:cNvSpPr/>
              <p:nvPr/>
            </p:nvSpPr>
            <p:spPr>
              <a:xfrm>
                <a:off x="5569503" y="3388731"/>
                <a:ext cx="14829" cy="186277"/>
              </a:xfrm>
            </p:spPr>
          </p:sp>
        </mc:Fallback>
      </mc:AlternateContent>
      <mc:AlternateContent xmlns:mc="http://schemas.openxmlformats.org/markup-compatibility/2006" xmlns:p14="http://schemas.microsoft.com/office/powerpoint/2010/main">
        <mc:Choice Requires="p14">
          <p:contentPart p14:bwMode="auto" r:id="rId95">
            <p14:nvContentPartPr>
              <p14:cNvPr id="1050258" name="墨迹 1050257"/>
              <p14:cNvContentPartPr/>
              <p14:nvPr/>
            </p14:nvContentPartPr>
            <p14:xfrm>
              <a:off x="5560895" y="3438162"/>
              <a:ext cx="91525" cy="172903"/>
            </p14:xfrm>
          </p:contentPart>
        </mc:Choice>
        <mc:Fallback xmlns="">
          <p:sp>
            <p:nvSpPr>
              <p:cNvPr id="1050258" name=""/>
              <p:cNvSpPr/>
              <p:nvPr/>
            </p:nvSpPr>
            <p:spPr>
              <a:xfrm>
                <a:off x="5560895" y="3438162"/>
                <a:ext cx="91525" cy="172903"/>
              </a:xfrm>
            </p:spPr>
          </p:sp>
        </mc:Fallback>
      </mc:AlternateContent>
      <mc:AlternateContent xmlns:mc="http://schemas.openxmlformats.org/markup-compatibility/2006" xmlns:p14="http://schemas.microsoft.com/office/powerpoint/2010/main">
        <mc:Choice Requires="p14">
          <p:contentPart p14:bwMode="auto" r:id="rId96">
            <p14:nvContentPartPr>
              <p14:cNvPr id="1050259" name="墨迹 1050258"/>
              <p14:cNvContentPartPr/>
              <p14:nvPr/>
            </p14:nvContentPartPr>
            <p14:xfrm>
              <a:off x="5580229" y="3414437"/>
              <a:ext cx="88571" cy="279248"/>
            </p14:xfrm>
          </p:contentPart>
        </mc:Choice>
        <mc:Fallback xmlns="">
          <p:sp>
            <p:nvSpPr>
              <p:cNvPr id="1050259" name=""/>
              <p:cNvSpPr/>
              <p:nvPr/>
            </p:nvSpPr>
            <p:spPr>
              <a:xfrm>
                <a:off x="5580229" y="3414437"/>
                <a:ext cx="88571" cy="279248"/>
              </a:xfrm>
            </p:spPr>
          </p:sp>
        </mc:Fallback>
      </mc:AlternateContent>
      <mc:AlternateContent xmlns:mc="http://schemas.openxmlformats.org/markup-compatibility/2006" xmlns:p14="http://schemas.microsoft.com/office/powerpoint/2010/main">
        <mc:Choice Requires="p14">
          <p:contentPart p14:bwMode="auto" r:id="rId97">
            <p14:nvContentPartPr>
              <p14:cNvPr id="1050260" name="墨迹 1050259"/>
              <p14:cNvContentPartPr/>
              <p14:nvPr/>
            </p14:nvContentPartPr>
            <p14:xfrm>
              <a:off x="5632957" y="3246642"/>
              <a:ext cx="181773" cy="414422"/>
            </p14:xfrm>
          </p:contentPart>
        </mc:Choice>
        <mc:Fallback xmlns="">
          <p:sp>
            <p:nvSpPr>
              <p:cNvPr id="1050260" name=""/>
              <p:cNvSpPr/>
              <p:nvPr/>
            </p:nvSpPr>
            <p:spPr>
              <a:xfrm>
                <a:off x="5632957" y="3246642"/>
                <a:ext cx="181773" cy="414422"/>
              </a:xfrm>
            </p:spPr>
          </p:sp>
        </mc:Fallback>
      </mc:AlternateContent>
      <mc:AlternateContent xmlns:mc="http://schemas.openxmlformats.org/markup-compatibility/2006" xmlns:p14="http://schemas.microsoft.com/office/powerpoint/2010/main">
        <mc:Choice Requires="p14">
          <p:contentPart p14:bwMode="auto" r:id="rId98">
            <p14:nvContentPartPr>
              <p14:cNvPr id="1050261" name="墨迹 1050260"/>
              <p14:cNvContentPartPr/>
              <p14:nvPr/>
            </p14:nvContentPartPr>
            <p14:xfrm>
              <a:off x="5706066" y="3179069"/>
              <a:ext cx="126600" cy="96853"/>
            </p14:xfrm>
          </p:contentPart>
        </mc:Choice>
        <mc:Fallback xmlns="">
          <p:sp>
            <p:nvSpPr>
              <p:cNvPr id="1050261" name=""/>
              <p:cNvSpPr/>
              <p:nvPr/>
            </p:nvSpPr>
            <p:spPr>
              <a:xfrm>
                <a:off x="5706066" y="3179069"/>
                <a:ext cx="126600" cy="96853"/>
              </a:xfrm>
            </p:spPr>
          </p:sp>
        </mc:Fallback>
      </mc:AlternateContent>
      <mc:AlternateContent xmlns:mc="http://schemas.openxmlformats.org/markup-compatibility/2006" xmlns:p14="http://schemas.microsoft.com/office/powerpoint/2010/main">
        <mc:Choice Requires="p14">
          <p:contentPart p14:bwMode="auto" r:id="rId99">
            <p14:nvContentPartPr>
              <p14:cNvPr id="1050262" name="墨迹 1050261"/>
              <p14:cNvContentPartPr/>
              <p14:nvPr/>
            </p14:nvContentPartPr>
            <p14:xfrm>
              <a:off x="5886614" y="3302476"/>
              <a:ext cx="273970" cy="175323"/>
            </p14:xfrm>
          </p:contentPart>
        </mc:Choice>
        <mc:Fallback xmlns="">
          <p:sp>
            <p:nvSpPr>
              <p:cNvPr id="1050262" name=""/>
              <p:cNvSpPr/>
              <p:nvPr/>
            </p:nvSpPr>
            <p:spPr>
              <a:xfrm>
                <a:off x="5886614" y="3302476"/>
                <a:ext cx="273970" cy="175323"/>
              </a:xfrm>
            </p:spPr>
          </p:sp>
        </mc:Fallback>
      </mc:AlternateContent>
      <mc:AlternateContent xmlns:mc="http://schemas.openxmlformats.org/markup-compatibility/2006" xmlns:p14="http://schemas.microsoft.com/office/powerpoint/2010/main">
        <mc:Choice Requires="p14">
          <p:contentPart p14:bwMode="auto" r:id="rId100">
            <p14:nvContentPartPr>
              <p14:cNvPr id="1050263" name="墨迹 1050262"/>
              <p14:cNvContentPartPr/>
              <p14:nvPr/>
            </p14:nvContentPartPr>
            <p14:xfrm>
              <a:off x="6028425" y="3193694"/>
              <a:ext cx="30530" cy="275926"/>
            </p14:xfrm>
          </p:contentPart>
        </mc:Choice>
        <mc:Fallback xmlns="">
          <p:sp>
            <p:nvSpPr>
              <p:cNvPr id="1050263" name=""/>
              <p:cNvSpPr/>
              <p:nvPr/>
            </p:nvSpPr>
            <p:spPr>
              <a:xfrm>
                <a:off x="6028425" y="3193694"/>
                <a:ext cx="30530" cy="275926"/>
              </a:xfrm>
            </p:spPr>
          </p:sp>
        </mc:Fallback>
      </mc:AlternateContent>
      <mc:AlternateContent xmlns:mc="http://schemas.openxmlformats.org/markup-compatibility/2006" xmlns:p14="http://schemas.microsoft.com/office/powerpoint/2010/main">
        <mc:Choice Requires="p14">
          <p:contentPart p14:bwMode="auto" r:id="rId101">
            <p14:nvContentPartPr>
              <p14:cNvPr id="1050264" name="墨迹 1050263"/>
              <p14:cNvContentPartPr/>
              <p14:nvPr/>
            </p14:nvContentPartPr>
            <p14:xfrm>
              <a:off x="5935435" y="3286856"/>
              <a:ext cx="295248" cy="379404"/>
            </p14:xfrm>
          </p:contentPart>
        </mc:Choice>
        <mc:Fallback xmlns="">
          <p:sp>
            <p:nvSpPr>
              <p:cNvPr id="1050264" name=""/>
              <p:cNvSpPr/>
              <p:nvPr/>
            </p:nvSpPr>
            <p:spPr>
              <a:xfrm>
                <a:off x="5935435" y="3286856"/>
                <a:ext cx="295248" cy="379404"/>
              </a:xfrm>
            </p:spPr>
          </p:sp>
        </mc:Fallback>
      </mc:AlternateContent>
      <mc:AlternateContent xmlns:mc="http://schemas.openxmlformats.org/markup-compatibility/2006" xmlns:p14="http://schemas.microsoft.com/office/powerpoint/2010/main">
        <mc:Choice Requires="p14">
          <p:contentPart p14:bwMode="auto" r:id="rId102">
            <p14:nvContentPartPr>
              <p14:cNvPr id="1050265" name="墨迹 1050264"/>
              <p14:cNvContentPartPr/>
              <p14:nvPr/>
            </p14:nvContentPartPr>
            <p14:xfrm>
              <a:off x="6298318" y="3136791"/>
              <a:ext cx="330985" cy="65615"/>
            </p14:xfrm>
          </p:contentPart>
        </mc:Choice>
        <mc:Fallback xmlns="">
          <p:sp>
            <p:nvSpPr>
              <p:cNvPr id="1050265" name=""/>
              <p:cNvSpPr/>
              <p:nvPr/>
            </p:nvSpPr>
            <p:spPr>
              <a:xfrm>
                <a:off x="6298318" y="3136791"/>
                <a:ext cx="330985" cy="65615"/>
              </a:xfrm>
            </p:spPr>
          </p:sp>
        </mc:Fallback>
      </mc:AlternateContent>
      <mc:AlternateContent xmlns:mc="http://schemas.openxmlformats.org/markup-compatibility/2006" xmlns:p14="http://schemas.microsoft.com/office/powerpoint/2010/main">
        <mc:Choice Requires="p14">
          <p:contentPart p14:bwMode="auto" r:id="rId103">
            <p14:nvContentPartPr>
              <p14:cNvPr id="1050266" name="墨迹 1050265"/>
              <p14:cNvContentPartPr/>
              <p14:nvPr/>
            </p14:nvContentPartPr>
            <p14:xfrm>
              <a:off x="6333681" y="3170236"/>
              <a:ext cx="165019" cy="315729"/>
            </p14:xfrm>
          </p:contentPart>
        </mc:Choice>
        <mc:Fallback xmlns="">
          <p:sp>
            <p:nvSpPr>
              <p:cNvPr id="1050266" name=""/>
              <p:cNvSpPr/>
              <p:nvPr/>
            </p:nvSpPr>
            <p:spPr>
              <a:xfrm>
                <a:off x="6333681" y="3170236"/>
                <a:ext cx="165019" cy="315729"/>
              </a:xfrm>
            </p:spPr>
          </p:sp>
        </mc:Fallback>
      </mc:AlternateContent>
      <mc:AlternateContent xmlns:mc="http://schemas.openxmlformats.org/markup-compatibility/2006" xmlns:p14="http://schemas.microsoft.com/office/powerpoint/2010/main">
        <mc:Choice Requires="p14">
          <p:contentPart p14:bwMode="auto" r:id="rId104">
            <p14:nvContentPartPr>
              <p14:cNvPr id="1050267" name="墨迹 1050266"/>
              <p14:cNvContentPartPr/>
              <p14:nvPr/>
            </p14:nvContentPartPr>
            <p14:xfrm>
              <a:off x="6446927" y="3294899"/>
              <a:ext cx="31256" cy="273788"/>
            </p14:xfrm>
          </p:contentPart>
        </mc:Choice>
        <mc:Fallback xmlns="">
          <p:sp>
            <p:nvSpPr>
              <p:cNvPr id="1050267" name=""/>
              <p:cNvSpPr/>
              <p:nvPr/>
            </p:nvSpPr>
            <p:spPr>
              <a:xfrm>
                <a:off x="6446927" y="3294899"/>
                <a:ext cx="31256" cy="273788"/>
              </a:xfrm>
            </p:spPr>
          </p:sp>
        </mc:Fallback>
      </mc:AlternateContent>
      <mc:AlternateContent xmlns:mc="http://schemas.openxmlformats.org/markup-compatibility/2006" xmlns:p14="http://schemas.microsoft.com/office/powerpoint/2010/main">
        <mc:Choice Requires="p14">
          <p:contentPart p14:bwMode="auto" r:id="rId105">
            <p14:nvContentPartPr>
              <p14:cNvPr id="1050268" name="墨迹 1050267"/>
              <p14:cNvContentPartPr/>
              <p14:nvPr/>
            </p14:nvContentPartPr>
            <p14:xfrm>
              <a:off x="6510326" y="3396774"/>
              <a:ext cx="125533" cy="98217"/>
            </p14:xfrm>
          </p:contentPart>
        </mc:Choice>
        <mc:Fallback xmlns="">
          <p:sp>
            <p:nvSpPr>
              <p:cNvPr id="1050268" name=""/>
              <p:cNvSpPr/>
              <p:nvPr/>
            </p:nvSpPr>
            <p:spPr>
              <a:xfrm>
                <a:off x="6510326" y="3396774"/>
                <a:ext cx="125533" cy="98217"/>
              </a:xfrm>
            </p:spPr>
          </p:sp>
        </mc:Fallback>
      </mc:AlternateContent>
      <mc:AlternateContent xmlns:mc="http://schemas.openxmlformats.org/markup-compatibility/2006" xmlns:p14="http://schemas.microsoft.com/office/powerpoint/2010/main">
        <mc:Choice Requires="p14">
          <p:contentPart p14:bwMode="auto" r:id="rId106">
            <p14:nvContentPartPr>
              <p14:cNvPr id="1050269" name="墨迹 1050268"/>
              <p14:cNvContentPartPr/>
              <p14:nvPr/>
            </p14:nvContentPartPr>
            <p14:xfrm>
              <a:off x="6666254" y="3249390"/>
              <a:ext cx="296721" cy="114542"/>
            </p14:xfrm>
          </p:contentPart>
        </mc:Choice>
        <mc:Fallback xmlns="">
          <p:sp>
            <p:nvSpPr>
              <p:cNvPr id="1050269" name=""/>
              <p:cNvSpPr/>
              <p:nvPr/>
            </p:nvSpPr>
            <p:spPr>
              <a:xfrm>
                <a:off x="6666254" y="3249390"/>
                <a:ext cx="296721" cy="114542"/>
              </a:xfrm>
            </p:spPr>
          </p:sp>
        </mc:Fallback>
      </mc:AlternateContent>
      <mc:AlternateContent xmlns:mc="http://schemas.openxmlformats.org/markup-compatibility/2006" xmlns:p14="http://schemas.microsoft.com/office/powerpoint/2010/main">
        <mc:Choice Requires="p14">
          <p:contentPart p14:bwMode="auto" r:id="rId107">
            <p14:nvContentPartPr>
              <p14:cNvPr id="1050270" name="墨迹 1050269"/>
              <p14:cNvContentPartPr/>
              <p14:nvPr/>
            </p14:nvContentPartPr>
            <p14:xfrm>
              <a:off x="6738376" y="3134044"/>
              <a:ext cx="98167" cy="425665"/>
            </p14:xfrm>
          </p:contentPart>
        </mc:Choice>
        <mc:Fallback xmlns="">
          <p:sp>
            <p:nvSpPr>
              <p:cNvPr id="1050270" name=""/>
              <p:cNvSpPr/>
              <p:nvPr/>
            </p:nvSpPr>
            <p:spPr>
              <a:xfrm>
                <a:off x="6738376" y="3134044"/>
                <a:ext cx="98167" cy="425665"/>
              </a:xfrm>
            </p:spPr>
          </p:sp>
        </mc:Fallback>
      </mc:AlternateContent>
      <mc:AlternateContent xmlns:mc="http://schemas.openxmlformats.org/markup-compatibility/2006" xmlns:p14="http://schemas.microsoft.com/office/powerpoint/2010/main">
        <mc:Choice Requires="p14">
          <p:contentPart p14:bwMode="auto" r:id="rId108">
            <p14:nvContentPartPr>
              <p14:cNvPr id="1050271" name="墨迹 1050270"/>
              <p14:cNvContentPartPr/>
              <p14:nvPr/>
            </p14:nvContentPartPr>
            <p14:xfrm>
              <a:off x="6878261" y="3360581"/>
              <a:ext cx="180822" cy="148815"/>
            </p14:xfrm>
          </p:contentPart>
        </mc:Choice>
        <mc:Fallback xmlns="">
          <p:sp>
            <p:nvSpPr>
              <p:cNvPr id="1050271" name=""/>
              <p:cNvSpPr/>
              <p:nvPr/>
            </p:nvSpPr>
            <p:spPr>
              <a:xfrm>
                <a:off x="6878261" y="3360581"/>
                <a:ext cx="180822" cy="148815"/>
              </a:xfrm>
            </p:spPr>
          </p:sp>
        </mc:Fallback>
      </mc:AlternateContent>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6" name="TextBox 11"/>
          <p:cNvSpPr txBox="1"/>
          <p:nvPr/>
        </p:nvSpPr>
        <p:spPr>
          <a:xfrm>
            <a:off x="1047575" y="1052736"/>
            <a:ext cx="9980347" cy="400110"/>
          </a:xfrm>
          <a:prstGeom prst="rect">
            <a:avLst/>
          </a:prstGeom>
          <a:noFill/>
          <a:ln w="9525">
            <a:noFill/>
          </a:ln>
        </p:spPr>
        <p:txBody>
          <a:bodyPr wrap="square" anchor="t">
            <a:spAutoFit/>
          </a:bodyPr>
          <a:lstStyle/>
          <a:p>
            <a:pPr marL="342900" indent="-342900">
              <a:spcAft>
                <a:spcPts val="1200"/>
              </a:spcAft>
              <a:buFont typeface="Wingdings" panose="05000000000000000000" pitchFamily="2" charset="2"/>
              <a:buChar char="Ø"/>
            </a:pPr>
            <a:r>
              <a:rPr lang="zh-CN" altLang="en-US" sz="2000" b="1" dirty="0">
                <a:solidFill>
                  <a:srgbClr val="004C54"/>
                </a:solidFill>
                <a:latin typeface="微软雅黑" panose="020B0503020204020204" pitchFamily="34" charset="-122"/>
                <a:ea typeface="微软雅黑" panose="020B0503020204020204" pitchFamily="34" charset="-122"/>
              </a:rPr>
              <a:t>分裂合并</a:t>
            </a:r>
          </a:p>
        </p:txBody>
      </p:sp>
      <p:sp>
        <p:nvSpPr>
          <p:cNvPr id="1048587" name="Rectangle 7"/>
          <p:cNvSpPr/>
          <p:nvPr/>
        </p:nvSpPr>
        <p:spPr>
          <a:xfrm>
            <a:off x="1370533" y="1749026"/>
            <a:ext cx="6096000" cy="784830"/>
          </a:xfrm>
          <a:prstGeom prst="rect">
            <a:avLst/>
          </a:prstGeom>
        </p:spPr>
        <p:txBody>
          <a:bodyPr>
            <a:spAutoFit/>
          </a:bodyPr>
          <a:lstStyle/>
          <a:p>
            <a:pPr>
              <a:spcAft>
                <a:spcPts val="600"/>
              </a:spcAft>
            </a:pPr>
            <a:r>
              <a:rPr lang="en-US" sz="2000" dirty="0">
                <a:solidFill>
                  <a:srgbClr val="004C54"/>
                </a:solidFill>
                <a:latin typeface="+mn-ea"/>
                <a:ea typeface="+mn-ea"/>
              </a:rPr>
              <a:t>从整幅图像开始通过不断分裂得到各个区域</a:t>
            </a:r>
          </a:p>
          <a:p>
            <a:pPr>
              <a:spcAft>
                <a:spcPts val="600"/>
              </a:spcAft>
            </a:pPr>
            <a:r>
              <a:rPr lang="en-US" sz="2000" dirty="0" err="1">
                <a:solidFill>
                  <a:srgbClr val="004C54"/>
                </a:solidFill>
                <a:latin typeface="+mn-ea"/>
                <a:ea typeface="+mn-ea"/>
              </a:rPr>
              <a:t>图像四叉树表达方法的迭代分裂合并算法</a:t>
            </a:r>
            <a:endParaRPr lang="en-US" sz="2000" dirty="0">
              <a:solidFill>
                <a:srgbClr val="004C54"/>
              </a:solidFill>
              <a:latin typeface="+mn-ea"/>
              <a:ea typeface="+mn-ea"/>
            </a:endParaRPr>
          </a:p>
        </p:txBody>
      </p:sp>
      <p:pic>
        <p:nvPicPr>
          <p:cNvPr id="2097152" name="Picture 8"/>
          <p:cNvPicPr>
            <a:picLocks noChangeAspect="1"/>
          </p:cNvPicPr>
          <p:nvPr/>
        </p:nvPicPr>
        <p:blipFill>
          <a:blip r:embed="rId2"/>
          <a:stretch>
            <a:fillRect/>
          </a:stretch>
        </p:blipFill>
        <p:spPr>
          <a:xfrm>
            <a:off x="2388051" y="3777276"/>
            <a:ext cx="2505425" cy="2057687"/>
          </a:xfrm>
          <a:prstGeom prst="rect">
            <a:avLst/>
          </a:prstGeom>
        </p:spPr>
      </p:pic>
      <p:pic>
        <p:nvPicPr>
          <p:cNvPr id="2097153" name="Picture 9"/>
          <p:cNvPicPr>
            <a:picLocks noChangeAspect="1"/>
          </p:cNvPicPr>
          <p:nvPr/>
        </p:nvPicPr>
        <p:blipFill>
          <a:blip r:embed="rId3"/>
          <a:stretch>
            <a:fillRect/>
          </a:stretch>
        </p:blipFill>
        <p:spPr>
          <a:xfrm>
            <a:off x="6477524" y="3662961"/>
            <a:ext cx="3324689" cy="2286319"/>
          </a:xfrm>
          <a:prstGeom prst="rect">
            <a:avLst/>
          </a:prstGeom>
        </p:spPr>
      </p:pic>
      <p:sp>
        <p:nvSpPr>
          <p:cNvPr id="1048588"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a:p>
        </p:txBody>
      </p:sp>
      <p:sp>
        <p:nvSpPr>
          <p:cNvPr id="1048589" name="TextBox 27"/>
          <p:cNvSpPr txBox="1"/>
          <p:nvPr/>
        </p:nvSpPr>
        <p:spPr>
          <a:xfrm>
            <a:off x="1012825" y="176213"/>
            <a:ext cx="2621280" cy="574040"/>
          </a:xfrm>
          <a:prstGeom prst="rect">
            <a:avLst/>
          </a:prstGeom>
          <a:noFill/>
          <a:ln w="9525">
            <a:noFill/>
          </a:ln>
        </p:spPr>
        <p:txBody>
          <a:bodyPr wrap="none" anchor="t">
            <a:spAutoFit/>
          </a:bodyPr>
          <a:lstStyle/>
          <a:p>
            <a:r>
              <a:rPr lang="zh-CN" altLang="en-US" sz="3200" dirty="0">
                <a:solidFill>
                  <a:srgbClr val="004C54"/>
                </a:solidFill>
                <a:latin typeface="黑体" panose="02010609060101010101" pitchFamily="49" charset="-122"/>
                <a:ea typeface="黑体" panose="02010609060101010101" pitchFamily="49" charset="-122"/>
              </a:rPr>
              <a:t>四、区域分析</a:t>
            </a:r>
            <a:endParaRPr lang="en-US" altLang="zh-CN" sz="3200" dirty="0">
              <a:solidFill>
                <a:srgbClr val="004C54"/>
              </a:solidFill>
              <a:latin typeface="黑体" panose="02010609060101010101" pitchFamily="49" charset="-122"/>
              <a:ea typeface="黑体" panose="02010609060101010101" pitchFamily="49" charset="-122"/>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3" name="Rectangle 5"/>
          <p:cNvSpPr>
            <a:spLocks noRot="1" noChangeAspect="1" noMove="1" noResize="1" noEditPoints="1" noAdjustHandles="1" noChangeArrowheads="1" noChangeShapeType="1" noTextEdit="1"/>
          </p:cNvSpPr>
          <p:nvPr/>
        </p:nvSpPr>
        <p:spPr>
          <a:xfrm>
            <a:off x="1417861" y="1658416"/>
            <a:ext cx="7575920" cy="1601079"/>
          </a:xfrm>
          <a:prstGeom prst="rect">
            <a:avLst/>
          </a:prstGeom>
          <a:blipFill>
            <a:blip r:embed="rId2"/>
            <a:stretch>
              <a:fillRect l="-1047" t="-1901" r="-161" b="-7224"/>
            </a:stretch>
          </a:blipFill>
        </p:spPr>
        <p:txBody>
          <a:bodyPr/>
          <a:lstStyle/>
          <a:p>
            <a:r>
              <a:rPr lang="zh-CN" altLang="en-US">
                <a:noFill/>
              </a:rPr>
              <a:t> </a:t>
            </a:r>
          </a:p>
        </p:txBody>
      </p:sp>
      <p:pic>
        <p:nvPicPr>
          <p:cNvPr id="2097154" name="Picture 6"/>
          <p:cNvPicPr>
            <a:picLocks noChangeAspect="1"/>
          </p:cNvPicPr>
          <p:nvPr/>
        </p:nvPicPr>
        <p:blipFill>
          <a:blip r:embed="rId3"/>
          <a:stretch>
            <a:fillRect/>
          </a:stretch>
        </p:blipFill>
        <p:spPr>
          <a:xfrm>
            <a:off x="1417861" y="3429000"/>
            <a:ext cx="3705742" cy="3000794"/>
          </a:xfrm>
          <a:prstGeom prst="rect">
            <a:avLst/>
          </a:prstGeom>
        </p:spPr>
      </p:pic>
      <p:sp>
        <p:nvSpPr>
          <p:cNvPr id="1048624" name="Rectangle 10"/>
          <p:cNvSpPr/>
          <p:nvPr/>
        </p:nvSpPr>
        <p:spPr>
          <a:xfrm>
            <a:off x="5903357" y="4005064"/>
            <a:ext cx="5112569" cy="1577340"/>
          </a:xfrm>
          <a:prstGeom prst="rect">
            <a:avLst/>
          </a:prstGeom>
        </p:spPr>
        <p:txBody>
          <a:bodyPr wrap="square">
            <a:spAutoFit/>
          </a:bodyPr>
          <a:lstStyle/>
          <a:p>
            <a:pPr>
              <a:spcAft>
                <a:spcPts val="1200"/>
              </a:spcAft>
            </a:pPr>
            <a:r>
              <a:rPr lang="en-US" dirty="0">
                <a:solidFill>
                  <a:srgbClr val="004C54"/>
                </a:solidFill>
                <a:latin typeface="+mn-ea"/>
                <a:ea typeface="+mn-ea"/>
              </a:rPr>
              <a:t>按照一致性测度右上角区域停止分裂，其它三个区域则继续四等分，得到图 (b)。</a:t>
            </a:r>
          </a:p>
          <a:p>
            <a:pPr>
              <a:spcAft>
                <a:spcPts val="1200"/>
              </a:spcAft>
            </a:pPr>
            <a:r>
              <a:rPr lang="en-US" dirty="0" err="1">
                <a:solidFill>
                  <a:srgbClr val="004C54"/>
                </a:solidFill>
                <a:latin typeface="+mn-ea"/>
                <a:ea typeface="+mn-ea"/>
              </a:rPr>
              <a:t>接下来根据分裂合并准则将相邻的满足一致性准则的区域合并，同时将不满足一致性测度的区域继续分裂，得到图</a:t>
            </a:r>
            <a:r>
              <a:rPr lang="en-US" dirty="0">
                <a:solidFill>
                  <a:srgbClr val="004C54"/>
                </a:solidFill>
                <a:latin typeface="+mn-ea"/>
                <a:ea typeface="+mn-ea"/>
              </a:rPr>
              <a:t>(c)，</a:t>
            </a:r>
            <a:r>
              <a:rPr lang="zh-CN" altLang="en-US" dirty="0">
                <a:solidFill>
                  <a:srgbClr val="004C54"/>
                </a:solidFill>
                <a:latin typeface="+mn-ea"/>
                <a:ea typeface="+mn-ea"/>
              </a:rPr>
              <a:t>再</a:t>
            </a:r>
            <a:r>
              <a:rPr lang="en-US" dirty="0" err="1">
                <a:solidFill>
                  <a:srgbClr val="004C54"/>
                </a:solidFill>
                <a:latin typeface="+mn-ea"/>
                <a:ea typeface="+mn-ea"/>
              </a:rPr>
              <a:t>进行合并得到图</a:t>
            </a:r>
            <a:r>
              <a:rPr lang="en-US" dirty="0">
                <a:solidFill>
                  <a:srgbClr val="004C54"/>
                </a:solidFill>
                <a:latin typeface="+mn-ea"/>
                <a:ea typeface="+mn-ea"/>
              </a:rPr>
              <a:t>(d)</a:t>
            </a:r>
            <a:r>
              <a:rPr lang="zh-CN" altLang="en-US" dirty="0">
                <a:solidFill>
                  <a:srgbClr val="004C54"/>
                </a:solidFill>
                <a:latin typeface="+mn-ea"/>
                <a:ea typeface="+mn-ea"/>
              </a:rPr>
              <a:t>。</a:t>
            </a:r>
            <a:endParaRPr lang="en-US" dirty="0">
              <a:solidFill>
                <a:srgbClr val="004C54"/>
              </a:solidFill>
              <a:latin typeface="+mn-ea"/>
              <a:ea typeface="+mn-ea"/>
            </a:endParaRPr>
          </a:p>
        </p:txBody>
      </p:sp>
      <p:sp>
        <p:nvSpPr>
          <p:cNvPr id="1048625" name="TextBox 11"/>
          <p:cNvSpPr txBox="1"/>
          <p:nvPr/>
        </p:nvSpPr>
        <p:spPr>
          <a:xfrm>
            <a:off x="1047575" y="1052736"/>
            <a:ext cx="9980347" cy="400110"/>
          </a:xfrm>
          <a:prstGeom prst="rect">
            <a:avLst/>
          </a:prstGeom>
          <a:noFill/>
          <a:ln w="9525">
            <a:noFill/>
          </a:ln>
        </p:spPr>
        <p:txBody>
          <a:bodyPr wrap="square" anchor="t">
            <a:spAutoFit/>
          </a:bodyPr>
          <a:lstStyle/>
          <a:p>
            <a:pPr marL="342900" indent="-342900">
              <a:spcAft>
                <a:spcPts val="1200"/>
              </a:spcAft>
              <a:buFont typeface="Wingdings" panose="05000000000000000000" pitchFamily="2" charset="2"/>
              <a:buChar char="Ø"/>
            </a:pPr>
            <a:r>
              <a:rPr lang="zh-CN" altLang="en-US" sz="2000" b="1" dirty="0">
                <a:solidFill>
                  <a:srgbClr val="004C54"/>
                </a:solidFill>
                <a:latin typeface="微软雅黑" panose="020B0503020204020204" pitchFamily="34" charset="-122"/>
                <a:ea typeface="微软雅黑" panose="020B0503020204020204" pitchFamily="34" charset="-122"/>
              </a:rPr>
              <a:t>分裂合并</a:t>
            </a:r>
          </a:p>
        </p:txBody>
      </p:sp>
      <p:sp>
        <p:nvSpPr>
          <p:cNvPr id="1048626"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a:p>
        </p:txBody>
      </p:sp>
      <p:sp>
        <p:nvSpPr>
          <p:cNvPr id="1048627" name="TextBox 27"/>
          <p:cNvSpPr txBox="1"/>
          <p:nvPr/>
        </p:nvSpPr>
        <p:spPr>
          <a:xfrm>
            <a:off x="1012825" y="176213"/>
            <a:ext cx="2621280" cy="574040"/>
          </a:xfrm>
          <a:prstGeom prst="rect">
            <a:avLst/>
          </a:prstGeom>
          <a:noFill/>
          <a:ln w="9525">
            <a:noFill/>
          </a:ln>
        </p:spPr>
        <p:txBody>
          <a:bodyPr wrap="none" anchor="t">
            <a:spAutoFit/>
          </a:bodyPr>
          <a:lstStyle/>
          <a:p>
            <a:r>
              <a:rPr lang="zh-CN" altLang="en-US" sz="3200" dirty="0">
                <a:solidFill>
                  <a:srgbClr val="004C54"/>
                </a:solidFill>
                <a:latin typeface="黑体" panose="02010609060101010101" pitchFamily="49" charset="-122"/>
                <a:ea typeface="黑体" panose="02010609060101010101" pitchFamily="49" charset="-122"/>
              </a:rPr>
              <a:t>四、区域分析</a:t>
            </a:r>
            <a:endParaRPr lang="en-US" altLang="zh-CN" sz="3200" dirty="0">
              <a:solidFill>
                <a:srgbClr val="004C54"/>
              </a:solidFill>
              <a:latin typeface="黑体" panose="02010609060101010101" pitchFamily="49" charset="-122"/>
              <a:ea typeface="黑体" panose="02010609060101010101" pitchFamily="49" charset="-122"/>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1" name="TextBox 27"/>
          <p:cNvSpPr txBox="1"/>
          <p:nvPr/>
        </p:nvSpPr>
        <p:spPr>
          <a:xfrm>
            <a:off x="1012825" y="2060848"/>
            <a:ext cx="3434081" cy="2987041"/>
          </a:xfrm>
          <a:prstGeom prst="rect">
            <a:avLst/>
          </a:prstGeom>
          <a:noFill/>
          <a:ln w="9525">
            <a:noFill/>
          </a:ln>
        </p:spPr>
        <p:txBody>
          <a:bodyPr wrap="none" anchor="t">
            <a:spAutoFit/>
          </a:bodyPr>
          <a:lstStyle/>
          <a:p>
            <a:r>
              <a:rPr lang="zh-CN" altLang="en-US" sz="3200" dirty="0">
                <a:solidFill>
                  <a:srgbClr val="B3B3B3"/>
                </a:solidFill>
                <a:latin typeface="黑体" panose="02010609060101010101" pitchFamily="49" charset="-122"/>
                <a:ea typeface="黑体" panose="02010609060101010101" pitchFamily="49" charset="-122"/>
              </a:rPr>
              <a:t>一、图像分割概述</a:t>
            </a:r>
            <a:endParaRPr lang="en-US" altLang="zh-CN" sz="3200" dirty="0">
              <a:solidFill>
                <a:srgbClr val="B3B3B3"/>
              </a:solidFill>
              <a:latin typeface="黑体" panose="02010609060101010101" pitchFamily="49" charset="-122"/>
              <a:ea typeface="黑体" panose="02010609060101010101" pitchFamily="49" charset="-122"/>
            </a:endParaRPr>
          </a:p>
          <a:p>
            <a:r>
              <a:rPr lang="zh-CN" altLang="en-US" sz="3200" dirty="0">
                <a:solidFill>
                  <a:schemeClr val="bg2">
                    <a:lumMod val="60000"/>
                    <a:lumOff val="40000"/>
                  </a:schemeClr>
                </a:solidFill>
                <a:latin typeface="黑体" panose="02010609060101010101" pitchFamily="49" charset="-122"/>
                <a:ea typeface="黑体" panose="02010609060101010101" pitchFamily="49" charset="-122"/>
              </a:rPr>
              <a:t>二、阈值分割</a:t>
            </a:r>
            <a:endParaRPr lang="en-US" altLang="zh-CN" sz="3200" dirty="0">
              <a:solidFill>
                <a:schemeClr val="bg2">
                  <a:lumMod val="60000"/>
                  <a:lumOff val="40000"/>
                </a:schemeClr>
              </a:solidFill>
              <a:latin typeface="黑体" panose="02010609060101010101" pitchFamily="49" charset="-122"/>
              <a:ea typeface="黑体" panose="02010609060101010101" pitchFamily="49" charset="-122"/>
            </a:endParaRPr>
          </a:p>
          <a:p>
            <a:r>
              <a:rPr lang="zh-CN" altLang="en-US" sz="3200" dirty="0">
                <a:solidFill>
                  <a:schemeClr val="bg2">
                    <a:lumMod val="60000"/>
                    <a:lumOff val="40000"/>
                  </a:schemeClr>
                </a:solidFill>
                <a:latin typeface="黑体" panose="02010609060101010101" pitchFamily="49" charset="-122"/>
                <a:ea typeface="黑体" panose="02010609060101010101" pitchFamily="49" charset="-122"/>
              </a:rPr>
              <a:t>三、边缘检测</a:t>
            </a:r>
            <a:endParaRPr lang="en-US" altLang="zh-CN" sz="3200" dirty="0">
              <a:solidFill>
                <a:schemeClr val="bg2">
                  <a:lumMod val="60000"/>
                  <a:lumOff val="40000"/>
                </a:schemeClr>
              </a:solidFill>
              <a:latin typeface="黑体" panose="02010609060101010101" pitchFamily="49" charset="-122"/>
              <a:ea typeface="黑体" panose="02010609060101010101" pitchFamily="49" charset="-122"/>
            </a:endParaRPr>
          </a:p>
          <a:p>
            <a:r>
              <a:rPr lang="zh-CN" altLang="en-US" sz="3200" dirty="0">
                <a:solidFill>
                  <a:schemeClr val="bg2">
                    <a:lumMod val="60000"/>
                    <a:lumOff val="40000"/>
                  </a:schemeClr>
                </a:solidFill>
                <a:latin typeface="黑体" panose="02010609060101010101" pitchFamily="49" charset="-122"/>
                <a:ea typeface="黑体" panose="02010609060101010101" pitchFamily="49" charset="-122"/>
              </a:rPr>
              <a:t>四、区域分析</a:t>
            </a:r>
            <a:endParaRPr lang="en-US" altLang="zh-CN" sz="3200" dirty="0">
              <a:solidFill>
                <a:schemeClr val="bg2">
                  <a:lumMod val="60000"/>
                  <a:lumOff val="40000"/>
                </a:schemeClr>
              </a:solidFill>
              <a:latin typeface="黑体" panose="02010609060101010101" pitchFamily="49" charset="-122"/>
              <a:ea typeface="黑体" panose="02010609060101010101" pitchFamily="49" charset="-122"/>
            </a:endParaRPr>
          </a:p>
          <a:p>
            <a:r>
              <a:rPr lang="zh-CN" altLang="en-US" sz="3200" dirty="0">
                <a:solidFill>
                  <a:srgbClr val="004C54"/>
                </a:solidFill>
                <a:latin typeface="黑体" panose="02010609060101010101" pitchFamily="49" charset="-122"/>
                <a:ea typeface="黑体" panose="02010609060101010101" pitchFamily="49" charset="-122"/>
              </a:rPr>
              <a:t>五、</a:t>
            </a:r>
            <a:r>
              <a:rPr lang="en-US" altLang="zh-CN" sz="3200" dirty="0">
                <a:solidFill>
                  <a:srgbClr val="004C54"/>
                </a:solidFill>
                <a:latin typeface="黑体" panose="02010609060101010101" pitchFamily="49" charset="-122"/>
                <a:ea typeface="黑体" panose="02010609060101010101" pitchFamily="49" charset="-122"/>
              </a:rPr>
              <a:t>Hough</a:t>
            </a:r>
            <a:r>
              <a:rPr lang="zh-CN" altLang="en-US" sz="3200" dirty="0">
                <a:solidFill>
                  <a:srgbClr val="004C54"/>
                </a:solidFill>
                <a:latin typeface="黑体" panose="02010609060101010101" pitchFamily="49" charset="-122"/>
                <a:ea typeface="黑体" panose="02010609060101010101" pitchFamily="49" charset="-122"/>
              </a:rPr>
              <a:t>变换</a:t>
            </a:r>
            <a:endParaRPr lang="en-US" altLang="zh-CN" sz="3200" dirty="0">
              <a:solidFill>
                <a:srgbClr val="004C54"/>
              </a:solidFill>
              <a:latin typeface="黑体" panose="02010609060101010101" pitchFamily="49" charset="-122"/>
              <a:ea typeface="黑体" panose="02010609060101010101" pitchFamily="49" charset="-122"/>
            </a:endParaRPr>
          </a:p>
          <a:p>
            <a:r>
              <a:rPr lang="zh-CN" altLang="en-US" sz="3200" dirty="0">
                <a:solidFill>
                  <a:schemeClr val="bg2">
                    <a:lumMod val="60000"/>
                    <a:lumOff val="40000"/>
                  </a:schemeClr>
                </a:solidFill>
                <a:latin typeface="黑体" panose="02010609060101010101" pitchFamily="49" charset="-122"/>
                <a:ea typeface="黑体" panose="02010609060101010101" pitchFamily="49" charset="-122"/>
              </a:rPr>
              <a:t>六、动态聚类分割</a:t>
            </a:r>
          </a:p>
        </p:txBody>
      </p:sp>
      <p:sp>
        <p:nvSpPr>
          <p:cNvPr id="1048632" name="TextBox 27"/>
          <p:cNvSpPr txBox="1"/>
          <p:nvPr/>
        </p:nvSpPr>
        <p:spPr>
          <a:xfrm>
            <a:off x="1012825" y="176213"/>
            <a:ext cx="3078479" cy="574040"/>
          </a:xfrm>
          <a:prstGeom prst="rect">
            <a:avLst/>
          </a:prstGeom>
          <a:noFill/>
          <a:ln w="9525">
            <a:noFill/>
          </a:ln>
        </p:spPr>
        <p:txBody>
          <a:bodyPr wrap="none" anchor="t">
            <a:spAutoFit/>
          </a:bodyPr>
          <a:lstStyle/>
          <a:p>
            <a:r>
              <a:rPr lang="zh-CN" altLang="en-US" sz="3200" dirty="0">
                <a:solidFill>
                  <a:srgbClr val="004C54"/>
                </a:solidFill>
                <a:latin typeface="黑体" panose="02010609060101010101" pitchFamily="49" charset="-122"/>
                <a:ea typeface="黑体" panose="02010609060101010101" pitchFamily="49" charset="-122"/>
              </a:rPr>
              <a:t>五、</a:t>
            </a:r>
            <a:r>
              <a:rPr lang="en-US" altLang="zh-CN" sz="3200" dirty="0">
                <a:solidFill>
                  <a:srgbClr val="004C54"/>
                </a:solidFill>
                <a:latin typeface="黑体" panose="02010609060101010101" pitchFamily="49" charset="-122"/>
                <a:ea typeface="黑体" panose="02010609060101010101" pitchFamily="49" charset="-122"/>
              </a:rPr>
              <a:t>Hough</a:t>
            </a:r>
            <a:r>
              <a:rPr lang="zh-CN" altLang="en-US" sz="3200" dirty="0">
                <a:solidFill>
                  <a:srgbClr val="004C54"/>
                </a:solidFill>
                <a:latin typeface="黑体" panose="02010609060101010101" pitchFamily="49" charset="-122"/>
                <a:ea typeface="黑体" panose="02010609060101010101" pitchFamily="49" charset="-122"/>
              </a:rPr>
              <a:t>变换</a:t>
            </a:r>
            <a:endParaRPr lang="en-US" altLang="zh-CN" sz="3200" dirty="0">
              <a:solidFill>
                <a:srgbClr val="004C54"/>
              </a:solidFill>
              <a:latin typeface="黑体" panose="02010609060101010101" pitchFamily="49" charset="-122"/>
              <a:ea typeface="黑体" panose="02010609060101010101" pitchFamily="49" charset="-122"/>
            </a:endParaRPr>
          </a:p>
        </p:txBody>
      </p:sp>
      <p:sp>
        <p:nvSpPr>
          <p:cNvPr id="1048633"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a:p>
        </p:txBody>
      </p:sp>
    </p:spTree>
  </p:cSld>
  <p:clrMapOvr>
    <a:masterClrMapping/>
  </p:clrMapOvr>
  <p:transition spd="slow" advTm="3804">
    <p:fade/>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756" name="矩形 4"/>
          <p:cNvSpPr/>
          <p:nvPr/>
        </p:nvSpPr>
        <p:spPr>
          <a:xfrm>
            <a:off x="1466255" y="1316424"/>
            <a:ext cx="8386815" cy="1581150"/>
          </a:xfrm>
          <a:prstGeom prst="rect">
            <a:avLst/>
          </a:prstGeom>
          <a:solidFill>
            <a:schemeClr val="tx2"/>
          </a:solidFill>
          <a:ln w="9525" cap="flat" cmpd="sng">
            <a:solidFill>
              <a:schemeClr val="bg2"/>
            </a:solidFill>
            <a:prstDash val="solid"/>
            <a:bevel/>
            <a:headEnd type="none" w="med" len="med"/>
            <a:tailEnd type="none" w="med" len="med"/>
          </a:ln>
        </p:spPr>
        <p:txBody>
          <a:bodyPr anchor="t"/>
          <a:lstStyle/>
          <a:p>
            <a:endParaRPr lang="zh-CN" altLang="en-US" dirty="0">
              <a:latin typeface="Arial" panose="020B0604020202020204" pitchFamily="34" charset="0"/>
              <a:ea typeface="宋体" panose="02010600030101010101" pitchFamily="2" charset="-122"/>
            </a:endParaRPr>
          </a:p>
        </p:txBody>
      </p:sp>
      <p:sp>
        <p:nvSpPr>
          <p:cNvPr id="1049757" name="TextBox 15"/>
          <p:cNvSpPr txBox="1"/>
          <p:nvPr/>
        </p:nvSpPr>
        <p:spPr>
          <a:xfrm>
            <a:off x="2148529" y="1391699"/>
            <a:ext cx="7344816" cy="1477328"/>
          </a:xfrm>
          <a:prstGeom prst="rect">
            <a:avLst/>
          </a:prstGeom>
          <a:noFill/>
          <a:ln w="9525">
            <a:noFill/>
          </a:ln>
        </p:spPr>
        <p:txBody>
          <a:bodyPr wrap="square" anchor="t">
            <a:spAutoFit/>
          </a:bodyPr>
          <a:lstStyle/>
          <a:p>
            <a:pPr>
              <a:lnSpc>
                <a:spcPct val="150000"/>
              </a:lnSpc>
            </a:pPr>
            <a:r>
              <a:rPr lang="zh-CN" altLang="en-US" sz="2000" b="1" dirty="0">
                <a:latin typeface="微软雅黑" panose="020B0503020204020204" pitchFamily="34" charset="-122"/>
                <a:ea typeface="微软雅黑" panose="020B0503020204020204" pitchFamily="34" charset="-122"/>
              </a:rPr>
              <a:t>问题背景</a:t>
            </a:r>
            <a:r>
              <a:rPr lang="zh-CN" altLang="en-US" sz="2000" dirty="0">
                <a:latin typeface="微软雅黑" panose="020B0503020204020204" pitchFamily="34" charset="-122"/>
                <a:ea typeface="微软雅黑" panose="020B0503020204020204" pitchFamily="34" charset="-122"/>
              </a:rPr>
              <a:t>：已知边界点集，需要连接形成完整的边界图形描述</a:t>
            </a:r>
            <a:endParaRPr lang="en-US" altLang="zh-CN" sz="2000" dirty="0">
              <a:latin typeface="微软雅黑" panose="020B0503020204020204" pitchFamily="34" charset="-122"/>
              <a:ea typeface="微软雅黑" panose="020B0503020204020204" pitchFamily="34" charset="-122"/>
            </a:endParaRPr>
          </a:p>
          <a:p>
            <a:pPr>
              <a:lnSpc>
                <a:spcPct val="150000"/>
              </a:lnSpc>
            </a:pP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Hough</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变换是一种</a:t>
            </a:r>
            <a:r>
              <a:rPr lang="zh-CN" altLang="en-US" sz="2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检测、定位直线和解析曲线</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的有效方法。 </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把二值图变换到</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Hough</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参数空间，在参数空间用</a:t>
            </a:r>
            <a:r>
              <a:rPr lang="zh-CN" altLang="en-US" sz="2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极值点</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检测目标。</a:t>
            </a:r>
          </a:p>
        </p:txBody>
      </p:sp>
      <p:sp>
        <p:nvSpPr>
          <p:cNvPr id="1049758" name="Freeform 12"/>
          <p:cNvSpPr/>
          <p:nvPr/>
        </p:nvSpPr>
        <p:spPr>
          <a:xfrm>
            <a:off x="1329730" y="1170374"/>
            <a:ext cx="528637" cy="530225"/>
          </a:xfrm>
          <a:custGeom>
            <a:avLst/>
            <a:gdLst/>
            <a:ahLst/>
            <a:cxnLst>
              <a:cxn ang="0">
                <a:pos x="0" y="0"/>
              </a:cxn>
              <a:cxn ang="0">
                <a:pos x="2147483647" y="0"/>
              </a:cxn>
              <a:cxn ang="0">
                <a:pos x="2147483647" y="2147483647"/>
              </a:cxn>
              <a:cxn ang="0">
                <a:pos x="2147483647" y="2147483647"/>
              </a:cxn>
              <a:cxn ang="0">
                <a:pos x="2147483647" y="2147483647"/>
              </a:cxn>
              <a:cxn ang="0">
                <a:pos x="0" y="2147483647"/>
              </a:cxn>
              <a:cxn ang="0">
                <a:pos x="0" y="0"/>
              </a:cxn>
            </a:cxnLst>
            <a:rect l="0" t="0" r="0" b="0"/>
            <a:pathLst>
              <a:path w="1446" h="1446">
                <a:moveTo>
                  <a:pt x="0" y="0"/>
                </a:moveTo>
                <a:lnTo>
                  <a:pt x="1446" y="0"/>
                </a:lnTo>
                <a:lnTo>
                  <a:pt x="1446" y="458"/>
                </a:lnTo>
                <a:lnTo>
                  <a:pt x="438" y="458"/>
                </a:lnTo>
                <a:lnTo>
                  <a:pt x="438" y="1446"/>
                </a:lnTo>
                <a:lnTo>
                  <a:pt x="0" y="1446"/>
                </a:lnTo>
                <a:lnTo>
                  <a:pt x="0" y="0"/>
                </a:lnTo>
                <a:close/>
              </a:path>
            </a:pathLst>
          </a:custGeom>
          <a:solidFill>
            <a:srgbClr val="113E6A"/>
          </a:solidFill>
          <a:ln w="9525">
            <a:noFill/>
          </a:ln>
        </p:spPr>
        <p:txBody>
          <a:bodyPr/>
          <a:lstStyle/>
          <a:p>
            <a:endParaRPr lang="zh-CN" altLang="en-US"/>
          </a:p>
        </p:txBody>
      </p:sp>
      <p:sp>
        <p:nvSpPr>
          <p:cNvPr id="1049759" name="Freeform 12"/>
          <p:cNvSpPr/>
          <p:nvPr/>
        </p:nvSpPr>
        <p:spPr>
          <a:xfrm flipH="1" flipV="1">
            <a:off x="9475983" y="2545847"/>
            <a:ext cx="528638" cy="530225"/>
          </a:xfrm>
          <a:custGeom>
            <a:avLst/>
            <a:gdLst/>
            <a:ahLst/>
            <a:cxnLst>
              <a:cxn ang="0">
                <a:pos x="0" y="0"/>
              </a:cxn>
              <a:cxn ang="0">
                <a:pos x="2147483647" y="0"/>
              </a:cxn>
              <a:cxn ang="0">
                <a:pos x="2147483647" y="2147483647"/>
              </a:cxn>
              <a:cxn ang="0">
                <a:pos x="2147483647" y="2147483647"/>
              </a:cxn>
              <a:cxn ang="0">
                <a:pos x="2147483647" y="2147483647"/>
              </a:cxn>
              <a:cxn ang="0">
                <a:pos x="0" y="2147483647"/>
              </a:cxn>
              <a:cxn ang="0">
                <a:pos x="0" y="0"/>
              </a:cxn>
            </a:cxnLst>
            <a:rect l="0" t="0" r="0" b="0"/>
            <a:pathLst>
              <a:path w="1446" h="1446">
                <a:moveTo>
                  <a:pt x="0" y="0"/>
                </a:moveTo>
                <a:lnTo>
                  <a:pt x="1446" y="0"/>
                </a:lnTo>
                <a:lnTo>
                  <a:pt x="1446" y="458"/>
                </a:lnTo>
                <a:lnTo>
                  <a:pt x="438" y="458"/>
                </a:lnTo>
                <a:lnTo>
                  <a:pt x="438" y="1446"/>
                </a:lnTo>
                <a:lnTo>
                  <a:pt x="0" y="1446"/>
                </a:lnTo>
                <a:lnTo>
                  <a:pt x="0" y="0"/>
                </a:lnTo>
                <a:close/>
              </a:path>
            </a:pathLst>
          </a:custGeom>
          <a:solidFill>
            <a:srgbClr val="113E6A"/>
          </a:solidFill>
          <a:ln w="9525">
            <a:noFill/>
          </a:ln>
        </p:spPr>
        <p:txBody>
          <a:bodyPr/>
          <a:lstStyle/>
          <a:p>
            <a:endParaRPr lang="zh-CN" altLang="en-US"/>
          </a:p>
        </p:txBody>
      </p:sp>
      <p:sp>
        <p:nvSpPr>
          <p:cNvPr id="1049760"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a:p>
        </p:txBody>
      </p:sp>
      <p:sp>
        <p:nvSpPr>
          <p:cNvPr id="1049761" name="TextBox 27"/>
          <p:cNvSpPr txBox="1"/>
          <p:nvPr/>
        </p:nvSpPr>
        <p:spPr>
          <a:xfrm>
            <a:off x="1012825" y="176213"/>
            <a:ext cx="3078479" cy="574040"/>
          </a:xfrm>
          <a:prstGeom prst="rect">
            <a:avLst/>
          </a:prstGeom>
          <a:noFill/>
          <a:ln w="9525">
            <a:noFill/>
          </a:ln>
        </p:spPr>
        <p:txBody>
          <a:bodyPr wrap="none" anchor="t">
            <a:spAutoFit/>
          </a:bodyPr>
          <a:lstStyle/>
          <a:p>
            <a:r>
              <a:rPr lang="zh-CN" altLang="en-US" sz="3200" dirty="0">
                <a:solidFill>
                  <a:srgbClr val="004C54"/>
                </a:solidFill>
                <a:latin typeface="黑体" panose="02010609060101010101" pitchFamily="49" charset="-122"/>
                <a:ea typeface="黑体" panose="02010609060101010101" pitchFamily="49" charset="-122"/>
              </a:rPr>
              <a:t>五、</a:t>
            </a:r>
            <a:r>
              <a:rPr lang="en-US" altLang="zh-CN" sz="3200" dirty="0">
                <a:solidFill>
                  <a:srgbClr val="004C54"/>
                </a:solidFill>
                <a:latin typeface="黑体" panose="02010609060101010101" pitchFamily="49" charset="-122"/>
                <a:ea typeface="黑体" panose="02010609060101010101" pitchFamily="49" charset="-122"/>
              </a:rPr>
              <a:t>Hough</a:t>
            </a:r>
            <a:r>
              <a:rPr lang="zh-CN" altLang="en-US" sz="3200" dirty="0">
                <a:solidFill>
                  <a:srgbClr val="004C54"/>
                </a:solidFill>
                <a:latin typeface="黑体" panose="02010609060101010101" pitchFamily="49" charset="-122"/>
                <a:ea typeface="黑体" panose="02010609060101010101" pitchFamily="49" charset="-122"/>
              </a:rPr>
              <a:t>变换</a:t>
            </a:r>
            <a:endParaRPr lang="en-US" altLang="zh-CN" sz="3200" dirty="0">
              <a:solidFill>
                <a:srgbClr val="004C54"/>
              </a:solidFill>
              <a:latin typeface="黑体" panose="02010609060101010101" pitchFamily="49" charset="-122"/>
              <a:ea typeface="黑体" panose="02010609060101010101" pitchFamily="49" charset="-122"/>
            </a:endParaRPr>
          </a:p>
        </p:txBody>
      </p:sp>
      <p:pic>
        <p:nvPicPr>
          <p:cNvPr id="2097240" name="图片 1"/>
          <p:cNvPicPr>
            <a:picLocks noChangeAspect="1"/>
          </p:cNvPicPr>
          <p:nvPr/>
        </p:nvPicPr>
        <p:blipFill>
          <a:blip r:embed="rId2"/>
          <a:stretch>
            <a:fillRect/>
          </a:stretch>
        </p:blipFill>
        <p:spPr>
          <a:xfrm>
            <a:off x="1466255" y="3284983"/>
            <a:ext cx="3962066" cy="3018717"/>
          </a:xfrm>
          <a:prstGeom prst="rect">
            <a:avLst/>
          </a:prstGeom>
        </p:spPr>
      </p:pic>
      <p:pic>
        <p:nvPicPr>
          <p:cNvPr id="2097241" name="图片 2"/>
          <p:cNvPicPr>
            <a:picLocks noChangeAspect="1"/>
          </p:cNvPicPr>
          <p:nvPr/>
        </p:nvPicPr>
        <p:blipFill>
          <a:blip r:embed="rId3"/>
          <a:stretch>
            <a:fillRect/>
          </a:stretch>
        </p:blipFill>
        <p:spPr>
          <a:xfrm>
            <a:off x="7430795" y="4218278"/>
            <a:ext cx="2077945" cy="1152128"/>
          </a:xfrm>
          <a:prstGeom prst="rect">
            <a:avLst/>
          </a:prstGeom>
        </p:spPr>
      </p:pic>
      <p:sp>
        <p:nvSpPr>
          <p:cNvPr id="1049762" name="矩形 3"/>
          <p:cNvSpPr/>
          <p:nvPr/>
        </p:nvSpPr>
        <p:spPr>
          <a:xfrm>
            <a:off x="5744381" y="4578897"/>
            <a:ext cx="1192778" cy="447040"/>
          </a:xfrm>
          <a:prstGeom prst="rect">
            <a:avLst/>
          </a:prstGeom>
        </p:spPr>
        <p:txBody>
          <a:bodyPr wrap="none">
            <a:spAutoFit/>
          </a:bodyPr>
          <a:lstStyle/>
          <a:p>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y</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i="1" dirty="0" err="1">
                <a:latin typeface="Times New Roman" panose="02020603050405020304" pitchFamily="18" charset="0"/>
                <a:ea typeface="微软雅黑" panose="020B0503020204020204" pitchFamily="34" charset="-122"/>
                <a:cs typeface="Times New Roman" panose="02020603050405020304" pitchFamily="18" charset="0"/>
              </a:rPr>
              <a:t>kx</a:t>
            </a:r>
            <a:r>
              <a:rPr lang="en-US" altLang="zh-CN" sz="2400" dirty="0" err="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i="1" dirty="0" err="1">
                <a:latin typeface="Times New Roman" panose="02020603050405020304" pitchFamily="18" charset="0"/>
                <a:ea typeface="微软雅黑" panose="020B0503020204020204" pitchFamily="34" charset="-122"/>
                <a:cs typeface="Times New Roman" panose="02020603050405020304" pitchFamily="18" charset="0"/>
              </a:rPr>
              <a:t>q</a:t>
            </a:r>
            <a:endParaRPr lang="zh-CN" altLang="en-US" sz="2400" i="1"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049763" name="右箭头 4"/>
          <p:cNvSpPr/>
          <p:nvPr/>
        </p:nvSpPr>
        <p:spPr bwMode="auto">
          <a:xfrm>
            <a:off x="6993351" y="4693100"/>
            <a:ext cx="282043" cy="347462"/>
          </a:xfrm>
          <a:prstGeom prst="rightArrow">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p:transition spd="slow" advTm="3804">
    <p:fade/>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951" name="TextBox 15"/>
          <p:cNvSpPr txBox="1"/>
          <p:nvPr/>
        </p:nvSpPr>
        <p:spPr>
          <a:xfrm>
            <a:off x="2148529" y="1391699"/>
            <a:ext cx="7344816" cy="548639"/>
          </a:xfrm>
          <a:prstGeom prst="rect">
            <a:avLst/>
          </a:prstGeom>
          <a:noFill/>
          <a:ln w="9525">
            <a:noFill/>
          </a:ln>
        </p:spPr>
        <p:txBody>
          <a:bodyPr wrap="square" anchor="t">
            <a:spAutoFit/>
          </a:bodyPr>
          <a:lstStyle/>
          <a:p>
            <a:pPr>
              <a:lnSpc>
                <a:spcPct val="150000"/>
              </a:lnSpc>
            </a:pPr>
            <a:r>
              <a:rPr lang="zh-CN" altLang="en-US" sz="2000" b="1" dirty="0">
                <a:latin typeface="微软雅黑" panose="020B0503020204020204" pitchFamily="34" charset="-122"/>
                <a:ea typeface="微软雅黑" panose="020B0503020204020204" pitchFamily="34" charset="-122"/>
                <a:cs typeface="Times New Roman" panose="02020603050405020304" pitchFamily="18" charset="0"/>
              </a:rPr>
              <a:t>点与直线在</a:t>
            </a:r>
            <a:r>
              <a:rPr lang="en-US" altLang="zh-CN" sz="2000" b="1" dirty="0">
                <a:latin typeface="微软雅黑" panose="020B0503020204020204" pitchFamily="34" charset="-122"/>
                <a:ea typeface="微软雅黑" panose="020B0503020204020204" pitchFamily="34" charset="-122"/>
                <a:cs typeface="Times New Roman" panose="02020603050405020304" pitchFamily="18" charset="0"/>
              </a:rPr>
              <a:t>Hough</a:t>
            </a:r>
            <a:r>
              <a:rPr lang="zh-CN" altLang="en-US" sz="2000" b="1" dirty="0">
                <a:latin typeface="微软雅黑" panose="020B0503020204020204" pitchFamily="34" charset="-122"/>
                <a:ea typeface="微软雅黑" panose="020B0503020204020204" pitchFamily="34" charset="-122"/>
                <a:cs typeface="Times New Roman" panose="02020603050405020304" pitchFamily="18" charset="0"/>
              </a:rPr>
              <a:t>空间与笛卡尔坐标系相互对应</a:t>
            </a:r>
            <a:endParaRPr lang="zh-CN" altLang="en-US" sz="20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049952"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a:p>
        </p:txBody>
      </p:sp>
      <p:sp>
        <p:nvSpPr>
          <p:cNvPr id="1049953" name="TextBox 27"/>
          <p:cNvSpPr txBox="1"/>
          <p:nvPr/>
        </p:nvSpPr>
        <p:spPr>
          <a:xfrm>
            <a:off x="1012825" y="176213"/>
            <a:ext cx="3078479" cy="574040"/>
          </a:xfrm>
          <a:prstGeom prst="rect">
            <a:avLst/>
          </a:prstGeom>
          <a:noFill/>
          <a:ln w="9525">
            <a:noFill/>
          </a:ln>
        </p:spPr>
        <p:txBody>
          <a:bodyPr wrap="none" anchor="t">
            <a:spAutoFit/>
          </a:bodyPr>
          <a:lstStyle/>
          <a:p>
            <a:r>
              <a:rPr lang="zh-CN" altLang="en-US" sz="3200" dirty="0">
                <a:solidFill>
                  <a:srgbClr val="004C54"/>
                </a:solidFill>
                <a:latin typeface="黑体" panose="02010609060101010101" pitchFamily="49" charset="-122"/>
                <a:ea typeface="黑体" panose="02010609060101010101" pitchFamily="49" charset="-122"/>
              </a:rPr>
              <a:t>五、</a:t>
            </a:r>
            <a:r>
              <a:rPr lang="en-US" altLang="zh-CN" sz="3200" dirty="0">
                <a:solidFill>
                  <a:srgbClr val="004C54"/>
                </a:solidFill>
                <a:latin typeface="黑体" panose="02010609060101010101" pitchFamily="49" charset="-122"/>
                <a:ea typeface="黑体" panose="02010609060101010101" pitchFamily="49" charset="-122"/>
              </a:rPr>
              <a:t>Hough</a:t>
            </a:r>
            <a:r>
              <a:rPr lang="zh-CN" altLang="en-US" sz="3200" dirty="0">
                <a:solidFill>
                  <a:srgbClr val="004C54"/>
                </a:solidFill>
                <a:latin typeface="黑体" panose="02010609060101010101" pitchFamily="49" charset="-122"/>
                <a:ea typeface="黑体" panose="02010609060101010101" pitchFamily="49" charset="-122"/>
              </a:rPr>
              <a:t>变换</a:t>
            </a:r>
            <a:endParaRPr lang="en-US" altLang="zh-CN" sz="3200" dirty="0">
              <a:solidFill>
                <a:srgbClr val="004C54"/>
              </a:solidFill>
              <a:latin typeface="黑体" panose="02010609060101010101" pitchFamily="49" charset="-122"/>
              <a:ea typeface="黑体" panose="02010609060101010101" pitchFamily="49" charset="-122"/>
            </a:endParaRPr>
          </a:p>
        </p:txBody>
      </p:sp>
      <p:pic>
        <p:nvPicPr>
          <p:cNvPr id="2097250" name="图片 5"/>
          <p:cNvPicPr>
            <a:picLocks noChangeAspect="1"/>
          </p:cNvPicPr>
          <p:nvPr/>
        </p:nvPicPr>
        <p:blipFill>
          <a:blip r:embed="rId2"/>
          <a:stretch>
            <a:fillRect/>
          </a:stretch>
        </p:blipFill>
        <p:spPr>
          <a:xfrm>
            <a:off x="396731" y="2276872"/>
            <a:ext cx="5107767" cy="2304256"/>
          </a:xfrm>
          <a:prstGeom prst="rect">
            <a:avLst/>
          </a:prstGeom>
        </p:spPr>
      </p:pic>
      <p:pic>
        <p:nvPicPr>
          <p:cNvPr id="2097251" name="图片 7"/>
          <p:cNvPicPr>
            <a:picLocks noChangeAspect="1"/>
          </p:cNvPicPr>
          <p:nvPr/>
        </p:nvPicPr>
        <p:blipFill>
          <a:blip r:embed="rId3"/>
          <a:stretch>
            <a:fillRect/>
          </a:stretch>
        </p:blipFill>
        <p:spPr>
          <a:xfrm>
            <a:off x="6530429" y="2276872"/>
            <a:ext cx="4838938" cy="2304256"/>
          </a:xfrm>
          <a:prstGeom prst="rect">
            <a:avLst/>
          </a:prstGeom>
        </p:spPr>
      </p:pic>
      <p:sp>
        <p:nvSpPr>
          <p:cNvPr id="1049954" name="矩形 8"/>
          <p:cNvSpPr/>
          <p:nvPr/>
        </p:nvSpPr>
        <p:spPr>
          <a:xfrm>
            <a:off x="193725" y="4779390"/>
            <a:ext cx="5453380" cy="358140"/>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笛卡尔坐标系中一条直线，对应</a:t>
            </a:r>
            <a:r>
              <a:rPr lang="en-US" altLang="zh-CN" dirty="0">
                <a:latin typeface="微软雅黑" panose="020B0503020204020204" pitchFamily="34" charset="-122"/>
                <a:ea typeface="微软雅黑" panose="020B0503020204020204" pitchFamily="34" charset="-122"/>
              </a:rPr>
              <a:t>Hough</a:t>
            </a:r>
            <a:r>
              <a:rPr lang="zh-CN" altLang="en-US" dirty="0">
                <a:latin typeface="微软雅黑" panose="020B0503020204020204" pitchFamily="34" charset="-122"/>
                <a:ea typeface="微软雅黑" panose="020B0503020204020204" pitchFamily="34" charset="-122"/>
              </a:rPr>
              <a:t>空间的一个点</a:t>
            </a:r>
          </a:p>
        </p:txBody>
      </p:sp>
      <p:sp>
        <p:nvSpPr>
          <p:cNvPr id="1049955" name="矩形 9"/>
          <p:cNvSpPr/>
          <p:nvPr/>
        </p:nvSpPr>
        <p:spPr>
          <a:xfrm>
            <a:off x="6242397" y="4779390"/>
            <a:ext cx="5453380" cy="358140"/>
          </a:xfrm>
          <a:prstGeom prst="rect">
            <a:avLst/>
          </a:prstGeom>
        </p:spPr>
        <p:txBody>
          <a:bodyPr wrap="none">
            <a:spAutoFit/>
          </a:bodyPr>
          <a:lstStyle/>
          <a:p>
            <a:r>
              <a:rPr lang="en-US" altLang="zh-CN" dirty="0">
                <a:latin typeface="微软雅黑" panose="020B0503020204020204" pitchFamily="34" charset="-122"/>
                <a:ea typeface="微软雅黑" panose="020B0503020204020204" pitchFamily="34" charset="-122"/>
              </a:rPr>
              <a:t>Hough</a:t>
            </a:r>
            <a:r>
              <a:rPr lang="zh-CN" altLang="en-US" dirty="0">
                <a:latin typeface="微软雅黑" panose="020B0503020204020204" pitchFamily="34" charset="-122"/>
                <a:ea typeface="微软雅黑" panose="020B0503020204020204" pitchFamily="34" charset="-122"/>
              </a:rPr>
              <a:t>空间的一条直线，对应笛卡尔坐标系的一个点</a:t>
            </a:r>
          </a:p>
        </p:txBody>
      </p:sp>
    </p:spTree>
  </p:cSld>
  <p:clrMapOvr>
    <a:masterClrMapping/>
  </p:clrMapOvr>
  <p:transition spd="slow" advTm="3804">
    <p:fade/>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956"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a:p>
        </p:txBody>
      </p:sp>
      <p:sp>
        <p:nvSpPr>
          <p:cNvPr id="1049957" name="TextBox 27"/>
          <p:cNvSpPr txBox="1"/>
          <p:nvPr/>
        </p:nvSpPr>
        <p:spPr>
          <a:xfrm>
            <a:off x="1012825" y="176213"/>
            <a:ext cx="3078479" cy="574040"/>
          </a:xfrm>
          <a:prstGeom prst="rect">
            <a:avLst/>
          </a:prstGeom>
          <a:noFill/>
          <a:ln w="9525">
            <a:noFill/>
          </a:ln>
        </p:spPr>
        <p:txBody>
          <a:bodyPr wrap="none" anchor="t">
            <a:spAutoFit/>
          </a:bodyPr>
          <a:lstStyle/>
          <a:p>
            <a:r>
              <a:rPr lang="zh-CN" altLang="en-US" sz="3200" dirty="0">
                <a:solidFill>
                  <a:srgbClr val="004C54"/>
                </a:solidFill>
                <a:latin typeface="黑体" panose="02010609060101010101" pitchFamily="49" charset="-122"/>
                <a:ea typeface="黑体" panose="02010609060101010101" pitchFamily="49" charset="-122"/>
              </a:rPr>
              <a:t>五、</a:t>
            </a:r>
            <a:r>
              <a:rPr lang="en-US" altLang="zh-CN" sz="3200" dirty="0">
                <a:solidFill>
                  <a:srgbClr val="004C54"/>
                </a:solidFill>
                <a:latin typeface="黑体" panose="02010609060101010101" pitchFamily="49" charset="-122"/>
                <a:ea typeface="黑体" panose="02010609060101010101" pitchFamily="49" charset="-122"/>
              </a:rPr>
              <a:t>Hough</a:t>
            </a:r>
            <a:r>
              <a:rPr lang="zh-CN" altLang="en-US" sz="3200" dirty="0">
                <a:solidFill>
                  <a:srgbClr val="004C54"/>
                </a:solidFill>
                <a:latin typeface="黑体" panose="02010609060101010101" pitchFamily="49" charset="-122"/>
                <a:ea typeface="黑体" panose="02010609060101010101" pitchFamily="49" charset="-122"/>
              </a:rPr>
              <a:t>变换</a:t>
            </a:r>
            <a:endParaRPr lang="en-US" altLang="zh-CN" sz="3200" dirty="0">
              <a:solidFill>
                <a:srgbClr val="004C54"/>
              </a:solidFill>
              <a:latin typeface="黑体" panose="02010609060101010101" pitchFamily="49" charset="-122"/>
              <a:ea typeface="黑体" panose="02010609060101010101" pitchFamily="49" charset="-122"/>
            </a:endParaRPr>
          </a:p>
        </p:txBody>
      </p:sp>
      <p:sp>
        <p:nvSpPr>
          <p:cNvPr id="1049958" name="矩形 8"/>
          <p:cNvSpPr/>
          <p:nvPr/>
        </p:nvSpPr>
        <p:spPr>
          <a:xfrm>
            <a:off x="2295228" y="2979621"/>
            <a:ext cx="1569660"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两点对应情形</a:t>
            </a:r>
          </a:p>
        </p:txBody>
      </p:sp>
      <p:sp>
        <p:nvSpPr>
          <p:cNvPr id="1049959" name="矩形 9"/>
          <p:cNvSpPr/>
          <p:nvPr/>
        </p:nvSpPr>
        <p:spPr>
          <a:xfrm>
            <a:off x="8708515" y="2985498"/>
            <a:ext cx="1569660"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三点对应情形</a:t>
            </a:r>
          </a:p>
        </p:txBody>
      </p:sp>
      <p:pic>
        <p:nvPicPr>
          <p:cNvPr id="2097252" name="图片 1"/>
          <p:cNvPicPr>
            <a:picLocks noChangeAspect="1"/>
          </p:cNvPicPr>
          <p:nvPr/>
        </p:nvPicPr>
        <p:blipFill>
          <a:blip r:embed="rId2"/>
          <a:stretch>
            <a:fillRect/>
          </a:stretch>
        </p:blipFill>
        <p:spPr>
          <a:xfrm>
            <a:off x="210745" y="764704"/>
            <a:ext cx="5514573" cy="2016224"/>
          </a:xfrm>
          <a:prstGeom prst="rect">
            <a:avLst/>
          </a:prstGeom>
        </p:spPr>
      </p:pic>
      <p:pic>
        <p:nvPicPr>
          <p:cNvPr id="2097253" name="图片 2"/>
          <p:cNvPicPr>
            <a:picLocks noChangeAspect="1"/>
          </p:cNvPicPr>
          <p:nvPr/>
        </p:nvPicPr>
        <p:blipFill>
          <a:blip r:embed="rId3"/>
          <a:stretch>
            <a:fillRect/>
          </a:stretch>
        </p:blipFill>
        <p:spPr>
          <a:xfrm>
            <a:off x="5936289" y="764705"/>
            <a:ext cx="6068734" cy="2016224"/>
          </a:xfrm>
          <a:prstGeom prst="rect">
            <a:avLst/>
          </a:prstGeom>
        </p:spPr>
      </p:pic>
      <p:pic>
        <p:nvPicPr>
          <p:cNvPr id="2097254" name="图片 3"/>
          <p:cNvPicPr>
            <a:picLocks noChangeAspect="1"/>
          </p:cNvPicPr>
          <p:nvPr/>
        </p:nvPicPr>
        <p:blipFill>
          <a:blip r:embed="rId4"/>
          <a:stretch>
            <a:fillRect/>
          </a:stretch>
        </p:blipFill>
        <p:spPr>
          <a:xfrm>
            <a:off x="2497981" y="3530048"/>
            <a:ext cx="7612052" cy="2320592"/>
          </a:xfrm>
          <a:prstGeom prst="rect">
            <a:avLst/>
          </a:prstGeom>
        </p:spPr>
      </p:pic>
      <p:sp>
        <p:nvSpPr>
          <p:cNvPr id="1049960" name="矩形 11"/>
          <p:cNvSpPr/>
          <p:nvPr/>
        </p:nvSpPr>
        <p:spPr>
          <a:xfrm>
            <a:off x="5234285" y="6093296"/>
            <a:ext cx="2031325"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同时检测多条直线</a:t>
            </a:r>
          </a:p>
        </p:txBody>
      </p:sp>
      <mc:AlternateContent xmlns:mc="http://schemas.openxmlformats.org/markup-compatibility/2006" xmlns:p14="http://schemas.microsoft.com/office/powerpoint/2010/main">
        <mc:Choice Requires="p14">
          <p:contentPart p14:bwMode="auto" r:id="rId5">
            <p14:nvContentPartPr>
              <p14:cNvPr id="1050033" name="墨迹 1050032"/>
              <p14:cNvContentPartPr/>
              <p14:nvPr/>
            </p14:nvContentPartPr>
            <p14:xfrm>
              <a:off x="6034362" y="3748959"/>
              <a:ext cx="431909" cy="640986"/>
            </p14:xfrm>
          </p:contentPart>
        </mc:Choice>
        <mc:Fallback xmlns="">
          <p:sp>
            <p:nvSpPr>
              <p:cNvPr id="1050033" name=""/>
              <p:cNvSpPr/>
              <p:nvPr/>
            </p:nvSpPr>
            <p:spPr>
              <a:xfrm>
                <a:off x="6034362" y="3748959"/>
                <a:ext cx="431909" cy="640986"/>
              </a:xfrm>
            </p:spPr>
          </p:sp>
        </mc:Fallback>
      </mc:AlternateContent>
      <mc:AlternateContent xmlns:mc="http://schemas.openxmlformats.org/markup-compatibility/2006" xmlns:p14="http://schemas.microsoft.com/office/powerpoint/2010/main">
        <mc:Choice Requires="p14">
          <p:contentPart p14:bwMode="auto" r:id="rId6">
            <p14:nvContentPartPr>
              <p14:cNvPr id="1050034" name="墨迹 1050033"/>
              <p14:cNvContentPartPr/>
              <p14:nvPr/>
            </p14:nvContentPartPr>
            <p14:xfrm>
              <a:off x="6399236" y="3679815"/>
              <a:ext cx="132259" cy="120969"/>
            </p14:xfrm>
          </p:contentPart>
        </mc:Choice>
        <mc:Fallback xmlns="">
          <p:sp>
            <p:nvSpPr>
              <p:cNvPr id="1050034" name=""/>
              <p:cNvSpPr/>
              <p:nvPr/>
            </p:nvSpPr>
            <p:spPr>
              <a:xfrm>
                <a:off x="6399236" y="3679815"/>
                <a:ext cx="132259" cy="120969"/>
              </a:xfrm>
            </p:spPr>
          </p:sp>
        </mc:Fallback>
      </mc:AlternateContent>
      <mc:AlternateContent xmlns:mc="http://schemas.openxmlformats.org/markup-compatibility/2006" xmlns:p14="http://schemas.microsoft.com/office/powerpoint/2010/main">
        <mc:Choice Requires="p14">
          <p:contentPart p14:bwMode="auto" r:id="rId7">
            <p14:nvContentPartPr>
              <p14:cNvPr id="1050035" name="墨迹 1050034"/>
              <p14:cNvContentPartPr/>
              <p14:nvPr/>
            </p14:nvContentPartPr>
            <p14:xfrm>
              <a:off x="6698397" y="3234672"/>
              <a:ext cx="191091" cy="83090"/>
            </p14:xfrm>
          </p:contentPart>
        </mc:Choice>
        <mc:Fallback xmlns="">
          <p:sp>
            <p:nvSpPr>
              <p:cNvPr id="1050035" name=""/>
              <p:cNvSpPr/>
              <p:nvPr/>
            </p:nvSpPr>
            <p:spPr>
              <a:xfrm>
                <a:off x="6698397" y="3234672"/>
                <a:ext cx="191091" cy="83090"/>
              </a:xfrm>
            </p:spPr>
          </p:sp>
        </mc:Fallback>
      </mc:AlternateContent>
      <mc:AlternateContent xmlns:mc="http://schemas.openxmlformats.org/markup-compatibility/2006" xmlns:p14="http://schemas.microsoft.com/office/powerpoint/2010/main">
        <mc:Choice Requires="p14">
          <p:contentPart p14:bwMode="auto" r:id="rId8">
            <p14:nvContentPartPr>
              <p14:cNvPr id="1050036" name="墨迹 1050035"/>
              <p14:cNvContentPartPr/>
              <p14:nvPr/>
            </p14:nvContentPartPr>
            <p14:xfrm>
              <a:off x="6826499" y="3115528"/>
              <a:ext cx="32791" cy="333167"/>
            </p14:xfrm>
          </p:contentPart>
        </mc:Choice>
        <mc:Fallback xmlns="">
          <p:sp>
            <p:nvSpPr>
              <p:cNvPr id="1050036" name=""/>
              <p:cNvSpPr/>
              <p:nvPr/>
            </p:nvSpPr>
            <p:spPr>
              <a:xfrm>
                <a:off x="6826499" y="3115528"/>
                <a:ext cx="32791" cy="333167"/>
              </a:xfrm>
            </p:spPr>
          </p:sp>
        </mc:Fallback>
      </mc:AlternateContent>
      <mc:AlternateContent xmlns:mc="http://schemas.openxmlformats.org/markup-compatibility/2006" xmlns:p14="http://schemas.microsoft.com/office/powerpoint/2010/main">
        <mc:Choice Requires="p14">
          <p:contentPart p14:bwMode="auto" r:id="rId9">
            <p14:nvContentPartPr>
              <p14:cNvPr id="1050037" name="墨迹 1050036"/>
              <p14:cNvContentPartPr/>
              <p14:nvPr/>
            </p14:nvContentPartPr>
            <p14:xfrm>
              <a:off x="6732162" y="3159486"/>
              <a:ext cx="48511" cy="78060"/>
            </p14:xfrm>
          </p:contentPart>
        </mc:Choice>
        <mc:Fallback xmlns="">
          <p:sp>
            <p:nvSpPr>
              <p:cNvPr id="1050037" name=""/>
              <p:cNvSpPr/>
              <p:nvPr/>
            </p:nvSpPr>
            <p:spPr>
              <a:xfrm>
                <a:off x="6732162" y="3159486"/>
                <a:ext cx="48511" cy="78060"/>
              </a:xfrm>
            </p:spPr>
          </p:sp>
        </mc:Fallback>
      </mc:AlternateContent>
      <mc:AlternateContent xmlns:mc="http://schemas.openxmlformats.org/markup-compatibility/2006" xmlns:p14="http://schemas.microsoft.com/office/powerpoint/2010/main">
        <mc:Choice Requires="p14">
          <p:contentPart p14:bwMode="auto" r:id="rId10">
            <p14:nvContentPartPr>
              <p14:cNvPr id="1050038" name="墨迹 1050037"/>
              <p14:cNvContentPartPr/>
              <p14:nvPr/>
            </p14:nvContentPartPr>
            <p14:xfrm>
              <a:off x="6817996" y="3126261"/>
              <a:ext cx="56209" cy="109585"/>
            </p14:xfrm>
          </p:contentPart>
        </mc:Choice>
        <mc:Fallback xmlns="">
          <p:sp>
            <p:nvSpPr>
              <p:cNvPr id="1050038" name=""/>
              <p:cNvSpPr/>
              <p:nvPr/>
            </p:nvSpPr>
            <p:spPr>
              <a:xfrm>
                <a:off x="6817996" y="3126261"/>
                <a:ext cx="56209" cy="109585"/>
              </a:xfrm>
            </p:spPr>
          </p:sp>
        </mc:Fallback>
      </mc:AlternateContent>
      <mc:AlternateContent xmlns:mc="http://schemas.openxmlformats.org/markup-compatibility/2006" xmlns:p14="http://schemas.microsoft.com/office/powerpoint/2010/main">
        <mc:Choice Requires="p14">
          <p:contentPart p14:bwMode="auto" r:id="rId11">
            <p14:nvContentPartPr>
              <p14:cNvPr id="1050039" name="墨迹 1050038"/>
              <p14:cNvContentPartPr/>
              <p14:nvPr/>
            </p14:nvContentPartPr>
            <p14:xfrm>
              <a:off x="6763009" y="3283303"/>
              <a:ext cx="153490" cy="175976"/>
            </p14:xfrm>
          </p:contentPart>
        </mc:Choice>
        <mc:Fallback xmlns="">
          <p:sp>
            <p:nvSpPr>
              <p:cNvPr id="1050039" name=""/>
              <p:cNvSpPr/>
              <p:nvPr/>
            </p:nvSpPr>
            <p:spPr>
              <a:xfrm>
                <a:off x="6763009" y="3283303"/>
                <a:ext cx="153490" cy="175976"/>
              </a:xfrm>
            </p:spPr>
          </p:sp>
        </mc:Fallback>
      </mc:AlternateContent>
      <mc:AlternateContent xmlns:mc="http://schemas.openxmlformats.org/markup-compatibility/2006" xmlns:p14="http://schemas.microsoft.com/office/powerpoint/2010/main">
        <mc:Choice Requires="p14">
          <p:contentPart p14:bwMode="auto" r:id="rId12">
            <p14:nvContentPartPr>
              <p14:cNvPr id="1050040" name="墨迹 1050039"/>
              <p14:cNvContentPartPr/>
              <p14:nvPr/>
            </p14:nvContentPartPr>
            <p14:xfrm>
              <a:off x="6751467" y="3445430"/>
              <a:ext cx="166676" cy="86735"/>
            </p14:xfrm>
          </p:contentPart>
        </mc:Choice>
        <mc:Fallback xmlns="">
          <p:sp>
            <p:nvSpPr>
              <p:cNvPr id="1050040" name=""/>
              <p:cNvSpPr/>
              <p:nvPr/>
            </p:nvSpPr>
            <p:spPr>
              <a:xfrm>
                <a:off x="6751467" y="3445430"/>
                <a:ext cx="166676" cy="86735"/>
              </a:xfrm>
            </p:spPr>
          </p:sp>
        </mc:Fallback>
      </mc:AlternateContent>
      <mc:AlternateContent xmlns:mc="http://schemas.openxmlformats.org/markup-compatibility/2006" xmlns:p14="http://schemas.microsoft.com/office/powerpoint/2010/main">
        <mc:Choice Requires="p14">
          <p:contentPart p14:bwMode="auto" r:id="rId13">
            <p14:nvContentPartPr>
              <p14:cNvPr id="1050041" name="墨迹 1050040"/>
              <p14:cNvContentPartPr/>
              <p14:nvPr/>
            </p14:nvContentPartPr>
            <p14:xfrm>
              <a:off x="6689600" y="3456728"/>
              <a:ext cx="203050" cy="235723"/>
            </p14:xfrm>
          </p:contentPart>
        </mc:Choice>
        <mc:Fallback xmlns="">
          <p:sp>
            <p:nvSpPr>
              <p:cNvPr id="1050041" name=""/>
              <p:cNvSpPr/>
              <p:nvPr/>
            </p:nvSpPr>
            <p:spPr>
              <a:xfrm>
                <a:off x="6689600" y="3456728"/>
                <a:ext cx="203050" cy="235723"/>
              </a:xfrm>
            </p:spPr>
          </p:sp>
        </mc:Fallback>
      </mc:AlternateContent>
      <mc:AlternateContent xmlns:mc="http://schemas.openxmlformats.org/markup-compatibility/2006" xmlns:p14="http://schemas.microsoft.com/office/powerpoint/2010/main">
        <mc:Choice Requires="p14">
          <p:contentPart p14:bwMode="auto" r:id="rId14">
            <p14:nvContentPartPr>
              <p14:cNvPr id="1050042" name="墨迹 1050041"/>
              <p14:cNvContentPartPr/>
              <p14:nvPr/>
            </p14:nvContentPartPr>
            <p14:xfrm>
              <a:off x="6894956" y="3568579"/>
              <a:ext cx="123890" cy="82395"/>
            </p14:xfrm>
          </p:contentPart>
        </mc:Choice>
        <mc:Fallback xmlns="">
          <p:sp>
            <p:nvSpPr>
              <p:cNvPr id="1050042" name=""/>
              <p:cNvSpPr/>
              <p:nvPr/>
            </p:nvSpPr>
            <p:spPr>
              <a:xfrm>
                <a:off x="6894956" y="3568579"/>
                <a:ext cx="123890" cy="82395"/>
              </a:xfrm>
            </p:spPr>
          </p:sp>
        </mc:Fallback>
      </mc:AlternateContent>
      <mc:AlternateContent xmlns:mc="http://schemas.openxmlformats.org/markup-compatibility/2006" xmlns:p14="http://schemas.microsoft.com/office/powerpoint/2010/main">
        <mc:Choice Requires="p14">
          <p:contentPart p14:bwMode="auto" r:id="rId15">
            <p14:nvContentPartPr>
              <p14:cNvPr id="1050043" name="墨迹 1050042"/>
              <p14:cNvContentPartPr/>
              <p14:nvPr/>
            </p14:nvContentPartPr>
            <p14:xfrm>
              <a:off x="6971268" y="3213821"/>
              <a:ext cx="230918" cy="232729"/>
            </p14:xfrm>
          </p:contentPart>
        </mc:Choice>
        <mc:Fallback xmlns="">
          <p:sp>
            <p:nvSpPr>
              <p:cNvPr id="1050043" name=""/>
              <p:cNvSpPr/>
              <p:nvPr/>
            </p:nvSpPr>
            <p:spPr>
              <a:xfrm>
                <a:off x="6971268" y="3213821"/>
                <a:ext cx="230918" cy="232729"/>
              </a:xfrm>
            </p:spPr>
          </p:sp>
        </mc:Fallback>
      </mc:AlternateContent>
      <mc:AlternateContent xmlns:mc="http://schemas.openxmlformats.org/markup-compatibility/2006" xmlns:p14="http://schemas.microsoft.com/office/powerpoint/2010/main">
        <mc:Choice Requires="p14">
          <p:contentPart p14:bwMode="auto" r:id="rId16">
            <p14:nvContentPartPr>
              <p14:cNvPr id="1050044" name="墨迹 1050043"/>
              <p14:cNvContentPartPr/>
              <p14:nvPr/>
            </p14:nvContentPartPr>
            <p14:xfrm>
              <a:off x="7097217" y="3296861"/>
              <a:ext cx="45599" cy="319015"/>
            </p14:xfrm>
          </p:contentPart>
        </mc:Choice>
        <mc:Fallback xmlns="">
          <p:sp>
            <p:nvSpPr>
              <p:cNvPr id="1050044" name=""/>
              <p:cNvSpPr/>
              <p:nvPr/>
            </p:nvSpPr>
            <p:spPr>
              <a:xfrm>
                <a:off x="7097217" y="3296861"/>
                <a:ext cx="45599" cy="319015"/>
              </a:xfrm>
            </p:spPr>
          </p:sp>
        </mc:Fallback>
      </mc:AlternateContent>
      <mc:AlternateContent xmlns:mc="http://schemas.openxmlformats.org/markup-compatibility/2006" xmlns:p14="http://schemas.microsoft.com/office/powerpoint/2010/main">
        <mc:Choice Requires="p14">
          <p:contentPart p14:bwMode="auto" r:id="rId17">
            <p14:nvContentPartPr>
              <p14:cNvPr id="1050045" name="墨迹 1050044"/>
              <p14:cNvContentPartPr/>
              <p14:nvPr/>
            </p14:nvContentPartPr>
            <p14:xfrm>
              <a:off x="7170133" y="3310419"/>
              <a:ext cx="134963" cy="204522"/>
            </p14:xfrm>
          </p:contentPart>
        </mc:Choice>
        <mc:Fallback xmlns="">
          <p:sp>
            <p:nvSpPr>
              <p:cNvPr id="1050045" name=""/>
              <p:cNvSpPr/>
              <p:nvPr/>
            </p:nvSpPr>
            <p:spPr>
              <a:xfrm>
                <a:off x="7170133" y="3310419"/>
                <a:ext cx="134963" cy="204522"/>
              </a:xfrm>
            </p:spPr>
          </p:sp>
        </mc:Fallback>
      </mc:AlternateContent>
      <mc:AlternateContent xmlns:mc="http://schemas.openxmlformats.org/markup-compatibility/2006" xmlns:p14="http://schemas.microsoft.com/office/powerpoint/2010/main">
        <mc:Choice Requires="p14">
          <p:contentPart p14:bwMode="auto" r:id="rId18">
            <p14:nvContentPartPr>
              <p14:cNvPr id="1050046" name="墨迹 1050045"/>
              <p14:cNvContentPartPr/>
              <p14:nvPr/>
            </p14:nvContentPartPr>
            <p14:xfrm>
              <a:off x="7318624" y="3439901"/>
              <a:ext cx="117430" cy="48250"/>
            </p14:xfrm>
          </p:contentPart>
        </mc:Choice>
        <mc:Fallback xmlns="">
          <p:sp>
            <p:nvSpPr>
              <p:cNvPr id="1050046" name=""/>
              <p:cNvSpPr/>
              <p:nvPr/>
            </p:nvSpPr>
            <p:spPr>
              <a:xfrm>
                <a:off x="7318624" y="3439901"/>
                <a:ext cx="117430" cy="48250"/>
              </a:xfrm>
            </p:spPr>
          </p:sp>
        </mc:Fallback>
      </mc:AlternateContent>
      <mc:AlternateContent xmlns:mc="http://schemas.openxmlformats.org/markup-compatibility/2006" xmlns:p14="http://schemas.microsoft.com/office/powerpoint/2010/main">
        <mc:Choice Requires="p14">
          <p:contentPart p14:bwMode="auto" r:id="rId19">
            <p14:nvContentPartPr>
              <p14:cNvPr id="1050047" name="墨迹 1050046"/>
              <p14:cNvContentPartPr/>
              <p14:nvPr/>
            </p14:nvContentPartPr>
            <p14:xfrm>
              <a:off x="7486361" y="3272273"/>
              <a:ext cx="174885" cy="44924"/>
            </p14:xfrm>
          </p:contentPart>
        </mc:Choice>
        <mc:Fallback xmlns="">
          <p:sp>
            <p:nvSpPr>
              <p:cNvPr id="1050047" name=""/>
              <p:cNvSpPr/>
              <p:nvPr/>
            </p:nvSpPr>
            <p:spPr>
              <a:xfrm>
                <a:off x="7486361" y="3272273"/>
                <a:ext cx="174885" cy="44924"/>
              </a:xfrm>
            </p:spPr>
          </p:sp>
        </mc:Fallback>
      </mc:AlternateContent>
      <mc:AlternateContent xmlns:mc="http://schemas.openxmlformats.org/markup-compatibility/2006" xmlns:p14="http://schemas.microsoft.com/office/powerpoint/2010/main">
        <mc:Choice Requires="p14">
          <p:contentPart p14:bwMode="auto" r:id="rId20">
            <p14:nvContentPartPr>
              <p14:cNvPr id="1050048" name="墨迹 1050047"/>
              <p14:cNvContentPartPr/>
              <p14:nvPr/>
            </p14:nvContentPartPr>
            <p14:xfrm>
              <a:off x="7469821" y="3170888"/>
              <a:ext cx="140470" cy="400330"/>
            </p14:xfrm>
          </p:contentPart>
        </mc:Choice>
        <mc:Fallback xmlns="">
          <p:sp>
            <p:nvSpPr>
              <p:cNvPr id="1050048" name=""/>
              <p:cNvSpPr/>
              <p:nvPr/>
            </p:nvSpPr>
            <p:spPr>
              <a:xfrm>
                <a:off x="7469821" y="3170888"/>
                <a:ext cx="140470" cy="400330"/>
              </a:xfrm>
            </p:spPr>
          </p:sp>
        </mc:Fallback>
      </mc:AlternateContent>
      <mc:AlternateContent xmlns:mc="http://schemas.openxmlformats.org/markup-compatibility/2006" xmlns:p14="http://schemas.microsoft.com/office/powerpoint/2010/main">
        <mc:Choice Requires="p14">
          <p:contentPart p14:bwMode="auto" r:id="rId21">
            <p14:nvContentPartPr>
              <p14:cNvPr id="1050049" name="墨迹 1050048"/>
              <p14:cNvContentPartPr/>
              <p14:nvPr/>
            </p14:nvContentPartPr>
            <p14:xfrm>
              <a:off x="7673362" y="3191225"/>
              <a:ext cx="4371" cy="117146"/>
            </p14:xfrm>
          </p:contentPart>
        </mc:Choice>
        <mc:Fallback xmlns="">
          <p:sp>
            <p:nvSpPr>
              <p:cNvPr id="1050049" name=""/>
              <p:cNvSpPr/>
              <p:nvPr/>
            </p:nvSpPr>
            <p:spPr>
              <a:xfrm>
                <a:off x="7673362" y="3191225"/>
                <a:ext cx="4371" cy="117146"/>
              </a:xfrm>
            </p:spPr>
          </p:sp>
        </mc:Fallback>
      </mc:AlternateContent>
      <mc:AlternateContent xmlns:mc="http://schemas.openxmlformats.org/markup-compatibility/2006" xmlns:p14="http://schemas.microsoft.com/office/powerpoint/2010/main">
        <mc:Choice Requires="p14">
          <p:contentPart p14:bwMode="auto" r:id="rId22">
            <p14:nvContentPartPr>
              <p14:cNvPr id="1050050" name="墨迹 1050049"/>
              <p14:cNvContentPartPr/>
              <p14:nvPr/>
            </p14:nvContentPartPr>
            <p14:xfrm>
              <a:off x="7681767" y="3208364"/>
              <a:ext cx="68079" cy="114555"/>
            </p14:xfrm>
          </p:contentPart>
        </mc:Choice>
        <mc:Fallback xmlns="">
          <p:sp>
            <p:nvSpPr>
              <p:cNvPr id="1050050" name=""/>
              <p:cNvSpPr/>
              <p:nvPr/>
            </p:nvSpPr>
            <p:spPr>
              <a:xfrm>
                <a:off x="7681767" y="3208364"/>
                <a:ext cx="68079" cy="114555"/>
              </a:xfrm>
            </p:spPr>
          </p:sp>
        </mc:Fallback>
      </mc:AlternateContent>
      <mc:AlternateContent xmlns:mc="http://schemas.openxmlformats.org/markup-compatibility/2006" xmlns:p14="http://schemas.microsoft.com/office/powerpoint/2010/main">
        <mc:Choice Requires="p14">
          <p:contentPart p14:bwMode="auto" r:id="rId23">
            <p14:nvContentPartPr>
              <p14:cNvPr id="1050051" name="墨迹 1050050"/>
              <p14:cNvContentPartPr/>
              <p14:nvPr/>
            </p14:nvContentPartPr>
            <p14:xfrm>
              <a:off x="7604753" y="3332602"/>
              <a:ext cx="285635" cy="179719"/>
            </p14:xfrm>
          </p:contentPart>
        </mc:Choice>
        <mc:Fallback xmlns="">
          <p:sp>
            <p:nvSpPr>
              <p:cNvPr id="1050051" name=""/>
              <p:cNvSpPr/>
              <p:nvPr/>
            </p:nvSpPr>
            <p:spPr>
              <a:xfrm>
                <a:off x="7604753" y="3332602"/>
                <a:ext cx="285635" cy="179719"/>
              </a:xfrm>
            </p:spPr>
          </p:sp>
        </mc:Fallback>
      </mc:AlternateContent>
      <mc:AlternateContent xmlns:mc="http://schemas.openxmlformats.org/markup-compatibility/2006" xmlns:p14="http://schemas.microsoft.com/office/powerpoint/2010/main">
        <mc:Choice Requires="p14">
          <p:contentPart p14:bwMode="auto" r:id="rId24">
            <p14:nvContentPartPr>
              <p14:cNvPr id="1050052" name="墨迹 1050051"/>
              <p14:cNvContentPartPr/>
              <p14:nvPr/>
            </p14:nvContentPartPr>
            <p14:xfrm>
              <a:off x="7937121" y="3119610"/>
              <a:ext cx="156037" cy="23598"/>
            </p14:xfrm>
          </p:contentPart>
        </mc:Choice>
        <mc:Fallback xmlns="">
          <p:sp>
            <p:nvSpPr>
              <p:cNvPr id="1050052" name=""/>
              <p:cNvSpPr/>
              <p:nvPr/>
            </p:nvSpPr>
            <p:spPr>
              <a:xfrm>
                <a:off x="7937121" y="3119610"/>
                <a:ext cx="156037" cy="23598"/>
              </a:xfrm>
            </p:spPr>
          </p:sp>
        </mc:Fallback>
      </mc:AlternateContent>
      <mc:AlternateContent xmlns:mc="http://schemas.openxmlformats.org/markup-compatibility/2006" xmlns:p14="http://schemas.microsoft.com/office/powerpoint/2010/main">
        <mc:Choice Requires="p14">
          <p:contentPart p14:bwMode="auto" r:id="rId25">
            <p14:nvContentPartPr>
              <p14:cNvPr id="1050053" name="墨迹 1050052"/>
              <p14:cNvContentPartPr/>
              <p14:nvPr/>
            </p14:nvContentPartPr>
            <p14:xfrm>
              <a:off x="7923863" y="3194049"/>
              <a:ext cx="9798" cy="136603"/>
            </p14:xfrm>
          </p:contentPart>
        </mc:Choice>
        <mc:Fallback xmlns="">
          <p:sp>
            <p:nvSpPr>
              <p:cNvPr id="1050053" name=""/>
              <p:cNvSpPr/>
              <p:nvPr/>
            </p:nvSpPr>
            <p:spPr>
              <a:xfrm>
                <a:off x="7923863" y="3194049"/>
                <a:ext cx="9798" cy="136603"/>
              </a:xfrm>
            </p:spPr>
          </p:sp>
        </mc:Fallback>
      </mc:AlternateContent>
      <mc:AlternateContent xmlns:mc="http://schemas.openxmlformats.org/markup-compatibility/2006" xmlns:p14="http://schemas.microsoft.com/office/powerpoint/2010/main">
        <mc:Choice Requires="p14">
          <p:contentPart p14:bwMode="auto" r:id="rId26">
            <p14:nvContentPartPr>
              <p14:cNvPr id="1050054" name="墨迹 1050053"/>
              <p14:cNvContentPartPr/>
              <p14:nvPr/>
            </p14:nvContentPartPr>
            <p14:xfrm>
              <a:off x="7990152" y="3188678"/>
              <a:ext cx="158651" cy="91202"/>
            </p14:xfrm>
          </p:contentPart>
        </mc:Choice>
        <mc:Fallback xmlns="">
          <p:sp>
            <p:nvSpPr>
              <p:cNvPr id="1050054" name=""/>
              <p:cNvSpPr/>
              <p:nvPr/>
            </p:nvSpPr>
            <p:spPr>
              <a:xfrm>
                <a:off x="7990152" y="3188678"/>
                <a:ext cx="158651" cy="91202"/>
              </a:xfrm>
            </p:spPr>
          </p:sp>
        </mc:Fallback>
      </mc:AlternateContent>
      <mc:AlternateContent xmlns:mc="http://schemas.openxmlformats.org/markup-compatibility/2006" xmlns:p14="http://schemas.microsoft.com/office/powerpoint/2010/main">
        <mc:Choice Requires="p14">
          <p:contentPart p14:bwMode="auto" r:id="rId27">
            <p14:nvContentPartPr>
              <p14:cNvPr id="1050055" name="墨迹 1050054"/>
              <p14:cNvContentPartPr/>
              <p14:nvPr/>
            </p14:nvContentPartPr>
            <p14:xfrm>
              <a:off x="7988480" y="3138124"/>
              <a:ext cx="8012" cy="132924"/>
            </p14:xfrm>
          </p:contentPart>
        </mc:Choice>
        <mc:Fallback xmlns="">
          <p:sp>
            <p:nvSpPr>
              <p:cNvPr id="1050055" name=""/>
              <p:cNvSpPr/>
              <p:nvPr/>
            </p:nvSpPr>
            <p:spPr>
              <a:xfrm>
                <a:off x="7988480" y="3138124"/>
                <a:ext cx="8012" cy="132924"/>
              </a:xfrm>
            </p:spPr>
          </p:sp>
        </mc:Fallback>
      </mc:AlternateContent>
      <mc:AlternateContent xmlns:mc="http://schemas.openxmlformats.org/markup-compatibility/2006" xmlns:p14="http://schemas.microsoft.com/office/powerpoint/2010/main">
        <mc:Choice Requires="p14">
          <p:contentPart p14:bwMode="auto" r:id="rId28">
            <p14:nvContentPartPr>
              <p14:cNvPr id="1050056" name="墨迹 1050055"/>
              <p14:cNvContentPartPr/>
              <p14:nvPr/>
            </p14:nvContentPartPr>
            <p14:xfrm>
              <a:off x="7987910" y="3189358"/>
              <a:ext cx="79948" cy="115568"/>
            </p14:xfrm>
          </p:contentPart>
        </mc:Choice>
        <mc:Fallback xmlns="">
          <p:sp>
            <p:nvSpPr>
              <p:cNvPr id="1050056" name=""/>
              <p:cNvSpPr/>
              <p:nvPr/>
            </p:nvSpPr>
            <p:spPr>
              <a:xfrm>
                <a:off x="7987910" y="3189358"/>
                <a:ext cx="79948" cy="115568"/>
              </a:xfrm>
            </p:spPr>
          </p:sp>
        </mc:Fallback>
      </mc:AlternateContent>
      <mc:AlternateContent xmlns:mc="http://schemas.openxmlformats.org/markup-compatibility/2006" xmlns:p14="http://schemas.microsoft.com/office/powerpoint/2010/main">
        <mc:Choice Requires="p14">
          <p:contentPart p14:bwMode="auto" r:id="rId29">
            <p14:nvContentPartPr>
              <p14:cNvPr id="1050057" name="墨迹 1050056"/>
              <p14:cNvContentPartPr/>
              <p14:nvPr/>
            </p14:nvContentPartPr>
            <p14:xfrm>
              <a:off x="7940004" y="3290294"/>
              <a:ext cx="141322" cy="289243"/>
            </p14:xfrm>
          </p:contentPart>
        </mc:Choice>
        <mc:Fallback xmlns="">
          <p:sp>
            <p:nvSpPr>
              <p:cNvPr id="1050057" name=""/>
              <p:cNvSpPr/>
              <p:nvPr/>
            </p:nvSpPr>
            <p:spPr>
              <a:xfrm>
                <a:off x="7940004" y="3290294"/>
                <a:ext cx="141322" cy="289243"/>
              </a:xfrm>
            </p:spPr>
          </p:sp>
        </mc:Fallback>
      </mc:AlternateContent>
      <mc:AlternateContent xmlns:mc="http://schemas.openxmlformats.org/markup-compatibility/2006" xmlns:p14="http://schemas.microsoft.com/office/powerpoint/2010/main">
        <mc:Choice Requires="p14">
          <p:contentPart p14:bwMode="auto" r:id="rId30">
            <p14:nvContentPartPr>
              <p14:cNvPr id="1050058" name="墨迹 1050057"/>
              <p14:cNvContentPartPr/>
              <p14:nvPr/>
            </p14:nvContentPartPr>
            <p14:xfrm>
              <a:off x="7911718" y="3456163"/>
              <a:ext cx="40389" cy="56512"/>
            </p14:xfrm>
          </p:contentPart>
        </mc:Choice>
        <mc:Fallback xmlns="">
          <p:sp>
            <p:nvSpPr>
              <p:cNvPr id="1050058" name=""/>
              <p:cNvSpPr/>
              <p:nvPr/>
            </p:nvSpPr>
            <p:spPr>
              <a:xfrm>
                <a:off x="7911718" y="3456163"/>
                <a:ext cx="40389" cy="56512"/>
              </a:xfrm>
            </p:spPr>
          </p:sp>
        </mc:Fallback>
      </mc:AlternateContent>
      <mc:AlternateContent xmlns:mc="http://schemas.openxmlformats.org/markup-compatibility/2006" xmlns:p14="http://schemas.microsoft.com/office/powerpoint/2010/main">
        <mc:Choice Requires="p14">
          <p:contentPart p14:bwMode="auto" r:id="rId31">
            <p14:nvContentPartPr>
              <p14:cNvPr id="1050059" name="墨迹 1050058"/>
              <p14:cNvContentPartPr/>
              <p14:nvPr/>
            </p14:nvContentPartPr>
            <p14:xfrm>
              <a:off x="8198816" y="3493447"/>
              <a:ext cx="0" cy="19206"/>
            </p14:xfrm>
          </p:contentPart>
        </mc:Choice>
        <mc:Fallback xmlns="">
          <p:sp>
            <p:nvSpPr>
              <p:cNvPr id="1050059" name=""/>
              <p:cNvSpPr/>
              <p:nvPr/>
            </p:nvSpPr>
            <p:spPr>
              <a:xfrm>
                <a:off x="8198816" y="3493447"/>
                <a:ext cx="0" cy="19206"/>
              </a:xfrm>
            </p:spPr>
          </p:sp>
        </mc:Fallback>
      </mc:AlternateContent>
      <mc:AlternateContent xmlns:mc="http://schemas.openxmlformats.org/markup-compatibility/2006" xmlns:p14="http://schemas.microsoft.com/office/powerpoint/2010/main">
        <mc:Choice Requires="p14">
          <p:contentPart p14:bwMode="auto" r:id="rId32">
            <p14:nvContentPartPr>
              <p14:cNvPr id="1050060" name="墨迹 1050059"/>
              <p14:cNvContentPartPr/>
              <p14:nvPr/>
            </p14:nvContentPartPr>
            <p14:xfrm>
              <a:off x="8156737" y="3450514"/>
              <a:ext cx="99961" cy="74959"/>
            </p14:xfrm>
          </p:contentPart>
        </mc:Choice>
        <mc:Fallback xmlns="">
          <p:sp>
            <p:nvSpPr>
              <p:cNvPr id="1050060" name=""/>
              <p:cNvSpPr/>
              <p:nvPr/>
            </p:nvSpPr>
            <p:spPr>
              <a:xfrm>
                <a:off x="8156737" y="3450514"/>
                <a:ext cx="99961" cy="74959"/>
              </a:xfrm>
            </p:spPr>
          </p:sp>
        </mc:Fallback>
      </mc:AlternateContent>
      <mc:AlternateContent xmlns:mc="http://schemas.openxmlformats.org/markup-compatibility/2006" xmlns:p14="http://schemas.microsoft.com/office/powerpoint/2010/main">
        <mc:Choice Requires="p14">
          <p:contentPart p14:bwMode="auto" r:id="rId33">
            <p14:nvContentPartPr>
              <p14:cNvPr id="1050061" name="墨迹 1050060"/>
              <p14:cNvContentPartPr/>
              <p14:nvPr/>
            </p14:nvContentPartPr>
            <p14:xfrm>
              <a:off x="8574239" y="5018680"/>
              <a:ext cx="63231" cy="0"/>
            </p14:xfrm>
          </p:contentPart>
        </mc:Choice>
        <mc:Fallback xmlns="">
          <p:sp>
            <p:nvSpPr>
              <p:cNvPr id="1050061" name=""/>
              <p:cNvSpPr/>
              <p:nvPr/>
            </p:nvSpPr>
            <p:spPr>
              <a:xfrm>
                <a:off x="8574239" y="5018680"/>
                <a:ext cx="63231" cy="0"/>
              </a:xfrm>
            </p:spPr>
          </p:sp>
        </mc:Fallback>
      </mc:AlternateContent>
      <mc:AlternateContent xmlns:mc="http://schemas.openxmlformats.org/markup-compatibility/2006" xmlns:p14="http://schemas.microsoft.com/office/powerpoint/2010/main">
        <mc:Choice Requires="p14">
          <p:contentPart p14:bwMode="auto" r:id="rId34">
            <p14:nvContentPartPr>
              <p14:cNvPr id="1050062" name="墨迹 1050061"/>
              <p14:cNvContentPartPr/>
              <p14:nvPr/>
            </p14:nvContentPartPr>
            <p14:xfrm>
              <a:off x="8802470" y="3385062"/>
              <a:ext cx="95" cy="76301"/>
            </p14:xfrm>
          </p:contentPart>
        </mc:Choice>
        <mc:Fallback xmlns="">
          <p:sp>
            <p:nvSpPr>
              <p:cNvPr id="1050062" name=""/>
              <p:cNvSpPr/>
              <p:nvPr/>
            </p:nvSpPr>
            <p:spPr>
              <a:xfrm>
                <a:off x="8802470" y="3385062"/>
                <a:ext cx="95" cy="76301"/>
              </a:xfrm>
            </p:spPr>
          </p:sp>
        </mc:Fallback>
      </mc:AlternateContent>
      <mc:AlternateContent xmlns:mc="http://schemas.openxmlformats.org/markup-compatibility/2006" xmlns:p14="http://schemas.microsoft.com/office/powerpoint/2010/main">
        <mc:Choice Requires="p14">
          <p:contentPart p14:bwMode="auto" r:id="rId35">
            <p14:nvContentPartPr>
              <p14:cNvPr id="1050063" name="墨迹 1050062"/>
              <p14:cNvContentPartPr/>
              <p14:nvPr/>
            </p14:nvContentPartPr>
            <p14:xfrm>
              <a:off x="8705632" y="3499050"/>
              <a:ext cx="183129" cy="61131"/>
            </p14:xfrm>
          </p:contentPart>
        </mc:Choice>
        <mc:Fallback xmlns="">
          <p:sp>
            <p:nvSpPr>
              <p:cNvPr id="1050063" name=""/>
              <p:cNvSpPr/>
              <p:nvPr/>
            </p:nvSpPr>
            <p:spPr>
              <a:xfrm>
                <a:off x="8705632" y="3499050"/>
                <a:ext cx="183129" cy="61131"/>
              </a:xfrm>
            </p:spPr>
          </p:sp>
        </mc:Fallback>
      </mc:AlternateContent>
      <mc:AlternateContent xmlns:mc="http://schemas.openxmlformats.org/markup-compatibility/2006" xmlns:p14="http://schemas.microsoft.com/office/powerpoint/2010/main">
        <mc:Choice Requires="p14">
          <p:contentPart p14:bwMode="auto" r:id="rId36">
            <p14:nvContentPartPr>
              <p14:cNvPr id="1050064" name="墨迹 1050063"/>
              <p14:cNvContentPartPr/>
              <p14:nvPr/>
            </p14:nvContentPartPr>
            <p14:xfrm>
              <a:off x="8557808" y="3534761"/>
              <a:ext cx="161081" cy="405677"/>
            </p14:xfrm>
          </p:contentPart>
        </mc:Choice>
        <mc:Fallback xmlns="">
          <p:sp>
            <p:nvSpPr>
              <p:cNvPr id="1050064" name=""/>
              <p:cNvSpPr/>
              <p:nvPr/>
            </p:nvSpPr>
            <p:spPr>
              <a:xfrm>
                <a:off x="8557808" y="3534761"/>
                <a:ext cx="161081" cy="405677"/>
              </a:xfrm>
            </p:spPr>
          </p:sp>
        </mc:Fallback>
      </mc:AlternateContent>
      <mc:AlternateContent xmlns:mc="http://schemas.openxmlformats.org/markup-compatibility/2006" xmlns:p14="http://schemas.microsoft.com/office/powerpoint/2010/main">
        <mc:Choice Requires="p14">
          <p:contentPart p14:bwMode="auto" r:id="rId37">
            <p14:nvContentPartPr>
              <p14:cNvPr id="1050065" name="墨迹 1050064"/>
              <p14:cNvContentPartPr/>
              <p14:nvPr/>
            </p14:nvContentPartPr>
            <p14:xfrm>
              <a:off x="8744252" y="3644352"/>
              <a:ext cx="32835" cy="81970"/>
            </p14:xfrm>
          </p:contentPart>
        </mc:Choice>
        <mc:Fallback xmlns="">
          <p:sp>
            <p:nvSpPr>
              <p:cNvPr id="1050065" name=""/>
              <p:cNvSpPr/>
              <p:nvPr/>
            </p:nvSpPr>
            <p:spPr>
              <a:xfrm>
                <a:off x="8744252" y="3644352"/>
                <a:ext cx="32835" cy="81970"/>
              </a:xfrm>
            </p:spPr>
          </p:sp>
        </mc:Fallback>
      </mc:AlternateContent>
      <mc:AlternateContent xmlns:mc="http://schemas.openxmlformats.org/markup-compatibility/2006" xmlns:p14="http://schemas.microsoft.com/office/powerpoint/2010/main">
        <mc:Choice Requires="p14">
          <p:contentPart p14:bwMode="auto" r:id="rId38">
            <p14:nvContentPartPr>
              <p14:cNvPr id="1050066" name="墨迹 1050065"/>
              <p14:cNvContentPartPr/>
              <p14:nvPr/>
            </p14:nvContentPartPr>
            <p14:xfrm>
              <a:off x="8720732" y="3627970"/>
              <a:ext cx="274315" cy="183443"/>
            </p14:xfrm>
          </p:contentPart>
        </mc:Choice>
        <mc:Fallback xmlns="">
          <p:sp>
            <p:nvSpPr>
              <p:cNvPr id="1050066" name=""/>
              <p:cNvSpPr/>
              <p:nvPr/>
            </p:nvSpPr>
            <p:spPr>
              <a:xfrm>
                <a:off x="8720732" y="3627970"/>
                <a:ext cx="274315" cy="183443"/>
              </a:xfrm>
            </p:spPr>
          </p:sp>
        </mc:Fallback>
      </mc:AlternateContent>
      <mc:AlternateContent xmlns:mc="http://schemas.openxmlformats.org/markup-compatibility/2006" xmlns:p14="http://schemas.microsoft.com/office/powerpoint/2010/main">
        <mc:Choice Requires="p14">
          <p:contentPart p14:bwMode="auto" r:id="rId39">
            <p14:nvContentPartPr>
              <p14:cNvPr id="1050067" name="墨迹 1050066"/>
              <p14:cNvContentPartPr/>
              <p14:nvPr/>
            </p14:nvContentPartPr>
            <p14:xfrm>
              <a:off x="9050330" y="3482790"/>
              <a:ext cx="31127" cy="42932"/>
            </p14:xfrm>
          </p:contentPart>
        </mc:Choice>
        <mc:Fallback xmlns="">
          <p:sp>
            <p:nvSpPr>
              <p:cNvPr id="1050067" name=""/>
              <p:cNvSpPr/>
              <p:nvPr/>
            </p:nvSpPr>
            <p:spPr>
              <a:xfrm>
                <a:off x="9050330" y="3482790"/>
                <a:ext cx="31127" cy="42932"/>
              </a:xfrm>
            </p:spPr>
          </p:sp>
        </mc:Fallback>
      </mc:AlternateContent>
      <mc:AlternateContent xmlns:mc="http://schemas.openxmlformats.org/markup-compatibility/2006" xmlns:p14="http://schemas.microsoft.com/office/powerpoint/2010/main">
        <mc:Choice Requires="p14">
          <p:contentPart p14:bwMode="auto" r:id="rId40">
            <p14:nvContentPartPr>
              <p14:cNvPr id="1050068" name="墨迹 1050067"/>
              <p14:cNvContentPartPr/>
              <p14:nvPr/>
            </p14:nvContentPartPr>
            <p14:xfrm>
              <a:off x="9058976" y="3572044"/>
              <a:ext cx="64033" cy="239413"/>
            </p14:xfrm>
          </p:contentPart>
        </mc:Choice>
        <mc:Fallback xmlns="">
          <p:sp>
            <p:nvSpPr>
              <p:cNvPr id="1050068" name=""/>
              <p:cNvSpPr/>
              <p:nvPr/>
            </p:nvSpPr>
            <p:spPr>
              <a:xfrm>
                <a:off x="9058976" y="3572044"/>
                <a:ext cx="64033" cy="239413"/>
              </a:xfrm>
            </p:spPr>
          </p:sp>
        </mc:Fallback>
      </mc:AlternateContent>
      <mc:AlternateContent xmlns:mc="http://schemas.openxmlformats.org/markup-compatibility/2006" xmlns:p14="http://schemas.microsoft.com/office/powerpoint/2010/main">
        <mc:Choice Requires="p14">
          <p:contentPart p14:bwMode="auto" r:id="rId41">
            <p14:nvContentPartPr>
              <p14:cNvPr id="1050069" name="墨迹 1050068"/>
              <p14:cNvContentPartPr/>
              <p14:nvPr/>
            </p14:nvContentPartPr>
            <p14:xfrm>
              <a:off x="9192482" y="3319533"/>
              <a:ext cx="41726" cy="62884"/>
            </p14:xfrm>
          </p:contentPart>
        </mc:Choice>
        <mc:Fallback xmlns="">
          <p:sp>
            <p:nvSpPr>
              <p:cNvPr id="1050069" name=""/>
              <p:cNvSpPr/>
              <p:nvPr/>
            </p:nvSpPr>
            <p:spPr>
              <a:xfrm>
                <a:off x="9192482" y="3319533"/>
                <a:ext cx="41726" cy="62884"/>
              </a:xfrm>
            </p:spPr>
          </p:sp>
        </mc:Fallback>
      </mc:AlternateContent>
      <mc:AlternateContent xmlns:mc="http://schemas.openxmlformats.org/markup-compatibility/2006" xmlns:p14="http://schemas.microsoft.com/office/powerpoint/2010/main">
        <mc:Choice Requires="p14">
          <p:contentPart p14:bwMode="auto" r:id="rId42">
            <p14:nvContentPartPr>
              <p14:cNvPr id="1050070" name="墨迹 1050069"/>
              <p14:cNvContentPartPr/>
              <p14:nvPr/>
            </p14:nvContentPartPr>
            <p14:xfrm>
              <a:off x="9125841" y="3422011"/>
              <a:ext cx="171635" cy="44961"/>
            </p14:xfrm>
          </p:contentPart>
        </mc:Choice>
        <mc:Fallback xmlns="">
          <p:sp>
            <p:nvSpPr>
              <p:cNvPr id="1050070" name=""/>
              <p:cNvSpPr/>
              <p:nvPr/>
            </p:nvSpPr>
            <p:spPr>
              <a:xfrm>
                <a:off x="9125841" y="3422011"/>
                <a:ext cx="171635" cy="44961"/>
              </a:xfrm>
            </p:spPr>
          </p:sp>
        </mc:Fallback>
      </mc:AlternateContent>
      <mc:AlternateContent xmlns:mc="http://schemas.openxmlformats.org/markup-compatibility/2006" xmlns:p14="http://schemas.microsoft.com/office/powerpoint/2010/main">
        <mc:Choice Requires="p14">
          <p:contentPart p14:bwMode="auto" r:id="rId43">
            <p14:nvContentPartPr>
              <p14:cNvPr id="1050071" name="墨迹 1050070"/>
              <p14:cNvContentPartPr/>
              <p14:nvPr/>
            </p14:nvContentPartPr>
            <p14:xfrm>
              <a:off x="9144853" y="3437598"/>
              <a:ext cx="147179" cy="236534"/>
            </p14:xfrm>
          </p:contentPart>
        </mc:Choice>
        <mc:Fallback xmlns="">
          <p:sp>
            <p:nvSpPr>
              <p:cNvPr id="1050071" name=""/>
              <p:cNvSpPr/>
              <p:nvPr/>
            </p:nvSpPr>
            <p:spPr>
              <a:xfrm>
                <a:off x="9144853" y="3437598"/>
                <a:ext cx="147179" cy="236534"/>
              </a:xfrm>
            </p:spPr>
          </p:sp>
        </mc:Fallback>
      </mc:AlternateContent>
      <mc:AlternateContent xmlns:mc="http://schemas.openxmlformats.org/markup-compatibility/2006" xmlns:p14="http://schemas.microsoft.com/office/powerpoint/2010/main">
        <mc:Choice Requires="p14">
          <p:contentPart p14:bwMode="auto" r:id="rId44">
            <p14:nvContentPartPr>
              <p14:cNvPr id="1050072" name="墨迹 1050071"/>
              <p14:cNvContentPartPr/>
              <p14:nvPr/>
            </p14:nvContentPartPr>
            <p14:xfrm>
              <a:off x="9181463" y="3570350"/>
              <a:ext cx="146701" cy="173103"/>
            </p14:xfrm>
          </p:contentPart>
        </mc:Choice>
        <mc:Fallback xmlns="">
          <p:sp>
            <p:nvSpPr>
              <p:cNvPr id="1050072" name=""/>
              <p:cNvSpPr/>
              <p:nvPr/>
            </p:nvSpPr>
            <p:spPr>
              <a:xfrm>
                <a:off x="9181463" y="3570350"/>
                <a:ext cx="146701" cy="173103"/>
              </a:xfrm>
            </p:spPr>
          </p:sp>
        </mc:Fallback>
      </mc:AlternateContent>
      <mc:AlternateContent xmlns:mc="http://schemas.openxmlformats.org/markup-compatibility/2006" xmlns:p14="http://schemas.microsoft.com/office/powerpoint/2010/main">
        <mc:Choice Requires="p14">
          <p:contentPart p14:bwMode="auto" r:id="rId45">
            <p14:nvContentPartPr>
              <p14:cNvPr id="1050073" name="墨迹 1050072"/>
              <p14:cNvContentPartPr/>
              <p14:nvPr/>
            </p14:nvContentPartPr>
            <p14:xfrm>
              <a:off x="9298190" y="3642657"/>
              <a:ext cx="55096" cy="108630"/>
            </p14:xfrm>
          </p:contentPart>
        </mc:Choice>
        <mc:Fallback xmlns="">
          <p:sp>
            <p:nvSpPr>
              <p:cNvPr id="1050073" name=""/>
              <p:cNvSpPr/>
              <p:nvPr/>
            </p:nvSpPr>
            <p:spPr>
              <a:xfrm>
                <a:off x="9298190" y="3642657"/>
                <a:ext cx="55096" cy="108630"/>
              </a:xfrm>
            </p:spPr>
          </p:sp>
        </mc:Fallback>
      </mc:AlternateContent>
      <mc:AlternateContent xmlns:mc="http://schemas.openxmlformats.org/markup-compatibility/2006" xmlns:p14="http://schemas.microsoft.com/office/powerpoint/2010/main">
        <mc:Choice Requires="p14">
          <p:contentPart p14:bwMode="auto" r:id="rId46">
            <p14:nvContentPartPr>
              <p14:cNvPr id="1050074" name="墨迹 1050073"/>
              <p14:cNvContentPartPr/>
              <p14:nvPr/>
            </p14:nvContentPartPr>
            <p14:xfrm>
              <a:off x="9528757" y="3421144"/>
              <a:ext cx="175866" cy="25493"/>
            </p14:xfrm>
          </p:contentPart>
        </mc:Choice>
        <mc:Fallback xmlns="">
          <p:sp>
            <p:nvSpPr>
              <p:cNvPr id="1050074" name=""/>
              <p:cNvSpPr/>
              <p:nvPr/>
            </p:nvSpPr>
            <p:spPr>
              <a:xfrm>
                <a:off x="9528757" y="3421144"/>
                <a:ext cx="175866" cy="25493"/>
              </a:xfrm>
            </p:spPr>
          </p:sp>
        </mc:Fallback>
      </mc:AlternateContent>
      <mc:AlternateContent xmlns:mc="http://schemas.openxmlformats.org/markup-compatibility/2006" xmlns:p14="http://schemas.microsoft.com/office/powerpoint/2010/main">
        <mc:Choice Requires="p14">
          <p:contentPart p14:bwMode="auto" r:id="rId47">
            <p14:nvContentPartPr>
              <p14:cNvPr id="1050075" name="墨迹 1050074"/>
              <p14:cNvContentPartPr/>
              <p14:nvPr/>
            </p14:nvContentPartPr>
            <p14:xfrm>
              <a:off x="9465115" y="3307106"/>
              <a:ext cx="174890" cy="234545"/>
            </p14:xfrm>
          </p:contentPart>
        </mc:Choice>
        <mc:Fallback xmlns="">
          <p:sp>
            <p:nvSpPr>
              <p:cNvPr id="1050075" name=""/>
              <p:cNvSpPr/>
              <p:nvPr/>
            </p:nvSpPr>
            <p:spPr>
              <a:xfrm>
                <a:off x="9465115" y="3307106"/>
                <a:ext cx="174890" cy="234545"/>
              </a:xfrm>
            </p:spPr>
          </p:sp>
        </mc:Fallback>
      </mc:AlternateContent>
      <mc:AlternateContent xmlns:mc="http://schemas.openxmlformats.org/markup-compatibility/2006" xmlns:p14="http://schemas.microsoft.com/office/powerpoint/2010/main">
        <mc:Choice Requires="p14">
          <p:contentPart p14:bwMode="auto" r:id="rId48">
            <p14:nvContentPartPr>
              <p14:cNvPr id="1050076" name="墨迹 1050075"/>
              <p14:cNvContentPartPr/>
              <p14:nvPr/>
            </p14:nvContentPartPr>
            <p14:xfrm>
              <a:off x="9538875" y="3456239"/>
              <a:ext cx="55204" cy="313027"/>
            </p14:xfrm>
          </p:contentPart>
        </mc:Choice>
        <mc:Fallback xmlns="">
          <p:sp>
            <p:nvSpPr>
              <p:cNvPr id="1050076" name=""/>
              <p:cNvSpPr/>
              <p:nvPr/>
            </p:nvSpPr>
            <p:spPr>
              <a:xfrm>
                <a:off x="9538875" y="3456239"/>
                <a:ext cx="55204" cy="313027"/>
              </a:xfrm>
            </p:spPr>
          </p:sp>
        </mc:Fallback>
      </mc:AlternateContent>
      <mc:AlternateContent xmlns:mc="http://schemas.openxmlformats.org/markup-compatibility/2006" xmlns:p14="http://schemas.microsoft.com/office/powerpoint/2010/main">
        <mc:Choice Requires="p14">
          <p:contentPart p14:bwMode="auto" r:id="rId49">
            <p14:nvContentPartPr>
              <p14:cNvPr id="1050077" name="墨迹 1050076"/>
              <p14:cNvContentPartPr/>
              <p14:nvPr/>
            </p14:nvContentPartPr>
            <p14:xfrm>
              <a:off x="9565648" y="3454431"/>
              <a:ext cx="174479" cy="247803"/>
            </p14:xfrm>
          </p:contentPart>
        </mc:Choice>
        <mc:Fallback xmlns="">
          <p:sp>
            <p:nvSpPr>
              <p:cNvPr id="1050077" name=""/>
              <p:cNvSpPr/>
              <p:nvPr/>
            </p:nvSpPr>
            <p:spPr>
              <a:xfrm>
                <a:off x="9565648" y="3454431"/>
                <a:ext cx="174479" cy="247803"/>
              </a:xfrm>
            </p:spPr>
          </p:sp>
        </mc:Fallback>
      </mc:AlternateContent>
      <mc:AlternateContent xmlns:mc="http://schemas.openxmlformats.org/markup-compatibility/2006" xmlns:p14="http://schemas.microsoft.com/office/powerpoint/2010/main">
        <mc:Choice Requires="p14">
          <p:contentPart p14:bwMode="auto" r:id="rId50">
            <p14:nvContentPartPr>
              <p14:cNvPr id="1050078" name="墨迹 1050077"/>
              <p14:cNvContentPartPr/>
              <p14:nvPr/>
            </p14:nvContentPartPr>
            <p14:xfrm>
              <a:off x="9581975" y="3500884"/>
              <a:ext cx="116774" cy="132409"/>
            </p14:xfrm>
          </p:contentPart>
        </mc:Choice>
        <mc:Fallback xmlns="">
          <p:sp>
            <p:nvSpPr>
              <p:cNvPr id="1050078" name=""/>
              <p:cNvSpPr/>
              <p:nvPr/>
            </p:nvSpPr>
            <p:spPr>
              <a:xfrm>
                <a:off x="9581975" y="3500884"/>
                <a:ext cx="116774" cy="132409"/>
              </a:xfrm>
            </p:spPr>
          </p:sp>
        </mc:Fallback>
      </mc:AlternateContent>
      <mc:AlternateContent xmlns:mc="http://schemas.openxmlformats.org/markup-compatibility/2006" xmlns:p14="http://schemas.microsoft.com/office/powerpoint/2010/main">
        <mc:Choice Requires="p14">
          <p:contentPart p14:bwMode="auto" r:id="rId51">
            <p14:nvContentPartPr>
              <p14:cNvPr id="1050079" name="墨迹 1050078"/>
              <p14:cNvContentPartPr/>
              <p14:nvPr/>
            </p14:nvContentPartPr>
            <p14:xfrm>
              <a:off x="9776228" y="3359641"/>
              <a:ext cx="139306" cy="158883"/>
            </p14:xfrm>
          </p:contentPart>
        </mc:Choice>
        <mc:Fallback xmlns="">
          <p:sp>
            <p:nvSpPr>
              <p:cNvPr id="1050079" name=""/>
              <p:cNvSpPr/>
              <p:nvPr/>
            </p:nvSpPr>
            <p:spPr>
              <a:xfrm>
                <a:off x="9776228" y="3359641"/>
                <a:ext cx="139306" cy="158883"/>
              </a:xfrm>
            </p:spPr>
          </p:sp>
        </mc:Fallback>
      </mc:AlternateContent>
      <mc:AlternateContent xmlns:mc="http://schemas.openxmlformats.org/markup-compatibility/2006" xmlns:p14="http://schemas.microsoft.com/office/powerpoint/2010/main">
        <mc:Choice Requires="p14">
          <p:contentPart p14:bwMode="auto" r:id="rId52">
            <p14:nvContentPartPr>
              <p14:cNvPr id="1050080" name="墨迹 1050079"/>
              <p14:cNvContentPartPr/>
              <p14:nvPr/>
            </p14:nvContentPartPr>
            <p14:xfrm>
              <a:off x="9829882" y="3428560"/>
              <a:ext cx="131189" cy="118100"/>
            </p14:xfrm>
          </p:contentPart>
        </mc:Choice>
        <mc:Fallback xmlns="">
          <p:sp>
            <p:nvSpPr>
              <p:cNvPr id="1050080" name=""/>
              <p:cNvSpPr/>
              <p:nvPr/>
            </p:nvSpPr>
            <p:spPr>
              <a:xfrm>
                <a:off x="9829882" y="3428560"/>
                <a:ext cx="131189" cy="118100"/>
              </a:xfrm>
            </p:spPr>
          </p:sp>
        </mc:Fallback>
      </mc:AlternateContent>
      <mc:AlternateContent xmlns:mc="http://schemas.openxmlformats.org/markup-compatibility/2006" xmlns:p14="http://schemas.microsoft.com/office/powerpoint/2010/main">
        <mc:Choice Requires="p14">
          <p:contentPart p14:bwMode="auto" r:id="rId53">
            <p14:nvContentPartPr>
              <p14:cNvPr id="1050081" name="墨迹 1050080"/>
              <p14:cNvContentPartPr/>
              <p14:nvPr/>
            </p14:nvContentPartPr>
            <p14:xfrm>
              <a:off x="9926272" y="3496913"/>
              <a:ext cx="7131" cy="201037"/>
            </p14:xfrm>
          </p:contentPart>
        </mc:Choice>
        <mc:Fallback xmlns="">
          <p:sp>
            <p:nvSpPr>
              <p:cNvPr id="1050081" name=""/>
              <p:cNvSpPr/>
              <p:nvPr/>
            </p:nvSpPr>
            <p:spPr>
              <a:xfrm>
                <a:off x="9926272" y="3496913"/>
                <a:ext cx="7131" cy="201037"/>
              </a:xfrm>
            </p:spPr>
          </p:sp>
        </mc:Fallback>
      </mc:AlternateContent>
      <mc:AlternateContent xmlns:mc="http://schemas.openxmlformats.org/markup-compatibility/2006" xmlns:p14="http://schemas.microsoft.com/office/powerpoint/2010/main">
        <mc:Choice Requires="p14">
          <p:contentPart p14:bwMode="auto" r:id="rId54">
            <p14:nvContentPartPr>
              <p14:cNvPr id="1050082" name="墨迹 1050081"/>
              <p14:cNvContentPartPr/>
              <p14:nvPr/>
            </p14:nvContentPartPr>
            <p14:xfrm>
              <a:off x="10008914" y="3308165"/>
              <a:ext cx="167755" cy="209390"/>
            </p14:xfrm>
          </p:contentPart>
        </mc:Choice>
        <mc:Fallback xmlns="">
          <p:sp>
            <p:nvSpPr>
              <p:cNvPr id="1050082" name=""/>
              <p:cNvSpPr/>
              <p:nvPr/>
            </p:nvSpPr>
            <p:spPr>
              <a:xfrm>
                <a:off x="10008914" y="3308165"/>
                <a:ext cx="167755" cy="209390"/>
              </a:xfrm>
            </p:spPr>
          </p:sp>
        </mc:Fallback>
      </mc:AlternateContent>
      <mc:AlternateContent xmlns:mc="http://schemas.openxmlformats.org/markup-compatibility/2006" xmlns:p14="http://schemas.microsoft.com/office/powerpoint/2010/main">
        <mc:Choice Requires="p14">
          <p:contentPart p14:bwMode="auto" r:id="rId55">
            <p14:nvContentPartPr>
              <p14:cNvPr id="1050083" name="墨迹 1050082"/>
              <p14:cNvContentPartPr/>
              <p14:nvPr/>
            </p14:nvContentPartPr>
            <p14:xfrm>
              <a:off x="10028339" y="3427700"/>
              <a:ext cx="221565" cy="208942"/>
            </p14:xfrm>
          </p:contentPart>
        </mc:Choice>
        <mc:Fallback xmlns="">
          <p:sp>
            <p:nvSpPr>
              <p:cNvPr id="1050083" name=""/>
              <p:cNvSpPr/>
              <p:nvPr/>
            </p:nvSpPr>
            <p:spPr>
              <a:xfrm>
                <a:off x="10028339" y="3427700"/>
                <a:ext cx="221565" cy="208942"/>
              </a:xfrm>
            </p:spPr>
          </p:sp>
        </mc:Fallback>
      </mc:AlternateContent>
      <mc:AlternateContent xmlns:mc="http://schemas.openxmlformats.org/markup-compatibility/2006" xmlns:p14="http://schemas.microsoft.com/office/powerpoint/2010/main">
        <mc:Choice Requires="p14">
          <p:contentPart p14:bwMode="auto" r:id="rId56">
            <p14:nvContentPartPr>
              <p14:cNvPr id="1050084" name="墨迹 1050083"/>
              <p14:cNvContentPartPr/>
              <p14:nvPr/>
            </p14:nvContentPartPr>
            <p14:xfrm>
              <a:off x="10345491" y="3246096"/>
              <a:ext cx="117641" cy="151323"/>
            </p14:xfrm>
          </p:contentPart>
        </mc:Choice>
        <mc:Fallback xmlns="">
          <p:sp>
            <p:nvSpPr>
              <p:cNvPr id="1050084" name=""/>
              <p:cNvSpPr/>
              <p:nvPr/>
            </p:nvSpPr>
            <p:spPr>
              <a:xfrm>
                <a:off x="10345491" y="3246096"/>
                <a:ext cx="117641" cy="151323"/>
              </a:xfrm>
            </p:spPr>
          </p:sp>
        </mc:Fallback>
      </mc:AlternateContent>
      <mc:AlternateContent xmlns:mc="http://schemas.openxmlformats.org/markup-compatibility/2006" xmlns:p14="http://schemas.microsoft.com/office/powerpoint/2010/main">
        <mc:Choice Requires="p14">
          <p:contentPart p14:bwMode="auto" r:id="rId57">
            <p14:nvContentPartPr>
              <p14:cNvPr id="1050085" name="墨迹 1050084"/>
              <p14:cNvContentPartPr/>
              <p14:nvPr/>
            </p14:nvContentPartPr>
            <p14:xfrm>
              <a:off x="10340130" y="3321197"/>
              <a:ext cx="168687" cy="159038"/>
            </p14:xfrm>
          </p:contentPart>
        </mc:Choice>
        <mc:Fallback xmlns="">
          <p:sp>
            <p:nvSpPr>
              <p:cNvPr id="1050085" name=""/>
              <p:cNvSpPr/>
              <p:nvPr/>
            </p:nvSpPr>
            <p:spPr>
              <a:xfrm>
                <a:off x="10340130" y="3321197"/>
                <a:ext cx="168687" cy="159038"/>
              </a:xfrm>
            </p:spPr>
          </p:sp>
        </mc:Fallback>
      </mc:AlternateContent>
      <mc:AlternateContent xmlns:mc="http://schemas.openxmlformats.org/markup-compatibility/2006" xmlns:p14="http://schemas.microsoft.com/office/powerpoint/2010/main">
        <mc:Choice Requires="p14">
          <p:contentPart p14:bwMode="auto" r:id="rId58">
            <p14:nvContentPartPr>
              <p14:cNvPr id="1050086" name="墨迹 1050085"/>
              <p14:cNvContentPartPr/>
              <p14:nvPr/>
            </p14:nvContentPartPr>
            <p14:xfrm>
              <a:off x="10402608" y="3386192"/>
              <a:ext cx="73205" cy="11298"/>
            </p14:xfrm>
          </p:contentPart>
        </mc:Choice>
        <mc:Fallback xmlns="">
          <p:sp>
            <p:nvSpPr>
              <p:cNvPr id="1050086" name=""/>
              <p:cNvSpPr/>
              <p:nvPr/>
            </p:nvSpPr>
            <p:spPr>
              <a:xfrm>
                <a:off x="10402608" y="3386192"/>
                <a:ext cx="73205" cy="11298"/>
              </a:xfrm>
            </p:spPr>
          </p:sp>
        </mc:Fallback>
      </mc:AlternateContent>
      <mc:AlternateContent xmlns:mc="http://schemas.openxmlformats.org/markup-compatibility/2006" xmlns:p14="http://schemas.microsoft.com/office/powerpoint/2010/main">
        <mc:Choice Requires="p14">
          <p:contentPart p14:bwMode="auto" r:id="rId59">
            <p14:nvContentPartPr>
              <p14:cNvPr id="1050087" name="墨迹 1050086"/>
              <p14:cNvContentPartPr/>
              <p14:nvPr/>
            </p14:nvContentPartPr>
            <p14:xfrm>
              <a:off x="10409227" y="3360771"/>
              <a:ext cx="169765" cy="237047"/>
            </p14:xfrm>
          </p:contentPart>
        </mc:Choice>
        <mc:Fallback xmlns="">
          <p:sp>
            <p:nvSpPr>
              <p:cNvPr id="1050087" name=""/>
              <p:cNvSpPr/>
              <p:nvPr/>
            </p:nvSpPr>
            <p:spPr>
              <a:xfrm>
                <a:off x="10409227" y="3360771"/>
                <a:ext cx="169765" cy="237047"/>
              </a:xfrm>
            </p:spPr>
          </p:sp>
        </mc:Fallback>
      </mc:AlternateContent>
      <mc:AlternateContent xmlns:mc="http://schemas.openxmlformats.org/markup-compatibility/2006" xmlns:p14="http://schemas.microsoft.com/office/powerpoint/2010/main">
        <mc:Choice Requires="p14">
          <p:contentPart p14:bwMode="auto" r:id="rId60">
            <p14:nvContentPartPr>
              <p14:cNvPr id="1050088" name="墨迹 1050087"/>
              <p14:cNvContentPartPr/>
              <p14:nvPr/>
            </p14:nvContentPartPr>
            <p14:xfrm>
              <a:off x="10792268" y="3212202"/>
              <a:ext cx="18591" cy="10923"/>
            </p14:xfrm>
          </p:contentPart>
        </mc:Choice>
        <mc:Fallback xmlns="">
          <p:sp>
            <p:nvSpPr>
              <p:cNvPr id="1050088" name=""/>
              <p:cNvSpPr/>
              <p:nvPr/>
            </p:nvSpPr>
            <p:spPr>
              <a:xfrm>
                <a:off x="10792268" y="3212202"/>
                <a:ext cx="18591" cy="10923"/>
              </a:xfrm>
            </p:spPr>
          </p:sp>
        </mc:Fallback>
      </mc:AlternateContent>
      <mc:AlternateContent xmlns:mc="http://schemas.openxmlformats.org/markup-compatibility/2006" xmlns:p14="http://schemas.microsoft.com/office/powerpoint/2010/main">
        <mc:Choice Requires="p14">
          <p:contentPart p14:bwMode="auto" r:id="rId61">
            <p14:nvContentPartPr>
              <p14:cNvPr id="1050089" name="墨迹 1050088"/>
              <p14:cNvContentPartPr/>
              <p14:nvPr/>
            </p14:nvContentPartPr>
            <p14:xfrm>
              <a:off x="10661420" y="3282039"/>
              <a:ext cx="216067" cy="67999"/>
            </p14:xfrm>
          </p:contentPart>
        </mc:Choice>
        <mc:Fallback xmlns="">
          <p:sp>
            <p:nvSpPr>
              <p:cNvPr id="1050089" name=""/>
              <p:cNvSpPr/>
              <p:nvPr/>
            </p:nvSpPr>
            <p:spPr>
              <a:xfrm>
                <a:off x="10661420" y="3282039"/>
                <a:ext cx="216067" cy="67999"/>
              </a:xfrm>
            </p:spPr>
          </p:sp>
        </mc:Fallback>
      </mc:AlternateContent>
      <mc:AlternateContent xmlns:mc="http://schemas.openxmlformats.org/markup-compatibility/2006" xmlns:p14="http://schemas.microsoft.com/office/powerpoint/2010/main">
        <mc:Choice Requires="p14">
          <p:contentPart p14:bwMode="auto" r:id="rId62">
            <p14:nvContentPartPr>
              <p14:cNvPr id="1050090" name="墨迹 1050089"/>
              <p14:cNvContentPartPr/>
              <p14:nvPr/>
            </p14:nvContentPartPr>
            <p14:xfrm>
              <a:off x="10671008" y="3333656"/>
              <a:ext cx="83216" cy="114318"/>
            </p14:xfrm>
          </p:contentPart>
        </mc:Choice>
        <mc:Fallback xmlns="">
          <p:sp>
            <p:nvSpPr>
              <p:cNvPr id="1050090" name=""/>
              <p:cNvSpPr/>
              <p:nvPr/>
            </p:nvSpPr>
            <p:spPr>
              <a:xfrm>
                <a:off x="10671008" y="3333656"/>
                <a:ext cx="83216" cy="114318"/>
              </a:xfrm>
            </p:spPr>
          </p:sp>
        </mc:Fallback>
      </mc:AlternateContent>
      <mc:AlternateContent xmlns:mc="http://schemas.openxmlformats.org/markup-compatibility/2006" xmlns:p14="http://schemas.microsoft.com/office/powerpoint/2010/main">
        <mc:Choice Requires="p14">
          <p:contentPart p14:bwMode="auto" r:id="rId63">
            <p14:nvContentPartPr>
              <p14:cNvPr id="1050091" name="墨迹 1050090"/>
              <p14:cNvContentPartPr/>
              <p14:nvPr/>
            </p14:nvContentPartPr>
            <p14:xfrm>
              <a:off x="10803219" y="3348908"/>
              <a:ext cx="52329" cy="10451"/>
            </p14:xfrm>
          </p:contentPart>
        </mc:Choice>
        <mc:Fallback xmlns="">
          <p:sp>
            <p:nvSpPr>
              <p:cNvPr id="1050091" name=""/>
              <p:cNvSpPr/>
              <p:nvPr/>
            </p:nvSpPr>
            <p:spPr>
              <a:xfrm>
                <a:off x="10803219" y="3348908"/>
                <a:ext cx="52329" cy="10451"/>
              </a:xfrm>
            </p:spPr>
          </p:sp>
        </mc:Fallback>
      </mc:AlternateContent>
      <mc:AlternateContent xmlns:mc="http://schemas.openxmlformats.org/markup-compatibility/2006" xmlns:p14="http://schemas.microsoft.com/office/powerpoint/2010/main">
        <mc:Choice Requires="p14">
          <p:contentPart p14:bwMode="auto" r:id="rId64">
            <p14:nvContentPartPr>
              <p14:cNvPr id="1050092" name="墨迹 1050091"/>
              <p14:cNvContentPartPr/>
              <p14:nvPr/>
            </p14:nvContentPartPr>
            <p14:xfrm>
              <a:off x="10693378" y="3377718"/>
              <a:ext cx="136308" cy="202866"/>
            </p14:xfrm>
          </p:contentPart>
        </mc:Choice>
        <mc:Fallback xmlns="">
          <p:sp>
            <p:nvSpPr>
              <p:cNvPr id="1050092" name=""/>
              <p:cNvSpPr/>
              <p:nvPr/>
            </p:nvSpPr>
            <p:spPr>
              <a:xfrm>
                <a:off x="10693378" y="3377718"/>
                <a:ext cx="136308" cy="202866"/>
              </a:xfrm>
            </p:spPr>
          </p:sp>
        </mc:Fallback>
      </mc:AlternateContent>
      <mc:AlternateContent xmlns:mc="http://schemas.openxmlformats.org/markup-compatibility/2006" xmlns:p14="http://schemas.microsoft.com/office/powerpoint/2010/main">
        <mc:Choice Requires="p14">
          <p:contentPart p14:bwMode="auto" r:id="rId65">
            <p14:nvContentPartPr>
              <p14:cNvPr id="1050093" name="墨迹 1050092"/>
              <p14:cNvContentPartPr/>
              <p14:nvPr/>
            </p14:nvContentPartPr>
            <p14:xfrm>
              <a:off x="10734049" y="3428560"/>
              <a:ext cx="197683" cy="168067"/>
            </p14:xfrm>
          </p:contentPart>
        </mc:Choice>
        <mc:Fallback xmlns="">
          <p:sp>
            <p:nvSpPr>
              <p:cNvPr id="1050093" name=""/>
              <p:cNvSpPr/>
              <p:nvPr/>
            </p:nvSpPr>
            <p:spPr>
              <a:xfrm>
                <a:off x="10734049" y="3428560"/>
                <a:ext cx="197683" cy="168067"/>
              </a:xfrm>
            </p:spPr>
          </p:sp>
        </mc:Fallback>
      </mc:AlternateContent>
      <mc:AlternateContent xmlns:mc="http://schemas.openxmlformats.org/markup-compatibility/2006" xmlns:p14="http://schemas.microsoft.com/office/powerpoint/2010/main">
        <mc:Choice Requires="p14">
          <p:contentPart p14:bwMode="auto" r:id="rId66">
            <p14:nvContentPartPr>
              <p14:cNvPr id="1050094" name="墨迹 1050093"/>
              <p14:cNvContentPartPr/>
              <p14:nvPr/>
            </p14:nvContentPartPr>
            <p14:xfrm>
              <a:off x="11099497" y="3204859"/>
              <a:ext cx="17264" cy="85188"/>
            </p14:xfrm>
          </p:contentPart>
        </mc:Choice>
        <mc:Fallback xmlns="">
          <p:sp>
            <p:nvSpPr>
              <p:cNvPr id="1050094" name=""/>
              <p:cNvSpPr/>
              <p:nvPr/>
            </p:nvSpPr>
            <p:spPr>
              <a:xfrm>
                <a:off x="11099497" y="3204859"/>
                <a:ext cx="17264" cy="85188"/>
              </a:xfrm>
            </p:spPr>
          </p:sp>
        </mc:Fallback>
      </mc:AlternateContent>
      <mc:AlternateContent xmlns:mc="http://schemas.openxmlformats.org/markup-compatibility/2006" xmlns:p14="http://schemas.microsoft.com/office/powerpoint/2010/main">
        <mc:Choice Requires="p14">
          <p:contentPart p14:bwMode="auto" r:id="rId67">
            <p14:nvContentPartPr>
              <p14:cNvPr id="1050095" name="墨迹 1050094"/>
              <p14:cNvContentPartPr/>
              <p14:nvPr/>
            </p14:nvContentPartPr>
            <p14:xfrm>
              <a:off x="11122555" y="3262002"/>
              <a:ext cx="63817" cy="16858"/>
            </p14:xfrm>
          </p:contentPart>
        </mc:Choice>
        <mc:Fallback xmlns="">
          <p:sp>
            <p:nvSpPr>
              <p:cNvPr id="1050095" name=""/>
              <p:cNvSpPr/>
              <p:nvPr/>
            </p:nvSpPr>
            <p:spPr>
              <a:xfrm>
                <a:off x="11122555" y="3262002"/>
                <a:ext cx="63817" cy="16858"/>
              </a:xfrm>
            </p:spPr>
          </p:sp>
        </mc:Fallback>
      </mc:AlternateContent>
      <mc:AlternateContent xmlns:mc="http://schemas.openxmlformats.org/markup-compatibility/2006" xmlns:p14="http://schemas.microsoft.com/office/powerpoint/2010/main">
        <mc:Choice Requires="p14">
          <p:contentPart p14:bwMode="auto" r:id="rId68">
            <p14:nvContentPartPr>
              <p14:cNvPr id="1050096" name="墨迹 1050095"/>
              <p14:cNvContentPartPr/>
              <p14:nvPr/>
            </p14:nvContentPartPr>
            <p14:xfrm>
              <a:off x="11056843" y="3315014"/>
              <a:ext cx="0" cy="89476"/>
            </p14:xfrm>
          </p:contentPart>
        </mc:Choice>
        <mc:Fallback xmlns="">
          <p:sp>
            <p:nvSpPr>
              <p:cNvPr id="1050096" name=""/>
              <p:cNvSpPr/>
              <p:nvPr/>
            </p:nvSpPr>
            <p:spPr>
              <a:xfrm>
                <a:off x="11056843" y="3315014"/>
                <a:ext cx="0" cy="89476"/>
              </a:xfrm>
            </p:spPr>
          </p:sp>
        </mc:Fallback>
      </mc:AlternateContent>
      <mc:AlternateContent xmlns:mc="http://schemas.openxmlformats.org/markup-compatibility/2006" xmlns:p14="http://schemas.microsoft.com/office/powerpoint/2010/main">
        <mc:Choice Requires="p14">
          <p:contentPart p14:bwMode="auto" r:id="rId69">
            <p14:nvContentPartPr>
              <p14:cNvPr id="1050097" name="墨迹 1050096"/>
              <p14:cNvContentPartPr/>
              <p14:nvPr/>
            </p14:nvContentPartPr>
            <p14:xfrm>
              <a:off x="11059046" y="3324960"/>
              <a:ext cx="100479" cy="125367"/>
            </p14:xfrm>
          </p:contentPart>
        </mc:Choice>
        <mc:Fallback xmlns="">
          <p:sp>
            <p:nvSpPr>
              <p:cNvPr id="1050097" name=""/>
              <p:cNvSpPr/>
              <p:nvPr/>
            </p:nvSpPr>
            <p:spPr>
              <a:xfrm>
                <a:off x="11059046" y="3324960"/>
                <a:ext cx="100479" cy="125367"/>
              </a:xfrm>
            </p:spPr>
          </p:sp>
        </mc:Fallback>
      </mc:AlternateContent>
      <mc:AlternateContent xmlns:mc="http://schemas.openxmlformats.org/markup-compatibility/2006" xmlns:p14="http://schemas.microsoft.com/office/powerpoint/2010/main">
        <mc:Choice Requires="p14">
          <p:contentPart p14:bwMode="auto" r:id="rId70">
            <p14:nvContentPartPr>
              <p14:cNvPr id="1050098" name="墨迹 1050097"/>
              <p14:cNvContentPartPr/>
              <p14:nvPr/>
            </p14:nvContentPartPr>
            <p14:xfrm>
              <a:off x="10995167" y="3460612"/>
              <a:ext cx="392868" cy="53967"/>
            </p14:xfrm>
          </p:contentPart>
        </mc:Choice>
        <mc:Fallback xmlns="">
          <p:sp>
            <p:nvSpPr>
              <p:cNvPr id="1050098" name=""/>
              <p:cNvSpPr/>
              <p:nvPr/>
            </p:nvSpPr>
            <p:spPr>
              <a:xfrm>
                <a:off x="10995167" y="3460612"/>
                <a:ext cx="392868" cy="53967"/>
              </a:xfrm>
            </p:spPr>
          </p:sp>
        </mc:Fallback>
      </mc:AlternateContent>
      <mc:AlternateContent xmlns:mc="http://schemas.openxmlformats.org/markup-compatibility/2006" xmlns:p14="http://schemas.microsoft.com/office/powerpoint/2010/main">
        <mc:Choice Requires="p14">
          <p:contentPart p14:bwMode="auto" r:id="rId71">
            <p14:nvContentPartPr>
              <p14:cNvPr id="1050100" name="墨迹 1050099"/>
              <p14:cNvContentPartPr/>
              <p14:nvPr/>
            </p14:nvContentPartPr>
            <p14:xfrm>
              <a:off x="11533542" y="4752688"/>
              <a:ext cx="0" cy="0"/>
            </p14:xfrm>
          </p:contentPart>
        </mc:Choice>
        <mc:Fallback xmlns="">
          <p:sp>
            <p:nvSpPr>
              <p:cNvPr id="1050100" name=""/>
              <p:cNvSpPr/>
              <p:nvPr/>
            </p:nvSpPr>
            <p:spPr>
              <a:xfrm>
                <a:off x="11533542" y="4752688"/>
                <a:ext cx="0" cy="0"/>
              </a:xfrm>
            </p:spPr>
          </p:sp>
        </mc:Fallback>
      </mc:AlternateContent>
      <mc:AlternateContent xmlns:mc="http://schemas.openxmlformats.org/markup-compatibility/2006" xmlns:p14="http://schemas.microsoft.com/office/powerpoint/2010/main">
        <mc:Choice Requires="p14">
          <p:contentPart p14:bwMode="auto" r:id="rId72">
            <p14:nvContentPartPr>
              <p14:cNvPr id="1050102" name="墨迹 1050101"/>
              <p14:cNvContentPartPr/>
              <p14:nvPr/>
            </p14:nvContentPartPr>
            <p14:xfrm>
              <a:off x="10571571" y="3673014"/>
              <a:ext cx="707781" cy="63927"/>
            </p14:xfrm>
          </p:contentPart>
        </mc:Choice>
        <mc:Fallback xmlns="">
          <p:sp>
            <p:nvSpPr>
              <p:cNvPr id="1050102" name=""/>
              <p:cNvSpPr/>
              <p:nvPr/>
            </p:nvSpPr>
            <p:spPr>
              <a:xfrm>
                <a:off x="10571571" y="3673014"/>
                <a:ext cx="707781" cy="63927"/>
              </a:xfrm>
            </p:spPr>
          </p:sp>
        </mc:Fallback>
      </mc:AlternateContent>
      <mc:AlternateContent xmlns:mc="http://schemas.openxmlformats.org/markup-compatibility/2006" xmlns:p14="http://schemas.microsoft.com/office/powerpoint/2010/main">
        <mc:Choice Requires="p14">
          <p:contentPart p14:bwMode="auto" r:id="rId73">
            <p14:nvContentPartPr>
              <p14:cNvPr id="1050103" name="墨迹 1050102"/>
              <p14:cNvContentPartPr/>
              <p14:nvPr/>
            </p14:nvContentPartPr>
            <p14:xfrm>
              <a:off x="10227961" y="3900198"/>
              <a:ext cx="104972" cy="314815"/>
            </p14:xfrm>
          </p:contentPart>
        </mc:Choice>
        <mc:Fallback xmlns="">
          <p:sp>
            <p:nvSpPr>
              <p:cNvPr id="1050103" name=""/>
              <p:cNvSpPr/>
              <p:nvPr/>
            </p:nvSpPr>
            <p:spPr>
              <a:xfrm>
                <a:off x="10227961" y="3900198"/>
                <a:ext cx="104972" cy="314815"/>
              </a:xfrm>
            </p:spPr>
          </p:sp>
        </mc:Fallback>
      </mc:AlternateContent>
      <mc:AlternateContent xmlns:mc="http://schemas.openxmlformats.org/markup-compatibility/2006" xmlns:p14="http://schemas.microsoft.com/office/powerpoint/2010/main">
        <mc:Choice Requires="p14">
          <p:contentPart p14:bwMode="auto" r:id="rId74">
            <p14:nvContentPartPr>
              <p14:cNvPr id="1050104" name="墨迹 1050103"/>
              <p14:cNvContentPartPr/>
              <p14:nvPr/>
            </p14:nvContentPartPr>
            <p14:xfrm>
              <a:off x="10496060" y="3917316"/>
              <a:ext cx="168473" cy="24588"/>
            </p14:xfrm>
          </p:contentPart>
        </mc:Choice>
        <mc:Fallback xmlns="">
          <p:sp>
            <p:nvSpPr>
              <p:cNvPr id="1050104" name=""/>
              <p:cNvSpPr/>
              <p:nvPr/>
            </p:nvSpPr>
            <p:spPr>
              <a:xfrm>
                <a:off x="10496060" y="3917316"/>
                <a:ext cx="168473" cy="24588"/>
              </a:xfrm>
            </p:spPr>
          </p:sp>
        </mc:Fallback>
      </mc:AlternateContent>
      <mc:AlternateContent xmlns:mc="http://schemas.openxmlformats.org/markup-compatibility/2006" xmlns:p14="http://schemas.microsoft.com/office/powerpoint/2010/main">
        <mc:Choice Requires="p14">
          <p:contentPart p14:bwMode="auto" r:id="rId75">
            <p14:nvContentPartPr>
              <p14:cNvPr id="1050105" name="墨迹 1050104"/>
              <p14:cNvContentPartPr/>
              <p14:nvPr/>
            </p14:nvContentPartPr>
            <p14:xfrm>
              <a:off x="10456069" y="4004704"/>
              <a:ext cx="7081" cy="182731"/>
            </p14:xfrm>
          </p:contentPart>
        </mc:Choice>
        <mc:Fallback xmlns="">
          <p:sp>
            <p:nvSpPr>
              <p:cNvPr id="1050105" name=""/>
              <p:cNvSpPr/>
              <p:nvPr/>
            </p:nvSpPr>
            <p:spPr>
              <a:xfrm>
                <a:off x="10456069" y="4004704"/>
                <a:ext cx="7081" cy="182731"/>
              </a:xfrm>
            </p:spPr>
          </p:sp>
        </mc:Fallback>
      </mc:AlternateContent>
      <mc:AlternateContent xmlns:mc="http://schemas.openxmlformats.org/markup-compatibility/2006" xmlns:p14="http://schemas.microsoft.com/office/powerpoint/2010/main">
        <mc:Choice Requires="p14">
          <p:contentPart p14:bwMode="auto" r:id="rId76">
            <p14:nvContentPartPr>
              <p14:cNvPr id="1050106" name="墨迹 1050105"/>
              <p14:cNvContentPartPr/>
              <p14:nvPr/>
            </p14:nvContentPartPr>
            <p14:xfrm>
              <a:off x="10463781" y="4010279"/>
              <a:ext cx="249499" cy="157224"/>
            </p14:xfrm>
          </p:contentPart>
        </mc:Choice>
        <mc:Fallback xmlns="">
          <p:sp>
            <p:nvSpPr>
              <p:cNvPr id="1050106" name=""/>
              <p:cNvSpPr/>
              <p:nvPr/>
            </p:nvSpPr>
            <p:spPr>
              <a:xfrm>
                <a:off x="10463781" y="4010279"/>
                <a:ext cx="249499" cy="157224"/>
              </a:xfrm>
            </p:spPr>
          </p:sp>
        </mc:Fallback>
      </mc:AlternateContent>
      <mc:AlternateContent xmlns:mc="http://schemas.openxmlformats.org/markup-compatibility/2006" xmlns:p14="http://schemas.microsoft.com/office/powerpoint/2010/main">
        <mc:Choice Requires="p14">
          <p:contentPart p14:bwMode="auto" r:id="rId77">
            <p14:nvContentPartPr>
              <p14:cNvPr id="1050107" name="墨迹 1050106"/>
              <p14:cNvContentPartPr/>
              <p14:nvPr/>
            </p14:nvContentPartPr>
            <p14:xfrm>
              <a:off x="10504639" y="3932397"/>
              <a:ext cx="56556" cy="190769"/>
            </p14:xfrm>
          </p:contentPart>
        </mc:Choice>
        <mc:Fallback xmlns="">
          <p:sp>
            <p:nvSpPr>
              <p:cNvPr id="1050107" name=""/>
              <p:cNvSpPr/>
              <p:nvPr/>
            </p:nvSpPr>
            <p:spPr>
              <a:xfrm>
                <a:off x="10504639" y="3932397"/>
                <a:ext cx="56556" cy="190769"/>
              </a:xfrm>
            </p:spPr>
          </p:sp>
        </mc:Fallback>
      </mc:AlternateContent>
      <mc:AlternateContent xmlns:mc="http://schemas.openxmlformats.org/markup-compatibility/2006" xmlns:p14="http://schemas.microsoft.com/office/powerpoint/2010/main">
        <mc:Choice Requires="p14">
          <p:contentPart p14:bwMode="auto" r:id="rId78">
            <p14:nvContentPartPr>
              <p14:cNvPr id="1050108" name="墨迹 1050107"/>
              <p14:cNvContentPartPr/>
              <p14:nvPr/>
            </p14:nvContentPartPr>
            <p14:xfrm>
              <a:off x="10538139" y="4064740"/>
              <a:ext cx="48289" cy="66432"/>
            </p14:xfrm>
          </p:contentPart>
        </mc:Choice>
        <mc:Fallback xmlns="">
          <p:sp>
            <p:nvSpPr>
              <p:cNvPr id="1050108" name=""/>
              <p:cNvSpPr/>
              <p:nvPr/>
            </p:nvSpPr>
            <p:spPr>
              <a:xfrm>
                <a:off x="10538139" y="4064740"/>
                <a:ext cx="48289" cy="66432"/>
              </a:xfrm>
            </p:spPr>
          </p:sp>
        </mc:Fallback>
      </mc:AlternateContent>
      <mc:AlternateContent xmlns:mc="http://schemas.openxmlformats.org/markup-compatibility/2006" xmlns:p14="http://schemas.microsoft.com/office/powerpoint/2010/main">
        <mc:Choice Requires="p14">
          <p:contentPart p14:bwMode="auto" r:id="rId79">
            <p14:nvContentPartPr>
              <p14:cNvPr id="1050109" name="墨迹 1050108"/>
              <p14:cNvContentPartPr/>
              <p14:nvPr/>
            </p14:nvContentPartPr>
            <p14:xfrm>
              <a:off x="10569159" y="3972393"/>
              <a:ext cx="65724" cy="159831"/>
            </p14:xfrm>
          </p:contentPart>
        </mc:Choice>
        <mc:Fallback xmlns="">
          <p:sp>
            <p:nvSpPr>
              <p:cNvPr id="1050109" name=""/>
              <p:cNvSpPr/>
              <p:nvPr/>
            </p:nvSpPr>
            <p:spPr>
              <a:xfrm>
                <a:off x="10569159" y="3972393"/>
                <a:ext cx="65724" cy="159831"/>
              </a:xfrm>
            </p:spPr>
          </p:sp>
        </mc:Fallback>
      </mc:AlternateContent>
      <mc:AlternateContent xmlns:mc="http://schemas.openxmlformats.org/markup-compatibility/2006" xmlns:p14="http://schemas.microsoft.com/office/powerpoint/2010/main">
        <mc:Choice Requires="p14">
          <p:contentPart p14:bwMode="auto" r:id="rId80">
            <p14:nvContentPartPr>
              <p14:cNvPr id="1050110" name="墨迹 1050109"/>
              <p14:cNvContentPartPr/>
              <p14:nvPr/>
            </p14:nvContentPartPr>
            <p14:xfrm>
              <a:off x="10636129" y="4095088"/>
              <a:ext cx="62276" cy="26446"/>
            </p14:xfrm>
          </p:contentPart>
        </mc:Choice>
        <mc:Fallback xmlns="">
          <p:sp>
            <p:nvSpPr>
              <p:cNvPr id="1050110" name=""/>
              <p:cNvSpPr/>
              <p:nvPr/>
            </p:nvSpPr>
            <p:spPr>
              <a:xfrm>
                <a:off x="10636129" y="4095088"/>
                <a:ext cx="62276" cy="26446"/>
              </a:xfrm>
            </p:spPr>
          </p:sp>
        </mc:Fallback>
      </mc:AlternateContent>
      <mc:AlternateContent xmlns:mc="http://schemas.openxmlformats.org/markup-compatibility/2006" xmlns:p14="http://schemas.microsoft.com/office/powerpoint/2010/main">
        <mc:Choice Requires="p14">
          <p:contentPart p14:bwMode="auto" r:id="rId81">
            <p14:nvContentPartPr>
              <p14:cNvPr id="1050111" name="墨迹 1050110"/>
              <p14:cNvContentPartPr/>
              <p14:nvPr/>
            </p14:nvContentPartPr>
            <p14:xfrm>
              <a:off x="10859204" y="3896704"/>
              <a:ext cx="239717" cy="37387"/>
            </p14:xfrm>
          </p:contentPart>
        </mc:Choice>
        <mc:Fallback xmlns="">
          <p:sp>
            <p:nvSpPr>
              <p:cNvPr id="1050111" name=""/>
              <p:cNvSpPr/>
              <p:nvPr/>
            </p:nvSpPr>
            <p:spPr>
              <a:xfrm>
                <a:off x="10859204" y="3896704"/>
                <a:ext cx="239717" cy="37387"/>
              </a:xfrm>
            </p:spPr>
          </p:sp>
        </mc:Fallback>
      </mc:AlternateContent>
      <mc:AlternateContent xmlns:mc="http://schemas.openxmlformats.org/markup-compatibility/2006" xmlns:p14="http://schemas.microsoft.com/office/powerpoint/2010/main">
        <mc:Choice Requires="p14">
          <p:contentPart p14:bwMode="auto" r:id="rId82">
            <p14:nvContentPartPr>
              <p14:cNvPr id="1050112" name="墨迹 1050111"/>
              <p14:cNvContentPartPr/>
              <p14:nvPr/>
            </p14:nvContentPartPr>
            <p14:xfrm>
              <a:off x="10860062" y="4000185"/>
              <a:ext cx="13165" cy="185401"/>
            </p14:xfrm>
          </p:contentPart>
        </mc:Choice>
        <mc:Fallback xmlns="">
          <p:sp>
            <p:nvSpPr>
              <p:cNvPr id="1050112" name=""/>
              <p:cNvSpPr/>
              <p:nvPr/>
            </p:nvSpPr>
            <p:spPr>
              <a:xfrm>
                <a:off x="10860062" y="4000185"/>
                <a:ext cx="13165" cy="185401"/>
              </a:xfrm>
            </p:spPr>
          </p:sp>
        </mc:Fallback>
      </mc:AlternateContent>
      <mc:AlternateContent xmlns:mc="http://schemas.openxmlformats.org/markup-compatibility/2006" xmlns:p14="http://schemas.microsoft.com/office/powerpoint/2010/main">
        <mc:Choice Requires="p14">
          <p:contentPart p14:bwMode="auto" r:id="rId83">
            <p14:nvContentPartPr>
              <p14:cNvPr id="1050113" name="墨迹 1050112"/>
              <p14:cNvContentPartPr/>
              <p14:nvPr/>
            </p14:nvContentPartPr>
            <p14:xfrm>
              <a:off x="10885719" y="3972239"/>
              <a:ext cx="252200" cy="146044"/>
            </p14:xfrm>
          </p:contentPart>
        </mc:Choice>
        <mc:Fallback xmlns="">
          <p:sp>
            <p:nvSpPr>
              <p:cNvPr id="1050113" name=""/>
              <p:cNvSpPr/>
              <p:nvPr/>
            </p:nvSpPr>
            <p:spPr>
              <a:xfrm>
                <a:off x="10885719" y="3972239"/>
                <a:ext cx="252200" cy="146044"/>
              </a:xfrm>
            </p:spPr>
          </p:sp>
        </mc:Fallback>
      </mc:AlternateContent>
      <mc:AlternateContent xmlns:mc="http://schemas.openxmlformats.org/markup-compatibility/2006" xmlns:p14="http://schemas.microsoft.com/office/powerpoint/2010/main">
        <mc:Choice Requires="p14">
          <p:contentPart p14:bwMode="auto" r:id="rId84">
            <p14:nvContentPartPr>
              <p14:cNvPr id="1050114" name="墨迹 1050113"/>
              <p14:cNvContentPartPr/>
              <p14:nvPr/>
            </p14:nvContentPartPr>
            <p14:xfrm>
              <a:off x="10929263" y="3929007"/>
              <a:ext cx="74623" cy="155509"/>
            </p14:xfrm>
          </p:contentPart>
        </mc:Choice>
        <mc:Fallback xmlns="">
          <p:sp>
            <p:nvSpPr>
              <p:cNvPr id="1050114" name=""/>
              <p:cNvSpPr/>
              <p:nvPr/>
            </p:nvSpPr>
            <p:spPr>
              <a:xfrm>
                <a:off x="10929263" y="3929007"/>
                <a:ext cx="74623" cy="155509"/>
              </a:xfrm>
            </p:spPr>
          </p:sp>
        </mc:Fallback>
      </mc:AlternateContent>
      <mc:AlternateContent xmlns:mc="http://schemas.openxmlformats.org/markup-compatibility/2006" xmlns:p14="http://schemas.microsoft.com/office/powerpoint/2010/main">
        <mc:Choice Requires="p14">
          <p:contentPart p14:bwMode="auto" r:id="rId85">
            <p14:nvContentPartPr>
              <p14:cNvPr id="1050115" name="墨迹 1050114"/>
              <p14:cNvContentPartPr/>
              <p14:nvPr/>
            </p14:nvContentPartPr>
            <p14:xfrm>
              <a:off x="10960654" y="4053977"/>
              <a:ext cx="59733" cy="5136"/>
            </p14:xfrm>
          </p:contentPart>
        </mc:Choice>
        <mc:Fallback xmlns="">
          <p:sp>
            <p:nvSpPr>
              <p:cNvPr id="1050115" name=""/>
              <p:cNvSpPr/>
              <p:nvPr/>
            </p:nvSpPr>
            <p:spPr>
              <a:xfrm>
                <a:off x="10960654" y="4053977"/>
                <a:ext cx="59733" cy="5136"/>
              </a:xfrm>
            </p:spPr>
          </p:sp>
        </mc:Fallback>
      </mc:AlternateContent>
      <mc:AlternateContent xmlns:mc="http://schemas.openxmlformats.org/markup-compatibility/2006" xmlns:p14="http://schemas.microsoft.com/office/powerpoint/2010/main">
        <mc:Choice Requires="p14">
          <p:contentPart p14:bwMode="auto" r:id="rId86">
            <p14:nvContentPartPr>
              <p14:cNvPr id="1050116" name="墨迹 1050115"/>
              <p14:cNvContentPartPr/>
              <p14:nvPr/>
            </p14:nvContentPartPr>
            <p14:xfrm>
              <a:off x="10995221" y="3931267"/>
              <a:ext cx="67459" cy="142791"/>
            </p14:xfrm>
          </p:contentPart>
        </mc:Choice>
        <mc:Fallback xmlns="">
          <p:sp>
            <p:nvSpPr>
              <p:cNvPr id="1050116" name=""/>
              <p:cNvSpPr/>
              <p:nvPr/>
            </p:nvSpPr>
            <p:spPr>
              <a:xfrm>
                <a:off x="10995221" y="3931267"/>
                <a:ext cx="67459" cy="142791"/>
              </a:xfrm>
            </p:spPr>
          </p:sp>
        </mc:Fallback>
      </mc:AlternateContent>
      <mc:AlternateContent xmlns:mc="http://schemas.openxmlformats.org/markup-compatibility/2006" xmlns:p14="http://schemas.microsoft.com/office/powerpoint/2010/main">
        <mc:Choice Requires="p14">
          <p:contentPart p14:bwMode="auto" r:id="rId87">
            <p14:nvContentPartPr>
              <p14:cNvPr id="1050117" name="墨迹 1050116"/>
              <p14:cNvContentPartPr/>
              <p14:nvPr/>
            </p14:nvContentPartPr>
            <p14:xfrm>
              <a:off x="11030400" y="4067232"/>
              <a:ext cx="57652" cy="27535"/>
            </p14:xfrm>
          </p:contentPart>
        </mc:Choice>
        <mc:Fallback xmlns="">
          <p:sp>
            <p:nvSpPr>
              <p:cNvPr id="1050117" name=""/>
              <p:cNvSpPr/>
              <p:nvPr/>
            </p:nvSpPr>
            <p:spPr>
              <a:xfrm>
                <a:off x="11030400" y="4067232"/>
                <a:ext cx="57652" cy="27535"/>
              </a:xfrm>
            </p:spPr>
          </p:sp>
        </mc:Fallback>
      </mc:AlternateContent>
      <mc:AlternateContent xmlns:mc="http://schemas.openxmlformats.org/markup-compatibility/2006" xmlns:p14="http://schemas.microsoft.com/office/powerpoint/2010/main">
        <mc:Choice Requires="p14">
          <p:contentPart p14:bwMode="auto" r:id="rId88">
            <p14:nvContentPartPr>
              <p14:cNvPr id="1050118" name="墨迹 1050117"/>
              <p14:cNvContentPartPr/>
              <p14:nvPr/>
            </p14:nvContentPartPr>
            <p14:xfrm>
              <a:off x="11175081" y="3852136"/>
              <a:ext cx="116820" cy="408027"/>
            </p14:xfrm>
          </p:contentPart>
        </mc:Choice>
        <mc:Fallback xmlns="">
          <p:sp>
            <p:nvSpPr>
              <p:cNvPr id="1050118" name=""/>
              <p:cNvSpPr/>
              <p:nvPr/>
            </p:nvSpPr>
            <p:spPr>
              <a:xfrm>
                <a:off x="11175081" y="3852136"/>
                <a:ext cx="116820" cy="408027"/>
              </a:xfrm>
            </p:spPr>
          </p:sp>
        </mc:Fallback>
      </mc:AlternateContent>
      <mc:AlternateContent xmlns:mc="http://schemas.openxmlformats.org/markup-compatibility/2006" xmlns:p14="http://schemas.microsoft.com/office/powerpoint/2010/main">
        <mc:Choice Requires="p14">
          <p:contentPart p14:bwMode="auto" r:id="rId89">
            <p14:nvContentPartPr>
              <p14:cNvPr id="1050119" name="墨迹 1050118"/>
              <p14:cNvContentPartPr/>
              <p14:nvPr/>
            </p14:nvContentPartPr>
            <p14:xfrm>
              <a:off x="9586856" y="4382058"/>
              <a:ext cx="194445" cy="254854"/>
            </p14:xfrm>
          </p:contentPart>
        </mc:Choice>
        <mc:Fallback xmlns="">
          <p:sp>
            <p:nvSpPr>
              <p:cNvPr id="1050119" name=""/>
              <p:cNvSpPr/>
              <p:nvPr/>
            </p:nvSpPr>
            <p:spPr>
              <a:xfrm>
                <a:off x="9586856" y="4382058"/>
                <a:ext cx="194445" cy="254854"/>
              </a:xfrm>
            </p:spPr>
          </p:sp>
        </mc:Fallback>
      </mc:AlternateContent>
      <mc:AlternateContent xmlns:mc="http://schemas.openxmlformats.org/markup-compatibility/2006" xmlns:p14="http://schemas.microsoft.com/office/powerpoint/2010/main">
        <mc:Choice Requires="p14">
          <p:contentPart p14:bwMode="auto" r:id="rId90">
            <p14:nvContentPartPr>
              <p14:cNvPr id="1050120" name="墨迹 1050119"/>
              <p14:cNvContentPartPr/>
              <p14:nvPr/>
            </p14:nvContentPartPr>
            <p14:xfrm>
              <a:off x="9688936" y="4527238"/>
              <a:ext cx="11666" cy="262684"/>
            </p14:xfrm>
          </p:contentPart>
        </mc:Choice>
        <mc:Fallback xmlns="">
          <p:sp>
            <p:nvSpPr>
              <p:cNvPr id="1050120" name=""/>
              <p:cNvSpPr/>
              <p:nvPr/>
            </p:nvSpPr>
            <p:spPr>
              <a:xfrm>
                <a:off x="9688936" y="4527238"/>
                <a:ext cx="11666" cy="262684"/>
              </a:xfrm>
            </p:spPr>
          </p:sp>
        </mc:Fallback>
      </mc:AlternateContent>
      <mc:AlternateContent xmlns:mc="http://schemas.openxmlformats.org/markup-compatibility/2006" xmlns:p14="http://schemas.microsoft.com/office/powerpoint/2010/main">
        <mc:Choice Requires="p14">
          <p:contentPart p14:bwMode="auto" r:id="rId91">
            <p14:nvContentPartPr>
              <p14:cNvPr id="1050121" name="墨迹 1050120"/>
              <p14:cNvContentPartPr/>
              <p14:nvPr/>
            </p14:nvContentPartPr>
            <p14:xfrm>
              <a:off x="9761702" y="4497863"/>
              <a:ext cx="17288" cy="223325"/>
            </p14:xfrm>
          </p:contentPart>
        </mc:Choice>
        <mc:Fallback xmlns="">
          <p:sp>
            <p:nvSpPr>
              <p:cNvPr id="1050121" name=""/>
              <p:cNvSpPr/>
              <p:nvPr/>
            </p:nvSpPr>
            <p:spPr>
              <a:xfrm>
                <a:off x="9761702" y="4497863"/>
                <a:ext cx="17288" cy="223325"/>
              </a:xfrm>
            </p:spPr>
          </p:sp>
        </mc:Fallback>
      </mc:AlternateContent>
      <mc:AlternateContent xmlns:mc="http://schemas.openxmlformats.org/markup-compatibility/2006" xmlns:p14="http://schemas.microsoft.com/office/powerpoint/2010/main">
        <mc:Choice Requires="p14">
          <p:contentPart p14:bwMode="auto" r:id="rId92">
            <p14:nvContentPartPr>
              <p14:cNvPr id="1050122" name="墨迹 1050121"/>
              <p14:cNvContentPartPr/>
              <p14:nvPr/>
            </p14:nvContentPartPr>
            <p14:xfrm>
              <a:off x="9758820" y="4477818"/>
              <a:ext cx="162206" cy="208815"/>
            </p14:xfrm>
          </p:contentPart>
        </mc:Choice>
        <mc:Fallback xmlns="">
          <p:sp>
            <p:nvSpPr>
              <p:cNvPr id="1050122" name=""/>
              <p:cNvSpPr/>
              <p:nvPr/>
            </p:nvSpPr>
            <p:spPr>
              <a:xfrm>
                <a:off x="9758820" y="4477818"/>
                <a:ext cx="162206" cy="208815"/>
              </a:xfrm>
            </p:spPr>
          </p:sp>
        </mc:Fallback>
      </mc:AlternateContent>
      <mc:AlternateContent xmlns:mc="http://schemas.openxmlformats.org/markup-compatibility/2006" xmlns:p14="http://schemas.microsoft.com/office/powerpoint/2010/main">
        <mc:Choice Requires="p14">
          <p:contentPart p14:bwMode="auto" r:id="rId93">
            <p14:nvContentPartPr>
              <p14:cNvPr id="1050123" name="墨迹 1050122"/>
              <p14:cNvContentPartPr/>
              <p14:nvPr/>
            </p14:nvContentPartPr>
            <p14:xfrm>
              <a:off x="9796639" y="4591711"/>
              <a:ext cx="235089" cy="179210"/>
            </p14:xfrm>
          </p:contentPart>
        </mc:Choice>
        <mc:Fallback xmlns="">
          <p:sp>
            <p:nvSpPr>
              <p:cNvPr id="1050123" name=""/>
              <p:cNvSpPr/>
              <p:nvPr/>
            </p:nvSpPr>
            <p:spPr>
              <a:xfrm>
                <a:off x="9796639" y="4591711"/>
                <a:ext cx="235089" cy="179210"/>
              </a:xfrm>
            </p:spPr>
          </p:sp>
        </mc:Fallback>
      </mc:AlternateContent>
      <mc:AlternateContent xmlns:mc="http://schemas.openxmlformats.org/markup-compatibility/2006" xmlns:p14="http://schemas.microsoft.com/office/powerpoint/2010/main">
        <mc:Choice Requires="p14">
          <p:contentPart p14:bwMode="auto" r:id="rId94">
            <p14:nvContentPartPr>
              <p14:cNvPr id="1050124" name="墨迹 1050123"/>
              <p14:cNvContentPartPr/>
              <p14:nvPr/>
            </p14:nvContentPartPr>
            <p14:xfrm>
              <a:off x="10164619" y="4505772"/>
              <a:ext cx="93537" cy="241202"/>
            </p14:xfrm>
          </p:contentPart>
        </mc:Choice>
        <mc:Fallback xmlns="">
          <p:sp>
            <p:nvSpPr>
              <p:cNvPr id="1050124" name=""/>
              <p:cNvSpPr/>
              <p:nvPr/>
            </p:nvSpPr>
            <p:spPr>
              <a:xfrm>
                <a:off x="10164619" y="4505772"/>
                <a:ext cx="93537" cy="241202"/>
              </a:xfrm>
            </p:spPr>
          </p:sp>
        </mc:Fallback>
      </mc:AlternateContent>
      <mc:AlternateContent xmlns:mc="http://schemas.openxmlformats.org/markup-compatibility/2006" xmlns:p14="http://schemas.microsoft.com/office/powerpoint/2010/main">
        <mc:Choice Requires="p14">
          <p:contentPart p14:bwMode="auto" r:id="rId95">
            <p14:nvContentPartPr>
              <p14:cNvPr id="1050125" name="墨迹 1050124"/>
              <p14:cNvContentPartPr/>
              <p14:nvPr/>
            </p14:nvContentPartPr>
            <p14:xfrm>
              <a:off x="10362712" y="4413128"/>
              <a:ext cx="147182" cy="152532"/>
            </p14:xfrm>
          </p:contentPart>
        </mc:Choice>
        <mc:Fallback xmlns="">
          <p:sp>
            <p:nvSpPr>
              <p:cNvPr id="1050125" name=""/>
              <p:cNvSpPr/>
              <p:nvPr/>
            </p:nvSpPr>
            <p:spPr>
              <a:xfrm>
                <a:off x="10362712" y="4413128"/>
                <a:ext cx="147182" cy="152532"/>
              </a:xfrm>
            </p:spPr>
          </p:sp>
        </mc:Fallback>
      </mc:AlternateContent>
      <mc:AlternateContent xmlns:mc="http://schemas.openxmlformats.org/markup-compatibility/2006" xmlns:p14="http://schemas.microsoft.com/office/powerpoint/2010/main">
        <mc:Choice Requires="p14">
          <p:contentPart p14:bwMode="auto" r:id="rId96">
            <p14:nvContentPartPr>
              <p14:cNvPr id="1050126" name="墨迹 1050125"/>
              <p14:cNvContentPartPr/>
              <p14:nvPr/>
            </p14:nvContentPartPr>
            <p14:xfrm>
              <a:off x="10490295" y="4491649"/>
              <a:ext cx="43878" cy="29052"/>
            </p14:xfrm>
          </p:contentPart>
        </mc:Choice>
        <mc:Fallback xmlns="">
          <p:sp>
            <p:nvSpPr>
              <p:cNvPr id="1050126" name=""/>
              <p:cNvSpPr/>
              <p:nvPr/>
            </p:nvSpPr>
            <p:spPr>
              <a:xfrm>
                <a:off x="10490295" y="4491649"/>
                <a:ext cx="43878" cy="29052"/>
              </a:xfrm>
            </p:spPr>
          </p:sp>
        </mc:Fallback>
      </mc:AlternateContent>
      <mc:AlternateContent xmlns:mc="http://schemas.openxmlformats.org/markup-compatibility/2006" xmlns:p14="http://schemas.microsoft.com/office/powerpoint/2010/main">
        <mc:Choice Requires="p14">
          <p:contentPart p14:bwMode="auto" r:id="rId97">
            <p14:nvContentPartPr>
              <p14:cNvPr id="1050127" name="墨迹 1050126"/>
              <p14:cNvContentPartPr/>
              <p14:nvPr/>
            </p14:nvContentPartPr>
            <p14:xfrm>
              <a:off x="10435088" y="4505207"/>
              <a:ext cx="42331" cy="386382"/>
            </p14:xfrm>
          </p:contentPart>
        </mc:Choice>
        <mc:Fallback xmlns="">
          <p:sp>
            <p:nvSpPr>
              <p:cNvPr id="1050127" name=""/>
              <p:cNvSpPr/>
              <p:nvPr/>
            </p:nvSpPr>
            <p:spPr>
              <a:xfrm>
                <a:off x="10435088" y="4505207"/>
                <a:ext cx="42331" cy="386382"/>
              </a:xfrm>
            </p:spPr>
          </p:sp>
        </mc:Fallback>
      </mc:AlternateContent>
      <mc:AlternateContent xmlns:mc="http://schemas.openxmlformats.org/markup-compatibility/2006" xmlns:p14="http://schemas.microsoft.com/office/powerpoint/2010/main">
        <mc:Choice Requires="p14">
          <p:contentPart p14:bwMode="auto" r:id="rId98">
            <p14:nvContentPartPr>
              <p14:cNvPr id="1050128" name="墨迹 1050127"/>
              <p14:cNvContentPartPr/>
              <p14:nvPr/>
            </p14:nvContentPartPr>
            <p14:xfrm>
              <a:off x="10766399" y="4418212"/>
              <a:ext cx="22482" cy="27680"/>
            </p14:xfrm>
          </p:contentPart>
        </mc:Choice>
        <mc:Fallback xmlns="">
          <p:sp>
            <p:nvSpPr>
              <p:cNvPr id="1050128" name=""/>
              <p:cNvSpPr/>
              <p:nvPr/>
            </p:nvSpPr>
            <p:spPr>
              <a:xfrm>
                <a:off x="10766399" y="4418212"/>
                <a:ext cx="22482" cy="27680"/>
              </a:xfrm>
            </p:spPr>
          </p:sp>
        </mc:Fallback>
      </mc:AlternateContent>
      <mc:AlternateContent xmlns:mc="http://schemas.openxmlformats.org/markup-compatibility/2006" xmlns:p14="http://schemas.microsoft.com/office/powerpoint/2010/main">
        <mc:Choice Requires="p14">
          <p:contentPart p14:bwMode="auto" r:id="rId99">
            <p14:nvContentPartPr>
              <p14:cNvPr id="1050129" name="墨迹 1050128"/>
              <p14:cNvContentPartPr/>
              <p14:nvPr/>
            </p14:nvContentPartPr>
            <p14:xfrm>
              <a:off x="10641894" y="4457611"/>
              <a:ext cx="229532" cy="61153"/>
            </p14:xfrm>
          </p:contentPart>
        </mc:Choice>
        <mc:Fallback xmlns="">
          <p:sp>
            <p:nvSpPr>
              <p:cNvPr id="1050129" name=""/>
              <p:cNvSpPr/>
              <p:nvPr/>
            </p:nvSpPr>
            <p:spPr>
              <a:xfrm>
                <a:off x="10641894" y="4457611"/>
                <a:ext cx="229532" cy="61153"/>
              </a:xfrm>
            </p:spPr>
          </p:sp>
        </mc:Fallback>
      </mc:AlternateContent>
      <mc:AlternateContent xmlns:mc="http://schemas.openxmlformats.org/markup-compatibility/2006" xmlns:p14="http://schemas.microsoft.com/office/powerpoint/2010/main">
        <mc:Choice Requires="p14">
          <p:contentPart p14:bwMode="auto" r:id="rId100">
            <p14:nvContentPartPr>
              <p14:cNvPr id="1050130" name="墨迹 1050129"/>
              <p14:cNvContentPartPr/>
              <p14:nvPr/>
            </p14:nvContentPartPr>
            <p14:xfrm>
              <a:off x="10707842" y="4536276"/>
              <a:ext cx="9563" cy="68512"/>
            </p14:xfrm>
          </p:contentPart>
        </mc:Choice>
        <mc:Fallback xmlns="">
          <p:sp>
            <p:nvSpPr>
              <p:cNvPr id="1050130" name=""/>
              <p:cNvSpPr/>
              <p:nvPr/>
            </p:nvSpPr>
            <p:spPr>
              <a:xfrm>
                <a:off x="10707842" y="4536276"/>
                <a:ext cx="9563" cy="68512"/>
              </a:xfrm>
            </p:spPr>
          </p:sp>
        </mc:Fallback>
      </mc:AlternateContent>
      <mc:AlternateContent xmlns:mc="http://schemas.openxmlformats.org/markup-compatibility/2006" xmlns:p14="http://schemas.microsoft.com/office/powerpoint/2010/main">
        <mc:Choice Requires="p14">
          <p:contentPart p14:bwMode="auto" r:id="rId101">
            <p14:nvContentPartPr>
              <p14:cNvPr id="1050131" name="墨迹 1050130"/>
              <p14:cNvContentPartPr/>
              <p14:nvPr/>
            </p14:nvContentPartPr>
            <p14:xfrm>
              <a:off x="10692504" y="4523548"/>
              <a:ext cx="92945" cy="257703"/>
            </p14:xfrm>
          </p:contentPart>
        </mc:Choice>
        <mc:Fallback xmlns="">
          <p:sp>
            <p:nvSpPr>
              <p:cNvPr id="1050131" name=""/>
              <p:cNvSpPr/>
              <p:nvPr/>
            </p:nvSpPr>
            <p:spPr>
              <a:xfrm>
                <a:off x="10692504" y="4523548"/>
                <a:ext cx="92945" cy="257703"/>
              </a:xfrm>
            </p:spPr>
          </p:sp>
        </mc:Fallback>
      </mc:AlternateContent>
      <mc:AlternateContent xmlns:mc="http://schemas.openxmlformats.org/markup-compatibility/2006" xmlns:p14="http://schemas.microsoft.com/office/powerpoint/2010/main">
        <mc:Choice Requires="p14">
          <p:contentPart p14:bwMode="auto" r:id="rId102">
            <p14:nvContentPartPr>
              <p14:cNvPr id="1050132" name="墨迹 1050131"/>
              <p14:cNvContentPartPr/>
              <p14:nvPr/>
            </p14:nvContentPartPr>
            <p14:xfrm>
              <a:off x="10644365" y="4637394"/>
              <a:ext cx="49406" cy="96476"/>
            </p14:xfrm>
          </p:contentPart>
        </mc:Choice>
        <mc:Fallback xmlns="">
          <p:sp>
            <p:nvSpPr>
              <p:cNvPr id="1050132" name=""/>
              <p:cNvSpPr/>
              <p:nvPr/>
            </p:nvSpPr>
            <p:spPr>
              <a:xfrm>
                <a:off x="10644365" y="4637394"/>
                <a:ext cx="49406" cy="96476"/>
              </a:xfrm>
            </p:spPr>
          </p:sp>
        </mc:Fallback>
      </mc:AlternateContent>
      <mc:AlternateContent xmlns:mc="http://schemas.openxmlformats.org/markup-compatibility/2006" xmlns:p14="http://schemas.microsoft.com/office/powerpoint/2010/main">
        <mc:Choice Requires="p14">
          <p:contentPart p14:bwMode="auto" r:id="rId103">
            <p14:nvContentPartPr>
              <p14:cNvPr id="1050133" name="墨迹 1050132"/>
              <p14:cNvContentPartPr/>
              <p14:nvPr/>
            </p14:nvContentPartPr>
            <p14:xfrm>
              <a:off x="10764671" y="4639006"/>
              <a:ext cx="148092" cy="70530"/>
            </p14:xfrm>
          </p:contentPart>
        </mc:Choice>
        <mc:Fallback xmlns="">
          <p:sp>
            <p:nvSpPr>
              <p:cNvPr id="1050133" name=""/>
              <p:cNvSpPr/>
              <p:nvPr/>
            </p:nvSpPr>
            <p:spPr>
              <a:xfrm>
                <a:off x="10764671" y="4639006"/>
                <a:ext cx="148092" cy="70530"/>
              </a:xfrm>
            </p:spPr>
          </p:sp>
        </mc:Fallback>
      </mc:AlternateContent>
      <mc:AlternateContent xmlns:mc="http://schemas.openxmlformats.org/markup-compatibility/2006" xmlns:p14="http://schemas.microsoft.com/office/powerpoint/2010/main">
        <mc:Choice Requires="p14">
          <p:contentPart p14:bwMode="auto" r:id="rId104">
            <p14:nvContentPartPr>
              <p14:cNvPr id="1050134" name="墨迹 1050133"/>
              <p14:cNvContentPartPr/>
              <p14:nvPr/>
            </p14:nvContentPartPr>
            <p14:xfrm>
              <a:off x="10840609" y="4557178"/>
              <a:ext cx="56062" cy="173754"/>
            </p14:xfrm>
          </p:contentPart>
        </mc:Choice>
        <mc:Fallback xmlns="">
          <p:sp>
            <p:nvSpPr>
              <p:cNvPr id="1050134" name=""/>
              <p:cNvSpPr/>
              <p:nvPr/>
            </p:nvSpPr>
            <p:spPr>
              <a:xfrm>
                <a:off x="10840609" y="4557178"/>
                <a:ext cx="56062" cy="173754"/>
              </a:xfrm>
            </p:spPr>
          </p:sp>
        </mc:Fallback>
      </mc:AlternateContent>
      <mc:AlternateContent xmlns:mc="http://schemas.openxmlformats.org/markup-compatibility/2006" xmlns:p14="http://schemas.microsoft.com/office/powerpoint/2010/main">
        <mc:Choice Requires="p14">
          <p:contentPart p14:bwMode="auto" r:id="rId105">
            <p14:nvContentPartPr>
              <p14:cNvPr id="1050135" name="墨迹 1050134"/>
              <p14:cNvContentPartPr/>
              <p14:nvPr/>
            </p14:nvContentPartPr>
            <p14:xfrm>
              <a:off x="10885719" y="4563626"/>
              <a:ext cx="90926" cy="173049"/>
            </p14:xfrm>
          </p:contentPart>
        </mc:Choice>
        <mc:Fallback xmlns="">
          <p:sp>
            <p:nvSpPr>
              <p:cNvPr id="1050135" name=""/>
              <p:cNvSpPr/>
              <p:nvPr/>
            </p:nvSpPr>
            <p:spPr>
              <a:xfrm>
                <a:off x="10885719" y="4563626"/>
                <a:ext cx="90926" cy="173049"/>
              </a:xfrm>
            </p:spPr>
          </p:sp>
        </mc:Fallback>
      </mc:AlternateContent>
      <mc:AlternateContent xmlns:mc="http://schemas.openxmlformats.org/markup-compatibility/2006" xmlns:p14="http://schemas.microsoft.com/office/powerpoint/2010/main">
        <mc:Choice Requires="p14">
          <p:contentPart p14:bwMode="auto" r:id="rId106">
            <p14:nvContentPartPr>
              <p14:cNvPr id="1050136" name="墨迹 1050135"/>
              <p14:cNvContentPartPr/>
              <p14:nvPr/>
            </p14:nvContentPartPr>
            <p14:xfrm>
              <a:off x="11120897" y="4468755"/>
              <a:ext cx="127074" cy="41535"/>
            </p14:xfrm>
          </p:contentPart>
        </mc:Choice>
        <mc:Fallback xmlns="">
          <p:sp>
            <p:nvSpPr>
              <p:cNvPr id="1050136" name=""/>
              <p:cNvSpPr/>
              <p:nvPr/>
            </p:nvSpPr>
            <p:spPr>
              <a:xfrm>
                <a:off x="11120897" y="4468755"/>
                <a:ext cx="127074" cy="41535"/>
              </a:xfrm>
            </p:spPr>
          </p:sp>
        </mc:Fallback>
      </mc:AlternateContent>
      <mc:AlternateContent xmlns:mc="http://schemas.openxmlformats.org/markup-compatibility/2006" xmlns:p14="http://schemas.microsoft.com/office/powerpoint/2010/main">
        <mc:Choice Requires="p14">
          <p:contentPart p14:bwMode="auto" r:id="rId107">
            <p14:nvContentPartPr>
              <p14:cNvPr id="1050137" name="墨迹 1050136"/>
              <p14:cNvContentPartPr/>
              <p14:nvPr/>
            </p14:nvContentPartPr>
            <p14:xfrm>
              <a:off x="11002216" y="4427815"/>
              <a:ext cx="215953" cy="337770"/>
            </p14:xfrm>
          </p:contentPart>
        </mc:Choice>
        <mc:Fallback xmlns="">
          <p:sp>
            <p:nvSpPr>
              <p:cNvPr id="1050137" name=""/>
              <p:cNvSpPr/>
              <p:nvPr/>
            </p:nvSpPr>
            <p:spPr>
              <a:xfrm>
                <a:off x="11002216" y="4427815"/>
                <a:ext cx="215953" cy="337770"/>
              </a:xfrm>
            </p:spPr>
          </p:sp>
        </mc:Fallback>
      </mc:AlternateContent>
      <mc:AlternateContent xmlns:mc="http://schemas.openxmlformats.org/markup-compatibility/2006" xmlns:p14="http://schemas.microsoft.com/office/powerpoint/2010/main">
        <mc:Choice Requires="p14">
          <p:contentPart p14:bwMode="auto" r:id="rId108">
            <p14:nvContentPartPr>
              <p14:cNvPr id="1050138" name="墨迹 1050137"/>
              <p14:cNvContentPartPr/>
              <p14:nvPr/>
            </p14:nvContentPartPr>
            <p14:xfrm>
              <a:off x="11221782" y="4433464"/>
              <a:ext cx="6330" cy="90328"/>
            </p14:xfrm>
          </p:contentPart>
        </mc:Choice>
        <mc:Fallback xmlns="">
          <p:sp>
            <p:nvSpPr>
              <p:cNvPr id="1050138" name=""/>
              <p:cNvSpPr/>
              <p:nvPr/>
            </p:nvSpPr>
            <p:spPr>
              <a:xfrm>
                <a:off x="11221782" y="4433464"/>
                <a:ext cx="6330" cy="90328"/>
              </a:xfrm>
            </p:spPr>
          </p:sp>
        </mc:Fallback>
      </mc:AlternateContent>
      <mc:AlternateContent xmlns:mc="http://schemas.openxmlformats.org/markup-compatibility/2006" xmlns:p14="http://schemas.microsoft.com/office/powerpoint/2010/main">
        <mc:Choice Requires="p14">
          <p:contentPart p14:bwMode="auto" r:id="rId109">
            <p14:nvContentPartPr>
              <p14:cNvPr id="1050139" name="墨迹 1050138"/>
              <p14:cNvContentPartPr/>
              <p14:nvPr/>
            </p14:nvContentPartPr>
            <p14:xfrm>
              <a:off x="11249795" y="4395609"/>
              <a:ext cx="56293" cy="157149"/>
            </p14:xfrm>
          </p:contentPart>
        </mc:Choice>
        <mc:Fallback xmlns="">
          <p:sp>
            <p:nvSpPr>
              <p:cNvPr id="1050139" name=""/>
              <p:cNvSpPr/>
              <p:nvPr/>
            </p:nvSpPr>
            <p:spPr>
              <a:xfrm>
                <a:off x="11249795" y="4395609"/>
                <a:ext cx="56293" cy="157149"/>
              </a:xfrm>
            </p:spPr>
          </p:sp>
        </mc:Fallback>
      </mc:AlternateContent>
      <mc:AlternateContent xmlns:mc="http://schemas.openxmlformats.org/markup-compatibility/2006" xmlns:p14="http://schemas.microsoft.com/office/powerpoint/2010/main">
        <mc:Choice Requires="p14">
          <p:contentPart p14:bwMode="auto" r:id="rId110">
            <p14:nvContentPartPr>
              <p14:cNvPr id="1050140" name="墨迹 1050139"/>
              <p14:cNvContentPartPr/>
              <p14:nvPr/>
            </p14:nvContentPartPr>
            <p14:xfrm>
              <a:off x="11155346" y="4563902"/>
              <a:ext cx="167321" cy="206215"/>
            </p14:xfrm>
          </p:contentPart>
        </mc:Choice>
        <mc:Fallback xmlns="">
          <p:sp>
            <p:nvSpPr>
              <p:cNvPr id="1050140" name=""/>
              <p:cNvSpPr/>
              <p:nvPr/>
            </p:nvSpPr>
            <p:spPr>
              <a:xfrm>
                <a:off x="11155346" y="4563902"/>
                <a:ext cx="167321" cy="206215"/>
              </a:xfrm>
            </p:spPr>
          </p:sp>
        </mc:Fallback>
      </mc:AlternateContent>
      <mc:AlternateContent xmlns:mc="http://schemas.openxmlformats.org/markup-compatibility/2006" xmlns:p14="http://schemas.microsoft.com/office/powerpoint/2010/main">
        <mc:Choice Requires="p14">
          <p:contentPart p14:bwMode="auto" r:id="rId111">
            <p14:nvContentPartPr>
              <p14:cNvPr id="1050141" name="墨迹 1050140"/>
              <p14:cNvContentPartPr/>
              <p14:nvPr/>
            </p14:nvContentPartPr>
            <p14:xfrm>
              <a:off x="11187186" y="4601759"/>
              <a:ext cx="122012" cy="148581"/>
            </p14:xfrm>
          </p:contentPart>
        </mc:Choice>
        <mc:Fallback xmlns="">
          <p:sp>
            <p:nvSpPr>
              <p:cNvPr id="1050141" name=""/>
              <p:cNvSpPr/>
              <p:nvPr/>
            </p:nvSpPr>
            <p:spPr>
              <a:xfrm>
                <a:off x="11187186" y="4601759"/>
                <a:ext cx="122012" cy="148581"/>
              </a:xfrm>
            </p:spPr>
          </p:sp>
        </mc:Fallback>
      </mc:AlternateContent>
      <mc:AlternateContent xmlns:mc="http://schemas.openxmlformats.org/markup-compatibility/2006" xmlns:p14="http://schemas.microsoft.com/office/powerpoint/2010/main">
        <mc:Choice Requires="p14">
          <p:contentPart p14:bwMode="auto" r:id="rId112">
            <p14:nvContentPartPr>
              <p14:cNvPr id="1050142" name="墨迹 1050141"/>
              <p14:cNvContentPartPr/>
              <p14:nvPr/>
            </p14:nvContentPartPr>
            <p14:xfrm>
              <a:off x="11455797" y="4342422"/>
              <a:ext cx="181831" cy="58278"/>
            </p14:xfrm>
          </p:contentPart>
        </mc:Choice>
        <mc:Fallback xmlns="">
          <p:sp>
            <p:nvSpPr>
              <p:cNvPr id="1050142" name=""/>
              <p:cNvSpPr/>
              <p:nvPr/>
            </p:nvSpPr>
            <p:spPr>
              <a:xfrm>
                <a:off x="11455797" y="4342422"/>
                <a:ext cx="181831" cy="58278"/>
              </a:xfrm>
            </p:spPr>
          </p:sp>
        </mc:Fallback>
      </mc:AlternateContent>
      <mc:AlternateContent xmlns:mc="http://schemas.openxmlformats.org/markup-compatibility/2006" xmlns:p14="http://schemas.microsoft.com/office/powerpoint/2010/main">
        <mc:Choice Requires="p14">
          <p:contentPart p14:bwMode="auto" r:id="rId113">
            <p14:nvContentPartPr>
              <p14:cNvPr id="1050143" name="墨迹 1050142"/>
              <p14:cNvContentPartPr/>
              <p14:nvPr/>
            </p14:nvContentPartPr>
            <p14:xfrm>
              <a:off x="11430689" y="4454366"/>
              <a:ext cx="15309" cy="101908"/>
            </p14:xfrm>
          </p:contentPart>
        </mc:Choice>
        <mc:Fallback xmlns="">
          <p:sp>
            <p:nvSpPr>
              <p:cNvPr id="1050143" name=""/>
              <p:cNvSpPr/>
              <p:nvPr/>
            </p:nvSpPr>
            <p:spPr>
              <a:xfrm>
                <a:off x="11430689" y="4454366"/>
                <a:ext cx="15309" cy="101908"/>
              </a:xfrm>
            </p:spPr>
          </p:sp>
        </mc:Fallback>
      </mc:AlternateContent>
      <mc:AlternateContent xmlns:mc="http://schemas.openxmlformats.org/markup-compatibility/2006" xmlns:p14="http://schemas.microsoft.com/office/powerpoint/2010/main">
        <mc:Choice Requires="p14">
          <p:contentPart p14:bwMode="auto" r:id="rId114">
            <p14:nvContentPartPr>
              <p14:cNvPr id="1050144" name="墨迹 1050143"/>
              <p14:cNvContentPartPr/>
              <p14:nvPr/>
            </p14:nvContentPartPr>
            <p14:xfrm>
              <a:off x="11421789" y="4403554"/>
              <a:ext cx="258800" cy="105041"/>
            </p14:xfrm>
          </p:contentPart>
        </mc:Choice>
        <mc:Fallback xmlns="">
          <p:sp>
            <p:nvSpPr>
              <p:cNvPr id="1050144" name=""/>
              <p:cNvSpPr/>
              <p:nvPr/>
            </p:nvSpPr>
            <p:spPr>
              <a:xfrm>
                <a:off x="11421789" y="4403554"/>
                <a:ext cx="258800" cy="105041"/>
              </a:xfrm>
            </p:spPr>
          </p:sp>
        </mc:Fallback>
      </mc:AlternateContent>
      <mc:AlternateContent xmlns:mc="http://schemas.openxmlformats.org/markup-compatibility/2006" xmlns:p14="http://schemas.microsoft.com/office/powerpoint/2010/main">
        <mc:Choice Requires="p14">
          <p:contentPart p14:bwMode="auto" r:id="rId115">
            <p14:nvContentPartPr>
              <p14:cNvPr id="1050145" name="墨迹 1050144"/>
              <p14:cNvContentPartPr/>
              <p14:nvPr/>
            </p14:nvContentPartPr>
            <p14:xfrm>
              <a:off x="11522995" y="4383188"/>
              <a:ext cx="82703" cy="131622"/>
            </p14:xfrm>
          </p:contentPart>
        </mc:Choice>
        <mc:Fallback xmlns="">
          <p:sp>
            <p:nvSpPr>
              <p:cNvPr id="1050145" name=""/>
              <p:cNvSpPr/>
              <p:nvPr/>
            </p:nvSpPr>
            <p:spPr>
              <a:xfrm>
                <a:off x="11522995" y="4383188"/>
                <a:ext cx="82703" cy="131622"/>
              </a:xfrm>
            </p:spPr>
          </p:sp>
        </mc:Fallback>
      </mc:AlternateContent>
      <mc:AlternateContent xmlns:mc="http://schemas.openxmlformats.org/markup-compatibility/2006" xmlns:p14="http://schemas.microsoft.com/office/powerpoint/2010/main">
        <mc:Choice Requires="p14">
          <p:contentPart p14:bwMode="auto" r:id="rId116">
            <p14:nvContentPartPr>
              <p14:cNvPr id="1050146" name="墨迹 1050145"/>
              <p14:cNvContentPartPr/>
              <p14:nvPr/>
            </p14:nvContentPartPr>
            <p14:xfrm>
              <a:off x="11459256" y="4508715"/>
              <a:ext cx="139173" cy="46203"/>
            </p14:xfrm>
          </p:contentPart>
        </mc:Choice>
        <mc:Fallback xmlns="">
          <p:sp>
            <p:nvSpPr>
              <p:cNvPr id="1050146" name=""/>
              <p:cNvSpPr/>
              <p:nvPr/>
            </p:nvSpPr>
            <p:spPr>
              <a:xfrm>
                <a:off x="11459256" y="4508715"/>
                <a:ext cx="139173" cy="46203"/>
              </a:xfrm>
            </p:spPr>
          </p:sp>
        </mc:Fallback>
      </mc:AlternateContent>
      <mc:AlternateContent xmlns:mc="http://schemas.openxmlformats.org/markup-compatibility/2006" xmlns:p14="http://schemas.microsoft.com/office/powerpoint/2010/main">
        <mc:Choice Requires="p14">
          <p:contentPart p14:bwMode="auto" r:id="rId117">
            <p14:nvContentPartPr>
              <p14:cNvPr id="1050147" name="墨迹 1050146"/>
              <p14:cNvContentPartPr/>
              <p14:nvPr/>
            </p14:nvContentPartPr>
            <p14:xfrm>
              <a:off x="11486348" y="4547935"/>
              <a:ext cx="92944" cy="145625"/>
            </p14:xfrm>
          </p:contentPart>
        </mc:Choice>
        <mc:Fallback xmlns="">
          <p:sp>
            <p:nvSpPr>
              <p:cNvPr id="1050147" name=""/>
              <p:cNvSpPr/>
              <p:nvPr/>
            </p:nvSpPr>
            <p:spPr>
              <a:xfrm>
                <a:off x="11486348" y="4547935"/>
                <a:ext cx="92944" cy="145625"/>
              </a:xfrm>
            </p:spPr>
          </p:sp>
        </mc:Fallback>
      </mc:AlternateContent>
      <mc:AlternateContent xmlns:mc="http://schemas.openxmlformats.org/markup-compatibility/2006" xmlns:p14="http://schemas.microsoft.com/office/powerpoint/2010/main">
        <mc:Choice Requires="p14">
          <p:contentPart p14:bwMode="auto" r:id="rId118">
            <p14:nvContentPartPr>
              <p14:cNvPr id="1050148" name="墨迹 1050147"/>
              <p14:cNvContentPartPr/>
              <p14:nvPr/>
            </p14:nvContentPartPr>
            <p14:xfrm>
              <a:off x="11441934" y="4630050"/>
              <a:ext cx="43437" cy="71206"/>
            </p14:xfrm>
          </p:contentPart>
        </mc:Choice>
        <mc:Fallback xmlns="">
          <p:sp>
            <p:nvSpPr>
              <p:cNvPr id="1050148" name=""/>
              <p:cNvSpPr/>
              <p:nvPr/>
            </p:nvSpPr>
            <p:spPr>
              <a:xfrm>
                <a:off x="11441934" y="4630050"/>
                <a:ext cx="43437" cy="71206"/>
              </a:xfrm>
            </p:spPr>
          </p:sp>
        </mc:Fallback>
      </mc:AlternateContent>
      <mc:AlternateContent xmlns:mc="http://schemas.openxmlformats.org/markup-compatibility/2006" xmlns:p14="http://schemas.microsoft.com/office/powerpoint/2010/main">
        <mc:Choice Requires="p14">
          <p:contentPart p14:bwMode="auto" r:id="rId119">
            <p14:nvContentPartPr>
              <p14:cNvPr id="1050149" name="墨迹 1050148"/>
              <p14:cNvContentPartPr/>
              <p14:nvPr/>
            </p14:nvContentPartPr>
            <p14:xfrm>
              <a:off x="11608549" y="4645867"/>
              <a:ext cx="60343" cy="59802"/>
            </p14:xfrm>
          </p:contentPart>
        </mc:Choice>
        <mc:Fallback xmlns="">
          <p:sp>
            <p:nvSpPr>
              <p:cNvPr id="1050149" name=""/>
              <p:cNvSpPr/>
              <p:nvPr/>
            </p:nvSpPr>
            <p:spPr>
              <a:xfrm>
                <a:off x="11608549" y="4645867"/>
                <a:ext cx="60343" cy="59802"/>
              </a:xfrm>
            </p:spPr>
          </p:sp>
        </mc:Fallback>
      </mc:AlternateContent>
      <mc:AlternateContent xmlns:mc="http://schemas.openxmlformats.org/markup-compatibility/2006" xmlns:p14="http://schemas.microsoft.com/office/powerpoint/2010/main">
        <mc:Choice Requires="p14">
          <p:contentPart p14:bwMode="auto" r:id="rId120">
            <p14:nvContentPartPr>
              <p14:cNvPr id="1050150" name="墨迹 1050149"/>
              <p14:cNvContentPartPr/>
              <p14:nvPr/>
            </p14:nvContentPartPr>
            <p14:xfrm>
              <a:off x="11863325" y="4278117"/>
              <a:ext cx="29946" cy="57647"/>
            </p14:xfrm>
          </p:contentPart>
        </mc:Choice>
        <mc:Fallback xmlns="">
          <p:sp>
            <p:nvSpPr>
              <p:cNvPr id="1050150" name=""/>
              <p:cNvSpPr/>
              <p:nvPr/>
            </p:nvSpPr>
            <p:spPr>
              <a:xfrm>
                <a:off x="11863325" y="4278117"/>
                <a:ext cx="29946" cy="57647"/>
              </a:xfrm>
            </p:spPr>
          </p:sp>
        </mc:Fallback>
      </mc:AlternateContent>
      <mc:AlternateContent xmlns:mc="http://schemas.openxmlformats.org/markup-compatibility/2006" xmlns:p14="http://schemas.microsoft.com/office/powerpoint/2010/main">
        <mc:Choice Requires="p14">
          <p:contentPart p14:bwMode="auto" r:id="rId121">
            <p14:nvContentPartPr>
              <p14:cNvPr id="1050151" name="墨迹 1050150"/>
              <p14:cNvContentPartPr/>
              <p14:nvPr/>
            </p14:nvContentPartPr>
            <p14:xfrm>
              <a:off x="11741702" y="4353839"/>
              <a:ext cx="222215" cy="58159"/>
            </p14:xfrm>
          </p:contentPart>
        </mc:Choice>
        <mc:Fallback xmlns="">
          <p:sp>
            <p:nvSpPr>
              <p:cNvPr id="1050151" name=""/>
              <p:cNvSpPr/>
              <p:nvPr/>
            </p:nvSpPr>
            <p:spPr>
              <a:xfrm>
                <a:off x="11741702" y="4353839"/>
                <a:ext cx="222215" cy="58159"/>
              </a:xfrm>
            </p:spPr>
          </p:sp>
        </mc:Fallback>
      </mc:AlternateContent>
      <mc:AlternateContent xmlns:mc="http://schemas.openxmlformats.org/markup-compatibility/2006" xmlns:p14="http://schemas.microsoft.com/office/powerpoint/2010/main">
        <mc:Choice Requires="p14">
          <p:contentPart p14:bwMode="auto" r:id="rId122">
            <p14:nvContentPartPr>
              <p14:cNvPr id="1050152" name="墨迹 1050151"/>
              <p14:cNvContentPartPr/>
              <p14:nvPr/>
            </p14:nvContentPartPr>
            <p14:xfrm>
              <a:off x="11746650" y="4426856"/>
              <a:ext cx="271535" cy="260741"/>
            </p14:xfrm>
          </p:contentPart>
        </mc:Choice>
        <mc:Fallback xmlns="">
          <p:sp>
            <p:nvSpPr>
              <p:cNvPr id="1050152" name=""/>
              <p:cNvSpPr/>
              <p:nvPr/>
            </p:nvSpPr>
            <p:spPr>
              <a:xfrm>
                <a:off x="11746650" y="4426856"/>
                <a:ext cx="271535" cy="260741"/>
              </a:xfrm>
            </p:spPr>
          </p:sp>
        </mc:Fallback>
      </mc:AlternateContent>
      <mc:AlternateContent xmlns:mc="http://schemas.openxmlformats.org/markup-compatibility/2006" xmlns:p14="http://schemas.microsoft.com/office/powerpoint/2010/main">
        <mc:Choice Requires="p14">
          <p:contentPart p14:bwMode="auto" r:id="rId123">
            <p14:nvContentPartPr>
              <p14:cNvPr id="1050153" name="墨迹 1050152"/>
              <p14:cNvContentPartPr/>
              <p14:nvPr/>
            </p14:nvContentPartPr>
            <p14:xfrm>
              <a:off x="11856300" y="4579000"/>
              <a:ext cx="121262" cy="80111"/>
            </p14:xfrm>
          </p:contentPart>
        </mc:Choice>
        <mc:Fallback xmlns="">
          <p:sp>
            <p:nvSpPr>
              <p:cNvPr id="1050153" name=""/>
              <p:cNvSpPr/>
              <p:nvPr/>
            </p:nvSpPr>
            <p:spPr>
              <a:xfrm>
                <a:off x="11856300" y="4579000"/>
                <a:ext cx="121262" cy="80111"/>
              </a:xfrm>
            </p:spPr>
          </p:sp>
        </mc:Fallback>
      </mc:AlternateContent>
    </p:spTree>
  </p:cSld>
  <p:clrMapOvr>
    <a:masterClrMapping/>
  </p:clrMapOvr>
  <p:transition spd="slow" advTm="3804">
    <p:fade/>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961"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a:p>
        </p:txBody>
      </p:sp>
      <p:sp>
        <p:nvSpPr>
          <p:cNvPr id="1049962" name="TextBox 27"/>
          <p:cNvSpPr txBox="1"/>
          <p:nvPr/>
        </p:nvSpPr>
        <p:spPr>
          <a:xfrm>
            <a:off x="1012825" y="176213"/>
            <a:ext cx="3078479" cy="574040"/>
          </a:xfrm>
          <a:prstGeom prst="rect">
            <a:avLst/>
          </a:prstGeom>
          <a:noFill/>
          <a:ln w="9525">
            <a:noFill/>
          </a:ln>
        </p:spPr>
        <p:txBody>
          <a:bodyPr wrap="none" anchor="t">
            <a:spAutoFit/>
          </a:bodyPr>
          <a:lstStyle/>
          <a:p>
            <a:r>
              <a:rPr lang="zh-CN" altLang="en-US" sz="3200" dirty="0">
                <a:solidFill>
                  <a:srgbClr val="004C54"/>
                </a:solidFill>
                <a:latin typeface="黑体" panose="02010609060101010101" pitchFamily="49" charset="-122"/>
                <a:ea typeface="黑体" panose="02010609060101010101" pitchFamily="49" charset="-122"/>
              </a:rPr>
              <a:t>五、</a:t>
            </a:r>
            <a:r>
              <a:rPr lang="en-US" altLang="zh-CN" sz="3200" dirty="0">
                <a:solidFill>
                  <a:srgbClr val="004C54"/>
                </a:solidFill>
                <a:latin typeface="黑体" panose="02010609060101010101" pitchFamily="49" charset="-122"/>
                <a:ea typeface="黑体" panose="02010609060101010101" pitchFamily="49" charset="-122"/>
              </a:rPr>
              <a:t>Hough</a:t>
            </a:r>
            <a:r>
              <a:rPr lang="zh-CN" altLang="en-US" sz="3200" dirty="0">
                <a:solidFill>
                  <a:srgbClr val="004C54"/>
                </a:solidFill>
                <a:latin typeface="黑体" panose="02010609060101010101" pitchFamily="49" charset="-122"/>
                <a:ea typeface="黑体" panose="02010609060101010101" pitchFamily="49" charset="-122"/>
              </a:rPr>
              <a:t>变换</a:t>
            </a:r>
            <a:endParaRPr lang="en-US" altLang="zh-CN" sz="3200" dirty="0">
              <a:solidFill>
                <a:srgbClr val="004C54"/>
              </a:solidFill>
              <a:latin typeface="黑体" panose="02010609060101010101" pitchFamily="49" charset="-122"/>
              <a:ea typeface="黑体" panose="02010609060101010101" pitchFamily="49" charset="-122"/>
            </a:endParaRPr>
          </a:p>
        </p:txBody>
      </p:sp>
      <p:sp>
        <p:nvSpPr>
          <p:cNvPr id="1049963" name="矩形 8"/>
          <p:cNvSpPr/>
          <p:nvPr/>
        </p:nvSpPr>
        <p:spPr>
          <a:xfrm>
            <a:off x="901700" y="2777096"/>
            <a:ext cx="1763624" cy="369332"/>
          </a:xfrm>
          <a:prstGeom prst="rect">
            <a:avLst/>
          </a:prstGeom>
        </p:spPr>
        <p:txBody>
          <a:bodyPr wrap="none">
            <a:spAutoFit/>
          </a:bodyPr>
          <a:lstStyle/>
          <a:p>
            <a:r>
              <a:rPr lang="en-US" altLang="zh-CN" dirty="0">
                <a:latin typeface="微软雅黑" panose="020B0503020204020204" pitchFamily="34" charset="-122"/>
                <a:ea typeface="微软雅黑" panose="020B0503020204020204" pitchFamily="34" charset="-122"/>
              </a:rPr>
              <a:t>k=</a:t>
            </a:r>
            <a:r>
              <a:rPr lang="zh-CN" altLang="en-US" dirty="0"/>
              <a:t>∞</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无法处理</a:t>
            </a:r>
          </a:p>
        </p:txBody>
      </p:sp>
      <p:sp>
        <p:nvSpPr>
          <p:cNvPr id="1049964" name="矩形 11"/>
          <p:cNvSpPr/>
          <p:nvPr/>
        </p:nvSpPr>
        <p:spPr>
          <a:xfrm>
            <a:off x="7675859" y="2809930"/>
            <a:ext cx="877163"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极坐标</a:t>
            </a:r>
          </a:p>
        </p:txBody>
      </p:sp>
      <p:pic>
        <p:nvPicPr>
          <p:cNvPr id="2097255" name="图片 4"/>
          <p:cNvPicPr>
            <a:picLocks noChangeAspect="1"/>
          </p:cNvPicPr>
          <p:nvPr/>
        </p:nvPicPr>
        <p:blipFill>
          <a:blip r:embed="rId2"/>
          <a:stretch>
            <a:fillRect/>
          </a:stretch>
        </p:blipFill>
        <p:spPr>
          <a:xfrm>
            <a:off x="684921" y="836712"/>
            <a:ext cx="2425669" cy="1920321"/>
          </a:xfrm>
          <a:prstGeom prst="rect">
            <a:avLst/>
          </a:prstGeom>
        </p:spPr>
      </p:pic>
      <p:pic>
        <p:nvPicPr>
          <p:cNvPr id="2097256" name="图片 5"/>
          <p:cNvPicPr>
            <a:picLocks noChangeAspect="1"/>
          </p:cNvPicPr>
          <p:nvPr/>
        </p:nvPicPr>
        <p:blipFill>
          <a:blip r:embed="rId3"/>
          <a:stretch>
            <a:fillRect/>
          </a:stretch>
        </p:blipFill>
        <p:spPr>
          <a:xfrm>
            <a:off x="4664189" y="836712"/>
            <a:ext cx="6192688" cy="1944811"/>
          </a:xfrm>
          <a:prstGeom prst="rect">
            <a:avLst/>
          </a:prstGeom>
        </p:spPr>
      </p:pic>
      <p:pic>
        <p:nvPicPr>
          <p:cNvPr id="2097257" name="图片 6"/>
          <p:cNvPicPr>
            <a:picLocks noChangeAspect="1"/>
          </p:cNvPicPr>
          <p:nvPr/>
        </p:nvPicPr>
        <p:blipFill>
          <a:blip r:embed="rId4"/>
          <a:stretch>
            <a:fillRect/>
          </a:stretch>
        </p:blipFill>
        <p:spPr>
          <a:xfrm>
            <a:off x="2454046" y="3331725"/>
            <a:ext cx="6099924" cy="3394561"/>
          </a:xfrm>
          <a:prstGeom prst="rect">
            <a:avLst/>
          </a:prstGeom>
        </p:spPr>
      </p:pic>
      <p:sp>
        <p:nvSpPr>
          <p:cNvPr id="1049965" name="矩形 12"/>
          <p:cNvSpPr/>
          <p:nvPr/>
        </p:nvSpPr>
        <p:spPr>
          <a:xfrm>
            <a:off x="8553970" y="4124845"/>
            <a:ext cx="1107996"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参数坐标</a:t>
            </a:r>
          </a:p>
        </p:txBody>
      </p:sp>
      <p:sp>
        <p:nvSpPr>
          <p:cNvPr id="1049966" name="矩形 13"/>
          <p:cNvSpPr/>
          <p:nvPr/>
        </p:nvSpPr>
        <p:spPr>
          <a:xfrm>
            <a:off x="8553022" y="5597925"/>
            <a:ext cx="877163"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极坐标</a:t>
            </a:r>
          </a:p>
        </p:txBody>
      </p:sp>
      <mc:AlternateContent xmlns:mc="http://schemas.openxmlformats.org/markup-compatibility/2006" xmlns:p14="http://schemas.microsoft.com/office/powerpoint/2010/main">
        <mc:Choice Requires="p14">
          <p:contentPart p14:bwMode="auto" r:id="rId5">
            <p14:nvContentPartPr>
              <p14:cNvPr id="1050274" name="墨迹 1050273"/>
              <p14:cNvContentPartPr/>
              <p14:nvPr/>
            </p14:nvContentPartPr>
            <p14:xfrm>
              <a:off x="882041" y="3019572"/>
              <a:ext cx="2074044" cy="263182"/>
            </p14:xfrm>
          </p:contentPart>
        </mc:Choice>
        <mc:Fallback xmlns="">
          <p:sp>
            <p:nvSpPr>
              <p:cNvPr id="1050274" name=""/>
              <p:cNvSpPr/>
              <p:nvPr/>
            </p:nvSpPr>
            <p:spPr>
              <a:xfrm>
                <a:off x="882041" y="3019572"/>
                <a:ext cx="2074044" cy="263182"/>
              </a:xfrm>
            </p:spPr>
          </p:sp>
        </mc:Fallback>
      </mc:AlternateContent>
      <mc:AlternateContent xmlns:mc="http://schemas.openxmlformats.org/markup-compatibility/2006" xmlns:p14="http://schemas.microsoft.com/office/powerpoint/2010/main">
        <mc:Choice Requires="p14">
          <p:contentPart p14:bwMode="auto" r:id="rId6">
            <p14:nvContentPartPr>
              <p14:cNvPr id="1050278" name="墨迹 1050277"/>
              <p14:cNvContentPartPr/>
              <p14:nvPr/>
            </p14:nvContentPartPr>
            <p14:xfrm>
              <a:off x="11413011" y="7092519"/>
              <a:ext cx="0" cy="0"/>
            </p14:xfrm>
          </p:contentPart>
        </mc:Choice>
        <mc:Fallback xmlns="">
          <p:sp>
            <p:nvSpPr>
              <p:cNvPr id="1050278" name=""/>
              <p:cNvSpPr/>
              <p:nvPr/>
            </p:nvSpPr>
            <p:spPr>
              <a:xfrm>
                <a:off x="11413011" y="7092519"/>
                <a:ext cx="0" cy="0"/>
              </a:xfrm>
            </p:spPr>
          </p:sp>
        </mc:Fallback>
      </mc:AlternateContent>
      <mc:AlternateContent xmlns:mc="http://schemas.openxmlformats.org/markup-compatibility/2006" xmlns:p14="http://schemas.microsoft.com/office/powerpoint/2010/main">
        <mc:Choice Requires="p14">
          <p:contentPart p14:bwMode="auto" r:id="rId7">
            <p14:nvContentPartPr>
              <p14:cNvPr id="1050280" name="墨迹 1050279"/>
              <p14:cNvContentPartPr/>
              <p14:nvPr/>
            </p14:nvContentPartPr>
            <p14:xfrm>
              <a:off x="10283830" y="5433118"/>
              <a:ext cx="0" cy="0"/>
            </p14:xfrm>
          </p:contentPart>
        </mc:Choice>
        <mc:Fallback xmlns="">
          <p:sp>
            <p:nvSpPr>
              <p:cNvPr id="1050280" name=""/>
              <p:cNvSpPr/>
              <p:nvPr/>
            </p:nvSpPr>
            <p:spPr>
              <a:xfrm>
                <a:off x="10283830" y="5433118"/>
                <a:ext cx="0" cy="0"/>
              </a:xfrm>
            </p:spPr>
          </p:sp>
        </mc:Fallback>
      </mc:AlternateContent>
      <mc:AlternateContent xmlns:mc="http://schemas.openxmlformats.org/markup-compatibility/2006" xmlns:p14="http://schemas.microsoft.com/office/powerpoint/2010/main">
        <mc:Choice Requires="p14">
          <p:contentPart p14:bwMode="auto" r:id="rId8">
            <p14:nvContentPartPr>
              <p14:cNvPr id="1050281" name="墨迹 1050280"/>
              <p14:cNvContentPartPr/>
              <p14:nvPr/>
            </p14:nvContentPartPr>
            <p14:xfrm>
              <a:off x="9134105" y="4548624"/>
              <a:ext cx="121616" cy="317305"/>
            </p14:xfrm>
          </p:contentPart>
        </mc:Choice>
        <mc:Fallback xmlns="">
          <p:sp>
            <p:nvSpPr>
              <p:cNvPr id="1050281" name=""/>
              <p:cNvSpPr/>
              <p:nvPr/>
            </p:nvSpPr>
            <p:spPr>
              <a:xfrm>
                <a:off x="9134105" y="4548624"/>
                <a:ext cx="121616" cy="317305"/>
              </a:xfrm>
            </p:spPr>
          </p:sp>
        </mc:Fallback>
      </mc:AlternateContent>
      <mc:AlternateContent xmlns:mc="http://schemas.openxmlformats.org/markup-compatibility/2006" xmlns:p14="http://schemas.microsoft.com/office/powerpoint/2010/main">
        <mc:Choice Requires="p14">
          <p:contentPart p14:bwMode="auto" r:id="rId9">
            <p14:nvContentPartPr>
              <p14:cNvPr id="1050282" name="墨迹 1050281"/>
              <p14:cNvContentPartPr/>
              <p14:nvPr/>
            </p14:nvContentPartPr>
            <p14:xfrm>
              <a:off x="9279239" y="4636137"/>
              <a:ext cx="51699" cy="126534"/>
            </p14:xfrm>
          </p:contentPart>
        </mc:Choice>
        <mc:Fallback xmlns="">
          <p:sp>
            <p:nvSpPr>
              <p:cNvPr id="1050282" name=""/>
              <p:cNvSpPr/>
              <p:nvPr/>
            </p:nvSpPr>
            <p:spPr>
              <a:xfrm>
                <a:off x="9279239" y="4636137"/>
                <a:ext cx="51699" cy="126534"/>
              </a:xfrm>
            </p:spPr>
          </p:sp>
        </mc:Fallback>
      </mc:AlternateContent>
      <mc:AlternateContent xmlns:mc="http://schemas.openxmlformats.org/markup-compatibility/2006" xmlns:p14="http://schemas.microsoft.com/office/powerpoint/2010/main">
        <mc:Choice Requires="p14">
          <p:contentPart p14:bwMode="auto" r:id="rId10">
            <p14:nvContentPartPr>
              <p14:cNvPr id="1050283" name="墨迹 1050282"/>
              <p14:cNvContentPartPr/>
              <p14:nvPr/>
            </p14:nvContentPartPr>
            <p14:xfrm>
              <a:off x="9221961" y="4566710"/>
              <a:ext cx="223804" cy="289625"/>
            </p14:xfrm>
          </p:contentPart>
        </mc:Choice>
        <mc:Fallback xmlns="">
          <p:sp>
            <p:nvSpPr>
              <p:cNvPr id="1050283" name=""/>
              <p:cNvSpPr/>
              <p:nvPr/>
            </p:nvSpPr>
            <p:spPr>
              <a:xfrm>
                <a:off x="9221961" y="4566710"/>
                <a:ext cx="223804" cy="289625"/>
              </a:xfrm>
            </p:spPr>
          </p:sp>
        </mc:Fallback>
      </mc:AlternateContent>
      <mc:AlternateContent xmlns:mc="http://schemas.openxmlformats.org/markup-compatibility/2006" xmlns:p14="http://schemas.microsoft.com/office/powerpoint/2010/main">
        <mc:Choice Requires="p14">
          <p:contentPart p14:bwMode="auto" r:id="rId11">
            <p14:nvContentPartPr>
              <p14:cNvPr id="1050284" name="墨迹 1050283"/>
              <p14:cNvContentPartPr/>
              <p14:nvPr/>
            </p14:nvContentPartPr>
            <p14:xfrm>
              <a:off x="9391472" y="4536164"/>
              <a:ext cx="76283" cy="86013"/>
            </p14:xfrm>
          </p:contentPart>
        </mc:Choice>
        <mc:Fallback xmlns="">
          <p:sp>
            <p:nvSpPr>
              <p:cNvPr id="1050284" name=""/>
              <p:cNvSpPr/>
              <p:nvPr/>
            </p:nvSpPr>
            <p:spPr>
              <a:xfrm>
                <a:off x="9391472" y="4536164"/>
                <a:ext cx="76283" cy="86013"/>
              </a:xfrm>
            </p:spPr>
          </p:sp>
        </mc:Fallback>
      </mc:AlternateContent>
      <mc:AlternateContent xmlns:mc="http://schemas.openxmlformats.org/markup-compatibility/2006" xmlns:p14="http://schemas.microsoft.com/office/powerpoint/2010/main">
        <mc:Choice Requires="p14">
          <p:contentPart p14:bwMode="auto" r:id="rId12">
            <p14:nvContentPartPr>
              <p14:cNvPr id="1050285" name="墨迹 1050284"/>
              <p14:cNvContentPartPr/>
              <p14:nvPr/>
            </p14:nvContentPartPr>
            <p14:xfrm>
              <a:off x="9683069" y="4704170"/>
              <a:ext cx="44102" cy="5959"/>
            </p14:xfrm>
          </p:contentPart>
        </mc:Choice>
        <mc:Fallback xmlns="">
          <p:sp>
            <p:nvSpPr>
              <p:cNvPr id="1050285" name=""/>
              <p:cNvSpPr/>
              <p:nvPr/>
            </p:nvSpPr>
            <p:spPr>
              <a:xfrm>
                <a:off x="9683069" y="4704170"/>
                <a:ext cx="44102" cy="5959"/>
              </a:xfrm>
            </p:spPr>
          </p:sp>
        </mc:Fallback>
      </mc:AlternateContent>
      <mc:AlternateContent xmlns:mc="http://schemas.openxmlformats.org/markup-compatibility/2006" xmlns:p14="http://schemas.microsoft.com/office/powerpoint/2010/main">
        <mc:Choice Requires="p14">
          <p:contentPart p14:bwMode="auto" r:id="rId13">
            <p14:nvContentPartPr>
              <p14:cNvPr id="1050286" name="墨迹 1050285"/>
              <p14:cNvContentPartPr/>
              <p14:nvPr/>
            </p14:nvContentPartPr>
            <p14:xfrm>
              <a:off x="9715542" y="4755215"/>
              <a:ext cx="11821" cy="62463"/>
            </p14:xfrm>
          </p:contentPart>
        </mc:Choice>
        <mc:Fallback xmlns="">
          <p:sp>
            <p:nvSpPr>
              <p:cNvPr id="1050286" name=""/>
              <p:cNvSpPr/>
              <p:nvPr/>
            </p:nvSpPr>
            <p:spPr>
              <a:xfrm>
                <a:off x="9715542" y="4755215"/>
                <a:ext cx="11821" cy="62463"/>
              </a:xfrm>
            </p:spPr>
          </p:sp>
        </mc:Fallback>
      </mc:AlternateContent>
      <mc:AlternateContent xmlns:mc="http://schemas.openxmlformats.org/markup-compatibility/2006" xmlns:p14="http://schemas.microsoft.com/office/powerpoint/2010/main">
        <mc:Choice Requires="p14">
          <p:contentPart p14:bwMode="auto" r:id="rId14">
            <p14:nvContentPartPr>
              <p14:cNvPr id="1050287" name="墨迹 1050286"/>
              <p14:cNvContentPartPr/>
              <p14:nvPr/>
            </p14:nvContentPartPr>
            <p14:xfrm>
              <a:off x="10011167" y="4430858"/>
              <a:ext cx="6081" cy="131273"/>
            </p14:xfrm>
          </p:contentPart>
        </mc:Choice>
        <mc:Fallback xmlns="">
          <p:sp>
            <p:nvSpPr>
              <p:cNvPr id="1050287" name=""/>
              <p:cNvSpPr/>
              <p:nvPr/>
            </p:nvSpPr>
            <p:spPr>
              <a:xfrm>
                <a:off x="10011167" y="4430858"/>
                <a:ext cx="6081" cy="131273"/>
              </a:xfrm>
            </p:spPr>
          </p:sp>
        </mc:Fallback>
      </mc:AlternateContent>
      <mc:AlternateContent xmlns:mc="http://schemas.openxmlformats.org/markup-compatibility/2006" xmlns:p14="http://schemas.microsoft.com/office/powerpoint/2010/main">
        <mc:Choice Requires="p14">
          <p:contentPart p14:bwMode="auto" r:id="rId15">
            <p14:nvContentPartPr>
              <p14:cNvPr id="1050288" name="墨迹 1050287"/>
              <p14:cNvContentPartPr/>
              <p14:nvPr/>
            </p14:nvContentPartPr>
            <p14:xfrm>
              <a:off x="10035366" y="4487206"/>
              <a:ext cx="57258" cy="28057"/>
            </p14:xfrm>
          </p:contentPart>
        </mc:Choice>
        <mc:Fallback xmlns="">
          <p:sp>
            <p:nvSpPr>
              <p:cNvPr id="1050288" name=""/>
              <p:cNvSpPr/>
              <p:nvPr/>
            </p:nvSpPr>
            <p:spPr>
              <a:xfrm>
                <a:off x="10035366" y="4487206"/>
                <a:ext cx="57258" cy="28057"/>
              </a:xfrm>
            </p:spPr>
          </p:sp>
        </mc:Fallback>
      </mc:AlternateContent>
      <mc:AlternateContent xmlns:mc="http://schemas.openxmlformats.org/markup-compatibility/2006" xmlns:p14="http://schemas.microsoft.com/office/powerpoint/2010/main">
        <mc:Choice Requires="p14">
          <p:contentPart p14:bwMode="auto" r:id="rId16">
            <p14:nvContentPartPr>
              <p14:cNvPr id="1050289" name="墨迹 1050288"/>
              <p14:cNvContentPartPr/>
              <p14:nvPr/>
            </p14:nvContentPartPr>
            <p14:xfrm>
              <a:off x="9918070" y="4557868"/>
              <a:ext cx="23892" cy="105181"/>
            </p14:xfrm>
          </p:contentPart>
        </mc:Choice>
        <mc:Fallback xmlns="">
          <p:sp>
            <p:nvSpPr>
              <p:cNvPr id="1050289" name=""/>
              <p:cNvSpPr/>
              <p:nvPr/>
            </p:nvSpPr>
            <p:spPr>
              <a:xfrm>
                <a:off x="9918070" y="4557868"/>
                <a:ext cx="23892" cy="105181"/>
              </a:xfrm>
            </p:spPr>
          </p:sp>
        </mc:Fallback>
      </mc:AlternateContent>
      <mc:AlternateContent xmlns:mc="http://schemas.openxmlformats.org/markup-compatibility/2006" xmlns:p14="http://schemas.microsoft.com/office/powerpoint/2010/main">
        <mc:Choice Requires="p14">
          <p:contentPart p14:bwMode="auto" r:id="rId17">
            <p14:nvContentPartPr>
              <p14:cNvPr id="1050290" name="墨迹 1050289"/>
              <p14:cNvContentPartPr/>
              <p14:nvPr/>
            </p14:nvContentPartPr>
            <p14:xfrm>
              <a:off x="9946369" y="4543349"/>
              <a:ext cx="141356" cy="131972"/>
            </p14:xfrm>
          </p:contentPart>
        </mc:Choice>
        <mc:Fallback xmlns="">
          <p:sp>
            <p:nvSpPr>
              <p:cNvPr id="1050290" name=""/>
              <p:cNvSpPr/>
              <p:nvPr/>
            </p:nvSpPr>
            <p:spPr>
              <a:xfrm>
                <a:off x="9946369" y="4543349"/>
                <a:ext cx="141356" cy="131972"/>
              </a:xfrm>
            </p:spPr>
          </p:sp>
        </mc:Fallback>
      </mc:AlternateContent>
      <mc:AlternateContent xmlns:mc="http://schemas.openxmlformats.org/markup-compatibility/2006" xmlns:p14="http://schemas.microsoft.com/office/powerpoint/2010/main">
        <mc:Choice Requires="p14">
          <p:contentPart p14:bwMode="auto" r:id="rId18">
            <p14:nvContentPartPr>
              <p14:cNvPr id="1050291" name="墨迹 1050290"/>
              <p14:cNvContentPartPr/>
              <p14:nvPr/>
            </p14:nvContentPartPr>
            <p14:xfrm>
              <a:off x="9905406" y="4706581"/>
              <a:ext cx="302530" cy="60372"/>
            </p14:xfrm>
          </p:contentPart>
        </mc:Choice>
        <mc:Fallback xmlns="">
          <p:sp>
            <p:nvSpPr>
              <p:cNvPr id="1050291" name=""/>
              <p:cNvSpPr/>
              <p:nvPr/>
            </p:nvSpPr>
            <p:spPr>
              <a:xfrm>
                <a:off x="9905406" y="4706581"/>
                <a:ext cx="302530" cy="60372"/>
              </a:xfrm>
            </p:spPr>
          </p:sp>
        </mc:Fallback>
      </mc:AlternateContent>
      <mc:AlternateContent xmlns:mc="http://schemas.openxmlformats.org/markup-compatibility/2006" xmlns:p14="http://schemas.microsoft.com/office/powerpoint/2010/main">
        <mc:Choice Requires="p14">
          <p:contentPart p14:bwMode="auto" r:id="rId19">
            <p14:nvContentPartPr>
              <p14:cNvPr id="1050292" name="墨迹 1050291"/>
              <p14:cNvContentPartPr/>
              <p14:nvPr/>
            </p14:nvContentPartPr>
            <p14:xfrm>
              <a:off x="9231114" y="5021693"/>
              <a:ext cx="18366" cy="114653"/>
            </p14:xfrm>
          </p:contentPart>
        </mc:Choice>
        <mc:Fallback xmlns="">
          <p:sp>
            <p:nvSpPr>
              <p:cNvPr id="1050292" name=""/>
              <p:cNvSpPr/>
              <p:nvPr/>
            </p:nvSpPr>
            <p:spPr>
              <a:xfrm>
                <a:off x="9231114" y="5021693"/>
                <a:ext cx="18366" cy="114653"/>
              </a:xfrm>
            </p:spPr>
          </p:sp>
        </mc:Fallback>
      </mc:AlternateContent>
      <mc:AlternateContent xmlns:mc="http://schemas.openxmlformats.org/markup-compatibility/2006" xmlns:p14="http://schemas.microsoft.com/office/powerpoint/2010/main">
        <mc:Choice Requires="p14">
          <p:contentPart p14:bwMode="auto" r:id="rId20">
            <p14:nvContentPartPr>
              <p14:cNvPr id="1050293" name="墨迹 1050292"/>
              <p14:cNvContentPartPr/>
              <p14:nvPr/>
            </p14:nvContentPartPr>
            <p14:xfrm>
              <a:off x="9266385" y="5053449"/>
              <a:ext cx="51019" cy="26520"/>
            </p14:xfrm>
          </p:contentPart>
        </mc:Choice>
        <mc:Fallback xmlns="">
          <p:sp>
            <p:nvSpPr>
              <p:cNvPr id="1050293" name=""/>
              <p:cNvSpPr/>
              <p:nvPr/>
            </p:nvSpPr>
            <p:spPr>
              <a:xfrm>
                <a:off x="9266385" y="5053449"/>
                <a:ext cx="51019" cy="26520"/>
              </a:xfrm>
            </p:spPr>
          </p:sp>
        </mc:Fallback>
      </mc:AlternateContent>
      <mc:AlternateContent xmlns:mc="http://schemas.openxmlformats.org/markup-compatibility/2006" xmlns:p14="http://schemas.microsoft.com/office/powerpoint/2010/main">
        <mc:Choice Requires="p14">
          <p:contentPart p14:bwMode="auto" r:id="rId21">
            <p14:nvContentPartPr>
              <p14:cNvPr id="1050294" name="墨迹 1050293"/>
              <p14:cNvContentPartPr/>
              <p14:nvPr/>
            </p14:nvContentPartPr>
            <p14:xfrm>
              <a:off x="9170006" y="5127400"/>
              <a:ext cx="1" cy="106502"/>
            </p14:xfrm>
          </p:contentPart>
        </mc:Choice>
        <mc:Fallback xmlns="">
          <p:sp>
            <p:nvSpPr>
              <p:cNvPr id="1050294" name=""/>
              <p:cNvSpPr/>
              <p:nvPr/>
            </p:nvSpPr>
            <p:spPr>
              <a:xfrm>
                <a:off x="9170006" y="5127400"/>
                <a:ext cx="1" cy="106502"/>
              </a:xfrm>
            </p:spPr>
          </p:sp>
        </mc:Fallback>
      </mc:AlternateContent>
      <mc:AlternateContent xmlns:mc="http://schemas.openxmlformats.org/markup-compatibility/2006" xmlns:p14="http://schemas.microsoft.com/office/powerpoint/2010/main">
        <mc:Choice Requires="p14">
          <p:contentPart p14:bwMode="auto" r:id="rId22">
            <p14:nvContentPartPr>
              <p14:cNvPr id="1050295" name="墨迹 1050294"/>
              <p14:cNvContentPartPr/>
              <p14:nvPr/>
            </p14:nvContentPartPr>
            <p14:xfrm>
              <a:off x="9173119" y="5121509"/>
              <a:ext cx="153694" cy="146973"/>
            </p14:xfrm>
          </p:contentPart>
        </mc:Choice>
        <mc:Fallback xmlns="">
          <p:sp>
            <p:nvSpPr>
              <p:cNvPr id="1050295" name=""/>
              <p:cNvSpPr/>
              <p:nvPr/>
            </p:nvSpPr>
            <p:spPr>
              <a:xfrm>
                <a:off x="9173119" y="5121509"/>
                <a:ext cx="153694" cy="146973"/>
              </a:xfrm>
            </p:spPr>
          </p:sp>
        </mc:Fallback>
      </mc:AlternateContent>
      <mc:AlternateContent xmlns:mc="http://schemas.openxmlformats.org/markup-compatibility/2006" xmlns:p14="http://schemas.microsoft.com/office/powerpoint/2010/main">
        <mc:Choice Requires="p14">
          <p:contentPart p14:bwMode="auto" r:id="rId23">
            <p14:nvContentPartPr>
              <p14:cNvPr id="1050296" name="墨迹 1050295"/>
              <p14:cNvContentPartPr/>
              <p14:nvPr/>
            </p14:nvContentPartPr>
            <p14:xfrm>
              <a:off x="9090041" y="5233712"/>
              <a:ext cx="462849" cy="138392"/>
            </p14:xfrm>
          </p:contentPart>
        </mc:Choice>
        <mc:Fallback xmlns="">
          <p:sp>
            <p:nvSpPr>
              <p:cNvPr id="1050296" name=""/>
              <p:cNvSpPr/>
              <p:nvPr/>
            </p:nvSpPr>
            <p:spPr>
              <a:xfrm>
                <a:off x="9090041" y="5233712"/>
                <a:ext cx="462849" cy="138392"/>
              </a:xfrm>
            </p:spPr>
          </p:sp>
        </mc:Fallback>
      </mc:AlternateContent>
      <mc:AlternateContent xmlns:mc="http://schemas.openxmlformats.org/markup-compatibility/2006" xmlns:p14="http://schemas.microsoft.com/office/powerpoint/2010/main">
        <mc:Choice Requires="p14">
          <p:contentPart p14:bwMode="auto" r:id="rId24">
            <p14:nvContentPartPr>
              <p14:cNvPr id="1050297" name="墨迹 1050296"/>
              <p14:cNvContentPartPr/>
              <p14:nvPr/>
            </p14:nvContentPartPr>
            <p14:xfrm>
              <a:off x="9685940" y="5177239"/>
              <a:ext cx="22096" cy="30500"/>
            </p14:xfrm>
          </p:contentPart>
        </mc:Choice>
        <mc:Fallback xmlns="">
          <p:sp>
            <p:nvSpPr>
              <p:cNvPr id="1050297" name=""/>
              <p:cNvSpPr/>
              <p:nvPr/>
            </p:nvSpPr>
            <p:spPr>
              <a:xfrm>
                <a:off x="9685940" y="5177239"/>
                <a:ext cx="22096" cy="30500"/>
              </a:xfrm>
            </p:spPr>
          </p:sp>
        </mc:Fallback>
      </mc:AlternateContent>
      <mc:AlternateContent xmlns:mc="http://schemas.openxmlformats.org/markup-compatibility/2006" xmlns:p14="http://schemas.microsoft.com/office/powerpoint/2010/main">
        <mc:Choice Requires="p14">
          <p:contentPart p14:bwMode="auto" r:id="rId25">
            <p14:nvContentPartPr>
              <p14:cNvPr id="1050298" name="墨迹 1050297"/>
              <p14:cNvContentPartPr/>
              <p14:nvPr/>
            </p14:nvContentPartPr>
            <p14:xfrm>
              <a:off x="9683069" y="5269683"/>
              <a:ext cx="59842" cy="24139"/>
            </p14:xfrm>
          </p:contentPart>
        </mc:Choice>
        <mc:Fallback xmlns="">
          <p:sp>
            <p:nvSpPr>
              <p:cNvPr id="1050298" name=""/>
              <p:cNvSpPr/>
              <p:nvPr/>
            </p:nvSpPr>
            <p:spPr>
              <a:xfrm>
                <a:off x="9683069" y="5269683"/>
                <a:ext cx="59842" cy="24139"/>
              </a:xfrm>
            </p:spPr>
          </p:sp>
        </mc:Fallback>
      </mc:AlternateContent>
      <mc:AlternateContent xmlns:mc="http://schemas.openxmlformats.org/markup-compatibility/2006" xmlns:p14="http://schemas.microsoft.com/office/powerpoint/2010/main">
        <mc:Choice Requires="p14">
          <p:contentPart p14:bwMode="auto" r:id="rId26">
            <p14:nvContentPartPr>
              <p14:cNvPr id="1050299" name="墨迹 1050298"/>
              <p14:cNvContentPartPr/>
              <p14:nvPr/>
            </p14:nvContentPartPr>
            <p14:xfrm>
              <a:off x="10029622" y="5025075"/>
              <a:ext cx="181330" cy="31184"/>
            </p14:xfrm>
          </p:contentPart>
        </mc:Choice>
        <mc:Fallback xmlns="">
          <p:sp>
            <p:nvSpPr>
              <p:cNvPr id="1050299" name=""/>
              <p:cNvSpPr/>
              <p:nvPr/>
            </p:nvSpPr>
            <p:spPr>
              <a:xfrm>
                <a:off x="10029622" y="5025075"/>
                <a:ext cx="181330" cy="31184"/>
              </a:xfrm>
            </p:spPr>
          </p:sp>
        </mc:Fallback>
      </mc:AlternateContent>
      <mc:AlternateContent xmlns:mc="http://schemas.openxmlformats.org/markup-compatibility/2006" xmlns:p14="http://schemas.microsoft.com/office/powerpoint/2010/main">
        <mc:Choice Requires="p14">
          <p:contentPart p14:bwMode="auto" r:id="rId27">
            <p14:nvContentPartPr>
              <p14:cNvPr id="1050300" name="墨迹 1050299"/>
              <p14:cNvContentPartPr/>
              <p14:nvPr/>
            </p14:nvContentPartPr>
            <p14:xfrm>
              <a:off x="10118625" y="5036565"/>
              <a:ext cx="11068" cy="182411"/>
            </p14:xfrm>
          </p:contentPart>
        </mc:Choice>
        <mc:Fallback xmlns="">
          <p:sp>
            <p:nvSpPr>
              <p:cNvPr id="1050300" name=""/>
              <p:cNvSpPr/>
              <p:nvPr/>
            </p:nvSpPr>
            <p:spPr>
              <a:xfrm>
                <a:off x="10118625" y="5036565"/>
                <a:ext cx="11068" cy="182411"/>
              </a:xfrm>
            </p:spPr>
          </p:sp>
        </mc:Fallback>
      </mc:AlternateContent>
      <mc:AlternateContent xmlns:mc="http://schemas.openxmlformats.org/markup-compatibility/2006" xmlns:p14="http://schemas.microsoft.com/office/powerpoint/2010/main">
        <mc:Choice Requires="p14">
          <p:contentPart p14:bwMode="auto" r:id="rId28">
            <p14:nvContentPartPr>
              <p14:cNvPr id="1050301" name="墨迹 1050300"/>
              <p14:cNvContentPartPr/>
              <p14:nvPr/>
            </p14:nvContentPartPr>
            <p14:xfrm>
              <a:off x="10116570" y="5143604"/>
              <a:ext cx="73470" cy="67397"/>
            </p14:xfrm>
          </p:contentPart>
        </mc:Choice>
        <mc:Fallback xmlns="">
          <p:sp>
            <p:nvSpPr>
              <p:cNvPr id="1050301" name=""/>
              <p:cNvSpPr/>
              <p:nvPr/>
            </p:nvSpPr>
            <p:spPr>
              <a:xfrm>
                <a:off x="10116570" y="5143604"/>
                <a:ext cx="73470" cy="67397"/>
              </a:xfrm>
            </p:spPr>
          </p:sp>
        </mc:Fallback>
      </mc:AlternateContent>
      <mc:AlternateContent xmlns:mc="http://schemas.openxmlformats.org/markup-compatibility/2006" xmlns:p14="http://schemas.microsoft.com/office/powerpoint/2010/main">
        <mc:Choice Requires="p14">
          <p:contentPart p14:bwMode="auto" r:id="rId29">
            <p14:nvContentPartPr>
              <p14:cNvPr id="1050302" name="墨迹 1050301"/>
              <p14:cNvContentPartPr/>
              <p14:nvPr/>
            </p14:nvContentPartPr>
            <p14:xfrm>
              <a:off x="10040627" y="5081982"/>
              <a:ext cx="24267" cy="119868"/>
            </p14:xfrm>
          </p:contentPart>
        </mc:Choice>
        <mc:Fallback xmlns="">
          <p:sp>
            <p:nvSpPr>
              <p:cNvPr id="1050302" name=""/>
              <p:cNvSpPr/>
              <p:nvPr/>
            </p:nvSpPr>
            <p:spPr>
              <a:xfrm>
                <a:off x="10040627" y="5081982"/>
                <a:ext cx="24267" cy="119868"/>
              </a:xfrm>
            </p:spPr>
          </p:sp>
        </mc:Fallback>
      </mc:AlternateContent>
      <mc:AlternateContent xmlns:mc="http://schemas.openxmlformats.org/markup-compatibility/2006" xmlns:p14="http://schemas.microsoft.com/office/powerpoint/2010/main">
        <mc:Choice Requires="p14">
          <p:contentPart p14:bwMode="auto" r:id="rId30">
            <p14:nvContentPartPr>
              <p14:cNvPr id="1050303" name="墨迹 1050302"/>
              <p14:cNvContentPartPr/>
              <p14:nvPr/>
            </p14:nvContentPartPr>
            <p14:xfrm>
              <a:off x="9943087" y="5196287"/>
              <a:ext cx="323942" cy="87865"/>
            </p14:xfrm>
          </p:contentPart>
        </mc:Choice>
        <mc:Fallback xmlns="">
          <p:sp>
            <p:nvSpPr>
              <p:cNvPr id="1050303" name=""/>
              <p:cNvSpPr/>
              <p:nvPr/>
            </p:nvSpPr>
            <p:spPr>
              <a:xfrm>
                <a:off x="9943087" y="5196287"/>
                <a:ext cx="323942" cy="87865"/>
              </a:xfrm>
            </p:spPr>
          </p:sp>
        </mc:Fallback>
      </mc:AlternateContent>
      <mc:AlternateContent xmlns:mc="http://schemas.openxmlformats.org/markup-compatibility/2006" xmlns:p14="http://schemas.microsoft.com/office/powerpoint/2010/main">
        <mc:Choice Requires="p14">
          <p:contentPart p14:bwMode="auto" r:id="rId31">
            <p14:nvContentPartPr>
              <p14:cNvPr id="1050304" name="墨迹 1050303"/>
              <p14:cNvContentPartPr/>
              <p14:nvPr/>
            </p14:nvContentPartPr>
            <p14:xfrm>
              <a:off x="10339456" y="4896693"/>
              <a:ext cx="167140" cy="426224"/>
            </p14:xfrm>
          </p:contentPart>
        </mc:Choice>
        <mc:Fallback xmlns="">
          <p:sp>
            <p:nvSpPr>
              <p:cNvPr id="1050304" name=""/>
              <p:cNvSpPr/>
              <p:nvPr/>
            </p:nvSpPr>
            <p:spPr>
              <a:xfrm>
                <a:off x="10339456" y="4896693"/>
                <a:ext cx="167140" cy="426224"/>
              </a:xfrm>
            </p:spPr>
          </p:sp>
        </mc:Fallback>
      </mc:AlternateContent>
      <mc:AlternateContent xmlns:mc="http://schemas.openxmlformats.org/markup-compatibility/2006" xmlns:p14="http://schemas.microsoft.com/office/powerpoint/2010/main">
        <mc:Choice Requires="p14">
          <p:contentPart p14:bwMode="auto" r:id="rId32">
            <p14:nvContentPartPr>
              <p14:cNvPr id="1050305" name="墨迹 1050304"/>
              <p14:cNvContentPartPr/>
              <p14:nvPr/>
            </p14:nvContentPartPr>
            <p14:xfrm>
              <a:off x="10546668" y="4902320"/>
              <a:ext cx="113724" cy="135815"/>
            </p14:xfrm>
          </p:contentPart>
        </mc:Choice>
        <mc:Fallback xmlns="">
          <p:sp>
            <p:nvSpPr>
              <p:cNvPr id="1050305" name=""/>
              <p:cNvSpPr/>
              <p:nvPr/>
            </p:nvSpPr>
            <p:spPr>
              <a:xfrm>
                <a:off x="10546668" y="4902320"/>
                <a:ext cx="113724" cy="135815"/>
              </a:xfrm>
            </p:spPr>
          </p:sp>
        </mc:Fallback>
      </mc:AlternateContent>
      <mc:AlternateContent xmlns:mc="http://schemas.openxmlformats.org/markup-compatibility/2006" xmlns:p14="http://schemas.microsoft.com/office/powerpoint/2010/main">
        <mc:Choice Requires="p14">
          <p:contentPart p14:bwMode="auto" r:id="rId33">
            <p14:nvContentPartPr>
              <p14:cNvPr id="1050306" name="墨迹 1050305"/>
              <p14:cNvContentPartPr/>
              <p14:nvPr/>
            </p14:nvContentPartPr>
            <p14:xfrm>
              <a:off x="10626762" y="4968279"/>
              <a:ext cx="86578" cy="37254"/>
            </p14:xfrm>
          </p:contentPart>
        </mc:Choice>
        <mc:Fallback xmlns="">
          <p:sp>
            <p:nvSpPr>
              <p:cNvPr id="1050306" name=""/>
              <p:cNvSpPr/>
              <p:nvPr/>
            </p:nvSpPr>
            <p:spPr>
              <a:xfrm>
                <a:off x="10626762" y="4968279"/>
                <a:ext cx="86578" cy="37254"/>
              </a:xfrm>
            </p:spPr>
          </p:sp>
        </mc:Fallback>
      </mc:AlternateContent>
      <mc:AlternateContent xmlns:mc="http://schemas.openxmlformats.org/markup-compatibility/2006" xmlns:p14="http://schemas.microsoft.com/office/powerpoint/2010/main">
        <mc:Choice Requires="p14">
          <p:contentPart p14:bwMode="auto" r:id="rId34">
            <p14:nvContentPartPr>
              <p14:cNvPr id="1050307" name="墨迹 1050306"/>
              <p14:cNvContentPartPr/>
              <p14:nvPr/>
            </p14:nvContentPartPr>
            <p14:xfrm>
              <a:off x="10558682" y="5050804"/>
              <a:ext cx="81232" cy="199219"/>
            </p14:xfrm>
          </p:contentPart>
        </mc:Choice>
        <mc:Fallback xmlns="">
          <p:sp>
            <p:nvSpPr>
              <p:cNvPr id="1050307" name=""/>
              <p:cNvSpPr/>
              <p:nvPr/>
            </p:nvSpPr>
            <p:spPr>
              <a:xfrm>
                <a:off x="10558682" y="5050804"/>
                <a:ext cx="81232" cy="199219"/>
              </a:xfrm>
            </p:spPr>
          </p:sp>
        </mc:Fallback>
      </mc:AlternateContent>
      <mc:AlternateContent xmlns:mc="http://schemas.openxmlformats.org/markup-compatibility/2006" xmlns:p14="http://schemas.microsoft.com/office/powerpoint/2010/main">
        <mc:Choice Requires="p14">
          <p:contentPart p14:bwMode="auto" r:id="rId35">
            <p14:nvContentPartPr>
              <p14:cNvPr id="1050308" name="墨迹 1050307"/>
              <p14:cNvContentPartPr/>
              <p14:nvPr/>
            </p14:nvContentPartPr>
            <p14:xfrm>
              <a:off x="10508976" y="5156339"/>
              <a:ext cx="45194" cy="67267"/>
            </p14:xfrm>
          </p:contentPart>
        </mc:Choice>
        <mc:Fallback xmlns="">
          <p:sp>
            <p:nvSpPr>
              <p:cNvPr id="1050308" name=""/>
              <p:cNvSpPr/>
              <p:nvPr/>
            </p:nvSpPr>
            <p:spPr>
              <a:xfrm>
                <a:off x="10508976" y="5156339"/>
                <a:ext cx="45194" cy="67267"/>
              </a:xfrm>
            </p:spPr>
          </p:sp>
        </mc:Fallback>
      </mc:AlternateContent>
      <mc:AlternateContent xmlns:mc="http://schemas.openxmlformats.org/markup-compatibility/2006" xmlns:p14="http://schemas.microsoft.com/office/powerpoint/2010/main">
        <mc:Choice Requires="p14">
          <p:contentPart p14:bwMode="auto" r:id="rId36">
            <p14:nvContentPartPr>
              <p14:cNvPr id="1050309" name="墨迹 1050308"/>
              <p14:cNvContentPartPr/>
              <p14:nvPr/>
            </p14:nvContentPartPr>
            <p14:xfrm>
              <a:off x="10691151" y="5141468"/>
              <a:ext cx="18298" cy="13442"/>
            </p14:xfrm>
          </p:contentPart>
        </mc:Choice>
        <mc:Fallback xmlns="">
          <p:sp>
            <p:nvSpPr>
              <p:cNvPr id="1050309" name=""/>
              <p:cNvSpPr/>
              <p:nvPr/>
            </p:nvSpPr>
            <p:spPr>
              <a:xfrm>
                <a:off x="10691151" y="5141468"/>
                <a:ext cx="18298" cy="13442"/>
              </a:xfrm>
            </p:spPr>
          </p:sp>
        </mc:Fallback>
      </mc:AlternateContent>
      <mc:AlternateContent xmlns:mc="http://schemas.openxmlformats.org/markup-compatibility/2006" xmlns:p14="http://schemas.microsoft.com/office/powerpoint/2010/main">
        <mc:Choice Requires="p14">
          <p:contentPart p14:bwMode="auto" r:id="rId37">
            <p14:nvContentPartPr>
              <p14:cNvPr id="1050310" name="墨迹 1050309"/>
              <p14:cNvContentPartPr/>
              <p14:nvPr/>
            </p14:nvContentPartPr>
            <p14:xfrm>
              <a:off x="10787747" y="4935855"/>
              <a:ext cx="115185" cy="288710"/>
            </p14:xfrm>
          </p:contentPart>
        </mc:Choice>
        <mc:Fallback xmlns="">
          <p:sp>
            <p:nvSpPr>
              <p:cNvPr id="1050310" name=""/>
              <p:cNvSpPr/>
              <p:nvPr/>
            </p:nvSpPr>
            <p:spPr>
              <a:xfrm>
                <a:off x="10787747" y="4935855"/>
                <a:ext cx="115185" cy="288710"/>
              </a:xfrm>
            </p:spPr>
          </p:sp>
        </mc:Fallback>
      </mc:AlternateContent>
      <mc:AlternateContent xmlns:mc="http://schemas.openxmlformats.org/markup-compatibility/2006" xmlns:p14="http://schemas.microsoft.com/office/powerpoint/2010/main">
        <mc:Choice Requires="p14">
          <p:contentPart p14:bwMode="auto" r:id="rId38">
            <p14:nvContentPartPr>
              <p14:cNvPr id="1050311" name="墨迹 1050310"/>
              <p14:cNvContentPartPr/>
              <p14:nvPr/>
            </p14:nvContentPartPr>
            <p14:xfrm>
              <a:off x="10979057" y="4886645"/>
              <a:ext cx="12787" cy="27711"/>
            </p14:xfrm>
          </p:contentPart>
        </mc:Choice>
        <mc:Fallback xmlns="">
          <p:sp>
            <p:nvSpPr>
              <p:cNvPr id="1050311" name=""/>
              <p:cNvSpPr/>
              <p:nvPr/>
            </p:nvSpPr>
            <p:spPr>
              <a:xfrm>
                <a:off x="10979057" y="4886645"/>
                <a:ext cx="12787" cy="27711"/>
              </a:xfrm>
            </p:spPr>
          </p:sp>
        </mc:Fallback>
      </mc:AlternateContent>
      <mc:AlternateContent xmlns:mc="http://schemas.openxmlformats.org/markup-compatibility/2006" xmlns:p14="http://schemas.microsoft.com/office/powerpoint/2010/main">
        <mc:Choice Requires="p14">
          <p:contentPart p14:bwMode="auto" r:id="rId39">
            <p14:nvContentPartPr>
              <p14:cNvPr id="1050312" name="墨迹 1050311"/>
              <p14:cNvContentPartPr/>
              <p14:nvPr/>
            </p14:nvContentPartPr>
            <p14:xfrm>
              <a:off x="10934764" y="4952378"/>
              <a:ext cx="172620" cy="9830"/>
            </p14:xfrm>
          </p:contentPart>
        </mc:Choice>
        <mc:Fallback xmlns="">
          <p:sp>
            <p:nvSpPr>
              <p:cNvPr id="1050312" name=""/>
              <p:cNvSpPr/>
              <p:nvPr/>
            </p:nvSpPr>
            <p:spPr>
              <a:xfrm>
                <a:off x="10934764" y="4952378"/>
                <a:ext cx="172620" cy="9830"/>
              </a:xfrm>
            </p:spPr>
          </p:sp>
        </mc:Fallback>
      </mc:AlternateContent>
      <mc:AlternateContent xmlns:mc="http://schemas.openxmlformats.org/markup-compatibility/2006" xmlns:p14="http://schemas.microsoft.com/office/powerpoint/2010/main">
        <mc:Choice Requires="p14">
          <p:contentPart p14:bwMode="auto" r:id="rId40">
            <p14:nvContentPartPr>
              <p14:cNvPr id="1050313" name="墨迹 1050312"/>
              <p14:cNvContentPartPr/>
              <p14:nvPr/>
            </p14:nvContentPartPr>
            <p14:xfrm>
              <a:off x="10946143" y="4979089"/>
              <a:ext cx="133845" cy="201169"/>
            </p14:xfrm>
          </p:contentPart>
        </mc:Choice>
        <mc:Fallback xmlns="">
          <p:sp>
            <p:nvSpPr>
              <p:cNvPr id="1050313" name=""/>
              <p:cNvSpPr/>
              <p:nvPr/>
            </p:nvSpPr>
            <p:spPr>
              <a:xfrm>
                <a:off x="10946143" y="4979089"/>
                <a:ext cx="133845" cy="201169"/>
              </a:xfrm>
            </p:spPr>
          </p:sp>
        </mc:Fallback>
      </mc:AlternateContent>
      <mc:AlternateContent xmlns:mc="http://schemas.openxmlformats.org/markup-compatibility/2006" xmlns:p14="http://schemas.microsoft.com/office/powerpoint/2010/main">
        <mc:Choice Requires="p14">
          <p:contentPart p14:bwMode="auto" r:id="rId41">
            <p14:nvContentPartPr>
              <p14:cNvPr id="1050314" name="墨迹 1050313"/>
              <p14:cNvContentPartPr/>
              <p14:nvPr/>
            </p14:nvContentPartPr>
            <p14:xfrm>
              <a:off x="11065183" y="5129410"/>
              <a:ext cx="99900" cy="60757"/>
            </p14:xfrm>
          </p:contentPart>
        </mc:Choice>
        <mc:Fallback xmlns="">
          <p:sp>
            <p:nvSpPr>
              <p:cNvPr id="1050314" name=""/>
              <p:cNvSpPr/>
              <p:nvPr/>
            </p:nvSpPr>
            <p:spPr>
              <a:xfrm>
                <a:off x="11065183" y="5129410"/>
                <a:ext cx="99900" cy="60757"/>
              </a:xfrm>
            </p:spPr>
          </p:sp>
        </mc:Fallback>
      </mc:AlternateContent>
      <mc:AlternateContent xmlns:mc="http://schemas.openxmlformats.org/markup-compatibility/2006" xmlns:p14="http://schemas.microsoft.com/office/powerpoint/2010/main">
        <mc:Choice Requires="p14">
          <p:contentPart p14:bwMode="auto" r:id="rId42">
            <p14:nvContentPartPr>
              <p14:cNvPr id="1050315" name="墨迹 1050314"/>
              <p14:cNvContentPartPr/>
              <p14:nvPr/>
            </p14:nvContentPartPr>
            <p14:xfrm>
              <a:off x="8945264" y="1952309"/>
              <a:ext cx="1670453" cy="197581"/>
            </p14:xfrm>
          </p:contentPart>
        </mc:Choice>
        <mc:Fallback xmlns="">
          <p:sp>
            <p:nvSpPr>
              <p:cNvPr id="1050315" name=""/>
              <p:cNvSpPr/>
              <p:nvPr/>
            </p:nvSpPr>
            <p:spPr>
              <a:xfrm>
                <a:off x="8945264" y="1952309"/>
                <a:ext cx="1670453" cy="197581"/>
              </a:xfrm>
            </p:spPr>
          </p:sp>
        </mc:Fallback>
      </mc:AlternateContent>
      <mc:AlternateContent xmlns:mc="http://schemas.openxmlformats.org/markup-compatibility/2006" xmlns:p14="http://schemas.microsoft.com/office/powerpoint/2010/main">
        <mc:Choice Requires="p14">
          <p:contentPart p14:bwMode="auto" r:id="rId43">
            <p14:nvContentPartPr>
              <p14:cNvPr id="1050316" name="墨迹 1050315"/>
              <p14:cNvContentPartPr/>
              <p14:nvPr/>
            </p14:nvContentPartPr>
            <p14:xfrm>
              <a:off x="9094005" y="2123994"/>
              <a:ext cx="1558522" cy="168352"/>
            </p14:xfrm>
          </p:contentPart>
        </mc:Choice>
        <mc:Fallback xmlns="">
          <p:sp>
            <p:nvSpPr>
              <p:cNvPr id="1050316" name=""/>
              <p:cNvSpPr/>
              <p:nvPr/>
            </p:nvSpPr>
            <p:spPr>
              <a:xfrm>
                <a:off x="9094005" y="2123994"/>
                <a:ext cx="1558522" cy="168352"/>
              </a:xfrm>
            </p:spPr>
          </p:sp>
        </mc:Fallback>
      </mc:AlternateContent>
      <mc:AlternateContent xmlns:mc="http://schemas.openxmlformats.org/markup-compatibility/2006" xmlns:p14="http://schemas.microsoft.com/office/powerpoint/2010/main">
        <mc:Choice Requires="p14">
          <p:contentPart p14:bwMode="auto" r:id="rId44">
            <p14:nvContentPartPr>
              <p14:cNvPr id="1050317" name="墨迹 1050316"/>
              <p14:cNvContentPartPr/>
              <p14:nvPr/>
            </p14:nvContentPartPr>
            <p14:xfrm>
              <a:off x="10132656" y="2462537"/>
              <a:ext cx="272498" cy="321946"/>
            </p14:xfrm>
          </p:contentPart>
        </mc:Choice>
        <mc:Fallback xmlns="">
          <p:sp>
            <p:nvSpPr>
              <p:cNvPr id="1050317" name=""/>
              <p:cNvSpPr/>
              <p:nvPr/>
            </p:nvSpPr>
            <p:spPr>
              <a:xfrm>
                <a:off x="10132656" y="2462537"/>
                <a:ext cx="272498" cy="321946"/>
              </a:xfrm>
            </p:spPr>
          </p:sp>
        </mc:Fallback>
      </mc:AlternateContent>
    </p:spTree>
  </p:cSld>
  <p:clrMapOvr>
    <a:masterClrMapping/>
  </p:clrMapOvr>
  <p:transition spd="slow" advTm="3804">
    <p:fade/>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967" name="矩形 19"/>
          <p:cNvSpPr/>
          <p:nvPr/>
        </p:nvSpPr>
        <p:spPr>
          <a:xfrm>
            <a:off x="1709152" y="1450673"/>
            <a:ext cx="4752528" cy="548639"/>
          </a:xfrm>
          <a:prstGeom prst="rect">
            <a:avLst/>
          </a:prstGeom>
        </p:spPr>
        <p:txBody>
          <a:bodyPr wrap="square">
            <a:spAutoFit/>
          </a:bodyPr>
          <a:lstStyle/>
          <a:p>
            <a:pPr>
              <a:lnSpc>
                <a:spcPct val="150000"/>
              </a:lnSpc>
            </a:pPr>
            <a:r>
              <a:rPr lang="zh-CN" altLang="en-US" sz="2000" b="1" dirty="0">
                <a:latin typeface="微软雅黑" panose="020B0503020204020204" pitchFamily="34" charset="-122"/>
                <a:ea typeface="微软雅黑" panose="020B0503020204020204" pitchFamily="34" charset="-122"/>
                <a:cs typeface="Times New Roman" panose="02020603050405020304" pitchFamily="18" charset="0"/>
              </a:rPr>
              <a:t>算法</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a:t>
            </a:r>
          </a:p>
        </p:txBody>
      </p:sp>
      <p:sp>
        <p:nvSpPr>
          <p:cNvPr id="1049968"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a:p>
        </p:txBody>
      </p:sp>
      <p:sp>
        <p:nvSpPr>
          <p:cNvPr id="1049969" name="TextBox 27"/>
          <p:cNvSpPr txBox="1"/>
          <p:nvPr/>
        </p:nvSpPr>
        <p:spPr>
          <a:xfrm>
            <a:off x="1012825" y="176213"/>
            <a:ext cx="3078479" cy="574040"/>
          </a:xfrm>
          <a:prstGeom prst="rect">
            <a:avLst/>
          </a:prstGeom>
          <a:noFill/>
          <a:ln w="9525">
            <a:noFill/>
          </a:ln>
        </p:spPr>
        <p:txBody>
          <a:bodyPr wrap="none" anchor="t">
            <a:spAutoFit/>
          </a:bodyPr>
          <a:lstStyle/>
          <a:p>
            <a:r>
              <a:rPr lang="zh-CN" altLang="en-US" sz="3200" dirty="0">
                <a:solidFill>
                  <a:srgbClr val="004C54"/>
                </a:solidFill>
                <a:latin typeface="黑体" panose="02010609060101010101" pitchFamily="49" charset="-122"/>
                <a:ea typeface="黑体" panose="02010609060101010101" pitchFamily="49" charset="-122"/>
              </a:rPr>
              <a:t>五、</a:t>
            </a:r>
            <a:r>
              <a:rPr lang="en-US" altLang="zh-CN" sz="3200" dirty="0">
                <a:solidFill>
                  <a:srgbClr val="004C54"/>
                </a:solidFill>
                <a:latin typeface="黑体" panose="02010609060101010101" pitchFamily="49" charset="-122"/>
                <a:ea typeface="黑体" panose="02010609060101010101" pitchFamily="49" charset="-122"/>
              </a:rPr>
              <a:t>Hough</a:t>
            </a:r>
            <a:r>
              <a:rPr lang="zh-CN" altLang="en-US" sz="3200" dirty="0">
                <a:solidFill>
                  <a:srgbClr val="004C54"/>
                </a:solidFill>
                <a:latin typeface="黑体" panose="02010609060101010101" pitchFamily="49" charset="-122"/>
                <a:ea typeface="黑体" panose="02010609060101010101" pitchFamily="49" charset="-122"/>
              </a:rPr>
              <a:t>变换</a:t>
            </a:r>
            <a:endParaRPr lang="en-US" altLang="zh-CN" sz="3200" dirty="0">
              <a:solidFill>
                <a:srgbClr val="004C54"/>
              </a:solidFill>
              <a:latin typeface="黑体" panose="02010609060101010101" pitchFamily="49" charset="-122"/>
              <a:ea typeface="黑体" panose="02010609060101010101" pitchFamily="49" charset="-122"/>
            </a:endParaRPr>
          </a:p>
        </p:txBody>
      </p:sp>
      <p:sp>
        <p:nvSpPr>
          <p:cNvPr id="1049970" name="矩形 6"/>
          <p:cNvSpPr/>
          <p:nvPr/>
        </p:nvSpPr>
        <p:spPr>
          <a:xfrm>
            <a:off x="1705893" y="1950297"/>
            <a:ext cx="8502936" cy="1477328"/>
          </a:xfrm>
          <a:prstGeom prst="rect">
            <a:avLst/>
          </a:prstGeom>
        </p:spPr>
        <p:txBody>
          <a:bodyPr wrap="square">
            <a:spAutoFit/>
          </a:bodyPr>
          <a:lstStyle/>
          <a:p>
            <a:pPr marL="457200" indent="-457200">
              <a:lnSpc>
                <a:spcPct val="150000"/>
              </a:lnSpc>
              <a:buFont typeface="+mj-lt"/>
              <a:buAutoNum type="arabicPeriod"/>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初始化累加器</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H(</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𝜌，𝜃</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为</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marL="457200" indent="-457200">
              <a:lnSpc>
                <a:spcPct val="150000"/>
              </a:lnSpc>
              <a:buFont typeface="+mj-lt"/>
              <a:buAutoNum type="arabicPeriod"/>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对于所有边界点计算𝜌，𝜃，并放入累加器</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H</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marL="457200" indent="-457200">
              <a:lnSpc>
                <a:spcPct val="150000"/>
              </a:lnSpc>
              <a:buFont typeface="+mj-lt"/>
              <a:buAutoNum type="arabicPeriod"/>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找到</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H</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的最大值，进行极坐标反变换即为对应的直线参数。</a:t>
            </a:r>
          </a:p>
        </p:txBody>
      </p:sp>
      <mc:AlternateContent xmlns:mc="http://schemas.openxmlformats.org/markup-compatibility/2006" xmlns:p14="http://schemas.microsoft.com/office/powerpoint/2010/main">
        <mc:Choice Requires="p14">
          <p:contentPart p14:bwMode="auto" r:id="rId2">
            <p14:nvContentPartPr>
              <p14:cNvPr id="1050154" name="墨迹 1050153"/>
              <p14:cNvContentPartPr/>
              <p14:nvPr/>
            </p14:nvContentPartPr>
            <p14:xfrm>
              <a:off x="4252291" y="1655550"/>
              <a:ext cx="48732" cy="423046"/>
            </p14:xfrm>
          </p:contentPart>
        </mc:Choice>
        <mc:Fallback xmlns="">
          <p:sp>
            <p:nvSpPr>
              <p:cNvPr id="1050154" name=""/>
              <p:cNvSpPr/>
              <p:nvPr/>
            </p:nvSpPr>
            <p:spPr>
              <a:xfrm>
                <a:off x="4252291" y="1655550"/>
                <a:ext cx="48732" cy="423046"/>
              </a:xfrm>
            </p:spPr>
          </p:sp>
        </mc:Fallback>
      </mc:AlternateContent>
      <mc:AlternateContent xmlns:mc="http://schemas.openxmlformats.org/markup-compatibility/2006" xmlns:p14="http://schemas.microsoft.com/office/powerpoint/2010/main">
        <mc:Choice Requires="p14">
          <p:contentPart p14:bwMode="auto" r:id="rId3">
            <p14:nvContentPartPr>
              <p14:cNvPr id="1050155" name="墨迹 1050154"/>
              <p14:cNvContentPartPr/>
              <p14:nvPr/>
            </p14:nvContentPartPr>
            <p14:xfrm>
              <a:off x="4288231" y="1810305"/>
              <a:ext cx="250063" cy="180611"/>
            </p14:xfrm>
          </p:contentPart>
        </mc:Choice>
        <mc:Fallback xmlns="">
          <p:sp>
            <p:nvSpPr>
              <p:cNvPr id="1050155" name=""/>
              <p:cNvSpPr/>
              <p:nvPr/>
            </p:nvSpPr>
            <p:spPr>
              <a:xfrm>
                <a:off x="4288231" y="1810305"/>
                <a:ext cx="250063" cy="180611"/>
              </a:xfrm>
            </p:spPr>
          </p:sp>
        </mc:Fallback>
      </mc:AlternateContent>
      <mc:AlternateContent xmlns:mc="http://schemas.openxmlformats.org/markup-compatibility/2006" xmlns:p14="http://schemas.microsoft.com/office/powerpoint/2010/main">
        <mc:Choice Requires="p14">
          <p:contentPart p14:bwMode="auto" r:id="rId4">
            <p14:nvContentPartPr>
              <p14:cNvPr id="1050156" name="墨迹 1050155"/>
              <p14:cNvContentPartPr/>
              <p14:nvPr/>
            </p14:nvContentPartPr>
            <p14:xfrm>
              <a:off x="5035265" y="1680811"/>
              <a:ext cx="154108" cy="387876"/>
            </p14:xfrm>
          </p:contentPart>
        </mc:Choice>
        <mc:Fallback xmlns="">
          <p:sp>
            <p:nvSpPr>
              <p:cNvPr id="1050156" name=""/>
              <p:cNvSpPr/>
              <p:nvPr/>
            </p:nvSpPr>
            <p:spPr>
              <a:xfrm>
                <a:off x="5035265" y="1680811"/>
                <a:ext cx="154108" cy="387876"/>
              </a:xfrm>
            </p:spPr>
          </p:sp>
        </mc:Fallback>
      </mc:AlternateContent>
      <mc:AlternateContent xmlns:mc="http://schemas.openxmlformats.org/markup-compatibility/2006" xmlns:p14="http://schemas.microsoft.com/office/powerpoint/2010/main">
        <mc:Choice Requires="p14">
          <p:contentPart p14:bwMode="auto" r:id="rId5">
            <p14:nvContentPartPr>
              <p14:cNvPr id="1050157" name="墨迹 1050156"/>
              <p14:cNvContentPartPr/>
              <p14:nvPr/>
            </p14:nvContentPartPr>
            <p14:xfrm>
              <a:off x="5209617" y="1842050"/>
              <a:ext cx="82020" cy="99631"/>
            </p14:xfrm>
          </p:contentPart>
        </mc:Choice>
        <mc:Fallback xmlns="">
          <p:sp>
            <p:nvSpPr>
              <p:cNvPr id="1050157" name=""/>
              <p:cNvSpPr/>
              <p:nvPr/>
            </p:nvSpPr>
            <p:spPr>
              <a:xfrm>
                <a:off x="5209617" y="1842050"/>
                <a:ext cx="82020" cy="99631"/>
              </a:xfrm>
            </p:spPr>
          </p:sp>
        </mc:Fallback>
      </mc:AlternateContent>
      <mc:AlternateContent xmlns:mc="http://schemas.openxmlformats.org/markup-compatibility/2006" xmlns:p14="http://schemas.microsoft.com/office/powerpoint/2010/main">
        <mc:Choice Requires="p14">
          <p:contentPart p14:bwMode="auto" r:id="rId6">
            <p14:nvContentPartPr>
              <p14:cNvPr id="1050158" name="墨迹 1050157"/>
              <p14:cNvContentPartPr/>
              <p14:nvPr/>
            </p14:nvContentPartPr>
            <p14:xfrm>
              <a:off x="4758405" y="2272191"/>
              <a:ext cx="71416" cy="347751"/>
            </p14:xfrm>
          </p:contentPart>
        </mc:Choice>
        <mc:Fallback xmlns="">
          <p:sp>
            <p:nvSpPr>
              <p:cNvPr id="1050158" name=""/>
              <p:cNvSpPr/>
              <p:nvPr/>
            </p:nvSpPr>
            <p:spPr>
              <a:xfrm>
                <a:off x="4758405" y="2272191"/>
                <a:ext cx="71416" cy="347751"/>
              </a:xfrm>
            </p:spPr>
          </p:sp>
        </mc:Fallback>
      </mc:AlternateContent>
      <mc:AlternateContent xmlns:mc="http://schemas.openxmlformats.org/markup-compatibility/2006" xmlns:p14="http://schemas.microsoft.com/office/powerpoint/2010/main">
        <mc:Choice Requires="p14">
          <p:contentPart p14:bwMode="auto" r:id="rId7">
            <p14:nvContentPartPr>
              <p14:cNvPr id="1050159" name="墨迹 1050158"/>
              <p14:cNvContentPartPr/>
              <p14:nvPr/>
            </p14:nvContentPartPr>
            <p14:xfrm>
              <a:off x="4799154" y="2436469"/>
              <a:ext cx="227164" cy="178045"/>
            </p14:xfrm>
          </p:contentPart>
        </mc:Choice>
        <mc:Fallback xmlns="">
          <p:sp>
            <p:nvSpPr>
              <p:cNvPr id="1050159" name=""/>
              <p:cNvSpPr/>
              <p:nvPr/>
            </p:nvSpPr>
            <p:spPr>
              <a:xfrm>
                <a:off x="4799154" y="2436469"/>
                <a:ext cx="227164" cy="178045"/>
              </a:xfrm>
            </p:spPr>
          </p:sp>
        </mc:Fallback>
      </mc:AlternateContent>
      <mc:AlternateContent xmlns:mc="http://schemas.openxmlformats.org/markup-compatibility/2006" xmlns:p14="http://schemas.microsoft.com/office/powerpoint/2010/main">
        <mc:Choice Requires="p14">
          <p:contentPart p14:bwMode="auto" r:id="rId8">
            <p14:nvContentPartPr>
              <p14:cNvPr id="1050160" name="墨迹 1050159"/>
              <p14:cNvContentPartPr/>
              <p14:nvPr/>
            </p14:nvContentPartPr>
            <p14:xfrm>
              <a:off x="5564916" y="2358141"/>
              <a:ext cx="140297" cy="371045"/>
            </p14:xfrm>
          </p:contentPart>
        </mc:Choice>
        <mc:Fallback xmlns="">
          <p:sp>
            <p:nvSpPr>
              <p:cNvPr id="1050160" name=""/>
              <p:cNvSpPr/>
              <p:nvPr/>
            </p:nvSpPr>
            <p:spPr>
              <a:xfrm>
                <a:off x="5564916" y="2358141"/>
                <a:ext cx="140297" cy="371045"/>
              </a:xfrm>
            </p:spPr>
          </p:sp>
        </mc:Fallback>
      </mc:AlternateContent>
      <mc:AlternateContent xmlns:mc="http://schemas.openxmlformats.org/markup-compatibility/2006" xmlns:p14="http://schemas.microsoft.com/office/powerpoint/2010/main">
        <mc:Choice Requires="p14">
          <p:contentPart p14:bwMode="auto" r:id="rId9">
            <p14:nvContentPartPr>
              <p14:cNvPr id="1050161" name="墨迹 1050160"/>
              <p14:cNvContentPartPr/>
              <p14:nvPr/>
            </p14:nvContentPartPr>
            <p14:xfrm>
              <a:off x="5720600" y="2540433"/>
              <a:ext cx="89312" cy="29908"/>
            </p14:xfrm>
          </p:contentPart>
        </mc:Choice>
        <mc:Fallback xmlns="">
          <p:sp>
            <p:nvSpPr>
              <p:cNvPr id="1050161" name=""/>
              <p:cNvSpPr/>
              <p:nvPr/>
            </p:nvSpPr>
            <p:spPr>
              <a:xfrm>
                <a:off x="5720600" y="2540433"/>
                <a:ext cx="89312" cy="29908"/>
              </a:xfrm>
            </p:spPr>
          </p:sp>
        </mc:Fallback>
      </mc:AlternateContent>
      <mc:AlternateContent xmlns:mc="http://schemas.openxmlformats.org/markup-compatibility/2006" xmlns:p14="http://schemas.microsoft.com/office/powerpoint/2010/main">
        <mc:Choice Requires="p14">
          <p:contentPart p14:bwMode="auto" r:id="rId10">
            <p14:nvContentPartPr>
              <p14:cNvPr id="1050162" name="墨迹 1050161"/>
              <p14:cNvContentPartPr/>
              <p14:nvPr/>
            </p14:nvContentPartPr>
            <p14:xfrm>
              <a:off x="3275819" y="2333955"/>
              <a:ext cx="940508" cy="608658"/>
            </p14:xfrm>
          </p:contentPart>
        </mc:Choice>
        <mc:Fallback xmlns="">
          <p:sp>
            <p:nvSpPr>
              <p:cNvPr id="1050162" name=""/>
              <p:cNvSpPr/>
              <p:nvPr/>
            </p:nvSpPr>
            <p:spPr>
              <a:xfrm>
                <a:off x="3275819" y="2333955"/>
                <a:ext cx="940508" cy="608658"/>
              </a:xfrm>
            </p:spPr>
          </p:sp>
        </mc:Fallback>
      </mc:AlternateContent>
      <mc:AlternateContent xmlns:mc="http://schemas.openxmlformats.org/markup-compatibility/2006" xmlns:p14="http://schemas.microsoft.com/office/powerpoint/2010/main">
        <mc:Choice Requires="p14">
          <p:contentPart p14:bwMode="auto" r:id="rId11">
            <p14:nvContentPartPr>
              <p14:cNvPr id="1050318" name="墨迹 1050317"/>
              <p14:cNvContentPartPr/>
              <p14:nvPr/>
            </p14:nvContentPartPr>
            <p14:xfrm>
              <a:off x="1380291" y="4253602"/>
              <a:ext cx="39705" cy="670625"/>
            </p14:xfrm>
          </p:contentPart>
        </mc:Choice>
        <mc:Fallback xmlns="">
          <p:sp>
            <p:nvSpPr>
              <p:cNvPr id="1050318" name=""/>
              <p:cNvSpPr/>
              <p:nvPr/>
            </p:nvSpPr>
            <p:spPr>
              <a:xfrm>
                <a:off x="1380291" y="4253602"/>
                <a:ext cx="39705" cy="670625"/>
              </a:xfrm>
            </p:spPr>
          </p:sp>
        </mc:Fallback>
      </mc:AlternateContent>
      <mc:AlternateContent xmlns:mc="http://schemas.openxmlformats.org/markup-compatibility/2006" xmlns:p14="http://schemas.microsoft.com/office/powerpoint/2010/main">
        <mc:Choice Requires="p14">
          <p:contentPart p14:bwMode="auto" r:id="rId12">
            <p14:nvContentPartPr>
              <p14:cNvPr id="1050319" name="墨迹 1050318"/>
              <p14:cNvContentPartPr/>
              <p14:nvPr/>
            </p14:nvContentPartPr>
            <p14:xfrm>
              <a:off x="1216338" y="4101676"/>
              <a:ext cx="584237" cy="793966"/>
            </p14:xfrm>
          </p:contentPart>
        </mc:Choice>
        <mc:Fallback xmlns="">
          <p:sp>
            <p:nvSpPr>
              <p:cNvPr id="1050319" name=""/>
              <p:cNvSpPr/>
              <p:nvPr/>
            </p:nvSpPr>
            <p:spPr>
              <a:xfrm>
                <a:off x="1216338" y="4101676"/>
                <a:ext cx="584237" cy="793966"/>
              </a:xfrm>
            </p:spPr>
          </p:sp>
        </mc:Fallback>
      </mc:AlternateContent>
      <mc:AlternateContent xmlns:mc="http://schemas.openxmlformats.org/markup-compatibility/2006" xmlns:p14="http://schemas.microsoft.com/office/powerpoint/2010/main">
        <mc:Choice Requires="p14">
          <p:contentPart p14:bwMode="auto" r:id="rId13">
            <p14:nvContentPartPr>
              <p14:cNvPr id="1050320" name="墨迹 1050319"/>
              <p14:cNvContentPartPr/>
              <p14:nvPr/>
            </p14:nvContentPartPr>
            <p14:xfrm>
              <a:off x="1462482" y="4354646"/>
              <a:ext cx="6798" cy="164084"/>
            </p14:xfrm>
          </p:contentPart>
        </mc:Choice>
        <mc:Fallback xmlns="">
          <p:sp>
            <p:nvSpPr>
              <p:cNvPr id="1050320" name=""/>
              <p:cNvSpPr/>
              <p:nvPr/>
            </p:nvSpPr>
            <p:spPr>
              <a:xfrm>
                <a:off x="1462482" y="4354646"/>
                <a:ext cx="6798" cy="164084"/>
              </a:xfrm>
            </p:spPr>
          </p:sp>
        </mc:Fallback>
      </mc:AlternateContent>
      <mc:AlternateContent xmlns:mc="http://schemas.openxmlformats.org/markup-compatibility/2006" xmlns:p14="http://schemas.microsoft.com/office/powerpoint/2010/main">
        <mc:Choice Requires="p14">
          <p:contentPart p14:bwMode="auto" r:id="rId14">
            <p14:nvContentPartPr>
              <p14:cNvPr id="1050321" name="墨迹 1050320"/>
              <p14:cNvContentPartPr/>
              <p14:nvPr/>
            </p14:nvContentPartPr>
            <p14:xfrm>
              <a:off x="1442284" y="4357257"/>
              <a:ext cx="145586" cy="330447"/>
            </p14:xfrm>
          </p:contentPart>
        </mc:Choice>
        <mc:Fallback xmlns="">
          <p:sp>
            <p:nvSpPr>
              <p:cNvPr id="1050321" name=""/>
              <p:cNvSpPr/>
              <p:nvPr/>
            </p:nvSpPr>
            <p:spPr>
              <a:xfrm>
                <a:off x="1442284" y="4357257"/>
                <a:ext cx="145586" cy="330447"/>
              </a:xfrm>
            </p:spPr>
          </p:sp>
        </mc:Fallback>
      </mc:AlternateContent>
      <mc:AlternateContent xmlns:mc="http://schemas.openxmlformats.org/markup-compatibility/2006" xmlns:p14="http://schemas.microsoft.com/office/powerpoint/2010/main">
        <mc:Choice Requires="p14">
          <p:contentPart p14:bwMode="auto" r:id="rId15">
            <p14:nvContentPartPr>
              <p14:cNvPr id="1050322" name="墨迹 1050321"/>
              <p14:cNvContentPartPr/>
              <p14:nvPr/>
            </p14:nvContentPartPr>
            <p14:xfrm>
              <a:off x="1502833" y="4487438"/>
              <a:ext cx="315229" cy="393084"/>
            </p14:xfrm>
          </p:contentPart>
        </mc:Choice>
        <mc:Fallback xmlns="">
          <p:sp>
            <p:nvSpPr>
              <p:cNvPr id="1050322" name=""/>
              <p:cNvSpPr/>
              <p:nvPr/>
            </p:nvSpPr>
            <p:spPr>
              <a:xfrm>
                <a:off x="1502833" y="4487438"/>
                <a:ext cx="315229" cy="393084"/>
              </a:xfrm>
            </p:spPr>
          </p:sp>
        </mc:Fallback>
      </mc:AlternateContent>
      <mc:AlternateContent xmlns:mc="http://schemas.openxmlformats.org/markup-compatibility/2006" xmlns:p14="http://schemas.microsoft.com/office/powerpoint/2010/main">
        <mc:Choice Requires="p14">
          <p:contentPart p14:bwMode="auto" r:id="rId16">
            <p14:nvContentPartPr>
              <p14:cNvPr id="1050323" name="墨迹 1050322"/>
              <p14:cNvContentPartPr/>
              <p14:nvPr/>
            </p14:nvContentPartPr>
            <p14:xfrm>
              <a:off x="1971874" y="4766278"/>
              <a:ext cx="0" cy="0"/>
            </p14:xfrm>
          </p:contentPart>
        </mc:Choice>
        <mc:Fallback xmlns="">
          <p:sp>
            <p:nvSpPr>
              <p:cNvPr id="1050323" name=""/>
              <p:cNvSpPr/>
              <p:nvPr/>
            </p:nvSpPr>
            <p:spPr>
              <a:xfrm>
                <a:off x="1971874" y="4766278"/>
                <a:ext cx="0" cy="0"/>
              </a:xfrm>
            </p:spPr>
          </p:sp>
        </mc:Fallback>
      </mc:AlternateContent>
      <mc:AlternateContent xmlns:mc="http://schemas.openxmlformats.org/markup-compatibility/2006" xmlns:p14="http://schemas.microsoft.com/office/powerpoint/2010/main">
        <mc:Choice Requires="p14">
          <p:contentPart p14:bwMode="auto" r:id="rId17">
            <p14:nvContentPartPr>
              <p14:cNvPr id="1050324" name="墨迹 1050323"/>
              <p14:cNvContentPartPr/>
              <p14:nvPr/>
            </p14:nvContentPartPr>
            <p14:xfrm>
              <a:off x="2530498" y="4380321"/>
              <a:ext cx="225653" cy="195420"/>
            </p14:xfrm>
          </p:contentPart>
        </mc:Choice>
        <mc:Fallback xmlns="">
          <p:sp>
            <p:nvSpPr>
              <p:cNvPr id="1050324" name=""/>
              <p:cNvSpPr/>
              <p:nvPr/>
            </p:nvSpPr>
            <p:spPr>
              <a:xfrm>
                <a:off x="2530498" y="4380321"/>
                <a:ext cx="225653" cy="195420"/>
              </a:xfrm>
            </p:spPr>
          </p:sp>
        </mc:Fallback>
      </mc:AlternateContent>
      <mc:AlternateContent xmlns:mc="http://schemas.openxmlformats.org/markup-compatibility/2006" xmlns:p14="http://schemas.microsoft.com/office/powerpoint/2010/main">
        <mc:Choice Requires="p14">
          <p:contentPart p14:bwMode="auto" r:id="rId18">
            <p14:nvContentPartPr>
              <p14:cNvPr id="1050325" name="墨迹 1050324"/>
              <p14:cNvContentPartPr/>
              <p14:nvPr/>
            </p14:nvContentPartPr>
            <p14:xfrm>
              <a:off x="2485132" y="4346782"/>
              <a:ext cx="305663" cy="285939"/>
            </p14:xfrm>
          </p:contentPart>
        </mc:Choice>
        <mc:Fallback xmlns="">
          <p:sp>
            <p:nvSpPr>
              <p:cNvPr id="1050325" name=""/>
              <p:cNvSpPr/>
              <p:nvPr/>
            </p:nvSpPr>
            <p:spPr>
              <a:xfrm>
                <a:off x="2485132" y="4346782"/>
                <a:ext cx="305663" cy="285939"/>
              </a:xfrm>
            </p:spPr>
          </p:sp>
        </mc:Fallback>
      </mc:AlternateContent>
      <mc:AlternateContent xmlns:mc="http://schemas.openxmlformats.org/markup-compatibility/2006" xmlns:p14="http://schemas.microsoft.com/office/powerpoint/2010/main">
        <mc:Choice Requires="p14">
          <p:contentPart p14:bwMode="auto" r:id="rId19">
            <p14:nvContentPartPr>
              <p14:cNvPr id="1050326" name="墨迹 1050325"/>
              <p14:cNvContentPartPr/>
              <p14:nvPr/>
            </p14:nvContentPartPr>
            <p14:xfrm>
              <a:off x="2913337" y="4436641"/>
              <a:ext cx="67294" cy="65672"/>
            </p14:xfrm>
          </p:contentPart>
        </mc:Choice>
        <mc:Fallback xmlns="">
          <p:sp>
            <p:nvSpPr>
              <p:cNvPr id="1050326" name=""/>
              <p:cNvSpPr/>
              <p:nvPr/>
            </p:nvSpPr>
            <p:spPr>
              <a:xfrm>
                <a:off x="2913337" y="4436641"/>
                <a:ext cx="67294" cy="65672"/>
              </a:xfrm>
            </p:spPr>
          </p:sp>
        </mc:Fallback>
      </mc:AlternateContent>
      <mc:AlternateContent xmlns:mc="http://schemas.openxmlformats.org/markup-compatibility/2006" xmlns:p14="http://schemas.microsoft.com/office/powerpoint/2010/main">
        <mc:Choice Requires="p14">
          <p:contentPart p14:bwMode="auto" r:id="rId20">
            <p14:nvContentPartPr>
              <p14:cNvPr id="1050327" name="墨迹 1050326"/>
              <p14:cNvContentPartPr/>
              <p14:nvPr/>
            </p14:nvContentPartPr>
            <p14:xfrm>
              <a:off x="3027429" y="4255106"/>
              <a:ext cx="315538" cy="466455"/>
            </p14:xfrm>
          </p:contentPart>
        </mc:Choice>
        <mc:Fallback xmlns="">
          <p:sp>
            <p:nvSpPr>
              <p:cNvPr id="1050327" name=""/>
              <p:cNvSpPr/>
              <p:nvPr/>
            </p:nvSpPr>
            <p:spPr>
              <a:xfrm>
                <a:off x="3027429" y="4255106"/>
                <a:ext cx="315538" cy="466455"/>
              </a:xfrm>
            </p:spPr>
          </p:sp>
        </mc:Fallback>
      </mc:AlternateContent>
      <mc:AlternateContent xmlns:mc="http://schemas.openxmlformats.org/markup-compatibility/2006" xmlns:p14="http://schemas.microsoft.com/office/powerpoint/2010/main">
        <mc:Choice Requires="p14">
          <p:contentPart p14:bwMode="auto" r:id="rId21">
            <p14:nvContentPartPr>
              <p14:cNvPr id="1050328" name="墨迹 1050327"/>
              <p14:cNvContentPartPr/>
              <p14:nvPr/>
            </p14:nvContentPartPr>
            <p14:xfrm>
              <a:off x="3453369" y="4213120"/>
              <a:ext cx="213275" cy="219579"/>
            </p14:xfrm>
          </p:contentPart>
        </mc:Choice>
        <mc:Fallback xmlns="">
          <p:sp>
            <p:nvSpPr>
              <p:cNvPr id="1050328" name=""/>
              <p:cNvSpPr/>
              <p:nvPr/>
            </p:nvSpPr>
            <p:spPr>
              <a:xfrm>
                <a:off x="3453369" y="4213120"/>
                <a:ext cx="213275" cy="219579"/>
              </a:xfrm>
            </p:spPr>
          </p:sp>
        </mc:Fallback>
      </mc:AlternateContent>
      <mc:AlternateContent xmlns:mc="http://schemas.openxmlformats.org/markup-compatibility/2006" xmlns:p14="http://schemas.microsoft.com/office/powerpoint/2010/main">
        <mc:Choice Requires="p14">
          <p:contentPart p14:bwMode="auto" r:id="rId22">
            <p14:nvContentPartPr>
              <p14:cNvPr id="1050336" name="墨迹 1050335"/>
              <p14:cNvContentPartPr/>
              <p14:nvPr/>
            </p14:nvContentPartPr>
            <p14:xfrm>
              <a:off x="4910215" y="4009273"/>
              <a:ext cx="33099" cy="455527"/>
            </p14:xfrm>
          </p:contentPart>
        </mc:Choice>
        <mc:Fallback xmlns="">
          <p:sp>
            <p:nvSpPr>
              <p:cNvPr id="1050336" name=""/>
              <p:cNvSpPr/>
              <p:nvPr/>
            </p:nvSpPr>
            <p:spPr>
              <a:xfrm>
                <a:off x="4910215" y="4009273"/>
                <a:ext cx="33099" cy="455527"/>
              </a:xfrm>
            </p:spPr>
          </p:sp>
        </mc:Fallback>
      </mc:AlternateContent>
      <mc:AlternateContent xmlns:mc="http://schemas.openxmlformats.org/markup-compatibility/2006" xmlns:p14="http://schemas.microsoft.com/office/powerpoint/2010/main">
        <mc:Choice Requires="p14">
          <p:contentPart p14:bwMode="auto" r:id="rId23">
            <p14:nvContentPartPr>
              <p14:cNvPr id="1050337" name="墨迹 1050336"/>
              <p14:cNvContentPartPr/>
              <p14:nvPr/>
            </p14:nvContentPartPr>
            <p14:xfrm>
              <a:off x="4923877" y="4193269"/>
              <a:ext cx="178883" cy="187880"/>
            </p14:xfrm>
          </p:contentPart>
        </mc:Choice>
        <mc:Fallback xmlns="">
          <p:sp>
            <p:nvSpPr>
              <p:cNvPr id="1050337" name=""/>
              <p:cNvSpPr/>
              <p:nvPr/>
            </p:nvSpPr>
            <p:spPr>
              <a:xfrm>
                <a:off x="4923877" y="4193269"/>
                <a:ext cx="178883" cy="187880"/>
              </a:xfrm>
            </p:spPr>
          </p:sp>
        </mc:Fallback>
      </mc:AlternateContent>
      <mc:AlternateContent xmlns:mc="http://schemas.openxmlformats.org/markup-compatibility/2006" xmlns:p14="http://schemas.microsoft.com/office/powerpoint/2010/main">
        <mc:Choice Requires="p14">
          <p:contentPart p14:bwMode="auto" r:id="rId24">
            <p14:nvContentPartPr>
              <p14:cNvPr id="1050338" name="墨迹 1050337"/>
              <p14:cNvContentPartPr/>
              <p14:nvPr/>
            </p14:nvContentPartPr>
            <p14:xfrm>
              <a:off x="5090023" y="4036605"/>
              <a:ext cx="25696" cy="353604"/>
            </p14:xfrm>
          </p:contentPart>
        </mc:Choice>
        <mc:Fallback xmlns="">
          <p:sp>
            <p:nvSpPr>
              <p:cNvPr id="1050338" name=""/>
              <p:cNvSpPr/>
              <p:nvPr/>
            </p:nvSpPr>
            <p:spPr>
              <a:xfrm>
                <a:off x="5090023" y="4036605"/>
                <a:ext cx="25696" cy="353604"/>
              </a:xfrm>
            </p:spPr>
          </p:sp>
        </mc:Fallback>
      </mc:AlternateContent>
      <mc:AlternateContent xmlns:mc="http://schemas.openxmlformats.org/markup-compatibility/2006" xmlns:p14="http://schemas.microsoft.com/office/powerpoint/2010/main">
        <mc:Choice Requires="p14">
          <p:contentPart p14:bwMode="auto" r:id="rId25">
            <p14:nvContentPartPr>
              <p14:cNvPr id="1050339" name="墨迹 1050338"/>
              <p14:cNvContentPartPr/>
              <p14:nvPr/>
            </p14:nvContentPartPr>
            <p14:xfrm>
              <a:off x="5196779" y="4204646"/>
              <a:ext cx="92211" cy="139430"/>
            </p14:xfrm>
          </p:contentPart>
        </mc:Choice>
        <mc:Fallback xmlns="">
          <p:sp>
            <p:nvSpPr>
              <p:cNvPr id="1050339" name=""/>
              <p:cNvSpPr/>
              <p:nvPr/>
            </p:nvSpPr>
            <p:spPr>
              <a:xfrm>
                <a:off x="5196779" y="4204646"/>
                <a:ext cx="92211" cy="139430"/>
              </a:xfrm>
            </p:spPr>
          </p:sp>
        </mc:Fallback>
      </mc:AlternateContent>
      <mc:AlternateContent xmlns:mc="http://schemas.openxmlformats.org/markup-compatibility/2006" xmlns:p14="http://schemas.microsoft.com/office/powerpoint/2010/main">
        <mc:Choice Requires="p14">
          <p:contentPart p14:bwMode="auto" r:id="rId26">
            <p14:nvContentPartPr>
              <p14:cNvPr id="1050340" name="墨迹 1050339"/>
              <p14:cNvContentPartPr/>
              <p14:nvPr/>
            </p14:nvContentPartPr>
            <p14:xfrm>
              <a:off x="5339146" y="4148416"/>
              <a:ext cx="113663" cy="163576"/>
            </p14:xfrm>
          </p:contentPart>
        </mc:Choice>
        <mc:Fallback xmlns="">
          <p:sp>
            <p:nvSpPr>
              <p:cNvPr id="1050340" name=""/>
              <p:cNvSpPr/>
              <p:nvPr/>
            </p:nvSpPr>
            <p:spPr>
              <a:xfrm>
                <a:off x="5339146" y="4148416"/>
                <a:ext cx="113663" cy="163576"/>
              </a:xfrm>
            </p:spPr>
          </p:sp>
        </mc:Fallback>
      </mc:AlternateContent>
      <mc:AlternateContent xmlns:mc="http://schemas.openxmlformats.org/markup-compatibility/2006" xmlns:p14="http://schemas.microsoft.com/office/powerpoint/2010/main">
        <mc:Choice Requires="p14">
          <p:contentPart p14:bwMode="auto" r:id="rId27">
            <p14:nvContentPartPr>
              <p14:cNvPr id="1050341" name="墨迹 1050340"/>
              <p14:cNvContentPartPr/>
              <p14:nvPr/>
            </p14:nvContentPartPr>
            <p14:xfrm>
              <a:off x="5413540" y="4105079"/>
              <a:ext cx="181100" cy="543616"/>
            </p14:xfrm>
          </p:contentPart>
        </mc:Choice>
        <mc:Fallback xmlns="">
          <p:sp>
            <p:nvSpPr>
              <p:cNvPr id="1050341" name=""/>
              <p:cNvSpPr/>
              <p:nvPr/>
            </p:nvSpPr>
            <p:spPr>
              <a:xfrm>
                <a:off x="5413540" y="4105079"/>
                <a:ext cx="181100" cy="543616"/>
              </a:xfrm>
            </p:spPr>
          </p:sp>
        </mc:Fallback>
      </mc:AlternateContent>
      <mc:AlternateContent xmlns:mc="http://schemas.openxmlformats.org/markup-compatibility/2006" xmlns:p14="http://schemas.microsoft.com/office/powerpoint/2010/main">
        <mc:Choice Requires="p14">
          <p:contentPart p14:bwMode="auto" r:id="rId28">
            <p14:nvContentPartPr>
              <p14:cNvPr id="1050342" name="墨迹 1050341"/>
              <p14:cNvContentPartPr/>
              <p14:nvPr/>
            </p14:nvContentPartPr>
            <p14:xfrm>
              <a:off x="5694477" y="3885866"/>
              <a:ext cx="343788" cy="441936"/>
            </p14:xfrm>
          </p:contentPart>
        </mc:Choice>
        <mc:Fallback xmlns="">
          <p:sp>
            <p:nvSpPr>
              <p:cNvPr id="1050342" name=""/>
              <p:cNvSpPr/>
              <p:nvPr/>
            </p:nvSpPr>
            <p:spPr>
              <a:xfrm>
                <a:off x="5694477" y="3885866"/>
                <a:ext cx="343788" cy="441936"/>
              </a:xfrm>
            </p:spPr>
          </p:sp>
        </mc:Fallback>
      </mc:AlternateContent>
      <mc:AlternateContent xmlns:mc="http://schemas.openxmlformats.org/markup-compatibility/2006" xmlns:p14="http://schemas.microsoft.com/office/powerpoint/2010/main">
        <mc:Choice Requires="p14">
          <p:contentPart p14:bwMode="auto" r:id="rId29">
            <p14:nvContentPartPr>
              <p14:cNvPr id="1050343" name="墨迹 1050342"/>
              <p14:cNvContentPartPr/>
              <p14:nvPr/>
            </p14:nvContentPartPr>
            <p14:xfrm>
              <a:off x="6255443" y="3780680"/>
              <a:ext cx="26540" cy="109091"/>
            </p14:xfrm>
          </p:contentPart>
        </mc:Choice>
        <mc:Fallback xmlns="">
          <p:sp>
            <p:nvSpPr>
              <p:cNvPr id="1050343" name=""/>
              <p:cNvSpPr/>
              <p:nvPr/>
            </p:nvSpPr>
            <p:spPr>
              <a:xfrm>
                <a:off x="6255443" y="3780680"/>
                <a:ext cx="26540" cy="109091"/>
              </a:xfrm>
            </p:spPr>
          </p:sp>
        </mc:Fallback>
      </mc:AlternateContent>
      <mc:AlternateContent xmlns:mc="http://schemas.openxmlformats.org/markup-compatibility/2006" xmlns:p14="http://schemas.microsoft.com/office/powerpoint/2010/main">
        <mc:Choice Requires="p14">
          <p:contentPart p14:bwMode="auto" r:id="rId30">
            <p14:nvContentPartPr>
              <p14:cNvPr id="1050344" name="墨迹 1050343"/>
              <p14:cNvContentPartPr/>
              <p14:nvPr/>
            </p14:nvContentPartPr>
            <p14:xfrm>
              <a:off x="6157751" y="3933904"/>
              <a:ext cx="45166" cy="132787"/>
            </p14:xfrm>
          </p:contentPart>
        </mc:Choice>
        <mc:Fallback xmlns="">
          <p:sp>
            <p:nvSpPr>
              <p:cNvPr id="1050344" name=""/>
              <p:cNvSpPr/>
              <p:nvPr/>
            </p:nvSpPr>
            <p:spPr>
              <a:xfrm>
                <a:off x="6157751" y="3933904"/>
                <a:ext cx="45166" cy="132787"/>
              </a:xfrm>
            </p:spPr>
          </p:sp>
        </mc:Fallback>
      </mc:AlternateContent>
      <mc:AlternateContent xmlns:mc="http://schemas.openxmlformats.org/markup-compatibility/2006" xmlns:p14="http://schemas.microsoft.com/office/powerpoint/2010/main">
        <mc:Choice Requires="p14">
          <p:contentPart p14:bwMode="auto" r:id="rId31">
            <p14:nvContentPartPr>
              <p14:cNvPr id="1050345" name="墨迹 1050344"/>
              <p14:cNvContentPartPr/>
              <p14:nvPr/>
            </p14:nvContentPartPr>
            <p14:xfrm>
              <a:off x="6197472" y="3858621"/>
              <a:ext cx="282140" cy="173321"/>
            </p14:xfrm>
          </p:contentPart>
        </mc:Choice>
        <mc:Fallback xmlns="">
          <p:sp>
            <p:nvSpPr>
              <p:cNvPr id="1050345" name=""/>
              <p:cNvSpPr/>
              <p:nvPr/>
            </p:nvSpPr>
            <p:spPr>
              <a:xfrm>
                <a:off x="6197472" y="3858621"/>
                <a:ext cx="282140" cy="173321"/>
              </a:xfrm>
            </p:spPr>
          </p:sp>
        </mc:Fallback>
      </mc:AlternateContent>
      <mc:AlternateContent xmlns:mc="http://schemas.openxmlformats.org/markup-compatibility/2006" xmlns:p14="http://schemas.microsoft.com/office/powerpoint/2010/main">
        <mc:Choice Requires="p14">
          <p:contentPart p14:bwMode="auto" r:id="rId32">
            <p14:nvContentPartPr>
              <p14:cNvPr id="1050346" name="墨迹 1050345"/>
              <p14:cNvContentPartPr/>
              <p14:nvPr/>
            </p14:nvContentPartPr>
            <p14:xfrm>
              <a:off x="6205799" y="3938873"/>
              <a:ext cx="127737" cy="209090"/>
            </p14:xfrm>
          </p:contentPart>
        </mc:Choice>
        <mc:Fallback xmlns="">
          <p:sp>
            <p:nvSpPr>
              <p:cNvPr id="1050346" name=""/>
              <p:cNvSpPr/>
              <p:nvPr/>
            </p:nvSpPr>
            <p:spPr>
              <a:xfrm>
                <a:off x="6205799" y="3938873"/>
                <a:ext cx="127737" cy="209090"/>
              </a:xfrm>
            </p:spPr>
          </p:sp>
        </mc:Fallback>
      </mc:AlternateContent>
      <mc:AlternateContent xmlns:mc="http://schemas.openxmlformats.org/markup-compatibility/2006" xmlns:p14="http://schemas.microsoft.com/office/powerpoint/2010/main">
        <mc:Choice Requires="p14">
          <p:contentPart p14:bwMode="auto" r:id="rId33">
            <p14:nvContentPartPr>
              <p14:cNvPr id="1050347" name="墨迹 1050346"/>
              <p14:cNvContentPartPr/>
              <p14:nvPr/>
            </p14:nvContentPartPr>
            <p14:xfrm>
              <a:off x="6292970" y="4004222"/>
              <a:ext cx="135743" cy="60542"/>
            </p14:xfrm>
          </p:contentPart>
        </mc:Choice>
        <mc:Fallback xmlns="">
          <p:sp>
            <p:nvSpPr>
              <p:cNvPr id="1050347" name=""/>
              <p:cNvSpPr/>
              <p:nvPr/>
            </p:nvSpPr>
            <p:spPr>
              <a:xfrm>
                <a:off x="6292970" y="4004222"/>
                <a:ext cx="135743" cy="60542"/>
              </a:xfrm>
            </p:spPr>
          </p:sp>
        </mc:Fallback>
      </mc:AlternateContent>
      <mc:AlternateContent xmlns:mc="http://schemas.openxmlformats.org/markup-compatibility/2006" xmlns:p14="http://schemas.microsoft.com/office/powerpoint/2010/main">
        <mc:Choice Requires="p14">
          <p:contentPart p14:bwMode="auto" r:id="rId34">
            <p14:nvContentPartPr>
              <p14:cNvPr id="1050348" name="墨迹 1050347"/>
              <p14:cNvContentPartPr/>
              <p14:nvPr/>
            </p14:nvContentPartPr>
            <p14:xfrm>
              <a:off x="6309027" y="4100073"/>
              <a:ext cx="133384" cy="25152"/>
            </p14:xfrm>
          </p:contentPart>
        </mc:Choice>
        <mc:Fallback xmlns="">
          <p:sp>
            <p:nvSpPr>
              <p:cNvPr id="1050348" name=""/>
              <p:cNvSpPr/>
              <p:nvPr/>
            </p:nvSpPr>
            <p:spPr>
              <a:xfrm>
                <a:off x="6309027" y="4100073"/>
                <a:ext cx="133384" cy="25152"/>
              </a:xfrm>
            </p:spPr>
          </p:sp>
        </mc:Fallback>
      </mc:AlternateContent>
      <mc:AlternateContent xmlns:mc="http://schemas.openxmlformats.org/markup-compatibility/2006" xmlns:p14="http://schemas.microsoft.com/office/powerpoint/2010/main">
        <mc:Choice Requires="p14">
          <p:contentPart p14:bwMode="auto" r:id="rId35">
            <p14:nvContentPartPr>
              <p14:cNvPr id="1050349" name="墨迹 1050348"/>
              <p14:cNvContentPartPr/>
              <p14:nvPr/>
            </p14:nvContentPartPr>
            <p14:xfrm>
              <a:off x="6204517" y="4123569"/>
              <a:ext cx="374147" cy="212125"/>
            </p14:xfrm>
          </p:contentPart>
        </mc:Choice>
        <mc:Fallback xmlns="">
          <p:sp>
            <p:nvSpPr>
              <p:cNvPr id="1050349" name=""/>
              <p:cNvSpPr/>
              <p:nvPr/>
            </p:nvSpPr>
            <p:spPr>
              <a:xfrm>
                <a:off x="6204517" y="4123569"/>
                <a:ext cx="374147" cy="212125"/>
              </a:xfrm>
            </p:spPr>
          </p:sp>
        </mc:Fallback>
      </mc:AlternateContent>
      <mc:AlternateContent xmlns:mc="http://schemas.openxmlformats.org/markup-compatibility/2006" xmlns:p14="http://schemas.microsoft.com/office/powerpoint/2010/main">
        <mc:Choice Requires="p14">
          <p:contentPart p14:bwMode="auto" r:id="rId36">
            <p14:nvContentPartPr>
              <p14:cNvPr id="1050350" name="墨迹 1050349"/>
              <p14:cNvContentPartPr/>
              <p14:nvPr/>
            </p14:nvContentPartPr>
            <p14:xfrm>
              <a:off x="6718065" y="3865988"/>
              <a:ext cx="55915" cy="36575"/>
            </p14:xfrm>
          </p:contentPart>
        </mc:Choice>
        <mc:Fallback xmlns="">
          <p:sp>
            <p:nvSpPr>
              <p:cNvPr id="1050350" name=""/>
              <p:cNvSpPr/>
              <p:nvPr/>
            </p:nvSpPr>
            <p:spPr>
              <a:xfrm>
                <a:off x="6718065" y="3865988"/>
                <a:ext cx="55915" cy="36575"/>
              </a:xfrm>
            </p:spPr>
          </p:sp>
        </mc:Fallback>
      </mc:AlternateContent>
      <mc:AlternateContent xmlns:mc="http://schemas.openxmlformats.org/markup-compatibility/2006" xmlns:p14="http://schemas.microsoft.com/office/powerpoint/2010/main">
        <mc:Choice Requires="p14">
          <p:contentPart p14:bwMode="auto" r:id="rId37">
            <p14:nvContentPartPr>
              <p14:cNvPr id="1050351" name="墨迹 1050350"/>
              <p14:cNvContentPartPr/>
              <p14:nvPr/>
            </p14:nvContentPartPr>
            <p14:xfrm>
              <a:off x="6687474" y="3979456"/>
              <a:ext cx="25204" cy="318743"/>
            </p14:xfrm>
          </p:contentPart>
        </mc:Choice>
        <mc:Fallback xmlns="">
          <p:sp>
            <p:nvSpPr>
              <p:cNvPr id="1050351" name=""/>
              <p:cNvSpPr/>
              <p:nvPr/>
            </p:nvSpPr>
            <p:spPr>
              <a:xfrm>
                <a:off x="6687474" y="3979456"/>
                <a:ext cx="25204" cy="318743"/>
              </a:xfrm>
            </p:spPr>
          </p:sp>
        </mc:Fallback>
      </mc:AlternateContent>
      <mc:AlternateContent xmlns:mc="http://schemas.openxmlformats.org/markup-compatibility/2006" xmlns:p14="http://schemas.microsoft.com/office/powerpoint/2010/main">
        <mc:Choice Requires="p14">
          <p:contentPart p14:bwMode="auto" r:id="rId38">
            <p14:nvContentPartPr>
              <p14:cNvPr id="1050352" name="墨迹 1050351"/>
              <p14:cNvContentPartPr/>
              <p14:nvPr/>
            </p14:nvContentPartPr>
            <p14:xfrm>
              <a:off x="6843987" y="3733959"/>
              <a:ext cx="252245" cy="662898"/>
            </p14:xfrm>
          </p:contentPart>
        </mc:Choice>
        <mc:Fallback xmlns="">
          <p:sp>
            <p:nvSpPr>
              <p:cNvPr id="1050352" name=""/>
              <p:cNvSpPr/>
              <p:nvPr/>
            </p:nvSpPr>
            <p:spPr>
              <a:xfrm>
                <a:off x="6843987" y="3733959"/>
                <a:ext cx="252245" cy="662898"/>
              </a:xfrm>
            </p:spPr>
          </p:sp>
        </mc:Fallback>
      </mc:AlternateContent>
      <mc:AlternateContent xmlns:mc="http://schemas.openxmlformats.org/markup-compatibility/2006" xmlns:p14="http://schemas.microsoft.com/office/powerpoint/2010/main">
        <mc:Choice Requires="p14">
          <p:contentPart p14:bwMode="auto" r:id="rId39">
            <p14:nvContentPartPr>
              <p14:cNvPr id="1050353" name="墨迹 1050352"/>
              <p14:cNvContentPartPr/>
              <p14:nvPr/>
            </p14:nvContentPartPr>
            <p14:xfrm>
              <a:off x="6810418" y="3890008"/>
              <a:ext cx="25313" cy="290855"/>
            </p14:xfrm>
          </p:contentPart>
        </mc:Choice>
        <mc:Fallback xmlns="">
          <p:sp>
            <p:nvSpPr>
              <p:cNvPr id="1050353" name=""/>
              <p:cNvSpPr/>
              <p:nvPr/>
            </p:nvSpPr>
            <p:spPr>
              <a:xfrm>
                <a:off x="6810418" y="3890008"/>
                <a:ext cx="25313" cy="290855"/>
              </a:xfrm>
            </p:spPr>
          </p:sp>
        </mc:Fallback>
      </mc:AlternateContent>
      <mc:AlternateContent xmlns:mc="http://schemas.openxmlformats.org/markup-compatibility/2006" xmlns:p14="http://schemas.microsoft.com/office/powerpoint/2010/main">
        <mc:Choice Requires="p14">
          <p:contentPart p14:bwMode="auto" r:id="rId40">
            <p14:nvContentPartPr>
              <p14:cNvPr id="1050354" name="墨迹 1050353"/>
              <p14:cNvContentPartPr/>
              <p14:nvPr/>
            </p14:nvContentPartPr>
            <p14:xfrm>
              <a:off x="6862580" y="3885043"/>
              <a:ext cx="150737" cy="307527"/>
            </p14:xfrm>
          </p:contentPart>
        </mc:Choice>
        <mc:Fallback xmlns="">
          <p:sp>
            <p:nvSpPr>
              <p:cNvPr id="1050354" name=""/>
              <p:cNvSpPr/>
              <p:nvPr/>
            </p:nvSpPr>
            <p:spPr>
              <a:xfrm>
                <a:off x="6862580" y="3885043"/>
                <a:ext cx="150737" cy="307527"/>
              </a:xfrm>
            </p:spPr>
          </p:sp>
        </mc:Fallback>
      </mc:AlternateContent>
      <mc:AlternateContent xmlns:mc="http://schemas.openxmlformats.org/markup-compatibility/2006" xmlns:p14="http://schemas.microsoft.com/office/powerpoint/2010/main">
        <mc:Choice Requires="p14">
          <p:contentPart p14:bwMode="auto" r:id="rId41">
            <p14:nvContentPartPr>
              <p14:cNvPr id="1050355" name="墨迹 1050354"/>
              <p14:cNvContentPartPr/>
              <p14:nvPr/>
            </p14:nvContentPartPr>
            <p14:xfrm>
              <a:off x="6854129" y="3992443"/>
              <a:ext cx="210009" cy="209679"/>
            </p14:xfrm>
          </p:contentPart>
        </mc:Choice>
        <mc:Fallback xmlns="">
          <p:sp>
            <p:nvSpPr>
              <p:cNvPr id="1050355" name=""/>
              <p:cNvSpPr/>
              <p:nvPr/>
            </p:nvSpPr>
            <p:spPr>
              <a:xfrm>
                <a:off x="6854129" y="3992443"/>
                <a:ext cx="210009" cy="209679"/>
              </a:xfrm>
            </p:spPr>
          </p:sp>
        </mc:Fallback>
      </mc:AlternateContent>
      <mc:AlternateContent xmlns:mc="http://schemas.openxmlformats.org/markup-compatibility/2006" xmlns:p14="http://schemas.microsoft.com/office/powerpoint/2010/main">
        <mc:Choice Requires="p14">
          <p:contentPart p14:bwMode="auto" r:id="rId42">
            <p14:nvContentPartPr>
              <p14:cNvPr id="1050356" name="墨迹 1050355"/>
              <p14:cNvContentPartPr/>
              <p14:nvPr/>
            </p14:nvContentPartPr>
            <p14:xfrm>
              <a:off x="7245420" y="4116382"/>
              <a:ext cx="413763" cy="84212"/>
            </p14:xfrm>
          </p:contentPart>
        </mc:Choice>
        <mc:Fallback xmlns="">
          <p:sp>
            <p:nvSpPr>
              <p:cNvPr id="1050356" name=""/>
              <p:cNvSpPr/>
              <p:nvPr/>
            </p:nvSpPr>
            <p:spPr>
              <a:xfrm>
                <a:off x="7245420" y="4116382"/>
                <a:ext cx="413763" cy="84212"/>
              </a:xfrm>
            </p:spPr>
          </p:sp>
        </mc:Fallback>
      </mc:AlternateContent>
      <mc:AlternateContent xmlns:mc="http://schemas.openxmlformats.org/markup-compatibility/2006" xmlns:p14="http://schemas.microsoft.com/office/powerpoint/2010/main">
        <mc:Choice Requires="p14">
          <p:contentPart p14:bwMode="auto" r:id="rId43">
            <p14:nvContentPartPr>
              <p14:cNvPr id="1050357" name="墨迹 1050356"/>
              <p14:cNvContentPartPr/>
              <p14:nvPr/>
            </p14:nvContentPartPr>
            <p14:xfrm>
              <a:off x="7569945" y="3945961"/>
              <a:ext cx="146215" cy="303274"/>
            </p14:xfrm>
          </p:contentPart>
        </mc:Choice>
        <mc:Fallback xmlns="">
          <p:sp>
            <p:nvSpPr>
              <p:cNvPr id="1050357" name=""/>
              <p:cNvSpPr/>
              <p:nvPr/>
            </p:nvSpPr>
            <p:spPr>
              <a:xfrm>
                <a:off x="7569945" y="3945961"/>
                <a:ext cx="146215" cy="303274"/>
              </a:xfrm>
            </p:spPr>
          </p:sp>
        </mc:Fallback>
      </mc:AlternateContent>
      <mc:AlternateContent xmlns:mc="http://schemas.openxmlformats.org/markup-compatibility/2006" xmlns:p14="http://schemas.microsoft.com/office/powerpoint/2010/main">
        <mc:Choice Requires="p14">
          <p:contentPart p14:bwMode="auto" r:id="rId44">
            <p14:nvContentPartPr>
              <p14:cNvPr id="1050358" name="墨迹 1050357"/>
              <p14:cNvContentPartPr/>
              <p14:nvPr/>
            </p14:nvContentPartPr>
            <p14:xfrm>
              <a:off x="8137866" y="3778004"/>
              <a:ext cx="376618" cy="98751"/>
            </p14:xfrm>
          </p:contentPart>
        </mc:Choice>
        <mc:Fallback xmlns="">
          <p:sp>
            <p:nvSpPr>
              <p:cNvPr id="1050358" name=""/>
              <p:cNvSpPr/>
              <p:nvPr/>
            </p:nvSpPr>
            <p:spPr>
              <a:xfrm>
                <a:off x="8137866" y="3778004"/>
                <a:ext cx="376618" cy="98751"/>
              </a:xfrm>
            </p:spPr>
          </p:sp>
        </mc:Fallback>
      </mc:AlternateContent>
      <mc:AlternateContent xmlns:mc="http://schemas.openxmlformats.org/markup-compatibility/2006" xmlns:p14="http://schemas.microsoft.com/office/powerpoint/2010/main">
        <mc:Choice Requires="p14">
          <p:contentPart p14:bwMode="auto" r:id="rId45">
            <p14:nvContentPartPr>
              <p14:cNvPr id="1050359" name="墨迹 1050358"/>
              <p14:cNvContentPartPr/>
              <p14:nvPr/>
            </p14:nvContentPartPr>
            <p14:xfrm>
              <a:off x="8158148" y="3973639"/>
              <a:ext cx="284510" cy="29836"/>
            </p14:xfrm>
          </p:contentPart>
        </mc:Choice>
        <mc:Fallback xmlns="">
          <p:sp>
            <p:nvSpPr>
              <p:cNvPr id="1050359" name=""/>
              <p:cNvSpPr/>
              <p:nvPr/>
            </p:nvSpPr>
            <p:spPr>
              <a:xfrm>
                <a:off x="8158148" y="3973639"/>
                <a:ext cx="284510" cy="29836"/>
              </a:xfrm>
            </p:spPr>
          </p:sp>
        </mc:Fallback>
      </mc:AlternateContent>
      <mc:AlternateContent xmlns:mc="http://schemas.openxmlformats.org/markup-compatibility/2006" xmlns:p14="http://schemas.microsoft.com/office/powerpoint/2010/main">
        <mc:Choice Requires="p14">
          <p:contentPart p14:bwMode="auto" r:id="rId46">
            <p14:nvContentPartPr>
              <p14:cNvPr id="1050360" name="墨迹 1050359"/>
              <p14:cNvContentPartPr/>
              <p14:nvPr/>
            </p14:nvContentPartPr>
            <p14:xfrm>
              <a:off x="8116163" y="4065359"/>
              <a:ext cx="409746" cy="103294"/>
            </p14:xfrm>
          </p:contentPart>
        </mc:Choice>
        <mc:Fallback xmlns="">
          <p:sp>
            <p:nvSpPr>
              <p:cNvPr id="1050360" name=""/>
              <p:cNvSpPr/>
              <p:nvPr/>
            </p:nvSpPr>
            <p:spPr>
              <a:xfrm>
                <a:off x="8116163" y="4065359"/>
                <a:ext cx="409746" cy="103294"/>
              </a:xfrm>
            </p:spPr>
          </p:sp>
        </mc:Fallback>
      </mc:AlternateContent>
      <mc:AlternateContent xmlns:mc="http://schemas.openxmlformats.org/markup-compatibility/2006" xmlns:p14="http://schemas.microsoft.com/office/powerpoint/2010/main">
        <mc:Choice Requires="p14">
          <p:contentPart p14:bwMode="auto" r:id="rId47">
            <p14:nvContentPartPr>
              <p14:cNvPr id="1050368" name="墨迹 1050367"/>
              <p14:cNvContentPartPr/>
              <p14:nvPr/>
            </p14:nvContentPartPr>
            <p14:xfrm>
              <a:off x="10226156" y="3464296"/>
              <a:ext cx="0" cy="0"/>
            </p14:xfrm>
          </p:contentPart>
        </mc:Choice>
        <mc:Fallback xmlns="">
          <p:sp>
            <p:nvSpPr>
              <p:cNvPr id="1050368" name=""/>
              <p:cNvSpPr/>
              <p:nvPr/>
            </p:nvSpPr>
            <p:spPr>
              <a:xfrm>
                <a:off x="10226156" y="3464296"/>
                <a:ext cx="0" cy="0"/>
              </a:xfrm>
            </p:spPr>
          </p:sp>
        </mc:Fallback>
      </mc:AlternateContent>
      <mc:AlternateContent xmlns:mc="http://schemas.openxmlformats.org/markup-compatibility/2006" xmlns:p14="http://schemas.microsoft.com/office/powerpoint/2010/main">
        <mc:Choice Requires="p14">
          <p:contentPart p14:bwMode="auto" r:id="rId48">
            <p14:nvContentPartPr>
              <p14:cNvPr id="1050369" name="墨迹 1050368"/>
              <p14:cNvContentPartPr/>
              <p14:nvPr/>
            </p14:nvContentPartPr>
            <p14:xfrm>
              <a:off x="8691809" y="3629942"/>
              <a:ext cx="177662" cy="501648"/>
            </p14:xfrm>
          </p:contentPart>
        </mc:Choice>
        <mc:Fallback xmlns="">
          <p:sp>
            <p:nvSpPr>
              <p:cNvPr id="1050369" name=""/>
              <p:cNvSpPr/>
              <p:nvPr/>
            </p:nvSpPr>
            <p:spPr>
              <a:xfrm>
                <a:off x="8691809" y="3629942"/>
                <a:ext cx="177662" cy="501648"/>
              </a:xfrm>
            </p:spPr>
          </p:sp>
        </mc:Fallback>
      </mc:AlternateContent>
      <mc:AlternateContent xmlns:mc="http://schemas.openxmlformats.org/markup-compatibility/2006" xmlns:p14="http://schemas.microsoft.com/office/powerpoint/2010/main">
        <mc:Choice Requires="p14">
          <p:contentPart p14:bwMode="auto" r:id="rId49">
            <p14:nvContentPartPr>
              <p14:cNvPr id="1050370" name="墨迹 1050369"/>
              <p14:cNvContentPartPr/>
              <p14:nvPr/>
            </p14:nvContentPartPr>
            <p14:xfrm>
              <a:off x="8870223" y="3603439"/>
              <a:ext cx="124595" cy="184308"/>
            </p14:xfrm>
          </p:contentPart>
        </mc:Choice>
        <mc:Fallback xmlns="">
          <p:sp>
            <p:nvSpPr>
              <p:cNvPr id="1050370" name=""/>
              <p:cNvSpPr/>
              <p:nvPr/>
            </p:nvSpPr>
            <p:spPr>
              <a:xfrm>
                <a:off x="8870223" y="3603439"/>
                <a:ext cx="124595" cy="184308"/>
              </a:xfrm>
            </p:spPr>
          </p:sp>
        </mc:Fallback>
      </mc:AlternateContent>
      <mc:AlternateContent xmlns:mc="http://schemas.openxmlformats.org/markup-compatibility/2006" xmlns:p14="http://schemas.microsoft.com/office/powerpoint/2010/main">
        <mc:Choice Requires="p14">
          <p:contentPart p14:bwMode="auto" r:id="rId50">
            <p14:nvContentPartPr>
              <p14:cNvPr id="1050371" name="墨迹 1050370"/>
              <p14:cNvContentPartPr/>
              <p14:nvPr/>
            </p14:nvContentPartPr>
            <p14:xfrm>
              <a:off x="8915410" y="3734300"/>
              <a:ext cx="42309" cy="394450"/>
            </p14:xfrm>
          </p:contentPart>
        </mc:Choice>
        <mc:Fallback xmlns="">
          <p:sp>
            <p:nvSpPr>
              <p:cNvPr id="1050371" name=""/>
              <p:cNvSpPr/>
              <p:nvPr/>
            </p:nvSpPr>
            <p:spPr>
              <a:xfrm>
                <a:off x="8915410" y="3734300"/>
                <a:ext cx="42309" cy="394450"/>
              </a:xfrm>
            </p:spPr>
          </p:sp>
        </mc:Fallback>
      </mc:AlternateContent>
      <mc:AlternateContent xmlns:mc="http://schemas.openxmlformats.org/markup-compatibility/2006" xmlns:p14="http://schemas.microsoft.com/office/powerpoint/2010/main">
        <mc:Choice Requires="p14">
          <p:contentPart p14:bwMode="auto" r:id="rId51">
            <p14:nvContentPartPr>
              <p14:cNvPr id="1050372" name="墨迹 1050371"/>
              <p14:cNvContentPartPr/>
              <p14:nvPr/>
            </p14:nvContentPartPr>
            <p14:xfrm>
              <a:off x="9082150" y="3581905"/>
              <a:ext cx="4970" cy="72782"/>
            </p14:xfrm>
          </p:contentPart>
        </mc:Choice>
        <mc:Fallback xmlns="">
          <p:sp>
            <p:nvSpPr>
              <p:cNvPr id="1050372" name=""/>
              <p:cNvSpPr/>
              <p:nvPr/>
            </p:nvSpPr>
            <p:spPr>
              <a:xfrm>
                <a:off x="9082150" y="3581905"/>
                <a:ext cx="4970" cy="72782"/>
              </a:xfrm>
            </p:spPr>
          </p:sp>
        </mc:Fallback>
      </mc:AlternateContent>
      <mc:AlternateContent xmlns:mc="http://schemas.openxmlformats.org/markup-compatibility/2006" xmlns:p14="http://schemas.microsoft.com/office/powerpoint/2010/main">
        <mc:Choice Requires="p14">
          <p:contentPart p14:bwMode="auto" r:id="rId52">
            <p14:nvContentPartPr>
              <p14:cNvPr id="1050373" name="墨迹 1050372"/>
              <p14:cNvContentPartPr/>
              <p14:nvPr/>
            </p14:nvContentPartPr>
            <p14:xfrm>
              <a:off x="8986793" y="3690459"/>
              <a:ext cx="234484" cy="78252"/>
            </p14:xfrm>
          </p:contentPart>
        </mc:Choice>
        <mc:Fallback xmlns="">
          <p:sp>
            <p:nvSpPr>
              <p:cNvPr id="1050373" name=""/>
              <p:cNvSpPr/>
              <p:nvPr/>
            </p:nvSpPr>
            <p:spPr>
              <a:xfrm>
                <a:off x="8986793" y="3690459"/>
                <a:ext cx="234484" cy="78252"/>
              </a:xfrm>
            </p:spPr>
          </p:sp>
        </mc:Fallback>
      </mc:AlternateContent>
      <mc:AlternateContent xmlns:mc="http://schemas.openxmlformats.org/markup-compatibility/2006" xmlns:p14="http://schemas.microsoft.com/office/powerpoint/2010/main">
        <mc:Choice Requires="p14">
          <p:contentPart p14:bwMode="auto" r:id="rId53">
            <p14:nvContentPartPr>
              <p14:cNvPr id="1050374" name="墨迹 1050373"/>
              <p14:cNvContentPartPr/>
              <p14:nvPr/>
            </p14:nvContentPartPr>
            <p14:xfrm>
              <a:off x="8967774" y="3850970"/>
              <a:ext cx="246563" cy="57259"/>
            </p14:xfrm>
          </p:contentPart>
        </mc:Choice>
        <mc:Fallback xmlns="">
          <p:sp>
            <p:nvSpPr>
              <p:cNvPr id="1050374" name=""/>
              <p:cNvSpPr/>
              <p:nvPr/>
            </p:nvSpPr>
            <p:spPr>
              <a:xfrm>
                <a:off x="8967774" y="3850970"/>
                <a:ext cx="246563" cy="57259"/>
              </a:xfrm>
            </p:spPr>
          </p:sp>
        </mc:Fallback>
      </mc:AlternateContent>
      <mc:AlternateContent xmlns:mc="http://schemas.openxmlformats.org/markup-compatibility/2006" xmlns:p14="http://schemas.microsoft.com/office/powerpoint/2010/main">
        <mc:Choice Requires="p14">
          <p:contentPart p14:bwMode="auto" r:id="rId54">
            <p14:nvContentPartPr>
              <p14:cNvPr id="1050375" name="墨迹 1050374"/>
              <p14:cNvContentPartPr/>
              <p14:nvPr/>
            </p14:nvContentPartPr>
            <p14:xfrm>
              <a:off x="9023543" y="3776539"/>
              <a:ext cx="476383" cy="439346"/>
            </p14:xfrm>
          </p:contentPart>
        </mc:Choice>
        <mc:Fallback xmlns="">
          <p:sp>
            <p:nvSpPr>
              <p:cNvPr id="1050375" name=""/>
              <p:cNvSpPr/>
              <p:nvPr/>
            </p:nvSpPr>
            <p:spPr>
              <a:xfrm>
                <a:off x="9023543" y="3776539"/>
                <a:ext cx="476383" cy="439346"/>
              </a:xfrm>
            </p:spPr>
          </p:sp>
        </mc:Fallback>
      </mc:AlternateContent>
    </p:spTree>
  </p:cSld>
  <p:clrMapOvr>
    <a:masterClrMapping/>
  </p:clrMapOvr>
  <p:transition spd="slow" advTm="3804">
    <p:fade/>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971"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a:p>
        </p:txBody>
      </p:sp>
      <p:sp>
        <p:nvSpPr>
          <p:cNvPr id="1049972" name="TextBox 27"/>
          <p:cNvSpPr txBox="1"/>
          <p:nvPr/>
        </p:nvSpPr>
        <p:spPr>
          <a:xfrm>
            <a:off x="1012825" y="176213"/>
            <a:ext cx="3078479" cy="574040"/>
          </a:xfrm>
          <a:prstGeom prst="rect">
            <a:avLst/>
          </a:prstGeom>
          <a:noFill/>
          <a:ln w="9525">
            <a:noFill/>
          </a:ln>
        </p:spPr>
        <p:txBody>
          <a:bodyPr wrap="none" anchor="t">
            <a:spAutoFit/>
          </a:bodyPr>
          <a:lstStyle/>
          <a:p>
            <a:r>
              <a:rPr lang="zh-CN" altLang="en-US" sz="3200" dirty="0">
                <a:solidFill>
                  <a:srgbClr val="004C54"/>
                </a:solidFill>
                <a:latin typeface="黑体" panose="02010609060101010101" pitchFamily="49" charset="-122"/>
                <a:ea typeface="黑体" panose="02010609060101010101" pitchFamily="49" charset="-122"/>
              </a:rPr>
              <a:t>五、</a:t>
            </a:r>
            <a:r>
              <a:rPr lang="en-US" altLang="zh-CN" sz="3200" dirty="0">
                <a:solidFill>
                  <a:srgbClr val="004C54"/>
                </a:solidFill>
                <a:latin typeface="黑体" panose="02010609060101010101" pitchFamily="49" charset="-122"/>
                <a:ea typeface="黑体" panose="02010609060101010101" pitchFamily="49" charset="-122"/>
              </a:rPr>
              <a:t>Hough</a:t>
            </a:r>
            <a:r>
              <a:rPr lang="zh-CN" altLang="en-US" sz="3200" dirty="0">
                <a:solidFill>
                  <a:srgbClr val="004C54"/>
                </a:solidFill>
                <a:latin typeface="黑体" panose="02010609060101010101" pitchFamily="49" charset="-122"/>
                <a:ea typeface="黑体" panose="02010609060101010101" pitchFamily="49" charset="-122"/>
              </a:rPr>
              <a:t>变换</a:t>
            </a:r>
            <a:endParaRPr lang="en-US" altLang="zh-CN" sz="3200" dirty="0">
              <a:solidFill>
                <a:srgbClr val="004C54"/>
              </a:solidFill>
              <a:latin typeface="黑体" panose="02010609060101010101" pitchFamily="49" charset="-122"/>
              <a:ea typeface="黑体" panose="02010609060101010101" pitchFamily="49" charset="-122"/>
            </a:endParaRPr>
          </a:p>
        </p:txBody>
      </p:sp>
      <p:sp>
        <p:nvSpPr>
          <p:cNvPr id="1049973" name="矩形 7"/>
          <p:cNvSpPr/>
          <p:nvPr/>
        </p:nvSpPr>
        <p:spPr>
          <a:xfrm>
            <a:off x="1709152" y="1450673"/>
            <a:ext cx="4752528" cy="553998"/>
          </a:xfrm>
          <a:prstGeom prst="rect">
            <a:avLst/>
          </a:prstGeom>
        </p:spPr>
        <p:txBody>
          <a:bodyPr wrap="square">
            <a:spAutoFit/>
          </a:bodyPr>
          <a:lstStyle/>
          <a:p>
            <a:pPr>
              <a:lnSpc>
                <a:spcPct val="150000"/>
              </a:lnSpc>
            </a:pPr>
            <a:r>
              <a:rPr lang="zh-CN" altLang="en-US" sz="2000" b="1" dirty="0">
                <a:latin typeface="微软雅黑" panose="020B0503020204020204" pitchFamily="34" charset="-122"/>
                <a:ea typeface="微软雅黑" panose="020B0503020204020204" pitchFamily="34" charset="-122"/>
                <a:cs typeface="Times New Roman" panose="02020603050405020304" pitchFamily="18" charset="0"/>
              </a:rPr>
              <a:t>算法特点</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a:t>
            </a:r>
          </a:p>
        </p:txBody>
      </p:sp>
      <p:sp>
        <p:nvSpPr>
          <p:cNvPr id="1049974" name="矩形 8"/>
          <p:cNvSpPr>
            <a:spLocks noRot="1" noChangeAspect="1" noMove="1" noResize="1" noEditPoints="1" noAdjustHandles="1" noChangeArrowheads="1" noChangeShapeType="1" noTextEdit="1"/>
          </p:cNvSpPr>
          <p:nvPr/>
        </p:nvSpPr>
        <p:spPr>
          <a:xfrm>
            <a:off x="1705893" y="1950297"/>
            <a:ext cx="8502936" cy="3323987"/>
          </a:xfrm>
          <a:prstGeom prst="rect">
            <a:avLst/>
          </a:prstGeom>
          <a:blipFill rotWithShape="0">
            <a:blip r:embed="rId2"/>
            <a:stretch>
              <a:fillRect l="-645" r="-860" b="-734"/>
            </a:stretch>
          </a:blipFill>
        </p:spPr>
        <p:txBody>
          <a:bodyPr/>
          <a:lstStyle/>
          <a:p>
            <a:r>
              <a:rPr lang="zh-CN" altLang="en-US">
                <a:noFill/>
              </a:rPr>
              <a:t> </a:t>
            </a:r>
          </a:p>
        </p:txBody>
      </p:sp>
    </p:spTree>
  </p:cSld>
  <p:clrMapOvr>
    <a:masterClrMapping/>
  </p:clrMapOvr>
  <p:transition spd="slow" advTm="3804">
    <p:fade/>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975" name="TextBox 27"/>
          <p:cNvSpPr txBox="1"/>
          <p:nvPr/>
        </p:nvSpPr>
        <p:spPr>
          <a:xfrm>
            <a:off x="1012825" y="2060848"/>
            <a:ext cx="3434081" cy="2987041"/>
          </a:xfrm>
          <a:prstGeom prst="rect">
            <a:avLst/>
          </a:prstGeom>
          <a:noFill/>
          <a:ln w="9525">
            <a:noFill/>
          </a:ln>
        </p:spPr>
        <p:txBody>
          <a:bodyPr wrap="none" anchor="t">
            <a:spAutoFit/>
          </a:bodyPr>
          <a:lstStyle/>
          <a:p>
            <a:r>
              <a:rPr lang="zh-CN" altLang="en-US" sz="3200" dirty="0">
                <a:solidFill>
                  <a:srgbClr val="B3B3B3"/>
                </a:solidFill>
                <a:latin typeface="黑体" panose="02010609060101010101" pitchFamily="49" charset="-122"/>
                <a:ea typeface="黑体" panose="02010609060101010101" pitchFamily="49" charset="-122"/>
              </a:rPr>
              <a:t>一、图像分割概述</a:t>
            </a:r>
            <a:endParaRPr lang="en-US" altLang="zh-CN" sz="3200" dirty="0">
              <a:solidFill>
                <a:srgbClr val="B3B3B3"/>
              </a:solidFill>
              <a:latin typeface="黑体" panose="02010609060101010101" pitchFamily="49" charset="-122"/>
              <a:ea typeface="黑体" panose="02010609060101010101" pitchFamily="49" charset="-122"/>
            </a:endParaRPr>
          </a:p>
          <a:p>
            <a:r>
              <a:rPr lang="zh-CN" altLang="en-US" sz="3200" dirty="0">
                <a:solidFill>
                  <a:schemeClr val="bg2">
                    <a:lumMod val="60000"/>
                    <a:lumOff val="40000"/>
                  </a:schemeClr>
                </a:solidFill>
                <a:latin typeface="黑体" panose="02010609060101010101" pitchFamily="49" charset="-122"/>
                <a:ea typeface="黑体" panose="02010609060101010101" pitchFamily="49" charset="-122"/>
              </a:rPr>
              <a:t>二、阈值分割</a:t>
            </a:r>
            <a:endParaRPr lang="en-US" altLang="zh-CN" sz="3200" dirty="0">
              <a:solidFill>
                <a:schemeClr val="bg2">
                  <a:lumMod val="60000"/>
                  <a:lumOff val="40000"/>
                </a:schemeClr>
              </a:solidFill>
              <a:latin typeface="黑体" panose="02010609060101010101" pitchFamily="49" charset="-122"/>
              <a:ea typeface="黑体" panose="02010609060101010101" pitchFamily="49" charset="-122"/>
            </a:endParaRPr>
          </a:p>
          <a:p>
            <a:r>
              <a:rPr lang="zh-CN" altLang="en-US" sz="3200" dirty="0">
                <a:solidFill>
                  <a:schemeClr val="bg2">
                    <a:lumMod val="60000"/>
                    <a:lumOff val="40000"/>
                  </a:schemeClr>
                </a:solidFill>
                <a:latin typeface="黑体" panose="02010609060101010101" pitchFamily="49" charset="-122"/>
                <a:ea typeface="黑体" panose="02010609060101010101" pitchFamily="49" charset="-122"/>
              </a:rPr>
              <a:t>三、边缘检测</a:t>
            </a:r>
            <a:endParaRPr lang="en-US" altLang="zh-CN" sz="3200" dirty="0">
              <a:solidFill>
                <a:schemeClr val="bg2">
                  <a:lumMod val="60000"/>
                  <a:lumOff val="40000"/>
                </a:schemeClr>
              </a:solidFill>
              <a:latin typeface="黑体" panose="02010609060101010101" pitchFamily="49" charset="-122"/>
              <a:ea typeface="黑体" panose="02010609060101010101" pitchFamily="49" charset="-122"/>
            </a:endParaRPr>
          </a:p>
          <a:p>
            <a:r>
              <a:rPr lang="zh-CN" altLang="en-US" sz="3200" dirty="0">
                <a:solidFill>
                  <a:schemeClr val="bg2">
                    <a:lumMod val="60000"/>
                    <a:lumOff val="40000"/>
                  </a:schemeClr>
                </a:solidFill>
                <a:latin typeface="黑体" panose="02010609060101010101" pitchFamily="49" charset="-122"/>
                <a:ea typeface="黑体" panose="02010609060101010101" pitchFamily="49" charset="-122"/>
              </a:rPr>
              <a:t>四、区域分析</a:t>
            </a:r>
            <a:endParaRPr lang="en-US" altLang="zh-CN" sz="3200" dirty="0">
              <a:solidFill>
                <a:schemeClr val="bg2">
                  <a:lumMod val="60000"/>
                  <a:lumOff val="40000"/>
                </a:schemeClr>
              </a:solidFill>
              <a:latin typeface="黑体" panose="02010609060101010101" pitchFamily="49" charset="-122"/>
              <a:ea typeface="黑体" panose="02010609060101010101" pitchFamily="49" charset="-122"/>
            </a:endParaRPr>
          </a:p>
          <a:p>
            <a:r>
              <a:rPr lang="zh-CN" altLang="en-US" sz="3200" dirty="0">
                <a:solidFill>
                  <a:schemeClr val="tx2">
                    <a:lumMod val="75000"/>
                  </a:schemeClr>
                </a:solidFill>
                <a:latin typeface="黑体" panose="02010609060101010101" pitchFamily="49" charset="-122"/>
                <a:ea typeface="黑体" panose="02010609060101010101" pitchFamily="49" charset="-122"/>
              </a:rPr>
              <a:t>五、</a:t>
            </a:r>
            <a:r>
              <a:rPr lang="en-US" altLang="zh-CN" sz="3200" dirty="0">
                <a:solidFill>
                  <a:schemeClr val="tx2">
                    <a:lumMod val="75000"/>
                  </a:schemeClr>
                </a:solidFill>
                <a:latin typeface="黑体" panose="02010609060101010101" pitchFamily="49" charset="-122"/>
                <a:ea typeface="黑体" panose="02010609060101010101" pitchFamily="49" charset="-122"/>
              </a:rPr>
              <a:t>Hough</a:t>
            </a:r>
            <a:r>
              <a:rPr lang="zh-CN" altLang="en-US" sz="3200" dirty="0">
                <a:solidFill>
                  <a:schemeClr val="tx2">
                    <a:lumMod val="75000"/>
                  </a:schemeClr>
                </a:solidFill>
                <a:latin typeface="黑体" panose="02010609060101010101" pitchFamily="49" charset="-122"/>
                <a:ea typeface="黑体" panose="02010609060101010101" pitchFamily="49" charset="-122"/>
              </a:rPr>
              <a:t>变换</a:t>
            </a:r>
            <a:endParaRPr lang="en-US" altLang="zh-CN" sz="3200" dirty="0">
              <a:solidFill>
                <a:schemeClr val="tx2">
                  <a:lumMod val="75000"/>
                </a:schemeClr>
              </a:solidFill>
              <a:latin typeface="黑体" panose="02010609060101010101" pitchFamily="49" charset="-122"/>
              <a:ea typeface="黑体" panose="02010609060101010101" pitchFamily="49" charset="-122"/>
            </a:endParaRPr>
          </a:p>
          <a:p>
            <a:r>
              <a:rPr lang="zh-CN" altLang="en-US" sz="3200" dirty="0">
                <a:latin typeface="黑体" panose="02010609060101010101" pitchFamily="49" charset="-122"/>
                <a:ea typeface="黑体" panose="02010609060101010101" pitchFamily="49" charset="-122"/>
              </a:rPr>
              <a:t>六、动态聚类分割</a:t>
            </a:r>
          </a:p>
        </p:txBody>
      </p:sp>
      <p:sp>
        <p:nvSpPr>
          <p:cNvPr id="1049976" name="TextBox 27"/>
          <p:cNvSpPr txBox="1"/>
          <p:nvPr/>
        </p:nvSpPr>
        <p:spPr>
          <a:xfrm>
            <a:off x="1012825" y="176213"/>
            <a:ext cx="3434081" cy="574040"/>
          </a:xfrm>
          <a:prstGeom prst="rect">
            <a:avLst/>
          </a:prstGeom>
          <a:noFill/>
          <a:ln w="9525">
            <a:noFill/>
          </a:ln>
        </p:spPr>
        <p:txBody>
          <a:bodyPr wrap="none" anchor="t">
            <a:spAutoFit/>
          </a:bodyPr>
          <a:lstStyle/>
          <a:p>
            <a:r>
              <a:rPr lang="zh-CN" altLang="en-US" sz="3200" dirty="0">
                <a:solidFill>
                  <a:srgbClr val="004C54"/>
                </a:solidFill>
                <a:latin typeface="黑体" panose="02010609060101010101" pitchFamily="49" charset="-122"/>
                <a:ea typeface="黑体" panose="02010609060101010101" pitchFamily="49" charset="-122"/>
              </a:rPr>
              <a:t>六、</a:t>
            </a:r>
            <a:r>
              <a:rPr lang="zh-CN" altLang="en-US" sz="3200" dirty="0">
                <a:latin typeface="黑体" panose="02010609060101010101" pitchFamily="49" charset="-122"/>
                <a:ea typeface="黑体" panose="02010609060101010101" pitchFamily="49" charset="-122"/>
              </a:rPr>
              <a:t>动态聚类分割</a:t>
            </a:r>
          </a:p>
        </p:txBody>
      </p:sp>
      <p:sp>
        <p:nvSpPr>
          <p:cNvPr id="1049977"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a:p>
        </p:txBody>
      </p:sp>
    </p:spTree>
  </p:cSld>
  <p:clrMapOvr>
    <a:masterClrMapping/>
  </p:clrMapOvr>
  <p:transition spd="slow" advTm="3804">
    <p:fade/>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978"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a:p>
        </p:txBody>
      </p:sp>
      <p:sp>
        <p:nvSpPr>
          <p:cNvPr id="1049979" name="矩形 20"/>
          <p:cNvSpPr/>
          <p:nvPr/>
        </p:nvSpPr>
        <p:spPr>
          <a:xfrm>
            <a:off x="1417861" y="1520136"/>
            <a:ext cx="8502936" cy="3291840"/>
          </a:xfrm>
          <a:prstGeom prst="rect">
            <a:avLst/>
          </a:prstGeom>
        </p:spPr>
        <p:txBody>
          <a:bodyPr wrap="square">
            <a:spAutoFit/>
          </a:bodyPr>
          <a:lstStyle/>
          <a:p>
            <a:pPr>
              <a:lnSpc>
                <a:spcPct val="150000"/>
              </a:lnSpc>
            </a:pP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动态聚类</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dynamic clustering</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初始粗略分类，然后逐步调整，</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直到达到某个阈值。</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属于</a:t>
            </a:r>
            <a:r>
              <a:rPr lang="zh-CN" altLang="en-US" sz="2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无监督学习</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自发地学习数据中的结构与模式。</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包括</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K</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均值聚类（</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K-means</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）与模糊</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C</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均值聚类（</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Fuzzy C-means</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a:t>
            </a:r>
          </a:p>
        </p:txBody>
      </p:sp>
      <p:pic>
        <p:nvPicPr>
          <p:cNvPr id="2097258" name="图片 21"/>
          <p:cNvPicPr>
            <a:picLocks noChangeAspect="1"/>
          </p:cNvPicPr>
          <p:nvPr/>
        </p:nvPicPr>
        <p:blipFill>
          <a:blip r:embed="rId2"/>
          <a:stretch>
            <a:fillRect/>
          </a:stretch>
        </p:blipFill>
        <p:spPr>
          <a:xfrm>
            <a:off x="6530429" y="1700808"/>
            <a:ext cx="3338345" cy="2324919"/>
          </a:xfrm>
          <a:prstGeom prst="rect">
            <a:avLst/>
          </a:prstGeom>
        </p:spPr>
      </p:pic>
      <p:cxnSp>
        <p:nvCxnSpPr>
          <p:cNvPr id="3145733" name="直接连接符 22"/>
          <p:cNvCxnSpPr>
            <a:cxnSpLocks/>
          </p:cNvCxnSpPr>
          <p:nvPr/>
        </p:nvCxnSpPr>
        <p:spPr bwMode="auto">
          <a:xfrm>
            <a:off x="193725" y="903040"/>
            <a:ext cx="6662688" cy="0"/>
          </a:xfrm>
          <a:prstGeom prst="line">
            <a:avLst/>
          </a:prstGeom>
          <a:solidFill>
            <a:schemeClr val="accent1"/>
          </a:solidFill>
          <a:ln w="38100" cap="flat" cmpd="sng" algn="ctr">
            <a:solidFill>
              <a:srgbClr val="00467A"/>
            </a:solidFill>
            <a:prstDash val="dashDot"/>
            <a:round/>
            <a:headEnd type="none" w="med" len="med"/>
            <a:tailEnd type="none" w="med" len="med"/>
          </a:ln>
        </p:spPr>
      </p:cxnSp>
      <p:sp>
        <p:nvSpPr>
          <p:cNvPr id="1049980" name="TextBox 27"/>
          <p:cNvSpPr txBox="1"/>
          <p:nvPr/>
        </p:nvSpPr>
        <p:spPr>
          <a:xfrm>
            <a:off x="1012825" y="176213"/>
            <a:ext cx="3434081" cy="574040"/>
          </a:xfrm>
          <a:prstGeom prst="rect">
            <a:avLst/>
          </a:prstGeom>
          <a:noFill/>
          <a:ln w="9525">
            <a:noFill/>
          </a:ln>
        </p:spPr>
        <p:txBody>
          <a:bodyPr wrap="none" anchor="t">
            <a:spAutoFit/>
          </a:bodyPr>
          <a:lstStyle/>
          <a:p>
            <a:r>
              <a:rPr lang="zh-CN" altLang="en-US" sz="3200" dirty="0">
                <a:solidFill>
                  <a:srgbClr val="004C54"/>
                </a:solidFill>
                <a:latin typeface="黑体" panose="02010609060101010101" pitchFamily="49" charset="-122"/>
                <a:ea typeface="黑体" panose="02010609060101010101" pitchFamily="49" charset="-122"/>
              </a:rPr>
              <a:t>六、</a:t>
            </a:r>
            <a:r>
              <a:rPr lang="zh-CN" altLang="en-US" sz="3200" dirty="0">
                <a:latin typeface="黑体" panose="02010609060101010101" pitchFamily="49" charset="-122"/>
                <a:ea typeface="黑体" panose="02010609060101010101" pitchFamily="49" charset="-122"/>
              </a:rPr>
              <a:t>动态聚类分割</a:t>
            </a:r>
          </a:p>
        </p:txBody>
      </p:sp>
    </p:spTree>
  </p:cSld>
  <p:clrMapOvr>
    <a:masterClrMapping/>
  </p:clrMapOvr>
  <p:transition spd="slow" advTm="3804">
    <p:fade/>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981"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a:p>
        </p:txBody>
      </p:sp>
      <p:cxnSp>
        <p:nvCxnSpPr>
          <p:cNvPr id="3145734" name="直接连接符 22"/>
          <p:cNvCxnSpPr>
            <a:cxnSpLocks/>
          </p:cNvCxnSpPr>
          <p:nvPr/>
        </p:nvCxnSpPr>
        <p:spPr bwMode="auto">
          <a:xfrm>
            <a:off x="193725" y="903040"/>
            <a:ext cx="6662688" cy="0"/>
          </a:xfrm>
          <a:prstGeom prst="line">
            <a:avLst/>
          </a:prstGeom>
          <a:solidFill>
            <a:schemeClr val="accent1"/>
          </a:solidFill>
          <a:ln w="38100" cap="flat" cmpd="sng" algn="ctr">
            <a:solidFill>
              <a:srgbClr val="00467A"/>
            </a:solidFill>
            <a:prstDash val="dashDot"/>
            <a:round/>
            <a:headEnd type="none" w="med" len="med"/>
            <a:tailEnd type="none" w="med" len="med"/>
          </a:ln>
        </p:spPr>
      </p:cxnSp>
      <p:sp>
        <p:nvSpPr>
          <p:cNvPr id="1049982" name="矩形 6"/>
          <p:cNvSpPr/>
          <p:nvPr/>
        </p:nvSpPr>
        <p:spPr>
          <a:xfrm>
            <a:off x="1038803" y="1196752"/>
            <a:ext cx="8502936" cy="1015663"/>
          </a:xfrm>
          <a:prstGeom prst="rect">
            <a:avLst/>
          </a:prstGeom>
        </p:spPr>
        <p:txBody>
          <a:bodyPr wrap="square">
            <a:spAutoFit/>
          </a:bodyPr>
          <a:lstStyle/>
          <a:p>
            <a:pPr>
              <a:lnSpc>
                <a:spcPct val="150000"/>
              </a:lnSpc>
            </a:pP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K</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均值聚类</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K-means</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原理：最小化</a:t>
            </a:r>
            <a:r>
              <a:rPr lang="zh-CN" altLang="en-US" sz="2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类内差异</a:t>
            </a:r>
          </a:p>
        </p:txBody>
      </p:sp>
      <p:sp>
        <p:nvSpPr>
          <p:cNvPr id="1049983" name="矩形 7"/>
          <p:cNvSpPr>
            <a:spLocks noRot="1" noChangeAspect="1" noMove="1" noResize="1" noEditPoints="1" noAdjustHandles="1" noChangeArrowheads="1" noChangeShapeType="1" noTextEdit="1"/>
          </p:cNvSpPr>
          <p:nvPr/>
        </p:nvSpPr>
        <p:spPr>
          <a:xfrm>
            <a:off x="2497981" y="2212415"/>
            <a:ext cx="5724128" cy="932628"/>
          </a:xfrm>
          <a:prstGeom prst="rect">
            <a:avLst/>
          </a:prstGeom>
          <a:blipFill>
            <a:blip r:embed="rId2"/>
            <a:stretch>
              <a:fillRect/>
            </a:stretch>
          </a:blipFill>
        </p:spPr>
        <p:txBody>
          <a:bodyPr/>
          <a:lstStyle/>
          <a:p>
            <a:r>
              <a:rPr lang="zh-CN" altLang="en-US">
                <a:noFill/>
              </a:rPr>
              <a:t> </a:t>
            </a:r>
          </a:p>
        </p:txBody>
      </p:sp>
      <p:sp>
        <p:nvSpPr>
          <p:cNvPr id="1049984" name="矩形 8"/>
          <p:cNvSpPr>
            <a:spLocks noRot="1" noChangeAspect="1" noMove="1" noResize="1" noEditPoints="1" noAdjustHandles="1" noChangeArrowheads="1" noChangeShapeType="1" noTextEdit="1"/>
          </p:cNvSpPr>
          <p:nvPr/>
        </p:nvSpPr>
        <p:spPr>
          <a:xfrm>
            <a:off x="1038803" y="3356992"/>
            <a:ext cx="10028130" cy="2312236"/>
          </a:xfrm>
          <a:prstGeom prst="rect">
            <a:avLst/>
          </a:prstGeom>
          <a:blipFill>
            <a:blip r:embed="rId3"/>
            <a:stretch>
              <a:fillRect l="-608" b="-1583"/>
            </a:stretch>
          </a:blipFill>
        </p:spPr>
        <p:txBody>
          <a:bodyPr/>
          <a:lstStyle/>
          <a:p>
            <a:r>
              <a:rPr lang="zh-CN" altLang="en-US">
                <a:noFill/>
              </a:rPr>
              <a:t> </a:t>
            </a:r>
          </a:p>
        </p:txBody>
      </p:sp>
      <p:sp>
        <p:nvSpPr>
          <p:cNvPr id="1049985" name="TextBox 27"/>
          <p:cNvSpPr txBox="1"/>
          <p:nvPr/>
        </p:nvSpPr>
        <p:spPr>
          <a:xfrm>
            <a:off x="1012825" y="176213"/>
            <a:ext cx="3434081" cy="574040"/>
          </a:xfrm>
          <a:prstGeom prst="rect">
            <a:avLst/>
          </a:prstGeom>
          <a:noFill/>
          <a:ln w="9525">
            <a:noFill/>
          </a:ln>
        </p:spPr>
        <p:txBody>
          <a:bodyPr wrap="none" anchor="t">
            <a:spAutoFit/>
          </a:bodyPr>
          <a:lstStyle/>
          <a:p>
            <a:r>
              <a:rPr lang="zh-CN" altLang="en-US" sz="3200" dirty="0">
                <a:solidFill>
                  <a:srgbClr val="004C54"/>
                </a:solidFill>
                <a:latin typeface="黑体" panose="02010609060101010101" pitchFamily="49" charset="-122"/>
                <a:ea typeface="黑体" panose="02010609060101010101" pitchFamily="49" charset="-122"/>
              </a:rPr>
              <a:t>六、</a:t>
            </a:r>
            <a:r>
              <a:rPr lang="zh-CN" altLang="en-US" sz="3200" dirty="0">
                <a:latin typeface="黑体" panose="02010609060101010101" pitchFamily="49" charset="-122"/>
                <a:ea typeface="黑体" panose="02010609060101010101" pitchFamily="49" charset="-122"/>
              </a:rPr>
              <a:t>动态聚类分割</a:t>
            </a:r>
          </a:p>
        </p:txBody>
      </p:sp>
    </p:spTree>
  </p:cSld>
  <p:clrMapOvr>
    <a:masterClrMapping/>
  </p:clrMapOvr>
  <p:transition spd="slow" advTm="3804">
    <p:fade/>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986"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a:p>
        </p:txBody>
      </p:sp>
      <p:cxnSp>
        <p:nvCxnSpPr>
          <p:cNvPr id="3145735" name="直接连接符 22"/>
          <p:cNvCxnSpPr>
            <a:cxnSpLocks/>
          </p:cNvCxnSpPr>
          <p:nvPr/>
        </p:nvCxnSpPr>
        <p:spPr bwMode="auto">
          <a:xfrm>
            <a:off x="193725" y="903040"/>
            <a:ext cx="6662688" cy="0"/>
          </a:xfrm>
          <a:prstGeom prst="line">
            <a:avLst/>
          </a:prstGeom>
          <a:solidFill>
            <a:schemeClr val="accent1"/>
          </a:solidFill>
          <a:ln w="38100" cap="flat" cmpd="sng" algn="ctr">
            <a:solidFill>
              <a:srgbClr val="00467A"/>
            </a:solidFill>
            <a:prstDash val="dashDot"/>
            <a:round/>
            <a:headEnd type="none" w="med" len="med"/>
            <a:tailEnd type="none" w="med" len="med"/>
          </a:ln>
        </p:spPr>
      </p:cxnSp>
      <p:sp>
        <p:nvSpPr>
          <p:cNvPr id="1049987" name="矩形 9"/>
          <p:cNvSpPr/>
          <p:nvPr/>
        </p:nvSpPr>
        <p:spPr>
          <a:xfrm>
            <a:off x="1607220" y="1236140"/>
            <a:ext cx="8502936" cy="553998"/>
          </a:xfrm>
          <a:prstGeom prst="rect">
            <a:avLst/>
          </a:prstGeom>
        </p:spPr>
        <p:txBody>
          <a:bodyPr wrap="square">
            <a:spAutoFit/>
          </a:bodyPr>
          <a:lstStyle/>
          <a:p>
            <a:pPr>
              <a:lnSpc>
                <a:spcPct val="150000"/>
              </a:lnSpc>
            </a:pP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K</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均值聚类</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K-means</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）分割：</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049988" name="矩形 10"/>
          <p:cNvSpPr/>
          <p:nvPr/>
        </p:nvSpPr>
        <p:spPr bwMode="auto">
          <a:xfrm>
            <a:off x="1633885" y="2390253"/>
            <a:ext cx="7992888" cy="384988"/>
          </a:xfrm>
          <a:prstGeom prst="rect">
            <a:avLst/>
          </a:prstGeom>
          <a:solidFill>
            <a:srgbClr val="0F3D68"/>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algn="ctr" eaLnBrk="1" hangingPunct="1"/>
            <a:r>
              <a:rPr kumimoji="1" lang="zh-CN" altLang="en-US" sz="2000" b="0" i="0" u="none" strike="noStrike" cap="none" normalizeH="0" baseline="0" dirty="0">
                <a:ln>
                  <a:noFill/>
                </a:ln>
                <a:solidFill>
                  <a:schemeClr val="bg2">
                    <a:lumMod val="20000"/>
                    <a:lumOff val="80000"/>
                  </a:schemeClr>
                </a:solidFill>
                <a:effectLst/>
              </a:rPr>
              <a:t>输入：图像，聚类数</a:t>
            </a:r>
            <a:r>
              <a:rPr kumimoji="1" lang="en-US" altLang="zh-CN" sz="2000" b="0" i="0" u="none" strike="noStrike" cap="none" normalizeH="0" baseline="0" dirty="0">
                <a:ln>
                  <a:noFill/>
                </a:ln>
                <a:solidFill>
                  <a:schemeClr val="bg2">
                    <a:lumMod val="20000"/>
                    <a:lumOff val="80000"/>
                  </a:schemeClr>
                </a:solidFill>
                <a:effectLst/>
                <a:latin typeface="Times New Roman" panose="02020603050405020304" pitchFamily="18" charset="0"/>
                <a:cs typeface="Times New Roman" panose="02020603050405020304" pitchFamily="18" charset="0"/>
              </a:rPr>
              <a:t>c</a:t>
            </a:r>
            <a:r>
              <a:rPr kumimoji="1" lang="zh-CN" altLang="en-US" sz="2000" b="0" i="0" u="none" strike="noStrike" cap="none" normalizeH="0" baseline="0" dirty="0">
                <a:ln>
                  <a:noFill/>
                </a:ln>
                <a:solidFill>
                  <a:schemeClr val="bg2">
                    <a:lumMod val="20000"/>
                    <a:lumOff val="80000"/>
                  </a:schemeClr>
                </a:solidFill>
                <a:effectLst/>
                <a:latin typeface="Times New Roman" panose="02020603050405020304" pitchFamily="18" charset="0"/>
                <a:cs typeface="Times New Roman" panose="02020603050405020304" pitchFamily="18" charset="0"/>
              </a:rPr>
              <a:t>，迭代阈值</a:t>
            </a:r>
            <a:r>
              <a:rPr kumimoji="1" lang="en-US" altLang="zh-CN" sz="2000" b="0" i="0" u="none" strike="noStrike" cap="none" normalizeH="0" baseline="0" dirty="0">
                <a:ln>
                  <a:noFill/>
                </a:ln>
                <a:solidFill>
                  <a:schemeClr val="bg2">
                    <a:lumMod val="20000"/>
                    <a:lumOff val="80000"/>
                  </a:schemeClr>
                </a:solidFill>
                <a:effectLst/>
                <a:latin typeface="Times New Roman" panose="02020603050405020304" pitchFamily="18" charset="0"/>
                <a:cs typeface="Times New Roman" panose="02020603050405020304" pitchFamily="18" charset="0"/>
              </a:rPr>
              <a:t>t</a:t>
            </a:r>
            <a:endParaRPr kumimoji="1" lang="zh-CN" altLang="en-US" sz="2000" b="0" i="0" u="none" strike="noStrike" cap="none" normalizeH="0" baseline="0" dirty="0">
              <a:ln>
                <a:noFill/>
              </a:ln>
              <a:solidFill>
                <a:schemeClr val="bg2">
                  <a:lumMod val="20000"/>
                  <a:lumOff val="80000"/>
                </a:schemeClr>
              </a:solidFill>
              <a:effectLst/>
              <a:latin typeface="Times New Roman" panose="02020603050405020304" pitchFamily="18" charset="0"/>
              <a:cs typeface="Times New Roman" panose="02020603050405020304" pitchFamily="18" charset="0"/>
            </a:endParaRPr>
          </a:p>
        </p:txBody>
      </p:sp>
      <p:sp>
        <p:nvSpPr>
          <p:cNvPr id="1049989" name="矩形 11"/>
          <p:cNvSpPr/>
          <p:nvPr/>
        </p:nvSpPr>
        <p:spPr bwMode="auto">
          <a:xfrm>
            <a:off x="1633885" y="2901722"/>
            <a:ext cx="7992889" cy="445853"/>
          </a:xfrm>
          <a:prstGeom prst="rect">
            <a:avLst/>
          </a:prstGeom>
          <a:solidFill>
            <a:srgbClr val="0F3D68"/>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algn="ctr" eaLnBrk="1" hangingPunct="1"/>
            <a:r>
              <a:rPr kumimoji="1" lang="zh-CN" altLang="en-US" sz="2000" b="0" i="0" u="none" strike="noStrike" cap="none" normalizeH="0" baseline="0" dirty="0">
                <a:ln>
                  <a:noFill/>
                </a:ln>
                <a:solidFill>
                  <a:schemeClr val="bg2">
                    <a:lumMod val="20000"/>
                    <a:lumOff val="80000"/>
                  </a:schemeClr>
                </a:solidFill>
                <a:effectLst/>
              </a:rPr>
              <a:t>从图像灰度值范围中选取</a:t>
            </a:r>
            <a:r>
              <a:rPr lang="en-US" altLang="zh-CN" sz="2000" dirty="0">
                <a:solidFill>
                  <a:schemeClr val="bg2">
                    <a:lumMod val="20000"/>
                    <a:lumOff val="80000"/>
                  </a:schemeClr>
                </a:solidFill>
              </a:rPr>
              <a:t>c</a:t>
            </a:r>
            <a:r>
              <a:rPr lang="zh-CN" altLang="en-US" sz="2000" dirty="0">
                <a:solidFill>
                  <a:schemeClr val="bg2">
                    <a:lumMod val="20000"/>
                    <a:lumOff val="80000"/>
                  </a:schemeClr>
                </a:solidFill>
              </a:rPr>
              <a:t>个不同的灰度值作为各个类聚类中心值</a:t>
            </a:r>
            <a:endParaRPr kumimoji="1" lang="zh-CN" altLang="en-US" sz="2000" b="0" i="0" u="none" strike="noStrike" cap="none" normalizeH="0" baseline="0" dirty="0">
              <a:ln>
                <a:noFill/>
              </a:ln>
              <a:solidFill>
                <a:schemeClr val="bg2">
                  <a:lumMod val="20000"/>
                  <a:lumOff val="80000"/>
                </a:schemeClr>
              </a:solidFill>
              <a:effectLst/>
            </a:endParaRPr>
          </a:p>
        </p:txBody>
      </p:sp>
      <p:sp>
        <p:nvSpPr>
          <p:cNvPr id="1049990" name="矩形 12"/>
          <p:cNvSpPr/>
          <p:nvPr/>
        </p:nvSpPr>
        <p:spPr bwMode="auto">
          <a:xfrm>
            <a:off x="1633885" y="3505657"/>
            <a:ext cx="7992889" cy="445853"/>
          </a:xfrm>
          <a:prstGeom prst="rect">
            <a:avLst/>
          </a:prstGeom>
          <a:solidFill>
            <a:srgbClr val="0F3D68"/>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algn="ctr" eaLnBrk="1" hangingPunct="1"/>
            <a:r>
              <a:rPr kumimoji="1" lang="zh-CN" altLang="en-US" sz="2000" b="0" i="0" u="none" strike="noStrike" cap="none" normalizeH="0" baseline="0" dirty="0">
                <a:ln>
                  <a:noFill/>
                </a:ln>
                <a:solidFill>
                  <a:schemeClr val="bg2">
                    <a:lumMod val="20000"/>
                    <a:lumOff val="80000"/>
                  </a:schemeClr>
                </a:solidFill>
                <a:effectLst/>
              </a:rPr>
              <a:t>依据各个像素与聚类中心的灰度值差异，将像素聚类至最近聚类中心</a:t>
            </a:r>
          </a:p>
        </p:txBody>
      </p:sp>
      <p:sp>
        <p:nvSpPr>
          <p:cNvPr id="1049991" name="矩形 13"/>
          <p:cNvSpPr/>
          <p:nvPr/>
        </p:nvSpPr>
        <p:spPr bwMode="auto">
          <a:xfrm>
            <a:off x="1633885" y="4120735"/>
            <a:ext cx="7992889" cy="445853"/>
          </a:xfrm>
          <a:prstGeom prst="rect">
            <a:avLst/>
          </a:prstGeom>
          <a:solidFill>
            <a:srgbClr val="0F3D68"/>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algn="ctr" eaLnBrk="1" hangingPunct="1"/>
            <a:r>
              <a:rPr kumimoji="1" lang="zh-CN" altLang="en-US" sz="2000" b="0" i="0" u="none" strike="noStrike" cap="none" normalizeH="0" baseline="0" dirty="0">
                <a:ln>
                  <a:noFill/>
                </a:ln>
                <a:solidFill>
                  <a:schemeClr val="bg2">
                    <a:lumMod val="20000"/>
                    <a:lumOff val="80000"/>
                  </a:schemeClr>
                </a:solidFill>
                <a:effectLst/>
              </a:rPr>
              <a:t>依据各个类别包含的像素灰度值，更新聚类中心值</a:t>
            </a:r>
          </a:p>
        </p:txBody>
      </p:sp>
      <p:sp>
        <p:nvSpPr>
          <p:cNvPr id="1049992" name="流程图: 决策 14"/>
          <p:cNvSpPr/>
          <p:nvPr/>
        </p:nvSpPr>
        <p:spPr bwMode="auto">
          <a:xfrm>
            <a:off x="1633885" y="4635337"/>
            <a:ext cx="7992888" cy="576064"/>
          </a:xfrm>
          <a:prstGeom prst="flowChartDecision">
            <a:avLst/>
          </a:prstGeom>
          <a:solidFill>
            <a:srgbClr val="0F3D68"/>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pPr>
            <a:r>
              <a:rPr kumimoji="1" lang="zh-CN" altLang="en-US" sz="2000" b="0" i="0" u="none" strike="noStrike" cap="none" normalizeH="0" baseline="0" dirty="0">
                <a:ln>
                  <a:noFill/>
                </a:ln>
                <a:solidFill>
                  <a:schemeClr val="bg2">
                    <a:lumMod val="20000"/>
                    <a:lumOff val="80000"/>
                  </a:schemeClr>
                </a:solidFill>
                <a:effectLst/>
                <a:latin typeface="Tahoma" pitchFamily="34" charset="0"/>
                <a:ea typeface="宋体" pitchFamily="2" charset="-122"/>
              </a:rPr>
              <a:t>聚类中心值变化小于阈值</a:t>
            </a:r>
            <a:r>
              <a:rPr kumimoji="1" lang="en-US" altLang="zh-CN" sz="2000" b="0" i="0" u="none" strike="noStrike" cap="none" normalizeH="0" baseline="0" dirty="0">
                <a:ln>
                  <a:noFill/>
                </a:ln>
                <a:solidFill>
                  <a:schemeClr val="bg2">
                    <a:lumMod val="20000"/>
                    <a:lumOff val="80000"/>
                  </a:schemeClr>
                </a:solidFill>
                <a:effectLst/>
                <a:latin typeface="Tahoma" pitchFamily="34" charset="0"/>
                <a:ea typeface="宋体" pitchFamily="2" charset="-122"/>
              </a:rPr>
              <a:t>t</a:t>
            </a:r>
            <a:endParaRPr kumimoji="1" lang="zh-CN" altLang="en-US" sz="2000" b="0" i="0" u="none" strike="noStrike" cap="none" normalizeH="0" baseline="0" dirty="0">
              <a:ln>
                <a:noFill/>
              </a:ln>
              <a:solidFill>
                <a:schemeClr val="bg2">
                  <a:lumMod val="20000"/>
                  <a:lumOff val="80000"/>
                </a:schemeClr>
              </a:solidFill>
              <a:effectLst/>
              <a:latin typeface="Tahoma" pitchFamily="34" charset="0"/>
              <a:ea typeface="宋体" pitchFamily="2" charset="-122"/>
            </a:endParaRPr>
          </a:p>
        </p:txBody>
      </p:sp>
      <p:cxnSp>
        <p:nvCxnSpPr>
          <p:cNvPr id="3145736" name="肘形连接符 15"/>
          <p:cNvCxnSpPr>
            <a:cxnSpLocks/>
            <a:stCxn id="1049992" idx="3"/>
            <a:endCxn id="1049990" idx="3"/>
          </p:cNvCxnSpPr>
          <p:nvPr/>
        </p:nvCxnSpPr>
        <p:spPr bwMode="auto">
          <a:xfrm flipV="1">
            <a:off x="9626773" y="3728584"/>
            <a:ext cx="1" cy="1194785"/>
          </a:xfrm>
          <a:prstGeom prst="bentConnector3">
            <a:avLst>
              <a:gd name="adj1" fmla="val 22860100000"/>
            </a:avLst>
          </a:prstGeom>
          <a:solidFill>
            <a:schemeClr val="accent1"/>
          </a:solidFill>
          <a:ln w="9525" cap="flat" cmpd="sng" algn="ctr">
            <a:solidFill>
              <a:schemeClr val="tx1"/>
            </a:solidFill>
            <a:prstDash val="solid"/>
            <a:miter lim="800000"/>
            <a:headEnd type="none" w="med" len="med"/>
            <a:tailEnd type="triangle"/>
          </a:ln>
          <a:effectLst/>
        </p:spPr>
      </p:cxnSp>
      <p:sp>
        <p:nvSpPr>
          <p:cNvPr id="1049993" name="流程图: 可选过程 16"/>
          <p:cNvSpPr/>
          <p:nvPr/>
        </p:nvSpPr>
        <p:spPr bwMode="auto">
          <a:xfrm>
            <a:off x="5018261" y="5733256"/>
            <a:ext cx="1224136" cy="360040"/>
          </a:xfrm>
          <a:prstGeom prst="flowChartAlternateProcess">
            <a:avLst/>
          </a:prstGeom>
          <a:solidFill>
            <a:srgbClr val="0F3D68"/>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pPr>
            <a:r>
              <a:rPr kumimoji="1" lang="zh-CN" altLang="en-US" sz="2000" b="0" i="0" u="none" strike="noStrike" cap="none" normalizeH="0" baseline="0" dirty="0">
                <a:ln>
                  <a:noFill/>
                </a:ln>
                <a:solidFill>
                  <a:schemeClr val="bg2">
                    <a:lumMod val="20000"/>
                    <a:lumOff val="80000"/>
                  </a:schemeClr>
                </a:solidFill>
                <a:effectLst/>
                <a:latin typeface="Tahoma" pitchFamily="34" charset="0"/>
                <a:ea typeface="宋体" pitchFamily="2" charset="-122"/>
              </a:rPr>
              <a:t>结束</a:t>
            </a:r>
          </a:p>
        </p:txBody>
      </p:sp>
      <p:sp>
        <p:nvSpPr>
          <p:cNvPr id="1049994" name="流程图: 可选过程 17"/>
          <p:cNvSpPr/>
          <p:nvPr/>
        </p:nvSpPr>
        <p:spPr bwMode="auto">
          <a:xfrm>
            <a:off x="5018261" y="1939468"/>
            <a:ext cx="1224136" cy="360040"/>
          </a:xfrm>
          <a:prstGeom prst="flowChartAlternateProcess">
            <a:avLst/>
          </a:prstGeom>
          <a:solidFill>
            <a:srgbClr val="0F3D68"/>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pPr>
            <a:r>
              <a:rPr kumimoji="1" lang="zh-CN" altLang="en-US" sz="2000" b="0" i="0" u="none" strike="noStrike" cap="none" normalizeH="0" baseline="0" dirty="0">
                <a:ln>
                  <a:noFill/>
                </a:ln>
                <a:solidFill>
                  <a:schemeClr val="bg2">
                    <a:lumMod val="20000"/>
                    <a:lumOff val="80000"/>
                  </a:schemeClr>
                </a:solidFill>
                <a:effectLst/>
                <a:latin typeface="Tahoma" pitchFamily="34" charset="0"/>
                <a:ea typeface="宋体" pitchFamily="2" charset="-122"/>
              </a:rPr>
              <a:t>开始</a:t>
            </a:r>
          </a:p>
        </p:txBody>
      </p:sp>
      <p:cxnSp>
        <p:nvCxnSpPr>
          <p:cNvPr id="3145737" name="直接箭头连接符 18"/>
          <p:cNvCxnSpPr>
            <a:cxnSpLocks/>
            <a:stCxn id="1049994" idx="2"/>
            <a:endCxn id="1049988" idx="0"/>
          </p:cNvCxnSpPr>
          <p:nvPr/>
        </p:nvCxnSpPr>
        <p:spPr bwMode="auto">
          <a:xfrm>
            <a:off x="5630329" y="2299508"/>
            <a:ext cx="0" cy="90745"/>
          </a:xfrm>
          <a:prstGeom prst="straightConnector1">
            <a:avLst/>
          </a:prstGeom>
          <a:solidFill>
            <a:schemeClr val="accent1"/>
          </a:solidFill>
          <a:ln w="9525" cap="flat" cmpd="sng" algn="ctr">
            <a:solidFill>
              <a:schemeClr val="tx1"/>
            </a:solidFill>
            <a:prstDash val="solid"/>
            <a:miter lim="800000"/>
            <a:headEnd type="none" w="med" len="med"/>
            <a:tailEnd type="triangle"/>
          </a:ln>
          <a:effectLst/>
        </p:spPr>
      </p:cxnSp>
      <p:cxnSp>
        <p:nvCxnSpPr>
          <p:cNvPr id="3145738" name="直接箭头连接符 19"/>
          <p:cNvCxnSpPr>
            <a:cxnSpLocks/>
            <a:stCxn id="1049988" idx="2"/>
            <a:endCxn id="1049989" idx="0"/>
          </p:cNvCxnSpPr>
          <p:nvPr/>
        </p:nvCxnSpPr>
        <p:spPr bwMode="auto">
          <a:xfrm>
            <a:off x="5630329" y="2775241"/>
            <a:ext cx="1" cy="126481"/>
          </a:xfrm>
          <a:prstGeom prst="straightConnector1">
            <a:avLst/>
          </a:prstGeom>
          <a:solidFill>
            <a:schemeClr val="accent1"/>
          </a:solidFill>
          <a:ln w="9525" cap="flat" cmpd="sng" algn="ctr">
            <a:solidFill>
              <a:schemeClr val="tx1"/>
            </a:solidFill>
            <a:prstDash val="solid"/>
            <a:miter lim="800000"/>
            <a:headEnd type="none" w="med" len="med"/>
            <a:tailEnd type="triangle"/>
          </a:ln>
          <a:effectLst/>
        </p:spPr>
      </p:cxnSp>
      <p:cxnSp>
        <p:nvCxnSpPr>
          <p:cNvPr id="3145739" name="直接箭头连接符 20"/>
          <p:cNvCxnSpPr>
            <a:cxnSpLocks/>
            <a:stCxn id="1049989" idx="2"/>
            <a:endCxn id="1049990" idx="0"/>
          </p:cNvCxnSpPr>
          <p:nvPr/>
        </p:nvCxnSpPr>
        <p:spPr bwMode="auto">
          <a:xfrm>
            <a:off x="5630330" y="3347575"/>
            <a:ext cx="0" cy="158082"/>
          </a:xfrm>
          <a:prstGeom prst="straightConnector1">
            <a:avLst/>
          </a:prstGeom>
          <a:solidFill>
            <a:schemeClr val="accent1"/>
          </a:solidFill>
          <a:ln w="9525" cap="flat" cmpd="sng" algn="ctr">
            <a:solidFill>
              <a:schemeClr val="tx1"/>
            </a:solidFill>
            <a:prstDash val="solid"/>
            <a:miter lim="800000"/>
            <a:headEnd type="none" w="med" len="med"/>
            <a:tailEnd type="triangle"/>
          </a:ln>
          <a:effectLst/>
        </p:spPr>
      </p:cxnSp>
      <p:cxnSp>
        <p:nvCxnSpPr>
          <p:cNvPr id="3145740" name="直接箭头连接符 21"/>
          <p:cNvCxnSpPr>
            <a:cxnSpLocks/>
            <a:stCxn id="1049990" idx="2"/>
            <a:endCxn id="1049991" idx="0"/>
          </p:cNvCxnSpPr>
          <p:nvPr/>
        </p:nvCxnSpPr>
        <p:spPr bwMode="auto">
          <a:xfrm>
            <a:off x="5630330" y="3951510"/>
            <a:ext cx="0" cy="169225"/>
          </a:xfrm>
          <a:prstGeom prst="straightConnector1">
            <a:avLst/>
          </a:prstGeom>
          <a:solidFill>
            <a:schemeClr val="accent1"/>
          </a:solidFill>
          <a:ln w="9525" cap="flat" cmpd="sng" algn="ctr">
            <a:solidFill>
              <a:schemeClr val="tx1"/>
            </a:solidFill>
            <a:prstDash val="solid"/>
            <a:miter lim="800000"/>
            <a:headEnd type="none" w="med" len="med"/>
            <a:tailEnd type="triangle"/>
          </a:ln>
          <a:effectLst/>
        </p:spPr>
      </p:cxnSp>
      <p:cxnSp>
        <p:nvCxnSpPr>
          <p:cNvPr id="3145741" name="直接箭头连接符 23"/>
          <p:cNvCxnSpPr>
            <a:cxnSpLocks/>
            <a:stCxn id="1049991" idx="2"/>
            <a:endCxn id="1049992" idx="0"/>
          </p:cNvCxnSpPr>
          <p:nvPr/>
        </p:nvCxnSpPr>
        <p:spPr bwMode="auto">
          <a:xfrm flipH="1">
            <a:off x="5630329" y="4566588"/>
            <a:ext cx="1" cy="68749"/>
          </a:xfrm>
          <a:prstGeom prst="straightConnector1">
            <a:avLst/>
          </a:prstGeom>
          <a:solidFill>
            <a:schemeClr val="accent1"/>
          </a:solidFill>
          <a:ln w="9525" cap="flat" cmpd="sng" algn="ctr">
            <a:solidFill>
              <a:schemeClr val="tx1"/>
            </a:solidFill>
            <a:prstDash val="solid"/>
            <a:miter lim="800000"/>
            <a:headEnd type="none" w="med" len="med"/>
            <a:tailEnd type="triangle"/>
          </a:ln>
          <a:effectLst/>
        </p:spPr>
      </p:cxnSp>
      <p:cxnSp>
        <p:nvCxnSpPr>
          <p:cNvPr id="3145742" name="直接箭头连接符 24"/>
          <p:cNvCxnSpPr>
            <a:cxnSpLocks/>
            <a:stCxn id="1049992" idx="2"/>
            <a:endCxn id="1049993" idx="0"/>
          </p:cNvCxnSpPr>
          <p:nvPr/>
        </p:nvCxnSpPr>
        <p:spPr bwMode="auto">
          <a:xfrm>
            <a:off x="5630329" y="5211401"/>
            <a:ext cx="0" cy="521855"/>
          </a:xfrm>
          <a:prstGeom prst="straightConnector1">
            <a:avLst/>
          </a:prstGeom>
          <a:solidFill>
            <a:schemeClr val="accent1"/>
          </a:solidFill>
          <a:ln w="9525" cap="flat" cmpd="sng" algn="ctr">
            <a:solidFill>
              <a:schemeClr val="tx1"/>
            </a:solidFill>
            <a:prstDash val="solid"/>
            <a:miter lim="800000"/>
            <a:headEnd type="none" w="med" len="med"/>
            <a:tailEnd type="triangle"/>
          </a:ln>
          <a:effectLst/>
        </p:spPr>
      </p:cxnSp>
      <p:sp>
        <p:nvSpPr>
          <p:cNvPr id="1049995" name="文本框 25"/>
          <p:cNvSpPr txBox="1"/>
          <p:nvPr/>
        </p:nvSpPr>
        <p:spPr>
          <a:xfrm>
            <a:off x="5114593" y="5245169"/>
            <a:ext cx="624799" cy="400110"/>
          </a:xfrm>
          <a:prstGeom prst="rect">
            <a:avLst/>
          </a:prstGeom>
          <a:noFill/>
        </p:spPr>
        <p:txBody>
          <a:bodyPr wrap="square" rtlCol="0">
            <a:spAutoFit/>
          </a:bodyPr>
          <a:lstStyle/>
          <a:p>
            <a:r>
              <a:rPr lang="zh-CN" altLang="en-US" sz="2000" dirty="0">
                <a:solidFill>
                  <a:schemeClr val="accent1"/>
                </a:solidFill>
              </a:rPr>
              <a:t>是</a:t>
            </a:r>
          </a:p>
        </p:txBody>
      </p:sp>
      <p:sp>
        <p:nvSpPr>
          <p:cNvPr id="1049996" name="文本框 26"/>
          <p:cNvSpPr txBox="1"/>
          <p:nvPr/>
        </p:nvSpPr>
        <p:spPr>
          <a:xfrm>
            <a:off x="9333024" y="4566588"/>
            <a:ext cx="624799" cy="400110"/>
          </a:xfrm>
          <a:prstGeom prst="rect">
            <a:avLst/>
          </a:prstGeom>
          <a:noFill/>
        </p:spPr>
        <p:txBody>
          <a:bodyPr wrap="square" rtlCol="0">
            <a:spAutoFit/>
          </a:bodyPr>
          <a:lstStyle/>
          <a:p>
            <a:r>
              <a:rPr lang="zh-CN" altLang="en-US" sz="2000" dirty="0">
                <a:solidFill>
                  <a:schemeClr val="accent1"/>
                </a:solidFill>
              </a:rPr>
              <a:t>否</a:t>
            </a:r>
          </a:p>
        </p:txBody>
      </p:sp>
      <p:sp>
        <p:nvSpPr>
          <p:cNvPr id="1049997" name="TextBox 27"/>
          <p:cNvSpPr txBox="1"/>
          <p:nvPr/>
        </p:nvSpPr>
        <p:spPr>
          <a:xfrm>
            <a:off x="1012825" y="176213"/>
            <a:ext cx="3434081" cy="574040"/>
          </a:xfrm>
          <a:prstGeom prst="rect">
            <a:avLst/>
          </a:prstGeom>
          <a:noFill/>
          <a:ln w="9525">
            <a:noFill/>
          </a:ln>
        </p:spPr>
        <p:txBody>
          <a:bodyPr wrap="none" anchor="t">
            <a:spAutoFit/>
          </a:bodyPr>
          <a:lstStyle/>
          <a:p>
            <a:r>
              <a:rPr lang="zh-CN" altLang="en-US" sz="3200" dirty="0">
                <a:solidFill>
                  <a:srgbClr val="004C54"/>
                </a:solidFill>
                <a:latin typeface="黑体" panose="02010609060101010101" pitchFamily="49" charset="-122"/>
                <a:ea typeface="黑体" panose="02010609060101010101" pitchFamily="49" charset="-122"/>
              </a:rPr>
              <a:t>六、</a:t>
            </a:r>
            <a:r>
              <a:rPr lang="zh-CN" altLang="en-US" sz="3200" dirty="0">
                <a:latin typeface="黑体" panose="02010609060101010101" pitchFamily="49" charset="-122"/>
                <a:ea typeface="黑体" panose="02010609060101010101" pitchFamily="49" charset="-122"/>
              </a:rPr>
              <a:t>动态聚类分割</a:t>
            </a:r>
          </a:p>
        </p:txBody>
      </p:sp>
    </p:spTree>
  </p:cSld>
  <p:clrMapOvr>
    <a:masterClrMapping/>
  </p:clrMapOvr>
  <p:transition spd="slow" advTm="3804">
    <p:fade/>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998"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a:p>
        </p:txBody>
      </p:sp>
      <p:cxnSp>
        <p:nvCxnSpPr>
          <p:cNvPr id="3145743" name="直接连接符 22"/>
          <p:cNvCxnSpPr>
            <a:cxnSpLocks/>
          </p:cNvCxnSpPr>
          <p:nvPr/>
        </p:nvCxnSpPr>
        <p:spPr bwMode="auto">
          <a:xfrm>
            <a:off x="193725" y="903040"/>
            <a:ext cx="6662688" cy="0"/>
          </a:xfrm>
          <a:prstGeom prst="line">
            <a:avLst/>
          </a:prstGeom>
          <a:solidFill>
            <a:schemeClr val="accent1"/>
          </a:solidFill>
          <a:ln w="38100" cap="flat" cmpd="sng" algn="ctr">
            <a:solidFill>
              <a:srgbClr val="00467A"/>
            </a:solidFill>
            <a:prstDash val="dashDot"/>
            <a:round/>
            <a:headEnd type="none" w="med" len="med"/>
            <a:tailEnd type="none" w="med" len="med"/>
          </a:ln>
        </p:spPr>
      </p:cxnSp>
      <p:sp>
        <p:nvSpPr>
          <p:cNvPr id="1049999" name="矩形 27"/>
          <p:cNvSpPr/>
          <p:nvPr/>
        </p:nvSpPr>
        <p:spPr>
          <a:xfrm>
            <a:off x="1129829" y="1412776"/>
            <a:ext cx="9865096" cy="3924151"/>
          </a:xfrm>
          <a:prstGeom prst="rect">
            <a:avLst/>
          </a:prstGeom>
        </p:spPr>
        <p:txBody>
          <a:bodyPr wrap="square">
            <a:spAutoFit/>
          </a:bodyPr>
          <a:lstStyle/>
          <a:p>
            <a:pPr>
              <a:lnSpc>
                <a:spcPct val="150000"/>
              </a:lnSpc>
            </a:pP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K</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均值聚类</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K-means</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）分割：</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影响</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K</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均值聚类的主要因素：</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pPr marL="457200" indent="-457200">
              <a:lnSpc>
                <a:spcPct val="150000"/>
              </a:lnSpc>
              <a:buFont typeface="+mj-lt"/>
              <a:buAutoNum type="arabicPeriod"/>
            </a:pP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距离度量。默认使用的是欧氏距离的平方，如果更改距离，聚类效果可能会改变。</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pPr marL="457200" indent="-457200">
              <a:lnSpc>
                <a:spcPct val="150000"/>
              </a:lnSpc>
              <a:buFont typeface="+mj-lt"/>
              <a:buAutoNum type="arabicPeriod"/>
            </a:pP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聚类准则。默认是将样本聚类至距离最近的聚类中心。</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pPr marL="457200" indent="-457200">
              <a:lnSpc>
                <a:spcPct val="150000"/>
              </a:lnSpc>
              <a:buFont typeface="+mj-lt"/>
              <a:buAutoNum type="arabicPeriod"/>
            </a:pP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特征选取。默认使用图像灰度值。</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pPr marL="457200" indent="-457200">
              <a:lnSpc>
                <a:spcPct val="150000"/>
              </a:lnSpc>
              <a:buFont typeface="+mj-lt"/>
              <a:buAutoNum type="arabicPeriod"/>
            </a:pP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初始聚类中心选取。应该选择差异较大的值作为初始聚类中心值。可以选用层次聚类进行初始聚类。</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pPr marL="457200" indent="-457200">
              <a:lnSpc>
                <a:spcPct val="150000"/>
              </a:lnSpc>
              <a:buFont typeface="+mj-lt"/>
              <a:buAutoNum type="arabicPeriod"/>
            </a:pP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p>
          <a:p>
            <a:pPr marL="457200" indent="-457200">
              <a:lnSpc>
                <a:spcPct val="150000"/>
              </a:lnSpc>
              <a:buFont typeface="+mj-lt"/>
              <a:buAutoNum type="arabicPeriod"/>
            </a:pP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050000" name="TextBox 27"/>
          <p:cNvSpPr txBox="1"/>
          <p:nvPr/>
        </p:nvSpPr>
        <p:spPr>
          <a:xfrm>
            <a:off x="1012825" y="176213"/>
            <a:ext cx="3467616" cy="584775"/>
          </a:xfrm>
          <a:prstGeom prst="rect">
            <a:avLst/>
          </a:prstGeom>
          <a:noFill/>
          <a:ln w="9525">
            <a:noFill/>
          </a:ln>
        </p:spPr>
        <p:txBody>
          <a:bodyPr wrap="none" anchor="t">
            <a:spAutoFit/>
          </a:bodyPr>
          <a:lstStyle/>
          <a:p>
            <a:r>
              <a:rPr lang="zh-CN" altLang="en-US" sz="3200" dirty="0">
                <a:solidFill>
                  <a:srgbClr val="004C54"/>
                </a:solidFill>
                <a:latin typeface="黑体" panose="02010609060101010101" pitchFamily="49" charset="-122"/>
                <a:ea typeface="黑体" panose="02010609060101010101" pitchFamily="49" charset="-122"/>
              </a:rPr>
              <a:t>六、</a:t>
            </a:r>
            <a:r>
              <a:rPr lang="zh-CN" altLang="en-US" sz="3200" dirty="0">
                <a:latin typeface="黑体" panose="02010609060101010101" pitchFamily="49" charset="-122"/>
                <a:ea typeface="黑体" panose="02010609060101010101" pitchFamily="49" charset="-122"/>
              </a:rPr>
              <a:t>动态聚类分割</a:t>
            </a:r>
          </a:p>
        </p:txBody>
      </p:sp>
    </p:spTree>
  </p:cSld>
  <p:clrMapOvr>
    <a:masterClrMapping/>
  </p:clrMapOvr>
  <p:transition spd="slow" advTm="3804">
    <p:fade/>
  </p:transition>
</p:sld>
</file>

<file path=ppt/theme/theme1.xml><?xml version="1.0" encoding="utf-8"?>
<a:theme xmlns:a="http://schemas.openxmlformats.org/drawingml/2006/main" name="2">
  <a:themeElements>
    <a:clrScheme name="">
      <a:dk1>
        <a:srgbClr val="004C54"/>
      </a:dk1>
      <a:lt1>
        <a:srgbClr val="009EB0"/>
      </a:lt1>
      <a:dk2>
        <a:srgbClr val="DDDDDD"/>
      </a:dk2>
      <a:lt2>
        <a:srgbClr val="808080"/>
      </a:lt2>
      <a:accent1>
        <a:srgbClr val="292929"/>
      </a:accent1>
      <a:accent2>
        <a:srgbClr val="FFFFFF"/>
      </a:accent2>
      <a:accent3>
        <a:srgbClr val="AACCD4"/>
      </a:accent3>
      <a:accent4>
        <a:srgbClr val="004046"/>
      </a:accent4>
      <a:accent5>
        <a:srgbClr val="ACACAC"/>
      </a:accent5>
      <a:accent6>
        <a:srgbClr val="E7E7E7"/>
      </a:accent6>
      <a:hlink>
        <a:srgbClr val="B3B3B3"/>
      </a:hlink>
      <a:folHlink>
        <a:srgbClr val="404040"/>
      </a:folHlink>
    </a:clrScheme>
    <a:fontScheme name="3_默认设计模板">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3_默认设计模板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3_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3_默认设计模板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3_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3_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3_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3_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3_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3_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3_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3_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3_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3_默认设计模板 13">
        <a:dk1>
          <a:srgbClr val="000000"/>
        </a:dk1>
        <a:lt1>
          <a:srgbClr val="FFFFD9"/>
        </a:lt1>
        <a:dk2>
          <a:srgbClr val="2B2E30"/>
        </a:dk2>
        <a:lt2>
          <a:srgbClr val="777777"/>
        </a:lt2>
        <a:accent1>
          <a:srgbClr val="7FBA00"/>
        </a:accent1>
        <a:accent2>
          <a:srgbClr val="FCDB00"/>
        </a:accent2>
        <a:accent3>
          <a:srgbClr val="FFFFE9"/>
        </a:accent3>
        <a:accent4>
          <a:srgbClr val="000000"/>
        </a:accent4>
        <a:accent5>
          <a:srgbClr val="C0D9AA"/>
        </a:accent5>
        <a:accent6>
          <a:srgbClr val="E4C600"/>
        </a:accent6>
        <a:hlink>
          <a:srgbClr val="21A3D0"/>
        </a:hlink>
        <a:folHlink>
          <a:srgbClr val="DA251D"/>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795</TotalTime>
  <Words>6286</Words>
  <Application>Microsoft Office PowerPoint</Application>
  <PresentationFormat>自定义</PresentationFormat>
  <Paragraphs>1054</Paragraphs>
  <Slides>104</Slides>
  <Notes>1</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5</vt:i4>
      </vt:variant>
      <vt:variant>
        <vt:lpstr>幻灯片标题</vt:lpstr>
      </vt:variant>
      <vt:variant>
        <vt:i4>104</vt:i4>
      </vt:variant>
    </vt:vector>
  </HeadingPairs>
  <TitlesOfParts>
    <vt:vector size="118" baseType="lpstr">
      <vt:lpstr>黑体</vt:lpstr>
      <vt:lpstr>楷体</vt:lpstr>
      <vt:lpstr>微软雅黑</vt:lpstr>
      <vt:lpstr>Arial</vt:lpstr>
      <vt:lpstr>Calibri</vt:lpstr>
      <vt:lpstr>Tahoma</vt:lpstr>
      <vt:lpstr>Times New Roman</vt:lpstr>
      <vt:lpstr>Wingdings</vt:lpstr>
      <vt:lpstr>2</vt:lpstr>
      <vt:lpstr>Equation.2</vt:lpstr>
      <vt:lpstr>公式</vt:lpstr>
      <vt:lpstr>Equation</vt:lpstr>
      <vt:lpstr>Picture</vt:lpstr>
      <vt:lpstr>BMP 图象</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1</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dc:title>
  <dc:creator>mengyao.lyu</dc:creator>
  <cp:lastModifiedBy>zonglin he</cp:lastModifiedBy>
  <cp:revision>4</cp:revision>
  <dcterms:created xsi:type="dcterms:W3CDTF">2013-01-20T09:44:00Z</dcterms:created>
  <dcterms:modified xsi:type="dcterms:W3CDTF">2025-12-15T17:16:30Z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2052-10.1.0.6490</vt:lpwstr>
  </property>
  <property fmtid="{D5CDD505-2E9C-101B-9397-08002B2CF9AE}" pid="3" name="ICV">
    <vt:lpwstr>05b4fb900535438d92d24631559554f9_23</vt:lpwstr>
  </property>
</Properties>
</file>